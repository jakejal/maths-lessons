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3" name="Shape 243"/>
        <p:cNvGrpSpPr/>
        <p:nvPr/>
      </p:nvGrpSpPr>
      <p:grpSpPr>
        <a:xfrm>
          <a:off x="0" y="0"/>
          <a:ext cx="0" cy="0"/>
        </a:xfrm>
      </p:grpSpPr>
      <p:sp>
        <p:nvSpPr>
          <p:cNvPr id="244" name="Google Shape;244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the skill of using a pair of compasses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57950"/>
            <a:ext cx="50490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Drawing diagrams containing multiple circles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6875" y="3197700"/>
            <a:ext cx="63687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 circles do not touch. Neither circle has its centre point inside the other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circle.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6875" y="1826100"/>
            <a:ext cx="66240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For each question, draw two circles: one with a radius of 5 cm and the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other with a radius of 7 cm. Mark the positions of their centre points each time. Draw each pair of circles according to the following conditions: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70975" y="2816700"/>
            <a:ext cx="64497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To check, measure the distance between the two centre points in each question.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2220900" y="4825975"/>
            <a:ext cx="19911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 cm &lt; distance &lt; 12 cm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2833704" y="3537480"/>
            <a:ext cx="14835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 cm &lt; distance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79" name="Google Shape;179;p20"/>
          <p:cNvGrpSpPr/>
          <p:nvPr/>
        </p:nvGrpSpPr>
        <p:grpSpPr>
          <a:xfrm>
            <a:off x="4853550" y="3527825"/>
            <a:ext cx="1480625" cy="760800"/>
            <a:chOff x="4710675" y="2384825"/>
            <a:chExt cx="1480625" cy="760800"/>
          </a:xfrm>
        </p:grpSpPr>
        <p:grpSp>
          <p:nvGrpSpPr>
            <p:cNvPr id="180" name="Google Shape;180;p20"/>
            <p:cNvGrpSpPr/>
            <p:nvPr/>
          </p:nvGrpSpPr>
          <p:grpSpPr>
            <a:xfrm>
              <a:off x="4710675" y="2503200"/>
              <a:ext cx="524100" cy="524100"/>
              <a:chOff x="4405875" y="2503200"/>
              <a:chExt cx="524100" cy="524100"/>
            </a:xfrm>
          </p:grpSpPr>
          <p:sp>
            <p:nvSpPr>
              <p:cNvPr id="181" name="Google Shape;181;p20"/>
              <p:cNvSpPr/>
              <p:nvPr/>
            </p:nvSpPr>
            <p:spPr>
              <a:xfrm>
                <a:off x="4405875" y="2503200"/>
                <a:ext cx="524100" cy="5241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182" name="Google Shape;182;p20"/>
              <p:cNvGrpSpPr/>
              <p:nvPr/>
            </p:nvGrpSpPr>
            <p:grpSpPr>
              <a:xfrm>
                <a:off x="4622164" y="2711442"/>
                <a:ext cx="91423" cy="107502"/>
                <a:chOff x="1514525" y="2733525"/>
                <a:chExt cx="76800" cy="90300"/>
              </a:xfrm>
            </p:grpSpPr>
            <p:cxnSp>
              <p:nvCxnSpPr>
                <p:cNvPr id="183" name="Google Shape;183;p20"/>
                <p:cNvCxnSpPr/>
                <p:nvPr/>
              </p:nvCxnSpPr>
              <p:spPr>
                <a:xfrm>
                  <a:off x="1514525" y="2733525"/>
                  <a:ext cx="76800" cy="903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4" name="Google Shape;184;p20"/>
                <p:cNvCxnSpPr/>
                <p:nvPr/>
              </p:nvCxnSpPr>
              <p:spPr>
                <a:xfrm flipH="1">
                  <a:off x="1514525" y="2733525"/>
                  <a:ext cx="76800" cy="903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85" name="Google Shape;185;p20"/>
            <p:cNvGrpSpPr/>
            <p:nvPr/>
          </p:nvGrpSpPr>
          <p:grpSpPr>
            <a:xfrm>
              <a:off x="5430500" y="2384825"/>
              <a:ext cx="760800" cy="760800"/>
              <a:chOff x="5430500" y="2384825"/>
              <a:chExt cx="760800" cy="760800"/>
            </a:xfrm>
          </p:grpSpPr>
          <p:sp>
            <p:nvSpPr>
              <p:cNvPr id="186" name="Google Shape;186;p20"/>
              <p:cNvSpPr/>
              <p:nvPr/>
            </p:nvSpPr>
            <p:spPr>
              <a:xfrm>
                <a:off x="5430500" y="2384825"/>
                <a:ext cx="760800" cy="7608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187" name="Google Shape;187;p20"/>
              <p:cNvGrpSpPr/>
              <p:nvPr/>
            </p:nvGrpSpPr>
            <p:grpSpPr>
              <a:xfrm>
                <a:off x="5765164" y="2711442"/>
                <a:ext cx="91423" cy="107502"/>
                <a:chOff x="1514525" y="2733525"/>
                <a:chExt cx="76800" cy="90300"/>
              </a:xfrm>
            </p:grpSpPr>
            <p:cxnSp>
              <p:nvCxnSpPr>
                <p:cNvPr id="188" name="Google Shape;188;p20"/>
                <p:cNvCxnSpPr/>
                <p:nvPr/>
              </p:nvCxnSpPr>
              <p:spPr>
                <a:xfrm>
                  <a:off x="1514525" y="2733525"/>
                  <a:ext cx="76800" cy="903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" name="Google Shape;189;p20"/>
                <p:cNvCxnSpPr/>
                <p:nvPr/>
              </p:nvCxnSpPr>
              <p:spPr>
                <a:xfrm flipH="1">
                  <a:off x="1514525" y="2733525"/>
                  <a:ext cx="76800" cy="903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cxnSp>
          <p:nvCxnSpPr>
            <p:cNvPr id="190" name="Google Shape;190;p20"/>
            <p:cNvCxnSpPr/>
            <p:nvPr/>
          </p:nvCxnSpPr>
          <p:spPr>
            <a:xfrm>
              <a:off x="4971550" y="2766150"/>
              <a:ext cx="856500" cy="3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91" name="Google Shape;191;p20"/>
          <p:cNvGrpSpPr/>
          <p:nvPr/>
        </p:nvGrpSpPr>
        <p:grpSpPr>
          <a:xfrm>
            <a:off x="4853550" y="5017800"/>
            <a:ext cx="524100" cy="524100"/>
            <a:chOff x="4405875" y="2503200"/>
            <a:chExt cx="524100" cy="524100"/>
          </a:xfrm>
        </p:grpSpPr>
        <p:sp>
          <p:nvSpPr>
            <p:cNvPr id="192" name="Google Shape;192;p20"/>
            <p:cNvSpPr/>
            <p:nvPr/>
          </p:nvSpPr>
          <p:spPr>
            <a:xfrm>
              <a:off x="4405875" y="2503200"/>
              <a:ext cx="524100" cy="5241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3" name="Google Shape;193;p20"/>
            <p:cNvGrpSpPr/>
            <p:nvPr/>
          </p:nvGrpSpPr>
          <p:grpSpPr>
            <a:xfrm>
              <a:off x="4622164" y="2711442"/>
              <a:ext cx="91423" cy="107502"/>
              <a:chOff x="1514525" y="2733525"/>
              <a:chExt cx="76800" cy="90300"/>
            </a:xfrm>
          </p:grpSpPr>
          <p:cxnSp>
            <p:nvCxnSpPr>
              <p:cNvPr id="194" name="Google Shape;194;p20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" name="Google Shape;195;p20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96" name="Google Shape;196;p20"/>
          <p:cNvGrpSpPr/>
          <p:nvPr/>
        </p:nvGrpSpPr>
        <p:grpSpPr>
          <a:xfrm>
            <a:off x="5302550" y="4876850"/>
            <a:ext cx="760800" cy="760800"/>
            <a:chOff x="5430500" y="2384825"/>
            <a:chExt cx="760800" cy="760800"/>
          </a:xfrm>
        </p:grpSpPr>
        <p:sp>
          <p:nvSpPr>
            <p:cNvPr id="197" name="Google Shape;197;p20"/>
            <p:cNvSpPr/>
            <p:nvPr/>
          </p:nvSpPr>
          <p:spPr>
            <a:xfrm>
              <a:off x="5430500" y="2384825"/>
              <a:ext cx="760800" cy="7608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8" name="Google Shape;198;p20"/>
            <p:cNvGrpSpPr/>
            <p:nvPr/>
          </p:nvGrpSpPr>
          <p:grpSpPr>
            <a:xfrm>
              <a:off x="5765164" y="2711442"/>
              <a:ext cx="91423" cy="107502"/>
              <a:chOff x="1514525" y="2733525"/>
              <a:chExt cx="76800" cy="90300"/>
            </a:xfrm>
          </p:grpSpPr>
          <p:cxnSp>
            <p:nvCxnSpPr>
              <p:cNvPr id="199" name="Google Shape;199;p20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0" name="Google Shape;200;p20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201" name="Google Shape;201;p20"/>
          <p:cNvCxnSpPr/>
          <p:nvPr/>
        </p:nvCxnSpPr>
        <p:spPr>
          <a:xfrm rot="10800000" flipH="1">
            <a:off x="5114425" y="5260050"/>
            <a:ext cx="561600" cy="20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2" name="Google Shape;202;p20"/>
          <p:cNvSpPr txBox="1"/>
          <p:nvPr/>
        </p:nvSpPr>
        <p:spPr>
          <a:xfrm>
            <a:off x="466875" y="4493100"/>
            <a:ext cx="704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circles intersect at two points. Neither circle has its centre point inside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other circle.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466875" y="5788500"/>
            <a:ext cx="6624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The circles intersect at two points. One circle has its centre point inside the other circle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2893200" y="9290275"/>
            <a:ext cx="1305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distance &lt; 2 cm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2286475" y="6254925"/>
            <a:ext cx="1991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 cm &lt; distance &lt; 7 cm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2268800" y="7842475"/>
            <a:ext cx="1991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cm &lt; distance &lt; 5 cm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07" name="Google Shape;207;p20"/>
          <p:cNvGrpSpPr/>
          <p:nvPr/>
        </p:nvGrpSpPr>
        <p:grpSpPr>
          <a:xfrm>
            <a:off x="5082150" y="6313200"/>
            <a:ext cx="524100" cy="524100"/>
            <a:chOff x="4405875" y="2503200"/>
            <a:chExt cx="524100" cy="524100"/>
          </a:xfrm>
        </p:grpSpPr>
        <p:sp>
          <p:nvSpPr>
            <p:cNvPr id="208" name="Google Shape;208;p20"/>
            <p:cNvSpPr/>
            <p:nvPr/>
          </p:nvSpPr>
          <p:spPr>
            <a:xfrm>
              <a:off x="4405875" y="2503200"/>
              <a:ext cx="524100" cy="5241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09" name="Google Shape;209;p20"/>
            <p:cNvGrpSpPr/>
            <p:nvPr/>
          </p:nvGrpSpPr>
          <p:grpSpPr>
            <a:xfrm>
              <a:off x="4622164" y="2711442"/>
              <a:ext cx="91423" cy="107502"/>
              <a:chOff x="1514525" y="2733525"/>
              <a:chExt cx="76800" cy="90300"/>
            </a:xfrm>
          </p:grpSpPr>
          <p:cxnSp>
            <p:nvCxnSpPr>
              <p:cNvPr id="210" name="Google Shape;210;p20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1" name="Google Shape;211;p20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12" name="Google Shape;212;p20"/>
          <p:cNvGrpSpPr/>
          <p:nvPr/>
        </p:nvGrpSpPr>
        <p:grpSpPr>
          <a:xfrm>
            <a:off x="5293522" y="6172250"/>
            <a:ext cx="760800" cy="760800"/>
            <a:chOff x="5430500" y="2384825"/>
            <a:chExt cx="760800" cy="760800"/>
          </a:xfrm>
        </p:grpSpPr>
        <p:sp>
          <p:nvSpPr>
            <p:cNvPr id="213" name="Google Shape;213;p20"/>
            <p:cNvSpPr/>
            <p:nvPr/>
          </p:nvSpPr>
          <p:spPr>
            <a:xfrm>
              <a:off x="5430500" y="2384825"/>
              <a:ext cx="760800" cy="7608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14" name="Google Shape;214;p20"/>
            <p:cNvGrpSpPr/>
            <p:nvPr/>
          </p:nvGrpSpPr>
          <p:grpSpPr>
            <a:xfrm>
              <a:off x="5765164" y="2711442"/>
              <a:ext cx="91423" cy="107502"/>
              <a:chOff x="1514525" y="2733525"/>
              <a:chExt cx="76800" cy="90300"/>
            </a:xfrm>
          </p:grpSpPr>
          <p:cxnSp>
            <p:nvCxnSpPr>
              <p:cNvPr id="215" name="Google Shape;215;p20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6" name="Google Shape;216;p20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217" name="Google Shape;217;p20"/>
          <p:cNvCxnSpPr/>
          <p:nvPr/>
        </p:nvCxnSpPr>
        <p:spPr>
          <a:xfrm rot="10800000" flipH="1">
            <a:off x="5343025" y="6548550"/>
            <a:ext cx="321000" cy="27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218" name="Google Shape;218;p20"/>
          <p:cNvGrpSpPr/>
          <p:nvPr/>
        </p:nvGrpSpPr>
        <p:grpSpPr>
          <a:xfrm>
            <a:off x="5005950" y="7913400"/>
            <a:ext cx="524100" cy="524100"/>
            <a:chOff x="4405875" y="2503200"/>
            <a:chExt cx="524100" cy="524100"/>
          </a:xfrm>
        </p:grpSpPr>
        <p:sp>
          <p:nvSpPr>
            <p:cNvPr id="219" name="Google Shape;219;p20"/>
            <p:cNvSpPr/>
            <p:nvPr/>
          </p:nvSpPr>
          <p:spPr>
            <a:xfrm>
              <a:off x="4405875" y="2503200"/>
              <a:ext cx="524100" cy="5241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20" name="Google Shape;220;p20"/>
            <p:cNvGrpSpPr/>
            <p:nvPr/>
          </p:nvGrpSpPr>
          <p:grpSpPr>
            <a:xfrm>
              <a:off x="4622164" y="2711442"/>
              <a:ext cx="91423" cy="107502"/>
              <a:chOff x="1514525" y="2733525"/>
              <a:chExt cx="76800" cy="90300"/>
            </a:xfrm>
          </p:grpSpPr>
          <p:cxnSp>
            <p:nvCxnSpPr>
              <p:cNvPr id="221" name="Google Shape;221;p20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2" name="Google Shape;222;p20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23" name="Google Shape;223;p20"/>
          <p:cNvGrpSpPr/>
          <p:nvPr/>
        </p:nvGrpSpPr>
        <p:grpSpPr>
          <a:xfrm>
            <a:off x="5073950" y="7772450"/>
            <a:ext cx="760800" cy="760800"/>
            <a:chOff x="5430500" y="2384825"/>
            <a:chExt cx="760800" cy="760800"/>
          </a:xfrm>
        </p:grpSpPr>
        <p:sp>
          <p:nvSpPr>
            <p:cNvPr id="224" name="Google Shape;224;p20"/>
            <p:cNvSpPr/>
            <p:nvPr/>
          </p:nvSpPr>
          <p:spPr>
            <a:xfrm>
              <a:off x="5430500" y="2384825"/>
              <a:ext cx="760800" cy="7608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25" name="Google Shape;225;p20"/>
            <p:cNvGrpSpPr/>
            <p:nvPr/>
          </p:nvGrpSpPr>
          <p:grpSpPr>
            <a:xfrm>
              <a:off x="5765164" y="2711442"/>
              <a:ext cx="91423" cy="107502"/>
              <a:chOff x="1514525" y="2733525"/>
              <a:chExt cx="76800" cy="90300"/>
            </a:xfrm>
          </p:grpSpPr>
          <p:cxnSp>
            <p:nvCxnSpPr>
              <p:cNvPr id="226" name="Google Shape;226;p20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20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228" name="Google Shape;228;p20"/>
          <p:cNvCxnSpPr/>
          <p:nvPr/>
        </p:nvCxnSpPr>
        <p:spPr>
          <a:xfrm rot="10800000" flipH="1">
            <a:off x="5266825" y="8153850"/>
            <a:ext cx="189300" cy="22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229" name="Google Shape;229;p20"/>
          <p:cNvGrpSpPr/>
          <p:nvPr/>
        </p:nvGrpSpPr>
        <p:grpSpPr>
          <a:xfrm>
            <a:off x="5082150" y="9285000"/>
            <a:ext cx="524100" cy="524100"/>
            <a:chOff x="4405875" y="2503200"/>
            <a:chExt cx="524100" cy="524100"/>
          </a:xfrm>
        </p:grpSpPr>
        <p:sp>
          <p:nvSpPr>
            <p:cNvPr id="230" name="Google Shape;230;p20"/>
            <p:cNvSpPr/>
            <p:nvPr/>
          </p:nvSpPr>
          <p:spPr>
            <a:xfrm>
              <a:off x="4405875" y="2503200"/>
              <a:ext cx="524100" cy="5241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31" name="Google Shape;231;p20"/>
            <p:cNvGrpSpPr/>
            <p:nvPr/>
          </p:nvGrpSpPr>
          <p:grpSpPr>
            <a:xfrm>
              <a:off x="4622164" y="2711442"/>
              <a:ext cx="91423" cy="107502"/>
              <a:chOff x="1514525" y="2733525"/>
              <a:chExt cx="76800" cy="90300"/>
            </a:xfrm>
          </p:grpSpPr>
          <p:cxnSp>
            <p:nvCxnSpPr>
              <p:cNvPr id="232" name="Google Shape;232;p20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20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34" name="Google Shape;234;p20"/>
          <p:cNvGrpSpPr/>
          <p:nvPr/>
        </p:nvGrpSpPr>
        <p:grpSpPr>
          <a:xfrm>
            <a:off x="5029350" y="9148564"/>
            <a:ext cx="760800" cy="760800"/>
            <a:chOff x="5430500" y="2384825"/>
            <a:chExt cx="760800" cy="760800"/>
          </a:xfrm>
        </p:grpSpPr>
        <p:sp>
          <p:nvSpPr>
            <p:cNvPr id="235" name="Google Shape;235;p20"/>
            <p:cNvSpPr/>
            <p:nvPr/>
          </p:nvSpPr>
          <p:spPr>
            <a:xfrm>
              <a:off x="5430500" y="2384825"/>
              <a:ext cx="760800" cy="7608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36" name="Google Shape;236;p20"/>
            <p:cNvGrpSpPr/>
            <p:nvPr/>
          </p:nvGrpSpPr>
          <p:grpSpPr>
            <a:xfrm>
              <a:off x="5765164" y="2711442"/>
              <a:ext cx="91423" cy="107502"/>
              <a:chOff x="1514525" y="2733525"/>
              <a:chExt cx="76800" cy="90300"/>
            </a:xfrm>
          </p:grpSpPr>
          <p:cxnSp>
            <p:nvCxnSpPr>
              <p:cNvPr id="237" name="Google Shape;237;p20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8" name="Google Shape;238;p20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39" name="Google Shape;239;p20"/>
          <p:cNvSpPr txBox="1"/>
          <p:nvPr/>
        </p:nvSpPr>
        <p:spPr>
          <a:xfrm>
            <a:off x="466875" y="7312500"/>
            <a:ext cx="66240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The circles intersect at two points. Both circles have their centre point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inside the other circle.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466875" y="8729225"/>
            <a:ext cx="66240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The circles do not touch. Both circles have their centre point inside the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other circle.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466875" y="2511900"/>
            <a:ext cx="6624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Use a blank piece of A4 paper to make your drawings. They will not fit on this sheet.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2" name="Google Shape;242;p20"/>
          <p:cNvCxnSpPr/>
          <p:nvPr/>
        </p:nvCxnSpPr>
        <p:spPr>
          <a:xfrm>
            <a:off x="345975" y="997201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6" name="Shape 246"/>
        <p:cNvGrpSpPr/>
        <p:nvPr/>
      </p:nvGrpSpPr>
      <p:grpSpPr>
        <a:xfrm>
          <a:off x="0" y="0"/>
          <a:ext cx="0" cy="0"/>
        </a:xfrm>
      </p:grpSpPr>
      <p:cxnSp>
        <p:nvCxnSpPr>
          <p:cNvPr id="247" name="Google Shape;247;p21"/>
          <p:cNvCxnSpPr/>
          <p:nvPr/>
        </p:nvCxnSpPr>
        <p:spPr>
          <a:xfrm>
            <a:off x="1403350" y="8314700"/>
            <a:ext cx="3981300" cy="1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8" name="Google Shape;248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49" name="Google Shape;249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the skill of using a pair of compasses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468000" y="92455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Drawing circles that intersect exactly once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495450" y="1521300"/>
            <a:ext cx="6610500" cy="7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For each question, draw two circles: one with a radius of 5 cm and the other with a radius of 7 cm. Mark the positions of their centre points each time. Draw each pair of circles according to the following conditions: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466875" y="2589900"/>
            <a:ext cx="6610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 circles touch exactly once. Neither circle has its centre point inside the other.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471125" y="2254725"/>
            <a:ext cx="66105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To check, measure the distance between the two centre points in each question.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56" name="Google Shape;256;p21"/>
          <p:cNvGrpSpPr/>
          <p:nvPr/>
        </p:nvGrpSpPr>
        <p:grpSpPr>
          <a:xfrm>
            <a:off x="4882100" y="3058339"/>
            <a:ext cx="605021" cy="605021"/>
            <a:chOff x="4405875" y="2503200"/>
            <a:chExt cx="524100" cy="524100"/>
          </a:xfrm>
        </p:grpSpPr>
        <p:sp>
          <p:nvSpPr>
            <p:cNvPr id="257" name="Google Shape;257;p21"/>
            <p:cNvSpPr/>
            <p:nvPr/>
          </p:nvSpPr>
          <p:spPr>
            <a:xfrm>
              <a:off x="4405875" y="2503200"/>
              <a:ext cx="524100" cy="5241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58" name="Google Shape;258;p21"/>
            <p:cNvGrpSpPr/>
            <p:nvPr/>
          </p:nvGrpSpPr>
          <p:grpSpPr>
            <a:xfrm>
              <a:off x="4622164" y="2711442"/>
              <a:ext cx="91423" cy="107502"/>
              <a:chOff x="1514525" y="2733525"/>
              <a:chExt cx="76800" cy="90300"/>
            </a:xfrm>
          </p:grpSpPr>
          <p:cxnSp>
            <p:nvCxnSpPr>
              <p:cNvPr id="259" name="Google Shape;259;p21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21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61" name="Google Shape;261;p21"/>
          <p:cNvGrpSpPr/>
          <p:nvPr/>
        </p:nvGrpSpPr>
        <p:grpSpPr>
          <a:xfrm>
            <a:off x="5476622" y="2895627"/>
            <a:ext cx="878268" cy="878268"/>
            <a:chOff x="5430500" y="2384825"/>
            <a:chExt cx="760800" cy="760800"/>
          </a:xfrm>
        </p:grpSpPr>
        <p:sp>
          <p:nvSpPr>
            <p:cNvPr id="262" name="Google Shape;262;p21"/>
            <p:cNvSpPr/>
            <p:nvPr/>
          </p:nvSpPr>
          <p:spPr>
            <a:xfrm>
              <a:off x="5430500" y="2384825"/>
              <a:ext cx="760800" cy="7608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63" name="Google Shape;263;p21"/>
            <p:cNvGrpSpPr/>
            <p:nvPr/>
          </p:nvGrpSpPr>
          <p:grpSpPr>
            <a:xfrm>
              <a:off x="5765164" y="2711442"/>
              <a:ext cx="91423" cy="107502"/>
              <a:chOff x="1514525" y="2733525"/>
              <a:chExt cx="76800" cy="90300"/>
            </a:xfrm>
          </p:grpSpPr>
          <p:cxnSp>
            <p:nvCxnSpPr>
              <p:cNvPr id="264" name="Google Shape;264;p21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5" name="Google Shape;265;p21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266" name="Google Shape;266;p21"/>
          <p:cNvCxnSpPr/>
          <p:nvPr/>
        </p:nvCxnSpPr>
        <p:spPr>
          <a:xfrm rot="10800000" flipH="1">
            <a:off x="5183281" y="3328016"/>
            <a:ext cx="744000" cy="33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267" name="Google Shape;267;p21"/>
          <p:cNvGrpSpPr/>
          <p:nvPr/>
        </p:nvGrpSpPr>
        <p:grpSpPr>
          <a:xfrm>
            <a:off x="5491700" y="4429939"/>
            <a:ext cx="605021" cy="605021"/>
            <a:chOff x="4405875" y="2503200"/>
            <a:chExt cx="524100" cy="524100"/>
          </a:xfrm>
        </p:grpSpPr>
        <p:sp>
          <p:nvSpPr>
            <p:cNvPr id="268" name="Google Shape;268;p21"/>
            <p:cNvSpPr/>
            <p:nvPr/>
          </p:nvSpPr>
          <p:spPr>
            <a:xfrm>
              <a:off x="4405875" y="2503200"/>
              <a:ext cx="524100" cy="5241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69" name="Google Shape;269;p21"/>
            <p:cNvGrpSpPr/>
            <p:nvPr/>
          </p:nvGrpSpPr>
          <p:grpSpPr>
            <a:xfrm>
              <a:off x="4622164" y="2711442"/>
              <a:ext cx="91423" cy="107502"/>
              <a:chOff x="1514525" y="2733525"/>
              <a:chExt cx="76800" cy="90300"/>
            </a:xfrm>
          </p:grpSpPr>
          <p:cxnSp>
            <p:nvCxnSpPr>
              <p:cNvPr id="270" name="Google Shape;270;p21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1" name="Google Shape;271;p21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72" name="Google Shape;272;p21"/>
          <p:cNvGrpSpPr/>
          <p:nvPr/>
        </p:nvGrpSpPr>
        <p:grpSpPr>
          <a:xfrm>
            <a:off x="5476622" y="4267227"/>
            <a:ext cx="878268" cy="878268"/>
            <a:chOff x="5430500" y="2384825"/>
            <a:chExt cx="760800" cy="760800"/>
          </a:xfrm>
        </p:grpSpPr>
        <p:sp>
          <p:nvSpPr>
            <p:cNvPr id="273" name="Google Shape;273;p21"/>
            <p:cNvSpPr/>
            <p:nvPr/>
          </p:nvSpPr>
          <p:spPr>
            <a:xfrm>
              <a:off x="5430500" y="2384825"/>
              <a:ext cx="760800" cy="7608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74" name="Google Shape;274;p21"/>
            <p:cNvGrpSpPr/>
            <p:nvPr/>
          </p:nvGrpSpPr>
          <p:grpSpPr>
            <a:xfrm>
              <a:off x="5765164" y="2711442"/>
              <a:ext cx="91423" cy="107502"/>
              <a:chOff x="1514525" y="2733525"/>
              <a:chExt cx="76800" cy="90300"/>
            </a:xfrm>
          </p:grpSpPr>
          <p:cxnSp>
            <p:nvCxnSpPr>
              <p:cNvPr id="275" name="Google Shape;275;p21"/>
              <p:cNvCxnSpPr/>
              <p:nvPr/>
            </p:nvCxnSpPr>
            <p:spPr>
              <a:xfrm>
                <a:off x="1514525" y="2733525"/>
                <a:ext cx="76800" cy="9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6" name="Google Shape;276;p21"/>
              <p:cNvCxnSpPr/>
              <p:nvPr/>
            </p:nvCxnSpPr>
            <p:spPr>
              <a:xfrm flipH="1">
                <a:off x="1514525" y="2733525"/>
                <a:ext cx="76800" cy="9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277" name="Google Shape;277;p21"/>
          <p:cNvCxnSpPr/>
          <p:nvPr/>
        </p:nvCxnSpPr>
        <p:spPr>
          <a:xfrm rot="10800000" flipH="1">
            <a:off x="5789050" y="4700575"/>
            <a:ext cx="128700" cy="38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8" name="Google Shape;278;p21"/>
          <p:cNvSpPr txBox="1"/>
          <p:nvPr/>
        </p:nvSpPr>
        <p:spPr>
          <a:xfrm>
            <a:off x="2829221" y="3185975"/>
            <a:ext cx="14928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distance = 12 cm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2886371" y="4481375"/>
            <a:ext cx="14928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distance = 2 cm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466875" y="3970500"/>
            <a:ext cx="6610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circles touch exactly once. One circle has its centre point inside the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other.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466875" y="5255100"/>
            <a:ext cx="66105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Draw two points 12 cm apart. Draw a circle around each point so that they touch each other exactly once. What is the radius of each circle?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870675" y="5780000"/>
            <a:ext cx="5883300" cy="2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Any pair of positive numbers that sum to 12 (e.g. 6 and 6).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870675" y="6330531"/>
            <a:ext cx="6189300" cy="2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Any pair of positive numbers with a difference of 12 (e.g. 14 and 2).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3340327" y="6064020"/>
            <a:ext cx="222000" cy="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or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466875" y="1216500"/>
            <a:ext cx="66240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You will need blank A4 paper for Task B. Your drawings will not fit on this sheet.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466875" y="6702900"/>
            <a:ext cx="65073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Points A, B, C and D are on the same line. Draw an accurate version of the diagram.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7" name="Google Shape;287;p21"/>
          <p:cNvCxnSpPr/>
          <p:nvPr/>
        </p:nvCxnSpPr>
        <p:spPr>
          <a:xfrm>
            <a:off x="1387133" y="8316616"/>
            <a:ext cx="4025400" cy="5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8" name="Google Shape;288;p21"/>
          <p:cNvSpPr/>
          <p:nvPr/>
        </p:nvSpPr>
        <p:spPr>
          <a:xfrm>
            <a:off x="696300" y="7627880"/>
            <a:ext cx="1377300" cy="1377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1331271" y="8262853"/>
            <a:ext cx="107400" cy="1074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3015097" y="8262853"/>
            <a:ext cx="107400" cy="1074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4552276" y="8262853"/>
            <a:ext cx="107400" cy="1074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5352870" y="8262853"/>
            <a:ext cx="107400" cy="1074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2073591" y="7321343"/>
            <a:ext cx="1990500" cy="19905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4063414" y="7772310"/>
            <a:ext cx="1100400" cy="11004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4066657" y="6986875"/>
            <a:ext cx="2671200" cy="26712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6" name="Google Shape;296;p21"/>
          <p:cNvCxnSpPr>
            <a:endCxn id="288" idx="4"/>
          </p:cNvCxnSpPr>
          <p:nvPr/>
        </p:nvCxnSpPr>
        <p:spPr>
          <a:xfrm flipH="1">
            <a:off x="1384950" y="8323580"/>
            <a:ext cx="4800" cy="6816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97" name="Google Shape;297;p21"/>
          <p:cNvCxnSpPr>
            <a:endCxn id="293" idx="4"/>
          </p:cNvCxnSpPr>
          <p:nvPr/>
        </p:nvCxnSpPr>
        <p:spPr>
          <a:xfrm>
            <a:off x="3065841" y="8337443"/>
            <a:ext cx="3000" cy="9744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98" name="Google Shape;298;p21"/>
          <p:cNvCxnSpPr>
            <a:endCxn id="294" idx="4"/>
          </p:cNvCxnSpPr>
          <p:nvPr/>
        </p:nvCxnSpPr>
        <p:spPr>
          <a:xfrm>
            <a:off x="4603114" y="8350710"/>
            <a:ext cx="10500" cy="5220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99" name="Google Shape;299;p21"/>
          <p:cNvCxnSpPr>
            <a:endCxn id="295" idx="4"/>
          </p:cNvCxnSpPr>
          <p:nvPr/>
        </p:nvCxnSpPr>
        <p:spPr>
          <a:xfrm flipH="1">
            <a:off x="5402257" y="8364175"/>
            <a:ext cx="9000" cy="12939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00" name="Google Shape;300;p21"/>
          <p:cNvSpPr txBox="1"/>
          <p:nvPr/>
        </p:nvSpPr>
        <p:spPr>
          <a:xfrm>
            <a:off x="4619621" y="8489680"/>
            <a:ext cx="4572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5426191" y="8886157"/>
            <a:ext cx="6510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1392634" y="8557037"/>
            <a:ext cx="6510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3106327" y="8691740"/>
            <a:ext cx="4572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1316024" y="8052850"/>
            <a:ext cx="1977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2999851" y="8052850"/>
            <a:ext cx="1977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4543001" y="8052850"/>
            <a:ext cx="1977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5339295" y="8052850"/>
            <a:ext cx="1977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8" name="Google Shape;308;p21"/>
          <p:cNvCxnSpPr/>
          <p:nvPr/>
        </p:nvCxnSpPr>
        <p:spPr>
          <a:xfrm>
            <a:off x="1396887" y="8313011"/>
            <a:ext cx="40233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09" name="Google Shape;309;p21"/>
          <p:cNvSpPr txBox="1"/>
          <p:nvPr/>
        </p:nvSpPr>
        <p:spPr>
          <a:xfrm>
            <a:off x="1086000" y="9408200"/>
            <a:ext cx="3478500" cy="3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To check, measure the distance between points A and D. It should be 17.5 cm.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Securing the skill of using a pair of compasses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2024-02-06T10:12:09.032</cp:lastPrinted>
  <dcterms:created xsi:type="dcterms:W3CDTF">2024-02-06T10:12:09Z</dcterms:created>
  <dcterms:modified xsi:type="dcterms:W3CDTF">2024-02-06T10:15:30Z</dcterms:modified>
</cp:coreProperties>
</file>