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f3f4a14f2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f3f4a14f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2" y="133815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equations graphically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4293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Use your calculator to solve these pairs of simultaneous equations.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3951315" y="200481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246249" y="1986196"/>
            <a:ext cx="14919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3012" y="2004811"/>
            <a:ext cx="14919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200481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793159"/>
            <a:ext cx="2219820" cy="12825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468000" y="4152885"/>
            <a:ext cx="2219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− 4.5,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− 7.5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1315" y="2796094"/>
            <a:ext cx="2219820" cy="127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 txBox="1"/>
          <p:nvPr/>
        </p:nvSpPr>
        <p:spPr>
          <a:xfrm>
            <a:off x="3960562" y="4152885"/>
            <a:ext cx="2219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4,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468002" y="4563625"/>
            <a:ext cx="64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each pair of simultaneous equations, write down what your calculator says when you try to solve them graphically. Why do you think the calculator gives this output?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734935" y="5301831"/>
            <a:ext cx="14457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63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468002" y="5322997"/>
            <a:ext cx="29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99" y="6000134"/>
            <a:ext cx="2438145" cy="14041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2"/>
          <p:cNvSpPr txBox="1"/>
          <p:nvPr/>
        </p:nvSpPr>
        <p:spPr>
          <a:xfrm>
            <a:off x="3066093" y="6332766"/>
            <a:ext cx="400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calculator could not find a solution as there is no point of intersection.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lines are parallel as they have the same gradient.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468009" y="7590923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729922" y="7568579"/>
            <a:ext cx="15264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4}{3}x-7&quot;&gt;&lt;mi&gt;y&lt;/mi&gt;&lt;mo&gt;=&lt;/mo&gt;&lt;mfrac&gt;&lt;mn&gt;4&lt;/mn&gt;&lt;mn&gt;3&lt;/mn&gt;&lt;/mfrac&gt;&lt;mi&gt;x&lt;/mi&gt;&lt;mo&gt;−&lt;/mo&gt;&lt;mn&gt;7&lt;/mn&gt;&lt;/math&gt;" id="134" name="Google Shape;134;p12" title="y equals four thirds x minus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300" y="7894730"/>
            <a:ext cx="755371" cy="3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2"/>
          <p:cNvSpPr txBox="1"/>
          <p:nvPr/>
        </p:nvSpPr>
        <p:spPr>
          <a:xfrm>
            <a:off x="3169247" y="8655123"/>
            <a:ext cx="392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lines have one intersection which the calculator was able to find. It displays the coordinates of the point of intersection.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6" name="Google Shape;13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0" y="8321921"/>
            <a:ext cx="2573969" cy="148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468009" y="741175"/>
            <a:ext cx="29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711929" y="719998"/>
            <a:ext cx="14466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418669"/>
            <a:ext cx="2439440" cy="140561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2972702" y="1752034"/>
            <a:ext cx="411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calculator gives a point of intersection. Scrolling reveals that there are many points of intersection. This is because the two lines are the same so they  have infinitely many solutions.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468000" y="3042000"/>
            <a:ext cx="6422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your calculator to estimate the solutions to this pair of simultaneous equations to 3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484728" y="4005333"/>
            <a:ext cx="1334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1.7 − 0.8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68000" y="3673516"/>
            <a:ext cx="179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919" y="3673516"/>
            <a:ext cx="2400073" cy="138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4052" y="3673516"/>
            <a:ext cx="2407846" cy="138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 txBox="1"/>
          <p:nvPr/>
        </p:nvSpPr>
        <p:spPr>
          <a:xfrm>
            <a:off x="1949919" y="5120312"/>
            <a:ext cx="2152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0.518,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1.286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4684052" y="5120312"/>
            <a:ext cx="2407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3.282,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− 0.926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" name="Google Shape;154;p13"/>
          <p:cNvCxnSpPr/>
          <p:nvPr/>
        </p:nvCxnSpPr>
        <p:spPr>
          <a:xfrm>
            <a:off x="474751" y="5345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2 lines Line 1: a equals negative 20 over 11 or negative 1 and 9 over 11 Line 2: b equals 17 over 11 or 1 and 6 over 11&#10;&#10;&lt;math xmlns=&quot;http://www.w3.org/1998/Math/MathML&quot; display=&quot;block&quot; data-is-equatio=&quot;1&quot; data-latex=&quot;\begin{array}{l}a=-\frac{20}{11}\ \ \text{or}\ \ -1\frac{9}{11}\\&amp;#13;&amp;#10;b=\frac{17}{11}\ \ \text{or}\ \ 1\frac{6}{11}\end{array}&quot;&gt;&lt;mtable columnalign=&quot;left&quot; columnspacing=&quot;1em&quot; rowspacing=&quot;4pt&quot;&gt;&lt;mtr&gt;&lt;mtd&gt;&lt;mi&gt;a&lt;/mi&gt;&lt;mo&gt;=&lt;/mo&gt;&lt;mo&gt;−&lt;/mo&gt;&lt;mfrac&gt;&lt;mn&gt;20&lt;/mn&gt;&lt;mn&gt;11&lt;/mn&gt;&lt;/mfrac&gt;&lt;mtext&gt;&lt;/mtext&gt;&lt;mtext&gt;&lt;/mtext&gt;&lt;mtext&gt;or&lt;/mtext&gt;&lt;mtext&gt;&lt;/mtext&gt;&lt;mtext&gt;&lt;/mtext&gt;&lt;mo&gt;−&lt;/mo&gt;&lt;mn&gt;1&lt;/mn&gt;&lt;mfrac&gt;&lt;mn&gt;9&lt;/mn&gt;&lt;mn&gt;11&lt;/mn&gt;&lt;/mfrac&gt;&lt;/mtd&gt;&lt;/mtr&gt;&lt;mtr&gt;&lt;mtd&gt;&lt;mi&gt;b&lt;/mi&gt;&lt;mo&gt;=&lt;/mo&gt;&lt;mfrac&gt;&lt;mn&gt;17&lt;/mn&gt;&lt;mn&gt;11&lt;/mn&gt;&lt;/mfrac&gt;&lt;mtext&gt;&lt;/mtext&gt;&lt;mtext&gt;&lt;/mtext&gt;&lt;mtext&gt;or&lt;/mtext&gt;&lt;mtext&gt;&lt;/mtext&gt;&lt;mtext&gt;&lt;/mtext&gt;&lt;mn&gt;1&lt;/mn&gt;&lt;mfrac&gt;&lt;mn&gt;6&lt;/mn&gt;&lt;mn&gt;11&lt;/mn&gt;&lt;/mfrac&gt;&lt;/mtd&gt;&lt;/mtr&gt;&lt;/mtable&gt;&lt;/math&gt;" id="155" name="Google Shape;15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768" y="6921033"/>
            <a:ext cx="1932695" cy="767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/>
        </p:nvSpPr>
        <p:spPr>
          <a:xfrm>
            <a:off x="468000" y="5812335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 following pairs of simultaneous equations using your calculator.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b)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468003" y="550755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equations numerically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757659" y="6431899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769788" y="6153292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4281328" y="6159040"/>
            <a:ext cx="127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4270118" y="6434161"/>
            <a:ext cx="111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2 lines Line 1: a equals eleven eighths or 1 and three eighths Line 2: b equals 53 over 16 or 3 and 5 over 16&#10;&#10;&lt;math xmlns=&quot;http://www.w3.org/1998/Math/MathML&quot; display=&quot;block&quot; data-is-equatio=&quot;1&quot; data-latex=&quot;\begin{array}{l}a=\frac{11}{8}\ \ \text{or}\ \ 1\frac{3}{8}\\&amp;#13;&amp;#10;b=\frac{53}{16}\ \ \text{or}\ \ 3\frac{5}{16}\end{array}&quot;&gt;&lt;mtable columnalign=&quot;left&quot; columnspacing=&quot;1em&quot; rowspacing=&quot;4pt&quot;&gt;&lt;mtr&gt;&lt;mtd&gt;&lt;mi&gt;a&lt;/mi&gt;&lt;mo&gt;=&lt;/mo&gt;&lt;mfrac&gt;&lt;mn&gt;11&lt;/mn&gt;&lt;mn&gt;8&lt;/mn&gt;&lt;/mfrac&gt;&lt;mtext&gt;&lt;/mtext&gt;&lt;mtext&gt;&lt;/mtext&gt;&lt;mtext&gt;or&lt;/mtext&gt;&lt;mtext&gt;&lt;/mtext&gt;&lt;mtext&gt;&lt;/mtext&gt;&lt;mn&gt;1&lt;/mn&gt;&lt;mfrac&gt;&lt;mn&gt;3&lt;/mn&gt;&lt;mn&gt;8&lt;/mn&gt;&lt;/mfrac&gt;&lt;/mtd&gt;&lt;/mtr&gt;&lt;mtr&gt;&lt;mtd&gt;&lt;mi&gt;b&lt;/mi&gt;&lt;mo&gt;=&lt;/mo&gt;&lt;mfrac&gt;&lt;mn&gt;53&lt;/mn&gt;&lt;mn&gt;16&lt;/mn&gt;&lt;/mfrac&gt;&lt;mtext&gt;&lt;/mtext&gt;&lt;mtext&gt;&lt;/mtext&gt;&lt;mtext&gt;or&lt;/mtext&gt;&lt;mtext&gt;&lt;/mtext&gt;&lt;mtext&gt;&lt;/mtext&gt;&lt;mn&gt;3&lt;/mn&gt;&lt;mfrac&gt;&lt;mn&gt;5&lt;/mn&gt;&lt;mn&gt;16&lt;/mn&gt;&lt;/mfrac&gt;&lt;/mtd&gt;&lt;/mtr&gt;&lt;/mtable&gt;&lt;/math&gt;" id="162" name="Google Shape;16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2928" y="6858729"/>
            <a:ext cx="1457373" cy="767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68" name="Google Shape;168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68000" y="720000"/>
            <a:ext cx="65508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Calculate the solutions to these quadratic equations.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					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or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					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					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or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− 2			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or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x equals negative 4 plus the square root of 35 or x equals negative 4 minus the square root of 35&#10;&#10;&lt;math xmlns=&quot;http://www.w3.org/1998/Math/MathML&quot; display=&quot;block&quot; data-is-equatio=&quot;1&quot; data-latex=&quot;x=-4+\sqrt{35}\ \text{or}\ x\ =-4-\sqrt{35}&quot;&gt;&lt;mi&gt;x&lt;/mi&gt;&lt;mo&gt;=&lt;/mo&gt;&lt;mo&gt;−&lt;/mo&gt;&lt;mn&gt;4&lt;/mn&gt;&lt;mo&gt;+&lt;/mo&gt;&lt;msqrt&gt;&lt;mn&gt;35&lt;/mn&gt;&lt;/msqrt&gt;&lt;mtext&gt;&lt;/mtext&gt;&lt;mtext&gt;or&lt;/mtext&gt;&lt;mtext&gt;&lt;/mtext&gt;&lt;mi&gt;x&lt;/mi&gt;&lt;mtext&gt;&lt;/mtext&gt;&lt;mo&gt;=&lt;/mo&gt;&lt;mo&gt;−&lt;/mo&gt;&lt;mn&gt;4&lt;/mn&gt;&lt;mo&gt;−&lt;/mo&gt;&lt;msqrt&gt;&lt;mn&gt;35&lt;/mn&gt;&lt;/msqrt&gt;&lt;/math&gt;" id="172" name="Google Shape;1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914" y="1733046"/>
            <a:ext cx="2663651" cy="2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