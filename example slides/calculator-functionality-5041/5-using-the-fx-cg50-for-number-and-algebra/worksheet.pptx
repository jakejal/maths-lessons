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27635e5aaa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27635e5a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" name="Google Shape;25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9" name="Google Shape;49;p6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" name="Google Shape;63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0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4" name="Google Shape;84;p10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" name="Google Shape;9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" name="Google Shape;92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1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1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" name="Google Shape;97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fx-CG50 for number and algebra</a:t>
            </a:r>
            <a:endParaRPr/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2"/>
          <p:cNvSpPr txBox="1"/>
          <p:nvPr/>
        </p:nvSpPr>
        <p:spPr>
          <a:xfrm>
            <a:off x="468002" y="1338150"/>
            <a:ext cx="552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A: Solving equations graphically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468000" y="1642935"/>
            <a:ext cx="662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Use your calculator to solve these pairs of simultaneous equations.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2"/>
          <p:cNvSpPr txBox="1"/>
          <p:nvPr/>
        </p:nvSpPr>
        <p:spPr>
          <a:xfrm>
            <a:off x="3951315" y="2004811"/>
            <a:ext cx="30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22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2"/>
          <p:cNvSpPr txBox="1"/>
          <p:nvPr/>
        </p:nvSpPr>
        <p:spPr>
          <a:xfrm>
            <a:off x="4246249" y="1986196"/>
            <a:ext cx="1491900" cy="7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= 14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+ 3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= 13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2"/>
          <p:cNvSpPr txBox="1"/>
          <p:nvPr/>
        </p:nvSpPr>
        <p:spPr>
          <a:xfrm>
            <a:off x="743012" y="2004811"/>
            <a:ext cx="1491900" cy="7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+ 6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2"/>
          <p:cNvSpPr txBox="1"/>
          <p:nvPr/>
        </p:nvSpPr>
        <p:spPr>
          <a:xfrm>
            <a:off x="468000" y="2004811"/>
            <a:ext cx="30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22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12"/>
          <p:cNvSpPr txBox="1"/>
          <p:nvPr/>
        </p:nvSpPr>
        <p:spPr>
          <a:xfrm>
            <a:off x="468002" y="4563625"/>
            <a:ext cx="6420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For each pair of simultaneous equations, write down what your calculator says when you try to solve them graphically. Why do you think the calculator gives this output?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" name="Google Shape;111;p12"/>
          <p:cNvSpPr txBox="1"/>
          <p:nvPr/>
        </p:nvSpPr>
        <p:spPr>
          <a:xfrm>
            <a:off x="734935" y="5301831"/>
            <a:ext cx="1445700" cy="7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35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− 7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= 63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+ 1</a:t>
            </a:r>
            <a:endParaRPr sz="1200">
              <a:solidFill>
                <a:srgbClr val="22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2"/>
          <p:cNvSpPr txBox="1"/>
          <p:nvPr/>
        </p:nvSpPr>
        <p:spPr>
          <a:xfrm>
            <a:off x="468002" y="5322997"/>
            <a:ext cx="29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22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2"/>
          <p:cNvSpPr txBox="1"/>
          <p:nvPr/>
        </p:nvSpPr>
        <p:spPr>
          <a:xfrm>
            <a:off x="468009" y="7590923"/>
            <a:ext cx="31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22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2"/>
          <p:cNvSpPr txBox="1"/>
          <p:nvPr/>
        </p:nvSpPr>
        <p:spPr>
          <a:xfrm>
            <a:off x="729922" y="7568579"/>
            <a:ext cx="15264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+ 4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7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\frac{4}{3}x-7&quot;&gt;&lt;mi&gt;y&lt;/mi&gt;&lt;mo&gt;=&lt;/mo&gt;&lt;mfrac&gt;&lt;mn&gt;4&lt;/mn&gt;&lt;mn&gt;3&lt;/mn&gt;&lt;/mfrac&gt;&lt;mi&gt;x&lt;/mi&gt;&lt;mo&gt;−&lt;/mo&gt;&lt;mn&gt;7&lt;/mn&gt;&lt;/math&gt;" id="115" name="Google Shape;115;p12" title="y equals four thirds x minus 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300" y="7894730"/>
            <a:ext cx="755371" cy="3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1" name="Google Shape;121;p1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fx-CG50 for number and algebra</a:t>
            </a:r>
            <a:endParaRPr/>
          </a:p>
        </p:txBody>
      </p:sp>
      <p:sp>
        <p:nvSpPr>
          <p:cNvPr id="122" name="Google Shape;122;p13"/>
          <p:cNvSpPr txBox="1"/>
          <p:nvPr/>
        </p:nvSpPr>
        <p:spPr>
          <a:xfrm>
            <a:off x="468009" y="741175"/>
            <a:ext cx="29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22222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13"/>
          <p:cNvSpPr txBox="1"/>
          <p:nvPr/>
        </p:nvSpPr>
        <p:spPr>
          <a:xfrm>
            <a:off x="711929" y="719998"/>
            <a:ext cx="14466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− 5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= 0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+ 1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13"/>
          <p:cNvSpPr txBox="1"/>
          <p:nvPr/>
        </p:nvSpPr>
        <p:spPr>
          <a:xfrm>
            <a:off x="468000" y="3042000"/>
            <a:ext cx="64224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Use your calculator to estimate the solutions to this pair of simultaneous equations to 3 d.p.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3"/>
          <p:cNvSpPr txBox="1"/>
          <p:nvPr/>
        </p:nvSpPr>
        <p:spPr>
          <a:xfrm>
            <a:off x="484728" y="4005333"/>
            <a:ext cx="1334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1.7 − 0.8</a:t>
            </a:r>
            <a:r>
              <a:rPr i="1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468000" y="3673516"/>
            <a:ext cx="1792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i="1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/>
          </a:p>
        </p:txBody>
      </p:sp>
      <p:cxnSp>
        <p:nvCxnSpPr>
          <p:cNvPr id="127" name="Google Shape;127;p13"/>
          <p:cNvCxnSpPr/>
          <p:nvPr/>
        </p:nvCxnSpPr>
        <p:spPr>
          <a:xfrm>
            <a:off x="474751" y="5345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" name="Google Shape;128;p13"/>
          <p:cNvSpPr txBox="1"/>
          <p:nvPr/>
        </p:nvSpPr>
        <p:spPr>
          <a:xfrm>
            <a:off x="468000" y="5812335"/>
            <a:ext cx="66240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1) Solve the following pairs of simultaneous equations using your calculator.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                                                                              b)                                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468003" y="5507550"/>
            <a:ext cx="552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B: Solving equations numerically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3"/>
          <p:cNvSpPr txBox="1"/>
          <p:nvPr/>
        </p:nvSpPr>
        <p:spPr>
          <a:xfrm>
            <a:off x="757659" y="6431899"/>
            <a:ext cx="125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4</a:t>
            </a:r>
            <a:r>
              <a:rPr i="1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" name="Google Shape;131;p13"/>
          <p:cNvSpPr txBox="1"/>
          <p:nvPr/>
        </p:nvSpPr>
        <p:spPr>
          <a:xfrm>
            <a:off x="769788" y="6153292"/>
            <a:ext cx="125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r>
              <a:rPr i="1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" name="Google Shape;132;p13"/>
          <p:cNvSpPr txBox="1"/>
          <p:nvPr/>
        </p:nvSpPr>
        <p:spPr>
          <a:xfrm>
            <a:off x="4281328" y="6159040"/>
            <a:ext cx="127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3"/>
          <p:cNvSpPr txBox="1"/>
          <p:nvPr/>
        </p:nvSpPr>
        <p:spPr>
          <a:xfrm>
            <a:off x="4270118" y="6434161"/>
            <a:ext cx="1111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+ 3 = 7</a:t>
            </a:r>
            <a:r>
              <a:rPr i="1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fx-CG50 for number and algebra</a:t>
            </a:r>
            <a:endParaRPr/>
          </a:p>
        </p:txBody>
      </p:sp>
      <p:sp>
        <p:nvSpPr>
          <p:cNvPr id="139" name="Google Shape;139;p14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v2.5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" name="Google Shape;141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468000" y="720000"/>
            <a:ext cx="6550800" cy="25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2) Calculate the solutions to these quadratic equations.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1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− 8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+ 20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= 0					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1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− 19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= 0						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1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+ 6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= 3					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1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1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− 10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− 2		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