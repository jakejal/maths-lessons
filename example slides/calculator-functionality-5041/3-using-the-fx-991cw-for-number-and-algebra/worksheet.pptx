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75b7848a9_0_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275b7848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2025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2"/>
          <p:cNvSpPr txBox="1"/>
          <p:nvPr/>
        </p:nvSpPr>
        <p:spPr>
          <a:xfrm>
            <a:off x="458463" y="1429498"/>
            <a:ext cx="461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Conversions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810482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Convert the following times to hours.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 hour and 15 mins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2 hours, 20 mins and 20 secs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4 hours, 15 mins and 16 secs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3327100"/>
            <a:ext cx="6624000" cy="15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Convert the following number of hours to hours, minutes and seconds.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7.25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3.7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7.42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3.63 </a:t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58475" y="5246975"/>
            <a:ext cx="66336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121 =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5500 = 2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× 11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384 =        ×    </a:t>
            </a:r>
            <a:endParaRPr baseline="30000"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351 = 3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      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× 13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1029550" y="5601602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" name="Google Shape;109;p12"/>
          <p:cNvSpPr/>
          <p:nvPr/>
        </p:nvSpPr>
        <p:spPr>
          <a:xfrm>
            <a:off x="1502295" y="5919161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281012" y="591414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" name="Google Shape;111;p12"/>
          <p:cNvSpPr/>
          <p:nvPr/>
        </p:nvSpPr>
        <p:spPr>
          <a:xfrm>
            <a:off x="1252464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1025275" y="6282743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1688902" y="6262658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1476771" y="6267066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1165517" y="6590083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1633466" y="6589860"/>
            <a:ext cx="123600" cy="1158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" name="Google Shape;117;p12"/>
          <p:cNvSpPr/>
          <p:nvPr/>
        </p:nvSpPr>
        <p:spPr>
          <a:xfrm>
            <a:off x="1416315" y="6604925"/>
            <a:ext cx="195300" cy="183300"/>
          </a:xfrm>
          <a:prstGeom prst="rect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cxnSp>
        <p:nvCxnSpPr>
          <p:cNvPr id="124" name="Google Shape;124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3"/>
          <p:cNvSpPr txBox="1"/>
          <p:nvPr/>
        </p:nvSpPr>
        <p:spPr>
          <a:xfrm>
            <a:off x="468000" y="1160960"/>
            <a:ext cx="64224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 following without using a calculator and then check your answers using the calculator.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Which way of solving is faster?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     c)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68002" y="720000"/>
            <a:ext cx="5353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Solving linear equations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27" name="Google Shape;127;p13"/>
          <p:cNvPicPr preferRelativeResize="0"/>
          <p:nvPr/>
        </p:nvPicPr>
        <p:blipFill rotWithShape="1">
          <a:blip r:embed="rId3">
            <a:alphaModFix/>
          </a:blip>
          <a:srcRect b="0" l="61700" r="0" t="0"/>
          <a:stretch/>
        </p:blipFill>
        <p:spPr>
          <a:xfrm>
            <a:off x="4839163" y="2222686"/>
            <a:ext cx="2181477" cy="500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28" name="Google Shape;128;p13"/>
          <p:cNvPicPr preferRelativeResize="0"/>
          <p:nvPr/>
        </p:nvPicPr>
        <p:blipFill rotWithShape="1">
          <a:blip r:embed="rId3">
            <a:alphaModFix/>
          </a:blip>
          <a:srcRect b="0" l="26475" r="43380" t="0"/>
          <a:stretch/>
        </p:blipFill>
        <p:spPr>
          <a:xfrm>
            <a:off x="2512154" y="2222693"/>
            <a:ext cx="1716944" cy="500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29" name="Google Shape;129;p13"/>
          <p:cNvPicPr preferRelativeResize="0"/>
          <p:nvPr/>
        </p:nvPicPr>
        <p:blipFill rotWithShape="1">
          <a:blip r:embed="rId3">
            <a:alphaModFix/>
          </a:blip>
          <a:srcRect b="0" l="0" r="78271" t="0"/>
          <a:stretch/>
        </p:blipFill>
        <p:spPr>
          <a:xfrm>
            <a:off x="735641" y="2222694"/>
            <a:ext cx="1237635" cy="50049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/>
        </p:nvSpPr>
        <p:spPr>
          <a:xfrm>
            <a:off x="468000" y="5346000"/>
            <a:ext cx="6624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Solve the following pairs of simultaneous equations using your calculator.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  			        b)                                 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757661" y="5965568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769790" y="5686960"/>
            <a:ext cx="125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4281342" y="5692708"/>
            <a:ext cx="127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270133" y="5967830"/>
            <a:ext cx="111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120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40" name="Google Shape;140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v2.5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468000" y="1100984"/>
            <a:ext cx="6624000" cy="25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Solve these quadratic inequalities (to 2 d.p. if appropriate).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≥ 0			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 0				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&lt; 3				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&gt; 3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1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12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− 2			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468002" y="720000"/>
            <a:ext cx="55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C: Solving polynomials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