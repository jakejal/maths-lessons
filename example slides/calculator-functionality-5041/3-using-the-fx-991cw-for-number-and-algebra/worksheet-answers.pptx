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75c47553e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75c4755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7" name="Google Shape;117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2"/>
          <p:cNvSpPr txBox="1"/>
          <p:nvPr/>
        </p:nvSpPr>
        <p:spPr>
          <a:xfrm>
            <a:off x="458463" y="1429498"/>
            <a:ext cx="461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Conversions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1810482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Convert the following times to hours.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 hour and 15 mins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1.25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2 hours, 20 mins and 20 secs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2.338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4 hours, 15 mins and 16 secs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4.254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3300728" y="2357906"/>
            <a:ext cx="122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3257756" y="2698417"/>
            <a:ext cx="122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3327100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Convert the following number of hours to hours, minutes and seconds.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7.25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7 hours and 15 minutes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3.7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3 hours and 42 minutes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7.42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7 hours, 25 minutes and 12 seconds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3.63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3 hours, 37 minutes and 48 seconds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58475" y="5246975"/>
            <a:ext cx="6633600" cy="2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121 = 11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5500 = 2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 5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11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384 =  2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 3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aseline="30000"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351 = 3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 ?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13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value represented by the question marks should equal 1.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This can be done by having a base of 1 and any exponent or by having any base and an exponent of 0.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1029550" y="5601602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1502295" y="5919161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1281012" y="591414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1252464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1025275" y="6282743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1688902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476771" y="6267066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1165517" y="6590083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1633466" y="658986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416315" y="6604925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cxnSp>
        <p:nvCxnSpPr>
          <p:cNvPr id="140" name="Google Shape;140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3"/>
          <p:cNvSpPr txBox="1"/>
          <p:nvPr/>
        </p:nvSpPr>
        <p:spPr>
          <a:xfrm>
            <a:off x="468000" y="1160960"/>
            <a:ext cx="64224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Solve the following without using a calculator and then check your answers using the calculator.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Which way of solving is faster?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     c)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68002" y="720000"/>
            <a:ext cx="535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linear equations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61700" r="0" t="0"/>
          <a:stretch/>
        </p:blipFill>
        <p:spPr>
          <a:xfrm>
            <a:off x="4839163" y="2222686"/>
            <a:ext cx="2181477" cy="500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26475" r="43380" t="0"/>
          <a:stretch/>
        </p:blipFill>
        <p:spPr>
          <a:xfrm>
            <a:off x="2512154" y="2222693"/>
            <a:ext cx="1716944" cy="500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78271" t="0"/>
          <a:stretch/>
        </p:blipFill>
        <p:spPr>
          <a:xfrm>
            <a:off x="735641" y="2222694"/>
            <a:ext cx="1237635" cy="50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1329727" y="2987742"/>
            <a:ext cx="65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36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3142015" y="2987742"/>
            <a:ext cx="65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571917" y="2987742"/>
            <a:ext cx="152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−3.47058…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y equals negative 59 over 17&#10;&#10;&lt;math xmlns=&quot;http://www.w3.org/1998/Math/MathML&quot; display=&quot;block&quot; data-is-equatio=&quot;1&quot; data-latex=&quot;y=-\frac{59}{17}&quot;&gt;&lt;mi&gt;y&lt;/mi&gt;&lt;mo&gt;=&lt;/mo&gt;&lt;mo&gt;−&lt;/mo&gt;&lt;mfrac&gt;&lt;mn&gt;59&lt;/mn&gt;&lt;mn&gt;17&lt;/mn&gt;&lt;/mfrac&gt;&lt;/math&gt;" id="149" name="Google Shape;1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247" y="3284101"/>
            <a:ext cx="658800" cy="379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 lines Line 1: a equals negative 20 over 11 or negative 1 and 9 over 11 Line 2: b equals 17 over 11 or 1 and 6 over 11&#10;&#10;&lt;math xmlns=&quot;http://www.w3.org/1998/Math/MathML&quot; display=&quot;block&quot; data-is-equatio=&quot;1&quot; data-latex=&quot;\begin{array}{l}a=-\frac{20}{11}\ \ \text{or}\ \ -1\frac{9}{11}\\&amp;#13;&amp;#10;b=\frac{17}{11}\ \ \text{or}\ \ 1\frac{6}{11}\end{array}&quot;&gt;&lt;mtable columnalign=&quot;left&quot; columnspacing=&quot;1em&quot; rowspacing=&quot;4pt&quot;&gt;&lt;mtr&gt;&lt;mtd&gt;&lt;mi&gt;a&lt;/mi&gt;&lt;mo&gt;=&lt;/mo&gt;&lt;mo&gt;−&lt;/mo&gt;&lt;mfrac&gt;&lt;mn&gt;20&lt;/mn&gt;&lt;mn&gt;11&lt;/mn&gt;&lt;/mfrac&gt;&lt;mtext&gt;&lt;/mtext&gt;&lt;mtext&gt;&lt;/mtext&gt;&lt;mtext&gt;or&lt;/mtext&gt;&lt;mtext&gt;&lt;/mtext&gt;&lt;mtext&gt;&lt;/mtext&gt;&lt;mo&gt;−&lt;/mo&gt;&lt;mn&gt;1&lt;/mn&gt;&lt;mfrac&gt;&lt;mn&gt;9&lt;/mn&gt;&lt;mn&gt;11&lt;/mn&gt;&lt;/mfrac&gt;&lt;/mtd&gt;&lt;/mtr&gt;&lt;mtr&gt;&lt;mtd&gt;&lt;mi&gt;b&lt;/mi&gt;&lt;mo&gt;=&lt;/mo&gt;&lt;mfrac&gt;&lt;mn&gt;17&lt;/mn&gt;&lt;mn&gt;11&lt;/mn&gt;&lt;/mfrac&gt;&lt;mtext&gt;&lt;/mtext&gt;&lt;mtext&gt;&lt;/mtext&gt;&lt;mtext&gt;or&lt;/mtext&gt;&lt;mtext&gt;&lt;/mtext&gt;&lt;mtext&gt;&lt;/mtext&gt;&lt;mn&gt;1&lt;/mn&gt;&lt;mfrac&gt;&lt;mn&gt;6&lt;/mn&gt;&lt;mn&gt;11&lt;/mn&gt;&lt;/mfrac&gt;&lt;/mtd&gt;&lt;/mtr&gt;&lt;/mtable&gt;&lt;/math&gt;" id="150" name="Google Shape;15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770" y="6530905"/>
            <a:ext cx="1932702" cy="767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/>
          <p:nvPr/>
        </p:nvSpPr>
        <p:spPr>
          <a:xfrm>
            <a:off x="468000" y="5346000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Solve the following pairs of simultaneous equations using your calculator.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			        b)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57661" y="5965568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69790" y="5686960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4281342" y="5692708"/>
            <a:ext cx="127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4270133" y="5967830"/>
            <a:ext cx="111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2 lines Line 1: a equals eleven eighths or 1 and three eighths Line 2: b equals 53 over 16 or 3 and 5 over 16&#10;&#10;&lt;math xmlns=&quot;http://www.w3.org/1998/Math/MathML&quot; display=&quot;block&quot; data-is-equatio=&quot;1&quot; data-latex=&quot;\begin{array}{l}a=\frac{11}{8}\ \ \text{or}\ \ 1\frac{3}{8}\\&amp;#13;&amp;#10;b=\frac{53}{16}\ \ \text{or}\ \ 3\frac{5}{16}\end{array}&quot;&gt;&lt;mtable columnalign=&quot;left&quot; columnspacing=&quot;1em&quot; rowspacing=&quot;4pt&quot;&gt;&lt;mtr&gt;&lt;mtd&gt;&lt;mi&gt;a&lt;/mi&gt;&lt;mo&gt;=&lt;/mo&gt;&lt;mfrac&gt;&lt;mn&gt;11&lt;/mn&gt;&lt;mn&gt;8&lt;/mn&gt;&lt;/mfrac&gt;&lt;mtext&gt;&lt;/mtext&gt;&lt;mtext&gt;&lt;/mtext&gt;&lt;mtext&gt;or&lt;/mtext&gt;&lt;mtext&gt;&lt;/mtext&gt;&lt;mtext&gt;&lt;/mtext&gt;&lt;mn&gt;1&lt;/mn&gt;&lt;mfrac&gt;&lt;mn&gt;3&lt;/mn&gt;&lt;mn&gt;8&lt;/mn&gt;&lt;/mfrac&gt;&lt;/mtd&gt;&lt;/mtr&gt;&lt;mtr&gt;&lt;mtd&gt;&lt;mi&gt;b&lt;/mi&gt;&lt;mo&gt;=&lt;/mo&gt;&lt;mfrac&gt;&lt;mn&gt;53&lt;/mn&gt;&lt;mn&gt;16&lt;/mn&gt;&lt;/mfrac&gt;&lt;mtext&gt;&lt;/mtext&gt;&lt;mtext&gt;&lt;/mtext&gt;&lt;mtext&gt;or&lt;/mtext&gt;&lt;mtext&gt;&lt;/mtext&gt;&lt;mtext&gt;&lt;/mtext&gt;&lt;mn&gt;3&lt;/mn&gt;&lt;mfrac&gt;&lt;mn&gt;5&lt;/mn&gt;&lt;mn&gt;16&lt;/mn&gt;&lt;/mfrac&gt;&lt;/mtd&gt;&lt;/mtr&gt;&lt;/mtable&gt;&lt;/math&gt;" id="156" name="Google Shape;1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2942" y="6468600"/>
            <a:ext cx="1457379" cy="767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62" name="Google Shape;162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468000" y="1100984"/>
            <a:ext cx="66240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Solve these quadratic inequalities (to 2 d.p. if appropriate).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≥ 0				−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≤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&lt; 0				−9.92 &lt;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&lt; 1.92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&lt; 3				−5 &lt;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&lt; −1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&gt;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− 2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68002" y="72000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polynomials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x is less than negative seven halves comma negative 1 is less than x&#10;&#10;&lt;math xmlns=&quot;http://www.w3.org/1998/Math/MathML&quot; display=&quot;block&quot; data-is-equatio=&quot;1&quot; data-latex=&quot;x&amp;lt;-\frac{7}{2}\ ,\ -1&amp;lt;x&quot;&gt;&lt;mi&gt;x&lt;/mi&gt;&lt;mo&gt;&amp;lt;&lt;/mo&gt;&lt;mo&gt;−&lt;/mo&gt;&lt;mfrac&gt;&lt;mn&gt;7&lt;/mn&gt;&lt;mn&gt;2&lt;/mn&gt;&lt;/mfrac&gt;&lt;mtext&gt;&lt;/mtext&gt;&lt;mo&gt;,&lt;/mo&gt;&lt;mtext&gt;&lt;/mtext&gt;&lt;mo&gt;−&lt;/mo&gt;&lt;mn&gt;1&lt;/mn&gt;&lt;mo&gt;&amp;lt;&lt;/mo&gt;&lt;mi&gt;x&lt;/mi&gt;&lt;/math&gt;" id="167" name="Google Shape;1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177" y="3368150"/>
            <a:ext cx="1126235" cy="3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