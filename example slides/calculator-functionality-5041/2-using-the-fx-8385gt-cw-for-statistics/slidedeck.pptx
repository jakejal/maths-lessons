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7267EF-250C-4BBA-A036-E386CA0EB5C5}">
  <a:tblStyle styleId="{577267EF-250C-4BBA-A036-E386CA0EB5C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fcdcf486b6_0_2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fcdcf486b6_0_2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fcdcf486b6_0_2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fcdcf486b6_0_2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fcdcf486b6_0_2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fcdcf486b6_0_2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2af3e1c39a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af3e1c39a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af3e1c39a3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af3e1c39a3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af3e1c39a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2af3e1c39a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d873f2dd5d_0_4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2d873f2dd5d_0_4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d873f2dd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2d873f2dd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d873f2dd5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d873f2dd5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d873f2dd5d_0_5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2d873f2dd5d_0_5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d873f2dd5d_0_5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2d873f2dd5d_0_5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d873f2dd5d_0_5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d873f2dd5d_0_5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d873f2dd5d_0_5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d873f2dd5d_0_5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d873f2dd5d_0_5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2d873f2dd5d_0_5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d873f2dd5d_0_5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d873f2dd5d_0_5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2d873f2dd5d_0_5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2d873f2dd5d_0_5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d873f2dd5d_0_5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d873f2dd5d_0_5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d873f2dd5d_0_5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d873f2dd5d_0_5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d873f2dd5d_0_5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d873f2dd5d_0_5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d873f2dd5d_0_5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2d873f2dd5d_0_5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d873f2dd5d_0_5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d873f2dd5d_0_5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d873f2dd5d_0_5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d873f2dd5d_0_5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d873f2dd5d_0_5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2d873f2dd5d_0_5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d873f2dd5d_0_5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d873f2dd5d_0_5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d873f2dd5d_0_5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d873f2dd5d_0_5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d873f2dd5d_0_5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2d873f2dd5d_0_5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d873f2dd5d_0_5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2d873f2dd5d_0_5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2d873f2dd5d_0_5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2d873f2dd5d_0_5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d873f2dd5d_0_5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d873f2dd5d_0_5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d873f2dd5d_0_5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2d873f2dd5d_0_5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d873f2dd5d_0_5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2d873f2dd5d_0_5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d873f2dd5d_0_5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d873f2dd5d_0_5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2d873f2dd5d_0_5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2d873f2dd5d_0_5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2a477a6e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32a477a6e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2d873f2dd5d_0_5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2d873f2dd5d_0_5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d873f2dd5d_0_5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2d873f2dd5d_0_5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2d873f2dd5d_0_5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2d873f2dd5d_0_5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d873f2dd5d_0_5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d873f2dd5d_0_5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2d873f2dd5d_0_5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2d873f2dd5d_0_5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2d882c9059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2d882c9059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d882c9059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2d882c9059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d882c9059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d882c9059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2d882c9059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2d882c9059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2d882c9059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2d882c9059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2d882c9059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2d882c9059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d882c9059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2d882c9059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2d882c9059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2d882c9059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2d882c9059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2d882c9059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2d882c9059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2d882c9059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2d882c9059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2d882c9059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2d882c9059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g2d882c9059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2d882c9059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2d882c9059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2d882c9059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2d882c9059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2d882c9059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2d882c9059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fcdcf486b6_0_2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2fcdcf486b6_0_2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2d882c90595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2d882c90595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image" Target="../media/image3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7.png"/><Relationship Id="rId4" Type="http://schemas.openxmlformats.org/officeDocument/2006/relationships/image" Target="../media/image3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94.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3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94.png"/><Relationship Id="rId4" Type="http://schemas.openxmlformats.org/officeDocument/2006/relationships/image" Target="../media/image35.png"/><Relationship Id="rId9"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94.png"/><Relationship Id="rId4" Type="http://schemas.openxmlformats.org/officeDocument/2006/relationships/image" Target="../media/image46.png"/><Relationship Id="rId11" Type="http://schemas.openxmlformats.org/officeDocument/2006/relationships/image" Target="../media/image34.png"/><Relationship Id="rId10" Type="http://schemas.openxmlformats.org/officeDocument/2006/relationships/image" Target="../media/image49.png"/><Relationship Id="rId9" Type="http://schemas.openxmlformats.org/officeDocument/2006/relationships/image" Target="../media/image40.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4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4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5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48.png"/><Relationship Id="rId4" Type="http://schemas.openxmlformats.org/officeDocument/2006/relationships/image" Target="../media/image5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8.png"/><Relationship Id="rId4" Type="http://schemas.openxmlformats.org/officeDocument/2006/relationships/image" Target="../media/image5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 Id="rId4" Type="http://schemas.openxmlformats.org/officeDocument/2006/relationships/image" Target="../media/image5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 Id="rId3" Type="http://schemas.openxmlformats.org/officeDocument/2006/relationships/image" Target="../media/image47.png"/><Relationship Id="rId4" Type="http://schemas.openxmlformats.org/officeDocument/2006/relationships/image" Target="../media/image5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2.png"/><Relationship Id="rId4" Type="http://schemas.openxmlformats.org/officeDocument/2006/relationships/image" Target="../media/image5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2.png"/><Relationship Id="rId4" Type="http://schemas.openxmlformats.org/officeDocument/2006/relationships/image" Target="../media/image5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1705150" cy="128000"/>
          </a:xfrm>
          <a:prstGeom prst="rect">
            <a:avLst/>
          </a:prstGeom>
          <a:noFill/>
          <a:ln>
            <a:noFill/>
          </a:ln>
        </p:spPr>
      </p:pic>
      <p:sp>
        <p:nvSpPr>
          <p:cNvPr id="11" name="Google Shape;11;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3800"/>
              <a:buFont typeface="Lexend"/>
              <a:buNone/>
              <a:defRPr sz="3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 name="Google Shape;12;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Art and design</a:t>
            </a:r>
            <a:endParaRPr b="1" sz="1700">
              <a:solidFill>
                <a:schemeClr val="dk1"/>
              </a:solidFill>
              <a:latin typeface="Lexend"/>
              <a:ea typeface="Lexend"/>
              <a:cs typeface="Lexend"/>
              <a:sym typeface="Lexend"/>
            </a:endParaRPr>
          </a:p>
        </p:txBody>
      </p:sp>
      <p:sp>
        <p:nvSpPr>
          <p:cNvPr id="13" name="Google Shape;13;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 name="Google Shape;14;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grpSp>
        <p:nvGrpSpPr>
          <p:cNvPr id="15" name="Google Shape;15;p2"/>
          <p:cNvGrpSpPr/>
          <p:nvPr/>
        </p:nvGrpSpPr>
        <p:grpSpPr>
          <a:xfrm>
            <a:off x="6156975" y="0"/>
            <a:ext cx="2987025" cy="3854074"/>
            <a:chOff x="6156975" y="0"/>
            <a:chExt cx="2987025" cy="3854074"/>
          </a:xfrm>
        </p:grpSpPr>
        <p:pic>
          <p:nvPicPr>
            <p:cNvPr id="16" name="Google Shape;16;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 name="Google Shape;17;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 name="Google Shape;18;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9" name="Google Shape;19;p2"/>
          <p:cNvPicPr preferRelativeResize="0"/>
          <p:nvPr/>
        </p:nvPicPr>
        <p:blipFill rotWithShape="1">
          <a:blip r:embed="rId5">
            <a:alphaModFix/>
          </a:blip>
          <a:srcRect b="0" l="0" r="0" t="0"/>
          <a:stretch/>
        </p:blipFill>
        <p:spPr>
          <a:xfrm>
            <a:off x="7690424" y="4098434"/>
            <a:ext cx="1052750" cy="4828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Biology</a:t>
            </a:r>
            <a:endParaRPr b="1" sz="1700">
              <a:solidFill>
                <a:schemeClr val="dk1"/>
              </a:solidFill>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Chemistry</a:t>
            </a:r>
            <a:endParaRPr b="1" sz="1700">
              <a:solidFill>
                <a:schemeClr val="dk1"/>
              </a:solidFill>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Citizenship</a:t>
            </a:r>
            <a:endParaRPr b="1" sz="1700">
              <a:solidFill>
                <a:schemeClr val="dk1"/>
              </a:solidFill>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Computing</a:t>
            </a:r>
            <a:endParaRPr b="1" sz="1700">
              <a:solidFill>
                <a:schemeClr val="dk1"/>
              </a:solidFill>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55" name="Google Shape;55;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56" name="Google Shape;56;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7" name="Google Shape;57;p6"/>
          <p:cNvPicPr preferRelativeResize="0"/>
          <p:nvPr/>
        </p:nvPicPr>
        <p:blipFill>
          <a:blip r:embed="rId5">
            <a:alphaModFix/>
          </a:blip>
          <a:stretch>
            <a:fillRect/>
          </a:stretch>
        </p:blipFill>
        <p:spPr>
          <a:xfrm rot="-390000">
            <a:off x="6567499" y="723791"/>
            <a:ext cx="2520000" cy="2520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oking and nutrition" showMasterSp="0">
  <p:cSld name="Title Slide 2_1_1_1_1_1_1_1_1_1_1_3_1">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56320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7"/>
          <p:cNvSpPr txBox="1"/>
          <p:nvPr/>
        </p:nvSpPr>
        <p:spPr>
          <a:xfrm>
            <a:off x="323850" y="3781525"/>
            <a:ext cx="350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Cooking and nutrition</a:t>
            </a:r>
            <a:endParaRPr b="1" sz="1700">
              <a:solidFill>
                <a:schemeClr val="dk1"/>
              </a:solidFill>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66" name="Google Shape;66;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67" name="Google Shape;67;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68" name="Google Shape;68;p7"/>
          <p:cNvPicPr preferRelativeResize="0"/>
          <p:nvPr/>
        </p:nvPicPr>
        <p:blipFill>
          <a:blip r:embed="rId5">
            <a:alphaModFix/>
          </a:blip>
          <a:stretch>
            <a:fillRect/>
          </a:stretch>
        </p:blipFill>
        <p:spPr>
          <a:xfrm rot="-359995">
            <a:off x="6646318" y="1007366"/>
            <a:ext cx="2202009" cy="179664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71" name="Google Shape;71;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8"/>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Design and technology</a:t>
            </a:r>
            <a:endParaRPr b="1" sz="1700">
              <a:solidFill>
                <a:schemeClr val="dk1"/>
              </a:solidFill>
              <a:latin typeface="Lexend"/>
              <a:ea typeface="Lexend"/>
              <a:cs typeface="Lexend"/>
              <a:sym typeface="Lexend"/>
            </a:endParaRPr>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74" name="Google Shape;74;p8"/>
          <p:cNvGrpSpPr/>
          <p:nvPr/>
        </p:nvGrpSpPr>
        <p:grpSpPr>
          <a:xfrm>
            <a:off x="6156975" y="0"/>
            <a:ext cx="2987025" cy="3854074"/>
            <a:chOff x="6156975" y="0"/>
            <a:chExt cx="2987025" cy="3854074"/>
          </a:xfrm>
        </p:grpSpPr>
        <p:pic>
          <p:nvPicPr>
            <p:cNvPr id="75" name="Google Shape;75;p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6" name="Google Shape;76;p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77" name="Google Shape;77;p8"/>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78" name="Google Shape;78;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79" name="Google Shape;79;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2" name="Google Shape;82;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English</a:t>
            </a:r>
            <a:endParaRPr b="1" sz="1700">
              <a:solidFill>
                <a:schemeClr val="dk1"/>
              </a:solidFill>
              <a:latin typeface="Lexend"/>
              <a:ea typeface="Lexend"/>
              <a:cs typeface="Lexend"/>
              <a:sym typeface="Lexend"/>
            </a:endParaRPr>
          </a:p>
        </p:txBody>
      </p:sp>
      <p:sp>
        <p:nvSpPr>
          <p:cNvPr id="83" name="Google Shape;83;p9"/>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85" name="Google Shape;85;p9"/>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90" name="Google Shape;90;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1" name="Google Shape;91;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French</a:t>
            </a:r>
            <a:endParaRPr b="1" sz="1700">
              <a:solidFill>
                <a:schemeClr val="dk1"/>
              </a:solidFill>
              <a:latin typeface="Lexend"/>
              <a:ea typeface="Lexend"/>
              <a:cs typeface="Lexend"/>
              <a:sym typeface="Lexend"/>
            </a:endParaRPr>
          </a:p>
        </p:txBody>
      </p:sp>
      <p:pic>
        <p:nvPicPr>
          <p:cNvPr id="92" name="Google Shape;92;p1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93" name="Google Shape;93;p10"/>
          <p:cNvGrpSpPr/>
          <p:nvPr/>
        </p:nvGrpSpPr>
        <p:grpSpPr>
          <a:xfrm>
            <a:off x="6156975" y="0"/>
            <a:ext cx="2987025" cy="3854074"/>
            <a:chOff x="6156975" y="0"/>
            <a:chExt cx="2987025" cy="3854074"/>
          </a:xfrm>
        </p:grpSpPr>
        <p:pic>
          <p:nvPicPr>
            <p:cNvPr id="94" name="Google Shape;94;p1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5" name="Google Shape;95;p1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6" name="Google Shape;96;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97" name="Google Shape;97;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98" name="Google Shape;98;p10"/>
          <p:cNvPicPr preferRelativeResize="0"/>
          <p:nvPr/>
        </p:nvPicPr>
        <p:blipFill>
          <a:blip r:embed="rId5">
            <a:alphaModFix/>
          </a:blip>
          <a:stretch>
            <a:fillRect/>
          </a:stretch>
        </p:blipFill>
        <p:spPr>
          <a:xfrm rot="-390000">
            <a:off x="6657352" y="759276"/>
            <a:ext cx="2315647" cy="23156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99" name="Shape 99"/>
        <p:cNvGrpSpPr/>
        <p:nvPr/>
      </p:nvGrpSpPr>
      <p:grpSpPr>
        <a:xfrm>
          <a:off x="0" y="0"/>
          <a:ext cx="0" cy="0"/>
          <a:chOff x="0" y="0"/>
          <a:chExt cx="0" cy="0"/>
        </a:xfrm>
      </p:grpSpPr>
      <p:pic>
        <p:nvPicPr>
          <p:cNvPr id="100" name="Google Shape;100;p11"/>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101" name="Google Shape;101;p1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02" name="Google Shape;102;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Geography</a:t>
            </a:r>
            <a:endParaRPr b="1" sz="1700">
              <a:solidFill>
                <a:schemeClr val="dk1"/>
              </a:solidFill>
              <a:latin typeface="Lexend"/>
              <a:ea typeface="Lexend"/>
              <a:cs typeface="Lexend"/>
              <a:sym typeface="Lexend"/>
            </a:endParaRPr>
          </a:p>
        </p:txBody>
      </p:sp>
      <p:pic>
        <p:nvPicPr>
          <p:cNvPr id="104" name="Google Shape;104;p1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German</a:t>
            </a:r>
            <a:endParaRPr b="1" sz="1700">
              <a:solidFill>
                <a:schemeClr val="dk1"/>
              </a:solidFill>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5" name="Google Shape;115;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16" name="Google Shape;116;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17" name="Google Shape;117;p12"/>
          <p:cNvPicPr preferRelativeResize="0"/>
          <p:nvPr/>
        </p:nvPicPr>
        <p:blipFill>
          <a:blip r:embed="rId5">
            <a:alphaModFix/>
          </a:blip>
          <a:stretch>
            <a:fillRect/>
          </a:stretch>
        </p:blipFill>
        <p:spPr>
          <a:xfrm rot="-389998">
            <a:off x="6679063" y="775065"/>
            <a:ext cx="2340000" cy="23400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History</a:t>
            </a:r>
            <a:endParaRPr b="1" sz="1700">
              <a:solidFill>
                <a:schemeClr val="dk1"/>
              </a:solidFill>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23" name="Google Shape;123;p13"/>
          <p:cNvGrpSpPr/>
          <p:nvPr/>
        </p:nvGrpSpPr>
        <p:grpSpPr>
          <a:xfrm>
            <a:off x="6156975" y="0"/>
            <a:ext cx="2987025" cy="3854074"/>
            <a:chOff x="6156975" y="0"/>
            <a:chExt cx="2987025" cy="3854074"/>
          </a:xfrm>
        </p:grpSpPr>
        <p:pic>
          <p:nvPicPr>
            <p:cNvPr id="124" name="Google Shape;124;p1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5" name="Google Shape;125;p13"/>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13"/>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27" name="Google Shape;127;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28" name="Google Shape;128;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29" name="Shape 129"/>
        <p:cNvGrpSpPr/>
        <p:nvPr/>
      </p:nvGrpSpPr>
      <p:grpSpPr>
        <a:xfrm>
          <a:off x="0" y="0"/>
          <a:ext cx="0" cy="0"/>
          <a:chOff x="0" y="0"/>
          <a:chExt cx="0" cy="0"/>
        </a:xfrm>
      </p:grpSpPr>
      <p:pic>
        <p:nvPicPr>
          <p:cNvPr id="130" name="Google Shape;130;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1" name="Google Shape;131;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Maths</a:t>
            </a:r>
            <a:endParaRPr b="1" sz="1700">
              <a:solidFill>
                <a:schemeClr val="dk1"/>
              </a:solidFill>
              <a:latin typeface="Lexend"/>
              <a:ea typeface="Lexend"/>
              <a:cs typeface="Lexend"/>
              <a:sym typeface="Lexend"/>
            </a:endParaRPr>
          </a:p>
        </p:txBody>
      </p:sp>
      <p:pic>
        <p:nvPicPr>
          <p:cNvPr id="133" name="Google Shape;133;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4" name="Google Shape;134;p14"/>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35" name="Google Shape;135;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36" name="Google Shape;136;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37" name="Shape 137"/>
        <p:cNvGrpSpPr/>
        <p:nvPr/>
      </p:nvGrpSpPr>
      <p:grpSpPr>
        <a:xfrm>
          <a:off x="0" y="0"/>
          <a:ext cx="0" cy="0"/>
          <a:chOff x="0" y="0"/>
          <a:chExt cx="0" cy="0"/>
        </a:xfrm>
      </p:grpSpPr>
      <p:pic>
        <p:nvPicPr>
          <p:cNvPr id="138" name="Google Shape;138;p1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9" name="Google Shape;139;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 name="Google Shape;140;p1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Music</a:t>
            </a:r>
            <a:endParaRPr b="1" sz="1700">
              <a:solidFill>
                <a:schemeClr val="dk1"/>
              </a:solidFill>
              <a:latin typeface="Lexend"/>
              <a:ea typeface="Lexend"/>
              <a:cs typeface="Lexend"/>
              <a:sym typeface="Lexend"/>
            </a:endParaRPr>
          </a:p>
        </p:txBody>
      </p:sp>
      <p:pic>
        <p:nvPicPr>
          <p:cNvPr id="141" name="Google Shape;141;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42" name="Google Shape;142;p15"/>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43" name="Google Shape;143;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4" name="Google Shape;144;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Physical education</a:t>
            </a:r>
            <a:endParaRPr b="1" sz="1700">
              <a:solidFill>
                <a:schemeClr val="dk1"/>
              </a:solidFill>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3" name="Google Shape;153;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54" name="Google Shape;154;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55" name="Google Shape;155;p16"/>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56" name="Shape 156"/>
        <p:cNvGrpSpPr/>
        <p:nvPr/>
      </p:nvGrpSpPr>
      <p:grpSpPr>
        <a:xfrm>
          <a:off x="0" y="0"/>
          <a:ext cx="0" cy="0"/>
          <a:chOff x="0" y="0"/>
          <a:chExt cx="0" cy="0"/>
        </a:xfrm>
      </p:grpSpPr>
      <p:pic>
        <p:nvPicPr>
          <p:cNvPr id="157" name="Google Shape;157;p17"/>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58" name="Google Shape;158;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Physics</a:t>
            </a:r>
            <a:endParaRPr b="1" sz="1700">
              <a:solidFill>
                <a:schemeClr val="dk1"/>
              </a:solidFill>
              <a:latin typeface="Lexend"/>
              <a:ea typeface="Lexend"/>
              <a:cs typeface="Lexend"/>
              <a:sym typeface="Lexend"/>
            </a:endParaRPr>
          </a:p>
        </p:txBody>
      </p:sp>
      <p:pic>
        <p:nvPicPr>
          <p:cNvPr id="160" name="Google Shape;160;p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61" name="Google Shape;161;p17"/>
          <p:cNvGrpSpPr/>
          <p:nvPr/>
        </p:nvGrpSpPr>
        <p:grpSpPr>
          <a:xfrm>
            <a:off x="6156975" y="0"/>
            <a:ext cx="2987025" cy="3854074"/>
            <a:chOff x="6156975" y="0"/>
            <a:chExt cx="2987025" cy="3854074"/>
          </a:xfrm>
        </p:grpSpPr>
        <p:pic>
          <p:nvPicPr>
            <p:cNvPr id="162" name="Google Shape;162;p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63" name="Google Shape;163;p17"/>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17"/>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65" name="Google Shape;165;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66" name="Google Shape;166;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67" name="Shape 167"/>
        <p:cNvGrpSpPr/>
        <p:nvPr/>
      </p:nvGrpSpPr>
      <p:grpSpPr>
        <a:xfrm>
          <a:off x="0" y="0"/>
          <a:ext cx="0" cy="0"/>
          <a:chOff x="0" y="0"/>
          <a:chExt cx="0" cy="0"/>
        </a:xfrm>
      </p:grpSpPr>
      <p:pic>
        <p:nvPicPr>
          <p:cNvPr id="168" name="Google Shape;168;p18"/>
          <p:cNvPicPr preferRelativeResize="0"/>
          <p:nvPr/>
        </p:nvPicPr>
        <p:blipFill rotWithShape="1">
          <a:blip r:embed="rId2">
            <a:alphaModFix/>
          </a:blip>
          <a:srcRect b="0" l="6209" r="6209" t="0"/>
          <a:stretch/>
        </p:blipFill>
        <p:spPr>
          <a:xfrm>
            <a:off x="324000" y="4008600"/>
            <a:ext cx="1360800" cy="128000"/>
          </a:xfrm>
          <a:prstGeom prst="rect">
            <a:avLst/>
          </a:prstGeom>
          <a:noFill/>
          <a:ln>
            <a:noFill/>
          </a:ln>
        </p:spPr>
      </p:pic>
      <p:sp>
        <p:nvSpPr>
          <p:cNvPr id="169" name="Google Shape;169;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8"/>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RHE (PSHE)</a:t>
            </a:r>
            <a:endParaRPr b="1" sz="1700">
              <a:solidFill>
                <a:schemeClr val="dk1"/>
              </a:solidFill>
              <a:latin typeface="Lexend"/>
              <a:ea typeface="Lexend"/>
              <a:cs typeface="Lexend"/>
              <a:sym typeface="Lexend"/>
            </a:endParaRPr>
          </a:p>
        </p:txBody>
      </p:sp>
      <p:pic>
        <p:nvPicPr>
          <p:cNvPr id="171" name="Google Shape;171;p1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72" name="Google Shape;172;p18"/>
          <p:cNvGrpSpPr/>
          <p:nvPr/>
        </p:nvGrpSpPr>
        <p:grpSpPr>
          <a:xfrm>
            <a:off x="6156975" y="0"/>
            <a:ext cx="2987025" cy="3854074"/>
            <a:chOff x="6156975" y="0"/>
            <a:chExt cx="2987025" cy="3854074"/>
          </a:xfrm>
        </p:grpSpPr>
        <p:pic>
          <p:nvPicPr>
            <p:cNvPr id="173" name="Google Shape;173;p1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74" name="Google Shape;174;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5" name="Google Shape;175;p18"/>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76" name="Google Shape;176;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77" name="Google Shape;177;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1511900"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RSHE (PSHE)</a:t>
            </a:r>
            <a:endParaRPr b="1" sz="1700">
              <a:solidFill>
                <a:schemeClr val="dk1"/>
              </a:solidFill>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89" name="Shape 189"/>
        <p:cNvGrpSpPr/>
        <p:nvPr/>
      </p:nvGrpSpPr>
      <p:grpSpPr>
        <a:xfrm>
          <a:off x="0" y="0"/>
          <a:ext cx="0" cy="0"/>
          <a:chOff x="0" y="0"/>
          <a:chExt cx="0" cy="0"/>
        </a:xfrm>
      </p:grpSpPr>
      <p:pic>
        <p:nvPicPr>
          <p:cNvPr id="190" name="Google Shape;190;p20"/>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91" name="Google Shape;191;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2" name="Google Shape;192;p20"/>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Religious education</a:t>
            </a:r>
            <a:endParaRPr b="1" sz="1700">
              <a:solidFill>
                <a:schemeClr val="dk1"/>
              </a:solidFill>
              <a:latin typeface="Lexend"/>
              <a:ea typeface="Lexend"/>
              <a:cs typeface="Lexend"/>
              <a:sym typeface="Lexend"/>
            </a:endParaRPr>
          </a:p>
        </p:txBody>
      </p:sp>
      <p:pic>
        <p:nvPicPr>
          <p:cNvPr id="193" name="Google Shape;193;p2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97" name="Google Shape;197;p20"/>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200" name="Shape 200"/>
        <p:cNvGrpSpPr/>
        <p:nvPr/>
      </p:nvGrpSpPr>
      <p:grpSpPr>
        <a:xfrm>
          <a:off x="0" y="0"/>
          <a:ext cx="0" cy="0"/>
          <a:chOff x="0" y="0"/>
          <a:chExt cx="0" cy="0"/>
        </a:xfrm>
      </p:grpSpPr>
      <p:sp>
        <p:nvSpPr>
          <p:cNvPr id="201" name="Google Shape;201;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Science</a:t>
            </a:r>
            <a:endParaRPr b="1" sz="1700">
              <a:solidFill>
                <a:schemeClr val="dk1"/>
              </a:solidFill>
              <a:latin typeface="Lexend"/>
              <a:ea typeface="Lexend"/>
              <a:cs typeface="Lexend"/>
              <a:sym typeface="Lexend"/>
            </a:endParaRPr>
          </a:p>
        </p:txBody>
      </p:sp>
      <p:pic>
        <p:nvPicPr>
          <p:cNvPr id="203" name="Google Shape;203;p21"/>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204" name="Google Shape;204;p21"/>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 name="Google Shape;208;p21"/>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13" name="Google Shape;213;p2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2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Spanish</a:t>
            </a:r>
            <a:endParaRPr b="1" sz="1700">
              <a:solidFill>
                <a:schemeClr val="dk1"/>
              </a:solidFill>
              <a:latin typeface="Lexend"/>
              <a:ea typeface="Lexend"/>
              <a:cs typeface="Lexend"/>
              <a:sym typeface="Lexend"/>
            </a:endParaRPr>
          </a:p>
        </p:txBody>
      </p:sp>
      <p:pic>
        <p:nvPicPr>
          <p:cNvPr id="215" name="Google Shape;215;p2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16" name="Google Shape;216;p22"/>
          <p:cNvGrpSpPr/>
          <p:nvPr/>
        </p:nvGrpSpPr>
        <p:grpSpPr>
          <a:xfrm>
            <a:off x="6156975" y="0"/>
            <a:ext cx="2987025" cy="3854074"/>
            <a:chOff x="6156975" y="0"/>
            <a:chExt cx="2987025" cy="3854074"/>
          </a:xfrm>
        </p:grpSpPr>
        <p:pic>
          <p:nvPicPr>
            <p:cNvPr id="217" name="Google Shape;217;p2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18" name="Google Shape;218;p2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9" name="Google Shape;219;p2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0" name="Google Shape;220;p2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1" name="Google Shape;221;p22"/>
          <p:cNvPicPr preferRelativeResize="0"/>
          <p:nvPr/>
        </p:nvPicPr>
        <p:blipFill>
          <a:blip r:embed="rId5">
            <a:alphaModFix/>
          </a:blip>
          <a:stretch>
            <a:fillRect/>
          </a:stretch>
        </p:blipFill>
        <p:spPr>
          <a:xfrm rot="-390001">
            <a:off x="6638540" y="856133"/>
            <a:ext cx="2340000" cy="2340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22" name="Shape 222"/>
        <p:cNvGrpSpPr/>
        <p:nvPr/>
      </p:nvGrpSpPr>
      <p:grpSpPr>
        <a:xfrm>
          <a:off x="0" y="0"/>
          <a:ext cx="0" cy="0"/>
          <a:chOff x="0" y="0"/>
          <a:chExt cx="0" cy="0"/>
        </a:xfrm>
      </p:grpSpPr>
      <p:pic>
        <p:nvPicPr>
          <p:cNvPr id="223" name="Google Shape;223;p23"/>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24" name="Google Shape;224;p23"/>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solidFill>
                  <a:schemeClr val="dk1"/>
                </a:solidFill>
                <a:latin typeface="Lexend"/>
                <a:ea typeface="Lexend"/>
                <a:cs typeface="Lexend"/>
                <a:sym typeface="Lexend"/>
              </a:rPr>
              <a:t>Outcome</a:t>
            </a:r>
            <a:endParaRPr b="1" sz="2800">
              <a:solidFill>
                <a:schemeClr val="dk1"/>
              </a:solidFill>
              <a:latin typeface="Lexend"/>
              <a:ea typeface="Lexend"/>
              <a:cs typeface="Lexend"/>
              <a:sym typeface="Lexend"/>
            </a:endParaRPr>
          </a:p>
        </p:txBody>
      </p:sp>
      <p:sp>
        <p:nvSpPr>
          <p:cNvPr id="225" name="Google Shape;225;p23"/>
          <p:cNvSpPr txBox="1"/>
          <p:nvPr>
            <p:ph idx="1" type="subTitle"/>
          </p:nvPr>
        </p:nvSpPr>
        <p:spPr>
          <a:xfrm>
            <a:off x="666000" y="1620000"/>
            <a:ext cx="7270800" cy="2504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bg>
      <p:bgPr>
        <a:solidFill>
          <a:srgbClr val="FFF7CC"/>
        </a:solidFill>
      </p:bgPr>
    </p:bg>
    <p:spTree>
      <p:nvGrpSpPr>
        <p:cNvPr id="226" name="Shape 226"/>
        <p:cNvGrpSpPr/>
        <p:nvPr/>
      </p:nvGrpSpPr>
      <p:grpSpPr>
        <a:xfrm>
          <a:off x="0" y="0"/>
          <a:ext cx="0" cy="0"/>
          <a:chOff x="0" y="0"/>
          <a:chExt cx="0" cy="0"/>
        </a:xfrm>
      </p:grpSpPr>
      <p:sp>
        <p:nvSpPr>
          <p:cNvPr id="227" name="Google Shape;227;p24"/>
          <p:cNvSpPr/>
          <p:nvPr/>
        </p:nvSpPr>
        <p:spPr>
          <a:xfrm>
            <a:off x="4683800" y="810000"/>
            <a:ext cx="4134600" cy="1163400"/>
          </a:xfrm>
          <a:prstGeom prst="roundRect">
            <a:avLst>
              <a:gd fmla="val 10151"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a:off x="185250" y="810000"/>
            <a:ext cx="4134600" cy="3850200"/>
          </a:xfrm>
          <a:prstGeom prst="roundRect">
            <a:avLst>
              <a:gd fmla="val 2796"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txBox="1"/>
          <p:nvPr/>
        </p:nvSpPr>
        <p:spPr>
          <a:xfrm>
            <a:off x="325475" y="1245050"/>
            <a:ext cx="3998700" cy="461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Oak’s lessons are structured around </a:t>
            </a:r>
            <a:r>
              <a:rPr b="1" lang="en-GB" sz="1200">
                <a:solidFill>
                  <a:schemeClr val="dk1"/>
                </a:solidFill>
                <a:latin typeface="Lexend"/>
                <a:ea typeface="Lexend"/>
                <a:cs typeface="Lexend"/>
                <a:sym typeface="Lexend"/>
              </a:rPr>
              <a:t>learning cycles</a:t>
            </a:r>
            <a:r>
              <a:rPr i="1" lang="en-GB" sz="1200">
                <a:solidFill>
                  <a:schemeClr val="dk1"/>
                </a:solidFill>
                <a:latin typeface="Lexend"/>
                <a:ea typeface="Lexend"/>
                <a:cs typeface="Lexend"/>
                <a:sym typeface="Lexend"/>
              </a:rPr>
              <a:t>.</a:t>
            </a:r>
            <a:r>
              <a:rPr lang="en-GB" sz="1200">
                <a:solidFill>
                  <a:schemeClr val="dk1"/>
                </a:solidFill>
                <a:latin typeface="Lexend"/>
                <a:ea typeface="Lexend"/>
                <a:cs typeface="Lexend"/>
                <a:sym typeface="Lexend"/>
              </a:rPr>
              <a:t> These are indicated through colour in the slide deck:</a:t>
            </a:r>
            <a:endParaRPr sz="1200">
              <a:solidFill>
                <a:schemeClr val="dk1"/>
              </a:solidFill>
              <a:latin typeface="Lexend"/>
              <a:ea typeface="Lexend"/>
              <a:cs typeface="Lexend"/>
              <a:sym typeface="Lexend"/>
            </a:endParaRPr>
          </a:p>
        </p:txBody>
      </p:sp>
      <p:sp>
        <p:nvSpPr>
          <p:cNvPr id="230" name="Google Shape;230;p24"/>
          <p:cNvSpPr txBox="1"/>
          <p:nvPr/>
        </p:nvSpPr>
        <p:spPr>
          <a:xfrm>
            <a:off x="32547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Oak’s lesson structure</a:t>
            </a:r>
            <a:endParaRPr b="1" sz="1600">
              <a:solidFill>
                <a:schemeClr val="dk1"/>
              </a:solidFill>
              <a:latin typeface="Lexend"/>
              <a:ea typeface="Lexend"/>
              <a:cs typeface="Lexend"/>
              <a:sym typeface="Lexend"/>
            </a:endParaRPr>
          </a:p>
        </p:txBody>
      </p:sp>
      <p:sp>
        <p:nvSpPr>
          <p:cNvPr id="231" name="Google Shape;231;p24"/>
          <p:cNvSpPr txBox="1"/>
          <p:nvPr/>
        </p:nvSpPr>
        <p:spPr>
          <a:xfrm>
            <a:off x="482412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Useful links</a:t>
            </a:r>
            <a:endParaRPr b="1" sz="1600">
              <a:solidFill>
                <a:schemeClr val="dk1"/>
              </a:solidFill>
              <a:latin typeface="Lexend"/>
              <a:ea typeface="Lexend"/>
              <a:cs typeface="Lexend"/>
              <a:sym typeface="Lexend"/>
            </a:endParaRPr>
          </a:p>
        </p:txBody>
      </p:sp>
      <p:sp>
        <p:nvSpPr>
          <p:cNvPr id="232" name="Google Shape;232;p24"/>
          <p:cNvSpPr txBox="1"/>
          <p:nvPr/>
        </p:nvSpPr>
        <p:spPr>
          <a:xfrm>
            <a:off x="325475" y="3407125"/>
            <a:ext cx="39987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Each</a:t>
            </a:r>
            <a:r>
              <a:rPr b="1" lang="en-GB" sz="1200">
                <a:solidFill>
                  <a:schemeClr val="dk1"/>
                </a:solidFill>
                <a:latin typeface="Lexend"/>
                <a:ea typeface="Lexend"/>
                <a:cs typeface="Lexend"/>
                <a:sym typeface="Lexend"/>
              </a:rPr>
              <a:t> learning cycle</a:t>
            </a:r>
            <a:r>
              <a:rPr lang="en-GB" sz="1200">
                <a:solidFill>
                  <a:schemeClr val="dk1"/>
                </a:solidFill>
                <a:latin typeface="Lexend"/>
                <a:ea typeface="Lexend"/>
                <a:cs typeface="Lexend"/>
                <a:sym typeface="Lexend"/>
              </a:rPr>
              <a:t> covers several phases:</a:t>
            </a:r>
            <a:endParaRPr sz="1200">
              <a:solidFill>
                <a:schemeClr val="dk1"/>
              </a:solidFill>
              <a:latin typeface="Lexend"/>
              <a:ea typeface="Lexend"/>
              <a:cs typeface="Lexend"/>
              <a:sym typeface="Lexend"/>
            </a:endParaRPr>
          </a:p>
        </p:txBody>
      </p:sp>
      <p:pic>
        <p:nvPicPr>
          <p:cNvPr id="233" name="Google Shape;233;p24"/>
          <p:cNvPicPr preferRelativeResize="0"/>
          <p:nvPr/>
        </p:nvPicPr>
        <p:blipFill rotWithShape="1">
          <a:blip r:embed="rId2">
            <a:alphaModFix/>
          </a:blip>
          <a:srcRect b="71084" l="3912" r="56768" t="0"/>
          <a:stretch/>
        </p:blipFill>
        <p:spPr>
          <a:xfrm>
            <a:off x="382600" y="3725750"/>
            <a:ext cx="841850" cy="364800"/>
          </a:xfrm>
          <a:prstGeom prst="rect">
            <a:avLst/>
          </a:prstGeom>
          <a:noFill/>
          <a:ln>
            <a:noFill/>
          </a:ln>
        </p:spPr>
      </p:pic>
      <p:pic>
        <p:nvPicPr>
          <p:cNvPr id="234" name="Google Shape;234;p24"/>
          <p:cNvPicPr preferRelativeResize="0"/>
          <p:nvPr/>
        </p:nvPicPr>
        <p:blipFill rotWithShape="1">
          <a:blip r:embed="rId2">
            <a:alphaModFix/>
          </a:blip>
          <a:srcRect b="71902" l="62493" r="7303" t="2791"/>
          <a:stretch/>
        </p:blipFill>
        <p:spPr>
          <a:xfrm>
            <a:off x="1322300" y="3754900"/>
            <a:ext cx="688050" cy="339675"/>
          </a:xfrm>
          <a:prstGeom prst="rect">
            <a:avLst/>
          </a:prstGeom>
          <a:noFill/>
          <a:ln>
            <a:noFill/>
          </a:ln>
        </p:spPr>
      </p:pic>
      <p:pic>
        <p:nvPicPr>
          <p:cNvPr id="235" name="Google Shape;235;p24"/>
          <p:cNvPicPr preferRelativeResize="0"/>
          <p:nvPr/>
        </p:nvPicPr>
        <p:blipFill rotWithShape="1">
          <a:blip r:embed="rId2">
            <a:alphaModFix/>
          </a:blip>
          <a:srcRect b="19543" l="6196" r="59088" t="51182"/>
          <a:stretch/>
        </p:blipFill>
        <p:spPr>
          <a:xfrm>
            <a:off x="2108188" y="3710946"/>
            <a:ext cx="743275" cy="369300"/>
          </a:xfrm>
          <a:prstGeom prst="rect">
            <a:avLst/>
          </a:prstGeom>
          <a:noFill/>
          <a:ln>
            <a:noFill/>
          </a:ln>
        </p:spPr>
      </p:pic>
      <p:pic>
        <p:nvPicPr>
          <p:cNvPr id="236" name="Google Shape;236;p24"/>
          <p:cNvPicPr preferRelativeResize="0"/>
          <p:nvPr/>
        </p:nvPicPr>
        <p:blipFill rotWithShape="1">
          <a:blip r:embed="rId2">
            <a:alphaModFix/>
          </a:blip>
          <a:srcRect b="19543" l="58433" r="3864" t="51182"/>
          <a:stretch/>
        </p:blipFill>
        <p:spPr>
          <a:xfrm>
            <a:off x="2989750" y="3725750"/>
            <a:ext cx="807200" cy="369300"/>
          </a:xfrm>
          <a:prstGeom prst="rect">
            <a:avLst/>
          </a:prstGeom>
          <a:noFill/>
          <a:ln>
            <a:noFill/>
          </a:ln>
        </p:spPr>
      </p:pic>
      <p:sp>
        <p:nvSpPr>
          <p:cNvPr id="237" name="Google Shape;237;p24"/>
          <p:cNvSpPr/>
          <p:nvPr/>
        </p:nvSpPr>
        <p:spPr>
          <a:xfrm>
            <a:off x="324000" y="264675"/>
            <a:ext cx="67464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chemeClr val="dk1"/>
                </a:solidFill>
                <a:latin typeface="Lexend"/>
                <a:ea typeface="Lexend"/>
                <a:cs typeface="Lexend"/>
                <a:sym typeface="Lexend"/>
              </a:rPr>
              <a:t>Teacher guidance</a:t>
            </a:r>
            <a:endParaRPr b="0" i="0" sz="2000" u="none" cap="none" strike="noStrike">
              <a:solidFill>
                <a:schemeClr val="dk1"/>
              </a:solidFill>
              <a:latin typeface="Calibri"/>
              <a:ea typeface="Calibri"/>
              <a:cs typeface="Calibri"/>
              <a:sym typeface="Calibri"/>
            </a:endParaRPr>
          </a:p>
        </p:txBody>
      </p:sp>
      <p:sp>
        <p:nvSpPr>
          <p:cNvPr id="238" name="Google Shape;238;p24"/>
          <p:cNvSpPr txBox="1"/>
          <p:nvPr/>
        </p:nvSpPr>
        <p:spPr>
          <a:xfrm>
            <a:off x="325475" y="4122125"/>
            <a:ext cx="39396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Explanation      Check      Practice      Feedback</a:t>
            </a:r>
            <a:endParaRPr sz="1200">
              <a:solidFill>
                <a:schemeClr val="dk1"/>
              </a:solidFill>
              <a:latin typeface="Lexend"/>
              <a:ea typeface="Lexend"/>
              <a:cs typeface="Lexend"/>
              <a:sym typeface="Lexend"/>
            </a:endParaRPr>
          </a:p>
        </p:txBody>
      </p:sp>
      <p:pic>
        <p:nvPicPr>
          <p:cNvPr id="239" name="Google Shape;239;p24"/>
          <p:cNvPicPr preferRelativeResize="0"/>
          <p:nvPr/>
        </p:nvPicPr>
        <p:blipFill>
          <a:blip r:embed="rId3">
            <a:alphaModFix/>
          </a:blip>
          <a:stretch>
            <a:fillRect/>
          </a:stretch>
        </p:blipFill>
        <p:spPr>
          <a:xfrm>
            <a:off x="279913" y="1948533"/>
            <a:ext cx="2067960" cy="1216800"/>
          </a:xfrm>
          <a:prstGeom prst="rect">
            <a:avLst/>
          </a:prstGeom>
          <a:noFill/>
          <a:ln>
            <a:noFill/>
          </a:ln>
        </p:spPr>
      </p:pic>
      <p:pic>
        <p:nvPicPr>
          <p:cNvPr id="240" name="Google Shape;240;p24"/>
          <p:cNvPicPr preferRelativeResize="0"/>
          <p:nvPr/>
        </p:nvPicPr>
        <p:blipFill>
          <a:blip r:embed="rId4">
            <a:alphaModFix/>
          </a:blip>
          <a:stretch>
            <a:fillRect/>
          </a:stretch>
        </p:blipFill>
        <p:spPr>
          <a:xfrm>
            <a:off x="2425125" y="1828475"/>
            <a:ext cx="1738025" cy="143372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41" name="Shape 241"/>
        <p:cNvGrpSpPr/>
        <p:nvPr/>
      </p:nvGrpSpPr>
      <p:grpSpPr>
        <a:xfrm>
          <a:off x="0" y="0"/>
          <a:ext cx="0" cy="0"/>
          <a:chOff x="0" y="0"/>
          <a:chExt cx="0" cy="0"/>
        </a:xfrm>
      </p:grpSpPr>
      <p:grpSp>
        <p:nvGrpSpPr>
          <p:cNvPr id="242" name="Google Shape;242;p25"/>
          <p:cNvGrpSpPr/>
          <p:nvPr/>
        </p:nvGrpSpPr>
        <p:grpSpPr>
          <a:xfrm>
            <a:off x="0" y="1"/>
            <a:ext cx="9151202" cy="649234"/>
            <a:chOff x="0" y="1"/>
            <a:chExt cx="9151202" cy="649234"/>
          </a:xfrm>
        </p:grpSpPr>
        <p:sp>
          <p:nvSpPr>
            <p:cNvPr id="243" name="Google Shape;243;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45" name="Google Shape;245;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46" name="Google Shape;246;p25"/>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7" name="Google Shape;247;p25"/>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48" name="Google Shape;248;p25"/>
          <p:cNvSpPr txBox="1"/>
          <p:nvPr>
            <p:ph idx="3" type="subTitle"/>
          </p:nvPr>
        </p:nvSpPr>
        <p:spPr>
          <a:xfrm>
            <a:off x="324000" y="2105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9" name="Google Shape;249;p25"/>
          <p:cNvSpPr txBox="1"/>
          <p:nvPr>
            <p:ph idx="4" type="subTitle"/>
          </p:nvPr>
        </p:nvSpPr>
        <p:spPr>
          <a:xfrm>
            <a:off x="2699325" y="2105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0" name="Google Shape;250;p25"/>
          <p:cNvSpPr txBox="1"/>
          <p:nvPr>
            <p:ph idx="5" type="subTitle"/>
          </p:nvPr>
        </p:nvSpPr>
        <p:spPr>
          <a:xfrm>
            <a:off x="324000" y="3400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1" name="Google Shape;251;p25"/>
          <p:cNvSpPr txBox="1"/>
          <p:nvPr>
            <p:ph idx="6" type="subTitle"/>
          </p:nvPr>
        </p:nvSpPr>
        <p:spPr>
          <a:xfrm>
            <a:off x="2699325" y="3400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2" name="Google Shape;252;p25"/>
          <p:cNvSpPr txBox="1"/>
          <p:nvPr>
            <p:ph idx="7"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53" name="Shape 253"/>
        <p:cNvGrpSpPr/>
        <p:nvPr/>
      </p:nvGrpSpPr>
      <p:grpSpPr>
        <a:xfrm>
          <a:off x="0" y="0"/>
          <a:ext cx="0" cy="0"/>
          <a:chOff x="0" y="0"/>
          <a:chExt cx="0" cy="0"/>
        </a:xfrm>
      </p:grpSpPr>
      <p:grpSp>
        <p:nvGrpSpPr>
          <p:cNvPr id="254" name="Google Shape;254;p26"/>
          <p:cNvGrpSpPr/>
          <p:nvPr/>
        </p:nvGrpSpPr>
        <p:grpSpPr>
          <a:xfrm>
            <a:off x="0" y="1"/>
            <a:ext cx="9151202" cy="649234"/>
            <a:chOff x="0" y="1"/>
            <a:chExt cx="9151202" cy="649234"/>
          </a:xfrm>
        </p:grpSpPr>
        <p:sp>
          <p:nvSpPr>
            <p:cNvPr id="255" name="Google Shape;255;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 name="Google Shape;256;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7" name="Google Shape;257;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8" name="Google Shape;258;p26"/>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9" name="Google Shape;259;p26"/>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0" name="Google Shape;260;p26"/>
          <p:cNvSpPr txBox="1"/>
          <p:nvPr>
            <p:ph idx="3" type="subTitle"/>
          </p:nvPr>
        </p:nvSpPr>
        <p:spPr>
          <a:xfrm>
            <a:off x="324000" y="1800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1" name="Google Shape;261;p26"/>
          <p:cNvSpPr txBox="1"/>
          <p:nvPr>
            <p:ph idx="4" type="subTitle"/>
          </p:nvPr>
        </p:nvSpPr>
        <p:spPr>
          <a:xfrm>
            <a:off x="2699325" y="1800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2" name="Google Shape;262;p26"/>
          <p:cNvSpPr txBox="1"/>
          <p:nvPr>
            <p:ph idx="5" type="subTitle"/>
          </p:nvPr>
        </p:nvSpPr>
        <p:spPr>
          <a:xfrm>
            <a:off x="324000" y="2791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3" name="Google Shape;263;p26"/>
          <p:cNvSpPr txBox="1"/>
          <p:nvPr>
            <p:ph idx="6" type="subTitle"/>
          </p:nvPr>
        </p:nvSpPr>
        <p:spPr>
          <a:xfrm>
            <a:off x="2699325" y="2791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4" name="Google Shape;264;p26"/>
          <p:cNvSpPr txBox="1"/>
          <p:nvPr>
            <p:ph idx="7" type="subTitle"/>
          </p:nvPr>
        </p:nvSpPr>
        <p:spPr>
          <a:xfrm>
            <a:off x="324000" y="3781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5" name="Google Shape;265;p26"/>
          <p:cNvSpPr txBox="1"/>
          <p:nvPr>
            <p:ph idx="8" type="subTitle"/>
          </p:nvPr>
        </p:nvSpPr>
        <p:spPr>
          <a:xfrm>
            <a:off x="2699325" y="3781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6" name="Google Shape;266;p26"/>
          <p:cNvSpPr txBox="1"/>
          <p:nvPr>
            <p:ph idx="9"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67" name="Shape 267"/>
        <p:cNvGrpSpPr/>
        <p:nvPr/>
      </p:nvGrpSpPr>
      <p:grpSpPr>
        <a:xfrm>
          <a:off x="0" y="0"/>
          <a:ext cx="0" cy="0"/>
          <a:chOff x="0" y="0"/>
          <a:chExt cx="0" cy="0"/>
        </a:xfrm>
      </p:grpSpPr>
      <p:grpSp>
        <p:nvGrpSpPr>
          <p:cNvPr id="268" name="Google Shape;268;p27"/>
          <p:cNvGrpSpPr/>
          <p:nvPr/>
        </p:nvGrpSpPr>
        <p:grpSpPr>
          <a:xfrm>
            <a:off x="0" y="1"/>
            <a:ext cx="9151202" cy="649234"/>
            <a:chOff x="0" y="1"/>
            <a:chExt cx="9151202" cy="649234"/>
          </a:xfrm>
        </p:grpSpPr>
        <p:sp>
          <p:nvSpPr>
            <p:cNvPr id="269" name="Google Shape;269;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 name="Google Shape;270;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71" name="Google Shape;271;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72" name="Google Shape;272;p27"/>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3" name="Google Shape;273;p27"/>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4" name="Google Shape;274;p27"/>
          <p:cNvSpPr txBox="1"/>
          <p:nvPr>
            <p:ph idx="3" type="subTitle"/>
          </p:nvPr>
        </p:nvSpPr>
        <p:spPr>
          <a:xfrm>
            <a:off x="324000" y="2486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5" name="Google Shape;275;p27"/>
          <p:cNvSpPr txBox="1"/>
          <p:nvPr>
            <p:ph idx="4" type="subTitle"/>
          </p:nvPr>
        </p:nvSpPr>
        <p:spPr>
          <a:xfrm>
            <a:off x="2699325" y="2486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6" name="Google Shape;276;p27"/>
          <p:cNvSpPr txBox="1"/>
          <p:nvPr>
            <p:ph idx="5" type="subTitle"/>
          </p:nvPr>
        </p:nvSpPr>
        <p:spPr>
          <a:xfrm>
            <a:off x="324000" y="4162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7" name="Google Shape;277;p27"/>
          <p:cNvSpPr txBox="1"/>
          <p:nvPr>
            <p:ph idx="6" type="subTitle"/>
          </p:nvPr>
        </p:nvSpPr>
        <p:spPr>
          <a:xfrm>
            <a:off x="2699325" y="4162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8" name="Google Shape;278;p27"/>
          <p:cNvSpPr txBox="1"/>
          <p:nvPr>
            <p:ph idx="7" type="subTitle"/>
          </p:nvPr>
        </p:nvSpPr>
        <p:spPr>
          <a:xfrm>
            <a:off x="324000" y="1648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9" name="Google Shape;279;p27"/>
          <p:cNvSpPr txBox="1"/>
          <p:nvPr>
            <p:ph idx="8" type="subTitle"/>
          </p:nvPr>
        </p:nvSpPr>
        <p:spPr>
          <a:xfrm>
            <a:off x="2699325" y="1648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0" name="Google Shape;280;p27"/>
          <p:cNvSpPr txBox="1"/>
          <p:nvPr>
            <p:ph idx="9" type="subTitle"/>
          </p:nvPr>
        </p:nvSpPr>
        <p:spPr>
          <a:xfrm>
            <a:off x="324000" y="3324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1" name="Google Shape;281;p27"/>
          <p:cNvSpPr txBox="1"/>
          <p:nvPr>
            <p:ph idx="13" type="subTitle"/>
          </p:nvPr>
        </p:nvSpPr>
        <p:spPr>
          <a:xfrm>
            <a:off x="2699325" y="3324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2" name="Google Shape;282;p27"/>
          <p:cNvSpPr txBox="1"/>
          <p:nvPr>
            <p:ph idx="14"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83" name="Shape 283"/>
        <p:cNvGrpSpPr/>
        <p:nvPr/>
      </p:nvGrpSpPr>
      <p:grpSpPr>
        <a:xfrm>
          <a:off x="0" y="0"/>
          <a:ext cx="0" cy="0"/>
          <a:chOff x="0" y="0"/>
          <a:chExt cx="0" cy="0"/>
        </a:xfrm>
      </p:grpSpPr>
      <p:grpSp>
        <p:nvGrpSpPr>
          <p:cNvPr id="284" name="Google Shape;284;p28"/>
          <p:cNvGrpSpPr/>
          <p:nvPr/>
        </p:nvGrpSpPr>
        <p:grpSpPr>
          <a:xfrm>
            <a:off x="0" y="1"/>
            <a:ext cx="9151202" cy="649234"/>
            <a:chOff x="0" y="1"/>
            <a:chExt cx="9151202" cy="649234"/>
          </a:xfrm>
        </p:grpSpPr>
        <p:sp>
          <p:nvSpPr>
            <p:cNvPr id="285" name="Google Shape;285;p2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2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87" name="Google Shape;287;p2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88" name="Google Shape;288;p28"/>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9" name="Google Shape;289;p28"/>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0" name="Google Shape;290;p28"/>
          <p:cNvSpPr txBox="1"/>
          <p:nvPr>
            <p:ph idx="3" type="subTitle"/>
          </p:nvPr>
        </p:nvSpPr>
        <p:spPr>
          <a:xfrm>
            <a:off x="324000" y="2562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91" name="Google Shape;291;p28"/>
          <p:cNvSpPr txBox="1"/>
          <p:nvPr>
            <p:ph idx="4" type="subTitle"/>
          </p:nvPr>
        </p:nvSpPr>
        <p:spPr>
          <a:xfrm>
            <a:off x="2699325" y="2562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2" name="Google Shape;292;p28"/>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_2">
    <p:spTree>
      <p:nvGrpSpPr>
        <p:cNvPr id="293" name="Shape 293"/>
        <p:cNvGrpSpPr/>
        <p:nvPr/>
      </p:nvGrpSpPr>
      <p:grpSpPr>
        <a:xfrm>
          <a:off x="0" y="0"/>
          <a:ext cx="0" cy="0"/>
          <a:chOff x="0" y="0"/>
          <a:chExt cx="0" cy="0"/>
        </a:xfrm>
      </p:grpSpPr>
      <p:pic>
        <p:nvPicPr>
          <p:cNvPr id="294" name="Google Shape;294;p2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95" name="Google Shape;295;p2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96" name="Google Shape;296;p2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97" name="Google Shape;297;p29"/>
          <p:cNvCxnSpPr>
            <a:endCxn id="29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99" name="Google Shape;299;p2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300" name="Google Shape;300;p29"/>
          <p:cNvSpPr txBox="1"/>
          <p:nvPr>
            <p:ph type="title"/>
          </p:nvPr>
        </p:nvSpPr>
        <p:spPr>
          <a:xfrm>
            <a:off x="1225225" y="21335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6">
            <a:alphaModFix/>
          </a:blip>
          <a:stretch>
            <a:fillRect/>
          </a:stretch>
        </p:blipFill>
        <p:spPr>
          <a:xfrm>
            <a:off x="363340" y="2925705"/>
            <a:ext cx="563446" cy="572077"/>
          </a:xfrm>
          <a:prstGeom prst="rect">
            <a:avLst/>
          </a:prstGeom>
          <a:noFill/>
          <a:ln>
            <a:noFill/>
          </a:ln>
        </p:spPr>
      </p:pic>
      <p:grpSp>
        <p:nvGrpSpPr>
          <p:cNvPr id="301" name="Google Shape;301;p29"/>
          <p:cNvGrpSpPr/>
          <p:nvPr/>
        </p:nvGrpSpPr>
        <p:grpSpPr>
          <a:xfrm>
            <a:off x="-12" y="0"/>
            <a:ext cx="9151202" cy="598359"/>
            <a:chOff x="-12" y="0"/>
            <a:chExt cx="9151202" cy="598359"/>
          </a:xfrm>
        </p:grpSpPr>
        <p:sp>
          <p:nvSpPr>
            <p:cNvPr id="302" name="Google Shape;302;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grpSp>
      <p:sp>
        <p:nvSpPr>
          <p:cNvPr id="304" name="Google Shape;304;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5" name="Google Shape;305;p29"/>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06" name="Google Shape;306;p29"/>
          <p:cNvSpPr txBox="1"/>
          <p:nvPr>
            <p:ph idx="3" type="title"/>
          </p:nvPr>
        </p:nvSpPr>
        <p:spPr>
          <a:xfrm>
            <a:off x="1225225" y="30698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_1">
    <p:spTree>
      <p:nvGrpSpPr>
        <p:cNvPr id="307" name="Shape 307"/>
        <p:cNvGrpSpPr/>
        <p:nvPr/>
      </p:nvGrpSpPr>
      <p:grpSpPr>
        <a:xfrm>
          <a:off x="0" y="0"/>
          <a:ext cx="0" cy="0"/>
          <a:chOff x="0" y="0"/>
          <a:chExt cx="0" cy="0"/>
        </a:xfrm>
      </p:grpSpPr>
      <p:pic>
        <p:nvPicPr>
          <p:cNvPr id="308" name="Google Shape;308;p3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310" name="Google Shape;310;p3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312" name="Google Shape;312;p3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313" name="Google Shape;313;p3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314" name="Google Shape;314;p30"/>
          <p:cNvCxnSpPr>
            <a:endCxn id="315"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315" name="Google Shape;315;p3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316" name="Google Shape;316;p30"/>
          <p:cNvPicPr preferRelativeResize="0"/>
          <p:nvPr/>
        </p:nvPicPr>
        <p:blipFill>
          <a:blip r:embed="rId7">
            <a:alphaModFix/>
          </a:blip>
          <a:stretch>
            <a:fillRect/>
          </a:stretch>
        </p:blipFill>
        <p:spPr>
          <a:xfrm>
            <a:off x="363482" y="1682508"/>
            <a:ext cx="563185" cy="572092"/>
          </a:xfrm>
          <a:prstGeom prst="rect">
            <a:avLst/>
          </a:prstGeom>
          <a:noFill/>
          <a:ln>
            <a:noFill/>
          </a:ln>
        </p:spPr>
      </p:pic>
      <p:pic>
        <p:nvPicPr>
          <p:cNvPr id="317" name="Google Shape;317;p30"/>
          <p:cNvPicPr preferRelativeResize="0"/>
          <p:nvPr/>
        </p:nvPicPr>
        <p:blipFill>
          <a:blip r:embed="rId8">
            <a:alphaModFix/>
          </a:blip>
          <a:stretch>
            <a:fillRect/>
          </a:stretch>
        </p:blipFill>
        <p:spPr>
          <a:xfrm>
            <a:off x="363340" y="2703416"/>
            <a:ext cx="563446" cy="572077"/>
          </a:xfrm>
          <a:prstGeom prst="rect">
            <a:avLst/>
          </a:prstGeom>
          <a:noFill/>
          <a:ln>
            <a:noFill/>
          </a:ln>
        </p:spPr>
      </p:pic>
      <p:grpSp>
        <p:nvGrpSpPr>
          <p:cNvPr id="318" name="Google Shape;318;p30"/>
          <p:cNvGrpSpPr/>
          <p:nvPr/>
        </p:nvGrpSpPr>
        <p:grpSpPr>
          <a:xfrm>
            <a:off x="-12" y="0"/>
            <a:ext cx="9151202" cy="598359"/>
            <a:chOff x="-12" y="0"/>
            <a:chExt cx="9151202" cy="598359"/>
          </a:xfrm>
        </p:grpSpPr>
        <p:sp>
          <p:nvSpPr>
            <p:cNvPr id="319" name="Google Shape;319;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0" name="Google Shape;320;p3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grpSp>
      <p:sp>
        <p:nvSpPr>
          <p:cNvPr id="321" name="Google Shape;321;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2" name="Google Shape;322;p30"/>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23" name="Google Shape;323;p30"/>
          <p:cNvSpPr txBox="1"/>
          <p:nvPr>
            <p:ph idx="2" type="title"/>
          </p:nvPr>
        </p:nvSpPr>
        <p:spPr>
          <a:xfrm>
            <a:off x="1225225" y="28412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4" name="Google Shape;324;p30"/>
          <p:cNvSpPr txBox="1"/>
          <p:nvPr>
            <p:ph idx="3" type="title"/>
          </p:nvPr>
        </p:nvSpPr>
        <p:spPr>
          <a:xfrm>
            <a:off x="1225200" y="37819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5" name="Google Shape;325;p30"/>
          <p:cNvSpPr txBox="1"/>
          <p:nvPr>
            <p:ph idx="4" type="title"/>
          </p:nvPr>
        </p:nvSpPr>
        <p:spPr>
          <a:xfrm>
            <a:off x="1225200" y="18224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26" name="Shape 326"/>
        <p:cNvGrpSpPr/>
        <p:nvPr/>
      </p:nvGrpSpPr>
      <p:grpSpPr>
        <a:xfrm>
          <a:off x="0" y="0"/>
          <a:ext cx="0" cy="0"/>
          <a:chOff x="0" y="0"/>
          <a:chExt cx="0" cy="0"/>
        </a:xfrm>
      </p:grpSpPr>
      <p:pic>
        <p:nvPicPr>
          <p:cNvPr id="327" name="Google Shape;327;p3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28" name="Google Shape;328;p3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29" name="Google Shape;329;p3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30" name="Google Shape;330;p3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31" name="Google Shape;331;p3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32" name="Google Shape;332;p3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33" name="Google Shape;333;p3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34" name="Google Shape;334;p3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35" name="Google Shape;335;p3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36" name="Google Shape;336;p3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37" name="Google Shape;337;p3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38" name="Google Shape;338;p31"/>
          <p:cNvPicPr preferRelativeResize="0"/>
          <p:nvPr/>
        </p:nvPicPr>
        <p:blipFill>
          <a:blip r:embed="rId9">
            <a:alphaModFix/>
          </a:blip>
          <a:stretch>
            <a:fillRect/>
          </a:stretch>
        </p:blipFill>
        <p:spPr>
          <a:xfrm>
            <a:off x="363340" y="2287588"/>
            <a:ext cx="563446" cy="572077"/>
          </a:xfrm>
          <a:prstGeom prst="rect">
            <a:avLst/>
          </a:prstGeom>
          <a:noFill/>
          <a:ln>
            <a:noFill/>
          </a:ln>
        </p:spPr>
      </p:pic>
      <p:pic>
        <p:nvPicPr>
          <p:cNvPr id="339" name="Google Shape;339;p31"/>
          <p:cNvPicPr preferRelativeResize="0"/>
          <p:nvPr/>
        </p:nvPicPr>
        <p:blipFill>
          <a:blip r:embed="rId10">
            <a:alphaModFix/>
          </a:blip>
          <a:stretch>
            <a:fillRect/>
          </a:stretch>
        </p:blipFill>
        <p:spPr>
          <a:xfrm>
            <a:off x="363341" y="3969363"/>
            <a:ext cx="563446" cy="572077"/>
          </a:xfrm>
          <a:prstGeom prst="rect">
            <a:avLst/>
          </a:prstGeom>
          <a:noFill/>
          <a:ln>
            <a:noFill/>
          </a:ln>
        </p:spPr>
      </p:pic>
      <p:grpSp>
        <p:nvGrpSpPr>
          <p:cNvPr id="340" name="Google Shape;340;p31"/>
          <p:cNvGrpSpPr/>
          <p:nvPr/>
        </p:nvGrpSpPr>
        <p:grpSpPr>
          <a:xfrm>
            <a:off x="-12" y="0"/>
            <a:ext cx="9151202" cy="598359"/>
            <a:chOff x="-12" y="0"/>
            <a:chExt cx="9151202" cy="598359"/>
          </a:xfrm>
        </p:grpSpPr>
        <p:sp>
          <p:nvSpPr>
            <p:cNvPr id="341" name="Google Shape;341;p3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grpSp>
      <p:sp>
        <p:nvSpPr>
          <p:cNvPr id="343" name="Google Shape;343;p3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44" name="Google Shape;344;p31"/>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45" name="Google Shape;345;p31"/>
          <p:cNvSpPr txBox="1"/>
          <p:nvPr>
            <p:ph idx="2" type="title"/>
          </p:nvPr>
        </p:nvSpPr>
        <p:spPr>
          <a:xfrm>
            <a:off x="1224600" y="160210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6" name="Google Shape;346;p31"/>
          <p:cNvSpPr txBox="1"/>
          <p:nvPr>
            <p:ph idx="3" type="title"/>
          </p:nvPr>
        </p:nvSpPr>
        <p:spPr>
          <a:xfrm>
            <a:off x="1224600" y="24317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7" name="Google Shape;347;p31"/>
          <p:cNvSpPr txBox="1"/>
          <p:nvPr>
            <p:ph idx="4" type="title"/>
          </p:nvPr>
        </p:nvSpPr>
        <p:spPr>
          <a:xfrm>
            <a:off x="1224600" y="3286637"/>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8" name="Google Shape;348;p31"/>
          <p:cNvSpPr txBox="1"/>
          <p:nvPr>
            <p:ph idx="5" type="title"/>
          </p:nvPr>
        </p:nvSpPr>
        <p:spPr>
          <a:xfrm>
            <a:off x="1224600" y="41081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49" name="Shape 349"/>
        <p:cNvGrpSpPr/>
        <p:nvPr/>
      </p:nvGrpSpPr>
      <p:grpSpPr>
        <a:xfrm>
          <a:off x="0" y="0"/>
          <a:ext cx="0" cy="0"/>
          <a:chOff x="0" y="0"/>
          <a:chExt cx="0" cy="0"/>
        </a:xfrm>
      </p:grpSpPr>
      <p:grpSp>
        <p:nvGrpSpPr>
          <p:cNvPr id="350" name="Google Shape;350;p32"/>
          <p:cNvGrpSpPr/>
          <p:nvPr/>
        </p:nvGrpSpPr>
        <p:grpSpPr>
          <a:xfrm>
            <a:off x="-1" y="-2"/>
            <a:ext cx="9151203" cy="649227"/>
            <a:chOff x="-1" y="-2"/>
            <a:chExt cx="9151203" cy="649227"/>
          </a:xfrm>
        </p:grpSpPr>
        <p:pic>
          <p:nvPicPr>
            <p:cNvPr id="351" name="Google Shape;351;p3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2" name="Google Shape;352;p3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3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354" name="Google Shape;354;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55" name="Google Shape;355;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
        <p:nvSpPr>
          <p:cNvPr id="356" name="Google Shape;356;p32"/>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7" name="Google Shape;357;p3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58" name="Shape 358"/>
        <p:cNvGrpSpPr/>
        <p:nvPr/>
      </p:nvGrpSpPr>
      <p:grpSpPr>
        <a:xfrm>
          <a:off x="0" y="0"/>
          <a:ext cx="0" cy="0"/>
          <a:chOff x="0" y="0"/>
          <a:chExt cx="0" cy="0"/>
        </a:xfrm>
      </p:grpSpPr>
      <p:grpSp>
        <p:nvGrpSpPr>
          <p:cNvPr id="359" name="Google Shape;359;p33"/>
          <p:cNvGrpSpPr/>
          <p:nvPr/>
        </p:nvGrpSpPr>
        <p:grpSpPr>
          <a:xfrm>
            <a:off x="-1" y="-2"/>
            <a:ext cx="9151203" cy="649236"/>
            <a:chOff x="-1" y="-2"/>
            <a:chExt cx="9151203" cy="649236"/>
          </a:xfrm>
        </p:grpSpPr>
        <p:pic>
          <p:nvPicPr>
            <p:cNvPr id="360" name="Google Shape;36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1" name="Google Shape;361;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pic>
        <p:nvPicPr>
          <p:cNvPr id="363" name="Google Shape;363;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64" name="Google Shape;364;p33"/>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66" name="Google Shape;366;p3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67" name="Shape 367"/>
        <p:cNvGrpSpPr/>
        <p:nvPr/>
      </p:nvGrpSpPr>
      <p:grpSpPr>
        <a:xfrm>
          <a:off x="0" y="0"/>
          <a:ext cx="0" cy="0"/>
          <a:chOff x="0" y="0"/>
          <a:chExt cx="0" cy="0"/>
        </a:xfrm>
      </p:grpSpPr>
      <p:pic>
        <p:nvPicPr>
          <p:cNvPr id="368" name="Google Shape;368;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pic>
        <p:nvPicPr>
          <p:cNvPr id="371" name="Google Shape;371;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72" name="Google Shape;372;p34"/>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3" name="Google Shape;373;p3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74" name="Google Shape;374;p3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75" name="Shape 375"/>
        <p:cNvGrpSpPr/>
        <p:nvPr/>
      </p:nvGrpSpPr>
      <p:grpSpPr>
        <a:xfrm>
          <a:off x="0" y="0"/>
          <a:ext cx="0" cy="0"/>
          <a:chOff x="0" y="0"/>
          <a:chExt cx="0" cy="0"/>
        </a:xfrm>
      </p:grpSpPr>
      <p:pic>
        <p:nvPicPr>
          <p:cNvPr id="376" name="Google Shape;376;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77" name="Google Shape;377;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pic>
        <p:nvPicPr>
          <p:cNvPr id="379" name="Google Shape;379;p3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80" name="Google Shape;380;p35"/>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1" name="Google Shape;381;p3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82" name="Google Shape;382;p35"/>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83" name="Shape 383"/>
        <p:cNvGrpSpPr/>
        <p:nvPr/>
      </p:nvGrpSpPr>
      <p:grpSpPr>
        <a:xfrm>
          <a:off x="0" y="0"/>
          <a:ext cx="0" cy="0"/>
          <a:chOff x="0" y="0"/>
          <a:chExt cx="0" cy="0"/>
        </a:xfrm>
      </p:grpSpPr>
      <p:sp>
        <p:nvSpPr>
          <p:cNvPr id="384" name="Google Shape;384;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5" name="Google Shape;385;p3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86" name="Google Shape;386;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ph idx="1"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6"/>
          <p:cNvSpPr txBox="1"/>
          <p:nvPr>
            <p:ph idx="2"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9" name="Google Shape;389;p36"/>
          <p:cNvGrpSpPr/>
          <p:nvPr/>
        </p:nvGrpSpPr>
        <p:grpSpPr>
          <a:xfrm>
            <a:off x="7834231" y="1285"/>
            <a:ext cx="828900" cy="576065"/>
            <a:chOff x="7801496" y="1285"/>
            <a:chExt cx="828900" cy="576065"/>
          </a:xfrm>
        </p:grpSpPr>
        <p:pic>
          <p:nvPicPr>
            <p:cNvPr id="390" name="Google Shape;390;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91" name="Google Shape;391;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92" name="Google Shape;392;p36"/>
          <p:cNvGrpSpPr/>
          <p:nvPr/>
        </p:nvGrpSpPr>
        <p:grpSpPr>
          <a:xfrm>
            <a:off x="8635663" y="1285"/>
            <a:ext cx="499700" cy="576065"/>
            <a:chOff x="8635663" y="1285"/>
            <a:chExt cx="499700" cy="576065"/>
          </a:xfrm>
        </p:grpSpPr>
        <p:pic>
          <p:nvPicPr>
            <p:cNvPr id="393" name="Google Shape;393;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4" name="Google Shape;394;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
        <p:nvSpPr>
          <p:cNvPr id="395" name="Google Shape;395;p36"/>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6" name="Google Shape;396;p36"/>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397" name="Google Shape;397;p36"/>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98" name="Shape 398"/>
        <p:cNvGrpSpPr/>
        <p:nvPr/>
      </p:nvGrpSpPr>
      <p:grpSpPr>
        <a:xfrm>
          <a:off x="0" y="0"/>
          <a:ext cx="0" cy="0"/>
          <a:chOff x="0" y="0"/>
          <a:chExt cx="0" cy="0"/>
        </a:xfrm>
      </p:grpSpPr>
      <p:sp>
        <p:nvSpPr>
          <p:cNvPr id="399" name="Google Shape;399;p3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3" name="Google Shape;403;p37"/>
          <p:cNvGrpSpPr/>
          <p:nvPr/>
        </p:nvGrpSpPr>
        <p:grpSpPr>
          <a:xfrm>
            <a:off x="7834231" y="1285"/>
            <a:ext cx="828900" cy="576065"/>
            <a:chOff x="7801496" y="1285"/>
            <a:chExt cx="828900" cy="576065"/>
          </a:xfrm>
        </p:grpSpPr>
        <p:pic>
          <p:nvPicPr>
            <p:cNvPr id="404" name="Google Shape;404;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5" name="Google Shape;405;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06" name="Google Shape;406;p37"/>
          <p:cNvGrpSpPr/>
          <p:nvPr/>
        </p:nvGrpSpPr>
        <p:grpSpPr>
          <a:xfrm>
            <a:off x="8635663" y="1285"/>
            <a:ext cx="499700" cy="576065"/>
            <a:chOff x="8635663" y="1285"/>
            <a:chExt cx="499700" cy="576065"/>
          </a:xfrm>
        </p:grpSpPr>
        <p:pic>
          <p:nvPicPr>
            <p:cNvPr id="407" name="Google Shape;407;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8" name="Google Shape;408;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09" name="Google Shape;409;p37"/>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0" name="Google Shape;410;p37"/>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1" name="Google Shape;411;p37"/>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12" name="Google Shape;412;p37"/>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413" name="Shape 413"/>
        <p:cNvGrpSpPr/>
        <p:nvPr/>
      </p:nvGrpSpPr>
      <p:grpSpPr>
        <a:xfrm>
          <a:off x="0" y="0"/>
          <a:ext cx="0" cy="0"/>
          <a:chOff x="0" y="0"/>
          <a:chExt cx="0" cy="0"/>
        </a:xfrm>
      </p:grpSpPr>
      <p:sp>
        <p:nvSpPr>
          <p:cNvPr id="414" name="Google Shape;414;p3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5" name="Google Shape;415;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18" name="Google Shape;418;p38"/>
          <p:cNvGrpSpPr/>
          <p:nvPr/>
        </p:nvGrpSpPr>
        <p:grpSpPr>
          <a:xfrm>
            <a:off x="7834231" y="1285"/>
            <a:ext cx="828900" cy="576065"/>
            <a:chOff x="7801496" y="1285"/>
            <a:chExt cx="828900" cy="576065"/>
          </a:xfrm>
        </p:grpSpPr>
        <p:pic>
          <p:nvPicPr>
            <p:cNvPr id="419" name="Google Shape;419;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20" name="Google Shape;420;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21" name="Google Shape;421;p38"/>
          <p:cNvGrpSpPr/>
          <p:nvPr/>
        </p:nvGrpSpPr>
        <p:grpSpPr>
          <a:xfrm>
            <a:off x="8635663" y="1285"/>
            <a:ext cx="499700" cy="576065"/>
            <a:chOff x="8635663" y="1285"/>
            <a:chExt cx="499700" cy="576065"/>
          </a:xfrm>
        </p:grpSpPr>
        <p:pic>
          <p:nvPicPr>
            <p:cNvPr id="422" name="Google Shape;422;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23" name="Google Shape;423;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24" name="Google Shape;424;p38"/>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8"/>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8"/>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27" name="Google Shape;427;p38"/>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428" name="Shape 428"/>
        <p:cNvGrpSpPr/>
        <p:nvPr/>
      </p:nvGrpSpPr>
      <p:grpSpPr>
        <a:xfrm>
          <a:off x="0" y="0"/>
          <a:ext cx="0" cy="0"/>
          <a:chOff x="0" y="0"/>
          <a:chExt cx="0" cy="0"/>
        </a:xfrm>
      </p:grpSpPr>
      <p:sp>
        <p:nvSpPr>
          <p:cNvPr id="429" name="Google Shape;429;p3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1" name="Google Shape;431;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9"/>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33" name="Google Shape;433;p39"/>
          <p:cNvGrpSpPr/>
          <p:nvPr/>
        </p:nvGrpSpPr>
        <p:grpSpPr>
          <a:xfrm>
            <a:off x="7834231" y="1285"/>
            <a:ext cx="828900" cy="576065"/>
            <a:chOff x="7801496" y="1285"/>
            <a:chExt cx="828900" cy="576065"/>
          </a:xfrm>
        </p:grpSpPr>
        <p:pic>
          <p:nvPicPr>
            <p:cNvPr id="434" name="Google Shape;434;p3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35" name="Google Shape;435;p3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36" name="Google Shape;436;p39"/>
          <p:cNvGrpSpPr/>
          <p:nvPr/>
        </p:nvGrpSpPr>
        <p:grpSpPr>
          <a:xfrm>
            <a:off x="8635663" y="1285"/>
            <a:ext cx="499700" cy="576065"/>
            <a:chOff x="8635663" y="1285"/>
            <a:chExt cx="499700" cy="576065"/>
          </a:xfrm>
        </p:grpSpPr>
        <p:pic>
          <p:nvPicPr>
            <p:cNvPr id="437" name="Google Shape;437;p3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38" name="Google Shape;438;p3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
        <p:nvSpPr>
          <p:cNvPr id="439" name="Google Shape;439;p39"/>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9"/>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9"/>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42" name="Google Shape;442;p39"/>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43" name="Shape 443"/>
        <p:cNvGrpSpPr/>
        <p:nvPr/>
      </p:nvGrpSpPr>
      <p:grpSpPr>
        <a:xfrm>
          <a:off x="0" y="0"/>
          <a:ext cx="0" cy="0"/>
          <a:chOff x="0" y="0"/>
          <a:chExt cx="0" cy="0"/>
        </a:xfrm>
      </p:grpSpPr>
      <p:pic>
        <p:nvPicPr>
          <p:cNvPr id="444" name="Google Shape;444;p40"/>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45" name="Google Shape;445;p40"/>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46" name="Google Shape;446;p4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47" name="Google Shape;4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9" name="Google Shape;44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50" name="Google Shape;450;p40"/>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51" name="Google Shape;451;p40"/>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52" name="Google Shape;45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53" name="Google Shape;45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54" name="Google Shape;45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55" name="Google Shape;455;p4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56" name="Google Shape;456;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57" name="Google Shape;457;p4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0"/>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59" name="Shape 459"/>
        <p:cNvGrpSpPr/>
        <p:nvPr/>
      </p:nvGrpSpPr>
      <p:grpSpPr>
        <a:xfrm>
          <a:off x="0" y="0"/>
          <a:ext cx="0" cy="0"/>
          <a:chOff x="0" y="0"/>
          <a:chExt cx="0" cy="0"/>
        </a:xfrm>
      </p:grpSpPr>
      <p:pic>
        <p:nvPicPr>
          <p:cNvPr id="460" name="Google Shape;460;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1" name="Google Shape;461;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2" name="Google Shape;462;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3" name="Google Shape;463;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pic>
        <p:nvPicPr>
          <p:cNvPr id="464" name="Google Shape;464;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65" name="Google Shape;465;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66" name="Google Shape;466;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67" name="Google Shape;467;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8" name="Google Shape;468;p41"/>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9" name="Google Shape;469;p41"/>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0" name="Google Shape;470;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71" name="Google Shape;471;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72" name="Google Shape;472;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73" name="Google Shape;473;p4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4" name="Google Shape;474;p41"/>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75" name="Shape 475"/>
        <p:cNvGrpSpPr/>
        <p:nvPr/>
      </p:nvGrpSpPr>
      <p:grpSpPr>
        <a:xfrm>
          <a:off x="0" y="0"/>
          <a:ext cx="0" cy="0"/>
          <a:chOff x="0" y="0"/>
          <a:chExt cx="0" cy="0"/>
        </a:xfrm>
      </p:grpSpPr>
      <p:pic>
        <p:nvPicPr>
          <p:cNvPr id="476" name="Google Shape;476;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8" name="Google Shape;478;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9" name="Google Shape;479;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pic>
        <p:nvPicPr>
          <p:cNvPr id="480" name="Google Shape;480;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81" name="Google Shape;481;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82" name="Google Shape;482;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83" name="Google Shape;483;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84" name="Google Shape;484;p42"/>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85" name="Google Shape;485;p42"/>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87" name="Google Shape;487;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88" name="Google Shape;488;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89" name="Google Shape;489;p4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0" name="Google Shape;490;p42"/>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91" name="Shape 491"/>
        <p:cNvGrpSpPr/>
        <p:nvPr/>
      </p:nvGrpSpPr>
      <p:grpSpPr>
        <a:xfrm>
          <a:off x="0" y="0"/>
          <a:ext cx="0" cy="0"/>
          <a:chOff x="0" y="0"/>
          <a:chExt cx="0" cy="0"/>
        </a:xfrm>
      </p:grpSpPr>
      <p:pic>
        <p:nvPicPr>
          <p:cNvPr id="492" name="Google Shape;49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93" name="Google Shape;49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95" name="Google Shape;495;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pic>
        <p:nvPicPr>
          <p:cNvPr id="496" name="Google Shape;496;p43"/>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97" name="Google Shape;497;p43"/>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98" name="Google Shape;498;p43"/>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99" name="Google Shape;499;p43"/>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500" name="Google Shape;500;p43"/>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501" name="Google Shape;501;p43"/>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2" name="Google Shape;502;p4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503" name="Google Shape;503;p43"/>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504" name="Google Shape;504;p43"/>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505" name="Google Shape;505;p4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43"/>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507" name="Shape 507"/>
        <p:cNvGrpSpPr/>
        <p:nvPr/>
      </p:nvGrpSpPr>
      <p:grpSpPr>
        <a:xfrm>
          <a:off x="0" y="0"/>
          <a:ext cx="0" cy="0"/>
          <a:chOff x="0" y="0"/>
          <a:chExt cx="0" cy="0"/>
        </a:xfrm>
      </p:grpSpPr>
      <p:pic>
        <p:nvPicPr>
          <p:cNvPr id="508" name="Google Shape;508;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09" name="Google Shape;509;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4"/>
          <p:cNvSpPr txBox="1"/>
          <p:nvPr>
            <p:ph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11" name="Google Shape;511;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12" name="Google Shape;512;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13" name="Google Shape;513;p44"/>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4" name="Google Shape;514;p44"/>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5" name="Google Shape;515;p44"/>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6" name="Google Shape;516;p44"/>
          <p:cNvGrpSpPr/>
          <p:nvPr/>
        </p:nvGrpSpPr>
        <p:grpSpPr>
          <a:xfrm>
            <a:off x="323653" y="1804438"/>
            <a:ext cx="457200" cy="457200"/>
            <a:chOff x="1020916" y="1442088"/>
            <a:chExt cx="457200" cy="457200"/>
          </a:xfrm>
        </p:grpSpPr>
        <p:pic>
          <p:nvPicPr>
            <p:cNvPr id="517" name="Google Shape;51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9" name="Google Shape;519;p44"/>
          <p:cNvGrpSpPr/>
          <p:nvPr/>
        </p:nvGrpSpPr>
        <p:grpSpPr>
          <a:xfrm>
            <a:off x="323653" y="2766575"/>
            <a:ext cx="457200" cy="457200"/>
            <a:chOff x="1020916" y="1442088"/>
            <a:chExt cx="457200" cy="457200"/>
          </a:xfrm>
        </p:grpSpPr>
        <p:pic>
          <p:nvPicPr>
            <p:cNvPr id="520" name="Google Shape;52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22" name="Google Shape;522;p44"/>
          <p:cNvGrpSpPr/>
          <p:nvPr/>
        </p:nvGrpSpPr>
        <p:grpSpPr>
          <a:xfrm>
            <a:off x="323641" y="3729038"/>
            <a:ext cx="457200" cy="457200"/>
            <a:chOff x="1020916" y="1442088"/>
            <a:chExt cx="457200" cy="457200"/>
          </a:xfrm>
        </p:grpSpPr>
        <p:pic>
          <p:nvPicPr>
            <p:cNvPr id="523" name="Google Shape;52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25" name="Google Shape;525;p44"/>
          <p:cNvSpPr txBox="1"/>
          <p:nvPr>
            <p:ph idx="4"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44"/>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527" name="Shape 527"/>
        <p:cNvGrpSpPr/>
        <p:nvPr/>
      </p:nvGrpSpPr>
      <p:grpSpPr>
        <a:xfrm>
          <a:off x="0" y="0"/>
          <a:ext cx="0" cy="0"/>
          <a:chOff x="0" y="0"/>
          <a:chExt cx="0" cy="0"/>
        </a:xfrm>
      </p:grpSpPr>
      <p:pic>
        <p:nvPicPr>
          <p:cNvPr id="528" name="Google Shape;5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9" name="Google Shape;5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0" name="Google Shape;530;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1" name="Google Shape;531;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32" name="Google Shape;532;p45"/>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5"/>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5"/>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5" name="Google Shape;535;p45"/>
          <p:cNvGrpSpPr/>
          <p:nvPr/>
        </p:nvGrpSpPr>
        <p:grpSpPr>
          <a:xfrm>
            <a:off x="323653" y="1804438"/>
            <a:ext cx="457200" cy="457200"/>
            <a:chOff x="1020916" y="1442088"/>
            <a:chExt cx="457200" cy="457200"/>
          </a:xfrm>
        </p:grpSpPr>
        <p:pic>
          <p:nvPicPr>
            <p:cNvPr id="536" name="Google Shape;53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8" name="Google Shape;538;p45"/>
          <p:cNvGrpSpPr/>
          <p:nvPr/>
        </p:nvGrpSpPr>
        <p:grpSpPr>
          <a:xfrm>
            <a:off x="323653" y="2766575"/>
            <a:ext cx="457200" cy="457200"/>
            <a:chOff x="1020916" y="1442088"/>
            <a:chExt cx="457200" cy="457200"/>
          </a:xfrm>
        </p:grpSpPr>
        <p:pic>
          <p:nvPicPr>
            <p:cNvPr id="539" name="Google Shape;53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1" name="Google Shape;541;p45"/>
          <p:cNvGrpSpPr/>
          <p:nvPr/>
        </p:nvGrpSpPr>
        <p:grpSpPr>
          <a:xfrm>
            <a:off x="323641" y="3729038"/>
            <a:ext cx="457200" cy="457200"/>
            <a:chOff x="1020916" y="1442088"/>
            <a:chExt cx="457200" cy="457200"/>
          </a:xfrm>
        </p:grpSpPr>
        <p:pic>
          <p:nvPicPr>
            <p:cNvPr id="542" name="Google Shape;54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44" name="Google Shape;544;p4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45"/>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6" name="Google Shape;546;p45"/>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47" name="Shape 547"/>
        <p:cNvGrpSpPr/>
        <p:nvPr/>
      </p:nvGrpSpPr>
      <p:grpSpPr>
        <a:xfrm>
          <a:off x="0" y="0"/>
          <a:ext cx="0" cy="0"/>
          <a:chOff x="0" y="0"/>
          <a:chExt cx="0" cy="0"/>
        </a:xfrm>
      </p:grpSpPr>
      <p:pic>
        <p:nvPicPr>
          <p:cNvPr id="548" name="Google Shape;548;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49" name="Google Shape;549;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0" name="Google Shape;550;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1" name="Google Shape;551;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2" name="Google Shape;552;p46"/>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3" name="Google Shape;553;p46"/>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4" name="Google Shape;554;p46"/>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5" name="Google Shape;555;p46"/>
          <p:cNvGrpSpPr/>
          <p:nvPr/>
        </p:nvGrpSpPr>
        <p:grpSpPr>
          <a:xfrm>
            <a:off x="323653" y="1804438"/>
            <a:ext cx="457200" cy="457200"/>
            <a:chOff x="1020916" y="1442088"/>
            <a:chExt cx="457200" cy="457200"/>
          </a:xfrm>
        </p:grpSpPr>
        <p:pic>
          <p:nvPicPr>
            <p:cNvPr id="556" name="Google Shape;55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6"/>
          <p:cNvGrpSpPr/>
          <p:nvPr/>
        </p:nvGrpSpPr>
        <p:grpSpPr>
          <a:xfrm>
            <a:off x="323653" y="2766575"/>
            <a:ext cx="457200" cy="457200"/>
            <a:chOff x="1020916" y="1442088"/>
            <a:chExt cx="457200" cy="457200"/>
          </a:xfrm>
        </p:grpSpPr>
        <p:pic>
          <p:nvPicPr>
            <p:cNvPr id="559" name="Google Shape;55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6"/>
          <p:cNvGrpSpPr/>
          <p:nvPr/>
        </p:nvGrpSpPr>
        <p:grpSpPr>
          <a:xfrm>
            <a:off x="323641" y="3729038"/>
            <a:ext cx="457200" cy="457200"/>
            <a:chOff x="1020916" y="1442088"/>
            <a:chExt cx="457200" cy="457200"/>
          </a:xfrm>
        </p:grpSpPr>
        <p:pic>
          <p:nvPicPr>
            <p:cNvPr id="562" name="Google Shape;562;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64" name="Google Shape;564;p4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5" name="Google Shape;565;p46"/>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6" name="Google Shape;566;p46"/>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67" name="Shape 567"/>
        <p:cNvGrpSpPr/>
        <p:nvPr/>
      </p:nvGrpSpPr>
      <p:grpSpPr>
        <a:xfrm>
          <a:off x="0" y="0"/>
          <a:ext cx="0" cy="0"/>
          <a:chOff x="0" y="0"/>
          <a:chExt cx="0" cy="0"/>
        </a:xfrm>
      </p:grpSpPr>
      <p:pic>
        <p:nvPicPr>
          <p:cNvPr id="568" name="Google Shape;568;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1" name="Google Shape;571;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72" name="Google Shape;572;p47"/>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7"/>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7"/>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7"/>
          <p:cNvGrpSpPr/>
          <p:nvPr/>
        </p:nvGrpSpPr>
        <p:grpSpPr>
          <a:xfrm>
            <a:off x="323653" y="1804438"/>
            <a:ext cx="457200" cy="457200"/>
            <a:chOff x="1020916" y="1442088"/>
            <a:chExt cx="457200" cy="457200"/>
          </a:xfrm>
        </p:grpSpPr>
        <p:pic>
          <p:nvPicPr>
            <p:cNvPr id="576" name="Google Shape;57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7"/>
          <p:cNvGrpSpPr/>
          <p:nvPr/>
        </p:nvGrpSpPr>
        <p:grpSpPr>
          <a:xfrm>
            <a:off x="323653" y="2766575"/>
            <a:ext cx="457200" cy="457200"/>
            <a:chOff x="1020916" y="1442088"/>
            <a:chExt cx="457200" cy="457200"/>
          </a:xfrm>
        </p:grpSpPr>
        <p:pic>
          <p:nvPicPr>
            <p:cNvPr id="579" name="Google Shape;57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7"/>
          <p:cNvGrpSpPr/>
          <p:nvPr/>
        </p:nvGrpSpPr>
        <p:grpSpPr>
          <a:xfrm>
            <a:off x="323641" y="3729038"/>
            <a:ext cx="457200" cy="457200"/>
            <a:chOff x="1020916" y="1442088"/>
            <a:chExt cx="457200" cy="457200"/>
          </a:xfrm>
        </p:grpSpPr>
        <p:pic>
          <p:nvPicPr>
            <p:cNvPr id="582" name="Google Shape;58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84" name="Google Shape;584;p4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47"/>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47"/>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87" name="Shape 587"/>
        <p:cNvGrpSpPr/>
        <p:nvPr/>
      </p:nvGrpSpPr>
      <p:grpSpPr>
        <a:xfrm>
          <a:off x="0" y="0"/>
          <a:ext cx="0" cy="0"/>
          <a:chOff x="0" y="0"/>
          <a:chExt cx="0" cy="0"/>
        </a:xfrm>
      </p:grpSpPr>
      <p:pic>
        <p:nvPicPr>
          <p:cNvPr id="588" name="Google Shape;588;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89" name="Google Shape;589;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0" name="Google Shape;590;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8"/>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3" name="Google Shape;593;p48"/>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4" name="Google Shape;594;p48"/>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8"/>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6" name="Google Shape;596;p48"/>
          <p:cNvGrpSpPr/>
          <p:nvPr/>
        </p:nvGrpSpPr>
        <p:grpSpPr>
          <a:xfrm>
            <a:off x="323653" y="1652038"/>
            <a:ext cx="457200" cy="457200"/>
            <a:chOff x="1020916" y="1442088"/>
            <a:chExt cx="457200" cy="457200"/>
          </a:xfrm>
        </p:grpSpPr>
        <p:pic>
          <p:nvPicPr>
            <p:cNvPr id="597" name="Google Shape;597;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8"/>
          <p:cNvGrpSpPr/>
          <p:nvPr/>
        </p:nvGrpSpPr>
        <p:grpSpPr>
          <a:xfrm>
            <a:off x="323653" y="2461775"/>
            <a:ext cx="457200" cy="457200"/>
            <a:chOff x="1020916" y="1442088"/>
            <a:chExt cx="457200" cy="457200"/>
          </a:xfrm>
        </p:grpSpPr>
        <p:pic>
          <p:nvPicPr>
            <p:cNvPr id="600" name="Google Shape;600;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8"/>
          <p:cNvGrpSpPr/>
          <p:nvPr/>
        </p:nvGrpSpPr>
        <p:grpSpPr>
          <a:xfrm>
            <a:off x="323641" y="3271838"/>
            <a:ext cx="457200" cy="457200"/>
            <a:chOff x="1020916" y="1442088"/>
            <a:chExt cx="457200" cy="457200"/>
          </a:xfrm>
        </p:grpSpPr>
        <p:pic>
          <p:nvPicPr>
            <p:cNvPr id="603" name="Google Shape;603;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5" name="Google Shape;605;p48"/>
          <p:cNvGrpSpPr/>
          <p:nvPr/>
        </p:nvGrpSpPr>
        <p:grpSpPr>
          <a:xfrm>
            <a:off x="323641" y="4081763"/>
            <a:ext cx="457200" cy="457200"/>
            <a:chOff x="1020916" y="1442088"/>
            <a:chExt cx="457200" cy="457200"/>
          </a:xfrm>
        </p:grpSpPr>
        <p:pic>
          <p:nvPicPr>
            <p:cNvPr id="606" name="Google Shape;60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7" name="Google Shape;60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08" name="Google Shape;608;p4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8"/>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0" name="Google Shape;610;p48"/>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611" name="Shape 611"/>
        <p:cNvGrpSpPr/>
        <p:nvPr/>
      </p:nvGrpSpPr>
      <p:grpSpPr>
        <a:xfrm>
          <a:off x="0" y="0"/>
          <a:ext cx="0" cy="0"/>
          <a:chOff x="0" y="0"/>
          <a:chExt cx="0" cy="0"/>
        </a:xfrm>
      </p:grpSpPr>
      <p:pic>
        <p:nvPicPr>
          <p:cNvPr id="612" name="Google Shape;612;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3" name="Google Shape;613;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4" name="Google Shape;614;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16" name="Google Shape;616;p49"/>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7" name="Google Shape;617;p49"/>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49"/>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49"/>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0" name="Google Shape;620;p49"/>
          <p:cNvGrpSpPr/>
          <p:nvPr/>
        </p:nvGrpSpPr>
        <p:grpSpPr>
          <a:xfrm>
            <a:off x="323653" y="1652038"/>
            <a:ext cx="457200" cy="457200"/>
            <a:chOff x="1020916" y="1442088"/>
            <a:chExt cx="457200" cy="457200"/>
          </a:xfrm>
        </p:grpSpPr>
        <p:pic>
          <p:nvPicPr>
            <p:cNvPr id="621" name="Google Shape;621;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2" name="Google Shape;622;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3" name="Google Shape;623;p49"/>
          <p:cNvGrpSpPr/>
          <p:nvPr/>
        </p:nvGrpSpPr>
        <p:grpSpPr>
          <a:xfrm>
            <a:off x="323653" y="2461775"/>
            <a:ext cx="457200" cy="457200"/>
            <a:chOff x="1020916" y="1442088"/>
            <a:chExt cx="457200" cy="457200"/>
          </a:xfrm>
        </p:grpSpPr>
        <p:pic>
          <p:nvPicPr>
            <p:cNvPr id="624" name="Google Shape;624;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5" name="Google Shape;625;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6" name="Google Shape;626;p49"/>
          <p:cNvGrpSpPr/>
          <p:nvPr/>
        </p:nvGrpSpPr>
        <p:grpSpPr>
          <a:xfrm>
            <a:off x="323641" y="3271838"/>
            <a:ext cx="457200" cy="457200"/>
            <a:chOff x="1020916" y="1442088"/>
            <a:chExt cx="457200" cy="457200"/>
          </a:xfrm>
        </p:grpSpPr>
        <p:pic>
          <p:nvPicPr>
            <p:cNvPr id="627" name="Google Shape;627;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8" name="Google Shape;628;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29" name="Google Shape;629;p49"/>
          <p:cNvGrpSpPr/>
          <p:nvPr/>
        </p:nvGrpSpPr>
        <p:grpSpPr>
          <a:xfrm>
            <a:off x="323641" y="4081763"/>
            <a:ext cx="457200" cy="457200"/>
            <a:chOff x="1020916" y="1442088"/>
            <a:chExt cx="457200" cy="457200"/>
          </a:xfrm>
        </p:grpSpPr>
        <p:pic>
          <p:nvPicPr>
            <p:cNvPr id="630" name="Google Shape;630;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1" name="Google Shape;631;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32" name="Google Shape;632;p4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3" name="Google Shape;633;p49"/>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4" name="Google Shape;634;p49"/>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635" name="Shape 635"/>
        <p:cNvGrpSpPr/>
        <p:nvPr/>
      </p:nvGrpSpPr>
      <p:grpSpPr>
        <a:xfrm>
          <a:off x="0" y="0"/>
          <a:ext cx="0" cy="0"/>
          <a:chOff x="0" y="0"/>
          <a:chExt cx="0" cy="0"/>
        </a:xfrm>
      </p:grpSpPr>
      <p:pic>
        <p:nvPicPr>
          <p:cNvPr id="636" name="Google Shape;63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0"/>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9" name="Google Shape;639;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41" name="Google Shape;641;p50"/>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2" name="Google Shape;642;p50"/>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3" name="Google Shape;643;p50"/>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4" name="Google Shape;644;p50"/>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45" name="Google Shape;645;p50"/>
          <p:cNvGrpSpPr/>
          <p:nvPr/>
        </p:nvGrpSpPr>
        <p:grpSpPr>
          <a:xfrm>
            <a:off x="323653" y="1652038"/>
            <a:ext cx="457200" cy="457200"/>
            <a:chOff x="1020916" y="1442088"/>
            <a:chExt cx="457200" cy="457200"/>
          </a:xfrm>
        </p:grpSpPr>
        <p:pic>
          <p:nvPicPr>
            <p:cNvPr id="646" name="Google Shape;646;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7" name="Google Shape;647;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8" name="Google Shape;648;p50"/>
          <p:cNvGrpSpPr/>
          <p:nvPr/>
        </p:nvGrpSpPr>
        <p:grpSpPr>
          <a:xfrm>
            <a:off x="323653" y="2461775"/>
            <a:ext cx="457200" cy="457200"/>
            <a:chOff x="1020916" y="1442088"/>
            <a:chExt cx="457200" cy="457200"/>
          </a:xfrm>
        </p:grpSpPr>
        <p:pic>
          <p:nvPicPr>
            <p:cNvPr id="649" name="Google Shape;649;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0" name="Google Shape;650;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51" name="Google Shape;651;p50"/>
          <p:cNvGrpSpPr/>
          <p:nvPr/>
        </p:nvGrpSpPr>
        <p:grpSpPr>
          <a:xfrm>
            <a:off x="323641" y="3271838"/>
            <a:ext cx="457200" cy="457200"/>
            <a:chOff x="1020916" y="1442088"/>
            <a:chExt cx="457200" cy="457200"/>
          </a:xfrm>
        </p:grpSpPr>
        <p:pic>
          <p:nvPicPr>
            <p:cNvPr id="652" name="Google Shape;65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3" name="Google Shape;65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54" name="Google Shape;654;p50"/>
          <p:cNvGrpSpPr/>
          <p:nvPr/>
        </p:nvGrpSpPr>
        <p:grpSpPr>
          <a:xfrm>
            <a:off x="323641" y="4081763"/>
            <a:ext cx="457200" cy="457200"/>
            <a:chOff x="1020916" y="1442088"/>
            <a:chExt cx="457200" cy="457200"/>
          </a:xfrm>
        </p:grpSpPr>
        <p:pic>
          <p:nvPicPr>
            <p:cNvPr id="655" name="Google Shape;65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6" name="Google Shape;65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57" name="Google Shape;657;p50"/>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8" name="Google Shape;658;p50"/>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59" name="Shape 659"/>
        <p:cNvGrpSpPr/>
        <p:nvPr/>
      </p:nvGrpSpPr>
      <p:grpSpPr>
        <a:xfrm>
          <a:off x="0" y="0"/>
          <a:ext cx="0" cy="0"/>
          <a:chOff x="0" y="0"/>
          <a:chExt cx="0" cy="0"/>
        </a:xfrm>
      </p:grpSpPr>
      <p:pic>
        <p:nvPicPr>
          <p:cNvPr id="660" name="Google Shape;660;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1" name="Google Shape;661;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1"/>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63" name="Google Shape;663;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65" name="Google Shape;665;p51"/>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6" name="Google Shape;666;p51"/>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7" name="Google Shape;667;p51"/>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8" name="Google Shape;668;p51"/>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69" name="Google Shape;669;p51"/>
          <p:cNvGrpSpPr/>
          <p:nvPr/>
        </p:nvGrpSpPr>
        <p:grpSpPr>
          <a:xfrm>
            <a:off x="323653" y="1652038"/>
            <a:ext cx="457200" cy="457200"/>
            <a:chOff x="1020916" y="1442088"/>
            <a:chExt cx="457200" cy="457200"/>
          </a:xfrm>
        </p:grpSpPr>
        <p:pic>
          <p:nvPicPr>
            <p:cNvPr id="670" name="Google Shape;67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1" name="Google Shape;67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72" name="Google Shape;672;p51"/>
          <p:cNvGrpSpPr/>
          <p:nvPr/>
        </p:nvGrpSpPr>
        <p:grpSpPr>
          <a:xfrm>
            <a:off x="323653" y="2461775"/>
            <a:ext cx="457200" cy="457200"/>
            <a:chOff x="1020916" y="1442088"/>
            <a:chExt cx="457200" cy="457200"/>
          </a:xfrm>
        </p:grpSpPr>
        <p:pic>
          <p:nvPicPr>
            <p:cNvPr id="673" name="Google Shape;673;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4" name="Google Shape;674;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75" name="Google Shape;675;p51"/>
          <p:cNvGrpSpPr/>
          <p:nvPr/>
        </p:nvGrpSpPr>
        <p:grpSpPr>
          <a:xfrm>
            <a:off x="323641" y="3271838"/>
            <a:ext cx="457200" cy="457200"/>
            <a:chOff x="1020916" y="1442088"/>
            <a:chExt cx="457200" cy="457200"/>
          </a:xfrm>
        </p:grpSpPr>
        <p:pic>
          <p:nvPicPr>
            <p:cNvPr id="676" name="Google Shape;676;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7" name="Google Shape;677;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78" name="Google Shape;678;p51"/>
          <p:cNvGrpSpPr/>
          <p:nvPr/>
        </p:nvGrpSpPr>
        <p:grpSpPr>
          <a:xfrm>
            <a:off x="323641" y="4081763"/>
            <a:ext cx="457200" cy="457200"/>
            <a:chOff x="1020916" y="1442088"/>
            <a:chExt cx="457200" cy="457200"/>
          </a:xfrm>
        </p:grpSpPr>
        <p:pic>
          <p:nvPicPr>
            <p:cNvPr id="679" name="Google Shape;679;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0" name="Google Shape;680;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81" name="Google Shape;681;p51"/>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2" name="Google Shape;682;p51"/>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83" name="Shape 683"/>
        <p:cNvGrpSpPr/>
        <p:nvPr/>
      </p:nvGrpSpPr>
      <p:grpSpPr>
        <a:xfrm>
          <a:off x="0" y="0"/>
          <a:ext cx="0" cy="0"/>
          <a:chOff x="0" y="0"/>
          <a:chExt cx="0" cy="0"/>
        </a:xfrm>
      </p:grpSpPr>
      <p:pic>
        <p:nvPicPr>
          <p:cNvPr id="684" name="Google Shape;684;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5" name="Google Shape;685;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6" name="Google Shape;68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7" name="Google Shape;68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88" name="Google Shape;688;p52"/>
          <p:cNvSpPr/>
          <p:nvPr>
            <p:ph idx="2" type="pic"/>
          </p:nvPr>
        </p:nvSpPr>
        <p:spPr>
          <a:xfrm>
            <a:off x="324000" y="1893950"/>
            <a:ext cx="2555400" cy="1939500"/>
          </a:xfrm>
          <a:prstGeom prst="rect">
            <a:avLst/>
          </a:prstGeom>
          <a:noFill/>
          <a:ln>
            <a:noFill/>
          </a:ln>
        </p:spPr>
      </p:sp>
      <p:sp>
        <p:nvSpPr>
          <p:cNvPr id="689" name="Google Shape;689;p52"/>
          <p:cNvSpPr/>
          <p:nvPr>
            <p:ph idx="3" type="pic"/>
          </p:nvPr>
        </p:nvSpPr>
        <p:spPr>
          <a:xfrm>
            <a:off x="6256800" y="1893950"/>
            <a:ext cx="2555400" cy="1939500"/>
          </a:xfrm>
          <a:prstGeom prst="rect">
            <a:avLst/>
          </a:prstGeom>
          <a:noFill/>
          <a:ln>
            <a:noFill/>
          </a:ln>
        </p:spPr>
      </p:sp>
      <p:sp>
        <p:nvSpPr>
          <p:cNvPr id="690" name="Google Shape;690;p52"/>
          <p:cNvSpPr/>
          <p:nvPr>
            <p:ph idx="4" type="pic"/>
          </p:nvPr>
        </p:nvSpPr>
        <p:spPr>
          <a:xfrm>
            <a:off x="3294300" y="1893950"/>
            <a:ext cx="2555400" cy="1939500"/>
          </a:xfrm>
          <a:prstGeom prst="rect">
            <a:avLst/>
          </a:prstGeom>
          <a:noFill/>
          <a:ln>
            <a:noFill/>
          </a:ln>
        </p:spPr>
      </p:sp>
      <p:grpSp>
        <p:nvGrpSpPr>
          <p:cNvPr id="691" name="Google Shape;691;p52"/>
          <p:cNvGrpSpPr/>
          <p:nvPr/>
        </p:nvGrpSpPr>
        <p:grpSpPr>
          <a:xfrm>
            <a:off x="1381028" y="4148538"/>
            <a:ext cx="457200" cy="457200"/>
            <a:chOff x="1020916" y="1442088"/>
            <a:chExt cx="457200" cy="457200"/>
          </a:xfrm>
        </p:grpSpPr>
        <p:pic>
          <p:nvPicPr>
            <p:cNvPr id="692" name="Google Shape;692;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3" name="Google Shape;693;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94" name="Google Shape;694;p52"/>
          <p:cNvGrpSpPr/>
          <p:nvPr/>
        </p:nvGrpSpPr>
        <p:grpSpPr>
          <a:xfrm>
            <a:off x="4331066" y="4148550"/>
            <a:ext cx="457200" cy="457200"/>
            <a:chOff x="1020916" y="1442088"/>
            <a:chExt cx="457200" cy="457200"/>
          </a:xfrm>
        </p:grpSpPr>
        <p:pic>
          <p:nvPicPr>
            <p:cNvPr id="695" name="Google Shape;695;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6" name="Google Shape;696;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97" name="Google Shape;697;p52"/>
          <p:cNvGrpSpPr/>
          <p:nvPr/>
        </p:nvGrpSpPr>
        <p:grpSpPr>
          <a:xfrm>
            <a:off x="7305791" y="4148538"/>
            <a:ext cx="457200" cy="457200"/>
            <a:chOff x="1020916" y="1442088"/>
            <a:chExt cx="457200" cy="457200"/>
          </a:xfrm>
        </p:grpSpPr>
        <p:pic>
          <p:nvPicPr>
            <p:cNvPr id="698" name="Google Shape;698;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9" name="Google Shape;699;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00" name="Google Shape;700;p5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1" name="Google Shape;701;p52"/>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2" name="Google Shape;702;p52"/>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703" name="Shape 703"/>
        <p:cNvGrpSpPr/>
        <p:nvPr/>
      </p:nvGrpSpPr>
      <p:grpSpPr>
        <a:xfrm>
          <a:off x="0" y="0"/>
          <a:ext cx="0" cy="0"/>
          <a:chOff x="0" y="0"/>
          <a:chExt cx="0" cy="0"/>
        </a:xfrm>
      </p:grpSpPr>
      <p:pic>
        <p:nvPicPr>
          <p:cNvPr id="704" name="Google Shape;704;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5" name="Google Shape;705;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7" name="Google Shape;707;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08" name="Google Shape;708;p53"/>
          <p:cNvSpPr/>
          <p:nvPr>
            <p:ph idx="2" type="pic"/>
          </p:nvPr>
        </p:nvSpPr>
        <p:spPr>
          <a:xfrm>
            <a:off x="324000" y="1893950"/>
            <a:ext cx="2555400" cy="1939500"/>
          </a:xfrm>
          <a:prstGeom prst="rect">
            <a:avLst/>
          </a:prstGeom>
          <a:noFill/>
          <a:ln>
            <a:noFill/>
          </a:ln>
        </p:spPr>
      </p:sp>
      <p:sp>
        <p:nvSpPr>
          <p:cNvPr id="709" name="Google Shape;709;p53"/>
          <p:cNvSpPr/>
          <p:nvPr>
            <p:ph idx="3" type="pic"/>
          </p:nvPr>
        </p:nvSpPr>
        <p:spPr>
          <a:xfrm>
            <a:off x="6256800" y="1893950"/>
            <a:ext cx="2555400" cy="1939500"/>
          </a:xfrm>
          <a:prstGeom prst="rect">
            <a:avLst/>
          </a:prstGeom>
          <a:noFill/>
          <a:ln>
            <a:noFill/>
          </a:ln>
        </p:spPr>
      </p:sp>
      <p:sp>
        <p:nvSpPr>
          <p:cNvPr id="710" name="Google Shape;710;p53"/>
          <p:cNvSpPr/>
          <p:nvPr>
            <p:ph idx="4" type="pic"/>
          </p:nvPr>
        </p:nvSpPr>
        <p:spPr>
          <a:xfrm>
            <a:off x="3294300" y="1893950"/>
            <a:ext cx="2555400" cy="1939500"/>
          </a:xfrm>
          <a:prstGeom prst="rect">
            <a:avLst/>
          </a:prstGeom>
          <a:noFill/>
          <a:ln>
            <a:noFill/>
          </a:ln>
        </p:spPr>
      </p:sp>
      <p:grpSp>
        <p:nvGrpSpPr>
          <p:cNvPr id="711" name="Google Shape;711;p53"/>
          <p:cNvGrpSpPr/>
          <p:nvPr/>
        </p:nvGrpSpPr>
        <p:grpSpPr>
          <a:xfrm>
            <a:off x="1381028" y="4148538"/>
            <a:ext cx="457200" cy="457200"/>
            <a:chOff x="1020916" y="1442088"/>
            <a:chExt cx="457200" cy="457200"/>
          </a:xfrm>
        </p:grpSpPr>
        <p:pic>
          <p:nvPicPr>
            <p:cNvPr id="712" name="Google Shape;71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3" name="Google Shape;71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14" name="Google Shape;714;p53"/>
          <p:cNvGrpSpPr/>
          <p:nvPr/>
        </p:nvGrpSpPr>
        <p:grpSpPr>
          <a:xfrm>
            <a:off x="4331066" y="4148550"/>
            <a:ext cx="457200" cy="457200"/>
            <a:chOff x="1020916" y="1442088"/>
            <a:chExt cx="457200" cy="457200"/>
          </a:xfrm>
        </p:grpSpPr>
        <p:pic>
          <p:nvPicPr>
            <p:cNvPr id="715" name="Google Shape;71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6" name="Google Shape;71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17" name="Google Shape;717;p53"/>
          <p:cNvGrpSpPr/>
          <p:nvPr/>
        </p:nvGrpSpPr>
        <p:grpSpPr>
          <a:xfrm>
            <a:off x="7305791" y="4148538"/>
            <a:ext cx="457200" cy="457200"/>
            <a:chOff x="1020916" y="1442088"/>
            <a:chExt cx="457200" cy="457200"/>
          </a:xfrm>
        </p:grpSpPr>
        <p:pic>
          <p:nvPicPr>
            <p:cNvPr id="718" name="Google Shape;71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9" name="Google Shape;71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20" name="Google Shape;720;p5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53"/>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53"/>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723" name="Shape 723"/>
        <p:cNvGrpSpPr/>
        <p:nvPr/>
      </p:nvGrpSpPr>
      <p:grpSpPr>
        <a:xfrm>
          <a:off x="0" y="0"/>
          <a:ext cx="0" cy="0"/>
          <a:chOff x="0" y="0"/>
          <a:chExt cx="0" cy="0"/>
        </a:xfrm>
      </p:grpSpPr>
      <p:pic>
        <p:nvPicPr>
          <p:cNvPr id="724" name="Google Shape;724;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6" name="Google Shape;726;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7" name="Google Shape;727;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8" name="Google Shape;728;p54"/>
          <p:cNvSpPr/>
          <p:nvPr>
            <p:ph idx="2" type="pic"/>
          </p:nvPr>
        </p:nvSpPr>
        <p:spPr>
          <a:xfrm>
            <a:off x="324000" y="1893950"/>
            <a:ext cx="2555400" cy="1939500"/>
          </a:xfrm>
          <a:prstGeom prst="rect">
            <a:avLst/>
          </a:prstGeom>
          <a:noFill/>
          <a:ln>
            <a:noFill/>
          </a:ln>
        </p:spPr>
      </p:sp>
      <p:sp>
        <p:nvSpPr>
          <p:cNvPr id="729" name="Google Shape;729;p54"/>
          <p:cNvSpPr/>
          <p:nvPr>
            <p:ph idx="3" type="pic"/>
          </p:nvPr>
        </p:nvSpPr>
        <p:spPr>
          <a:xfrm>
            <a:off x="6256800" y="1893950"/>
            <a:ext cx="2555400" cy="1939500"/>
          </a:xfrm>
          <a:prstGeom prst="rect">
            <a:avLst/>
          </a:prstGeom>
          <a:noFill/>
          <a:ln>
            <a:noFill/>
          </a:ln>
        </p:spPr>
      </p:sp>
      <p:sp>
        <p:nvSpPr>
          <p:cNvPr id="730" name="Google Shape;730;p54"/>
          <p:cNvSpPr/>
          <p:nvPr>
            <p:ph idx="4" type="pic"/>
          </p:nvPr>
        </p:nvSpPr>
        <p:spPr>
          <a:xfrm>
            <a:off x="3294300" y="1893950"/>
            <a:ext cx="2555400" cy="1939500"/>
          </a:xfrm>
          <a:prstGeom prst="rect">
            <a:avLst/>
          </a:prstGeom>
          <a:noFill/>
          <a:ln>
            <a:noFill/>
          </a:ln>
        </p:spPr>
      </p:sp>
      <p:grpSp>
        <p:nvGrpSpPr>
          <p:cNvPr id="731" name="Google Shape;731;p54"/>
          <p:cNvGrpSpPr/>
          <p:nvPr/>
        </p:nvGrpSpPr>
        <p:grpSpPr>
          <a:xfrm>
            <a:off x="1381028" y="4148538"/>
            <a:ext cx="457200" cy="457200"/>
            <a:chOff x="1020916" y="1442088"/>
            <a:chExt cx="457200" cy="457200"/>
          </a:xfrm>
        </p:grpSpPr>
        <p:pic>
          <p:nvPicPr>
            <p:cNvPr id="732" name="Google Shape;732;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3" name="Google Shape;733;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34" name="Google Shape;734;p54"/>
          <p:cNvGrpSpPr/>
          <p:nvPr/>
        </p:nvGrpSpPr>
        <p:grpSpPr>
          <a:xfrm>
            <a:off x="4331066" y="4148550"/>
            <a:ext cx="457200" cy="457200"/>
            <a:chOff x="1020916" y="1442088"/>
            <a:chExt cx="457200" cy="457200"/>
          </a:xfrm>
        </p:grpSpPr>
        <p:pic>
          <p:nvPicPr>
            <p:cNvPr id="735" name="Google Shape;735;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6" name="Google Shape;736;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37" name="Google Shape;737;p54"/>
          <p:cNvGrpSpPr/>
          <p:nvPr/>
        </p:nvGrpSpPr>
        <p:grpSpPr>
          <a:xfrm>
            <a:off x="7305791" y="4148538"/>
            <a:ext cx="457200" cy="457200"/>
            <a:chOff x="1020916" y="1442088"/>
            <a:chExt cx="457200" cy="457200"/>
          </a:xfrm>
        </p:grpSpPr>
        <p:pic>
          <p:nvPicPr>
            <p:cNvPr id="738" name="Google Shape;738;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9" name="Google Shape;739;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40" name="Google Shape;740;p5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1" name="Google Shape;741;p54"/>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2" name="Google Shape;742;p54"/>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743" name="Shape 743"/>
        <p:cNvGrpSpPr/>
        <p:nvPr/>
      </p:nvGrpSpPr>
      <p:grpSpPr>
        <a:xfrm>
          <a:off x="0" y="0"/>
          <a:ext cx="0" cy="0"/>
          <a:chOff x="0" y="0"/>
          <a:chExt cx="0" cy="0"/>
        </a:xfrm>
      </p:grpSpPr>
      <p:pic>
        <p:nvPicPr>
          <p:cNvPr id="744" name="Google Shape;744;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5" name="Google Shape;745;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6" name="Google Shape;746;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47" name="Google Shape;747;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48" name="Google Shape;748;p55"/>
          <p:cNvSpPr/>
          <p:nvPr>
            <p:ph idx="2" type="pic"/>
          </p:nvPr>
        </p:nvSpPr>
        <p:spPr>
          <a:xfrm>
            <a:off x="324000" y="1893950"/>
            <a:ext cx="2555400" cy="1939500"/>
          </a:xfrm>
          <a:prstGeom prst="rect">
            <a:avLst/>
          </a:prstGeom>
          <a:noFill/>
          <a:ln>
            <a:noFill/>
          </a:ln>
        </p:spPr>
      </p:sp>
      <p:sp>
        <p:nvSpPr>
          <p:cNvPr id="749" name="Google Shape;749;p55"/>
          <p:cNvSpPr/>
          <p:nvPr>
            <p:ph idx="3" type="pic"/>
          </p:nvPr>
        </p:nvSpPr>
        <p:spPr>
          <a:xfrm>
            <a:off x="6256800" y="1893950"/>
            <a:ext cx="2555400" cy="1939500"/>
          </a:xfrm>
          <a:prstGeom prst="rect">
            <a:avLst/>
          </a:prstGeom>
          <a:noFill/>
          <a:ln>
            <a:noFill/>
          </a:ln>
        </p:spPr>
      </p:sp>
      <p:sp>
        <p:nvSpPr>
          <p:cNvPr id="750" name="Google Shape;750;p55"/>
          <p:cNvSpPr/>
          <p:nvPr>
            <p:ph idx="4" type="pic"/>
          </p:nvPr>
        </p:nvSpPr>
        <p:spPr>
          <a:xfrm>
            <a:off x="3294300" y="1893950"/>
            <a:ext cx="2555400" cy="1939500"/>
          </a:xfrm>
          <a:prstGeom prst="rect">
            <a:avLst/>
          </a:prstGeom>
          <a:noFill/>
          <a:ln>
            <a:noFill/>
          </a:ln>
        </p:spPr>
      </p:sp>
      <p:grpSp>
        <p:nvGrpSpPr>
          <p:cNvPr id="751" name="Google Shape;751;p55"/>
          <p:cNvGrpSpPr/>
          <p:nvPr/>
        </p:nvGrpSpPr>
        <p:grpSpPr>
          <a:xfrm>
            <a:off x="1381028" y="4148538"/>
            <a:ext cx="457200" cy="457200"/>
            <a:chOff x="1020916" y="1442088"/>
            <a:chExt cx="457200" cy="457200"/>
          </a:xfrm>
        </p:grpSpPr>
        <p:pic>
          <p:nvPicPr>
            <p:cNvPr id="752" name="Google Shape;752;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3" name="Google Shape;753;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54" name="Google Shape;754;p55"/>
          <p:cNvGrpSpPr/>
          <p:nvPr/>
        </p:nvGrpSpPr>
        <p:grpSpPr>
          <a:xfrm>
            <a:off x="4331066" y="4148550"/>
            <a:ext cx="457200" cy="457200"/>
            <a:chOff x="1020916" y="1442088"/>
            <a:chExt cx="457200" cy="457200"/>
          </a:xfrm>
        </p:grpSpPr>
        <p:pic>
          <p:nvPicPr>
            <p:cNvPr id="755" name="Google Shape;755;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6" name="Google Shape;756;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57" name="Google Shape;757;p55"/>
          <p:cNvGrpSpPr/>
          <p:nvPr/>
        </p:nvGrpSpPr>
        <p:grpSpPr>
          <a:xfrm>
            <a:off x="7305791" y="4148538"/>
            <a:ext cx="457200" cy="457200"/>
            <a:chOff x="1020916" y="1442088"/>
            <a:chExt cx="457200" cy="457200"/>
          </a:xfrm>
        </p:grpSpPr>
        <p:pic>
          <p:nvPicPr>
            <p:cNvPr id="758" name="Google Shape;758;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9" name="Google Shape;759;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60" name="Google Shape;760;p5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55"/>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55"/>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_3">
    <p:bg>
      <p:bgPr>
        <a:solidFill>
          <a:srgbClr val="F3EEFB"/>
        </a:solidFill>
      </p:bgPr>
    </p:bg>
    <p:spTree>
      <p:nvGrpSpPr>
        <p:cNvPr id="763" name="Shape 763"/>
        <p:cNvGrpSpPr/>
        <p:nvPr/>
      </p:nvGrpSpPr>
      <p:grpSpPr>
        <a:xfrm>
          <a:off x="0" y="0"/>
          <a:ext cx="0" cy="0"/>
          <a:chOff x="0" y="0"/>
          <a:chExt cx="0" cy="0"/>
        </a:xfrm>
      </p:grpSpPr>
      <p:pic>
        <p:nvPicPr>
          <p:cNvPr id="764" name="Google Shape;764;p5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65" name="Google Shape;765;p5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6" name="Google Shape;766;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67" name="Google Shape;767;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68" name="Google Shape;768;p5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9" name="Google Shape;769;p5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0" name="Google Shape;770;p56"/>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71" name="Shape 771"/>
        <p:cNvGrpSpPr/>
        <p:nvPr/>
      </p:nvGrpSpPr>
      <p:grpSpPr>
        <a:xfrm>
          <a:off x="0" y="0"/>
          <a:ext cx="0" cy="0"/>
          <a:chOff x="0" y="0"/>
          <a:chExt cx="0" cy="0"/>
        </a:xfrm>
      </p:grpSpPr>
      <p:pic>
        <p:nvPicPr>
          <p:cNvPr id="772" name="Google Shape;772;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3" name="Google Shape;773;p5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4" name="Google Shape;774;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5" name="Google Shape;775;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76" name="Google Shape;776;p5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7" name="Google Shape;777;p5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8" name="Google Shape;778;p5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79" name="Shape 779"/>
        <p:cNvGrpSpPr/>
        <p:nvPr/>
      </p:nvGrpSpPr>
      <p:grpSpPr>
        <a:xfrm>
          <a:off x="0" y="0"/>
          <a:ext cx="0" cy="0"/>
          <a:chOff x="0" y="0"/>
          <a:chExt cx="0" cy="0"/>
        </a:xfrm>
      </p:grpSpPr>
      <p:pic>
        <p:nvPicPr>
          <p:cNvPr id="780" name="Google Shape;780;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1" name="Google Shape;781;p5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2" name="Google Shape;782;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84" name="Google Shape;784;p5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5" name="Google Shape;785;p5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6" name="Google Shape;786;p5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87" name="Shape 787"/>
        <p:cNvGrpSpPr/>
        <p:nvPr/>
      </p:nvGrpSpPr>
      <p:grpSpPr>
        <a:xfrm>
          <a:off x="0" y="0"/>
          <a:ext cx="0" cy="0"/>
          <a:chOff x="0" y="0"/>
          <a:chExt cx="0" cy="0"/>
        </a:xfrm>
      </p:grpSpPr>
      <p:pic>
        <p:nvPicPr>
          <p:cNvPr id="788" name="Google Shape;788;p5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9" name="Google Shape;789;p5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91" name="Google Shape;791;p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2" name="Google Shape;79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93" name="Google Shape;793;p5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4" name="Google Shape;794;p5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95" name="Shape 795"/>
        <p:cNvGrpSpPr/>
        <p:nvPr/>
      </p:nvGrpSpPr>
      <p:grpSpPr>
        <a:xfrm>
          <a:off x="0" y="0"/>
          <a:ext cx="0" cy="0"/>
          <a:chOff x="0" y="0"/>
          <a:chExt cx="0" cy="0"/>
        </a:xfrm>
      </p:grpSpPr>
      <p:pic>
        <p:nvPicPr>
          <p:cNvPr id="796" name="Google Shape;796;p6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97" name="Google Shape;797;p6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8" name="Google Shape;798;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99" name="Google Shape;79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800" name="Google Shape;800;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01" name="Google Shape;801;p60"/>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02" name="Google Shape;802;p6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3" name="Google Shape;803;p60"/>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804" name="Shape 804"/>
        <p:cNvGrpSpPr/>
        <p:nvPr/>
      </p:nvGrpSpPr>
      <p:grpSpPr>
        <a:xfrm>
          <a:off x="0" y="0"/>
          <a:ext cx="0" cy="0"/>
          <a:chOff x="0" y="0"/>
          <a:chExt cx="0" cy="0"/>
        </a:xfrm>
      </p:grpSpPr>
      <p:pic>
        <p:nvPicPr>
          <p:cNvPr id="805" name="Google Shape;805;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06" name="Google Shape;806;p6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808" name="Google Shape;80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09" name="Google Shape;809;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10" name="Google Shape;810;p61"/>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11" name="Google Shape;811;p6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1"/>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813" name="Shape 813"/>
        <p:cNvGrpSpPr/>
        <p:nvPr/>
      </p:nvGrpSpPr>
      <p:grpSpPr>
        <a:xfrm>
          <a:off x="0" y="0"/>
          <a:ext cx="0" cy="0"/>
          <a:chOff x="0" y="0"/>
          <a:chExt cx="0" cy="0"/>
        </a:xfrm>
      </p:grpSpPr>
      <p:pic>
        <p:nvPicPr>
          <p:cNvPr id="814" name="Google Shape;814;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15" name="Google Shape;815;p6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817" name="Google Shape;817;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18" name="Google Shape;81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19" name="Google Shape;819;p62"/>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0" name="Google Shape;820;p6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21" name="Google Shape;821;p6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822" name="Shape 822"/>
        <p:cNvGrpSpPr/>
        <p:nvPr/>
      </p:nvGrpSpPr>
      <p:grpSpPr>
        <a:xfrm>
          <a:off x="0" y="0"/>
          <a:ext cx="0" cy="0"/>
          <a:chOff x="0" y="0"/>
          <a:chExt cx="0" cy="0"/>
        </a:xfrm>
      </p:grpSpPr>
      <p:pic>
        <p:nvPicPr>
          <p:cNvPr id="823" name="Google Shape;823;p6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24" name="Google Shape;824;p6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826" name="Google Shape;826;p6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27" name="Google Shape;827;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
        <p:nvSpPr>
          <p:cNvPr id="828" name="Google Shape;828;p63"/>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9" name="Google Shape;829;p6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0" name="Google Shape;830;p6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_2">
    <p:bg>
      <p:bgPr>
        <a:solidFill>
          <a:srgbClr val="F3EEFB"/>
        </a:solidFill>
      </p:bgPr>
    </p:bg>
    <p:spTree>
      <p:nvGrpSpPr>
        <p:cNvPr id="831" name="Shape 831"/>
        <p:cNvGrpSpPr/>
        <p:nvPr/>
      </p:nvGrpSpPr>
      <p:grpSpPr>
        <a:xfrm>
          <a:off x="0" y="0"/>
          <a:ext cx="0" cy="0"/>
          <a:chOff x="0" y="0"/>
          <a:chExt cx="0" cy="0"/>
        </a:xfrm>
      </p:grpSpPr>
      <p:pic>
        <p:nvPicPr>
          <p:cNvPr id="832" name="Google Shape;832;p6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833" name="Google Shape;833;p6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35" name="Google Shape;835;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836" name="Google Shape;836;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37" name="Google Shape;837;p64"/>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38" name="Google Shape;838;p6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9" name="Google Shape;839;p6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840" name="Shape 840"/>
        <p:cNvGrpSpPr/>
        <p:nvPr/>
      </p:nvGrpSpPr>
      <p:grpSpPr>
        <a:xfrm>
          <a:off x="0" y="0"/>
          <a:ext cx="0" cy="0"/>
          <a:chOff x="0" y="0"/>
          <a:chExt cx="0" cy="0"/>
        </a:xfrm>
      </p:grpSpPr>
      <p:pic>
        <p:nvPicPr>
          <p:cNvPr id="841" name="Google Shape;841;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42" name="Google Shape;842;p6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44" name="Google Shape;844;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45" name="Google Shape;845;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46" name="Google Shape;846;p65"/>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47" name="Google Shape;847;p6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48" name="Google Shape;848;p65"/>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849" name="Shape 849"/>
        <p:cNvGrpSpPr/>
        <p:nvPr/>
      </p:nvGrpSpPr>
      <p:grpSpPr>
        <a:xfrm>
          <a:off x="0" y="0"/>
          <a:ext cx="0" cy="0"/>
          <a:chOff x="0" y="0"/>
          <a:chExt cx="0" cy="0"/>
        </a:xfrm>
      </p:grpSpPr>
      <p:pic>
        <p:nvPicPr>
          <p:cNvPr id="850" name="Google Shape;850;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51" name="Google Shape;851;p6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53" name="Google Shape;853;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54" name="Google Shape;854;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55" name="Google Shape;855;p66"/>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56" name="Google Shape;856;p6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57" name="Google Shape;857;p66"/>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858" name="Shape 858"/>
        <p:cNvGrpSpPr/>
        <p:nvPr/>
      </p:nvGrpSpPr>
      <p:grpSpPr>
        <a:xfrm>
          <a:off x="0" y="0"/>
          <a:ext cx="0" cy="0"/>
          <a:chOff x="0" y="0"/>
          <a:chExt cx="0" cy="0"/>
        </a:xfrm>
      </p:grpSpPr>
      <p:pic>
        <p:nvPicPr>
          <p:cNvPr id="859" name="Google Shape;859;p6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60" name="Google Shape;860;p6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862" name="Google Shape;862;p6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63" name="Google Shape;863;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64" name="Google Shape;864;p67"/>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65" name="Google Shape;865;p6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66" name="Google Shape;866;p6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67" name="Shape 867"/>
        <p:cNvGrpSpPr/>
        <p:nvPr/>
      </p:nvGrpSpPr>
      <p:grpSpPr>
        <a:xfrm>
          <a:off x="0" y="0"/>
          <a:ext cx="0" cy="0"/>
          <a:chOff x="0" y="0"/>
          <a:chExt cx="0" cy="0"/>
        </a:xfrm>
      </p:grpSpPr>
      <p:grpSp>
        <p:nvGrpSpPr>
          <p:cNvPr id="868" name="Google Shape;868;p68"/>
          <p:cNvGrpSpPr/>
          <p:nvPr/>
        </p:nvGrpSpPr>
        <p:grpSpPr>
          <a:xfrm>
            <a:off x="0" y="0"/>
            <a:ext cx="9151202" cy="652534"/>
            <a:chOff x="0" y="0"/>
            <a:chExt cx="9151202" cy="652534"/>
          </a:xfrm>
        </p:grpSpPr>
        <p:sp>
          <p:nvSpPr>
            <p:cNvPr id="869" name="Google Shape;869;p6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0" name="Google Shape;870;p6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grpSp>
      <p:sp>
        <p:nvSpPr>
          <p:cNvPr id="871" name="Google Shape;871;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72" name="Google Shape;872;p68"/>
          <p:cNvSpPr txBox="1"/>
          <p:nvPr>
            <p:ph type="title"/>
          </p:nvPr>
        </p:nvSpPr>
        <p:spPr>
          <a:xfrm>
            <a:off x="1684800" y="119125"/>
            <a:ext cx="5741400" cy="307800"/>
          </a:xfrm>
          <a:prstGeom prst="rect">
            <a:avLst/>
          </a:prstGeom>
        </p:spPr>
        <p:txBody>
          <a:bodyPr anchorCtr="0" anchor="t" bIns="0" lIns="0" spcFirstLastPara="1" rIns="0" wrap="square" tIns="0">
            <a:spAutoFit/>
          </a:bodyPr>
          <a:lstStyle>
            <a:lvl1pPr lvl="0" rtl="0">
              <a:spcBef>
                <a:spcPts val="0"/>
              </a:spcBef>
              <a:spcAft>
                <a:spcPts val="0"/>
              </a:spcAft>
              <a:buSzPts val="2000"/>
              <a:buNone/>
              <a:defRPr b="0"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73" name="Google Shape;873;p6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74" name="Google Shape;874;p6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75" name="Shape 875"/>
        <p:cNvGrpSpPr/>
        <p:nvPr/>
      </p:nvGrpSpPr>
      <p:grpSpPr>
        <a:xfrm>
          <a:off x="0" y="0"/>
          <a:ext cx="0" cy="0"/>
          <a:chOff x="0" y="0"/>
          <a:chExt cx="0" cy="0"/>
        </a:xfrm>
      </p:grpSpPr>
      <p:grpSp>
        <p:nvGrpSpPr>
          <p:cNvPr id="876" name="Google Shape;876;p69"/>
          <p:cNvGrpSpPr/>
          <p:nvPr/>
        </p:nvGrpSpPr>
        <p:grpSpPr>
          <a:xfrm>
            <a:off x="0" y="0"/>
            <a:ext cx="9151202" cy="886259"/>
            <a:chOff x="0" y="0"/>
            <a:chExt cx="9151202" cy="886259"/>
          </a:xfrm>
        </p:grpSpPr>
        <p:sp>
          <p:nvSpPr>
            <p:cNvPr id="877" name="Google Shape;877;p6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8" name="Google Shape;878;p6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grpSp>
      <p:sp>
        <p:nvSpPr>
          <p:cNvPr id="879" name="Google Shape;879;p69"/>
          <p:cNvSpPr txBox="1"/>
          <p:nvPr>
            <p:ph idx="1" type="body"/>
          </p:nvPr>
        </p:nvSpPr>
        <p:spPr>
          <a:xfrm>
            <a:off x="324000" y="1080000"/>
            <a:ext cx="8113800" cy="37404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80" name="Google Shape;880;p6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81" name="Google Shape;881;p69"/>
          <p:cNvSpPr txBox="1"/>
          <p:nvPr>
            <p:ph type="title"/>
          </p:nvPr>
        </p:nvSpPr>
        <p:spPr>
          <a:xfrm>
            <a:off x="1684800" y="43825"/>
            <a:ext cx="5741400" cy="382800"/>
          </a:xfrm>
          <a:prstGeom prst="rect">
            <a:avLst/>
          </a:prstGeom>
        </p:spPr>
        <p:txBody>
          <a:bodyPr anchorCtr="0" anchor="b" bIns="0" lIns="0" spcFirstLastPara="1" rIns="0" wrap="square" tIns="0">
            <a:sp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882" name="Google Shape;882;p6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83" name="Shape 883"/>
        <p:cNvGrpSpPr/>
        <p:nvPr/>
      </p:nvGrpSpPr>
      <p:grpSpPr>
        <a:xfrm>
          <a:off x="0" y="0"/>
          <a:ext cx="0" cy="0"/>
          <a:chOff x="0" y="0"/>
          <a:chExt cx="0" cy="0"/>
        </a:xfrm>
      </p:grpSpPr>
      <p:sp>
        <p:nvSpPr>
          <p:cNvPr id="884" name="Google Shape;884;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85" name="Google Shape;885;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86" name="Google Shape;886;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87" name="Google Shape;887;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88" name="Google Shape;888;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89" name="Google Shape;889;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Audio clip</a:t>
            </a:r>
            <a:endParaRPr i="0" sz="1600" u="none" cap="none" strike="noStrike">
              <a:solidFill>
                <a:schemeClr val="dk1"/>
              </a:solidFill>
              <a:latin typeface="Lexend"/>
              <a:ea typeface="Lexend"/>
              <a:cs typeface="Lexend"/>
              <a:sym typeface="Lexend"/>
            </a:endParaRPr>
          </a:p>
        </p:txBody>
      </p:sp>
      <p:sp>
        <p:nvSpPr>
          <p:cNvPr id="890" name="Google Shape;890;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Video clip</a:t>
            </a:r>
            <a:endParaRPr i="0" sz="1600" u="none" cap="none" strike="noStrike">
              <a:solidFill>
                <a:schemeClr val="dk1"/>
              </a:solidFill>
              <a:latin typeface="Lexend"/>
              <a:ea typeface="Lexend"/>
              <a:cs typeface="Lexend"/>
              <a:sym typeface="Lexend"/>
            </a:endParaRPr>
          </a:p>
        </p:txBody>
      </p:sp>
      <p:sp>
        <p:nvSpPr>
          <p:cNvPr id="891" name="Google Shape;891;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92" name="Google Shape;892;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93" name="Shape 893"/>
        <p:cNvGrpSpPr/>
        <p:nvPr/>
      </p:nvGrpSpPr>
      <p:grpSpPr>
        <a:xfrm>
          <a:off x="0" y="0"/>
          <a:ext cx="0" cy="0"/>
          <a:chOff x="0" y="0"/>
          <a:chExt cx="0" cy="0"/>
        </a:xfrm>
      </p:grpSpPr>
      <p:pic>
        <p:nvPicPr>
          <p:cNvPr id="894" name="Google Shape;894;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95" name="Google Shape;895;p71"/>
          <p:cNvSpPr txBox="1"/>
          <p:nvPr>
            <p:ph idx="1" type="subTitle"/>
          </p:nvPr>
        </p:nvSpPr>
        <p:spPr>
          <a:xfrm>
            <a:off x="661775" y="1266500"/>
            <a:ext cx="7351200" cy="2627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96" name="Shape 896"/>
        <p:cNvGrpSpPr/>
        <p:nvPr/>
      </p:nvGrpSpPr>
      <p:grpSpPr>
        <a:xfrm>
          <a:off x="0" y="0"/>
          <a:ext cx="0" cy="0"/>
          <a:chOff x="0" y="0"/>
          <a:chExt cx="0" cy="0"/>
        </a:xfrm>
      </p:grpSpPr>
      <p:sp>
        <p:nvSpPr>
          <p:cNvPr id="897" name="Google Shape;897;p72"/>
          <p:cNvSpPr txBox="1"/>
          <p:nvPr>
            <p:ph type="title"/>
          </p:nvPr>
        </p:nvSpPr>
        <p:spPr>
          <a:xfrm>
            <a:off x="459000" y="226200"/>
            <a:ext cx="6600600" cy="814500"/>
          </a:xfrm>
          <a:prstGeom prst="rect">
            <a:avLst/>
          </a:prstGeom>
        </p:spPr>
        <p:txBody>
          <a:bodyPr anchorCtr="0" anchor="t" bIns="0" lIns="0" spcFirstLastPara="1" rIns="0" wrap="square" tIns="0">
            <a:sp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8" name="Google Shape;898;p72"/>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99" name="Shape 899"/>
        <p:cNvGrpSpPr/>
        <p:nvPr/>
      </p:nvGrpSpPr>
      <p:grpSpPr>
        <a:xfrm>
          <a:off x="0" y="0"/>
          <a:ext cx="0" cy="0"/>
          <a:chOff x="0" y="0"/>
          <a:chExt cx="0" cy="0"/>
        </a:xfrm>
      </p:grpSpPr>
      <p:sp>
        <p:nvSpPr>
          <p:cNvPr id="900" name="Google Shape;900;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1" name="Google Shape;901;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902" name="Google Shape;902;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903" name="Google Shape;903;p73"/>
          <p:cNvSpPr txBox="1"/>
          <p:nvPr>
            <p:ph idx="1" type="subTitle"/>
          </p:nvPr>
        </p:nvSpPr>
        <p:spPr>
          <a:xfrm>
            <a:off x="323994" y="99364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904" name="Google Shape;904;p73"/>
          <p:cNvSpPr txBox="1"/>
          <p:nvPr>
            <p:ph idx="2" type="subTitle"/>
          </p:nvPr>
        </p:nvSpPr>
        <p:spPr>
          <a:xfrm>
            <a:off x="323994" y="223873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905" name="Google Shape;905;p73"/>
          <p:cNvSpPr txBox="1"/>
          <p:nvPr>
            <p:ph idx="3" type="subTitle"/>
          </p:nvPr>
        </p:nvSpPr>
        <p:spPr>
          <a:xfrm>
            <a:off x="323994" y="348382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4000" y="167475"/>
            <a:ext cx="6981900" cy="372600"/>
          </a:xfrm>
          <a:prstGeom prst="rect">
            <a:avLst/>
          </a:prstGeom>
          <a:noFill/>
          <a:ln>
            <a:noFill/>
          </a:ln>
        </p:spPr>
        <p:txBody>
          <a:bodyPr anchorCtr="0" anchor="t" bIns="0" lIns="0" spcFirstLastPara="1" rIns="0" wrap="square" tIns="0">
            <a:sp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324000" y="810000"/>
            <a:ext cx="8226000" cy="3159900"/>
          </a:xfrm>
          <a:prstGeom prst="rect">
            <a:avLst/>
          </a:prstGeom>
          <a:noFill/>
          <a:ln>
            <a:noFill/>
          </a:ln>
        </p:spPr>
        <p:txBody>
          <a:bodyPr anchorCtr="0" anchor="t" bIns="0" lIns="0" spcFirstLastPara="1" rIns="0" wrap="square" tIns="0">
            <a:sp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2991">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guide id="23" pos="420">
          <p15:clr>
            <a:srgbClr val="6D9EEB"/>
          </p15:clr>
        </p15:guide>
        <p15:guide id="24" pos="363">
          <p15:clr>
            <a:srgbClr val="FF99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6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69.png"/><Relationship Id="rId4" Type="http://schemas.openxmlformats.org/officeDocument/2006/relationships/image" Target="../media/image72.png"/><Relationship Id="rId5"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7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78.png"/><Relationship Id="rId4" Type="http://schemas.openxmlformats.org/officeDocument/2006/relationships/image" Target="../media/image7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7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7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3.xml"/><Relationship Id="rId3" Type="http://schemas.openxmlformats.org/officeDocument/2006/relationships/image" Target="../media/image77.png"/><Relationship Id="rId4" Type="http://schemas.openxmlformats.org/officeDocument/2006/relationships/image" Target="../media/image7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76.png"/><Relationship Id="rId4" Type="http://schemas.openxmlformats.org/officeDocument/2006/relationships/image" Target="../media/image8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5.xml"/><Relationship Id="rId3" Type="http://schemas.openxmlformats.org/officeDocument/2006/relationships/image" Target="../media/image79.png"/><Relationship Id="rId4" Type="http://schemas.openxmlformats.org/officeDocument/2006/relationships/image" Target="../media/image8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86.png"/><Relationship Id="rId4" Type="http://schemas.openxmlformats.org/officeDocument/2006/relationships/image" Target="../media/image8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86.png"/><Relationship Id="rId4" Type="http://schemas.openxmlformats.org/officeDocument/2006/relationships/image" Target="../media/image8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69.png"/><Relationship Id="rId4" Type="http://schemas.openxmlformats.org/officeDocument/2006/relationships/image" Target="../media/image72.png"/><Relationship Id="rId5" Type="http://schemas.openxmlformats.org/officeDocument/2006/relationships/image" Target="../media/image7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8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85.png"/><Relationship Id="rId4" Type="http://schemas.openxmlformats.org/officeDocument/2006/relationships/image" Target="../media/image84.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8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3.xml"/><Relationship Id="rId3" Type="http://schemas.openxmlformats.org/officeDocument/2006/relationships/image" Target="../media/image8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8.xml"/><Relationship Id="rId3" Type="http://schemas.openxmlformats.org/officeDocument/2006/relationships/image" Target="../media/image9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3.xml"/><Relationship Id="rId3" Type="http://schemas.openxmlformats.org/officeDocument/2006/relationships/image" Target="../media/image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4.xml"/><Relationship Id="rId3"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5.xml"/><Relationship Id="rId3" Type="http://schemas.openxmlformats.org/officeDocument/2006/relationships/image" Target="../media/image69.png"/><Relationship Id="rId4" Type="http://schemas.openxmlformats.org/officeDocument/2006/relationships/image" Target="../media/image72.png"/><Relationship Id="rId5"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 Id="rId3" Type="http://schemas.openxmlformats.org/officeDocument/2006/relationships/image" Target="../media/image8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7.xml"/><Relationship Id="rId3" Type="http://schemas.openxmlformats.org/officeDocument/2006/relationships/image" Target="../media/image86.png"/><Relationship Id="rId4" Type="http://schemas.openxmlformats.org/officeDocument/2006/relationships/image" Target="../media/image92.png"/><Relationship Id="rId5" Type="http://schemas.openxmlformats.org/officeDocument/2006/relationships/image" Target="../media/image9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image" Target="../media/image8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image" Target="../media/image9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0.xml"/><Relationship Id="rId3" Type="http://schemas.openxmlformats.org/officeDocument/2006/relationships/image" Target="../media/image9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2.xml"/><Relationship Id="rId3" Type="http://schemas.openxmlformats.org/officeDocument/2006/relationships/image" Target="../media/image86.png"/><Relationship Id="rId4" Type="http://schemas.openxmlformats.org/officeDocument/2006/relationships/image" Target="../media/image9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6.xml"/><Relationship Id="rId3" Type="http://schemas.openxmlformats.org/officeDocument/2006/relationships/image" Target="../media/image9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3.xml"/><Relationship Id="rId3" Type="http://schemas.openxmlformats.org/officeDocument/2006/relationships/image" Target="../media/image9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4.xml"/><Relationship Id="rId3" Type="http://schemas.openxmlformats.org/officeDocument/2006/relationships/image" Target="../media/image9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6.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fx-83/85GT CW for statistics</a:t>
            </a:r>
            <a:endParaRPr/>
          </a:p>
        </p:txBody>
      </p:sp>
      <p:sp>
        <p:nvSpPr>
          <p:cNvPr id="911" name="Google Shape;911;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Calculator functionality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5" name="Shape 915"/>
        <p:cNvGrpSpPr/>
        <p:nvPr/>
      </p:nvGrpSpPr>
      <p:grpSpPr>
        <a:xfrm>
          <a:off x="0" y="0"/>
          <a:ext cx="0" cy="0"/>
          <a:chOff x="0" y="0"/>
          <a:chExt cx="0" cy="0"/>
        </a:xfrm>
      </p:grpSpPr>
      <p:sp>
        <p:nvSpPr>
          <p:cNvPr id="916" name="Google Shape;916;p75"/>
          <p:cNvSpPr txBox="1"/>
          <p:nvPr/>
        </p:nvSpPr>
        <p:spPr>
          <a:xfrm>
            <a:off x="4824000" y="1184625"/>
            <a:ext cx="39960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76"/>
          <p:cNvSpPr txBox="1"/>
          <p:nvPr>
            <p:ph idx="1" type="subTitle"/>
          </p:nvPr>
        </p:nvSpPr>
        <p:spPr>
          <a:xfrm>
            <a:off x="666000" y="1620000"/>
            <a:ext cx="7351200" cy="25041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fx-83/85GT CW to perform calculations with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77"/>
          <p:cNvSpPr txBox="1"/>
          <p:nvPr>
            <p:ph idx="1" type="subTitle"/>
          </p:nvPr>
        </p:nvSpPr>
        <p:spPr>
          <a:xfrm>
            <a:off x="324000" y="810000"/>
            <a:ext cx="8496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frequency is the number of times an event occurs; or the number of individuals (people, animals etc.) with some specific property.</a:t>
            </a:r>
            <a:endParaRPr b="0" sz="2000">
              <a:solidFill>
                <a:schemeClr val="dk1"/>
              </a:solidFill>
            </a:endParaRPr>
          </a:p>
        </p:txBody>
      </p:sp>
      <p:sp>
        <p:nvSpPr>
          <p:cNvPr id="927" name="Google Shape;927;p77"/>
          <p:cNvSpPr txBox="1"/>
          <p:nvPr>
            <p:ph idx="1" type="subTitle"/>
          </p:nvPr>
        </p:nvSpPr>
        <p:spPr>
          <a:xfrm>
            <a:off x="324000" y="18801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(arithmetic) mean for a set of numerical data is the sum of the values divided by the number of values. It is a measure of central tendency representing the average of the values.</a:t>
            </a:r>
            <a:endParaRPr b="0" sz="2000">
              <a:solidFill>
                <a:schemeClr val="dk1"/>
              </a:solidFill>
            </a:endParaRPr>
          </a:p>
        </p:txBody>
      </p:sp>
      <p:sp>
        <p:nvSpPr>
          <p:cNvPr id="928" name="Google Shape;928;p77"/>
          <p:cNvSpPr txBox="1"/>
          <p:nvPr>
            <p:ph idx="1" type="subTitle"/>
          </p:nvPr>
        </p:nvSpPr>
        <p:spPr>
          <a:xfrm>
            <a:off x="324000" y="33042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median is the central (middle) piece of data when the data are in numerical order. It is a measure of central tendency representing the average of the values.</a:t>
            </a:r>
            <a:endParaRPr b="0"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78"/>
          <p:cNvSpPr txBox="1"/>
          <p:nvPr>
            <p:ph idx="1" type="subTitle"/>
          </p:nvPr>
        </p:nvSpPr>
        <p:spPr>
          <a:xfrm>
            <a:off x="324000" y="810000"/>
            <a:ext cx="8496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mode</a:t>
            </a:r>
            <a:r>
              <a:rPr b="0" lang="en-GB" sz="2000">
                <a:solidFill>
                  <a:schemeClr val="dk1"/>
                </a:solidFill>
              </a:rPr>
              <a:t> is the most frequent value. It is a measure of central tendency representing the average of the values.</a:t>
            </a:r>
            <a:endParaRPr b="0" sz="2000">
              <a:solidFill>
                <a:schemeClr val="dk1"/>
              </a:solidFill>
            </a:endParaRPr>
          </a:p>
        </p:txBody>
      </p:sp>
      <p:sp>
        <p:nvSpPr>
          <p:cNvPr id="934" name="Google Shape;934;p78"/>
          <p:cNvSpPr txBox="1"/>
          <p:nvPr>
            <p:ph idx="1" type="subTitle"/>
          </p:nvPr>
        </p:nvSpPr>
        <p:spPr>
          <a:xfrm>
            <a:off x="324000" y="21600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A statistical summary sums up the features of a data set. It may contain the mean, median and/or mode which measure the central tendency. It may also contain the range which measures the spread.</a:t>
            </a:r>
            <a:endParaRPr b="0"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9"/>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940" name="Google Shape;940;p79"/>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fx-83/85GT CW for statistics</a:t>
            </a:r>
            <a:endParaRPr/>
          </a:p>
        </p:txBody>
      </p:sp>
      <p:sp>
        <p:nvSpPr>
          <p:cNvPr id="941" name="Google Shape;941;p79"/>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942" name="Google Shape;942;p79"/>
          <p:cNvPicPr preferRelativeResize="0"/>
          <p:nvPr/>
        </p:nvPicPr>
        <p:blipFill>
          <a:blip r:embed="rId3">
            <a:alphaModFix/>
          </a:blip>
          <a:stretch>
            <a:fillRect/>
          </a:stretch>
        </p:blipFill>
        <p:spPr>
          <a:xfrm>
            <a:off x="418087" y="2056317"/>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80"/>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(arithmetic) mean for a set of numerical data is the sum of the values divided by the number of values.</a:t>
            </a:r>
            <a:endParaRPr/>
          </a:p>
        </p:txBody>
      </p:sp>
      <p:sp>
        <p:nvSpPr>
          <p:cNvPr id="948" name="Google Shape;948;p8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949" name="Google Shape;949;p80"/>
          <p:cNvPicPr preferRelativeResize="0"/>
          <p:nvPr/>
        </p:nvPicPr>
        <p:blipFill rotWithShape="1">
          <a:blip r:embed="rId3">
            <a:alphaModFix/>
          </a:blip>
          <a:srcRect b="43690" l="0" r="57905" t="0"/>
          <a:stretch/>
        </p:blipFill>
        <p:spPr>
          <a:xfrm>
            <a:off x="5502983" y="2303051"/>
            <a:ext cx="2253901" cy="1435388"/>
          </a:xfrm>
          <a:prstGeom prst="rect">
            <a:avLst/>
          </a:prstGeom>
          <a:noFill/>
          <a:ln>
            <a:noFill/>
          </a:ln>
        </p:spPr>
      </p:pic>
      <p:sp>
        <p:nvSpPr>
          <p:cNvPr id="950" name="Google Shape;950;p80"/>
          <p:cNvSpPr txBox="1"/>
          <p:nvPr/>
        </p:nvSpPr>
        <p:spPr>
          <a:xfrm>
            <a:off x="5502983" y="2303051"/>
            <a:ext cx="22539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There is an easier way to calculate the mean.</a:t>
            </a:r>
            <a:endParaRPr/>
          </a:p>
        </p:txBody>
      </p:sp>
      <p:pic>
        <p:nvPicPr>
          <p:cNvPr id="951" name="Google Shape;951;p80"/>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952" name="Google Shape;952;p80"/>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953" name="Google Shape;953;p80"/>
          <p:cNvGrpSpPr/>
          <p:nvPr/>
        </p:nvGrpSpPr>
        <p:grpSpPr>
          <a:xfrm>
            <a:off x="323994" y="2031300"/>
            <a:ext cx="4500056" cy="2504098"/>
            <a:chOff x="475269" y="2232600"/>
            <a:chExt cx="4500056" cy="2504098"/>
          </a:xfrm>
        </p:grpSpPr>
        <p:pic>
          <p:nvPicPr>
            <p:cNvPr id="954" name="Google Shape;954;p80"/>
            <p:cNvPicPr preferRelativeResize="0"/>
            <p:nvPr/>
          </p:nvPicPr>
          <p:blipFill rotWithShape="1">
            <a:blip r:embed="rId3">
              <a:alphaModFix/>
            </a:blip>
            <a:srcRect b="43690" l="0" r="57905" t="0"/>
            <a:stretch/>
          </p:blipFill>
          <p:spPr>
            <a:xfrm flipH="1">
              <a:off x="1690901" y="2232600"/>
              <a:ext cx="3189074" cy="1695301"/>
            </a:xfrm>
            <a:prstGeom prst="rect">
              <a:avLst/>
            </a:prstGeom>
            <a:noFill/>
            <a:ln>
              <a:noFill/>
            </a:ln>
          </p:spPr>
        </p:pic>
        <p:sp>
          <p:nvSpPr>
            <p:cNvPr id="955" name="Google Shape;955;p80"/>
            <p:cNvSpPr txBox="1"/>
            <p:nvPr/>
          </p:nvSpPr>
          <p:spPr>
            <a:xfrm>
              <a:off x="1841825" y="2278000"/>
              <a:ext cx="3133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Does this mean I need to use the calculate mode to add all the numbers before dividing?</a:t>
              </a:r>
              <a:endParaRPr sz="1800">
                <a:latin typeface="Lexend"/>
                <a:ea typeface="Lexend"/>
                <a:cs typeface="Lexend"/>
                <a:sym typeface="Lexend"/>
              </a:endParaRPr>
            </a:p>
          </p:txBody>
        </p:sp>
        <p:pic>
          <p:nvPicPr>
            <p:cNvPr id="956" name="Google Shape;956;p80"/>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957" name="Google Shape;957;p80"/>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81"/>
          <p:cNvSpPr txBox="1"/>
          <p:nvPr>
            <p:ph idx="1" type="body"/>
          </p:nvPr>
        </p:nvSpPr>
        <p:spPr>
          <a:xfrm>
            <a:off x="324000" y="810000"/>
            <a:ext cx="5649000" cy="35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In this lesson, we will be using the Casio fx-83/85GT CW model.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We will cover how to use this calculator to carry out different calculations.</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After switching the calculator on, you will see this screen.</a:t>
            </a:r>
            <a:endParaRPr/>
          </a:p>
        </p:txBody>
      </p:sp>
      <p:sp>
        <p:nvSpPr>
          <p:cNvPr id="963" name="Google Shape;963;p8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964" name="Google Shape;964;p81"/>
          <p:cNvPicPr preferRelativeResize="0"/>
          <p:nvPr/>
        </p:nvPicPr>
        <p:blipFill>
          <a:blip r:embed="rId3">
            <a:alphaModFix/>
          </a:blip>
          <a:stretch>
            <a:fillRect/>
          </a:stretch>
        </p:blipFill>
        <p:spPr>
          <a:xfrm>
            <a:off x="6078310" y="810000"/>
            <a:ext cx="2310788" cy="3938401"/>
          </a:xfrm>
          <a:prstGeom prst="rect">
            <a:avLst/>
          </a:prstGeom>
          <a:noFill/>
          <a:ln>
            <a:noFill/>
          </a:ln>
        </p:spPr>
      </p:pic>
      <p:cxnSp>
        <p:nvCxnSpPr>
          <p:cNvPr id="965" name="Google Shape;965;p81"/>
          <p:cNvCxnSpPr/>
          <p:nvPr/>
        </p:nvCxnSpPr>
        <p:spPr>
          <a:xfrm flipH="1" rot="10800000">
            <a:off x="4645750" y="2043900"/>
            <a:ext cx="1576200" cy="1636500"/>
          </a:xfrm>
          <a:prstGeom prst="straightConnector1">
            <a:avLst/>
          </a:prstGeom>
          <a:noFill/>
          <a:ln cap="flat" cmpd="sng" w="38100">
            <a:solidFill>
              <a:schemeClr val="accent4"/>
            </a:solidFill>
            <a:prstDash val="solid"/>
            <a:round/>
            <a:headEnd len="med" w="med" type="none"/>
            <a:tailEnd len="med" w="med" type="triangle"/>
          </a:ln>
        </p:spPr>
      </p:cxnSp>
      <p:sp>
        <p:nvSpPr>
          <p:cNvPr id="966" name="Google Shape;966;p81"/>
          <p:cNvSpPr/>
          <p:nvPr/>
        </p:nvSpPr>
        <p:spPr>
          <a:xfrm>
            <a:off x="6271875" y="1003050"/>
            <a:ext cx="1880700" cy="7467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p82"/>
          <p:cNvPicPr preferRelativeResize="0"/>
          <p:nvPr/>
        </p:nvPicPr>
        <p:blipFill>
          <a:blip r:embed="rId3">
            <a:alphaModFix/>
          </a:blip>
          <a:stretch>
            <a:fillRect/>
          </a:stretch>
        </p:blipFill>
        <p:spPr>
          <a:xfrm>
            <a:off x="6078301" y="810000"/>
            <a:ext cx="2310800" cy="3926593"/>
          </a:xfrm>
          <a:prstGeom prst="rect">
            <a:avLst/>
          </a:prstGeom>
          <a:noFill/>
          <a:ln>
            <a:noFill/>
          </a:ln>
        </p:spPr>
      </p:pic>
      <p:sp>
        <p:nvSpPr>
          <p:cNvPr id="972" name="Google Shape;972;p82"/>
          <p:cNvSpPr txBox="1"/>
          <p:nvPr>
            <p:ph idx="1" type="body"/>
          </p:nvPr>
        </p:nvSpPr>
        <p:spPr>
          <a:xfrm>
            <a:off x="324000" y="810000"/>
            <a:ext cx="5649000" cy="1506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You can use the arrow keys to navigate between the options. We are going to begin by focusing on how to </a:t>
            </a:r>
            <a:r>
              <a:rPr lang="en-GB"/>
              <a:t>calculate</a:t>
            </a:r>
            <a:r>
              <a:rPr lang="en-GB"/>
              <a:t> the mean from a frequency table.</a:t>
            </a:r>
            <a:endParaRPr/>
          </a:p>
        </p:txBody>
      </p:sp>
      <p:sp>
        <p:nvSpPr>
          <p:cNvPr id="973" name="Google Shape;973;p8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974" name="Google Shape;974;p82"/>
          <p:cNvPicPr preferRelativeResize="0"/>
          <p:nvPr/>
        </p:nvPicPr>
        <p:blipFill>
          <a:blip r:embed="rId4">
            <a:alphaModFix/>
          </a:blip>
          <a:stretch>
            <a:fillRect/>
          </a:stretch>
        </p:blipFill>
        <p:spPr>
          <a:xfrm>
            <a:off x="6078310" y="810000"/>
            <a:ext cx="2310788" cy="3938401"/>
          </a:xfrm>
          <a:prstGeom prst="rect">
            <a:avLst/>
          </a:prstGeom>
          <a:noFill/>
          <a:ln>
            <a:noFill/>
          </a:ln>
        </p:spPr>
      </p:pic>
      <p:cxnSp>
        <p:nvCxnSpPr>
          <p:cNvPr id="975" name="Google Shape;975;p82"/>
          <p:cNvCxnSpPr/>
          <p:nvPr/>
        </p:nvCxnSpPr>
        <p:spPr>
          <a:xfrm>
            <a:off x="5482875" y="1191600"/>
            <a:ext cx="1659300" cy="968400"/>
          </a:xfrm>
          <a:prstGeom prst="straightConnector1">
            <a:avLst/>
          </a:prstGeom>
          <a:noFill/>
          <a:ln cap="flat" cmpd="sng" w="38100">
            <a:solidFill>
              <a:schemeClr val="accent4"/>
            </a:solidFill>
            <a:prstDash val="solid"/>
            <a:round/>
            <a:headEnd len="med" w="med" type="none"/>
            <a:tailEnd len="med" w="med" type="triangle"/>
          </a:ln>
        </p:spPr>
      </p:cxnSp>
      <p:sp>
        <p:nvSpPr>
          <p:cNvPr id="976" name="Google Shape;976;p82"/>
          <p:cNvSpPr txBox="1"/>
          <p:nvPr>
            <p:ph idx="1" type="body"/>
          </p:nvPr>
        </p:nvSpPr>
        <p:spPr>
          <a:xfrm>
            <a:off x="324000" y="2681250"/>
            <a:ext cx="5649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Navigate to ‘Statistics’ and press the ‘EXE’ button.</a:t>
            </a:r>
            <a:endParaRPr/>
          </a:p>
        </p:txBody>
      </p:sp>
      <p:cxnSp>
        <p:nvCxnSpPr>
          <p:cNvPr id="977" name="Google Shape;977;p82"/>
          <p:cNvCxnSpPr/>
          <p:nvPr/>
        </p:nvCxnSpPr>
        <p:spPr>
          <a:xfrm>
            <a:off x="708925" y="3416425"/>
            <a:ext cx="7179900" cy="1063500"/>
          </a:xfrm>
          <a:prstGeom prst="straightConnector1">
            <a:avLst/>
          </a:prstGeom>
          <a:noFill/>
          <a:ln cap="flat" cmpd="sng" w="38100">
            <a:solidFill>
              <a:schemeClr val="accent4"/>
            </a:solidFill>
            <a:prstDash val="solid"/>
            <a:round/>
            <a:headEnd len="med" w="med" type="none"/>
            <a:tailEnd len="med" w="med" type="triangle"/>
          </a:ln>
        </p:spPr>
      </p:cxnSp>
      <p:sp>
        <p:nvSpPr>
          <p:cNvPr id="978" name="Google Shape;978;p82"/>
          <p:cNvSpPr/>
          <p:nvPr/>
        </p:nvSpPr>
        <p:spPr>
          <a:xfrm>
            <a:off x="7888800" y="4383200"/>
            <a:ext cx="294000" cy="3078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7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83"/>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Here is a table showing the number of diners at various tables in a restaurant.</a:t>
            </a:r>
            <a:endParaRPr/>
          </a:p>
        </p:txBody>
      </p:sp>
      <p:sp>
        <p:nvSpPr>
          <p:cNvPr id="984" name="Google Shape;984;p8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985" name="Google Shape;985;p83"/>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grpSp>
        <p:nvGrpSpPr>
          <p:cNvPr id="986" name="Google Shape;986;p83"/>
          <p:cNvGrpSpPr/>
          <p:nvPr/>
        </p:nvGrpSpPr>
        <p:grpSpPr>
          <a:xfrm>
            <a:off x="2306100" y="2287400"/>
            <a:ext cx="6513800" cy="1195366"/>
            <a:chOff x="2306100" y="2287400"/>
            <a:chExt cx="6513800" cy="1195366"/>
          </a:xfrm>
        </p:grpSpPr>
        <p:sp>
          <p:nvSpPr>
            <p:cNvPr id="987" name="Google Shape;987;p83"/>
            <p:cNvSpPr txBox="1"/>
            <p:nvPr/>
          </p:nvSpPr>
          <p:spPr>
            <a:xfrm>
              <a:off x="3369500" y="2287400"/>
              <a:ext cx="54504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This represents 3 tables, each with 4 diners.</a:t>
              </a:r>
              <a:endParaRPr sz="2200">
                <a:latin typeface="Lexend"/>
                <a:ea typeface="Lexend"/>
                <a:cs typeface="Lexend"/>
                <a:sym typeface="Lexend"/>
              </a:endParaRPr>
            </a:p>
          </p:txBody>
        </p:sp>
        <p:sp>
          <p:nvSpPr>
            <p:cNvPr id="988" name="Google Shape;988;p83"/>
            <p:cNvSpPr/>
            <p:nvPr/>
          </p:nvSpPr>
          <p:spPr>
            <a:xfrm>
              <a:off x="2306100" y="3179166"/>
              <a:ext cx="303600" cy="3036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9" name="Google Shape;989;p83"/>
            <p:cNvCxnSpPr>
              <a:stCxn id="987" idx="1"/>
              <a:endCxn id="988" idx="3"/>
            </p:cNvCxnSpPr>
            <p:nvPr/>
          </p:nvCxnSpPr>
          <p:spPr>
            <a:xfrm flipH="1">
              <a:off x="2609600" y="2626100"/>
              <a:ext cx="759900" cy="705000"/>
            </a:xfrm>
            <a:prstGeom prst="straightConnector1">
              <a:avLst/>
            </a:prstGeom>
            <a:noFill/>
            <a:ln cap="flat" cmpd="sng" w="38100">
              <a:solidFill>
                <a:schemeClr val="dk1"/>
              </a:solidFill>
              <a:prstDash val="solid"/>
              <a:round/>
              <a:headEnd len="med" w="med" type="none"/>
              <a:tailEnd len="med" w="med" type="none"/>
            </a:ln>
          </p:spPr>
        </p:cxnSp>
      </p:grpSp>
      <p:grpSp>
        <p:nvGrpSpPr>
          <p:cNvPr id="990" name="Google Shape;990;p83"/>
          <p:cNvGrpSpPr/>
          <p:nvPr/>
        </p:nvGrpSpPr>
        <p:grpSpPr>
          <a:xfrm>
            <a:off x="2306100" y="3446184"/>
            <a:ext cx="6513900" cy="677400"/>
            <a:chOff x="2306100" y="3446184"/>
            <a:chExt cx="6513900" cy="677400"/>
          </a:xfrm>
        </p:grpSpPr>
        <p:sp>
          <p:nvSpPr>
            <p:cNvPr id="991" name="Google Shape;991;p83"/>
            <p:cNvSpPr/>
            <p:nvPr/>
          </p:nvSpPr>
          <p:spPr>
            <a:xfrm>
              <a:off x="2306100" y="3636316"/>
              <a:ext cx="303600" cy="3036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2" name="Google Shape;992;p83"/>
            <p:cNvCxnSpPr>
              <a:stCxn id="993" idx="1"/>
              <a:endCxn id="991" idx="3"/>
            </p:cNvCxnSpPr>
            <p:nvPr/>
          </p:nvCxnSpPr>
          <p:spPr>
            <a:xfrm flipH="1">
              <a:off x="2609700" y="3784884"/>
              <a:ext cx="759900" cy="3300"/>
            </a:xfrm>
            <a:prstGeom prst="straightConnector1">
              <a:avLst/>
            </a:prstGeom>
            <a:noFill/>
            <a:ln cap="flat" cmpd="sng" w="38100">
              <a:solidFill>
                <a:schemeClr val="dk1"/>
              </a:solidFill>
              <a:prstDash val="solid"/>
              <a:round/>
              <a:headEnd len="med" w="med" type="none"/>
              <a:tailEnd len="med" w="med" type="none"/>
            </a:ln>
          </p:spPr>
        </p:cxnSp>
        <p:sp>
          <p:nvSpPr>
            <p:cNvPr id="993" name="Google Shape;993;p83"/>
            <p:cNvSpPr txBox="1"/>
            <p:nvPr/>
          </p:nvSpPr>
          <p:spPr>
            <a:xfrm>
              <a:off x="3369600" y="3446184"/>
              <a:ext cx="54504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This represents 2 tables, each with 5 diners.</a:t>
              </a:r>
              <a:endParaRPr sz="22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84"/>
          <p:cNvSpPr txBox="1"/>
          <p:nvPr>
            <p:ph idx="1" type="body"/>
          </p:nvPr>
        </p:nvSpPr>
        <p:spPr>
          <a:xfrm>
            <a:off x="3369600" y="810000"/>
            <a:ext cx="54504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dealing with one set of data so we choose ‘1-Variable’ from the Statistics menu.</a:t>
            </a:r>
            <a:endParaRPr/>
          </a:p>
        </p:txBody>
      </p:sp>
      <p:sp>
        <p:nvSpPr>
          <p:cNvPr id="999" name="Google Shape;999;p8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00" name="Google Shape;1000;p84"/>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01" name="Google Shape;1001;p84"/>
          <p:cNvPicPr preferRelativeResize="0"/>
          <p:nvPr/>
        </p:nvPicPr>
        <p:blipFill>
          <a:blip r:embed="rId3">
            <a:alphaModFix/>
          </a:blip>
          <a:stretch>
            <a:fillRect/>
          </a:stretch>
        </p:blipFill>
        <p:spPr>
          <a:xfrm>
            <a:off x="3369600" y="2160000"/>
            <a:ext cx="3676650" cy="1647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pic>
        <p:nvPicPr>
          <p:cNvPr id="1006" name="Google Shape;1006;p85"/>
          <p:cNvPicPr preferRelativeResize="0"/>
          <p:nvPr/>
        </p:nvPicPr>
        <p:blipFill>
          <a:blip r:embed="rId3">
            <a:alphaModFix/>
          </a:blip>
          <a:stretch>
            <a:fillRect/>
          </a:stretch>
        </p:blipFill>
        <p:spPr>
          <a:xfrm>
            <a:off x="3369600" y="2179538"/>
            <a:ext cx="3676650" cy="1647825"/>
          </a:xfrm>
          <a:prstGeom prst="rect">
            <a:avLst/>
          </a:prstGeom>
          <a:noFill/>
          <a:ln>
            <a:noFill/>
          </a:ln>
        </p:spPr>
      </p:pic>
      <p:sp>
        <p:nvSpPr>
          <p:cNvPr id="1007" name="Google Shape;1007;p85"/>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now need to put the values from the </a:t>
            </a:r>
            <a:r>
              <a:rPr lang="en-GB"/>
              <a:t>table</a:t>
            </a:r>
            <a:r>
              <a:rPr lang="en-GB"/>
              <a:t> into the calculator.</a:t>
            </a:r>
            <a:endParaRPr/>
          </a:p>
        </p:txBody>
      </p:sp>
      <p:sp>
        <p:nvSpPr>
          <p:cNvPr id="1008" name="Google Shape;1008;p8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09" name="Google Shape;1009;p85"/>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10" name="Google Shape;1010;p85"/>
          <p:cNvSpPr txBox="1"/>
          <p:nvPr/>
        </p:nvSpPr>
        <p:spPr>
          <a:xfrm>
            <a:off x="324000" y="4084700"/>
            <a:ext cx="81378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000">
                <a:solidFill>
                  <a:srgbClr val="222222"/>
                </a:solidFill>
                <a:latin typeface="Lexend"/>
                <a:ea typeface="Lexend"/>
                <a:cs typeface="Lexend"/>
                <a:sym typeface="Lexend"/>
              </a:rPr>
              <a:t>If the Freq column is missing, press ‘Tools’, select ‘Frequency’ then select ‘On’.</a:t>
            </a:r>
            <a:endParaRPr sz="2000">
              <a:solidFill>
                <a:srgbClr val="222222"/>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p86"/>
          <p:cNvPicPr preferRelativeResize="0"/>
          <p:nvPr/>
        </p:nvPicPr>
        <p:blipFill>
          <a:blip r:embed="rId3">
            <a:alphaModFix/>
          </a:blip>
          <a:stretch>
            <a:fillRect/>
          </a:stretch>
        </p:blipFill>
        <p:spPr>
          <a:xfrm>
            <a:off x="3369600" y="2179538"/>
            <a:ext cx="3676650" cy="1647825"/>
          </a:xfrm>
          <a:prstGeom prst="rect">
            <a:avLst/>
          </a:prstGeom>
          <a:noFill/>
          <a:ln>
            <a:noFill/>
          </a:ln>
        </p:spPr>
      </p:pic>
      <p:sp>
        <p:nvSpPr>
          <p:cNvPr id="1016" name="Google Shape;1016;p86"/>
          <p:cNvSpPr txBox="1"/>
          <p:nvPr>
            <p:ph idx="1" type="body"/>
          </p:nvPr>
        </p:nvSpPr>
        <p:spPr>
          <a:xfrm>
            <a:off x="3369600" y="810000"/>
            <a:ext cx="51921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Enter 0 and then press ‘EXE’. What value appears in the ‘Freq’ column?</a:t>
            </a:r>
            <a:endParaRPr/>
          </a:p>
        </p:txBody>
      </p:sp>
      <p:sp>
        <p:nvSpPr>
          <p:cNvPr id="1017" name="Google Shape;1017;p86"/>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18" name="Google Shape;1018;p86"/>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19" name="Google Shape;1019;p86"/>
          <p:cNvPicPr preferRelativeResize="0"/>
          <p:nvPr/>
        </p:nvPicPr>
        <p:blipFill>
          <a:blip r:embed="rId4">
            <a:alphaModFix/>
          </a:blip>
          <a:stretch>
            <a:fillRect/>
          </a:stretch>
        </p:blipFill>
        <p:spPr>
          <a:xfrm>
            <a:off x="3364825" y="2170013"/>
            <a:ext cx="3686175" cy="16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87"/>
          <p:cNvSpPr txBox="1"/>
          <p:nvPr>
            <p:ph idx="1" type="body"/>
          </p:nvPr>
        </p:nvSpPr>
        <p:spPr>
          <a:xfrm>
            <a:off x="3293400" y="810000"/>
            <a:ext cx="5584800" cy="1635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1 is the default frequency value.</a:t>
            </a:r>
            <a:endParaRPr/>
          </a:p>
          <a:p>
            <a:pPr indent="0" lvl="0" marL="0" rtl="0" algn="l">
              <a:spcBef>
                <a:spcPts val="1000"/>
              </a:spcBef>
              <a:spcAft>
                <a:spcPts val="1000"/>
              </a:spcAft>
              <a:buNone/>
            </a:pPr>
            <a:r>
              <a:rPr lang="en-GB"/>
              <a:t>You can change the value by navigating to the value you wish to change, typing the correct value and pressing ‘EXE’.</a:t>
            </a:r>
            <a:endParaRPr/>
          </a:p>
        </p:txBody>
      </p:sp>
      <p:sp>
        <p:nvSpPr>
          <p:cNvPr id="1025" name="Google Shape;1025;p8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26" name="Google Shape;1026;p87"/>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27" name="Google Shape;1027;p87"/>
          <p:cNvPicPr preferRelativeResize="0"/>
          <p:nvPr/>
        </p:nvPicPr>
        <p:blipFill>
          <a:blip r:embed="rId3">
            <a:alphaModFix/>
          </a:blip>
          <a:stretch>
            <a:fillRect/>
          </a:stretch>
        </p:blipFill>
        <p:spPr>
          <a:xfrm>
            <a:off x="3369600" y="2571738"/>
            <a:ext cx="3695700" cy="1666875"/>
          </a:xfrm>
          <a:prstGeom prst="rect">
            <a:avLst/>
          </a:prstGeom>
          <a:noFill/>
          <a:ln>
            <a:noFill/>
          </a:ln>
        </p:spPr>
      </p:pic>
      <p:pic>
        <p:nvPicPr>
          <p:cNvPr id="1028" name="Google Shape;1028;p87"/>
          <p:cNvPicPr preferRelativeResize="0"/>
          <p:nvPr/>
        </p:nvPicPr>
        <p:blipFill>
          <a:blip r:embed="rId4">
            <a:alphaModFix/>
          </a:blip>
          <a:stretch>
            <a:fillRect/>
          </a:stretch>
        </p:blipFill>
        <p:spPr>
          <a:xfrm>
            <a:off x="3374350" y="2576513"/>
            <a:ext cx="3686175" cy="1657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8"/>
          <p:cNvSpPr txBox="1"/>
          <p:nvPr>
            <p:ph idx="1" type="body"/>
          </p:nvPr>
        </p:nvSpPr>
        <p:spPr>
          <a:xfrm>
            <a:off x="3369600" y="810000"/>
            <a:ext cx="51921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Enter the remaining values into the calculator.</a:t>
            </a:r>
            <a:endParaRPr/>
          </a:p>
        </p:txBody>
      </p:sp>
      <p:sp>
        <p:nvSpPr>
          <p:cNvPr id="1034" name="Google Shape;1034;p88"/>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35" name="Google Shape;1035;p88"/>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36" name="Google Shape;1036;p88"/>
          <p:cNvPicPr preferRelativeResize="0"/>
          <p:nvPr/>
        </p:nvPicPr>
        <p:blipFill>
          <a:blip r:embed="rId3">
            <a:alphaModFix/>
          </a:blip>
          <a:stretch>
            <a:fillRect/>
          </a:stretch>
        </p:blipFill>
        <p:spPr>
          <a:xfrm>
            <a:off x="3369599" y="1626600"/>
            <a:ext cx="3443819" cy="1574324"/>
          </a:xfrm>
          <a:prstGeom prst="rect">
            <a:avLst/>
          </a:prstGeom>
          <a:noFill/>
          <a:ln>
            <a:noFill/>
          </a:ln>
        </p:spPr>
      </p:pic>
      <p:pic>
        <p:nvPicPr>
          <p:cNvPr id="1037" name="Google Shape;1037;p88"/>
          <p:cNvPicPr preferRelativeResize="0"/>
          <p:nvPr/>
        </p:nvPicPr>
        <p:blipFill>
          <a:blip r:embed="rId4">
            <a:alphaModFix/>
          </a:blip>
          <a:stretch>
            <a:fillRect/>
          </a:stretch>
        </p:blipFill>
        <p:spPr>
          <a:xfrm>
            <a:off x="3369599" y="3200912"/>
            <a:ext cx="3443819" cy="15474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89"/>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43" name="Google Shape;1043;p8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44" name="Google Shape;1044;p89"/>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45" name="Google Shape;1045;p89"/>
          <p:cNvPicPr preferRelativeResize="0"/>
          <p:nvPr/>
        </p:nvPicPr>
        <p:blipFill>
          <a:blip r:embed="rId3">
            <a:alphaModFix/>
          </a:blip>
          <a:stretch>
            <a:fillRect/>
          </a:stretch>
        </p:blipFill>
        <p:spPr>
          <a:xfrm>
            <a:off x="3369600" y="1620000"/>
            <a:ext cx="3667125" cy="1657350"/>
          </a:xfrm>
          <a:prstGeom prst="rect">
            <a:avLst/>
          </a:prstGeom>
          <a:noFill/>
          <a:ln>
            <a:noFill/>
          </a:ln>
        </p:spPr>
      </p:pic>
      <p:sp>
        <p:nvSpPr>
          <p:cNvPr id="1046" name="Google Shape;1046;p89"/>
          <p:cNvSpPr txBox="1"/>
          <p:nvPr/>
        </p:nvSpPr>
        <p:spPr>
          <a:xfrm>
            <a:off x="3369600" y="3551000"/>
            <a:ext cx="5450400" cy="86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Press ‘EXE’ again to generate the mean for the data you entered.</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90"/>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52" name="Google Shape;1052;p9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53" name="Google Shape;1053;p90"/>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54" name="Google Shape;1054;p90"/>
          <p:cNvSpPr txBox="1"/>
          <p:nvPr/>
        </p:nvSpPr>
        <p:spPr>
          <a:xfrm>
            <a:off x="3369600" y="3551000"/>
            <a:ext cx="5450400" cy="86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mean is written as </a:t>
            </a:r>
            <a:endParaRPr sz="2200">
              <a:solidFill>
                <a:schemeClr val="dk1"/>
              </a:solidFill>
              <a:latin typeface="Lexend"/>
              <a:ea typeface="Lexend"/>
              <a:cs typeface="Lexend"/>
              <a:sym typeface="Lexend"/>
            </a:endParaRPr>
          </a:p>
        </p:txBody>
      </p:sp>
      <p:pic>
        <p:nvPicPr>
          <p:cNvPr id="1055" name="Google Shape;1055;p90"/>
          <p:cNvPicPr preferRelativeResize="0"/>
          <p:nvPr/>
        </p:nvPicPr>
        <p:blipFill>
          <a:blip r:embed="rId3">
            <a:alphaModFix/>
          </a:blip>
          <a:stretch>
            <a:fillRect/>
          </a:stretch>
        </p:blipFill>
        <p:spPr>
          <a:xfrm>
            <a:off x="3369600" y="1620000"/>
            <a:ext cx="3676650" cy="1657350"/>
          </a:xfrm>
          <a:prstGeom prst="rect">
            <a:avLst/>
          </a:prstGeom>
          <a:noFill/>
          <a:ln>
            <a:noFill/>
          </a:ln>
        </p:spPr>
      </p:pic>
      <p:pic>
        <p:nvPicPr>
          <p:cNvPr descr="x horizontal bar&#10;&#10;&lt;math xmlns=&quot;http://www.w3.org/1998/Math/MathML&quot; display=&quot;block&quot; data-is-equatio=&quot;1&quot; data-latex=&quot;\overline{x}&quot;&gt;&lt;mover&gt;&lt;mi&gt;x&lt;/mi&gt;&lt;mo accent=&quot;true&quot;&gt;―&lt;/mo&gt;&lt;/mover&gt;&lt;/math&gt;" id="1056" name="Google Shape;1056;p90"/>
          <p:cNvPicPr preferRelativeResize="0"/>
          <p:nvPr/>
        </p:nvPicPr>
        <p:blipFill>
          <a:blip r:embed="rId4">
            <a:alphaModFix/>
          </a:blip>
          <a:stretch>
            <a:fillRect/>
          </a:stretch>
        </p:blipFill>
        <p:spPr>
          <a:xfrm>
            <a:off x="6524050" y="3587850"/>
            <a:ext cx="180975" cy="23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91"/>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62" name="Google Shape;1062;p91"/>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63" name="Google Shape;1063;p91"/>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64" name="Google Shape;1064;p91"/>
          <p:cNvSpPr txBox="1"/>
          <p:nvPr/>
        </p:nvSpPr>
        <p:spPr>
          <a:xfrm>
            <a:off x="3369600" y="3551000"/>
            <a:ext cx="5450400" cy="10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mean is written as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What is the value of the mean?  </a:t>
            </a:r>
            <a:endParaRPr sz="2200">
              <a:solidFill>
                <a:schemeClr val="dk1"/>
              </a:solidFill>
              <a:latin typeface="Lexend"/>
              <a:ea typeface="Lexend"/>
              <a:cs typeface="Lexend"/>
              <a:sym typeface="Lexend"/>
            </a:endParaRPr>
          </a:p>
        </p:txBody>
      </p:sp>
      <p:pic>
        <p:nvPicPr>
          <p:cNvPr id="1065" name="Google Shape;1065;p91"/>
          <p:cNvPicPr preferRelativeResize="0"/>
          <p:nvPr/>
        </p:nvPicPr>
        <p:blipFill>
          <a:blip r:embed="rId3">
            <a:alphaModFix/>
          </a:blip>
          <a:stretch>
            <a:fillRect/>
          </a:stretch>
        </p:blipFill>
        <p:spPr>
          <a:xfrm>
            <a:off x="3369600" y="1620000"/>
            <a:ext cx="3676650" cy="1657350"/>
          </a:xfrm>
          <a:prstGeom prst="rect">
            <a:avLst/>
          </a:prstGeom>
          <a:noFill/>
          <a:ln>
            <a:noFill/>
          </a:ln>
        </p:spPr>
      </p:pic>
      <p:pic>
        <p:nvPicPr>
          <p:cNvPr descr="x horizontal bar&#10;&#10;&lt;math xmlns=&quot;http://www.w3.org/1998/Math/MathML&quot; display=&quot;block&quot; data-is-equatio=&quot;1&quot; data-latex=&quot;\overline{x}&quot;&gt;&lt;mover&gt;&lt;mi&gt;x&lt;/mi&gt;&lt;mo accent=&quot;true&quot;&gt;―&lt;/mo&gt;&lt;/mover&gt;&lt;/math&gt;" id="1066" name="Google Shape;1066;p91"/>
          <p:cNvPicPr preferRelativeResize="0"/>
          <p:nvPr/>
        </p:nvPicPr>
        <p:blipFill>
          <a:blip r:embed="rId4">
            <a:alphaModFix/>
          </a:blip>
          <a:stretch>
            <a:fillRect/>
          </a:stretch>
        </p:blipFill>
        <p:spPr>
          <a:xfrm>
            <a:off x="6524050" y="3587850"/>
            <a:ext cx="180975" cy="238125"/>
          </a:xfrm>
          <a:prstGeom prst="rect">
            <a:avLst/>
          </a:prstGeom>
          <a:noFill/>
          <a:ln>
            <a:noFill/>
          </a:ln>
        </p:spPr>
      </p:pic>
      <p:sp>
        <p:nvSpPr>
          <p:cNvPr id="1067" name="Google Shape;1067;p91"/>
          <p:cNvSpPr txBox="1"/>
          <p:nvPr/>
        </p:nvSpPr>
        <p:spPr>
          <a:xfrm>
            <a:off x="7718600" y="4231700"/>
            <a:ext cx="366300" cy="33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2"/>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(arithmetic) mean for a set of numerical data is the sum of the values divided by the number of values.</a:t>
            </a:r>
            <a:endParaRPr/>
          </a:p>
        </p:txBody>
      </p:sp>
      <p:sp>
        <p:nvSpPr>
          <p:cNvPr id="1073" name="Google Shape;1073;p9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1074" name="Google Shape;1074;p92"/>
          <p:cNvPicPr preferRelativeResize="0"/>
          <p:nvPr/>
        </p:nvPicPr>
        <p:blipFill rotWithShape="1">
          <a:blip r:embed="rId3">
            <a:alphaModFix/>
          </a:blip>
          <a:srcRect b="43690" l="0" r="57905" t="0"/>
          <a:stretch/>
        </p:blipFill>
        <p:spPr>
          <a:xfrm>
            <a:off x="5339475" y="2451075"/>
            <a:ext cx="2417398" cy="1287375"/>
          </a:xfrm>
          <a:prstGeom prst="rect">
            <a:avLst/>
          </a:prstGeom>
          <a:noFill/>
          <a:ln>
            <a:noFill/>
          </a:ln>
        </p:spPr>
      </p:pic>
      <p:sp>
        <p:nvSpPr>
          <p:cNvPr id="1075" name="Google Shape;1075;p92"/>
          <p:cNvSpPr txBox="1"/>
          <p:nvPr/>
        </p:nvSpPr>
        <p:spPr>
          <a:xfrm>
            <a:off x="5332050" y="2511400"/>
            <a:ext cx="2417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Read the values off the bar chart to create the table.</a:t>
            </a:r>
            <a:endParaRPr/>
          </a:p>
        </p:txBody>
      </p:sp>
      <p:pic>
        <p:nvPicPr>
          <p:cNvPr id="1076" name="Google Shape;1076;p92"/>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1077" name="Google Shape;1077;p92"/>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1078" name="Google Shape;1078;p92"/>
          <p:cNvGrpSpPr/>
          <p:nvPr/>
        </p:nvGrpSpPr>
        <p:grpSpPr>
          <a:xfrm>
            <a:off x="323994" y="2451075"/>
            <a:ext cx="4500056" cy="2084323"/>
            <a:chOff x="475269" y="2652375"/>
            <a:chExt cx="4500056" cy="2084323"/>
          </a:xfrm>
        </p:grpSpPr>
        <p:pic>
          <p:nvPicPr>
            <p:cNvPr id="1079" name="Google Shape;1079;p92"/>
            <p:cNvPicPr preferRelativeResize="0"/>
            <p:nvPr/>
          </p:nvPicPr>
          <p:blipFill rotWithShape="1">
            <a:blip r:embed="rId3">
              <a:alphaModFix/>
            </a:blip>
            <a:srcRect b="43690" l="0" r="57905" t="0"/>
            <a:stretch/>
          </p:blipFill>
          <p:spPr>
            <a:xfrm flipH="1">
              <a:off x="1690901" y="2652375"/>
              <a:ext cx="3189074" cy="1275524"/>
            </a:xfrm>
            <a:prstGeom prst="rect">
              <a:avLst/>
            </a:prstGeom>
            <a:noFill/>
            <a:ln>
              <a:noFill/>
            </a:ln>
          </p:spPr>
        </p:pic>
        <p:sp>
          <p:nvSpPr>
            <p:cNvPr id="1080" name="Google Shape;1080;p92"/>
            <p:cNvSpPr txBox="1"/>
            <p:nvPr/>
          </p:nvSpPr>
          <p:spPr>
            <a:xfrm>
              <a:off x="1841825" y="2707900"/>
              <a:ext cx="3133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But what if I have a frequency bar chart and not a table?</a:t>
              </a:r>
              <a:endParaRPr sz="1800">
                <a:latin typeface="Lexend"/>
                <a:ea typeface="Lexend"/>
                <a:cs typeface="Lexend"/>
                <a:sym typeface="Lexend"/>
              </a:endParaRPr>
            </a:p>
          </p:txBody>
        </p:sp>
        <p:pic>
          <p:nvPicPr>
            <p:cNvPr id="1081" name="Google Shape;1081;p92"/>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1082" name="Google Shape;1082;p92"/>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93"/>
          <p:cNvSpPr txBox="1"/>
          <p:nvPr>
            <p:ph idx="1" type="body"/>
          </p:nvPr>
        </p:nvSpPr>
        <p:spPr>
          <a:xfrm>
            <a:off x="324000" y="810000"/>
            <a:ext cx="8496000" cy="2799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To quickly clear all </a:t>
            </a:r>
            <a:r>
              <a:rPr lang="en-GB"/>
              <a:t>existing</a:t>
            </a:r>
            <a:r>
              <a:rPr lang="en-GB"/>
              <a:t> data in the table, press ‘Tools’ then select ‘Edit’ then ‘Delete All’.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You now have a blank table to put the new values into.</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Alternatively, you can just overwrite the existing values.</a:t>
            </a:r>
            <a:endParaRPr/>
          </a:p>
        </p:txBody>
      </p:sp>
      <p:sp>
        <p:nvSpPr>
          <p:cNvPr id="1088" name="Google Shape;1088;p9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94"/>
          <p:cNvSpPr txBox="1"/>
          <p:nvPr>
            <p:ph idx="1" type="body"/>
          </p:nvPr>
        </p:nvSpPr>
        <p:spPr>
          <a:xfrm>
            <a:off x="324000" y="810000"/>
            <a:ext cx="84960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This bar chart shows reviews of a restaurant.</a:t>
            </a:r>
            <a:endParaRPr/>
          </a:p>
        </p:txBody>
      </p:sp>
      <p:sp>
        <p:nvSpPr>
          <p:cNvPr id="1094" name="Google Shape;1094;p9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1095" name="Google Shape;1095;p94"/>
          <p:cNvPicPr preferRelativeResize="0"/>
          <p:nvPr/>
        </p:nvPicPr>
        <p:blipFill>
          <a:blip r:embed="rId3">
            <a:alphaModFix/>
          </a:blip>
          <a:stretch>
            <a:fillRect/>
          </a:stretch>
        </p:blipFill>
        <p:spPr>
          <a:xfrm>
            <a:off x="317087" y="1165200"/>
            <a:ext cx="4683024" cy="3471675"/>
          </a:xfrm>
          <a:prstGeom prst="rect">
            <a:avLst/>
          </a:prstGeom>
          <a:noFill/>
          <a:ln>
            <a:noFill/>
          </a:ln>
        </p:spPr>
      </p:pic>
      <p:sp>
        <p:nvSpPr>
          <p:cNvPr id="1096" name="Google Shape;1096;p94"/>
          <p:cNvSpPr txBox="1"/>
          <p:nvPr>
            <p:ph idx="1" type="body"/>
          </p:nvPr>
        </p:nvSpPr>
        <p:spPr>
          <a:xfrm rot="-5400000">
            <a:off x="-129825" y="1678050"/>
            <a:ext cx="13029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Frequency</a:t>
            </a:r>
            <a:endParaRPr sz="1800"/>
          </a:p>
        </p:txBody>
      </p:sp>
      <p:sp>
        <p:nvSpPr>
          <p:cNvPr id="1097" name="Google Shape;1097;p94"/>
          <p:cNvSpPr txBox="1"/>
          <p:nvPr>
            <p:ph idx="1" type="body"/>
          </p:nvPr>
        </p:nvSpPr>
        <p:spPr>
          <a:xfrm>
            <a:off x="3691950" y="4320000"/>
            <a:ext cx="13029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Star rating</a:t>
            </a:r>
            <a:endParaRPr sz="1800"/>
          </a:p>
        </p:txBody>
      </p:sp>
      <p:sp>
        <p:nvSpPr>
          <p:cNvPr id="1098" name="Google Shape;1098;p94"/>
          <p:cNvSpPr/>
          <p:nvPr/>
        </p:nvSpPr>
        <p:spPr>
          <a:xfrm>
            <a:off x="1174175" y="3092125"/>
            <a:ext cx="392100" cy="10710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9" name="Google Shape;1099;p94"/>
          <p:cNvSpPr/>
          <p:nvPr/>
        </p:nvSpPr>
        <p:spPr>
          <a:xfrm>
            <a:off x="1982200" y="2247443"/>
            <a:ext cx="392100" cy="19155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0" name="Google Shape;1100;p94"/>
          <p:cNvSpPr/>
          <p:nvPr/>
        </p:nvSpPr>
        <p:spPr>
          <a:xfrm>
            <a:off x="2790225" y="3091675"/>
            <a:ext cx="392100" cy="10710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1" name="Google Shape;1101;p94"/>
          <p:cNvSpPr/>
          <p:nvPr/>
        </p:nvSpPr>
        <p:spPr>
          <a:xfrm>
            <a:off x="3598250" y="2247175"/>
            <a:ext cx="392100" cy="19155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2" name="Google Shape;1102;p94"/>
          <p:cNvSpPr/>
          <p:nvPr/>
        </p:nvSpPr>
        <p:spPr>
          <a:xfrm>
            <a:off x="4405500" y="1598850"/>
            <a:ext cx="392100" cy="25638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3" name="Google Shape;1103;p94"/>
          <p:cNvCxnSpPr/>
          <p:nvPr/>
        </p:nvCxnSpPr>
        <p:spPr>
          <a:xfrm>
            <a:off x="970550" y="4170600"/>
            <a:ext cx="4019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95"/>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09" name="Google Shape;1109;p95"/>
          <p:cNvSpPr txBox="1"/>
          <p:nvPr>
            <p:ph idx="5" type="title"/>
          </p:nvPr>
        </p:nvSpPr>
        <p:spPr>
          <a:xfrm>
            <a:off x="324000" y="809925"/>
            <a:ext cx="5450400" cy="728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What will the correct first row of </a:t>
            </a:r>
            <a:r>
              <a:rPr lang="en-GB"/>
              <a:t>the</a:t>
            </a:r>
            <a:r>
              <a:rPr lang="en-GB"/>
              <a:t> table look like?</a:t>
            </a:r>
            <a:endParaRPr/>
          </a:p>
        </p:txBody>
      </p:sp>
      <p:pic>
        <p:nvPicPr>
          <p:cNvPr id="1110" name="Google Shape;1110;p95"/>
          <p:cNvPicPr preferRelativeResize="0"/>
          <p:nvPr/>
        </p:nvPicPr>
        <p:blipFill>
          <a:blip r:embed="rId3">
            <a:alphaModFix/>
          </a:blip>
          <a:stretch>
            <a:fillRect/>
          </a:stretch>
        </p:blipFill>
        <p:spPr>
          <a:xfrm>
            <a:off x="5935400" y="810000"/>
            <a:ext cx="2884601" cy="2138442"/>
          </a:xfrm>
          <a:prstGeom prst="rect">
            <a:avLst/>
          </a:prstGeom>
          <a:noFill/>
          <a:ln>
            <a:noFill/>
          </a:ln>
        </p:spPr>
      </p:pic>
      <p:sp>
        <p:nvSpPr>
          <p:cNvPr id="1111" name="Google Shape;1111;p95"/>
          <p:cNvSpPr txBox="1"/>
          <p:nvPr>
            <p:ph idx="1" type="body"/>
          </p:nvPr>
        </p:nvSpPr>
        <p:spPr>
          <a:xfrm rot="-5400000">
            <a:off x="5410591" y="1360303"/>
            <a:ext cx="1347000" cy="2463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600">
                <a:solidFill>
                  <a:schemeClr val="dk1"/>
                </a:solidFill>
              </a:rPr>
              <a:t>Frequency</a:t>
            </a:r>
            <a:endParaRPr sz="1600">
              <a:solidFill>
                <a:schemeClr val="dk1"/>
              </a:solidFill>
            </a:endParaRPr>
          </a:p>
        </p:txBody>
      </p:sp>
      <p:sp>
        <p:nvSpPr>
          <p:cNvPr id="1112" name="Google Shape;1112;p95"/>
          <p:cNvSpPr txBox="1"/>
          <p:nvPr>
            <p:ph idx="1" type="body"/>
          </p:nvPr>
        </p:nvSpPr>
        <p:spPr>
          <a:xfrm>
            <a:off x="7353260" y="2753250"/>
            <a:ext cx="1463400" cy="2463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600">
                <a:solidFill>
                  <a:schemeClr val="dk1"/>
                </a:solidFill>
              </a:rPr>
              <a:t>Star rating</a:t>
            </a:r>
            <a:endParaRPr sz="1600">
              <a:solidFill>
                <a:schemeClr val="dk1"/>
              </a:solidFill>
            </a:endParaRPr>
          </a:p>
        </p:txBody>
      </p:sp>
      <p:sp>
        <p:nvSpPr>
          <p:cNvPr id="1113" name="Google Shape;1113;p95"/>
          <p:cNvSpPr/>
          <p:nvPr/>
        </p:nvSpPr>
        <p:spPr>
          <a:xfrm>
            <a:off x="6463340" y="1996925"/>
            <a:ext cx="241500" cy="6597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4" name="Google Shape;1114;p95"/>
          <p:cNvSpPr/>
          <p:nvPr/>
        </p:nvSpPr>
        <p:spPr>
          <a:xfrm>
            <a:off x="6961059" y="1476628"/>
            <a:ext cx="241500" cy="11799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5" name="Google Shape;1115;p95"/>
          <p:cNvSpPr/>
          <p:nvPr/>
        </p:nvSpPr>
        <p:spPr>
          <a:xfrm>
            <a:off x="7458778" y="1996647"/>
            <a:ext cx="241500" cy="6597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6" name="Google Shape;1116;p95"/>
          <p:cNvSpPr/>
          <p:nvPr/>
        </p:nvSpPr>
        <p:spPr>
          <a:xfrm>
            <a:off x="7956496" y="1476462"/>
            <a:ext cx="241500" cy="11799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7" name="Google Shape;1117;p95"/>
          <p:cNvSpPr/>
          <p:nvPr/>
        </p:nvSpPr>
        <p:spPr>
          <a:xfrm>
            <a:off x="8453738" y="1077115"/>
            <a:ext cx="241500" cy="15795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18" name="Google Shape;1118;p95"/>
          <p:cNvCxnSpPr/>
          <p:nvPr/>
        </p:nvCxnSpPr>
        <p:spPr>
          <a:xfrm>
            <a:off x="6337913" y="2661231"/>
            <a:ext cx="2475900" cy="0"/>
          </a:xfrm>
          <a:prstGeom prst="straightConnector1">
            <a:avLst/>
          </a:prstGeom>
          <a:noFill/>
          <a:ln cap="flat" cmpd="sng" w="9525">
            <a:solidFill>
              <a:schemeClr val="dk1"/>
            </a:solidFill>
            <a:prstDash val="solid"/>
            <a:round/>
            <a:headEnd len="med" w="med" type="none"/>
            <a:tailEnd len="med" w="med" type="none"/>
          </a:ln>
        </p:spPr>
      </p:cxnSp>
      <p:pic>
        <p:nvPicPr>
          <p:cNvPr id="1119" name="Google Shape;1119;p95"/>
          <p:cNvPicPr preferRelativeResize="0"/>
          <p:nvPr/>
        </p:nvPicPr>
        <p:blipFill>
          <a:blip r:embed="rId4">
            <a:alphaModFix/>
          </a:blip>
          <a:stretch>
            <a:fillRect/>
          </a:stretch>
        </p:blipFill>
        <p:spPr>
          <a:xfrm>
            <a:off x="6476725" y="3091575"/>
            <a:ext cx="2198300" cy="996100"/>
          </a:xfrm>
          <a:prstGeom prst="rect">
            <a:avLst/>
          </a:prstGeom>
          <a:noFill/>
          <a:ln>
            <a:noFill/>
          </a:ln>
        </p:spPr>
      </p:pic>
      <p:pic>
        <p:nvPicPr>
          <p:cNvPr id="1120" name="Google Shape;1120;p95"/>
          <p:cNvPicPr preferRelativeResize="0"/>
          <p:nvPr/>
        </p:nvPicPr>
        <p:blipFill>
          <a:blip r:embed="rId5">
            <a:alphaModFix/>
          </a:blip>
          <a:stretch>
            <a:fillRect/>
          </a:stretch>
        </p:blipFill>
        <p:spPr>
          <a:xfrm>
            <a:off x="3472850" y="3087162"/>
            <a:ext cx="2198300" cy="1004937"/>
          </a:xfrm>
          <a:prstGeom prst="rect">
            <a:avLst/>
          </a:prstGeom>
          <a:noFill/>
          <a:ln>
            <a:noFill/>
          </a:ln>
        </p:spPr>
      </p:pic>
      <p:pic>
        <p:nvPicPr>
          <p:cNvPr id="1121" name="Google Shape;1121;p95"/>
          <p:cNvPicPr preferRelativeResize="0"/>
          <p:nvPr/>
        </p:nvPicPr>
        <p:blipFill>
          <a:blip r:embed="rId6">
            <a:alphaModFix/>
          </a:blip>
          <a:stretch>
            <a:fillRect/>
          </a:stretch>
        </p:blipFill>
        <p:spPr>
          <a:xfrm>
            <a:off x="575913" y="3087163"/>
            <a:ext cx="2217765" cy="1004925"/>
          </a:xfrm>
          <a:prstGeom prst="rect">
            <a:avLst/>
          </a:prstGeom>
          <a:noFill/>
          <a:ln>
            <a:noFill/>
          </a:ln>
        </p:spPr>
      </p:pic>
      <p:pic>
        <p:nvPicPr>
          <p:cNvPr id="1122" name="Google Shape;1122;p95"/>
          <p:cNvPicPr preferRelativeResize="0"/>
          <p:nvPr/>
        </p:nvPicPr>
        <p:blipFill>
          <a:blip r:embed="rId7">
            <a:alphaModFix/>
          </a:blip>
          <a:stretch>
            <a:fillRect/>
          </a:stretch>
        </p:blipFill>
        <p:spPr>
          <a:xfrm>
            <a:off x="7879258" y="41797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96"/>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28" name="Google Shape;1128;p96"/>
          <p:cNvSpPr txBox="1"/>
          <p:nvPr>
            <p:ph idx="4294967295" type="title"/>
          </p:nvPr>
        </p:nvSpPr>
        <p:spPr>
          <a:xfrm>
            <a:off x="324000" y="809925"/>
            <a:ext cx="8496000" cy="338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a:t>Calculate the mean rating for this restaurant.</a:t>
            </a:r>
            <a:endParaRPr b="0"/>
          </a:p>
        </p:txBody>
      </p:sp>
      <p:pic>
        <p:nvPicPr>
          <p:cNvPr id="1129" name="Google Shape;1129;p96"/>
          <p:cNvPicPr preferRelativeResize="0"/>
          <p:nvPr/>
        </p:nvPicPr>
        <p:blipFill>
          <a:blip r:embed="rId3">
            <a:alphaModFix/>
          </a:blip>
          <a:stretch>
            <a:fillRect/>
          </a:stretch>
        </p:blipFill>
        <p:spPr>
          <a:xfrm>
            <a:off x="317087" y="1165200"/>
            <a:ext cx="4683024" cy="3471675"/>
          </a:xfrm>
          <a:prstGeom prst="rect">
            <a:avLst/>
          </a:prstGeom>
          <a:noFill/>
          <a:ln>
            <a:noFill/>
          </a:ln>
        </p:spPr>
      </p:pic>
      <p:sp>
        <p:nvSpPr>
          <p:cNvPr id="1130" name="Google Shape;1130;p96"/>
          <p:cNvSpPr txBox="1"/>
          <p:nvPr>
            <p:ph idx="1" type="body"/>
          </p:nvPr>
        </p:nvSpPr>
        <p:spPr>
          <a:xfrm rot="-5400000">
            <a:off x="-129825" y="1678050"/>
            <a:ext cx="13029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Frequency</a:t>
            </a:r>
            <a:endParaRPr sz="1800"/>
          </a:p>
        </p:txBody>
      </p:sp>
      <p:sp>
        <p:nvSpPr>
          <p:cNvPr id="1131" name="Google Shape;1131;p96"/>
          <p:cNvSpPr txBox="1"/>
          <p:nvPr>
            <p:ph idx="1" type="body"/>
          </p:nvPr>
        </p:nvSpPr>
        <p:spPr>
          <a:xfrm>
            <a:off x="3691950" y="4320000"/>
            <a:ext cx="13029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Star rating</a:t>
            </a:r>
            <a:endParaRPr sz="1800"/>
          </a:p>
        </p:txBody>
      </p:sp>
      <p:sp>
        <p:nvSpPr>
          <p:cNvPr id="1132" name="Google Shape;1132;p96"/>
          <p:cNvSpPr/>
          <p:nvPr/>
        </p:nvSpPr>
        <p:spPr>
          <a:xfrm>
            <a:off x="1174175" y="3092125"/>
            <a:ext cx="392100" cy="10710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3" name="Google Shape;1133;p96"/>
          <p:cNvSpPr/>
          <p:nvPr/>
        </p:nvSpPr>
        <p:spPr>
          <a:xfrm>
            <a:off x="1982200" y="2247443"/>
            <a:ext cx="392100" cy="19155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4" name="Google Shape;1134;p96"/>
          <p:cNvSpPr/>
          <p:nvPr/>
        </p:nvSpPr>
        <p:spPr>
          <a:xfrm>
            <a:off x="2790225" y="3091675"/>
            <a:ext cx="392100" cy="10710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5" name="Google Shape;1135;p96"/>
          <p:cNvSpPr/>
          <p:nvPr/>
        </p:nvSpPr>
        <p:spPr>
          <a:xfrm>
            <a:off x="3598250" y="2247175"/>
            <a:ext cx="392100" cy="19155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6" name="Google Shape;1136;p96"/>
          <p:cNvSpPr/>
          <p:nvPr/>
        </p:nvSpPr>
        <p:spPr>
          <a:xfrm>
            <a:off x="4405500" y="1598850"/>
            <a:ext cx="392100" cy="2563800"/>
          </a:xfrm>
          <a:prstGeom prst="rect">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37" name="Google Shape;1137;p96"/>
          <p:cNvCxnSpPr/>
          <p:nvPr/>
        </p:nvCxnSpPr>
        <p:spPr>
          <a:xfrm>
            <a:off x="970550" y="4170600"/>
            <a:ext cx="4019700" cy="0"/>
          </a:xfrm>
          <a:prstGeom prst="straightConnector1">
            <a:avLst/>
          </a:prstGeom>
          <a:noFill/>
          <a:ln cap="flat" cmpd="sng" w="9525">
            <a:solidFill>
              <a:schemeClr val="dk1"/>
            </a:solidFill>
            <a:prstDash val="solid"/>
            <a:round/>
            <a:headEnd len="med" w="med" type="none"/>
            <a:tailEnd len="med" w="med" type="none"/>
          </a:ln>
        </p:spPr>
      </p:cxnSp>
      <p:sp>
        <p:nvSpPr>
          <p:cNvPr id="1138" name="Google Shape;1138;p96"/>
          <p:cNvSpPr txBox="1"/>
          <p:nvPr/>
        </p:nvSpPr>
        <p:spPr>
          <a:xfrm>
            <a:off x="5096675" y="2160000"/>
            <a:ext cx="37233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The mean rating is 3.35</a:t>
            </a: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9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44" name="Google Shape;1144;p97"/>
          <p:cNvSpPr txBox="1"/>
          <p:nvPr>
            <p:ph idx="1" type="body"/>
          </p:nvPr>
        </p:nvSpPr>
        <p:spPr>
          <a:xfrm>
            <a:off x="324000" y="810000"/>
            <a:ext cx="82377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This frequency table shows the number of goals scored in each match by all the teams in a club over one football season.</a:t>
            </a:r>
            <a:endParaRPr/>
          </a:p>
        </p:txBody>
      </p:sp>
      <p:graphicFrame>
        <p:nvGraphicFramePr>
          <p:cNvPr id="1145" name="Google Shape;1145;p97"/>
          <p:cNvGraphicFramePr/>
          <p:nvPr/>
        </p:nvGraphicFramePr>
        <p:xfrm>
          <a:off x="324008" y="1927500"/>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146" name="Google Shape;1146;p97"/>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number of goals scored?</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graphicFrame>
        <p:nvGraphicFramePr>
          <p:cNvPr id="1151" name="Google Shape;1151;p98"/>
          <p:cNvGraphicFramePr/>
          <p:nvPr/>
        </p:nvGraphicFramePr>
        <p:xfrm>
          <a:off x="324000" y="1924225"/>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152" name="Google Shape;1152;p9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53" name="Google Shape;1153;p98"/>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This frequency table shows the star rating </a:t>
            </a:r>
            <a:r>
              <a:rPr lang="en-GB"/>
              <a:t>received</a:t>
            </a:r>
            <a:r>
              <a:rPr lang="en-GB"/>
              <a:t> by a restaurant over its opening weekend.</a:t>
            </a:r>
            <a:endParaRPr/>
          </a:p>
        </p:txBody>
      </p:sp>
      <p:sp>
        <p:nvSpPr>
          <p:cNvPr id="1154" name="Google Shape;1154;p98"/>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star rating?</a:t>
            </a:r>
            <a:endParaRPr sz="22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9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60" name="Google Shape;1160;p99"/>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3) </a:t>
            </a:r>
            <a:r>
              <a:rPr lang="en-GB"/>
              <a:t>A class take a quiz, marked out of 6. The frequency table shows the results for the class.</a:t>
            </a:r>
            <a:endParaRPr/>
          </a:p>
        </p:txBody>
      </p:sp>
      <p:sp>
        <p:nvSpPr>
          <p:cNvPr id="1161" name="Google Shape;1161;p99"/>
          <p:cNvSpPr txBox="1"/>
          <p:nvPr/>
        </p:nvSpPr>
        <p:spPr>
          <a:xfrm>
            <a:off x="324000" y="2828100"/>
            <a:ext cx="84960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a:t>
            </a:r>
            <a:r>
              <a:rPr lang="en-GB" sz="2200">
                <a:solidFill>
                  <a:schemeClr val="dk1"/>
                </a:solidFill>
                <a:latin typeface="Lexend"/>
                <a:ea typeface="Lexend"/>
                <a:cs typeface="Lexend"/>
                <a:sym typeface="Lexend"/>
              </a:rPr>
              <a:t>marks</a:t>
            </a:r>
            <a:r>
              <a:rPr lang="en-GB" sz="2200">
                <a:solidFill>
                  <a:schemeClr val="dk1"/>
                </a:solidFill>
                <a:latin typeface="Lexend"/>
                <a:ea typeface="Lexend"/>
                <a:cs typeface="Lexend"/>
                <a:sym typeface="Lexend"/>
              </a:rPr>
              <a:t> per pupil?</a:t>
            </a:r>
            <a:endParaRPr sz="2200">
              <a:solidFill>
                <a:schemeClr val="dk1"/>
              </a:solidFill>
              <a:latin typeface="Lexend"/>
              <a:ea typeface="Lexend"/>
              <a:cs typeface="Lexend"/>
              <a:sym typeface="Lexend"/>
            </a:endParaRPr>
          </a:p>
        </p:txBody>
      </p:sp>
      <p:graphicFrame>
        <p:nvGraphicFramePr>
          <p:cNvPr id="1162" name="Google Shape;1162;p99"/>
          <p:cNvGraphicFramePr/>
          <p:nvPr/>
        </p:nvGraphicFramePr>
        <p:xfrm>
          <a:off x="1058925" y="1702850"/>
          <a:ext cx="3000000" cy="3000000"/>
        </p:xfrm>
        <a:graphic>
          <a:graphicData uri="http://schemas.openxmlformats.org/drawingml/2006/table">
            <a:tbl>
              <a:tblPr>
                <a:noFill/>
                <a:tableStyleId>{577267EF-250C-4BBA-A036-E386CA0EB5C5}</a:tableStyleId>
              </a:tblPr>
              <a:tblGrid>
                <a:gridCol w="1495625"/>
                <a:gridCol w="790075"/>
                <a:gridCol w="790075"/>
                <a:gridCol w="790075"/>
                <a:gridCol w="790075"/>
                <a:gridCol w="790075"/>
                <a:gridCol w="790075"/>
                <a:gridCol w="7900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Quiz score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0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68" name="Google Shape;1168;p100"/>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4) </a:t>
            </a:r>
            <a:r>
              <a:rPr lang="en-GB"/>
              <a:t>The frequency table shows the number of bedrooms in different houses within an area of a town.</a:t>
            </a:r>
            <a:endParaRPr/>
          </a:p>
        </p:txBody>
      </p:sp>
      <p:sp>
        <p:nvSpPr>
          <p:cNvPr id="1169" name="Google Shape;1169;p100"/>
          <p:cNvSpPr txBox="1"/>
          <p:nvPr/>
        </p:nvSpPr>
        <p:spPr>
          <a:xfrm>
            <a:off x="3369600" y="19275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bedrooms?</a:t>
            </a:r>
            <a:endParaRPr sz="2200">
              <a:solidFill>
                <a:schemeClr val="dk1"/>
              </a:solidFill>
              <a:latin typeface="Lexend"/>
              <a:ea typeface="Lexend"/>
              <a:cs typeface="Lexend"/>
              <a:sym typeface="Lexend"/>
            </a:endParaRPr>
          </a:p>
        </p:txBody>
      </p:sp>
      <p:graphicFrame>
        <p:nvGraphicFramePr>
          <p:cNvPr id="1170" name="Google Shape;1170;p100"/>
          <p:cNvGraphicFramePr/>
          <p:nvPr/>
        </p:nvGraphicFramePr>
        <p:xfrm>
          <a:off x="324000" y="1924225"/>
          <a:ext cx="3000000" cy="3000000"/>
        </p:xfrm>
        <a:graphic>
          <a:graphicData uri="http://schemas.openxmlformats.org/drawingml/2006/table">
            <a:tbl>
              <a:tblPr>
                <a:noFill/>
                <a:tableStyleId>{577267EF-250C-4BBA-A036-E386CA0EB5C5}</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0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76" name="Google Shape;1176;p101"/>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 The bar chart shows the length of time customers spent waiting at a self-service till (to the nearest minute).</a:t>
            </a:r>
            <a:endParaRPr/>
          </a:p>
        </p:txBody>
      </p:sp>
      <p:sp>
        <p:nvSpPr>
          <p:cNvPr id="1177" name="Google Shape;1177;p101"/>
          <p:cNvSpPr txBox="1"/>
          <p:nvPr/>
        </p:nvSpPr>
        <p:spPr>
          <a:xfrm>
            <a:off x="4939875" y="1927500"/>
            <a:ext cx="38802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wait time?</a:t>
            </a:r>
            <a:endParaRPr sz="2200">
              <a:solidFill>
                <a:schemeClr val="dk1"/>
              </a:solidFill>
              <a:latin typeface="Lexend"/>
              <a:ea typeface="Lexend"/>
              <a:cs typeface="Lexend"/>
              <a:sym typeface="Lexend"/>
            </a:endParaRPr>
          </a:p>
        </p:txBody>
      </p:sp>
      <p:grpSp>
        <p:nvGrpSpPr>
          <p:cNvPr id="1178" name="Google Shape;1178;p101"/>
          <p:cNvGrpSpPr/>
          <p:nvPr/>
        </p:nvGrpSpPr>
        <p:grpSpPr>
          <a:xfrm>
            <a:off x="323988" y="1620000"/>
            <a:ext cx="4438823" cy="3020699"/>
            <a:chOff x="323988" y="1620000"/>
            <a:chExt cx="4438823" cy="3020699"/>
          </a:xfrm>
        </p:grpSpPr>
        <p:pic>
          <p:nvPicPr>
            <p:cNvPr id="1179" name="Google Shape;1179;p101"/>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180" name="Google Shape;1180;p101"/>
            <p:cNvSpPr/>
            <p:nvPr/>
          </p:nvSpPr>
          <p:spPr>
            <a:xfrm>
              <a:off x="940383" y="2911125"/>
              <a:ext cx="160800" cy="12669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101"/>
            <p:cNvSpPr/>
            <p:nvPr/>
          </p:nvSpPr>
          <p:spPr>
            <a:xfrm>
              <a:off x="1500050" y="3876475"/>
              <a:ext cx="160800" cy="3018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101"/>
            <p:cNvSpPr/>
            <p:nvPr/>
          </p:nvSpPr>
          <p:spPr>
            <a:xfrm>
              <a:off x="2068300" y="2586825"/>
              <a:ext cx="160800" cy="15915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3" name="Google Shape;1183;p101"/>
            <p:cNvSpPr/>
            <p:nvPr/>
          </p:nvSpPr>
          <p:spPr>
            <a:xfrm>
              <a:off x="2639400" y="2270075"/>
              <a:ext cx="160800" cy="19083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101"/>
            <p:cNvSpPr/>
            <p:nvPr/>
          </p:nvSpPr>
          <p:spPr>
            <a:xfrm>
              <a:off x="3211300" y="3240000"/>
              <a:ext cx="160800" cy="9381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5" name="Google Shape;1185;p101"/>
            <p:cNvSpPr/>
            <p:nvPr/>
          </p:nvSpPr>
          <p:spPr>
            <a:xfrm>
              <a:off x="3767325" y="3552175"/>
              <a:ext cx="160800" cy="6261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6" name="Google Shape;1186;p101"/>
            <p:cNvSpPr/>
            <p:nvPr/>
          </p:nvSpPr>
          <p:spPr>
            <a:xfrm>
              <a:off x="4338434" y="2911125"/>
              <a:ext cx="160800" cy="12669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0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92" name="Google Shape;1192;p102"/>
          <p:cNvSpPr txBox="1"/>
          <p:nvPr>
            <p:ph idx="1" type="body"/>
          </p:nvPr>
        </p:nvSpPr>
        <p:spPr>
          <a:xfrm>
            <a:off x="324000" y="810000"/>
            <a:ext cx="82377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This frequency table shows the number of goals scored in each match by all the teams in a club over one football season.</a:t>
            </a:r>
            <a:endParaRPr/>
          </a:p>
        </p:txBody>
      </p:sp>
      <p:graphicFrame>
        <p:nvGraphicFramePr>
          <p:cNvPr id="1193" name="Google Shape;1193;p102"/>
          <p:cNvGraphicFramePr/>
          <p:nvPr/>
        </p:nvGraphicFramePr>
        <p:xfrm>
          <a:off x="324008" y="1927500"/>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194" name="Google Shape;1194;p102"/>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number of goals scored?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1.65 goals (which rounds to 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graphicFrame>
        <p:nvGraphicFramePr>
          <p:cNvPr id="1199" name="Google Shape;1199;p103"/>
          <p:cNvGraphicFramePr/>
          <p:nvPr/>
        </p:nvGraphicFramePr>
        <p:xfrm>
          <a:off x="324000" y="1924225"/>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200" name="Google Shape;1200;p10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201" name="Google Shape;1201;p103"/>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This frequency table shows the star rating received by a restaurant over its opening weekend.</a:t>
            </a:r>
            <a:endParaRPr/>
          </a:p>
        </p:txBody>
      </p:sp>
      <p:sp>
        <p:nvSpPr>
          <p:cNvPr id="1202" name="Google Shape;1202;p103"/>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star rating?</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3.64…</a:t>
            </a:r>
            <a:r>
              <a:rPr lang="en-GB" sz="2200">
                <a:solidFill>
                  <a:schemeClr val="dk1"/>
                </a:solidFill>
                <a:latin typeface="Kalam"/>
                <a:ea typeface="Kalam"/>
                <a:cs typeface="Kalam"/>
                <a:sym typeface="Kalam"/>
              </a:rPr>
              <a:t> stars (which rounds to 4)</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0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208" name="Google Shape;1208;p104"/>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3) A class take a quiz, marked out of 6. The frequency table shows the results for the class.</a:t>
            </a:r>
            <a:endParaRPr/>
          </a:p>
        </p:txBody>
      </p:sp>
      <p:sp>
        <p:nvSpPr>
          <p:cNvPr id="1209" name="Google Shape;1209;p104"/>
          <p:cNvSpPr txBox="1"/>
          <p:nvPr/>
        </p:nvSpPr>
        <p:spPr>
          <a:xfrm>
            <a:off x="324000" y="2828100"/>
            <a:ext cx="84960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marks per pupil?</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3 marks</a:t>
            </a:r>
            <a:endParaRPr sz="2200">
              <a:solidFill>
                <a:schemeClr val="dk1"/>
              </a:solidFill>
              <a:latin typeface="Lexend"/>
              <a:ea typeface="Lexend"/>
              <a:cs typeface="Lexend"/>
              <a:sym typeface="Lexend"/>
            </a:endParaRPr>
          </a:p>
        </p:txBody>
      </p:sp>
      <p:graphicFrame>
        <p:nvGraphicFramePr>
          <p:cNvPr id="1210" name="Google Shape;1210;p104"/>
          <p:cNvGraphicFramePr/>
          <p:nvPr/>
        </p:nvGraphicFramePr>
        <p:xfrm>
          <a:off x="1058925" y="1702850"/>
          <a:ext cx="3000000" cy="3000000"/>
        </p:xfrm>
        <a:graphic>
          <a:graphicData uri="http://schemas.openxmlformats.org/drawingml/2006/table">
            <a:tbl>
              <a:tblPr>
                <a:noFill/>
                <a:tableStyleId>{577267EF-250C-4BBA-A036-E386CA0EB5C5}</a:tableStyleId>
              </a:tblPr>
              <a:tblGrid>
                <a:gridCol w="1495625"/>
                <a:gridCol w="790075"/>
                <a:gridCol w="790075"/>
                <a:gridCol w="790075"/>
                <a:gridCol w="790075"/>
                <a:gridCol w="790075"/>
                <a:gridCol w="790075"/>
                <a:gridCol w="7900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Quiz score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0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216" name="Google Shape;1216;p105"/>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4) The frequency table shows the number of bedrooms in different houses within an area of a town.</a:t>
            </a:r>
            <a:endParaRPr/>
          </a:p>
        </p:txBody>
      </p:sp>
      <p:sp>
        <p:nvSpPr>
          <p:cNvPr id="1217" name="Google Shape;1217;p105"/>
          <p:cNvSpPr txBox="1"/>
          <p:nvPr/>
        </p:nvSpPr>
        <p:spPr>
          <a:xfrm>
            <a:off x="3369600" y="19275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bedrooms?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2.5 bedrooms</a:t>
            </a:r>
            <a:r>
              <a:rPr lang="en-GB" sz="2200">
                <a:solidFill>
                  <a:schemeClr val="dk1"/>
                </a:solidFill>
                <a:latin typeface="Kalam"/>
                <a:ea typeface="Kalam"/>
                <a:cs typeface="Kalam"/>
                <a:sym typeface="Kalam"/>
              </a:rPr>
              <a:t> (which rounds to 3)</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graphicFrame>
        <p:nvGraphicFramePr>
          <p:cNvPr id="1218" name="Google Shape;1218;p105"/>
          <p:cNvGraphicFramePr/>
          <p:nvPr/>
        </p:nvGraphicFramePr>
        <p:xfrm>
          <a:off x="324000" y="1924225"/>
          <a:ext cx="3000000" cy="3000000"/>
        </p:xfrm>
        <a:graphic>
          <a:graphicData uri="http://schemas.openxmlformats.org/drawingml/2006/table">
            <a:tbl>
              <a:tblPr>
                <a:noFill/>
                <a:tableStyleId>{577267EF-250C-4BBA-A036-E386CA0EB5C5}</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224" name="Google Shape;1224;p106"/>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 </a:t>
            </a:r>
            <a:r>
              <a:rPr lang="en-GB"/>
              <a:t>The bar chart shows the length of time customers spent waiting at a self-service till (to the nearest minute).</a:t>
            </a:r>
            <a:endParaRPr/>
          </a:p>
        </p:txBody>
      </p:sp>
      <p:sp>
        <p:nvSpPr>
          <p:cNvPr id="1225" name="Google Shape;1225;p106"/>
          <p:cNvSpPr txBox="1"/>
          <p:nvPr/>
        </p:nvSpPr>
        <p:spPr>
          <a:xfrm>
            <a:off x="4939875" y="1927500"/>
            <a:ext cx="38802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wait time?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3 minutes</a:t>
            </a:r>
            <a:endParaRPr sz="2200">
              <a:solidFill>
                <a:schemeClr val="dk1"/>
              </a:solidFill>
              <a:latin typeface="Lexend"/>
              <a:ea typeface="Lexend"/>
              <a:cs typeface="Lexend"/>
              <a:sym typeface="Lexend"/>
            </a:endParaRPr>
          </a:p>
        </p:txBody>
      </p:sp>
      <p:grpSp>
        <p:nvGrpSpPr>
          <p:cNvPr id="1226" name="Google Shape;1226;p106"/>
          <p:cNvGrpSpPr/>
          <p:nvPr/>
        </p:nvGrpSpPr>
        <p:grpSpPr>
          <a:xfrm>
            <a:off x="323988" y="1620000"/>
            <a:ext cx="4438823" cy="3020699"/>
            <a:chOff x="323988" y="1620000"/>
            <a:chExt cx="4438823" cy="3020699"/>
          </a:xfrm>
        </p:grpSpPr>
        <p:pic>
          <p:nvPicPr>
            <p:cNvPr id="1227" name="Google Shape;1227;p106"/>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228" name="Google Shape;1228;p106"/>
            <p:cNvSpPr/>
            <p:nvPr/>
          </p:nvSpPr>
          <p:spPr>
            <a:xfrm>
              <a:off x="940383" y="2911125"/>
              <a:ext cx="160800" cy="12669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9" name="Google Shape;1229;p106"/>
            <p:cNvSpPr/>
            <p:nvPr/>
          </p:nvSpPr>
          <p:spPr>
            <a:xfrm>
              <a:off x="1500050" y="3876475"/>
              <a:ext cx="160800" cy="3018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0" name="Google Shape;1230;p106"/>
            <p:cNvSpPr/>
            <p:nvPr/>
          </p:nvSpPr>
          <p:spPr>
            <a:xfrm>
              <a:off x="2068300" y="2586825"/>
              <a:ext cx="160800" cy="15915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1" name="Google Shape;1231;p106"/>
            <p:cNvSpPr/>
            <p:nvPr/>
          </p:nvSpPr>
          <p:spPr>
            <a:xfrm>
              <a:off x="2639400" y="2270075"/>
              <a:ext cx="160800" cy="19083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2" name="Google Shape;1232;p106"/>
            <p:cNvSpPr/>
            <p:nvPr/>
          </p:nvSpPr>
          <p:spPr>
            <a:xfrm>
              <a:off x="3211300" y="3240000"/>
              <a:ext cx="160800" cy="9381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3" name="Google Shape;1233;p106"/>
            <p:cNvSpPr/>
            <p:nvPr/>
          </p:nvSpPr>
          <p:spPr>
            <a:xfrm>
              <a:off x="3767325" y="3552175"/>
              <a:ext cx="160800" cy="6261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106"/>
            <p:cNvSpPr/>
            <p:nvPr/>
          </p:nvSpPr>
          <p:spPr>
            <a:xfrm>
              <a:off x="4338434" y="2911125"/>
              <a:ext cx="160800" cy="12669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07"/>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240" name="Google Shape;1240;p107"/>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fx-83/85GT CW for statistics</a:t>
            </a:r>
            <a:endParaRPr/>
          </a:p>
        </p:txBody>
      </p:sp>
      <p:sp>
        <p:nvSpPr>
          <p:cNvPr id="1241" name="Google Shape;1241;p107"/>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42" name="Google Shape;1242;p107"/>
          <p:cNvPicPr preferRelativeResize="0"/>
          <p:nvPr/>
        </p:nvPicPr>
        <p:blipFill>
          <a:blip r:embed="rId3">
            <a:alphaModFix/>
          </a:blip>
          <a:stretch>
            <a:fillRect/>
          </a:stretch>
        </p:blipFill>
        <p:spPr>
          <a:xfrm>
            <a:off x="418087" y="2993342"/>
            <a:ext cx="450575" cy="4467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08"/>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Your calculator can do more than just calculate the mean.</a:t>
            </a:r>
            <a:endParaRPr/>
          </a:p>
        </p:txBody>
      </p:sp>
      <p:sp>
        <p:nvSpPr>
          <p:cNvPr id="1248" name="Google Shape;1248;p10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49" name="Google Shape;1249;p108"/>
          <p:cNvPicPr preferRelativeResize="0"/>
          <p:nvPr/>
        </p:nvPicPr>
        <p:blipFill rotWithShape="1">
          <a:blip r:embed="rId3">
            <a:alphaModFix/>
          </a:blip>
          <a:srcRect b="43690" l="0" r="57905" t="0"/>
          <a:stretch/>
        </p:blipFill>
        <p:spPr>
          <a:xfrm>
            <a:off x="5339475" y="2451075"/>
            <a:ext cx="2417398" cy="1287375"/>
          </a:xfrm>
          <a:prstGeom prst="rect">
            <a:avLst/>
          </a:prstGeom>
          <a:noFill/>
          <a:ln>
            <a:noFill/>
          </a:ln>
        </p:spPr>
      </p:pic>
      <p:sp>
        <p:nvSpPr>
          <p:cNvPr id="1250" name="Google Shape;1250;p108"/>
          <p:cNvSpPr txBox="1"/>
          <p:nvPr/>
        </p:nvSpPr>
        <p:spPr>
          <a:xfrm>
            <a:off x="5332050" y="2511400"/>
            <a:ext cx="2417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Other calculations are performed at the same time.</a:t>
            </a:r>
            <a:endParaRPr/>
          </a:p>
        </p:txBody>
      </p:sp>
      <p:pic>
        <p:nvPicPr>
          <p:cNvPr id="1251" name="Google Shape;1251;p108"/>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1252" name="Google Shape;1252;p108"/>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1253" name="Google Shape;1253;p108"/>
          <p:cNvGrpSpPr/>
          <p:nvPr/>
        </p:nvGrpSpPr>
        <p:grpSpPr>
          <a:xfrm>
            <a:off x="323994" y="2451075"/>
            <a:ext cx="4404706" cy="2084323"/>
            <a:chOff x="475269" y="2652375"/>
            <a:chExt cx="4404706" cy="2084323"/>
          </a:xfrm>
        </p:grpSpPr>
        <p:pic>
          <p:nvPicPr>
            <p:cNvPr id="1254" name="Google Shape;1254;p108"/>
            <p:cNvPicPr preferRelativeResize="0"/>
            <p:nvPr/>
          </p:nvPicPr>
          <p:blipFill rotWithShape="1">
            <a:blip r:embed="rId3">
              <a:alphaModFix/>
            </a:blip>
            <a:srcRect b="43690" l="0" r="57905" t="0"/>
            <a:stretch/>
          </p:blipFill>
          <p:spPr>
            <a:xfrm flipH="1">
              <a:off x="1690901" y="2652375"/>
              <a:ext cx="3189074" cy="1275524"/>
            </a:xfrm>
            <a:prstGeom prst="rect">
              <a:avLst/>
            </a:prstGeom>
            <a:noFill/>
            <a:ln>
              <a:noFill/>
            </a:ln>
          </p:spPr>
        </p:pic>
        <p:sp>
          <p:nvSpPr>
            <p:cNvPr id="1255" name="Google Shape;1255;p108"/>
            <p:cNvSpPr txBox="1"/>
            <p:nvPr/>
          </p:nvSpPr>
          <p:spPr>
            <a:xfrm>
              <a:off x="1841825" y="2707900"/>
              <a:ext cx="2992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When I found the mean, there was lots more shown on the screen.</a:t>
              </a:r>
              <a:endParaRPr sz="1800">
                <a:latin typeface="Lexend"/>
                <a:ea typeface="Lexend"/>
                <a:cs typeface="Lexend"/>
                <a:sym typeface="Lexend"/>
              </a:endParaRPr>
            </a:p>
          </p:txBody>
        </p:sp>
        <p:pic>
          <p:nvPicPr>
            <p:cNvPr id="1256" name="Google Shape;1256;p108"/>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1257" name="Google Shape;1257;p108"/>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09"/>
          <p:cNvSpPr txBox="1"/>
          <p:nvPr>
            <p:ph idx="1" type="body"/>
          </p:nvPr>
        </p:nvSpPr>
        <p:spPr>
          <a:xfrm>
            <a:off x="3369600" y="810000"/>
            <a:ext cx="5192100" cy="202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Here is a table showing the number of diners at various tables in a restaurant.</a:t>
            </a:r>
            <a:endParaRPr/>
          </a:p>
          <a:p>
            <a:pPr indent="0" lvl="0" marL="0" rtl="0" algn="l">
              <a:spcBef>
                <a:spcPts val="1000"/>
              </a:spcBef>
              <a:spcAft>
                <a:spcPts val="1000"/>
              </a:spcAft>
              <a:buNone/>
            </a:pPr>
            <a:r>
              <a:rPr lang="en-GB"/>
              <a:t>When we </a:t>
            </a:r>
            <a:r>
              <a:rPr lang="en-GB"/>
              <a:t>calculated</a:t>
            </a:r>
            <a:r>
              <a:rPr lang="en-GB"/>
              <a:t> the mean, this information was displayed:</a:t>
            </a:r>
            <a:endParaRPr/>
          </a:p>
        </p:txBody>
      </p:sp>
      <p:sp>
        <p:nvSpPr>
          <p:cNvPr id="1263" name="Google Shape;1263;p10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264" name="Google Shape;1264;p109"/>
          <p:cNvGraphicFramePr/>
          <p:nvPr/>
        </p:nvGraphicFramePr>
        <p:xfrm>
          <a:off x="324000" y="808100"/>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265" name="Google Shape;1265;p109"/>
          <p:cNvPicPr preferRelativeResize="0"/>
          <p:nvPr/>
        </p:nvPicPr>
        <p:blipFill>
          <a:blip r:embed="rId3">
            <a:alphaModFix/>
          </a:blip>
          <a:stretch>
            <a:fillRect/>
          </a:stretch>
        </p:blipFill>
        <p:spPr>
          <a:xfrm>
            <a:off x="3369600" y="2951325"/>
            <a:ext cx="3676650" cy="1657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10"/>
          <p:cNvSpPr txBox="1"/>
          <p:nvPr>
            <p:ph idx="1" type="body"/>
          </p:nvPr>
        </p:nvSpPr>
        <p:spPr>
          <a:xfrm>
            <a:off x="324000" y="810000"/>
            <a:ext cx="84960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Pressing the down arrow key reveals more information.</a:t>
            </a:r>
            <a:endParaRPr/>
          </a:p>
        </p:txBody>
      </p:sp>
      <p:sp>
        <p:nvSpPr>
          <p:cNvPr id="1271" name="Google Shape;1271;p11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72" name="Google Shape;1272;p110"/>
          <p:cNvPicPr preferRelativeResize="0"/>
          <p:nvPr/>
        </p:nvPicPr>
        <p:blipFill>
          <a:blip r:embed="rId3">
            <a:alphaModFix/>
          </a:blip>
          <a:stretch>
            <a:fillRect/>
          </a:stretch>
        </p:blipFill>
        <p:spPr>
          <a:xfrm>
            <a:off x="324000" y="1315200"/>
            <a:ext cx="3676650" cy="1657350"/>
          </a:xfrm>
          <a:prstGeom prst="rect">
            <a:avLst/>
          </a:prstGeom>
          <a:noFill/>
          <a:ln>
            <a:noFill/>
          </a:ln>
        </p:spPr>
      </p:pic>
      <p:pic>
        <p:nvPicPr>
          <p:cNvPr id="1273" name="Google Shape;1273;p110"/>
          <p:cNvPicPr preferRelativeResize="0"/>
          <p:nvPr/>
        </p:nvPicPr>
        <p:blipFill>
          <a:blip r:embed="rId4">
            <a:alphaModFix/>
          </a:blip>
          <a:stretch>
            <a:fillRect/>
          </a:stretch>
        </p:blipFill>
        <p:spPr>
          <a:xfrm>
            <a:off x="5152875" y="1310438"/>
            <a:ext cx="3667125" cy="1666875"/>
          </a:xfrm>
          <a:prstGeom prst="rect">
            <a:avLst/>
          </a:prstGeom>
          <a:noFill/>
          <a:ln>
            <a:noFill/>
          </a:ln>
        </p:spPr>
      </p:pic>
      <p:pic>
        <p:nvPicPr>
          <p:cNvPr id="1274" name="Google Shape;1274;p110"/>
          <p:cNvPicPr preferRelativeResize="0"/>
          <p:nvPr/>
        </p:nvPicPr>
        <p:blipFill>
          <a:blip r:embed="rId5">
            <a:alphaModFix/>
          </a:blip>
          <a:stretch>
            <a:fillRect/>
          </a:stretch>
        </p:blipFill>
        <p:spPr>
          <a:xfrm>
            <a:off x="2874688" y="3196575"/>
            <a:ext cx="3394617" cy="1551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111"/>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280" name="Google Shape;1280;p11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81" name="Google Shape;1281;p111"/>
          <p:cNvPicPr preferRelativeResize="0"/>
          <p:nvPr/>
        </p:nvPicPr>
        <p:blipFill>
          <a:blip r:embed="rId3">
            <a:alphaModFix/>
          </a:blip>
          <a:stretch>
            <a:fillRect/>
          </a:stretch>
        </p:blipFill>
        <p:spPr>
          <a:xfrm>
            <a:off x="324000" y="1924800"/>
            <a:ext cx="3676650" cy="1657350"/>
          </a:xfrm>
          <a:prstGeom prst="rect">
            <a:avLst/>
          </a:prstGeom>
          <a:noFill/>
          <a:ln>
            <a:noFill/>
          </a:ln>
        </p:spPr>
      </p:pic>
      <p:grpSp>
        <p:nvGrpSpPr>
          <p:cNvPr id="1282" name="Google Shape;1282;p111"/>
          <p:cNvGrpSpPr/>
          <p:nvPr/>
        </p:nvGrpSpPr>
        <p:grpSpPr>
          <a:xfrm>
            <a:off x="1297200" y="2156100"/>
            <a:ext cx="4477275" cy="457200"/>
            <a:chOff x="1297200" y="2156100"/>
            <a:chExt cx="4477275" cy="457200"/>
          </a:xfrm>
        </p:grpSpPr>
        <p:sp>
          <p:nvSpPr>
            <p:cNvPr id="1283" name="Google Shape;1283;p111"/>
            <p:cNvSpPr txBox="1"/>
            <p:nvPr/>
          </p:nvSpPr>
          <p:spPr>
            <a:xfrm>
              <a:off x="4939875" y="2156100"/>
              <a:ext cx="8346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Mean</a:t>
              </a:r>
              <a:endParaRPr sz="2200">
                <a:solidFill>
                  <a:schemeClr val="dk1"/>
                </a:solidFill>
                <a:latin typeface="Lexend"/>
                <a:ea typeface="Lexend"/>
                <a:cs typeface="Lexend"/>
                <a:sym typeface="Lexend"/>
              </a:endParaRPr>
            </a:p>
          </p:txBody>
        </p:sp>
        <p:cxnSp>
          <p:nvCxnSpPr>
            <p:cNvPr id="1284" name="Google Shape;1284;p111"/>
            <p:cNvCxnSpPr>
              <a:endCxn id="1285" idx="3"/>
            </p:cNvCxnSpPr>
            <p:nvPr/>
          </p:nvCxnSpPr>
          <p:spPr>
            <a:xfrm flipH="1">
              <a:off x="2131800" y="2362050"/>
              <a:ext cx="2808000" cy="162600"/>
            </a:xfrm>
            <a:prstGeom prst="straightConnector1">
              <a:avLst/>
            </a:prstGeom>
            <a:noFill/>
            <a:ln cap="flat" cmpd="sng" w="19050">
              <a:solidFill>
                <a:schemeClr val="accent5"/>
              </a:solidFill>
              <a:prstDash val="solid"/>
              <a:round/>
              <a:headEnd len="med" w="med" type="none"/>
              <a:tailEnd len="med" w="med" type="triangle"/>
            </a:ln>
          </p:spPr>
        </p:cxnSp>
        <p:sp>
          <p:nvSpPr>
            <p:cNvPr id="1285" name="Google Shape;1285;p111"/>
            <p:cNvSpPr/>
            <p:nvPr/>
          </p:nvSpPr>
          <p:spPr>
            <a:xfrm>
              <a:off x="1297200" y="24360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86" name="Google Shape;1286;p111"/>
          <p:cNvGrpSpPr/>
          <p:nvPr/>
        </p:nvGrpSpPr>
        <p:grpSpPr>
          <a:xfrm>
            <a:off x="1297200" y="2573325"/>
            <a:ext cx="7522875" cy="768075"/>
            <a:chOff x="1297200" y="2573325"/>
            <a:chExt cx="7522875" cy="768075"/>
          </a:xfrm>
        </p:grpSpPr>
        <p:sp>
          <p:nvSpPr>
            <p:cNvPr id="1287" name="Google Shape;1287;p111"/>
            <p:cNvSpPr txBox="1"/>
            <p:nvPr/>
          </p:nvSpPr>
          <p:spPr>
            <a:xfrm>
              <a:off x="4939875" y="2613300"/>
              <a:ext cx="3880200" cy="7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sum of the values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(may be written as ∑</a:t>
              </a:r>
              <a:r>
                <a:rPr i="1" lang="en-GB" sz="2400">
                  <a:solidFill>
                    <a:schemeClr val="dk1"/>
                  </a:solidFill>
                  <a:latin typeface="Times New Roman"/>
                  <a:ea typeface="Times New Roman"/>
                  <a:cs typeface="Times New Roman"/>
                  <a:sym typeface="Times New Roman"/>
                </a:rPr>
                <a:t>fx</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cxnSp>
          <p:nvCxnSpPr>
            <p:cNvPr id="1288" name="Google Shape;1288;p111"/>
            <p:cNvCxnSpPr>
              <a:stCxn id="1287" idx="1"/>
              <a:endCxn id="1289" idx="3"/>
            </p:cNvCxnSpPr>
            <p:nvPr/>
          </p:nvCxnSpPr>
          <p:spPr>
            <a:xfrm rot="10800000">
              <a:off x="2217375" y="2662050"/>
              <a:ext cx="2722500" cy="315300"/>
            </a:xfrm>
            <a:prstGeom prst="straightConnector1">
              <a:avLst/>
            </a:prstGeom>
            <a:noFill/>
            <a:ln cap="flat" cmpd="sng" w="19050">
              <a:solidFill>
                <a:schemeClr val="accent5"/>
              </a:solidFill>
              <a:prstDash val="solid"/>
              <a:round/>
              <a:headEnd len="med" w="med" type="none"/>
              <a:tailEnd len="med" w="med" type="triangle"/>
            </a:ln>
          </p:spPr>
        </p:cxnSp>
        <p:sp>
          <p:nvSpPr>
            <p:cNvPr id="1289" name="Google Shape;1289;p111"/>
            <p:cNvSpPr/>
            <p:nvPr/>
          </p:nvSpPr>
          <p:spPr>
            <a:xfrm>
              <a:off x="1297200" y="2573325"/>
              <a:ext cx="9201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pic>
        <p:nvPicPr>
          <p:cNvPr id="1294" name="Google Shape;1294;p112"/>
          <p:cNvPicPr preferRelativeResize="0"/>
          <p:nvPr/>
        </p:nvPicPr>
        <p:blipFill>
          <a:blip r:embed="rId3">
            <a:alphaModFix/>
          </a:blip>
          <a:stretch>
            <a:fillRect/>
          </a:stretch>
        </p:blipFill>
        <p:spPr>
          <a:xfrm>
            <a:off x="323988" y="1927575"/>
            <a:ext cx="3667125" cy="1666875"/>
          </a:xfrm>
          <a:prstGeom prst="rect">
            <a:avLst/>
          </a:prstGeom>
          <a:noFill/>
          <a:ln>
            <a:noFill/>
          </a:ln>
        </p:spPr>
      </p:pic>
      <p:sp>
        <p:nvSpPr>
          <p:cNvPr id="1295" name="Google Shape;1295;p112"/>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296" name="Google Shape;1296;p11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pSp>
        <p:nvGrpSpPr>
          <p:cNvPr id="1297" name="Google Shape;1297;p112"/>
          <p:cNvGrpSpPr/>
          <p:nvPr/>
        </p:nvGrpSpPr>
        <p:grpSpPr>
          <a:xfrm>
            <a:off x="1328166" y="1938175"/>
            <a:ext cx="6756609" cy="830163"/>
            <a:chOff x="1463125" y="1044038"/>
            <a:chExt cx="6756609" cy="830163"/>
          </a:xfrm>
        </p:grpSpPr>
        <p:sp>
          <p:nvSpPr>
            <p:cNvPr id="1298" name="Google Shape;1298;p112"/>
            <p:cNvSpPr txBox="1"/>
            <p:nvPr/>
          </p:nvSpPr>
          <p:spPr>
            <a:xfrm>
              <a:off x="5074834" y="1044038"/>
              <a:ext cx="31449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number of values </a:t>
              </a:r>
              <a:endParaRPr sz="2200">
                <a:solidFill>
                  <a:schemeClr val="dk1"/>
                </a:solidFill>
                <a:latin typeface="Lexend"/>
                <a:ea typeface="Lexend"/>
                <a:cs typeface="Lexend"/>
                <a:sym typeface="Lexend"/>
              </a:endParaRPr>
            </a:p>
          </p:txBody>
        </p:sp>
        <p:cxnSp>
          <p:nvCxnSpPr>
            <p:cNvPr id="1299" name="Google Shape;1299;p112"/>
            <p:cNvCxnSpPr>
              <a:stCxn id="1298" idx="1"/>
              <a:endCxn id="1300" idx="3"/>
            </p:cNvCxnSpPr>
            <p:nvPr/>
          </p:nvCxnSpPr>
          <p:spPr>
            <a:xfrm flipH="1">
              <a:off x="2297734" y="1249988"/>
              <a:ext cx="2777100" cy="535500"/>
            </a:xfrm>
            <a:prstGeom prst="straightConnector1">
              <a:avLst/>
            </a:prstGeom>
            <a:noFill/>
            <a:ln cap="flat" cmpd="sng" w="19050">
              <a:solidFill>
                <a:schemeClr val="accent5"/>
              </a:solidFill>
              <a:prstDash val="solid"/>
              <a:round/>
              <a:headEnd len="med" w="med" type="none"/>
              <a:tailEnd len="med" w="med" type="triangle"/>
            </a:ln>
          </p:spPr>
        </p:cxnSp>
        <p:sp>
          <p:nvSpPr>
            <p:cNvPr id="1300" name="Google Shape;1300;p112"/>
            <p:cNvSpPr/>
            <p:nvPr/>
          </p:nvSpPr>
          <p:spPr>
            <a:xfrm>
              <a:off x="1463125" y="16969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01" name="Google Shape;1301;p112"/>
          <p:cNvGrpSpPr/>
          <p:nvPr/>
        </p:nvGrpSpPr>
        <p:grpSpPr>
          <a:xfrm>
            <a:off x="1328175" y="2399784"/>
            <a:ext cx="7491900" cy="500500"/>
            <a:chOff x="1328175" y="2384700"/>
            <a:chExt cx="7491900" cy="500500"/>
          </a:xfrm>
        </p:grpSpPr>
        <p:sp>
          <p:nvSpPr>
            <p:cNvPr id="1302" name="Google Shape;1302;p112"/>
            <p:cNvSpPr txBox="1"/>
            <p:nvPr/>
          </p:nvSpPr>
          <p:spPr>
            <a:xfrm>
              <a:off x="4939875" y="2384700"/>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Minimum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Lexend"/>
                  <a:ea typeface="Lexend"/>
                  <a:cs typeface="Lexend"/>
                  <a:sym typeface="Lexend"/>
                </a:rPr>
                <a:t> value</a:t>
              </a:r>
              <a:endParaRPr sz="2200">
                <a:solidFill>
                  <a:schemeClr val="dk1"/>
                </a:solidFill>
                <a:latin typeface="Lexend"/>
                <a:ea typeface="Lexend"/>
                <a:cs typeface="Lexend"/>
                <a:sym typeface="Lexend"/>
              </a:endParaRPr>
            </a:p>
          </p:txBody>
        </p:sp>
        <p:cxnSp>
          <p:nvCxnSpPr>
            <p:cNvPr id="1303" name="Google Shape;1303;p112"/>
            <p:cNvCxnSpPr>
              <a:stCxn id="1302" idx="1"/>
              <a:endCxn id="1304" idx="3"/>
            </p:cNvCxnSpPr>
            <p:nvPr/>
          </p:nvCxnSpPr>
          <p:spPr>
            <a:xfrm flipH="1">
              <a:off x="2164575" y="2566650"/>
              <a:ext cx="2775300" cy="229800"/>
            </a:xfrm>
            <a:prstGeom prst="straightConnector1">
              <a:avLst/>
            </a:prstGeom>
            <a:noFill/>
            <a:ln cap="flat" cmpd="sng" w="19050">
              <a:solidFill>
                <a:schemeClr val="accent5"/>
              </a:solidFill>
              <a:prstDash val="solid"/>
              <a:round/>
              <a:headEnd len="med" w="med" type="none"/>
              <a:tailEnd len="med" w="med" type="triangle"/>
            </a:ln>
          </p:spPr>
        </p:cxnSp>
        <p:sp>
          <p:nvSpPr>
            <p:cNvPr id="1304" name="Google Shape;1304;p112"/>
            <p:cNvSpPr/>
            <p:nvPr/>
          </p:nvSpPr>
          <p:spPr>
            <a:xfrm>
              <a:off x="1328175" y="2707900"/>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05" name="Google Shape;1305;p112"/>
          <p:cNvGrpSpPr/>
          <p:nvPr/>
        </p:nvGrpSpPr>
        <p:grpSpPr>
          <a:xfrm>
            <a:off x="1328175" y="2815766"/>
            <a:ext cx="7491900" cy="363900"/>
            <a:chOff x="1328175" y="2815766"/>
            <a:chExt cx="7491900" cy="363900"/>
          </a:xfrm>
        </p:grpSpPr>
        <p:sp>
          <p:nvSpPr>
            <p:cNvPr id="1306" name="Google Shape;1306;p112"/>
            <p:cNvSpPr txBox="1"/>
            <p:nvPr/>
          </p:nvSpPr>
          <p:spPr>
            <a:xfrm>
              <a:off x="4939875" y="28157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a:t>
              </a:r>
              <a:r>
                <a:rPr lang="en-GB" sz="2200">
                  <a:solidFill>
                    <a:schemeClr val="dk1"/>
                  </a:solidFill>
                  <a:latin typeface="Lexend"/>
                  <a:ea typeface="Lexend"/>
                  <a:cs typeface="Lexend"/>
                  <a:sym typeface="Lexend"/>
                </a:rPr>
                <a:t>ower quartile</a:t>
              </a:r>
              <a:endParaRPr sz="2200">
                <a:solidFill>
                  <a:schemeClr val="dk1"/>
                </a:solidFill>
                <a:latin typeface="Lexend"/>
                <a:ea typeface="Lexend"/>
                <a:cs typeface="Lexend"/>
                <a:sym typeface="Lexend"/>
              </a:endParaRPr>
            </a:p>
          </p:txBody>
        </p:sp>
        <p:cxnSp>
          <p:nvCxnSpPr>
            <p:cNvPr id="1307" name="Google Shape;1307;p112"/>
            <p:cNvCxnSpPr>
              <a:stCxn id="1306" idx="1"/>
              <a:endCxn id="1308" idx="3"/>
            </p:cNvCxnSpPr>
            <p:nvPr/>
          </p:nvCxnSpPr>
          <p:spPr>
            <a:xfrm rot="10800000">
              <a:off x="2164575" y="2935916"/>
              <a:ext cx="2775300" cy="61800"/>
            </a:xfrm>
            <a:prstGeom prst="straightConnector1">
              <a:avLst/>
            </a:prstGeom>
            <a:noFill/>
            <a:ln cap="flat" cmpd="sng" w="19050">
              <a:solidFill>
                <a:schemeClr val="accent5"/>
              </a:solidFill>
              <a:prstDash val="solid"/>
              <a:round/>
              <a:headEnd len="med" w="med" type="none"/>
              <a:tailEnd len="med" w="med" type="triangle"/>
            </a:ln>
          </p:spPr>
        </p:cxnSp>
        <p:sp>
          <p:nvSpPr>
            <p:cNvPr id="1308" name="Google Shape;1308;p112"/>
            <p:cNvSpPr/>
            <p:nvPr/>
          </p:nvSpPr>
          <p:spPr>
            <a:xfrm>
              <a:off x="1328175" y="2847396"/>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09" name="Google Shape;1309;p112"/>
          <p:cNvGrpSpPr/>
          <p:nvPr/>
        </p:nvGrpSpPr>
        <p:grpSpPr>
          <a:xfrm>
            <a:off x="1328175" y="2998308"/>
            <a:ext cx="7491900" cy="600458"/>
            <a:chOff x="1328175" y="2998308"/>
            <a:chExt cx="7491900" cy="600458"/>
          </a:xfrm>
        </p:grpSpPr>
        <p:sp>
          <p:nvSpPr>
            <p:cNvPr id="1310" name="Google Shape;1310;p112"/>
            <p:cNvSpPr txBox="1"/>
            <p:nvPr/>
          </p:nvSpPr>
          <p:spPr>
            <a:xfrm>
              <a:off x="4939875" y="32348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Median</a:t>
              </a:r>
              <a:endParaRPr sz="2200">
                <a:solidFill>
                  <a:schemeClr val="dk1"/>
                </a:solidFill>
                <a:latin typeface="Lexend"/>
                <a:ea typeface="Lexend"/>
                <a:cs typeface="Lexend"/>
                <a:sym typeface="Lexend"/>
              </a:endParaRPr>
            </a:p>
          </p:txBody>
        </p:sp>
        <p:cxnSp>
          <p:nvCxnSpPr>
            <p:cNvPr id="1311" name="Google Shape;1311;p112"/>
            <p:cNvCxnSpPr>
              <a:stCxn id="1310" idx="1"/>
              <a:endCxn id="1312" idx="3"/>
            </p:cNvCxnSpPr>
            <p:nvPr/>
          </p:nvCxnSpPr>
          <p:spPr>
            <a:xfrm rot="10800000">
              <a:off x="2164575" y="3086816"/>
              <a:ext cx="2775300" cy="330000"/>
            </a:xfrm>
            <a:prstGeom prst="straightConnector1">
              <a:avLst/>
            </a:prstGeom>
            <a:noFill/>
            <a:ln cap="flat" cmpd="sng" w="19050">
              <a:solidFill>
                <a:schemeClr val="accent5"/>
              </a:solidFill>
              <a:prstDash val="solid"/>
              <a:round/>
              <a:headEnd len="med" w="med" type="none"/>
              <a:tailEnd len="med" w="med" type="triangle"/>
            </a:ln>
          </p:spPr>
        </p:cxnSp>
        <p:sp>
          <p:nvSpPr>
            <p:cNvPr id="1312" name="Google Shape;1312;p112"/>
            <p:cNvSpPr/>
            <p:nvPr/>
          </p:nvSpPr>
          <p:spPr>
            <a:xfrm>
              <a:off x="1328175" y="2998308"/>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13" name="Google Shape;1313;p112"/>
          <p:cNvGrpSpPr/>
          <p:nvPr/>
        </p:nvGrpSpPr>
        <p:grpSpPr>
          <a:xfrm>
            <a:off x="1328175" y="3143816"/>
            <a:ext cx="7491900" cy="874049"/>
            <a:chOff x="1328175" y="3143816"/>
            <a:chExt cx="7491900" cy="874049"/>
          </a:xfrm>
        </p:grpSpPr>
        <p:sp>
          <p:nvSpPr>
            <p:cNvPr id="1314" name="Google Shape;1314;p112"/>
            <p:cNvSpPr txBox="1"/>
            <p:nvPr/>
          </p:nvSpPr>
          <p:spPr>
            <a:xfrm>
              <a:off x="4939875" y="36539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Upper quartile</a:t>
              </a:r>
              <a:endParaRPr sz="2200">
                <a:solidFill>
                  <a:schemeClr val="dk1"/>
                </a:solidFill>
                <a:latin typeface="Lexend"/>
                <a:ea typeface="Lexend"/>
                <a:cs typeface="Lexend"/>
                <a:sym typeface="Lexend"/>
              </a:endParaRPr>
            </a:p>
          </p:txBody>
        </p:sp>
        <p:cxnSp>
          <p:nvCxnSpPr>
            <p:cNvPr id="1315" name="Google Shape;1315;p112"/>
            <p:cNvCxnSpPr>
              <a:stCxn id="1314" idx="1"/>
              <a:endCxn id="1316" idx="3"/>
            </p:cNvCxnSpPr>
            <p:nvPr/>
          </p:nvCxnSpPr>
          <p:spPr>
            <a:xfrm rot="10800000">
              <a:off x="2164575" y="3232616"/>
              <a:ext cx="2775300" cy="603300"/>
            </a:xfrm>
            <a:prstGeom prst="straightConnector1">
              <a:avLst/>
            </a:prstGeom>
            <a:noFill/>
            <a:ln cap="flat" cmpd="sng" w="19050">
              <a:solidFill>
                <a:schemeClr val="accent5"/>
              </a:solidFill>
              <a:prstDash val="solid"/>
              <a:round/>
              <a:headEnd len="med" w="med" type="none"/>
              <a:tailEnd len="med" w="med" type="triangle"/>
            </a:ln>
          </p:spPr>
        </p:cxnSp>
        <p:sp>
          <p:nvSpPr>
            <p:cNvPr id="1316" name="Google Shape;1316;p112"/>
            <p:cNvSpPr/>
            <p:nvPr/>
          </p:nvSpPr>
          <p:spPr>
            <a:xfrm>
              <a:off x="1328175" y="3143816"/>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pic>
        <p:nvPicPr>
          <p:cNvPr id="1321" name="Google Shape;1321;p113"/>
          <p:cNvPicPr preferRelativeResize="0"/>
          <p:nvPr/>
        </p:nvPicPr>
        <p:blipFill>
          <a:blip r:embed="rId3">
            <a:alphaModFix/>
          </a:blip>
          <a:stretch>
            <a:fillRect/>
          </a:stretch>
        </p:blipFill>
        <p:spPr>
          <a:xfrm>
            <a:off x="324001" y="1924101"/>
            <a:ext cx="3625434" cy="1657350"/>
          </a:xfrm>
          <a:prstGeom prst="rect">
            <a:avLst/>
          </a:prstGeom>
          <a:noFill/>
          <a:ln>
            <a:noFill/>
          </a:ln>
        </p:spPr>
      </p:pic>
      <p:sp>
        <p:nvSpPr>
          <p:cNvPr id="1322" name="Google Shape;1322;p113"/>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323" name="Google Shape;1323;p11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pSp>
        <p:nvGrpSpPr>
          <p:cNvPr id="1324" name="Google Shape;1324;p113"/>
          <p:cNvGrpSpPr/>
          <p:nvPr/>
        </p:nvGrpSpPr>
        <p:grpSpPr>
          <a:xfrm>
            <a:off x="1297200" y="2156100"/>
            <a:ext cx="6402975" cy="457200"/>
            <a:chOff x="1297200" y="2156100"/>
            <a:chExt cx="6402975" cy="457200"/>
          </a:xfrm>
        </p:grpSpPr>
        <p:sp>
          <p:nvSpPr>
            <p:cNvPr id="1325" name="Google Shape;1325;p113"/>
            <p:cNvSpPr txBox="1"/>
            <p:nvPr/>
          </p:nvSpPr>
          <p:spPr>
            <a:xfrm>
              <a:off x="4939875" y="2156100"/>
              <a:ext cx="27603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Maximum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Lexend"/>
                  <a:ea typeface="Lexend"/>
                  <a:cs typeface="Lexend"/>
                  <a:sym typeface="Lexend"/>
                </a:rPr>
                <a:t> value</a:t>
              </a:r>
              <a:endParaRPr sz="2200">
                <a:solidFill>
                  <a:schemeClr val="dk1"/>
                </a:solidFill>
                <a:latin typeface="Lexend"/>
                <a:ea typeface="Lexend"/>
                <a:cs typeface="Lexend"/>
                <a:sym typeface="Lexend"/>
              </a:endParaRPr>
            </a:p>
          </p:txBody>
        </p:sp>
        <p:cxnSp>
          <p:nvCxnSpPr>
            <p:cNvPr id="1326" name="Google Shape;1326;p113"/>
            <p:cNvCxnSpPr>
              <a:endCxn id="1327" idx="3"/>
            </p:cNvCxnSpPr>
            <p:nvPr/>
          </p:nvCxnSpPr>
          <p:spPr>
            <a:xfrm flipH="1">
              <a:off x="2131800" y="2362050"/>
              <a:ext cx="2808000" cy="162600"/>
            </a:xfrm>
            <a:prstGeom prst="straightConnector1">
              <a:avLst/>
            </a:prstGeom>
            <a:noFill/>
            <a:ln cap="flat" cmpd="sng" w="19050">
              <a:solidFill>
                <a:schemeClr val="accent5"/>
              </a:solidFill>
              <a:prstDash val="solid"/>
              <a:round/>
              <a:headEnd len="med" w="med" type="none"/>
              <a:tailEnd len="med" w="med" type="triangle"/>
            </a:ln>
          </p:spPr>
        </p:cxnSp>
        <p:sp>
          <p:nvSpPr>
            <p:cNvPr id="1327" name="Google Shape;1327;p113"/>
            <p:cNvSpPr/>
            <p:nvPr/>
          </p:nvSpPr>
          <p:spPr>
            <a:xfrm>
              <a:off x="1297200" y="24360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14"/>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For this data, </a:t>
            </a:r>
            <a:r>
              <a:rPr lang="en-GB"/>
              <a:t>calculate</a:t>
            </a:r>
            <a:r>
              <a:rPr lang="en-GB"/>
              <a:t> the following:</a:t>
            </a:r>
            <a:endParaRPr/>
          </a:p>
        </p:txBody>
      </p:sp>
      <p:sp>
        <p:nvSpPr>
          <p:cNvPr id="1333" name="Google Shape;1333;p114"/>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334" name="Google Shape;1334;p114"/>
          <p:cNvGraphicFramePr/>
          <p:nvPr/>
        </p:nvGraphicFramePr>
        <p:xfrm>
          <a:off x="324000" y="1269375"/>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335" name="Google Shape;1335;p114"/>
          <p:cNvSpPr txBox="1"/>
          <p:nvPr/>
        </p:nvSpPr>
        <p:spPr>
          <a:xfrm>
            <a:off x="3369600" y="1269375"/>
            <a:ext cx="5450400" cy="10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 Mean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b) Median</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c) Interquartile range </a:t>
            </a:r>
            <a:endParaRPr sz="2200">
              <a:solidFill>
                <a:schemeClr val="dk1"/>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15"/>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For this data, calculate the following:</a:t>
            </a:r>
            <a:endParaRPr/>
          </a:p>
        </p:txBody>
      </p:sp>
      <p:sp>
        <p:nvSpPr>
          <p:cNvPr id="1341" name="Google Shape;1341;p115"/>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342" name="Google Shape;1342;p115"/>
          <p:cNvGraphicFramePr/>
          <p:nvPr/>
        </p:nvGraphicFramePr>
        <p:xfrm>
          <a:off x="324000" y="1269375"/>
          <a:ext cx="3000000" cy="3000000"/>
        </p:xfrm>
        <a:graphic>
          <a:graphicData uri="http://schemas.openxmlformats.org/drawingml/2006/table">
            <a:tbl>
              <a:tblPr>
                <a:noFill/>
                <a:tableStyleId>{577267EF-250C-4BBA-A036-E386CA0EB5C5}</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343" name="Google Shape;1343;p115"/>
          <p:cNvSpPr txBox="1"/>
          <p:nvPr/>
        </p:nvSpPr>
        <p:spPr>
          <a:xfrm>
            <a:off x="3369600" y="1269375"/>
            <a:ext cx="5450400" cy="197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 Mean </a:t>
            </a:r>
            <a:r>
              <a:rPr lang="en-GB" sz="2200">
                <a:solidFill>
                  <a:schemeClr val="dk1"/>
                </a:solidFill>
                <a:latin typeface="Kalam"/>
                <a:ea typeface="Kalam"/>
                <a:cs typeface="Kalam"/>
                <a:sym typeface="Kalam"/>
              </a:rPr>
              <a:t>= 3</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b) Median </a:t>
            </a:r>
            <a:r>
              <a:rPr lang="en-GB" sz="2200">
                <a:solidFill>
                  <a:schemeClr val="dk1"/>
                </a:solidFill>
                <a:latin typeface="Kalam"/>
                <a:ea typeface="Kalam"/>
                <a:cs typeface="Kalam"/>
                <a:sym typeface="Kalam"/>
              </a:rPr>
              <a:t>= 3</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c) Interquartile range </a:t>
            </a:r>
            <a:r>
              <a:rPr lang="en-GB" sz="2200">
                <a:solidFill>
                  <a:schemeClr val="dk1"/>
                </a:solidFill>
                <a:latin typeface="Kalam"/>
                <a:ea typeface="Kalam"/>
                <a:cs typeface="Kalam"/>
                <a:sym typeface="Kalam"/>
              </a:rPr>
              <a:t>= 4 − 2 = 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pic>
        <p:nvPicPr>
          <p:cNvPr id="1344" name="Google Shape;1344;p115"/>
          <p:cNvPicPr preferRelativeResize="0"/>
          <p:nvPr/>
        </p:nvPicPr>
        <p:blipFill>
          <a:blip r:embed="rId3">
            <a:alphaModFix/>
          </a:blip>
          <a:stretch>
            <a:fillRect/>
          </a:stretch>
        </p:blipFill>
        <p:spPr>
          <a:xfrm>
            <a:off x="3369600" y="3041186"/>
            <a:ext cx="2828770" cy="1275146"/>
          </a:xfrm>
          <a:prstGeom prst="rect">
            <a:avLst/>
          </a:prstGeom>
          <a:noFill/>
          <a:ln>
            <a:noFill/>
          </a:ln>
        </p:spPr>
      </p:pic>
      <p:pic>
        <p:nvPicPr>
          <p:cNvPr id="1345" name="Google Shape;1345;p115"/>
          <p:cNvPicPr preferRelativeResize="0"/>
          <p:nvPr/>
        </p:nvPicPr>
        <p:blipFill>
          <a:blip r:embed="rId4">
            <a:alphaModFix/>
          </a:blip>
          <a:stretch>
            <a:fillRect/>
          </a:stretch>
        </p:blipFill>
        <p:spPr>
          <a:xfrm>
            <a:off x="5956418" y="3037510"/>
            <a:ext cx="2821442" cy="12824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11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51" name="Google Shape;1351;p116"/>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 </a:t>
            </a:r>
            <a:endParaRPr sz="2000"/>
          </a:p>
        </p:txBody>
      </p:sp>
      <p:graphicFrame>
        <p:nvGraphicFramePr>
          <p:cNvPr id="1352" name="Google Shape;1352;p116"/>
          <p:cNvGraphicFramePr/>
          <p:nvPr/>
        </p:nvGraphicFramePr>
        <p:xfrm>
          <a:off x="324008" y="1698900"/>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353" name="Google Shape;1353;p116"/>
          <p:cNvSpPr txBox="1"/>
          <p:nvPr/>
        </p:nvSpPr>
        <p:spPr>
          <a:xfrm>
            <a:off x="3735900" y="1698900"/>
            <a:ext cx="5084100" cy="27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c) Would the club prefer to report the mean or median as the average number of goals scored?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graphicFrame>
        <p:nvGraphicFramePr>
          <p:cNvPr id="1358" name="Google Shape;1358;p117"/>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359" name="Google Shape;1359;p11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60" name="Google Shape;1360;p117"/>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361" name="Google Shape;1361;p117"/>
          <p:cNvSpPr txBox="1"/>
          <p:nvPr/>
        </p:nvSpPr>
        <p:spPr>
          <a:xfrm>
            <a:off x="3735900" y="16989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c) Would the restaurant prefer to report the mean or median as the average rating? Why?</a:t>
            </a:r>
            <a:endParaRPr sz="2000">
              <a:solidFill>
                <a:schemeClr val="dk1"/>
              </a:solidFill>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1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67" name="Google Shape;1367;p118"/>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368" name="Google Shape;1368;p118"/>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developer wishes to build more expensive houses (3+ bedrooms) but the local </a:t>
            </a:r>
            <a:r>
              <a:rPr lang="en-GB" sz="2000">
                <a:solidFill>
                  <a:schemeClr val="dk1"/>
                </a:solidFill>
                <a:latin typeface="Lexend"/>
                <a:ea typeface="Lexend"/>
                <a:cs typeface="Lexend"/>
                <a:sym typeface="Lexend"/>
              </a:rPr>
              <a:t>council</a:t>
            </a:r>
            <a:r>
              <a:rPr lang="en-GB" sz="2000">
                <a:solidFill>
                  <a:schemeClr val="dk1"/>
                </a:solidFill>
                <a:latin typeface="Lexend"/>
                <a:ea typeface="Lexend"/>
                <a:cs typeface="Lexend"/>
                <a:sym typeface="Lexend"/>
              </a:rPr>
              <a:t> want cheaper housing. The council argue that there are already enough houses with 3 or more bedrooms.</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Are the council correct? Use the data to </a:t>
            </a:r>
            <a:r>
              <a:rPr lang="en-GB" sz="2000">
                <a:solidFill>
                  <a:schemeClr val="dk1"/>
                </a:solidFill>
                <a:latin typeface="Lexend"/>
                <a:ea typeface="Lexend"/>
                <a:cs typeface="Lexend"/>
                <a:sym typeface="Lexend"/>
              </a:rPr>
              <a:t>support</a:t>
            </a:r>
            <a:r>
              <a:rPr lang="en-GB" sz="2000">
                <a:solidFill>
                  <a:schemeClr val="dk1"/>
                </a:solidFill>
                <a:latin typeface="Lexend"/>
                <a:ea typeface="Lexend"/>
                <a:cs typeface="Lexend"/>
                <a:sym typeface="Lexend"/>
              </a:rPr>
              <a:t> your decision.</a:t>
            </a:r>
            <a:endParaRPr sz="2000">
              <a:solidFill>
                <a:schemeClr val="dk1"/>
              </a:solidFill>
              <a:latin typeface="Lexend"/>
              <a:ea typeface="Lexend"/>
              <a:cs typeface="Lexend"/>
              <a:sym typeface="Lexend"/>
            </a:endParaRPr>
          </a:p>
        </p:txBody>
      </p:sp>
      <p:graphicFrame>
        <p:nvGraphicFramePr>
          <p:cNvPr id="1369" name="Google Shape;1369;p118"/>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1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75" name="Google Shape;1375;p119"/>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bar chart shows the length of time customers spent waiting at a self-service till (to the nearest minute).</a:t>
            </a:r>
            <a:endParaRPr sz="2000"/>
          </a:p>
        </p:txBody>
      </p:sp>
      <p:sp>
        <p:nvSpPr>
          <p:cNvPr id="1376" name="Google Shape;1376;p119"/>
          <p:cNvSpPr txBox="1"/>
          <p:nvPr/>
        </p:nvSpPr>
        <p:spPr>
          <a:xfrm>
            <a:off x="4939875" y="1620000"/>
            <a:ext cx="3880200" cy="6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Management want every customer to be queuing for less than the average queue time.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 Calculate the average queue time.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Explain why it is not possible for everyone to queue for less time than the average queue time.</a:t>
            </a: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grpSp>
        <p:nvGrpSpPr>
          <p:cNvPr id="1377" name="Google Shape;1377;p119"/>
          <p:cNvGrpSpPr/>
          <p:nvPr/>
        </p:nvGrpSpPr>
        <p:grpSpPr>
          <a:xfrm>
            <a:off x="323988" y="1543800"/>
            <a:ext cx="4438823" cy="3020699"/>
            <a:chOff x="323988" y="1620000"/>
            <a:chExt cx="4438823" cy="3020699"/>
          </a:xfrm>
        </p:grpSpPr>
        <p:pic>
          <p:nvPicPr>
            <p:cNvPr id="1378" name="Google Shape;1378;p119"/>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379" name="Google Shape;1379;p119"/>
            <p:cNvSpPr/>
            <p:nvPr/>
          </p:nvSpPr>
          <p:spPr>
            <a:xfrm>
              <a:off x="940383"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0" name="Google Shape;1380;p119"/>
            <p:cNvSpPr/>
            <p:nvPr/>
          </p:nvSpPr>
          <p:spPr>
            <a:xfrm>
              <a:off x="1500050" y="3876475"/>
              <a:ext cx="160800" cy="3018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1" name="Google Shape;1381;p119"/>
            <p:cNvSpPr/>
            <p:nvPr/>
          </p:nvSpPr>
          <p:spPr>
            <a:xfrm>
              <a:off x="2068300" y="2586825"/>
              <a:ext cx="160800" cy="15915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2" name="Google Shape;1382;p119"/>
            <p:cNvSpPr/>
            <p:nvPr/>
          </p:nvSpPr>
          <p:spPr>
            <a:xfrm>
              <a:off x="2639400" y="2270075"/>
              <a:ext cx="160800" cy="19083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3" name="Google Shape;1383;p119"/>
            <p:cNvSpPr/>
            <p:nvPr/>
          </p:nvSpPr>
          <p:spPr>
            <a:xfrm>
              <a:off x="3211300" y="3240000"/>
              <a:ext cx="160800" cy="938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4" name="Google Shape;1384;p119"/>
            <p:cNvSpPr/>
            <p:nvPr/>
          </p:nvSpPr>
          <p:spPr>
            <a:xfrm>
              <a:off x="3767325" y="3552175"/>
              <a:ext cx="160800" cy="626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5" name="Google Shape;1385;p119"/>
            <p:cNvSpPr/>
            <p:nvPr/>
          </p:nvSpPr>
          <p:spPr>
            <a:xfrm>
              <a:off x="4338434"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2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91" name="Google Shape;1391;p120"/>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a:t>
            </a:r>
            <a:endParaRPr sz="2000"/>
          </a:p>
        </p:txBody>
      </p:sp>
      <p:graphicFrame>
        <p:nvGraphicFramePr>
          <p:cNvPr id="1392" name="Google Shape;1392;p120"/>
          <p:cNvGraphicFramePr/>
          <p:nvPr/>
        </p:nvGraphicFramePr>
        <p:xfrm>
          <a:off x="324008" y="1698900"/>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393" name="Google Shape;1393;p120"/>
          <p:cNvSpPr txBox="1"/>
          <p:nvPr/>
        </p:nvSpPr>
        <p:spPr>
          <a:xfrm>
            <a:off x="3735900" y="1698900"/>
            <a:ext cx="50841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1 goal</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3 − 1 = 2 goals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2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99" name="Google Shape;1399;p121"/>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a:t>
            </a:r>
            <a:endParaRPr sz="2000"/>
          </a:p>
        </p:txBody>
      </p:sp>
      <p:graphicFrame>
        <p:nvGraphicFramePr>
          <p:cNvPr id="1400" name="Google Shape;1400;p121"/>
          <p:cNvGraphicFramePr/>
          <p:nvPr/>
        </p:nvGraphicFramePr>
        <p:xfrm>
          <a:off x="324008" y="1698900"/>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401" name="Google Shape;1401;p121"/>
          <p:cNvSpPr txBox="1"/>
          <p:nvPr/>
        </p:nvSpPr>
        <p:spPr>
          <a:xfrm>
            <a:off x="3735900" y="1698900"/>
            <a:ext cx="50841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 Would the club prefer to report the mean or median as the average number of goals scored?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Mean = 1.65 goals. </a:t>
            </a:r>
            <a:r>
              <a:rPr lang="en-GB" sz="2000">
                <a:solidFill>
                  <a:schemeClr val="dk1"/>
                </a:solidFill>
                <a:latin typeface="Kalam"/>
                <a:ea typeface="Kalam"/>
                <a:cs typeface="Kalam"/>
                <a:sym typeface="Kalam"/>
              </a:rPr>
              <a:t>Median</a:t>
            </a:r>
            <a:r>
              <a:rPr lang="en-GB" sz="2000">
                <a:solidFill>
                  <a:schemeClr val="dk1"/>
                </a:solidFill>
                <a:latin typeface="Kalam"/>
                <a:ea typeface="Kalam"/>
                <a:cs typeface="Kalam"/>
                <a:sym typeface="Kalam"/>
              </a:rPr>
              <a:t> = 1 goal.</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The club would prefer to report the mean as it rounds to 2 goals making the club’s </a:t>
            </a:r>
            <a:r>
              <a:rPr lang="en-GB" sz="2000">
                <a:solidFill>
                  <a:schemeClr val="dk1"/>
                </a:solidFill>
                <a:latin typeface="Kalam"/>
                <a:ea typeface="Kalam"/>
                <a:cs typeface="Kalam"/>
                <a:sym typeface="Kalam"/>
              </a:rPr>
              <a:t>performance</a:t>
            </a:r>
            <a:r>
              <a:rPr lang="en-GB" sz="2000">
                <a:solidFill>
                  <a:schemeClr val="dk1"/>
                </a:solidFill>
                <a:latin typeface="Kalam"/>
                <a:ea typeface="Kalam"/>
                <a:cs typeface="Kalam"/>
                <a:sym typeface="Kalam"/>
              </a:rPr>
              <a:t> look better.</a:t>
            </a:r>
            <a:endParaRPr sz="2000">
              <a:solidFill>
                <a:schemeClr val="dk1"/>
              </a:solidFill>
              <a:latin typeface="Kalam"/>
              <a:ea typeface="Kalam"/>
              <a:cs typeface="Kalam"/>
              <a:sym typeface="Kala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graphicFrame>
        <p:nvGraphicFramePr>
          <p:cNvPr id="1406" name="Google Shape;1406;p122"/>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407" name="Google Shape;1407;p12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08" name="Google Shape;1408;p122"/>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409" name="Google Shape;1409;p122"/>
          <p:cNvSpPr txBox="1"/>
          <p:nvPr/>
        </p:nvSpPr>
        <p:spPr>
          <a:xfrm>
            <a:off x="3735900" y="1698900"/>
            <a:ext cx="5084100" cy="27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4 stars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5 − 3 = 2 stars</a:t>
            </a:r>
            <a:endParaRPr sz="2000">
              <a:solidFill>
                <a:schemeClr val="dk1"/>
              </a:solidFill>
              <a:latin typeface="Lexend"/>
              <a:ea typeface="Lexend"/>
              <a:cs typeface="Lexend"/>
              <a:sym typeface="Lexe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graphicFrame>
        <p:nvGraphicFramePr>
          <p:cNvPr id="1414" name="Google Shape;1414;p123"/>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415" name="Google Shape;1415;p12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16" name="Google Shape;1416;p123"/>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417" name="Google Shape;1417;p123"/>
          <p:cNvSpPr txBox="1"/>
          <p:nvPr/>
        </p:nvSpPr>
        <p:spPr>
          <a:xfrm>
            <a:off x="3735900" y="1698900"/>
            <a:ext cx="5084100" cy="289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 Would the restaurant prefer to report the mean or median as the average rating?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Mean = </a:t>
            </a:r>
            <a:r>
              <a:rPr lang="en-GB" sz="2200">
                <a:solidFill>
                  <a:schemeClr val="dk1"/>
                </a:solidFill>
                <a:latin typeface="Kalam"/>
                <a:ea typeface="Kalam"/>
                <a:cs typeface="Kalam"/>
                <a:sym typeface="Kalam"/>
              </a:rPr>
              <a:t>3.64… stars.</a:t>
            </a:r>
            <a:r>
              <a:rPr lang="en-GB" sz="2000">
                <a:solidFill>
                  <a:schemeClr val="dk1"/>
                </a:solidFill>
                <a:latin typeface="Kalam"/>
                <a:ea typeface="Kalam"/>
                <a:cs typeface="Kalam"/>
                <a:sym typeface="Kalam"/>
              </a:rPr>
              <a:t> Median = 4 stars.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The restaurant could report either but the median does not need to be rounded.</a:t>
            </a:r>
            <a:endParaRPr sz="20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12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23" name="Google Shape;1423;p124"/>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424" name="Google Shape;1424;p124"/>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developer wishes to build more expensive houses (3+ bedrooms) but the local council want cheaper housing. The council argue that there are already enough houses with 3 or more bedrooms.</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Are the council correct? Use the data to support your decision.</a:t>
            </a:r>
            <a:endParaRPr sz="2000">
              <a:solidFill>
                <a:schemeClr val="dk1"/>
              </a:solidFill>
              <a:latin typeface="Lexend"/>
              <a:ea typeface="Lexend"/>
              <a:cs typeface="Lexend"/>
              <a:sym typeface="Lexend"/>
            </a:endParaRPr>
          </a:p>
        </p:txBody>
      </p:sp>
      <p:graphicFrame>
        <p:nvGraphicFramePr>
          <p:cNvPr id="1425" name="Google Shape;1425;p124"/>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2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31" name="Google Shape;1431;p125"/>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432" name="Google Shape;1432;p125"/>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Mean = 2.5 bedrooms. Median = 2 bedrooms.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Interquartile range = 3 − 2 = 1</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E.g.</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If the council uses the mean, then they can round and state that the average number of bedrooms in houses in this area is 3. Therefore there are plenty of houses with 3 (or more) bedrooms in.</a:t>
            </a:r>
            <a:endParaRPr sz="2000">
              <a:solidFill>
                <a:schemeClr val="dk1"/>
              </a:solidFill>
              <a:latin typeface="Kalam"/>
              <a:ea typeface="Kalam"/>
              <a:cs typeface="Kalam"/>
              <a:sym typeface="Kalam"/>
            </a:endParaRPr>
          </a:p>
        </p:txBody>
      </p:sp>
      <p:graphicFrame>
        <p:nvGraphicFramePr>
          <p:cNvPr id="1433" name="Google Shape;1433;p125"/>
          <p:cNvGraphicFramePr/>
          <p:nvPr/>
        </p:nvGraphicFramePr>
        <p:xfrm>
          <a:off x="324000" y="1695625"/>
          <a:ext cx="3000000" cy="3000000"/>
        </p:xfrm>
        <a:graphic>
          <a:graphicData uri="http://schemas.openxmlformats.org/drawingml/2006/table">
            <a:tbl>
              <a:tblPr>
                <a:noFill/>
                <a:tableStyleId>{577267EF-250C-4BBA-A036-E386CA0EB5C5}</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2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39" name="Google Shape;1439;p126"/>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bar chart shows the length of time customers spent waiting at a self-service till (to the nearest minute).</a:t>
            </a:r>
            <a:endParaRPr sz="2000"/>
          </a:p>
        </p:txBody>
      </p:sp>
      <p:sp>
        <p:nvSpPr>
          <p:cNvPr id="1440" name="Google Shape;1440;p126"/>
          <p:cNvSpPr txBox="1"/>
          <p:nvPr/>
        </p:nvSpPr>
        <p:spPr>
          <a:xfrm>
            <a:off x="4939875" y="1620000"/>
            <a:ext cx="3880200" cy="6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Management want every customer to be queuing for less than the average queue time.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 Calculate the average queue time.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1900">
                <a:solidFill>
                  <a:schemeClr val="dk1"/>
                </a:solidFill>
                <a:latin typeface="Kalam"/>
                <a:ea typeface="Kalam"/>
                <a:cs typeface="Kalam"/>
                <a:sym typeface="Kalam"/>
              </a:rPr>
              <a:t>Mean = Median = Mode = 3 minutes</a:t>
            </a:r>
            <a:endParaRPr sz="19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p:txBody>
      </p:sp>
      <p:grpSp>
        <p:nvGrpSpPr>
          <p:cNvPr id="1441" name="Google Shape;1441;p126"/>
          <p:cNvGrpSpPr/>
          <p:nvPr/>
        </p:nvGrpSpPr>
        <p:grpSpPr>
          <a:xfrm>
            <a:off x="323988" y="1543800"/>
            <a:ext cx="4438823" cy="3020699"/>
            <a:chOff x="323988" y="1620000"/>
            <a:chExt cx="4438823" cy="3020699"/>
          </a:xfrm>
        </p:grpSpPr>
        <p:pic>
          <p:nvPicPr>
            <p:cNvPr id="1442" name="Google Shape;1442;p126"/>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443" name="Google Shape;1443;p126"/>
            <p:cNvSpPr/>
            <p:nvPr/>
          </p:nvSpPr>
          <p:spPr>
            <a:xfrm>
              <a:off x="940383"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4" name="Google Shape;1444;p126"/>
            <p:cNvSpPr/>
            <p:nvPr/>
          </p:nvSpPr>
          <p:spPr>
            <a:xfrm>
              <a:off x="1500050" y="3876475"/>
              <a:ext cx="160800" cy="3018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5" name="Google Shape;1445;p126"/>
            <p:cNvSpPr/>
            <p:nvPr/>
          </p:nvSpPr>
          <p:spPr>
            <a:xfrm>
              <a:off x="2068300" y="2586825"/>
              <a:ext cx="160800" cy="15915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6" name="Google Shape;1446;p126"/>
            <p:cNvSpPr/>
            <p:nvPr/>
          </p:nvSpPr>
          <p:spPr>
            <a:xfrm>
              <a:off x="2639400" y="2270075"/>
              <a:ext cx="160800" cy="19083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7" name="Google Shape;1447;p126"/>
            <p:cNvSpPr/>
            <p:nvPr/>
          </p:nvSpPr>
          <p:spPr>
            <a:xfrm>
              <a:off x="3211300" y="3240000"/>
              <a:ext cx="160800" cy="938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8" name="Google Shape;1448;p126"/>
            <p:cNvSpPr/>
            <p:nvPr/>
          </p:nvSpPr>
          <p:spPr>
            <a:xfrm>
              <a:off x="3767325" y="3552175"/>
              <a:ext cx="160800" cy="626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9" name="Google Shape;1449;p126"/>
            <p:cNvSpPr/>
            <p:nvPr/>
          </p:nvSpPr>
          <p:spPr>
            <a:xfrm>
              <a:off x="4338434"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2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455" name="Google Shape;1455;p127"/>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bar chart shows the length of time customers spent waiting at a self-service till (to the nearest minute).</a:t>
            </a:r>
            <a:endParaRPr sz="2000"/>
          </a:p>
        </p:txBody>
      </p:sp>
      <p:sp>
        <p:nvSpPr>
          <p:cNvPr id="1456" name="Google Shape;1456;p127"/>
          <p:cNvSpPr txBox="1"/>
          <p:nvPr/>
        </p:nvSpPr>
        <p:spPr>
          <a:xfrm>
            <a:off x="4939875" y="1620000"/>
            <a:ext cx="3880200" cy="6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b) Explain why it is not possible for everyone to queue for less time than the average queue time.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Kalam"/>
                <a:ea typeface="Kalam"/>
                <a:cs typeface="Kalam"/>
                <a:sym typeface="Kalam"/>
              </a:rPr>
              <a:t>Averages are a measure of central tendency. It is possible for everyone to queue for the average time but not for everyone to be below. If everyone’s time decreased, so would the average.</a:t>
            </a:r>
            <a:endParaRPr sz="1900">
              <a:solidFill>
                <a:schemeClr val="dk1"/>
              </a:solidFill>
              <a:latin typeface="Kalam"/>
              <a:ea typeface="Kalam"/>
              <a:cs typeface="Kalam"/>
              <a:sym typeface="Kalam"/>
            </a:endParaRPr>
          </a:p>
        </p:txBody>
      </p:sp>
      <p:grpSp>
        <p:nvGrpSpPr>
          <p:cNvPr id="1457" name="Google Shape;1457;p127"/>
          <p:cNvGrpSpPr/>
          <p:nvPr/>
        </p:nvGrpSpPr>
        <p:grpSpPr>
          <a:xfrm>
            <a:off x="323988" y="1543800"/>
            <a:ext cx="4438823" cy="3020699"/>
            <a:chOff x="323988" y="1620000"/>
            <a:chExt cx="4438823" cy="3020699"/>
          </a:xfrm>
        </p:grpSpPr>
        <p:pic>
          <p:nvPicPr>
            <p:cNvPr id="1458" name="Google Shape;1458;p127"/>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459" name="Google Shape;1459;p127"/>
            <p:cNvSpPr/>
            <p:nvPr/>
          </p:nvSpPr>
          <p:spPr>
            <a:xfrm>
              <a:off x="940383"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0" name="Google Shape;1460;p127"/>
            <p:cNvSpPr/>
            <p:nvPr/>
          </p:nvSpPr>
          <p:spPr>
            <a:xfrm>
              <a:off x="1500050" y="3876475"/>
              <a:ext cx="160800" cy="3018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1" name="Google Shape;1461;p127"/>
            <p:cNvSpPr/>
            <p:nvPr/>
          </p:nvSpPr>
          <p:spPr>
            <a:xfrm>
              <a:off x="2068300" y="2586825"/>
              <a:ext cx="160800" cy="15915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2" name="Google Shape;1462;p127"/>
            <p:cNvSpPr/>
            <p:nvPr/>
          </p:nvSpPr>
          <p:spPr>
            <a:xfrm>
              <a:off x="2639400" y="2270075"/>
              <a:ext cx="160800" cy="19083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3" name="Google Shape;1463;p127"/>
            <p:cNvSpPr/>
            <p:nvPr/>
          </p:nvSpPr>
          <p:spPr>
            <a:xfrm>
              <a:off x="3211300" y="3240000"/>
              <a:ext cx="160800" cy="938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4" name="Google Shape;1464;p127"/>
            <p:cNvSpPr/>
            <p:nvPr/>
          </p:nvSpPr>
          <p:spPr>
            <a:xfrm>
              <a:off x="3767325" y="3552175"/>
              <a:ext cx="160800" cy="6261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5" name="Google Shape;1465;p127"/>
            <p:cNvSpPr/>
            <p:nvPr/>
          </p:nvSpPr>
          <p:spPr>
            <a:xfrm>
              <a:off x="4338434" y="2911125"/>
              <a:ext cx="160800" cy="1266900"/>
            </a:xfrm>
            <a:prstGeom prst="rect">
              <a:avLst/>
            </a:prstGeom>
            <a:solidFill>
              <a:schemeClr val="accent5"/>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28"/>
          <p:cNvSpPr txBox="1"/>
          <p:nvPr>
            <p:ph type="title"/>
          </p:nvPr>
        </p:nvSpPr>
        <p:spPr>
          <a:xfrm>
            <a:off x="1684800" y="119125"/>
            <a:ext cx="57414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fx-83/85GT CW for statistics</a:t>
            </a:r>
            <a:endParaRPr/>
          </a:p>
        </p:txBody>
      </p:sp>
      <p:sp>
        <p:nvSpPr>
          <p:cNvPr id="1471" name="Google Shape;1471;p128"/>
          <p:cNvSpPr txBox="1"/>
          <p:nvPr>
            <p:ph idx="1" type="body"/>
          </p:nvPr>
        </p:nvSpPr>
        <p:spPr>
          <a:xfrm>
            <a:off x="324000" y="810000"/>
            <a:ext cx="8237700" cy="35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Some calculators can perform more than just basic calculations.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The fx-83/85GT CW can produce a statistical summary of a set of data.</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The summary includes the mean, median, upper and lower quartiles.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29"/>
          <p:cNvSpPr txBox="1"/>
          <p:nvPr>
            <p:ph idx="1" type="subTitle"/>
          </p:nvPr>
        </p:nvSpPr>
        <p:spPr>
          <a:xfrm>
            <a:off x="666000" y="1636650"/>
            <a:ext cx="7351200" cy="1870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2025.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Casio and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77" name="Google Shape;1477;p129"/>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