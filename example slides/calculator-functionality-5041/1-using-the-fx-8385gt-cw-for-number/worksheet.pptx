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35B41A-2974-4381-BBD2-F65442DE6EE1}">
  <a:tblStyle styleId="{8935B41A-2974-4381-BBD2-F65442DE6E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2"/>
          <p:cNvSpPr txBox="1"/>
          <p:nvPr/>
        </p:nvSpPr>
        <p:spPr>
          <a:xfrm>
            <a:off x="458463" y="1429498"/>
            <a:ext cx="461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Conversions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810482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Convert the following times to hours.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 hour and 15 mins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2 hours, 20 mins and 20 secs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4 hours, 15 mins and 16 secs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3327100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Convert the following number of hours to hours, minutes and seconds.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7.25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3.7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7.42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3.63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58475" y="5246975"/>
            <a:ext cx="66336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121 =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5500 = 2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11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384 =        ×    </a:t>
            </a:r>
            <a:endParaRPr baseline="30000"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351 = 3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1029550" y="5601602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502295" y="5919161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1281012" y="591414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1252464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1025275" y="6282743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1688902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1476771" y="6267066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1165517" y="6590083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1633466" y="658986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1416315" y="6604925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fx-83/85GT CW for number</a:t>
            </a:r>
            <a:endParaRPr/>
          </a:p>
        </p:txBody>
      </p:sp>
      <p:sp>
        <p:nvSpPr>
          <p:cNvPr id="124" name="Google Shape;12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LCM/HCF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68000" y="1034699"/>
            <a:ext cx="6624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Below is a cross number. Use the clues (and your calculator) to complete the cross number.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When you have finished, enter the numbers, left to right, from the shaded squares into your calculator and turn it upside down.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Write down the name you have found.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68000" y="2489875"/>
            <a:ext cx="2332800" cy="27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Across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LCM of 13 and 15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HCF of 15 096 and 52 836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5) LCM of 13 and 9 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6) LCM of 49 and 122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7) HCF of 289 and 867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8) LCM of 36 and 16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10) HCF of 2032 and 2794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11) LCM of 205 and 754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0" name="Google Shape;130;p13"/>
          <p:cNvGraphicFramePr/>
          <p:nvPr/>
        </p:nvGraphicFramePr>
        <p:xfrm>
          <a:off x="2340000" y="573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{8935B41A-2974-4381-BBD2-F65442DE6EE1}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31" name="Google Shape;131;p13"/>
          <p:cNvSpPr txBox="1"/>
          <p:nvPr/>
        </p:nvSpPr>
        <p:spPr>
          <a:xfrm>
            <a:off x="234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378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306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3060000" y="609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860000" y="57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3420000" y="2489875"/>
            <a:ext cx="2792400" cy="27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HCF of 3162 and 5270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LCM of 6086 and 8429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HCF of 31 008 and 85 272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4) LCM of 9214 and 9753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8) HCF of 3440 and 5160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9) LCM of 9 and 19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3780000" y="645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340000" y="825282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140000" y="7892825"/>
            <a:ext cx="170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2340000" y="753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140000" y="717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700000" y="7172825"/>
            <a:ext cx="1056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0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