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2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1B939C3-CD56-4FF9-A220-39AEB3745A5C}">
  <a:tblStyle styleId="{31B939C3-CD56-4FF9-A220-39AEB3745A5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g2fcdcf486b6_0_25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5" name="Google Shape;915;g2fcdcf486b6_0_2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2fcdcf486b6_0_25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2fcdcf486b6_0_25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g2fcdcf486b6_0_25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6" name="Google Shape;926;g2fcdcf486b6_0_2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32758b5236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32758b5236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32758b52367_0_9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0" name="Google Shape;940;g32758b52367_0_9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g3278b17687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8" name="Google Shape;948;g3278b17687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3278b176876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7" name="Google Shape;957;g3278b176876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g3278b176876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8" name="Google Shape;968;g3278b176876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3278b176876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6" name="Google Shape;976;g3278b176876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3278b176876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6" name="Google Shape;986;g3278b176876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g3278b176876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0" name="Google Shape;1000;g3278b176876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g3278b176876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1" name="Google Shape;1011;g3278b176876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g3278b176876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2" name="Google Shape;1022;g3278b176876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3278b176876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5" name="Google Shape;1035;g3278b176876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g3278b176876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5" name="Google Shape;1045;g3278b176876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g3278b176876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6" name="Google Shape;1056;g3278b176876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3278b176876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g3278b176876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g3278b176876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g3278b176876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g3278b176876_0_9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5" name="Google Shape;1085;g3278b176876_0_9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g3278b176876_0_9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4" name="Google Shape;1094;g3278b176876_0_9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g3278b176876_0_10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4" name="Google Shape;1104;g3278b176876_0_10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g3278b176876_0_10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5" name="Google Shape;1115;g3278b176876_0_10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g327e3b2a765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1" name="Google Shape;1121;g327e3b2a765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g327e3b2a765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7" name="Google Shape;1127;g327e3b2a765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327e3b2a765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3" name="Google Shape;1143;g327e3b2a765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g327e3b2a765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1" name="Google Shape;1151;g327e3b2a765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g327e3b2a765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7" name="Google Shape;1157;g327e3b2a765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3278b17687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3278b17687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g3278b17687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1" name="Google Shape;1181;g3278b17687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g327e3b2a765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4" name="Google Shape;1194;g327e3b2a765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327e3b2a765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327e3b2a765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g327e3b2a765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2" name="Google Shape;1212;g327e3b2a765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g327e3b2a765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2" name="Google Shape;1222;g327e3b2a765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g327eee254d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1" name="Google Shape;1231;g327eee254d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g32832c6339c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9" name="Google Shape;1239;g32832c6339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g32832c6339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2" name="Google Shape;1252;g32832c6339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g32832c6339c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1" name="Google Shape;1261;g32832c6339c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32832c6339c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0" name="Google Shape;1270;g32832c6339c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g32832c6339c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0" name="Google Shape;1280;g32832c6339c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g32832c6339c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9" name="Google Shape;1289;g32832c6339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g3278b176876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9" name="Google Shape;1299;g3278b176876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32832c6339c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5" name="Google Shape;1305;g32832c6339c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g32832c6339c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4" name="Google Shape;1324;g32832c6339c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g32832c6339c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0" name="Google Shape;1330;g32832c6339c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7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g2fcdcf486b6_0_25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9" name="Google Shape;1349;g2fcdcf486b6_0_25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g2fcdcf486b6_0_2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5" name="Google Shape;1355;g2fcdcf486b6_0_2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2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8.png"/><Relationship Id="rId5" Type="http://schemas.openxmlformats.org/officeDocument/2006/relationships/image" Target="../media/image2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28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27.png"/><Relationship Id="rId5" Type="http://schemas.openxmlformats.org/officeDocument/2006/relationships/image" Target="../media/image2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2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29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2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5" Type="http://schemas.openxmlformats.org/officeDocument/2006/relationships/image" Target="../media/image2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39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107.png"/><Relationship Id="rId5" Type="http://schemas.openxmlformats.org/officeDocument/2006/relationships/image" Target="../media/image41.png"/><Relationship Id="rId6" Type="http://schemas.openxmlformats.org/officeDocument/2006/relationships/image" Target="../media/image40.png"/><Relationship Id="rId7" Type="http://schemas.openxmlformats.org/officeDocument/2006/relationships/image" Target="../media/image32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107.png"/><Relationship Id="rId4" Type="http://schemas.openxmlformats.org/officeDocument/2006/relationships/image" Target="../media/image35.png"/><Relationship Id="rId9" Type="http://schemas.openxmlformats.org/officeDocument/2006/relationships/image" Target="../media/image32.png"/><Relationship Id="rId5" Type="http://schemas.openxmlformats.org/officeDocument/2006/relationships/image" Target="../media/image36.png"/><Relationship Id="rId6" Type="http://schemas.openxmlformats.org/officeDocument/2006/relationships/image" Target="../media/image44.png"/><Relationship Id="rId7" Type="http://schemas.openxmlformats.org/officeDocument/2006/relationships/image" Target="../media/image41.png"/><Relationship Id="rId8" Type="http://schemas.openxmlformats.org/officeDocument/2006/relationships/image" Target="../media/image40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107.png"/><Relationship Id="rId4" Type="http://schemas.openxmlformats.org/officeDocument/2006/relationships/image" Target="../media/image43.png"/><Relationship Id="rId11" Type="http://schemas.openxmlformats.org/officeDocument/2006/relationships/image" Target="../media/image32.png"/><Relationship Id="rId10" Type="http://schemas.openxmlformats.org/officeDocument/2006/relationships/image" Target="../media/image49.png"/><Relationship Id="rId9" Type="http://schemas.openxmlformats.org/officeDocument/2006/relationships/image" Target="../media/image40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44.png"/><Relationship Id="rId8" Type="http://schemas.openxmlformats.org/officeDocument/2006/relationships/image" Target="../media/image4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47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47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47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47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47.png"/><Relationship Id="rId4" Type="http://schemas.openxmlformats.org/officeDocument/2006/relationships/image" Target="../media/image55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47.png"/><Relationship Id="rId4" Type="http://schemas.openxmlformats.org/officeDocument/2006/relationships/image" Target="../media/image55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47.png"/><Relationship Id="rId4" Type="http://schemas.openxmlformats.org/officeDocument/2006/relationships/image" Target="../media/image55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47.png"/><Relationship Id="rId4" Type="http://schemas.openxmlformats.org/officeDocument/2006/relationships/image" Target="../media/image55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1.png"/><Relationship Id="rId4" Type="http://schemas.openxmlformats.org/officeDocument/2006/relationships/image" Target="../media/image55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5.png"/><Relationship Id="rId4" Type="http://schemas.openxmlformats.org/officeDocument/2006/relationships/image" Target="../media/image61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5.png"/><Relationship Id="rId4" Type="http://schemas.openxmlformats.org/officeDocument/2006/relationships/image" Target="../media/image61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55.png"/><Relationship Id="rId4" Type="http://schemas.openxmlformats.org/officeDocument/2006/relationships/image" Target="../media/image6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5.png"/><Relationship Id="rId4" Type="http://schemas.openxmlformats.org/officeDocument/2006/relationships/image" Target="../media/image6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5.png"/><Relationship Id="rId4" Type="http://schemas.openxmlformats.org/officeDocument/2006/relationships/image" Target="../media/image6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5.png"/><Relationship Id="rId4" Type="http://schemas.openxmlformats.org/officeDocument/2006/relationships/image" Target="../media/image6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55.png"/><Relationship Id="rId4" Type="http://schemas.openxmlformats.org/officeDocument/2006/relationships/image" Target="../media/image61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5.png"/><Relationship Id="rId4" Type="http://schemas.openxmlformats.org/officeDocument/2006/relationships/image" Target="../media/image61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5.png"/><Relationship Id="rId4" Type="http://schemas.openxmlformats.org/officeDocument/2006/relationships/image" Target="../media/image61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5.png"/><Relationship Id="rId4" Type="http://schemas.openxmlformats.org/officeDocument/2006/relationships/image" Target="../media/image61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55.png"/><Relationship Id="rId4" Type="http://schemas.openxmlformats.org/officeDocument/2006/relationships/image" Target="../media/image61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5.png"/><Relationship Id="rId4" Type="http://schemas.openxmlformats.org/officeDocument/2006/relationships/image" Target="../media/image61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55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5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64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64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64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64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67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67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67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67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4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Art and design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7051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Font typeface="Lexend"/>
              <a:buNone/>
              <a:defRPr sz="3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Art and design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" name="Google Shape;13;p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1800"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grpSp>
        <p:nvGrpSpPr>
          <p:cNvPr id="15" name="Google Shape;15;p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6" name="Google Shape;16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2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8" name="Google Shape;18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0">
            <a:off x="6753315" y="1132068"/>
            <a:ext cx="2063340" cy="164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" name="Google Shape;27;p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" name="Google Shape;3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" name="Google Shape;35;p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itizenship" showMasterSp="0">
  <p:cSld name="Title Slide 2_1_1_1_1_1_1_1_1_1_1_5">
    <p:bg>
      <p:bgPr>
        <a:solidFill>
          <a:srgbClr val="BEF2BD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45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Citizenship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0" name="Google Shape;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" name="Google Shape;41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2" name="Google Shape;42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" name="Google Shape;43;p5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44" name="Google Shape;44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25">
            <a:off x="6945328" y="787504"/>
            <a:ext cx="1710318" cy="205238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" name="Google Shape;46;p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omputing" showMasterSp="0">
  <p:cSld name="Title Slide 2_1_1_1_1_1_1_1_1_1_1_3">
    <p:bg>
      <p:bgPr>
        <a:solidFill>
          <a:srgbClr val="BEF2BD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8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Computing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" name="Google Shape;52;p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53" name="Google Shape;53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" name="Google Shape;54;p6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55" name="Google Shape;55;p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" name="Google Shape;56;p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7" name="Google Shape;57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90000">
            <a:off x="6567499" y="723791"/>
            <a:ext cx="2520000" cy="252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ooking and nutrition" showMasterSp="0">
  <p:cSld name="Title Slide 2_1_1_1_1_1_1_1_1_1_1_3_1">
    <p:bg>
      <p:bgPr>
        <a:solidFill>
          <a:srgbClr val="BEF2BD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5632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/>
        </p:nvSpPr>
        <p:spPr>
          <a:xfrm>
            <a:off x="323850" y="3781525"/>
            <a:ext cx="350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Cooking and nutrition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2" name="Google Shape;6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4" name="Google Shape;64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" name="Google Shape;65;p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66" name="Google Shape;66;p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" name="Google Shape;67;p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8" name="Google Shape;68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59995">
            <a:off x="6646318" y="1007366"/>
            <a:ext cx="2202009" cy="1796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Design and technology" showMasterSp="0">
  <p:cSld name="Title Slide 2_1_1_1_1_1_1_1_1_1_1_2">
    <p:bg>
      <p:bgPr>
        <a:solidFill>
          <a:srgbClr val="BEF2BD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7058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8"/>
          <p:cNvSpPr txBox="1"/>
          <p:nvPr/>
        </p:nvSpPr>
        <p:spPr>
          <a:xfrm>
            <a:off x="323850" y="3781525"/>
            <a:ext cx="270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Design and technology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4" name="Google Shape;74;p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5" name="Google Shape;75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" name="Google Shape;76;p8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77" name="Google Shape;77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2791">
            <a:off x="6884379" y="985388"/>
            <a:ext cx="1846116" cy="185259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" name="Google Shape;79;p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_2">
    <p:bg>
      <p:bgPr>
        <a:solidFill>
          <a:srgbClr val="BEF2BD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" name="Google Shape;83;p9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84" name="Google Shape;8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French" showMasterSp="0">
  <p:cSld name="Title Slide 2_1_1_1_1_1_1_1_1_1_1_1">
    <p:bg>
      <p:bgPr>
        <a:solidFill>
          <a:srgbClr val="BEF2BD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7722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French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2" name="Google Shape;9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" name="Google Shape;93;p1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94" name="Google Shape;94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" name="Google Shape;95;p10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6" name="Google Shape;96;p1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8" name="Google Shape;98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90000">
            <a:off x="6657352" y="759276"/>
            <a:ext cx="2315647" cy="2315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3" name="Google Shape;103;p1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" name="Google Shape;10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rman" showMasterSp="0">
  <p:cSld name="Title Slide 2_1_1_1_1_1_1_1_1_1_1_1_1">
    <p:bg>
      <p:bgPr>
        <a:solidFill>
          <a:srgbClr val="BEF2BD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9169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1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German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" name="Google Shape;112;p1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13" name="Google Shape;113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" name="Google Shape;114;p12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5" name="Google Shape;115;p1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" name="Google Shape;116;p1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17" name="Google Shape;117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89998">
            <a:off x="6679063" y="775065"/>
            <a:ext cx="2340000" cy="23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_2">
    <p:bg>
      <p:bgPr>
        <a:solidFill>
          <a:srgbClr val="BEF2BD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" name="Google Shape;121;p1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2" name="Google Shape;12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3" name="Google Shape;123;p13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24" name="Google Shape;124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" name="Google Shape;125;p13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6" name="Google Shape;126;p1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7" name="Google Shape;127;p1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" name="Google Shape;128;p1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_2">
    <p:bg>
      <p:bgPr>
        <a:solidFill>
          <a:srgbClr val="BEF2BD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1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3" name="Google Shape;13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4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" name="Google Shape;136;p1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0" name="Google Shape;140;p1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1" name="Google Shape;14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5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" name="Google Shape;144;p1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al education" showMasterSp="0">
  <p:cSld name="Title Slide 2_1_1_1_1_1_1_1_1_1_1_1_1_2">
    <p:bg>
      <p:bgPr>
        <a:solidFill>
          <a:srgbClr val="BEF2BD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192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8" name="Google Shape;148;p16"/>
          <p:cNvSpPr txBox="1"/>
          <p:nvPr/>
        </p:nvSpPr>
        <p:spPr>
          <a:xfrm>
            <a:off x="323850" y="3781525"/>
            <a:ext cx="2456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Physical education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9" name="Google Shape;14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" name="Google Shape;150;p1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1" name="Google Shape;151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" name="Google Shape;152;p16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3" name="Google Shape;153;p1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55" name="Google Shape;15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75628">
            <a:off x="6551506" y="729991"/>
            <a:ext cx="2546513" cy="2546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_2">
    <p:bg>
      <p:bgPr>
        <a:solidFill>
          <a:srgbClr val="BEF2BD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9" name="Google Shape;159;p1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0" name="Google Shape;16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1" name="Google Shape;161;p1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62" name="Google Shape;162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" name="Google Shape;163;p17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4" name="Google Shape;164;p1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5" name="Google Shape;165;p1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1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 and health education" showMasterSp="0">
  <p:cSld name="Title Slide 2_1_1_1_1_1_1_1_1_1_1_7">
    <p:bg>
      <p:bgPr>
        <a:solidFill>
          <a:srgbClr val="BEF2BD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360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0" name="Google Shape;170;p18"/>
          <p:cNvSpPr txBox="1"/>
          <p:nvPr/>
        </p:nvSpPr>
        <p:spPr>
          <a:xfrm>
            <a:off x="323850" y="3781525"/>
            <a:ext cx="462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RHE (PSHE)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2" name="Google Shape;172;p1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73" name="Google Shape;173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" name="Google Shape;174;p18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75" name="Google Shape;175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1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1800"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, sex and health education" showMasterSp="0">
  <p:cSld name="Title Slide 2_1_1_1_1_1_1_1_1_1_1_7_1">
    <p:bg>
      <p:bgPr>
        <a:solidFill>
          <a:srgbClr val="BEF2BD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5119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1" name="Google Shape;181;p19"/>
          <p:cNvSpPr txBox="1"/>
          <p:nvPr/>
        </p:nvSpPr>
        <p:spPr>
          <a:xfrm>
            <a:off x="323850" y="3781525"/>
            <a:ext cx="508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RSHE (PSHE)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2" name="Google Shape;18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" name="Google Shape;183;p1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84" name="Google Shape;184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" name="Google Shape;185;p1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86" name="Google Shape;18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1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igious education" showMasterSp="0">
  <p:cSld name="Title Slide 2_1_1_1_1_1_1_1_1_1_1_1_1_1">
    <p:bg>
      <p:bgPr>
        <a:solidFill>
          <a:srgbClr val="BEF2BD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27187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2" name="Google Shape;192;p20"/>
          <p:cNvSpPr txBox="1"/>
          <p:nvPr/>
        </p:nvSpPr>
        <p:spPr>
          <a:xfrm>
            <a:off x="323850" y="3781525"/>
            <a:ext cx="2798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Religious education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3" name="Google Shape;19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4" name="Google Shape;194;p2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95" name="Google Shape;195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" name="Google Shape;196;p20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97" name="Google Shape;19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03">
            <a:off x="6754136" y="1062731"/>
            <a:ext cx="2012844" cy="1854018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_2">
    <p:bg>
      <p:bgPr>
        <a:solidFill>
          <a:srgbClr val="BEF2BD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2" name="Google Shape;202;p2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3" name="Google Shape;203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1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5" name="Google Shape;205;p2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06" name="Google Shape;206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" name="Google Shape;207;p21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08" name="Google Shape;208;p2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9" name="Google Shape;209;p2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panish" showMasterSp="0">
  <p:cSld name="Title Slide 2_1_1_1_1_1_1_1_1_1_1_1_2_1">
    <p:bg>
      <p:bgPr>
        <a:solidFill>
          <a:srgbClr val="BEF2BD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90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4" name="Google Shape;214;p2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Spanish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5" name="Google Shape;21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6" name="Google Shape;216;p2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17" name="Google Shape;217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8" name="Google Shape;218;p22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9" name="Google Shape;219;p2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1" name="Google Shape;221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90001">
            <a:off x="6638540" y="856133"/>
            <a:ext cx="2340000" cy="23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3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3"/>
          <p:cNvSpPr txBox="1"/>
          <p:nvPr>
            <p:ph idx="1" type="subTitle"/>
          </p:nvPr>
        </p:nvSpPr>
        <p:spPr>
          <a:xfrm>
            <a:off x="666000" y="1620000"/>
            <a:ext cx="7270800" cy="250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bg>
      <p:bgPr>
        <a:solidFill>
          <a:srgbClr val="FFF7CC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4"/>
          <p:cNvSpPr/>
          <p:nvPr/>
        </p:nvSpPr>
        <p:spPr>
          <a:xfrm>
            <a:off x="4683800" y="810000"/>
            <a:ext cx="4134600" cy="1163400"/>
          </a:xfrm>
          <a:prstGeom prst="roundRect">
            <a:avLst>
              <a:gd fmla="val 10151" name="adj"/>
            </a:avLst>
          </a:prstGeom>
          <a:solidFill>
            <a:srgbClr val="FFFFFF"/>
          </a:solidFill>
          <a:ln cap="flat" cmpd="sng" w="19050">
            <a:solidFill>
              <a:srgbClr val="28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4"/>
          <p:cNvSpPr/>
          <p:nvPr/>
        </p:nvSpPr>
        <p:spPr>
          <a:xfrm>
            <a:off x="185250" y="810000"/>
            <a:ext cx="4134600" cy="3850200"/>
          </a:xfrm>
          <a:prstGeom prst="roundRect">
            <a:avLst>
              <a:gd fmla="val 2796" name="adj"/>
            </a:avLst>
          </a:prstGeom>
          <a:solidFill>
            <a:srgbClr val="FFFFFF"/>
          </a:solidFill>
          <a:ln cap="flat" cmpd="sng" w="19050">
            <a:solidFill>
              <a:srgbClr val="28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4"/>
          <p:cNvSpPr txBox="1"/>
          <p:nvPr/>
        </p:nvSpPr>
        <p:spPr>
          <a:xfrm>
            <a:off x="325475" y="1245050"/>
            <a:ext cx="399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4"/>
          <p:cNvSpPr txBox="1"/>
          <p:nvPr/>
        </p:nvSpPr>
        <p:spPr>
          <a:xfrm>
            <a:off x="325475" y="921050"/>
            <a:ext cx="3998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4"/>
          <p:cNvSpPr txBox="1"/>
          <p:nvPr/>
        </p:nvSpPr>
        <p:spPr>
          <a:xfrm>
            <a:off x="4824125" y="921050"/>
            <a:ext cx="3998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4"/>
          <p:cNvSpPr txBox="1"/>
          <p:nvPr/>
        </p:nvSpPr>
        <p:spPr>
          <a:xfrm>
            <a:off x="325475" y="3407125"/>
            <a:ext cx="3998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3" name="Google Shape;233;p24"/>
          <p:cNvPicPr preferRelativeResize="0"/>
          <p:nvPr/>
        </p:nvPicPr>
        <p:blipFill rotWithShape="1">
          <a:blip r:embed="rId2">
            <a:alphaModFix/>
          </a:blip>
          <a:srcRect b="71084" l="3912" r="56768" t="0"/>
          <a:stretch/>
        </p:blipFill>
        <p:spPr>
          <a:xfrm>
            <a:off x="382600" y="3725750"/>
            <a:ext cx="841850" cy="36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4"/>
          <p:cNvPicPr preferRelativeResize="0"/>
          <p:nvPr/>
        </p:nvPicPr>
        <p:blipFill rotWithShape="1">
          <a:blip r:embed="rId2">
            <a:alphaModFix/>
          </a:blip>
          <a:srcRect b="71902" l="62493" r="7303" t="2791"/>
          <a:stretch/>
        </p:blipFill>
        <p:spPr>
          <a:xfrm>
            <a:off x="1322300" y="3754900"/>
            <a:ext cx="688050" cy="33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4"/>
          <p:cNvPicPr preferRelativeResize="0"/>
          <p:nvPr/>
        </p:nvPicPr>
        <p:blipFill rotWithShape="1">
          <a:blip r:embed="rId2">
            <a:alphaModFix/>
          </a:blip>
          <a:srcRect b="19543" l="6196" r="59088" t="51182"/>
          <a:stretch/>
        </p:blipFill>
        <p:spPr>
          <a:xfrm>
            <a:off x="2108188" y="3710946"/>
            <a:ext cx="743275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4"/>
          <p:cNvPicPr preferRelativeResize="0"/>
          <p:nvPr/>
        </p:nvPicPr>
        <p:blipFill rotWithShape="1">
          <a:blip r:embed="rId2">
            <a:alphaModFix/>
          </a:blip>
          <a:srcRect b="19543" l="58433" r="3864" t="51182"/>
          <a:stretch/>
        </p:blipFill>
        <p:spPr>
          <a:xfrm>
            <a:off x="2989750" y="3725750"/>
            <a:ext cx="807200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4"/>
          <p:cNvSpPr/>
          <p:nvPr/>
        </p:nvSpPr>
        <p:spPr>
          <a:xfrm>
            <a:off x="324000" y="264675"/>
            <a:ext cx="67464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4"/>
          <p:cNvSpPr txBox="1"/>
          <p:nvPr/>
        </p:nvSpPr>
        <p:spPr>
          <a:xfrm>
            <a:off x="325475" y="4122125"/>
            <a:ext cx="3939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Explanation      Check      Practice      Feedback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9" name="Google Shape;23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913" y="1948533"/>
            <a:ext cx="2067960" cy="121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5125" y="1828475"/>
            <a:ext cx="1738025" cy="1433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" name="Google Shape;242;p25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243" name="Google Shape;243;p25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4" name="Google Shape;244;p25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5" name="Google Shape;245;p2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7" name="Google Shape;247;p2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8" name="Google Shape;248;p25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9" name="Google Shape;249;p25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0" name="Google Shape;250;p25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1" name="Google Shape;251;p25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2" name="Google Shape;252;p25"/>
          <p:cNvSpPr txBox="1"/>
          <p:nvPr>
            <p:ph idx="7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" name="Google Shape;254;p26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255" name="Google Shape;255;p26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56" name="Google Shape;256;p26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7" name="Google Shape;257;p2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9" name="Google Shape;259;p2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0" name="Google Shape;260;p26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1" name="Google Shape;261;p26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2" name="Google Shape;262;p26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3" name="Google Shape;263;p26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4" name="Google Shape;264;p26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5" name="Google Shape;265;p26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6" name="Google Shape;266;p26"/>
          <p:cNvSpPr txBox="1"/>
          <p:nvPr>
            <p:ph idx="9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8" name="Google Shape;268;p27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269" name="Google Shape;269;p27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70" name="Google Shape;270;p27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1" name="Google Shape;271;p2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7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3" name="Google Shape;273;p27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4" name="Google Shape;274;p27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5" name="Google Shape;275;p27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6" name="Google Shape;276;p27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7" name="Google Shape;277;p27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8" name="Google Shape;278;p27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9" name="Google Shape;279;p27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80" name="Google Shape;280;p27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81" name="Google Shape;281;p27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82" name="Google Shape;282;p27"/>
          <p:cNvSpPr txBox="1"/>
          <p:nvPr>
            <p:ph idx="14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" name="Google Shape;284;p28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285" name="Google Shape;285;p28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86" name="Google Shape;286;p28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7" name="Google Shape;287;p2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8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89" name="Google Shape;289;p28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90" name="Google Shape;290;p28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91" name="Google Shape;291;p28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92" name="Google Shape;292;p28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_2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2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7" name="Google Shape;297;p29"/>
          <p:cNvCxnSpPr>
            <a:endCxn id="29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99" name="Google Shape;299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9"/>
          <p:cNvSpPr txBox="1"/>
          <p:nvPr>
            <p:ph type="title"/>
          </p:nvPr>
        </p:nvSpPr>
        <p:spPr>
          <a:xfrm>
            <a:off x="1225225" y="2133562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98" name="Google Shape;298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1" name="Google Shape;301;p29"/>
          <p:cNvGrpSpPr/>
          <p:nvPr/>
        </p:nvGrpSpPr>
        <p:grpSpPr>
          <a:xfrm>
            <a:off x="-12" y="0"/>
            <a:ext cx="9151202" cy="598359"/>
            <a:chOff x="-12" y="0"/>
            <a:chExt cx="9151202" cy="598359"/>
          </a:xfrm>
        </p:grpSpPr>
        <p:sp>
          <p:nvSpPr>
            <p:cNvPr id="302" name="Google Shape;302;p29"/>
            <p:cNvSpPr/>
            <p:nvPr/>
          </p:nvSpPr>
          <p:spPr>
            <a:xfrm>
              <a:off x="0" y="0"/>
              <a:ext cx="9144300" cy="48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03" name="Google Shape;303;p29"/>
            <p:cNvPicPr preferRelativeResize="0"/>
            <p:nvPr/>
          </p:nvPicPr>
          <p:blipFill rotWithShape="1">
            <a:blip r:embed="rId7">
              <a:alphaModFix/>
            </a:blip>
            <a:srcRect b="1709" l="0" r="0" t="1699"/>
            <a:stretch/>
          </p:blipFill>
          <p:spPr>
            <a:xfrm>
              <a:off x="-12" y="4816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4" name="Google Shape;304;p2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9"/>
          <p:cNvSpPr txBox="1"/>
          <p:nvPr>
            <p:ph idx="2"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306" name="Google Shape;306;p29"/>
          <p:cNvSpPr txBox="1"/>
          <p:nvPr>
            <p:ph idx="3" type="title"/>
          </p:nvPr>
        </p:nvSpPr>
        <p:spPr>
          <a:xfrm>
            <a:off x="1225225" y="30698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_1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3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3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3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4" name="Google Shape;314;p30"/>
          <p:cNvCxnSpPr>
            <a:endCxn id="315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15" name="Google Shape;315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8" name="Google Shape;318;p30"/>
          <p:cNvGrpSpPr/>
          <p:nvPr/>
        </p:nvGrpSpPr>
        <p:grpSpPr>
          <a:xfrm>
            <a:off x="-12" y="0"/>
            <a:ext cx="9151202" cy="598359"/>
            <a:chOff x="-12" y="0"/>
            <a:chExt cx="9151202" cy="598359"/>
          </a:xfrm>
        </p:grpSpPr>
        <p:sp>
          <p:nvSpPr>
            <p:cNvPr id="319" name="Google Shape;319;p30"/>
            <p:cNvSpPr/>
            <p:nvPr/>
          </p:nvSpPr>
          <p:spPr>
            <a:xfrm>
              <a:off x="0" y="0"/>
              <a:ext cx="9144300" cy="48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20" name="Google Shape;320;p30"/>
            <p:cNvPicPr preferRelativeResize="0"/>
            <p:nvPr/>
          </p:nvPicPr>
          <p:blipFill rotWithShape="1">
            <a:blip r:embed="rId9">
              <a:alphaModFix/>
            </a:blip>
            <a:srcRect b="1709" l="0" r="0" t="1699"/>
            <a:stretch/>
          </p:blipFill>
          <p:spPr>
            <a:xfrm>
              <a:off x="-12" y="4816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1" name="Google Shape;321;p3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2" name="Google Shape;322;p30"/>
          <p:cNvSpPr txBox="1"/>
          <p:nvPr>
            <p:ph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323" name="Google Shape;323;p30"/>
          <p:cNvSpPr txBox="1"/>
          <p:nvPr>
            <p:ph idx="2" type="title"/>
          </p:nvPr>
        </p:nvSpPr>
        <p:spPr>
          <a:xfrm>
            <a:off x="1225225" y="28412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24" name="Google Shape;324;p30"/>
          <p:cNvSpPr txBox="1"/>
          <p:nvPr>
            <p:ph idx="3" type="title"/>
          </p:nvPr>
        </p:nvSpPr>
        <p:spPr>
          <a:xfrm>
            <a:off x="1225200" y="37819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25" name="Google Shape;325;p30"/>
          <p:cNvSpPr txBox="1"/>
          <p:nvPr>
            <p:ph idx="4" type="title"/>
          </p:nvPr>
        </p:nvSpPr>
        <p:spPr>
          <a:xfrm>
            <a:off x="1225200" y="1822462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3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3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3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3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3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3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5" name="Google Shape;335;p3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36" name="Google Shape;336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3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3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3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0" name="Google Shape;340;p31"/>
          <p:cNvGrpSpPr/>
          <p:nvPr/>
        </p:nvGrpSpPr>
        <p:grpSpPr>
          <a:xfrm>
            <a:off x="-12" y="0"/>
            <a:ext cx="9151202" cy="598359"/>
            <a:chOff x="-12" y="0"/>
            <a:chExt cx="9151202" cy="598359"/>
          </a:xfrm>
        </p:grpSpPr>
        <p:sp>
          <p:nvSpPr>
            <p:cNvPr id="341" name="Google Shape;341;p31"/>
            <p:cNvSpPr/>
            <p:nvPr/>
          </p:nvSpPr>
          <p:spPr>
            <a:xfrm>
              <a:off x="0" y="0"/>
              <a:ext cx="9144300" cy="48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42" name="Google Shape;342;p31"/>
            <p:cNvPicPr preferRelativeResize="0"/>
            <p:nvPr/>
          </p:nvPicPr>
          <p:blipFill rotWithShape="1">
            <a:blip r:embed="rId11">
              <a:alphaModFix/>
            </a:blip>
            <a:srcRect b="1709" l="0" r="0" t="1699"/>
            <a:stretch/>
          </p:blipFill>
          <p:spPr>
            <a:xfrm>
              <a:off x="-12" y="4816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3" name="Google Shape;343;p3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1"/>
          <p:cNvSpPr txBox="1"/>
          <p:nvPr>
            <p:ph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345" name="Google Shape;345;p31"/>
          <p:cNvSpPr txBox="1"/>
          <p:nvPr>
            <p:ph idx="2" type="title"/>
          </p:nvPr>
        </p:nvSpPr>
        <p:spPr>
          <a:xfrm>
            <a:off x="1224600" y="160210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6" name="Google Shape;346;p31"/>
          <p:cNvSpPr txBox="1"/>
          <p:nvPr>
            <p:ph idx="3" type="title"/>
          </p:nvPr>
        </p:nvSpPr>
        <p:spPr>
          <a:xfrm>
            <a:off x="1224600" y="24317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7" name="Google Shape;347;p31"/>
          <p:cNvSpPr txBox="1"/>
          <p:nvPr>
            <p:ph idx="4" type="title"/>
          </p:nvPr>
        </p:nvSpPr>
        <p:spPr>
          <a:xfrm>
            <a:off x="1224600" y="3286637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8" name="Google Shape;348;p31"/>
          <p:cNvSpPr txBox="1"/>
          <p:nvPr>
            <p:ph idx="5" type="title"/>
          </p:nvPr>
        </p:nvSpPr>
        <p:spPr>
          <a:xfrm>
            <a:off x="1224600" y="41081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350;p32"/>
          <p:cNvGrpSpPr/>
          <p:nvPr/>
        </p:nvGrpSpPr>
        <p:grpSpPr>
          <a:xfrm>
            <a:off x="-1" y="-2"/>
            <a:ext cx="9151203" cy="649227"/>
            <a:chOff x="-1" y="-2"/>
            <a:chExt cx="9151203" cy="649227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0" y="532525"/>
              <a:ext cx="9151202" cy="116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/>
            <p:nvPr/>
          </p:nvSpPr>
          <p:spPr>
            <a:xfrm>
              <a:off x="-1" y="-2"/>
              <a:ext cx="9147600" cy="540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3" name="Google Shape;353;p32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354" name="Google Shape;35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7" name="Google Shape;357;p32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9" name="Google Shape;359;p33"/>
          <p:cNvGrpSpPr/>
          <p:nvPr/>
        </p:nvGrpSpPr>
        <p:grpSpPr>
          <a:xfrm>
            <a:off x="-1" y="-2"/>
            <a:ext cx="9151203" cy="649236"/>
            <a:chOff x="-1" y="-2"/>
            <a:chExt cx="9151203" cy="649236"/>
          </a:xfrm>
        </p:grpSpPr>
        <p:pic>
          <p:nvPicPr>
            <p:cNvPr id="360" name="Google Shape;360;p33"/>
            <p:cNvPicPr preferRelativeResize="0"/>
            <p:nvPr/>
          </p:nvPicPr>
          <p:blipFill rotWithShape="1">
            <a:blip r:embed="rId2">
              <a:alphaModFix/>
            </a:blip>
            <a:srcRect b="1672" l="0" r="0" t="1662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1" name="Google Shape;361;p33"/>
            <p:cNvSpPr/>
            <p:nvPr/>
          </p:nvSpPr>
          <p:spPr>
            <a:xfrm>
              <a:off x="-1" y="-2"/>
              <a:ext cx="9144300" cy="540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2" name="Google Shape;362;p3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63" name="Google Shape;36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33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3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66" name="Google Shape;366;p33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71" name="Google Shape;37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34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3" name="Google Shape;373;p34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74" name="Google Shape;374;p34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3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79" name="Google Shape;37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5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1" name="Google Shape;381;p35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82" name="Google Shape;382;p35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5" name="Google Shape;385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36"/>
          <p:cNvSpPr txBox="1"/>
          <p:nvPr>
            <p:ph idx="1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9" name="Google Shape;389;p3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390" name="Google Shape;390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393" name="Google Shape;393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95" name="Google Shape;395;p36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6" name="Google Shape;396;p36"/>
          <p:cNvSpPr txBox="1"/>
          <p:nvPr>
            <p:ph idx="3" type="body"/>
          </p:nvPr>
        </p:nvSpPr>
        <p:spPr>
          <a:xfrm>
            <a:off x="324000" y="4748400"/>
            <a:ext cx="4187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7" name="Google Shape;397;p36"/>
          <p:cNvSpPr txBox="1"/>
          <p:nvPr>
            <p:ph idx="4" type="body"/>
          </p:nvPr>
        </p:nvSpPr>
        <p:spPr>
          <a:xfrm>
            <a:off x="4591200" y="4748400"/>
            <a:ext cx="3926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0" name="Google Shape;400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7"/>
          <p:cNvSpPr txBox="1"/>
          <p:nvPr>
            <p:ph idx="1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3" name="Google Shape;403;p3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404" name="Google Shape;404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5" name="Google Shape;405;p3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6" name="Google Shape;406;p3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407" name="Google Shape;407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409" name="Google Shape;409;p37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0" name="Google Shape;410;p37"/>
          <p:cNvSpPr txBox="1"/>
          <p:nvPr>
            <p:ph idx="2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11" name="Google Shape;411;p37"/>
          <p:cNvSpPr txBox="1"/>
          <p:nvPr>
            <p:ph idx="3" type="body"/>
          </p:nvPr>
        </p:nvSpPr>
        <p:spPr>
          <a:xfrm>
            <a:off x="324000" y="4748400"/>
            <a:ext cx="4187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12" name="Google Shape;412;p37"/>
          <p:cNvSpPr txBox="1"/>
          <p:nvPr>
            <p:ph idx="4" type="body"/>
          </p:nvPr>
        </p:nvSpPr>
        <p:spPr>
          <a:xfrm>
            <a:off x="4591200" y="4748400"/>
            <a:ext cx="3926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5" name="Google Shape;415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8"/>
          <p:cNvSpPr txBox="1"/>
          <p:nvPr>
            <p:ph idx="1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18" name="Google Shape;418;p3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419" name="Google Shape;419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0" name="Google Shape;420;p3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1" name="Google Shape;421;p3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422" name="Google Shape;422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3" name="Google Shape;423;p3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424" name="Google Shape;424;p38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8"/>
          <p:cNvSpPr txBox="1"/>
          <p:nvPr>
            <p:ph idx="2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8"/>
          <p:cNvSpPr txBox="1"/>
          <p:nvPr>
            <p:ph idx="3" type="body"/>
          </p:nvPr>
        </p:nvSpPr>
        <p:spPr>
          <a:xfrm>
            <a:off x="324000" y="4748400"/>
            <a:ext cx="4187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27" name="Google Shape;427;p38"/>
          <p:cNvSpPr txBox="1"/>
          <p:nvPr>
            <p:ph idx="4" type="body"/>
          </p:nvPr>
        </p:nvSpPr>
        <p:spPr>
          <a:xfrm>
            <a:off x="4591200" y="4748400"/>
            <a:ext cx="3926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0" name="Google Shape;43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39"/>
          <p:cNvSpPr txBox="1"/>
          <p:nvPr>
            <p:ph idx="1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33" name="Google Shape;433;p3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434" name="Google Shape;434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5" name="Google Shape;435;p3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6" name="Google Shape;436;p3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437" name="Google Shape;437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8" name="Google Shape;438;p3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439" name="Google Shape;439;p39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9"/>
          <p:cNvSpPr txBox="1"/>
          <p:nvPr>
            <p:ph idx="2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9"/>
          <p:cNvSpPr txBox="1"/>
          <p:nvPr>
            <p:ph idx="3" type="body"/>
          </p:nvPr>
        </p:nvSpPr>
        <p:spPr>
          <a:xfrm>
            <a:off x="324000" y="4748400"/>
            <a:ext cx="4187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2" name="Google Shape;442;p39"/>
          <p:cNvSpPr txBox="1"/>
          <p:nvPr>
            <p:ph idx="4" type="body"/>
          </p:nvPr>
        </p:nvSpPr>
        <p:spPr>
          <a:xfrm>
            <a:off x="4591200" y="4748400"/>
            <a:ext cx="3926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/why - purple">
  <p:cSld name="TITLE_AND_TWO_COLUMNS_1_1_9_1_3_1">
    <p:bg>
      <p:bgPr>
        <a:solidFill>
          <a:srgbClr val="F3EEFB"/>
        </a:soli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Google Shape;444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40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9" name="Google Shape;449;p40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0" name="Google Shape;450;p40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51" name="Google Shape;451;p40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52" name="Google Shape;452;p4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53" name="Google Shape;453;p40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4" name="Google Shape;454;p40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55" name="Google Shape;455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7" name="Google Shape;457;p40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8" name="Google Shape;458;p40"/>
          <p:cNvSpPr txBox="1"/>
          <p:nvPr>
            <p:ph idx="3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/why - jade">
  <p:cSld name="TITLE_AND_TWO_COLUMNS_1_1_9_1_3_1_1_1">
    <p:bg>
      <p:bgPr>
        <a:solidFill>
          <a:srgbClr val="E6F2F2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" name="Google Shape;460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62" name="Google Shape;46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64" name="Google Shape;464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41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7" name="Google Shape;467;p41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8" name="Google Shape;468;p41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9" name="Google Shape;469;p41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70" name="Google Shape;470;p4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71" name="Google Shape;471;p41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2" name="Google Shape;472;p41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3" name="Google Shape;473;p41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4" name="Google Shape;474;p41"/>
          <p:cNvSpPr txBox="1"/>
          <p:nvPr>
            <p:ph idx="3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/why - blue">
  <p:cSld name="TITLE_AND_TWO_COLUMNS_1_1_9_1_3_2">
    <p:bg>
      <p:bgPr>
        <a:solidFill>
          <a:srgbClr val="EBEDFE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8" name="Google Shape;478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80" name="Google Shape;480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42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3" name="Google Shape;483;p42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4" name="Google Shape;484;p42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42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4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87" name="Google Shape;487;p42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8" name="Google Shape;488;p42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9" name="Google Shape;489;p42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0" name="Google Shape;490;p42"/>
          <p:cNvSpPr txBox="1"/>
          <p:nvPr>
            <p:ph idx="3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/why - pink">
  <p:cSld name="TITLE_AND_TWO_COLUMNS_1_1_9_1_3_1_1_1_1">
    <p:bg>
      <p:bgPr>
        <a:solidFill>
          <a:srgbClr val="FAEAF6"/>
        </a:solidFill>
      </p:bgPr>
    </p:bg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2" name="Google Shape;492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94" name="Google Shape;49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96" name="Google Shape;496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43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9" name="Google Shape;499;p43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0" name="Google Shape;500;p43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1" name="Google Shape;501;p43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2" name="Google Shape;502;p4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503" name="Google Shape;503;p43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43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43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43"/>
          <p:cNvSpPr txBox="1"/>
          <p:nvPr>
            <p:ph idx="3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8" name="Google Shape;508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44"/>
          <p:cNvSpPr txBox="1"/>
          <p:nvPr>
            <p:ph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11" name="Google Shape;51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3" name="Google Shape;513;p4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4" name="Google Shape;514;p44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5" name="Google Shape;515;p44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6" name="Google Shape;516;p4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517" name="Google Shape;51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520" name="Google Shape;52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23" name="Google Shape;52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525" name="Google Shape;525;p44"/>
          <p:cNvSpPr txBox="1"/>
          <p:nvPr>
            <p:ph idx="4"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6" name="Google Shape;526;p44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" name="Google Shape;528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0" name="Google Shape;530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2" name="Google Shape;532;p4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5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5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5" name="Google Shape;535;p4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536" name="Google Shape;53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4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539" name="Google Shape;53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4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42" name="Google Shape;54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544" name="Google Shape;544;p45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5" name="Google Shape;545;p45"/>
          <p:cNvSpPr txBox="1"/>
          <p:nvPr>
            <p:ph idx="4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6" name="Google Shape;546;p45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8" name="Google Shape;548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0" name="Google Shape;550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2" name="Google Shape;552;p4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53" name="Google Shape;553;p46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54" name="Google Shape;554;p46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55" name="Google Shape;555;p4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556" name="Google Shape;556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559" name="Google Shape;559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62" name="Google Shape;562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564" name="Google Shape;564;p46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5" name="Google Shape;565;p46"/>
          <p:cNvSpPr txBox="1"/>
          <p:nvPr>
            <p:ph idx="4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6" name="Google Shape;566;p46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0" name="Google Shape;57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2" name="Google Shape;572;p4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3" name="Google Shape;573;p47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4" name="Google Shape;574;p47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75" name="Google Shape;575;p4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576" name="Google Shape;576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7" name="Google Shape;577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8" name="Google Shape;578;p4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579" name="Google Shape;579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0" name="Google Shape;580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1" name="Google Shape;581;p4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82" name="Google Shape;582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3" name="Google Shape;583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584" name="Google Shape;584;p47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5" name="Google Shape;585;p47"/>
          <p:cNvSpPr txBox="1"/>
          <p:nvPr>
            <p:ph idx="4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6" name="Google Shape;586;p47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8" name="Google Shape;588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0" name="Google Shape;590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93" name="Google Shape;593;p48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94" name="Google Shape;594;p48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95" name="Google Shape;595;p48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96" name="Google Shape;596;p4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97" name="Google Shape;597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600" name="Google Shape;600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603" name="Google Shape;603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5" name="Google Shape;605;p4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606" name="Google Shape;606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7" name="Google Shape;607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608" name="Google Shape;608;p48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8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0" name="Google Shape;610;p48"/>
          <p:cNvSpPr txBox="1"/>
          <p:nvPr>
            <p:ph idx="6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2" name="Google Shape;612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4" name="Google Shape;614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6" name="Google Shape;616;p4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17" name="Google Shape;617;p49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18" name="Google Shape;618;p49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19" name="Google Shape;619;p49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620" name="Google Shape;620;p4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621" name="Google Shape;621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2" name="Google Shape;622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3" name="Google Shape;623;p4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624" name="Google Shape;624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5" name="Google Shape;625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6" name="Google Shape;626;p4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627" name="Google Shape;627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8" name="Google Shape;628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9" name="Google Shape;629;p4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630" name="Google Shape;630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1" name="Google Shape;631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632" name="Google Shape;632;p49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3" name="Google Shape;633;p49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4" name="Google Shape;634;p49"/>
          <p:cNvSpPr txBox="1"/>
          <p:nvPr>
            <p:ph idx="6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5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39" name="Google Shape;63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5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42" name="Google Shape;642;p50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43" name="Google Shape;643;p50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44" name="Google Shape;644;p50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645" name="Google Shape;645;p5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646" name="Google Shape;646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7" name="Google Shape;647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48" name="Google Shape;648;p5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649" name="Google Shape;649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0" name="Google Shape;650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51" name="Google Shape;651;p5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652" name="Google Shape;652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3" name="Google Shape;653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54" name="Google Shape;654;p5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655" name="Google Shape;655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6" name="Google Shape;656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657" name="Google Shape;657;p50"/>
          <p:cNvSpPr txBox="1"/>
          <p:nvPr>
            <p:ph idx="5"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8" name="Google Shape;658;p50"/>
          <p:cNvSpPr txBox="1"/>
          <p:nvPr>
            <p:ph idx="6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0" name="Google Shape;660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5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63" name="Google Shape;663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67" name="Google Shape;667;p51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68" name="Google Shape;668;p51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669" name="Google Shape;669;p5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670" name="Google Shape;670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1" name="Google Shape;671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72" name="Google Shape;672;p5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673" name="Google Shape;673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4" name="Google Shape;674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75" name="Google Shape;675;p5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676" name="Google Shape;676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7" name="Google Shape;677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78" name="Google Shape;678;p5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679" name="Google Shape;679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0" name="Google Shape;680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681" name="Google Shape;681;p51"/>
          <p:cNvSpPr txBox="1"/>
          <p:nvPr>
            <p:ph idx="5"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2" name="Google Shape;682;p51"/>
          <p:cNvSpPr txBox="1"/>
          <p:nvPr>
            <p:ph idx="6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4" name="Google Shape;684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6" name="Google Shape;686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8" name="Google Shape;688;p52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89" name="Google Shape;689;p52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90" name="Google Shape;690;p52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91" name="Google Shape;691;p5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92" name="Google Shape;692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3" name="Google Shape;693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94" name="Google Shape;694;p5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95" name="Google Shape;695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6" name="Google Shape;696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97" name="Google Shape;697;p5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98" name="Google Shape;698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9" name="Google Shape;699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700" name="Google Shape;700;p52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1" name="Google Shape;701;p52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2" name="Google Shape;702;p52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4" name="Google Shape;704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6" name="Google Shape;706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8" name="Google Shape;708;p53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709" name="Google Shape;709;p53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710" name="Google Shape;710;p53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711" name="Google Shape;711;p5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712" name="Google Shape;712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3" name="Google Shape;713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14" name="Google Shape;714;p5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715" name="Google Shape;715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6" name="Google Shape;716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17" name="Google Shape;717;p5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718" name="Google Shape;718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9" name="Google Shape;719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720" name="Google Shape;720;p53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1" name="Google Shape;721;p53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2" name="Google Shape;722;p53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4" name="Google Shape;724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6" name="Google Shape;726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8" name="Google Shape;728;p54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729" name="Google Shape;729;p54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730" name="Google Shape;730;p54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731" name="Google Shape;731;p5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732" name="Google Shape;732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3" name="Google Shape;733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34" name="Google Shape;734;p5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735" name="Google Shape;735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6" name="Google Shape;736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37" name="Google Shape;737;p5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738" name="Google Shape;738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9" name="Google Shape;739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740" name="Google Shape;740;p54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1" name="Google Shape;741;p54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2" name="Google Shape;742;p54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4" name="Google Shape;744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6" name="Google Shape;746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8" name="Google Shape;748;p55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749" name="Google Shape;749;p55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750" name="Google Shape;750;p55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751" name="Google Shape;751;p5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752" name="Google Shape;752;p5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3" name="Google Shape;753;p5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54" name="Google Shape;754;p5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755" name="Google Shape;755;p5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6" name="Google Shape;756;p5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57" name="Google Shape;757;p5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758" name="Google Shape;758;p5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9" name="Google Shape;759;p5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760" name="Google Shape;760;p55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1" name="Google Shape;761;p55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2" name="Google Shape;762;p55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_3">
    <p:bg>
      <p:bgPr>
        <a:solidFill>
          <a:srgbClr val="F3EEFB"/>
        </a:solidFill>
      </p:bgPr>
    </p:bg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4" name="Google Shape;764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6" name="Google Shape;766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8" name="Google Shape;768;p56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9" name="Google Shape;769;p56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70" name="Google Shape;770;p56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2" name="Google Shape;772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5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4" name="Google Shape;774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75" name="Google Shape;775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6" name="Google Shape;776;p57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7" name="Google Shape;777;p57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78" name="Google Shape;778;p57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0" name="Google Shape;780;p5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81" name="Google Shape;781;p5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82" name="Google Shape;782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5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4" name="Google Shape;784;p58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5" name="Google Shape;785;p58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6" name="Google Shape;786;p58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8" name="Google Shape;788;p5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5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59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91" name="Google Shape;791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92" name="Google Shape;792;p5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3" name="Google Shape;793;p59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4" name="Google Shape;794;p59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6" name="Google Shape;796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97" name="Google Shape;797;p6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8" name="Google Shape;798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99" name="Google Shape;799;p6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0" name="Google Shape;800;p6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p60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2" name="Google Shape;802;p60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03" name="Google Shape;803;p60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5" name="Google Shape;805;p6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6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6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08" name="Google Shape;808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09" name="Google Shape;809;p6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0" name="Google Shape;810;p61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1" name="Google Shape;811;p61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12" name="Google Shape;812;p61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4" name="Google Shape;814;p6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6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6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7" name="Google Shape;817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6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9" name="Google Shape;819;p62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20" name="Google Shape;820;p62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21" name="Google Shape;821;p62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3" name="Google Shape;823;p6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24" name="Google Shape;824;p6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6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26" name="Google Shape;826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6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8" name="Google Shape;828;p63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29" name="Google Shape;829;p63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30" name="Google Shape;830;p63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_2">
    <p:bg>
      <p:bgPr>
        <a:solidFill>
          <a:srgbClr val="F3EEFB"/>
        </a:solidFill>
      </p:bgPr>
    </p:bg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2" name="Google Shape;832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6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4" name="Google Shape;834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6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6" name="Google Shape;836;p6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7" name="Google Shape;837;p64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8" name="Google Shape;838;p64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39" name="Google Shape;839;p64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1" name="Google Shape;841;p6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42" name="Google Shape;842;p6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6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4" name="Google Shape;844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45" name="Google Shape;845;p6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6" name="Google Shape;846;p65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47" name="Google Shape;847;p65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48" name="Google Shape;848;p65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0" name="Google Shape;850;p6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1" name="Google Shape;851;p6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6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53" name="Google Shape;853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54" name="Google Shape;854;p6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5" name="Google Shape;855;p66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6" name="Google Shape;856;p66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7" name="Google Shape;857;p66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9" name="Google Shape;859;p6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0" name="Google Shape;860;p6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6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62" name="Google Shape;862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63" name="Google Shape;863;p6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4" name="Google Shape;864;p67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5" name="Google Shape;865;p67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6" name="Google Shape;866;p67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8" name="Google Shape;868;p68"/>
          <p:cNvGrpSpPr/>
          <p:nvPr/>
        </p:nvGrpSpPr>
        <p:grpSpPr>
          <a:xfrm>
            <a:off x="0" y="0"/>
            <a:ext cx="9151202" cy="652534"/>
            <a:chOff x="0" y="0"/>
            <a:chExt cx="9151202" cy="652534"/>
          </a:xfrm>
        </p:grpSpPr>
        <p:sp>
          <p:nvSpPr>
            <p:cNvPr id="869" name="Google Shape;869;p68"/>
            <p:cNvSpPr/>
            <p:nvPr/>
          </p:nvSpPr>
          <p:spPr>
            <a:xfrm>
              <a:off x="0" y="0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70" name="Google Shape;870;p68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58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71" name="Google Shape;871;p6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2" name="Google Shape;872;p68"/>
          <p:cNvSpPr txBox="1"/>
          <p:nvPr>
            <p:ph type="title"/>
          </p:nvPr>
        </p:nvSpPr>
        <p:spPr>
          <a:xfrm>
            <a:off x="1684800" y="11912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0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3" name="Google Shape;873;p68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4" name="Google Shape;874;p68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6" name="Google Shape;876;p69"/>
          <p:cNvGrpSpPr/>
          <p:nvPr/>
        </p:nvGrpSpPr>
        <p:grpSpPr>
          <a:xfrm>
            <a:off x="0" y="0"/>
            <a:ext cx="9151202" cy="886259"/>
            <a:chOff x="0" y="0"/>
            <a:chExt cx="9151202" cy="886259"/>
          </a:xfrm>
        </p:grpSpPr>
        <p:sp>
          <p:nvSpPr>
            <p:cNvPr id="877" name="Google Shape;877;p69"/>
            <p:cNvSpPr/>
            <p:nvPr/>
          </p:nvSpPr>
          <p:spPr>
            <a:xfrm>
              <a:off x="0" y="0"/>
              <a:ext cx="9144300" cy="77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78" name="Google Shape;878;p69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7695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79" name="Google Shape;879;p6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0" name="Google Shape;880;p6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1" name="Google Shape;881;p69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2" name="Google Shape;882;p69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70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5" name="Google Shape;885;p70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70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7" name="Google Shape;887;p70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8" name="Google Shape;888;p70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9" name="Google Shape;889;p70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Audio clip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0" name="Google Shape;890;p70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clip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1" name="Google Shape;891;p70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2" name="Google Shape;892;p70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4" name="Google Shape;894;p7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95" name="Google Shape;895;p71"/>
          <p:cNvSpPr txBox="1"/>
          <p:nvPr>
            <p:ph idx="1" type="subTitle"/>
          </p:nvPr>
        </p:nvSpPr>
        <p:spPr>
          <a:xfrm>
            <a:off x="661775" y="1266500"/>
            <a:ext cx="7351200" cy="262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72"/>
          <p:cNvSpPr txBox="1"/>
          <p:nvPr>
            <p:ph type="title"/>
          </p:nvPr>
        </p:nvSpPr>
        <p:spPr>
          <a:xfrm>
            <a:off x="459000" y="2262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8" name="Google Shape;898;p72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1">
  <p:cSld name="CUSTOM_3_1_2"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7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1" name="Google Shape;901;p7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02" name="Google Shape;902;p7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7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04" name="Google Shape;904;p7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05" name="Google Shape;905;p7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 1">
  <p:cSld name="TITLE_AND_TWO_COLUMNS_1_1_6_2_2_1"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7" name="Google Shape;907;p7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08" name="Google Shape;908;p7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7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10" name="Google Shape;910;p7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1" name="Google Shape;911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12" name="Google Shape;912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73" Type="http://schemas.openxmlformats.org/officeDocument/2006/relationships/slideLayout" Target="../slideLayouts/slideLayout72.xml"/><Relationship Id="rId72" Type="http://schemas.openxmlformats.org/officeDocument/2006/relationships/slideLayout" Target="../slideLayouts/slideLayout71.xml"/><Relationship Id="rId31" Type="http://schemas.openxmlformats.org/officeDocument/2006/relationships/slideLayout" Target="../slideLayouts/slideLayout30.xml"/><Relationship Id="rId75" Type="http://schemas.openxmlformats.org/officeDocument/2006/relationships/theme" Target="../theme/theme2.xml"/><Relationship Id="rId30" Type="http://schemas.openxmlformats.org/officeDocument/2006/relationships/slideLayout" Target="../slideLayouts/slideLayout29.xml"/><Relationship Id="rId74" Type="http://schemas.openxmlformats.org/officeDocument/2006/relationships/slideLayout" Target="../slideLayouts/slideLayout73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71" Type="http://schemas.openxmlformats.org/officeDocument/2006/relationships/slideLayout" Target="../slideLayouts/slideLayout70.xml"/><Relationship Id="rId70" Type="http://schemas.openxmlformats.org/officeDocument/2006/relationships/slideLayout" Target="../slideLayouts/slideLayout69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slideLayout" Target="../slideLayouts/slideLayout63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66" Type="http://schemas.openxmlformats.org/officeDocument/2006/relationships/slideLayout" Target="../slideLayouts/slideLayout65.xml"/><Relationship Id="rId21" Type="http://schemas.openxmlformats.org/officeDocument/2006/relationships/slideLayout" Target="../slideLayouts/slideLayout20.xml"/><Relationship Id="rId65" Type="http://schemas.openxmlformats.org/officeDocument/2006/relationships/slideLayout" Target="../slideLayouts/slideLayout64.xml"/><Relationship Id="rId24" Type="http://schemas.openxmlformats.org/officeDocument/2006/relationships/slideLayout" Target="../slideLayouts/slideLayout23.xml"/><Relationship Id="rId68" Type="http://schemas.openxmlformats.org/officeDocument/2006/relationships/slideLayout" Target="../slideLayouts/slideLayout67.xml"/><Relationship Id="rId23" Type="http://schemas.openxmlformats.org/officeDocument/2006/relationships/slideLayout" Target="../slideLayouts/slideLayout22.xml"/><Relationship Id="rId67" Type="http://schemas.openxmlformats.org/officeDocument/2006/relationships/slideLayout" Target="../slideLayouts/slideLayout66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69" Type="http://schemas.openxmlformats.org/officeDocument/2006/relationships/slideLayout" Target="../slideLayouts/slideLayout68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24000" y="167475"/>
            <a:ext cx="6981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24000" y="8100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  <p:sldLayoutId id="2147483710" r:id="rId64"/>
    <p:sldLayoutId id="2147483711" r:id="rId65"/>
    <p:sldLayoutId id="2147483712" r:id="rId66"/>
    <p:sldLayoutId id="2147483713" r:id="rId67"/>
    <p:sldLayoutId id="2147483714" r:id="rId68"/>
    <p:sldLayoutId id="2147483715" r:id="rId69"/>
    <p:sldLayoutId id="2147483716" r:id="rId70"/>
    <p:sldLayoutId id="2147483717" r:id="rId71"/>
    <p:sldLayoutId id="2147483718" r:id="rId72"/>
    <p:sldLayoutId id="2147483719" r:id="rId73"/>
    <p:sldLayoutId id="2147483720" r:id="rId7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2991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  <p15:guide id="23" pos="420">
          <p15:clr>
            <a:srgbClr val="6D9EEB"/>
          </p15:clr>
        </p15:guide>
        <p15:guide id="24" pos="363">
          <p15:clr>
            <a:srgbClr val="FF9900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3.png"/><Relationship Id="rId4" Type="http://schemas.openxmlformats.org/officeDocument/2006/relationships/image" Target="../media/image7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1.png"/><Relationship Id="rId4" Type="http://schemas.openxmlformats.org/officeDocument/2006/relationships/image" Target="../media/image75.png"/><Relationship Id="rId5" Type="http://schemas.openxmlformats.org/officeDocument/2006/relationships/image" Target="../media/image74.png"/><Relationship Id="rId6" Type="http://schemas.openxmlformats.org/officeDocument/2006/relationships/image" Target="../media/image7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4.png"/><Relationship Id="rId4" Type="http://schemas.openxmlformats.org/officeDocument/2006/relationships/image" Target="../media/image8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2.png"/><Relationship Id="rId4" Type="http://schemas.openxmlformats.org/officeDocument/2006/relationships/image" Target="../media/image7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1.png"/><Relationship Id="rId4" Type="http://schemas.openxmlformats.org/officeDocument/2006/relationships/image" Target="../media/image75.png"/><Relationship Id="rId5" Type="http://schemas.openxmlformats.org/officeDocument/2006/relationships/image" Target="../media/image7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3.png"/><Relationship Id="rId4" Type="http://schemas.openxmlformats.org/officeDocument/2006/relationships/image" Target="../media/image82.png"/><Relationship Id="rId5" Type="http://schemas.openxmlformats.org/officeDocument/2006/relationships/image" Target="../media/image8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1.png"/><Relationship Id="rId4" Type="http://schemas.openxmlformats.org/officeDocument/2006/relationships/image" Target="../media/image83.png"/><Relationship Id="rId5" Type="http://schemas.openxmlformats.org/officeDocument/2006/relationships/image" Target="../media/image86.png"/><Relationship Id="rId6" Type="http://schemas.openxmlformats.org/officeDocument/2006/relationships/image" Target="../media/image8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7.png"/><Relationship Id="rId4" Type="http://schemas.openxmlformats.org/officeDocument/2006/relationships/image" Target="../media/image88.png"/><Relationship Id="rId5" Type="http://schemas.openxmlformats.org/officeDocument/2006/relationships/image" Target="../media/image8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0.png"/><Relationship Id="rId4" Type="http://schemas.openxmlformats.org/officeDocument/2006/relationships/image" Target="../media/image9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1.png"/><Relationship Id="rId4" Type="http://schemas.openxmlformats.org/officeDocument/2006/relationships/image" Target="../media/image90.png"/><Relationship Id="rId5" Type="http://schemas.openxmlformats.org/officeDocument/2006/relationships/image" Target="../media/image9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1.png"/><Relationship Id="rId4" Type="http://schemas.openxmlformats.org/officeDocument/2006/relationships/image" Target="../media/image90.png"/><Relationship Id="rId5" Type="http://schemas.openxmlformats.org/officeDocument/2006/relationships/image" Target="../media/image92.png"/><Relationship Id="rId6" Type="http://schemas.openxmlformats.org/officeDocument/2006/relationships/image" Target="../media/image9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1.png"/><Relationship Id="rId4" Type="http://schemas.openxmlformats.org/officeDocument/2006/relationships/image" Target="../media/image75.png"/><Relationship Id="rId5" Type="http://schemas.openxmlformats.org/officeDocument/2006/relationships/image" Target="../media/image7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3.png"/><Relationship Id="rId4" Type="http://schemas.openxmlformats.org/officeDocument/2006/relationships/image" Target="../media/image9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5.png"/><Relationship Id="rId4" Type="http://schemas.openxmlformats.org/officeDocument/2006/relationships/image" Target="../media/image9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9.png"/><Relationship Id="rId4" Type="http://schemas.openxmlformats.org/officeDocument/2006/relationships/image" Target="../media/image9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1.png"/><Relationship Id="rId4" Type="http://schemas.openxmlformats.org/officeDocument/2006/relationships/image" Target="../media/image75.png"/><Relationship Id="rId5" Type="http://schemas.openxmlformats.org/officeDocument/2006/relationships/image" Target="../media/image7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93.png"/><Relationship Id="rId4" Type="http://schemas.openxmlformats.org/officeDocument/2006/relationships/image" Target="../media/image10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98.png"/><Relationship Id="rId4" Type="http://schemas.openxmlformats.org/officeDocument/2006/relationships/image" Target="../media/image10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06.png"/><Relationship Id="rId4" Type="http://schemas.openxmlformats.org/officeDocument/2006/relationships/image" Target="../media/image10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00.png"/><Relationship Id="rId4" Type="http://schemas.openxmlformats.org/officeDocument/2006/relationships/image" Target="../media/image10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72.png"/><Relationship Id="rId4" Type="http://schemas.openxmlformats.org/officeDocument/2006/relationships/image" Target="../media/image104.png"/><Relationship Id="rId5" Type="http://schemas.openxmlformats.org/officeDocument/2006/relationships/image" Target="../media/image103.png"/><Relationship Id="rId6" Type="http://schemas.openxmlformats.org/officeDocument/2006/relationships/image" Target="../media/image10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0.xml"/><Relationship Id="rId2" Type="http://schemas.openxmlformats.org/officeDocument/2006/relationships/notesSlide" Target="../notesSlides/notesSlide46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0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7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fx-83/85GT CW for number</a:t>
            </a:r>
            <a:endParaRPr/>
          </a:p>
        </p:txBody>
      </p:sp>
      <p:sp>
        <p:nvSpPr>
          <p:cNvPr id="918" name="Google Shape;918;p7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Calculator functionality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76"/>
          <p:cNvSpPr txBox="1"/>
          <p:nvPr/>
        </p:nvSpPr>
        <p:spPr>
          <a:xfrm>
            <a:off x="4824000" y="1184625"/>
            <a:ext cx="399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77"/>
          <p:cNvSpPr txBox="1"/>
          <p:nvPr>
            <p:ph idx="1" type="subTitle"/>
          </p:nvPr>
        </p:nvSpPr>
        <p:spPr>
          <a:xfrm>
            <a:off x="666000" y="1620000"/>
            <a:ext cx="7351200" cy="250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use the fx-83/85GT CW to perform calculations with numbers.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78"/>
          <p:cNvSpPr txBox="1"/>
          <p:nvPr>
            <p:ph idx="1" type="subTitle"/>
          </p:nvPr>
        </p:nvSpPr>
        <p:spPr>
          <a:xfrm>
            <a:off x="324000" y="810000"/>
            <a:ext cx="84960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2000">
                <a:solidFill>
                  <a:schemeClr val="dk1"/>
                </a:solidFill>
              </a:rPr>
              <a:t>A factor is a term which exactly divides another term.</a:t>
            </a:r>
            <a:endParaRPr b="0" sz="2000">
              <a:solidFill>
                <a:schemeClr val="dk1"/>
              </a:solidFill>
            </a:endParaRPr>
          </a:p>
        </p:txBody>
      </p:sp>
      <p:sp>
        <p:nvSpPr>
          <p:cNvPr id="934" name="Google Shape;934;p78"/>
          <p:cNvSpPr txBox="1"/>
          <p:nvPr>
            <p:ph idx="1" type="subTitle"/>
          </p:nvPr>
        </p:nvSpPr>
        <p:spPr>
          <a:xfrm>
            <a:off x="324000" y="1325550"/>
            <a:ext cx="8496000" cy="66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2000">
                <a:solidFill>
                  <a:schemeClr val="dk1"/>
                </a:solidFill>
              </a:rPr>
              <a:t>Prime factors are the factors of a number that are, themselves, prime.</a:t>
            </a:r>
            <a:endParaRPr b="0" sz="2000">
              <a:solidFill>
                <a:schemeClr val="dk1"/>
              </a:solidFill>
            </a:endParaRPr>
          </a:p>
        </p:txBody>
      </p:sp>
      <p:sp>
        <p:nvSpPr>
          <p:cNvPr id="935" name="Google Shape;935;p78"/>
          <p:cNvSpPr txBox="1"/>
          <p:nvPr>
            <p:ph idx="1" type="subTitle"/>
          </p:nvPr>
        </p:nvSpPr>
        <p:spPr>
          <a:xfrm>
            <a:off x="324000" y="2195100"/>
            <a:ext cx="8496000" cy="66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2000">
                <a:solidFill>
                  <a:schemeClr val="dk1"/>
                </a:solidFill>
              </a:rPr>
              <a:t>The lowest common multiple is the lowest number that is a multiple of two or more numbers.</a:t>
            </a:r>
            <a:endParaRPr b="0" sz="2000">
              <a:solidFill>
                <a:schemeClr val="dk1"/>
              </a:solidFill>
            </a:endParaRPr>
          </a:p>
        </p:txBody>
      </p:sp>
      <p:sp>
        <p:nvSpPr>
          <p:cNvPr id="936" name="Google Shape;936;p78"/>
          <p:cNvSpPr txBox="1"/>
          <p:nvPr>
            <p:ph idx="1" type="subTitle"/>
          </p:nvPr>
        </p:nvSpPr>
        <p:spPr>
          <a:xfrm>
            <a:off x="324000" y="3064650"/>
            <a:ext cx="8496000" cy="66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2000">
                <a:solidFill>
                  <a:schemeClr val="dk1"/>
                </a:solidFill>
              </a:rPr>
              <a:t>The highest common factor of two or more integers which can be divided by all other possible common factors.</a:t>
            </a:r>
            <a:endParaRPr b="0" sz="2000">
              <a:solidFill>
                <a:schemeClr val="dk1"/>
              </a:solidFill>
            </a:endParaRPr>
          </a:p>
        </p:txBody>
      </p:sp>
      <p:sp>
        <p:nvSpPr>
          <p:cNvPr id="937" name="Google Shape;937;p78"/>
          <p:cNvSpPr txBox="1"/>
          <p:nvPr>
            <p:ph idx="1" type="subTitle"/>
          </p:nvPr>
        </p:nvSpPr>
        <p:spPr>
          <a:xfrm>
            <a:off x="324000" y="3934200"/>
            <a:ext cx="8496000" cy="66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2000">
                <a:solidFill>
                  <a:schemeClr val="dk1"/>
                </a:solidFill>
              </a:rPr>
              <a:t>A recurring decimal is one that has an infinite number of digits after the decimal point.</a:t>
            </a:r>
            <a:endParaRPr b="0"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79"/>
          <p:cNvSpPr txBox="1"/>
          <p:nvPr>
            <p:ph type="title"/>
          </p:nvPr>
        </p:nvSpPr>
        <p:spPr>
          <a:xfrm>
            <a:off x="1225225" y="2133562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sp>
        <p:nvSpPr>
          <p:cNvPr id="943" name="Google Shape;943;p79"/>
          <p:cNvSpPr txBox="1"/>
          <p:nvPr>
            <p:ph idx="2"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fx-83/85GT CW for number</a:t>
            </a:r>
            <a:endParaRPr/>
          </a:p>
        </p:txBody>
      </p:sp>
      <p:sp>
        <p:nvSpPr>
          <p:cNvPr id="944" name="Google Shape;944;p79"/>
          <p:cNvSpPr txBox="1"/>
          <p:nvPr>
            <p:ph idx="3" type="title"/>
          </p:nvPr>
        </p:nvSpPr>
        <p:spPr>
          <a:xfrm>
            <a:off x="1225225" y="3069850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LCM/HCF</a:t>
            </a:r>
            <a:endParaRPr/>
          </a:p>
        </p:txBody>
      </p:sp>
      <p:pic>
        <p:nvPicPr>
          <p:cNvPr id="945" name="Google Shape;945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542" y="2056317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80"/>
          <p:cNvSpPr txBox="1"/>
          <p:nvPr>
            <p:ph idx="1" type="body"/>
          </p:nvPr>
        </p:nvSpPr>
        <p:spPr>
          <a:xfrm>
            <a:off x="324000" y="810000"/>
            <a:ext cx="5649000" cy="357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this lesson, we will be using the Casio fx-83/85GT CW model.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We will cover how to use this calculator to carry out different calculations.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After switching the calculator on, you will see this screen.</a:t>
            </a:r>
            <a:endParaRPr/>
          </a:p>
        </p:txBody>
      </p:sp>
      <p:sp>
        <p:nvSpPr>
          <p:cNvPr id="951" name="Google Shape;951;p80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pic>
        <p:nvPicPr>
          <p:cNvPr id="952" name="Google Shape;952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8310" y="810000"/>
            <a:ext cx="2310788" cy="39384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53" name="Google Shape;953;p80"/>
          <p:cNvCxnSpPr/>
          <p:nvPr/>
        </p:nvCxnSpPr>
        <p:spPr>
          <a:xfrm flipH="1" rot="10800000">
            <a:off x="4645750" y="2043900"/>
            <a:ext cx="1576200" cy="16365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4" name="Google Shape;954;p80"/>
          <p:cNvSpPr/>
          <p:nvPr/>
        </p:nvSpPr>
        <p:spPr>
          <a:xfrm>
            <a:off x="6271875" y="1003050"/>
            <a:ext cx="1880700" cy="7467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81"/>
          <p:cNvSpPr txBox="1"/>
          <p:nvPr>
            <p:ph idx="1" type="body"/>
          </p:nvPr>
        </p:nvSpPr>
        <p:spPr>
          <a:xfrm>
            <a:off x="324000" y="810000"/>
            <a:ext cx="5649000" cy="1117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You can use the arrow keys to navigate between the options. For now, we are going to focus on ‘Calculate’.</a:t>
            </a:r>
            <a:endParaRPr/>
          </a:p>
        </p:txBody>
      </p:sp>
      <p:sp>
        <p:nvSpPr>
          <p:cNvPr id="960" name="Google Shape;960;p81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pic>
        <p:nvPicPr>
          <p:cNvPr id="961" name="Google Shape;961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8310" y="810000"/>
            <a:ext cx="2310788" cy="39384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62" name="Google Shape;962;p81"/>
          <p:cNvCxnSpPr/>
          <p:nvPr/>
        </p:nvCxnSpPr>
        <p:spPr>
          <a:xfrm>
            <a:off x="5482875" y="1191600"/>
            <a:ext cx="1659300" cy="9684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3" name="Google Shape;963;p81"/>
          <p:cNvSpPr txBox="1"/>
          <p:nvPr>
            <p:ph idx="1" type="body"/>
          </p:nvPr>
        </p:nvSpPr>
        <p:spPr>
          <a:xfrm>
            <a:off x="324000" y="2681250"/>
            <a:ext cx="56490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Press the ‘EXE’ button.</a:t>
            </a:r>
            <a:endParaRPr/>
          </a:p>
        </p:txBody>
      </p:sp>
      <p:cxnSp>
        <p:nvCxnSpPr>
          <p:cNvPr id="964" name="Google Shape;964;p81"/>
          <p:cNvCxnSpPr/>
          <p:nvPr/>
        </p:nvCxnSpPr>
        <p:spPr>
          <a:xfrm>
            <a:off x="3369600" y="2811600"/>
            <a:ext cx="4519200" cy="16683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5" name="Google Shape;965;p81"/>
          <p:cNvSpPr/>
          <p:nvPr/>
        </p:nvSpPr>
        <p:spPr>
          <a:xfrm>
            <a:off x="7888800" y="4383200"/>
            <a:ext cx="294000" cy="3078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82"/>
          <p:cNvSpPr txBox="1"/>
          <p:nvPr>
            <p:ph idx="1" type="body"/>
          </p:nvPr>
        </p:nvSpPr>
        <p:spPr>
          <a:xfrm>
            <a:off x="324000" y="810000"/>
            <a:ext cx="8237700" cy="7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Inputting a mixed number into the calculator and pressing ‘EXE’ returns the same value but as an </a:t>
            </a:r>
            <a:r>
              <a:rPr lang="en-GB"/>
              <a:t>improper</a:t>
            </a:r>
            <a:r>
              <a:rPr lang="en-GB"/>
              <a:t> fraction.</a:t>
            </a:r>
            <a:endParaRPr/>
          </a:p>
        </p:txBody>
      </p:sp>
      <p:sp>
        <p:nvSpPr>
          <p:cNvPr id="971" name="Google Shape;971;p82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pic>
        <p:nvPicPr>
          <p:cNvPr id="972" name="Google Shape;972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5350" y="1861800"/>
            <a:ext cx="3676650" cy="16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3" name="Google Shape;973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2800" y="2380913"/>
            <a:ext cx="3048000" cy="63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83"/>
          <p:cNvSpPr txBox="1"/>
          <p:nvPr>
            <p:ph type="title"/>
          </p:nvPr>
        </p:nvSpPr>
        <p:spPr>
          <a:xfrm>
            <a:off x="324000" y="809913"/>
            <a:ext cx="8179200" cy="7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does i</a:t>
            </a:r>
            <a:r>
              <a:rPr lang="en-GB"/>
              <a:t>nputting an improper fraction into the calculator and pressing ‘EXE’ return?</a:t>
            </a:r>
            <a:endParaRPr/>
          </a:p>
        </p:txBody>
      </p:sp>
      <p:sp>
        <p:nvSpPr>
          <p:cNvPr id="979" name="Google Shape;979;p83"/>
          <p:cNvSpPr txBox="1"/>
          <p:nvPr>
            <p:ph idx="1" type="subTitle"/>
          </p:nvPr>
        </p:nvSpPr>
        <p:spPr>
          <a:xfrm>
            <a:off x="1034425" y="1837775"/>
            <a:ext cx="75066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same improper fraction</a:t>
            </a:r>
            <a:endParaRPr/>
          </a:p>
        </p:txBody>
      </p:sp>
      <p:sp>
        <p:nvSpPr>
          <p:cNvPr id="980" name="Google Shape;980;p83"/>
          <p:cNvSpPr txBox="1"/>
          <p:nvPr>
            <p:ph idx="2" type="subTitle"/>
          </p:nvPr>
        </p:nvSpPr>
        <p:spPr>
          <a:xfrm>
            <a:off x="1034425" y="2794247"/>
            <a:ext cx="75066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same value but as a mixed number</a:t>
            </a:r>
            <a:endParaRPr/>
          </a:p>
        </p:txBody>
      </p:sp>
      <p:sp>
        <p:nvSpPr>
          <p:cNvPr id="981" name="Google Shape;981;p83"/>
          <p:cNvSpPr txBox="1"/>
          <p:nvPr>
            <p:ph idx="3" type="subTitle"/>
          </p:nvPr>
        </p:nvSpPr>
        <p:spPr>
          <a:xfrm>
            <a:off x="1034425" y="3766965"/>
            <a:ext cx="74646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same value but as a decimal</a:t>
            </a:r>
            <a:endParaRPr/>
          </a:p>
        </p:txBody>
      </p:sp>
      <p:sp>
        <p:nvSpPr>
          <p:cNvPr id="982" name="Google Shape;982;p83"/>
          <p:cNvSpPr txBox="1"/>
          <p:nvPr>
            <p:ph idx="4"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pic>
        <p:nvPicPr>
          <p:cNvPr id="983" name="Google Shape;983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4233" y="179757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8" name="Google Shape;988;p84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5685400" y="2359225"/>
            <a:ext cx="2044923" cy="936551"/>
          </a:xfrm>
          <a:prstGeom prst="rect">
            <a:avLst/>
          </a:prstGeom>
          <a:noFill/>
          <a:ln>
            <a:noFill/>
          </a:ln>
        </p:spPr>
      </p:pic>
      <p:sp>
        <p:nvSpPr>
          <p:cNvPr id="989" name="Google Shape;989;p84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pic>
        <p:nvPicPr>
          <p:cNvPr id="990" name="Google Shape;990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000" y="2651481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991" name="Google Shape;991;p84"/>
          <p:cNvSpPr txBox="1"/>
          <p:nvPr/>
        </p:nvSpPr>
        <p:spPr>
          <a:xfrm>
            <a:off x="666000" y="39307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92" name="Google Shape;992;p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772057" y="2811925"/>
            <a:ext cx="705943" cy="10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993" name="Google Shape;993;p84"/>
          <p:cNvSpPr txBox="1"/>
          <p:nvPr/>
        </p:nvSpPr>
        <p:spPr>
          <a:xfrm>
            <a:off x="7592800" y="39307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94" name="Google Shape;994;p84"/>
          <p:cNvPicPr preferRelativeResize="0"/>
          <p:nvPr/>
        </p:nvPicPr>
        <p:blipFill rotWithShape="1">
          <a:blip r:embed="rId3">
            <a:alphaModFix/>
          </a:blip>
          <a:srcRect b="6172" l="40550" r="0" t="13240"/>
          <a:stretch/>
        </p:blipFill>
        <p:spPr>
          <a:xfrm>
            <a:off x="1115450" y="1499450"/>
            <a:ext cx="2722749" cy="1695301"/>
          </a:xfrm>
          <a:prstGeom prst="rect">
            <a:avLst/>
          </a:prstGeom>
          <a:noFill/>
          <a:ln>
            <a:noFill/>
          </a:ln>
        </p:spPr>
      </p:pic>
      <p:sp>
        <p:nvSpPr>
          <p:cNvPr id="995" name="Google Shape;995;p84"/>
          <p:cNvSpPr txBox="1"/>
          <p:nvPr/>
        </p:nvSpPr>
        <p:spPr>
          <a:xfrm>
            <a:off x="1398000" y="1337925"/>
            <a:ext cx="2440200" cy="16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 how can I change between improper fractions and mixed numbers?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6" name="Google Shape;996;p84"/>
          <p:cNvSpPr txBox="1"/>
          <p:nvPr/>
        </p:nvSpPr>
        <p:spPr>
          <a:xfrm>
            <a:off x="5792075" y="2434525"/>
            <a:ext cx="18024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You need to use the       button.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97" name="Google Shape;997;p8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83550" y="2731675"/>
            <a:ext cx="391440" cy="37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85"/>
          <p:cNvSpPr txBox="1"/>
          <p:nvPr>
            <p:ph idx="1" type="body"/>
          </p:nvPr>
        </p:nvSpPr>
        <p:spPr>
          <a:xfrm>
            <a:off x="2887200" y="810000"/>
            <a:ext cx="5674500" cy="1117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When an improper fraction is displayed, you can change the format of the value by pressing the ‘FORMAT’ button.</a:t>
            </a:r>
            <a:endParaRPr/>
          </a:p>
        </p:txBody>
      </p:sp>
      <p:sp>
        <p:nvSpPr>
          <p:cNvPr id="1003" name="Google Shape;1003;p85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pic>
        <p:nvPicPr>
          <p:cNvPr id="1004" name="Google Shape;1004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810000"/>
            <a:ext cx="2310792" cy="39384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5" name="Google Shape;1005;p85"/>
          <p:cNvCxnSpPr>
            <a:stCxn id="1002" idx="2"/>
            <a:endCxn id="1006" idx="6"/>
          </p:cNvCxnSpPr>
          <p:nvPr/>
        </p:nvCxnSpPr>
        <p:spPr>
          <a:xfrm flipH="1">
            <a:off x="2005950" y="1927500"/>
            <a:ext cx="3718500" cy="26172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06" name="Google Shape;1006;p85"/>
          <p:cNvSpPr/>
          <p:nvPr/>
        </p:nvSpPr>
        <p:spPr>
          <a:xfrm>
            <a:off x="1712058" y="4390742"/>
            <a:ext cx="294000" cy="3078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7" name="Google Shape;1007;p85"/>
          <p:cNvSpPr txBox="1"/>
          <p:nvPr>
            <p:ph idx="1" type="body"/>
          </p:nvPr>
        </p:nvSpPr>
        <p:spPr>
          <a:xfrm>
            <a:off x="2887200" y="2577684"/>
            <a:ext cx="5674500" cy="7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value can be displayed as a decimal, improper fraction or mixed fraction.</a:t>
            </a:r>
            <a:endParaRPr/>
          </a:p>
        </p:txBody>
      </p:sp>
      <p:pic>
        <p:nvPicPr>
          <p:cNvPr id="1008" name="Google Shape;1008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2622" y="3412247"/>
            <a:ext cx="2903650" cy="133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86"/>
          <p:cNvSpPr txBox="1"/>
          <p:nvPr>
            <p:ph type="title"/>
          </p:nvPr>
        </p:nvSpPr>
        <p:spPr>
          <a:xfrm>
            <a:off x="324000" y="809913"/>
            <a:ext cx="8179200" cy="7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your </a:t>
            </a:r>
            <a:r>
              <a:rPr lang="en-GB"/>
              <a:t>calculator</a:t>
            </a:r>
            <a:r>
              <a:rPr lang="en-GB"/>
              <a:t>, select the correct equivalent decimal form for </a:t>
            </a:r>
            <a:endParaRPr/>
          </a:p>
        </p:txBody>
      </p:sp>
      <p:sp>
        <p:nvSpPr>
          <p:cNvPr id="1014" name="Google Shape;1014;p86"/>
          <p:cNvSpPr txBox="1"/>
          <p:nvPr>
            <p:ph idx="1" type="subTitle"/>
          </p:nvPr>
        </p:nvSpPr>
        <p:spPr>
          <a:xfrm>
            <a:off x="1034425" y="1837775"/>
            <a:ext cx="35376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25.94237096</a:t>
            </a:r>
            <a:endParaRPr/>
          </a:p>
        </p:txBody>
      </p:sp>
      <p:sp>
        <p:nvSpPr>
          <p:cNvPr id="1015" name="Google Shape;1015;p86"/>
          <p:cNvSpPr txBox="1"/>
          <p:nvPr>
            <p:ph idx="2" type="subTitle"/>
          </p:nvPr>
        </p:nvSpPr>
        <p:spPr>
          <a:xfrm>
            <a:off x="1034425" y="2794251"/>
            <a:ext cx="35376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25.94236269</a:t>
            </a:r>
            <a:endParaRPr/>
          </a:p>
        </p:txBody>
      </p:sp>
      <p:sp>
        <p:nvSpPr>
          <p:cNvPr id="1016" name="Google Shape;1016;p86"/>
          <p:cNvSpPr txBox="1"/>
          <p:nvPr>
            <p:ph idx="3" type="subTitle"/>
          </p:nvPr>
        </p:nvSpPr>
        <p:spPr>
          <a:xfrm>
            <a:off x="1034425" y="3766974"/>
            <a:ext cx="35178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25.94230769</a:t>
            </a:r>
            <a:endParaRPr/>
          </a:p>
        </p:txBody>
      </p:sp>
      <p:sp>
        <p:nvSpPr>
          <p:cNvPr id="1017" name="Google Shape;1017;p86"/>
          <p:cNvSpPr txBox="1"/>
          <p:nvPr>
            <p:ph idx="4"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pic>
        <p:nvPicPr>
          <p:cNvPr id="1018" name="Google Shape;1018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9508" y="37267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349 over 52&#10;&#10;&lt;math xmlns=&quot;http://www.w3.org/1998/Math/MathML&quot; display=&quot;block&quot; data-is-equatio=&quot;1&quot; data-latex=&quot;\frac{1349}{52}&quot;&gt;&lt;mfrac&gt;&lt;mn&gt;1349&lt;/mn&gt;&lt;mn&gt;52&lt;/mn&gt;&lt;/mfrac&gt;&lt;/math&gt;" id="1019" name="Google Shape;1019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3012" y="1132337"/>
            <a:ext cx="537816" cy="52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87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pic>
        <p:nvPicPr>
          <p:cNvPr id="1025" name="Google Shape;1025;p87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5596000" y="2359225"/>
            <a:ext cx="2304901" cy="936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Google Shape;1026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000" y="2651481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027" name="Google Shape;1027;p87"/>
          <p:cNvSpPr txBox="1"/>
          <p:nvPr/>
        </p:nvSpPr>
        <p:spPr>
          <a:xfrm>
            <a:off x="666000" y="39307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28" name="Google Shape;1028;p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772057" y="2811925"/>
            <a:ext cx="705943" cy="10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9" name="Google Shape;1029;p87"/>
          <p:cNvSpPr txBox="1"/>
          <p:nvPr/>
        </p:nvSpPr>
        <p:spPr>
          <a:xfrm>
            <a:off x="7592800" y="39307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30" name="Google Shape;1030;p87"/>
          <p:cNvPicPr preferRelativeResize="0"/>
          <p:nvPr/>
        </p:nvPicPr>
        <p:blipFill rotWithShape="1">
          <a:blip r:embed="rId3">
            <a:alphaModFix/>
          </a:blip>
          <a:srcRect b="6172" l="40550" r="0" t="13240"/>
          <a:stretch/>
        </p:blipFill>
        <p:spPr>
          <a:xfrm>
            <a:off x="1115450" y="1499450"/>
            <a:ext cx="2722749" cy="1695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31" name="Google Shape;1031;p87"/>
          <p:cNvSpPr txBox="1"/>
          <p:nvPr/>
        </p:nvSpPr>
        <p:spPr>
          <a:xfrm>
            <a:off x="1398000" y="1620000"/>
            <a:ext cx="2304900" cy="124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Is there more that my calculator can convert?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2" name="Google Shape;1032;p87"/>
          <p:cNvSpPr txBox="1"/>
          <p:nvPr/>
        </p:nvSpPr>
        <p:spPr>
          <a:xfrm>
            <a:off x="5685400" y="2434525"/>
            <a:ext cx="19998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Yes! You can also convert with time.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88"/>
          <p:cNvSpPr txBox="1"/>
          <p:nvPr>
            <p:ph idx="1" type="body"/>
          </p:nvPr>
        </p:nvSpPr>
        <p:spPr>
          <a:xfrm>
            <a:off x="324000" y="810000"/>
            <a:ext cx="8237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Change 2 hours and 20 mins into hours.</a:t>
            </a:r>
            <a:endParaRPr/>
          </a:p>
        </p:txBody>
      </p:sp>
      <p:sp>
        <p:nvSpPr>
          <p:cNvPr id="1038" name="Google Shape;1038;p88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pic>
        <p:nvPicPr>
          <p:cNvPr id="1039" name="Google Shape;1039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368975"/>
            <a:ext cx="3676650" cy="165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0" name="Google Shape;1040;p88"/>
          <p:cNvPicPr preferRelativeResize="0"/>
          <p:nvPr/>
        </p:nvPicPr>
        <p:blipFill rotWithShape="1">
          <a:blip r:embed="rId4">
            <a:alphaModFix/>
          </a:blip>
          <a:srcRect b="5718" l="7308" r="6410" t="5202"/>
          <a:stretch/>
        </p:blipFill>
        <p:spPr>
          <a:xfrm>
            <a:off x="7459202" y="3401350"/>
            <a:ext cx="1022175" cy="86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1" name="Google Shape;1041;p88"/>
          <p:cNvSpPr txBox="1"/>
          <p:nvPr>
            <p:ph idx="1" type="body"/>
          </p:nvPr>
        </p:nvSpPr>
        <p:spPr>
          <a:xfrm>
            <a:off x="324000" y="3415950"/>
            <a:ext cx="7135200" cy="695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Pressing the ‘SHIFT’ button, followed by the ‘+’ allows us to write in the form ‘hour, minute, second’.</a:t>
            </a:r>
            <a:endParaRPr sz="2100"/>
          </a:p>
        </p:txBody>
      </p:sp>
      <p:pic>
        <p:nvPicPr>
          <p:cNvPr id="1042" name="Google Shape;1042;p88"/>
          <p:cNvPicPr preferRelativeResize="0"/>
          <p:nvPr/>
        </p:nvPicPr>
        <p:blipFill rotWithShape="1">
          <a:blip r:embed="rId5">
            <a:alphaModFix/>
          </a:blip>
          <a:srcRect b="49591" l="0" r="20261" t="0"/>
          <a:stretch/>
        </p:blipFill>
        <p:spPr>
          <a:xfrm>
            <a:off x="4320000" y="1926650"/>
            <a:ext cx="2867325" cy="41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7" name="Google Shape;1047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0000" y="1926650"/>
            <a:ext cx="3595850" cy="81594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" name="Google Shape;1048;p89"/>
          <p:cNvSpPr txBox="1"/>
          <p:nvPr>
            <p:ph idx="1" type="body"/>
          </p:nvPr>
        </p:nvSpPr>
        <p:spPr>
          <a:xfrm>
            <a:off x="324000" y="810000"/>
            <a:ext cx="8237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Change 2 hours and 20 mins into hours.</a:t>
            </a:r>
            <a:endParaRPr/>
          </a:p>
        </p:txBody>
      </p:sp>
      <p:sp>
        <p:nvSpPr>
          <p:cNvPr id="1049" name="Google Shape;1049;p89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pic>
        <p:nvPicPr>
          <p:cNvPr id="1050" name="Google Shape;1050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1368975"/>
            <a:ext cx="3676650" cy="1657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1" name="Google Shape;1051;p89"/>
          <p:cNvSpPr txBox="1"/>
          <p:nvPr>
            <p:ph idx="1" type="body"/>
          </p:nvPr>
        </p:nvSpPr>
        <p:spPr>
          <a:xfrm>
            <a:off x="324000" y="3415950"/>
            <a:ext cx="8154000" cy="695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Pressing the ‘FORMAT’ key allows you to display the time in different ways.  </a:t>
            </a:r>
            <a:endParaRPr sz="2100"/>
          </a:p>
        </p:txBody>
      </p:sp>
      <p:pic>
        <p:nvPicPr>
          <p:cNvPr id="1052" name="Google Shape;1052;p89"/>
          <p:cNvPicPr preferRelativeResize="0"/>
          <p:nvPr/>
        </p:nvPicPr>
        <p:blipFill rotWithShape="1">
          <a:blip r:embed="rId5">
            <a:alphaModFix/>
          </a:blip>
          <a:srcRect b="1690" l="0" r="0" t="0"/>
          <a:stretch/>
        </p:blipFill>
        <p:spPr>
          <a:xfrm>
            <a:off x="324000" y="1368975"/>
            <a:ext cx="3676650" cy="1657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2 hr and 20 min equals the repeating decimal 2 point followed by repeating digit 3 hr equals seven thirds hr equals 2 and one third hr&#10;&#10;&lt;math xmlns=&quot;http://www.w3.org/1998/Math/MathML&quot; display=&quot;block&quot; data-is-equatio=&quot;1&quot; data-latex=&quot;2\ \text{hr and}\ 20\min=2.\dot{3}\ \text{hr}=\frac{7}{3}\ \text{hr}=2\frac{1}{3}\ \text{hr}&quot;&gt;&lt;mn&gt;2&lt;/mn&gt;&lt;mtext&gt;&lt;/mtext&gt;&lt;mtext&gt;hr and&lt;/mtext&gt;&lt;mtext&gt;&lt;/mtext&gt;&lt;mn&gt;20&lt;/mn&gt;&lt;mo data-mjx-texclass=&quot;OP&quot; movablelimits=&quot;true&quot;&gt;min&lt;/mo&gt;&lt;mo&gt;=&lt;/mo&gt;&lt;mn&gt;2.&lt;/mn&gt;&lt;mrow data-mjx-texclass=&quot;ORD&quot;&gt;&lt;mover&gt;&lt;mn&gt;3&lt;/mn&gt;&lt;mo&gt;˙&lt;/mo&gt;&lt;/mover&gt;&lt;/mrow&gt;&lt;mtext&gt;&lt;/mtext&gt;&lt;mtext&gt;hr&lt;/mtext&gt;&lt;mo&gt;=&lt;/mo&gt;&lt;mfrac&gt;&lt;mn&gt;7&lt;/mn&gt;&lt;mn&gt;3&lt;/mn&gt;&lt;/mfrac&gt;&lt;mtext&gt;&lt;/mtext&gt;&lt;mtext&gt;hr&lt;/mtext&gt;&lt;mo&gt;=&lt;/mo&gt;&lt;mn&gt;2&lt;/mn&gt;&lt;mfrac&gt;&lt;mn&gt;1&lt;/mn&gt;&lt;mn&gt;3&lt;/mn&gt;&lt;/mfrac&gt;&lt;mtext&gt;&lt;/mtext&gt;&lt;mtext&gt;hr&lt;/mtext&gt;&lt;/math&gt;" id="1053" name="Google Shape;1053;p8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4000" y="4111050"/>
            <a:ext cx="5078458" cy="63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90"/>
          <p:cNvSpPr txBox="1"/>
          <p:nvPr>
            <p:ph idx="1" type="body"/>
          </p:nvPr>
        </p:nvSpPr>
        <p:spPr>
          <a:xfrm>
            <a:off x="324000" y="810000"/>
            <a:ext cx="8496000" cy="7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</a:t>
            </a:r>
            <a:r>
              <a:rPr lang="en-GB"/>
              <a:t>value</a:t>
            </a:r>
            <a:r>
              <a:rPr lang="en-GB"/>
              <a:t> in hours can be converted into hours, minutes and seconds.</a:t>
            </a:r>
            <a:endParaRPr/>
          </a:p>
        </p:txBody>
      </p:sp>
      <p:sp>
        <p:nvSpPr>
          <p:cNvPr id="1059" name="Google Shape;1059;p90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sp>
        <p:nvSpPr>
          <p:cNvPr id="1060" name="Google Shape;1060;p90"/>
          <p:cNvSpPr txBox="1"/>
          <p:nvPr>
            <p:ph idx="1" type="body"/>
          </p:nvPr>
        </p:nvSpPr>
        <p:spPr>
          <a:xfrm>
            <a:off x="324000" y="3415950"/>
            <a:ext cx="8496000" cy="11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Pressing the ‘SHIFT’ button, followed by the ‘+’ converts to the form ‘hour, minute, second’.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/>
              <a:t>7.6 hours = 7 hours and 36 minutes (0 seconds)</a:t>
            </a:r>
            <a:endParaRPr sz="2100"/>
          </a:p>
        </p:txBody>
      </p:sp>
      <p:pic>
        <p:nvPicPr>
          <p:cNvPr id="1061" name="Google Shape;1061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620000"/>
            <a:ext cx="3603331" cy="165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2" name="Google Shape;1062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0006" y="2205788"/>
            <a:ext cx="2657475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3" name="Google Shape;1063;p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000" y="1626500"/>
            <a:ext cx="3603325" cy="1648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4" name="Google Shape;1064;p90"/>
          <p:cNvPicPr preferRelativeResize="0"/>
          <p:nvPr/>
        </p:nvPicPr>
        <p:blipFill rotWithShape="1">
          <a:blip r:embed="rId4">
            <a:alphaModFix/>
          </a:blip>
          <a:srcRect b="0" l="0" r="42617" t="0"/>
          <a:stretch/>
        </p:blipFill>
        <p:spPr>
          <a:xfrm>
            <a:off x="4320003" y="2205800"/>
            <a:ext cx="1524875" cy="48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91"/>
          <p:cNvSpPr txBox="1"/>
          <p:nvPr>
            <p:ph type="title"/>
          </p:nvPr>
        </p:nvSpPr>
        <p:spPr>
          <a:xfrm>
            <a:off x="324000" y="809913"/>
            <a:ext cx="81792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3.875 hours is equivalent to what time? </a:t>
            </a:r>
            <a:endParaRPr/>
          </a:p>
        </p:txBody>
      </p:sp>
      <p:sp>
        <p:nvSpPr>
          <p:cNvPr id="1070" name="Google Shape;1070;p91"/>
          <p:cNvSpPr txBox="1"/>
          <p:nvPr>
            <p:ph idx="1" type="subTitle"/>
          </p:nvPr>
        </p:nvSpPr>
        <p:spPr>
          <a:xfrm>
            <a:off x="1034425" y="1837775"/>
            <a:ext cx="48633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 hours, 8 </a:t>
            </a:r>
            <a:r>
              <a:rPr lang="en-GB"/>
              <a:t>minutes</a:t>
            </a:r>
            <a:r>
              <a:rPr lang="en-GB"/>
              <a:t> and 8 seconds </a:t>
            </a:r>
            <a:endParaRPr/>
          </a:p>
        </p:txBody>
      </p:sp>
      <p:sp>
        <p:nvSpPr>
          <p:cNvPr id="1071" name="Google Shape;1071;p91"/>
          <p:cNvSpPr txBox="1"/>
          <p:nvPr>
            <p:ph idx="2" type="subTitle"/>
          </p:nvPr>
        </p:nvSpPr>
        <p:spPr>
          <a:xfrm>
            <a:off x="1034425" y="2794250"/>
            <a:ext cx="48633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 hours, 45 minutes and 8 seconds</a:t>
            </a:r>
            <a:endParaRPr/>
          </a:p>
        </p:txBody>
      </p:sp>
      <p:sp>
        <p:nvSpPr>
          <p:cNvPr id="1072" name="Google Shape;1072;p91"/>
          <p:cNvSpPr txBox="1"/>
          <p:nvPr>
            <p:ph idx="3" type="subTitle"/>
          </p:nvPr>
        </p:nvSpPr>
        <p:spPr>
          <a:xfrm>
            <a:off x="1034425" y="3766975"/>
            <a:ext cx="48633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 hours, 52 minutes and 30 seconds</a:t>
            </a:r>
            <a:endParaRPr/>
          </a:p>
        </p:txBody>
      </p:sp>
      <p:sp>
        <p:nvSpPr>
          <p:cNvPr id="1073" name="Google Shape;1073;p91"/>
          <p:cNvSpPr txBox="1"/>
          <p:nvPr>
            <p:ph idx="4"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pic>
        <p:nvPicPr>
          <p:cNvPr id="1074" name="Google Shape;1074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8808" y="372677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92"/>
          <p:cNvSpPr txBox="1"/>
          <p:nvPr>
            <p:ph idx="1" type="body"/>
          </p:nvPr>
        </p:nvSpPr>
        <p:spPr>
          <a:xfrm>
            <a:off x="324000" y="810000"/>
            <a:ext cx="8496000" cy="1763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Numbers can be written in prime factor form </a:t>
            </a:r>
            <a:br>
              <a:rPr lang="en-GB"/>
            </a:br>
            <a:r>
              <a:rPr lang="en-GB"/>
              <a:t>e.g. 49 = 7</a:t>
            </a:r>
            <a:r>
              <a:rPr baseline="30000" lang="en-GB"/>
              <a:t>2</a:t>
            </a:r>
            <a:r>
              <a:rPr lang="en-GB"/>
              <a:t> and 124 = 2</a:t>
            </a:r>
            <a:r>
              <a:rPr baseline="30000" lang="en-GB"/>
              <a:t>2</a:t>
            </a:r>
            <a:r>
              <a:rPr lang="en-GB"/>
              <a:t> × 31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Express 360 in prime factor form.</a:t>
            </a:r>
            <a:endParaRPr/>
          </a:p>
        </p:txBody>
      </p:sp>
      <p:sp>
        <p:nvSpPr>
          <p:cNvPr id="1080" name="Google Shape;1080;p92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pic>
        <p:nvPicPr>
          <p:cNvPr id="1081" name="Google Shape;1081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573400"/>
            <a:ext cx="3657600" cy="168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2" name="Google Shape;1082;p92"/>
          <p:cNvPicPr preferRelativeResize="0"/>
          <p:nvPr/>
        </p:nvPicPr>
        <p:blipFill rotWithShape="1">
          <a:blip r:embed="rId4">
            <a:alphaModFix/>
          </a:blip>
          <a:srcRect b="0" l="0" r="49929" t="0"/>
          <a:stretch/>
        </p:blipFill>
        <p:spPr>
          <a:xfrm>
            <a:off x="4320000" y="3173475"/>
            <a:ext cx="1502250" cy="48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7" name="Google Shape;1087;p93"/>
          <p:cNvPicPr preferRelativeResize="0"/>
          <p:nvPr/>
        </p:nvPicPr>
        <p:blipFill rotWithShape="1">
          <a:blip r:embed="rId3">
            <a:alphaModFix/>
          </a:blip>
          <a:srcRect b="0" l="0" r="13985" t="0"/>
          <a:stretch/>
        </p:blipFill>
        <p:spPr>
          <a:xfrm>
            <a:off x="4320000" y="3173475"/>
            <a:ext cx="2580725" cy="4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8" name="Google Shape;1088;p93"/>
          <p:cNvSpPr txBox="1"/>
          <p:nvPr>
            <p:ph idx="1" type="body"/>
          </p:nvPr>
        </p:nvSpPr>
        <p:spPr>
          <a:xfrm>
            <a:off x="324000" y="810000"/>
            <a:ext cx="8496000" cy="1763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Press ‘FORMAT’ and select ‘Prime Factor’.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br>
              <a:rPr lang="en-GB"/>
            </a:b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Express 360 in prime factor form.</a:t>
            </a:r>
            <a:endParaRPr/>
          </a:p>
        </p:txBody>
      </p:sp>
      <p:sp>
        <p:nvSpPr>
          <p:cNvPr id="1089" name="Google Shape;1089;p93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pic>
        <p:nvPicPr>
          <p:cNvPr id="1090" name="Google Shape;1090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2573400"/>
            <a:ext cx="3657600" cy="168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1" name="Google Shape;1091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000" y="2582925"/>
            <a:ext cx="3657600" cy="166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6" name="Google Shape;1096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0000" y="3173475"/>
            <a:ext cx="3000375" cy="4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97" name="Google Shape;1097;p94"/>
          <p:cNvSpPr txBox="1"/>
          <p:nvPr>
            <p:ph idx="1" type="body"/>
          </p:nvPr>
        </p:nvSpPr>
        <p:spPr>
          <a:xfrm>
            <a:off x="324000" y="810000"/>
            <a:ext cx="8496000" cy="1763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Pressing</a:t>
            </a:r>
            <a:r>
              <a:rPr lang="en-GB"/>
              <a:t> ‘EXE’ gives the number in prime factor form.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br>
              <a:rPr lang="en-GB"/>
            </a:b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Express 360 in prime factor form.</a:t>
            </a:r>
            <a:endParaRPr/>
          </a:p>
        </p:txBody>
      </p:sp>
      <p:sp>
        <p:nvSpPr>
          <p:cNvPr id="1098" name="Google Shape;1098;p94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pic>
        <p:nvPicPr>
          <p:cNvPr id="1099" name="Google Shape;1099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2573400"/>
            <a:ext cx="3657600" cy="168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0" name="Google Shape;1100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000" y="2582925"/>
            <a:ext cx="3657600" cy="166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1" name="Google Shape;1101;p9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4000" y="2592438"/>
            <a:ext cx="3657600" cy="164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95"/>
          <p:cNvSpPr txBox="1"/>
          <p:nvPr>
            <p:ph type="title"/>
          </p:nvPr>
        </p:nvSpPr>
        <p:spPr>
          <a:xfrm>
            <a:off x="324000" y="809913"/>
            <a:ext cx="81792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Select the missing number: 10 375 750 = 2 × 5</a:t>
            </a:r>
            <a:r>
              <a:rPr baseline="30000" lang="en-GB"/>
              <a:t>3</a:t>
            </a:r>
            <a:r>
              <a:rPr lang="en-GB"/>
              <a:t> × 7   × 11</a:t>
            </a:r>
            <a:r>
              <a:rPr baseline="30000" lang="en-GB"/>
              <a:t>2</a:t>
            </a:r>
            <a:r>
              <a:rPr lang="en-GB"/>
              <a:t> </a:t>
            </a:r>
            <a:endParaRPr/>
          </a:p>
        </p:txBody>
      </p:sp>
      <p:sp>
        <p:nvSpPr>
          <p:cNvPr id="1107" name="Google Shape;1107;p95"/>
          <p:cNvSpPr txBox="1"/>
          <p:nvPr>
            <p:ph idx="1" type="subTitle"/>
          </p:nvPr>
        </p:nvSpPr>
        <p:spPr>
          <a:xfrm>
            <a:off x="1034425" y="1837775"/>
            <a:ext cx="3960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 </a:t>
            </a:r>
            <a:endParaRPr/>
          </a:p>
        </p:txBody>
      </p:sp>
      <p:sp>
        <p:nvSpPr>
          <p:cNvPr id="1108" name="Google Shape;1108;p95"/>
          <p:cNvSpPr txBox="1"/>
          <p:nvPr>
            <p:ph idx="2" type="subTitle"/>
          </p:nvPr>
        </p:nvSpPr>
        <p:spPr>
          <a:xfrm>
            <a:off x="1034425" y="2794250"/>
            <a:ext cx="3960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</a:t>
            </a:r>
            <a:endParaRPr/>
          </a:p>
        </p:txBody>
      </p:sp>
      <p:sp>
        <p:nvSpPr>
          <p:cNvPr id="1109" name="Google Shape;1109;p95"/>
          <p:cNvSpPr txBox="1"/>
          <p:nvPr>
            <p:ph idx="3" type="subTitle"/>
          </p:nvPr>
        </p:nvSpPr>
        <p:spPr>
          <a:xfrm>
            <a:off x="1034425" y="3766975"/>
            <a:ext cx="3960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</a:t>
            </a:r>
            <a:endParaRPr/>
          </a:p>
        </p:txBody>
      </p:sp>
      <p:sp>
        <p:nvSpPr>
          <p:cNvPr id="1110" name="Google Shape;1110;p95"/>
          <p:cNvSpPr txBox="1"/>
          <p:nvPr>
            <p:ph idx="4"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pic>
        <p:nvPicPr>
          <p:cNvPr id="1111" name="Google Shape;1111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8808" y="276217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2" name="Google Shape;1112;p95"/>
          <p:cNvSpPr/>
          <p:nvPr/>
        </p:nvSpPr>
        <p:spPr>
          <a:xfrm>
            <a:off x="6896543" y="818275"/>
            <a:ext cx="191400" cy="179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96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sp>
        <p:nvSpPr>
          <p:cNvPr id="1118" name="Google Shape;1118;p96"/>
          <p:cNvSpPr txBox="1"/>
          <p:nvPr>
            <p:ph idx="1" type="body"/>
          </p:nvPr>
        </p:nvSpPr>
        <p:spPr>
          <a:xfrm>
            <a:off x="324000" y="810000"/>
            <a:ext cx="8237700" cy="24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Convert the following times to hours.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1 hour and 15 mins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2 hours, 20 mins and 20 secs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c) 4 hours, 15 mins and 16 secs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97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sp>
        <p:nvSpPr>
          <p:cNvPr id="1124" name="Google Shape;1124;p97"/>
          <p:cNvSpPr txBox="1"/>
          <p:nvPr>
            <p:ph idx="1" type="body"/>
          </p:nvPr>
        </p:nvSpPr>
        <p:spPr>
          <a:xfrm>
            <a:off x="324000" y="810000"/>
            <a:ext cx="8237700" cy="2799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Convert the following number of hours to hours, minutes and seconds.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7.25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3.7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c) 7.42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d) 3.63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98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sp>
        <p:nvSpPr>
          <p:cNvPr id="1130" name="Google Shape;1130;p98"/>
          <p:cNvSpPr txBox="1"/>
          <p:nvPr>
            <p:ph idx="1" type="body"/>
          </p:nvPr>
        </p:nvSpPr>
        <p:spPr>
          <a:xfrm>
            <a:off x="324000" y="810000"/>
            <a:ext cx="8237700" cy="24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 Fill in the gaps.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121 =     </a:t>
            </a:r>
            <a:r>
              <a:rPr baseline="30000" lang="en-GB"/>
              <a:t>2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5500 = </a:t>
            </a:r>
            <a:r>
              <a:rPr lang="en-GB"/>
              <a:t>2</a:t>
            </a:r>
            <a:r>
              <a:rPr baseline="30000" lang="en-GB"/>
              <a:t>     </a:t>
            </a:r>
            <a:r>
              <a:rPr lang="en-GB"/>
              <a:t>×     </a:t>
            </a:r>
            <a:r>
              <a:rPr baseline="30000" lang="en-GB"/>
              <a:t>3</a:t>
            </a:r>
            <a:r>
              <a:rPr lang="en-GB"/>
              <a:t> × 11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c) 384 =        </a:t>
            </a:r>
            <a:r>
              <a:rPr lang="en-GB"/>
              <a:t>×       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d) 351 = 3</a:t>
            </a:r>
            <a:r>
              <a:rPr baseline="30000" lang="en-GB"/>
              <a:t>    </a:t>
            </a:r>
            <a:r>
              <a:rPr lang="en-GB"/>
              <a:t> ×         × 13</a:t>
            </a:r>
            <a:endParaRPr/>
          </a:p>
        </p:txBody>
      </p:sp>
      <p:sp>
        <p:nvSpPr>
          <p:cNvPr id="1131" name="Google Shape;1131;p98"/>
          <p:cNvSpPr/>
          <p:nvPr/>
        </p:nvSpPr>
        <p:spPr>
          <a:xfrm>
            <a:off x="1411678" y="1364477"/>
            <a:ext cx="295200" cy="27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2" name="Google Shape;1132;p98"/>
          <p:cNvSpPr/>
          <p:nvPr/>
        </p:nvSpPr>
        <p:spPr>
          <a:xfrm>
            <a:off x="2244301" y="1844436"/>
            <a:ext cx="295200" cy="27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3" name="Google Shape;1133;p98"/>
          <p:cNvSpPr/>
          <p:nvPr/>
        </p:nvSpPr>
        <p:spPr>
          <a:xfrm>
            <a:off x="1800261" y="1821675"/>
            <a:ext cx="186600" cy="175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4" name="Google Shape;1134;p98"/>
          <p:cNvSpPr/>
          <p:nvPr/>
        </p:nvSpPr>
        <p:spPr>
          <a:xfrm>
            <a:off x="1777503" y="2301971"/>
            <a:ext cx="186600" cy="175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5" name="Google Shape;1135;p98"/>
          <p:cNvSpPr/>
          <p:nvPr/>
        </p:nvSpPr>
        <p:spPr>
          <a:xfrm>
            <a:off x="1449301" y="2370259"/>
            <a:ext cx="295200" cy="27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6" name="Google Shape;1136;p98"/>
          <p:cNvSpPr/>
          <p:nvPr/>
        </p:nvSpPr>
        <p:spPr>
          <a:xfrm>
            <a:off x="2539503" y="2301971"/>
            <a:ext cx="186600" cy="175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7" name="Google Shape;1137;p98"/>
          <p:cNvSpPr/>
          <p:nvPr/>
        </p:nvSpPr>
        <p:spPr>
          <a:xfrm>
            <a:off x="2211301" y="2370259"/>
            <a:ext cx="295200" cy="27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8" name="Google Shape;1138;p98"/>
          <p:cNvSpPr/>
          <p:nvPr/>
        </p:nvSpPr>
        <p:spPr>
          <a:xfrm>
            <a:off x="1594420" y="2858467"/>
            <a:ext cx="186600" cy="175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9" name="Google Shape;1139;p98"/>
          <p:cNvSpPr/>
          <p:nvPr/>
        </p:nvSpPr>
        <p:spPr>
          <a:xfrm>
            <a:off x="2387103" y="2789853"/>
            <a:ext cx="186600" cy="175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0" name="Google Shape;1140;p98"/>
          <p:cNvSpPr/>
          <p:nvPr/>
        </p:nvSpPr>
        <p:spPr>
          <a:xfrm>
            <a:off x="2058901" y="2858141"/>
            <a:ext cx="295200" cy="27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99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sp>
        <p:nvSpPr>
          <p:cNvPr id="1146" name="Google Shape;1146;p99"/>
          <p:cNvSpPr txBox="1"/>
          <p:nvPr>
            <p:ph idx="1" type="body"/>
          </p:nvPr>
        </p:nvSpPr>
        <p:spPr>
          <a:xfrm>
            <a:off x="324000" y="810000"/>
            <a:ext cx="8237700" cy="24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Convert the following times to hours.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1 hour and 15 mins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1.25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2 hours, 20 mins and 20 secs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2.338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c) 4 hours, 15 mins and 16 secs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4.254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99"/>
          <p:cNvSpPr txBox="1"/>
          <p:nvPr/>
        </p:nvSpPr>
        <p:spPr>
          <a:xfrm>
            <a:off x="5477295" y="1585548"/>
            <a:ext cx="1518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8" name="Google Shape;1148;p99"/>
          <p:cNvSpPr txBox="1"/>
          <p:nvPr/>
        </p:nvSpPr>
        <p:spPr>
          <a:xfrm>
            <a:off x="5423854" y="2103775"/>
            <a:ext cx="1518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100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sp>
        <p:nvSpPr>
          <p:cNvPr id="1154" name="Google Shape;1154;p100"/>
          <p:cNvSpPr txBox="1"/>
          <p:nvPr>
            <p:ph idx="1" type="body"/>
          </p:nvPr>
        </p:nvSpPr>
        <p:spPr>
          <a:xfrm>
            <a:off x="324000" y="810000"/>
            <a:ext cx="8237700" cy="2799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Convert the following number of hours to hours, minutes and seconds.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7.25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7 hours and 15 minutes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3.7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3 hours and 42 minutes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c) 7.42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7 hours, 25 minutes and 12 seconds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d) 3.63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3 hours, 37 minutes and 48 seconds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p101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sp>
        <p:nvSpPr>
          <p:cNvPr id="1160" name="Google Shape;1160;p101"/>
          <p:cNvSpPr txBox="1"/>
          <p:nvPr>
            <p:ph idx="1" type="body"/>
          </p:nvPr>
        </p:nvSpPr>
        <p:spPr>
          <a:xfrm>
            <a:off x="324000" y="810000"/>
            <a:ext cx="8237700" cy="38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 Fill in the gaps.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121 =     </a:t>
            </a:r>
            <a:r>
              <a:rPr baseline="30000" lang="en-GB"/>
              <a:t>2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5500 = 2   ×     </a:t>
            </a:r>
            <a:r>
              <a:rPr baseline="30000" lang="en-GB"/>
              <a:t>3</a:t>
            </a:r>
            <a:r>
              <a:rPr lang="en-GB"/>
              <a:t> × 11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c) 384 =         × </a:t>
            </a:r>
            <a:endParaRPr baseline="30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d) 351 = 3    ×         × 13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 value represented by the question marks should equal 1.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This can be done by having a base of 1 and any exponent or by having any base and an exponent of 0.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1" name="Google Shape;1161;p101"/>
          <p:cNvSpPr/>
          <p:nvPr/>
        </p:nvSpPr>
        <p:spPr>
          <a:xfrm>
            <a:off x="1411678" y="1364477"/>
            <a:ext cx="295200" cy="277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2" name="Google Shape;1162;p101"/>
          <p:cNvSpPr/>
          <p:nvPr/>
        </p:nvSpPr>
        <p:spPr>
          <a:xfrm>
            <a:off x="2251901" y="1882386"/>
            <a:ext cx="295200" cy="277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3" name="Google Shape;1163;p101"/>
          <p:cNvSpPr/>
          <p:nvPr/>
        </p:nvSpPr>
        <p:spPr>
          <a:xfrm>
            <a:off x="1815434" y="1836848"/>
            <a:ext cx="186600" cy="17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4" name="Google Shape;1164;p101"/>
          <p:cNvSpPr/>
          <p:nvPr/>
        </p:nvSpPr>
        <p:spPr>
          <a:xfrm>
            <a:off x="1792675" y="2339903"/>
            <a:ext cx="186600" cy="17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5" name="Google Shape;1165;p101"/>
          <p:cNvSpPr/>
          <p:nvPr/>
        </p:nvSpPr>
        <p:spPr>
          <a:xfrm>
            <a:off x="1449301" y="2370259"/>
            <a:ext cx="295200" cy="277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6" name="Google Shape;1166;p101"/>
          <p:cNvSpPr/>
          <p:nvPr/>
        </p:nvSpPr>
        <p:spPr>
          <a:xfrm>
            <a:off x="2623289" y="2339903"/>
            <a:ext cx="186600" cy="17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7" name="Google Shape;1167;p101"/>
          <p:cNvSpPr/>
          <p:nvPr/>
        </p:nvSpPr>
        <p:spPr>
          <a:xfrm>
            <a:off x="2302673" y="2370259"/>
            <a:ext cx="295200" cy="277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8" name="Google Shape;1168;p101"/>
          <p:cNvSpPr/>
          <p:nvPr/>
        </p:nvSpPr>
        <p:spPr>
          <a:xfrm>
            <a:off x="1617179" y="2858467"/>
            <a:ext cx="186600" cy="17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9" name="Google Shape;1169;p101"/>
          <p:cNvSpPr/>
          <p:nvPr/>
        </p:nvSpPr>
        <p:spPr>
          <a:xfrm>
            <a:off x="2463303" y="2858130"/>
            <a:ext cx="186600" cy="17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0" name="Google Shape;1170;p101"/>
          <p:cNvSpPr/>
          <p:nvPr/>
        </p:nvSpPr>
        <p:spPr>
          <a:xfrm>
            <a:off x="2135101" y="2880900"/>
            <a:ext cx="295200" cy="277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102"/>
          <p:cNvSpPr txBox="1"/>
          <p:nvPr>
            <p:ph type="title"/>
          </p:nvPr>
        </p:nvSpPr>
        <p:spPr>
          <a:xfrm>
            <a:off x="1225225" y="2133562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sp>
        <p:nvSpPr>
          <p:cNvPr id="1176" name="Google Shape;1176;p102"/>
          <p:cNvSpPr txBox="1"/>
          <p:nvPr>
            <p:ph idx="2"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fx-83/85GT CW for number</a:t>
            </a:r>
            <a:endParaRPr/>
          </a:p>
        </p:txBody>
      </p:sp>
      <p:sp>
        <p:nvSpPr>
          <p:cNvPr id="1177" name="Google Shape;1177;p102"/>
          <p:cNvSpPr txBox="1"/>
          <p:nvPr>
            <p:ph idx="3" type="title"/>
          </p:nvPr>
        </p:nvSpPr>
        <p:spPr>
          <a:xfrm>
            <a:off x="1225225" y="3069850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LCM/HCF</a:t>
            </a:r>
            <a:endParaRPr/>
          </a:p>
        </p:txBody>
      </p:sp>
      <p:pic>
        <p:nvPicPr>
          <p:cNvPr id="1178" name="Google Shape;1178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542" y="2993342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103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LCM/HCF</a:t>
            </a:r>
            <a:endParaRPr/>
          </a:p>
        </p:txBody>
      </p:sp>
      <p:pic>
        <p:nvPicPr>
          <p:cNvPr id="1184" name="Google Shape;1184;p103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5355925" y="1919325"/>
            <a:ext cx="2544973" cy="1376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5" name="Google Shape;1185;p1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000" y="2651481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186" name="Google Shape;1186;p103"/>
          <p:cNvSpPr txBox="1"/>
          <p:nvPr/>
        </p:nvSpPr>
        <p:spPr>
          <a:xfrm>
            <a:off x="666000" y="39307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87" name="Google Shape;1187;p10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772057" y="2811925"/>
            <a:ext cx="705943" cy="10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8" name="Google Shape;1188;p103"/>
          <p:cNvSpPr txBox="1"/>
          <p:nvPr/>
        </p:nvSpPr>
        <p:spPr>
          <a:xfrm>
            <a:off x="7592800" y="39307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89" name="Google Shape;1189;p103"/>
          <p:cNvPicPr preferRelativeResize="0"/>
          <p:nvPr/>
        </p:nvPicPr>
        <p:blipFill rotWithShape="1">
          <a:blip r:embed="rId3">
            <a:alphaModFix/>
          </a:blip>
          <a:srcRect b="6172" l="40550" r="0" t="13240"/>
          <a:stretch/>
        </p:blipFill>
        <p:spPr>
          <a:xfrm>
            <a:off x="1115450" y="1499450"/>
            <a:ext cx="2844600" cy="1695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0" name="Google Shape;1190;p103"/>
          <p:cNvSpPr txBox="1"/>
          <p:nvPr/>
        </p:nvSpPr>
        <p:spPr>
          <a:xfrm>
            <a:off x="1398000" y="1620000"/>
            <a:ext cx="2471100" cy="124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That’s some pretty useful stuff. What else can my calculator do?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1" name="Google Shape;1191;p103"/>
          <p:cNvSpPr txBox="1"/>
          <p:nvPr/>
        </p:nvSpPr>
        <p:spPr>
          <a:xfrm>
            <a:off x="5500050" y="1957250"/>
            <a:ext cx="2184900" cy="11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 can also find the LCM or HCF for two positive integers.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6" name="Google Shape;1196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75" y="1620000"/>
            <a:ext cx="3581400" cy="1643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7" name="Google Shape;1197;p104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LCM/HCF</a:t>
            </a:r>
            <a:endParaRPr/>
          </a:p>
        </p:txBody>
      </p:sp>
      <p:sp>
        <p:nvSpPr>
          <p:cNvPr id="1198" name="Google Shape;1198;p104"/>
          <p:cNvSpPr txBox="1"/>
          <p:nvPr>
            <p:ph idx="1" type="body"/>
          </p:nvPr>
        </p:nvSpPr>
        <p:spPr>
          <a:xfrm>
            <a:off x="324000" y="810000"/>
            <a:ext cx="8237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 the LCM of 4 and 6.</a:t>
            </a:r>
            <a:endParaRPr/>
          </a:p>
        </p:txBody>
      </p:sp>
      <p:pic>
        <p:nvPicPr>
          <p:cNvPr id="1199" name="Google Shape;1199;p104"/>
          <p:cNvPicPr preferRelativeResize="0"/>
          <p:nvPr/>
        </p:nvPicPr>
        <p:blipFill rotWithShape="1">
          <a:blip r:embed="rId4">
            <a:alphaModFix/>
          </a:blip>
          <a:srcRect b="49143" l="0" r="65373" t="0"/>
          <a:stretch/>
        </p:blipFill>
        <p:spPr>
          <a:xfrm>
            <a:off x="4320000" y="2029575"/>
            <a:ext cx="1134550" cy="43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0" name="Google Shape;1200;p104"/>
          <p:cNvSpPr txBox="1"/>
          <p:nvPr/>
        </p:nvSpPr>
        <p:spPr>
          <a:xfrm>
            <a:off x="324075" y="3562050"/>
            <a:ext cx="84960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Press the ‘Catalog’ button and navigate to ‘Numeric Calc’.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Press ‘EXE’ to see the options.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5" name="Google Shape;1205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75" y="1620000"/>
            <a:ext cx="3570227" cy="1643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6" name="Google Shape;1206;p105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LCM/HCF</a:t>
            </a:r>
            <a:endParaRPr/>
          </a:p>
        </p:txBody>
      </p:sp>
      <p:sp>
        <p:nvSpPr>
          <p:cNvPr id="1207" name="Google Shape;1207;p105"/>
          <p:cNvSpPr txBox="1"/>
          <p:nvPr>
            <p:ph idx="1" type="body"/>
          </p:nvPr>
        </p:nvSpPr>
        <p:spPr>
          <a:xfrm>
            <a:off x="324000" y="810000"/>
            <a:ext cx="8237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 the LCM of 4 and 6.</a:t>
            </a:r>
            <a:endParaRPr/>
          </a:p>
        </p:txBody>
      </p:sp>
      <p:pic>
        <p:nvPicPr>
          <p:cNvPr id="1208" name="Google Shape;1208;p105"/>
          <p:cNvPicPr preferRelativeResize="0"/>
          <p:nvPr/>
        </p:nvPicPr>
        <p:blipFill rotWithShape="1">
          <a:blip r:embed="rId4">
            <a:alphaModFix/>
          </a:blip>
          <a:srcRect b="49143" l="0" r="44305" t="0"/>
          <a:stretch/>
        </p:blipFill>
        <p:spPr>
          <a:xfrm>
            <a:off x="4320000" y="2029575"/>
            <a:ext cx="1824900" cy="43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9" name="Google Shape;1209;p105"/>
          <p:cNvSpPr txBox="1"/>
          <p:nvPr/>
        </p:nvSpPr>
        <p:spPr>
          <a:xfrm>
            <a:off x="324075" y="3562050"/>
            <a:ext cx="84960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avigate to ‘LCM’.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Press ‘EXE’.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4" name="Google Shape;1214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488" y="1617800"/>
            <a:ext cx="3581400" cy="1647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5" name="Google Shape;1215;p106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LCM/HCF</a:t>
            </a:r>
            <a:endParaRPr/>
          </a:p>
        </p:txBody>
      </p:sp>
      <p:sp>
        <p:nvSpPr>
          <p:cNvPr id="1216" name="Google Shape;1216;p106"/>
          <p:cNvSpPr txBox="1"/>
          <p:nvPr>
            <p:ph idx="1" type="body"/>
          </p:nvPr>
        </p:nvSpPr>
        <p:spPr>
          <a:xfrm>
            <a:off x="324000" y="810000"/>
            <a:ext cx="8237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 the LCM of 4 and 6.</a:t>
            </a:r>
            <a:endParaRPr/>
          </a:p>
        </p:txBody>
      </p:sp>
      <p:pic>
        <p:nvPicPr>
          <p:cNvPr id="1217" name="Google Shape;1217;p10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20000" y="2029575"/>
            <a:ext cx="327660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8" name="Google Shape;1218;p106"/>
          <p:cNvSpPr txBox="1"/>
          <p:nvPr/>
        </p:nvSpPr>
        <p:spPr>
          <a:xfrm>
            <a:off x="324075" y="3562050"/>
            <a:ext cx="84960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Enter the two values. Use a comma to separate the values (‘SHIFT’ button and then the right parenthesis button).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ready, press ‘EXE’.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9" name="Google Shape;1219;p106"/>
          <p:cNvSpPr/>
          <p:nvPr/>
        </p:nvSpPr>
        <p:spPr>
          <a:xfrm>
            <a:off x="5090400" y="2465550"/>
            <a:ext cx="364200" cy="338700"/>
          </a:xfrm>
          <a:prstGeom prst="rect">
            <a:avLst/>
          </a:prstGeom>
          <a:solidFill>
            <a:srgbClr val="D5E2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107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LCM/HCF</a:t>
            </a:r>
            <a:endParaRPr/>
          </a:p>
        </p:txBody>
      </p:sp>
      <p:sp>
        <p:nvSpPr>
          <p:cNvPr id="1225" name="Google Shape;1225;p107"/>
          <p:cNvSpPr txBox="1"/>
          <p:nvPr>
            <p:ph idx="1" type="body"/>
          </p:nvPr>
        </p:nvSpPr>
        <p:spPr>
          <a:xfrm>
            <a:off x="324000" y="810000"/>
            <a:ext cx="8237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 the LCM of 4 and 6.</a:t>
            </a:r>
            <a:endParaRPr/>
          </a:p>
        </p:txBody>
      </p:sp>
      <p:pic>
        <p:nvPicPr>
          <p:cNvPr id="1226" name="Google Shape;1226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75" y="1620000"/>
            <a:ext cx="3581400" cy="16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7" name="Google Shape;1227;p10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0000" y="2029575"/>
            <a:ext cx="327660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8" name="Google Shape;1228;p107"/>
          <p:cNvSpPr txBox="1"/>
          <p:nvPr/>
        </p:nvSpPr>
        <p:spPr>
          <a:xfrm>
            <a:off x="324075" y="3562050"/>
            <a:ext cx="84960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lowest common multiple of 4 and 6 is 12.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108"/>
          <p:cNvSpPr txBox="1"/>
          <p:nvPr>
            <p:ph idx="1" type="subTitle"/>
          </p:nvPr>
        </p:nvSpPr>
        <p:spPr>
          <a:xfrm>
            <a:off x="324000" y="3577125"/>
            <a:ext cx="81093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It can find the LCM for two positive integers.</a:t>
            </a:r>
            <a:endParaRPr/>
          </a:p>
        </p:txBody>
      </p:sp>
      <p:sp>
        <p:nvSpPr>
          <p:cNvPr id="1234" name="Google Shape;1234;p108"/>
          <p:cNvSpPr txBox="1"/>
          <p:nvPr>
            <p:ph idx="2" type="subTitle"/>
          </p:nvPr>
        </p:nvSpPr>
        <p:spPr>
          <a:xfrm>
            <a:off x="324000" y="1080000"/>
            <a:ext cx="8496000" cy="7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fx-83/85GT CW lets you find the LCM of three or more positive integers.</a:t>
            </a:r>
            <a:endParaRPr/>
          </a:p>
        </p:txBody>
      </p:sp>
      <p:sp>
        <p:nvSpPr>
          <p:cNvPr id="1235" name="Google Shape;1235;p108"/>
          <p:cNvSpPr txBox="1"/>
          <p:nvPr>
            <p:ph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LCM/HCF</a:t>
            </a:r>
            <a:endParaRPr/>
          </a:p>
        </p:txBody>
      </p:sp>
      <p:pic>
        <p:nvPicPr>
          <p:cNvPr id="1236" name="Google Shape;1236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6808" y="20831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p109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LCM/HCF</a:t>
            </a:r>
            <a:endParaRPr/>
          </a:p>
        </p:txBody>
      </p:sp>
      <p:pic>
        <p:nvPicPr>
          <p:cNvPr id="1242" name="Google Shape;1242;p109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5355925" y="1919325"/>
            <a:ext cx="2544973" cy="1376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3" name="Google Shape;1243;p10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000" y="2651481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244" name="Google Shape;1244;p109"/>
          <p:cNvSpPr txBox="1"/>
          <p:nvPr/>
        </p:nvSpPr>
        <p:spPr>
          <a:xfrm>
            <a:off x="666000" y="39307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45" name="Google Shape;1245;p10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772057" y="2811925"/>
            <a:ext cx="705943" cy="10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6" name="Google Shape;1246;p109"/>
          <p:cNvSpPr txBox="1"/>
          <p:nvPr/>
        </p:nvSpPr>
        <p:spPr>
          <a:xfrm>
            <a:off x="7592800" y="39307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47" name="Google Shape;1247;p109"/>
          <p:cNvPicPr preferRelativeResize="0"/>
          <p:nvPr/>
        </p:nvPicPr>
        <p:blipFill rotWithShape="1">
          <a:blip r:embed="rId3">
            <a:alphaModFix/>
          </a:blip>
          <a:srcRect b="6172" l="40550" r="0" t="13240"/>
          <a:stretch/>
        </p:blipFill>
        <p:spPr>
          <a:xfrm>
            <a:off x="1115450" y="1499450"/>
            <a:ext cx="2844600" cy="1695301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Google Shape;1248;p109"/>
          <p:cNvSpPr txBox="1"/>
          <p:nvPr/>
        </p:nvSpPr>
        <p:spPr>
          <a:xfrm>
            <a:off x="1398000" y="1620000"/>
            <a:ext cx="2471100" cy="124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You said it can also find the HCF but I didn’t see that option listed.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9" name="Google Shape;1249;p109"/>
          <p:cNvSpPr txBox="1"/>
          <p:nvPr/>
        </p:nvSpPr>
        <p:spPr>
          <a:xfrm>
            <a:off x="5500050" y="1957250"/>
            <a:ext cx="2184900" cy="11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HCF is referred to as GCD on this calculator.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4" name="Google Shape;1254;p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75" y="1620000"/>
            <a:ext cx="3581400" cy="1643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5" name="Google Shape;1255;p110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LCM/HCF</a:t>
            </a:r>
            <a:endParaRPr/>
          </a:p>
        </p:txBody>
      </p:sp>
      <p:sp>
        <p:nvSpPr>
          <p:cNvPr id="1256" name="Google Shape;1256;p110"/>
          <p:cNvSpPr txBox="1"/>
          <p:nvPr>
            <p:ph idx="1" type="body"/>
          </p:nvPr>
        </p:nvSpPr>
        <p:spPr>
          <a:xfrm>
            <a:off x="324000" y="810000"/>
            <a:ext cx="8237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 the HCF of 12 and 28.</a:t>
            </a:r>
            <a:endParaRPr/>
          </a:p>
        </p:txBody>
      </p:sp>
      <p:sp>
        <p:nvSpPr>
          <p:cNvPr id="1257" name="Google Shape;1257;p110"/>
          <p:cNvSpPr txBox="1"/>
          <p:nvPr/>
        </p:nvSpPr>
        <p:spPr>
          <a:xfrm>
            <a:off x="324075" y="3562050"/>
            <a:ext cx="84960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Press the ‘Catalog’ button and navigate to ‘Numeric Calc’.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Press ‘EXE’ to see the options.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58" name="Google Shape;1258;p110"/>
          <p:cNvPicPr preferRelativeResize="0"/>
          <p:nvPr/>
        </p:nvPicPr>
        <p:blipFill rotWithShape="1">
          <a:blip r:embed="rId4">
            <a:alphaModFix/>
          </a:blip>
          <a:srcRect b="49150" l="0" r="68317" t="0"/>
          <a:stretch/>
        </p:blipFill>
        <p:spPr>
          <a:xfrm>
            <a:off x="4320000" y="2029575"/>
            <a:ext cx="1177975" cy="43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3" name="Google Shape;1263;p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63" y="1617800"/>
            <a:ext cx="3590925" cy="1647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4" name="Google Shape;1264;p111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LCM/HCF</a:t>
            </a:r>
            <a:endParaRPr/>
          </a:p>
        </p:txBody>
      </p:sp>
      <p:sp>
        <p:nvSpPr>
          <p:cNvPr id="1265" name="Google Shape;1265;p111"/>
          <p:cNvSpPr txBox="1"/>
          <p:nvPr>
            <p:ph idx="1" type="body"/>
          </p:nvPr>
        </p:nvSpPr>
        <p:spPr>
          <a:xfrm>
            <a:off x="324000" y="810000"/>
            <a:ext cx="8237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 the HCF of 12 and 28.</a:t>
            </a:r>
            <a:endParaRPr/>
          </a:p>
        </p:txBody>
      </p:sp>
      <p:sp>
        <p:nvSpPr>
          <p:cNvPr id="1266" name="Google Shape;1266;p111"/>
          <p:cNvSpPr txBox="1"/>
          <p:nvPr/>
        </p:nvSpPr>
        <p:spPr>
          <a:xfrm>
            <a:off x="324075" y="3562050"/>
            <a:ext cx="84960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‘GCD’ will be selected. </a:t>
            </a:r>
            <a:b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stands for ‘Greatest Common Divisor’.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Press ‘EXE’.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67" name="Google Shape;1267;p111"/>
          <p:cNvPicPr preferRelativeResize="0"/>
          <p:nvPr/>
        </p:nvPicPr>
        <p:blipFill rotWithShape="1">
          <a:blip r:embed="rId4">
            <a:alphaModFix/>
          </a:blip>
          <a:srcRect b="49150" l="0" r="58378" t="0"/>
          <a:stretch/>
        </p:blipFill>
        <p:spPr>
          <a:xfrm>
            <a:off x="4320000" y="2029575"/>
            <a:ext cx="1547500" cy="43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2" name="Google Shape;1272;p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250" y="1622563"/>
            <a:ext cx="3571875" cy="16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3" name="Google Shape;1273;p1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0000" y="2029575"/>
            <a:ext cx="3718061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4" name="Google Shape;1274;p112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LCM/HCF</a:t>
            </a:r>
            <a:endParaRPr/>
          </a:p>
        </p:txBody>
      </p:sp>
      <p:sp>
        <p:nvSpPr>
          <p:cNvPr id="1275" name="Google Shape;1275;p112"/>
          <p:cNvSpPr txBox="1"/>
          <p:nvPr>
            <p:ph idx="1" type="body"/>
          </p:nvPr>
        </p:nvSpPr>
        <p:spPr>
          <a:xfrm>
            <a:off x="324000" y="810000"/>
            <a:ext cx="8237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 the HCF of 12 and 28.</a:t>
            </a:r>
            <a:endParaRPr/>
          </a:p>
        </p:txBody>
      </p:sp>
      <p:sp>
        <p:nvSpPr>
          <p:cNvPr id="1276" name="Google Shape;1276;p112"/>
          <p:cNvSpPr txBox="1"/>
          <p:nvPr/>
        </p:nvSpPr>
        <p:spPr>
          <a:xfrm>
            <a:off x="324075" y="3562050"/>
            <a:ext cx="84960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Enter the two values. Use a comma to separate the values (‘SHIFT’ button and then the right parenthesis button).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ready, press ‘EXE’.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7" name="Google Shape;1277;p112"/>
          <p:cNvSpPr/>
          <p:nvPr/>
        </p:nvSpPr>
        <p:spPr>
          <a:xfrm>
            <a:off x="5128100" y="2468375"/>
            <a:ext cx="364200" cy="338700"/>
          </a:xfrm>
          <a:prstGeom prst="rect">
            <a:avLst/>
          </a:prstGeom>
          <a:solidFill>
            <a:srgbClr val="D5E2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2" name="Google Shape;1282;p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0000" y="2029575"/>
            <a:ext cx="3718061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3" name="Google Shape;1283;p113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LCM/HCF</a:t>
            </a:r>
            <a:endParaRPr/>
          </a:p>
        </p:txBody>
      </p:sp>
      <p:sp>
        <p:nvSpPr>
          <p:cNvPr id="1284" name="Google Shape;1284;p113"/>
          <p:cNvSpPr txBox="1"/>
          <p:nvPr>
            <p:ph idx="1" type="body"/>
          </p:nvPr>
        </p:nvSpPr>
        <p:spPr>
          <a:xfrm>
            <a:off x="324000" y="810000"/>
            <a:ext cx="8237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 the HCF of 12 and 28.</a:t>
            </a:r>
            <a:endParaRPr/>
          </a:p>
        </p:txBody>
      </p:sp>
      <p:sp>
        <p:nvSpPr>
          <p:cNvPr id="1285" name="Google Shape;1285;p113"/>
          <p:cNvSpPr txBox="1"/>
          <p:nvPr/>
        </p:nvSpPr>
        <p:spPr>
          <a:xfrm>
            <a:off x="324075" y="3562050"/>
            <a:ext cx="84960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highest common factor of 12 and 28 is 4.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86" name="Google Shape;1286;p1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75" y="1620000"/>
            <a:ext cx="3581400" cy="163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114"/>
          <p:cNvSpPr txBox="1"/>
          <p:nvPr>
            <p:ph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LCM/HCF</a:t>
            </a:r>
            <a:endParaRPr/>
          </a:p>
        </p:txBody>
      </p:sp>
      <p:pic>
        <p:nvPicPr>
          <p:cNvPr id="1292" name="Google Shape;1292;p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0108" y="415710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3" name="Google Shape;1293;p114"/>
          <p:cNvSpPr txBox="1"/>
          <p:nvPr>
            <p:ph idx="5" type="title"/>
          </p:nvPr>
        </p:nvSpPr>
        <p:spPr>
          <a:xfrm>
            <a:off x="324000" y="809913"/>
            <a:ext cx="81792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option should be selected if we want to find the HCF?</a:t>
            </a:r>
            <a:endParaRPr/>
          </a:p>
        </p:txBody>
      </p:sp>
      <p:pic>
        <p:nvPicPr>
          <p:cNvPr id="1294" name="Google Shape;1294;p1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163" y="2903598"/>
            <a:ext cx="2379275" cy="99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5" name="Google Shape;1295;p1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82375" y="2909685"/>
            <a:ext cx="2379250" cy="9855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6" name="Google Shape;1296;p1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69577" y="2905835"/>
            <a:ext cx="2379250" cy="993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p115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LCM/HCF</a:t>
            </a:r>
            <a:endParaRPr/>
          </a:p>
        </p:txBody>
      </p:sp>
      <p:sp>
        <p:nvSpPr>
          <p:cNvPr id="1302" name="Google Shape;1302;p115"/>
          <p:cNvSpPr txBox="1"/>
          <p:nvPr>
            <p:ph idx="1" type="body"/>
          </p:nvPr>
        </p:nvSpPr>
        <p:spPr>
          <a:xfrm>
            <a:off x="324000" y="810000"/>
            <a:ext cx="8237700" cy="357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On the next slide is a cross number. Use the clues (and your calculator) to complete the cross number.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When you have finished, enter the numbers, left to right, from the shaded squares into your calculator and turn it upside down.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Write down the name you have found.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p116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LCM/HCF</a:t>
            </a:r>
            <a:endParaRPr/>
          </a:p>
        </p:txBody>
      </p:sp>
      <p:sp>
        <p:nvSpPr>
          <p:cNvPr id="1308" name="Google Shape;1308;p116"/>
          <p:cNvSpPr txBox="1"/>
          <p:nvPr>
            <p:ph idx="1" type="body"/>
          </p:nvPr>
        </p:nvSpPr>
        <p:spPr>
          <a:xfrm>
            <a:off x="324000" y="749675"/>
            <a:ext cx="2880000" cy="4042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Across</a:t>
            </a:r>
            <a:br>
              <a:rPr lang="en-GB" sz="1800"/>
            </a:br>
            <a:r>
              <a:rPr lang="en-GB" sz="1800"/>
              <a:t>1) LCM of 13 and 15    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3) HCF of 15 096 </a:t>
            </a:r>
            <a:br>
              <a:rPr lang="en-GB" sz="1800"/>
            </a:br>
            <a:r>
              <a:rPr lang="en-GB" sz="1800"/>
              <a:t>    and 52 836                   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5) LCM of 13 and 9                                 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6) LCM of 49 and 122                                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7) HCF of 289 and 867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8) LCM of 36 and 16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10) HCF of 2032 and 2794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11) LCM of 205 and 754</a:t>
            </a:r>
            <a:endParaRPr sz="1800"/>
          </a:p>
        </p:txBody>
      </p:sp>
      <p:graphicFrame>
        <p:nvGraphicFramePr>
          <p:cNvPr id="1309" name="Google Shape;1309;p116"/>
          <p:cNvGraphicFramePr/>
          <p:nvPr/>
        </p:nvGraphicFramePr>
        <p:xfrm>
          <a:off x="5940000" y="1078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{31B939C3-CD56-4FF9-A220-39AEB3745A5C}</a:tableStyleId>
              </a:tblPr>
              <a:tblGrid>
                <a:gridCol w="360000"/>
                <a:gridCol w="360000"/>
                <a:gridCol w="360000"/>
                <a:gridCol w="360000"/>
                <a:gridCol w="360000"/>
                <a:gridCol w="360000"/>
                <a:gridCol w="360000"/>
                <a:gridCol w="360000"/>
              </a:tblGrid>
              <a:tr h="36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solidFill>
                      <a:schemeClr val="accent5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1310" name="Google Shape;1310;p116"/>
          <p:cNvSpPr txBox="1"/>
          <p:nvPr/>
        </p:nvSpPr>
        <p:spPr>
          <a:xfrm>
            <a:off x="5940000" y="1078175"/>
            <a:ext cx="1056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1" name="Google Shape;1311;p116"/>
          <p:cNvSpPr txBox="1"/>
          <p:nvPr/>
        </p:nvSpPr>
        <p:spPr>
          <a:xfrm>
            <a:off x="7380000" y="1078175"/>
            <a:ext cx="1056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2" name="Google Shape;1312;p116"/>
          <p:cNvSpPr txBox="1"/>
          <p:nvPr/>
        </p:nvSpPr>
        <p:spPr>
          <a:xfrm>
            <a:off x="6660000" y="1078175"/>
            <a:ext cx="1056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3" name="Google Shape;1313;p116"/>
          <p:cNvSpPr txBox="1"/>
          <p:nvPr/>
        </p:nvSpPr>
        <p:spPr>
          <a:xfrm>
            <a:off x="6660000" y="1438175"/>
            <a:ext cx="1056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4" name="Google Shape;1314;p116"/>
          <p:cNvSpPr txBox="1"/>
          <p:nvPr/>
        </p:nvSpPr>
        <p:spPr>
          <a:xfrm>
            <a:off x="8460000" y="1078175"/>
            <a:ext cx="1056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5" name="Google Shape;1315;p116"/>
          <p:cNvSpPr txBox="1"/>
          <p:nvPr>
            <p:ph idx="1" type="body"/>
          </p:nvPr>
        </p:nvSpPr>
        <p:spPr>
          <a:xfrm>
            <a:off x="3099675" y="749666"/>
            <a:ext cx="2766600" cy="3148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Down</a:t>
            </a:r>
            <a:br>
              <a:rPr lang="en-GB" sz="1800"/>
            </a:br>
            <a:r>
              <a:rPr lang="en-GB" sz="1800"/>
              <a:t>1) HCF of 3162 and 5270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2) LCM of 6086 and 8429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3) HCF of 31 008 </a:t>
            </a:r>
            <a:br>
              <a:rPr lang="en-GB" sz="1800"/>
            </a:br>
            <a:r>
              <a:rPr lang="en-GB" sz="1800"/>
              <a:t>    and 85 272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4) LCM of 9214 and 9753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8) HCF of 3440 and 5160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9) LCM of 9 and 19</a:t>
            </a:r>
            <a:endParaRPr sz="1800"/>
          </a:p>
        </p:txBody>
      </p:sp>
      <p:sp>
        <p:nvSpPr>
          <p:cNvPr id="1316" name="Google Shape;1316;p116"/>
          <p:cNvSpPr txBox="1"/>
          <p:nvPr/>
        </p:nvSpPr>
        <p:spPr>
          <a:xfrm>
            <a:off x="7380000" y="1798175"/>
            <a:ext cx="1056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7" name="Google Shape;1317;p116"/>
          <p:cNvSpPr txBox="1"/>
          <p:nvPr/>
        </p:nvSpPr>
        <p:spPr>
          <a:xfrm>
            <a:off x="5940000" y="3598175"/>
            <a:ext cx="1704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8" name="Google Shape;1318;p116"/>
          <p:cNvSpPr txBox="1"/>
          <p:nvPr/>
        </p:nvSpPr>
        <p:spPr>
          <a:xfrm>
            <a:off x="7740000" y="3238175"/>
            <a:ext cx="1704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9" name="Google Shape;1319;p116"/>
          <p:cNvSpPr txBox="1"/>
          <p:nvPr/>
        </p:nvSpPr>
        <p:spPr>
          <a:xfrm>
            <a:off x="5940000" y="2878175"/>
            <a:ext cx="1056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0" name="Google Shape;1320;p116"/>
          <p:cNvSpPr txBox="1"/>
          <p:nvPr/>
        </p:nvSpPr>
        <p:spPr>
          <a:xfrm>
            <a:off x="7740000" y="2518175"/>
            <a:ext cx="1056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1" name="Google Shape;1321;p116"/>
          <p:cNvSpPr txBox="1"/>
          <p:nvPr/>
        </p:nvSpPr>
        <p:spPr>
          <a:xfrm>
            <a:off x="6300000" y="2518175"/>
            <a:ext cx="1056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p117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LCM/HCF</a:t>
            </a:r>
            <a:endParaRPr/>
          </a:p>
        </p:txBody>
      </p:sp>
      <p:sp>
        <p:nvSpPr>
          <p:cNvPr id="1327" name="Google Shape;1327;p117"/>
          <p:cNvSpPr txBox="1"/>
          <p:nvPr>
            <p:ph idx="1" type="body"/>
          </p:nvPr>
        </p:nvSpPr>
        <p:spPr>
          <a:xfrm>
            <a:off x="324000" y="810000"/>
            <a:ext cx="8237700" cy="357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On the next slide is a cross number. Use the clues (and your calculator) to complete the cross number.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When you have finished, enter the numbers, left to right, from the shaded squares into your calculator and turn it upside down.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Write down the name you have found.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p118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LCM/HCF</a:t>
            </a:r>
            <a:endParaRPr/>
          </a:p>
        </p:txBody>
      </p:sp>
      <p:sp>
        <p:nvSpPr>
          <p:cNvPr id="1333" name="Google Shape;1333;p118"/>
          <p:cNvSpPr txBox="1"/>
          <p:nvPr>
            <p:ph idx="1" type="body"/>
          </p:nvPr>
        </p:nvSpPr>
        <p:spPr>
          <a:xfrm>
            <a:off x="324000" y="749675"/>
            <a:ext cx="2911500" cy="4042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Across</a:t>
            </a:r>
            <a:br>
              <a:rPr lang="en-GB" sz="1800"/>
            </a:br>
            <a:r>
              <a:rPr lang="en-GB" sz="1800"/>
              <a:t>1) LCM of 13 and 15    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3) HCF of 15 096 </a:t>
            </a:r>
            <a:br>
              <a:rPr lang="en-GB" sz="1800"/>
            </a:br>
            <a:r>
              <a:rPr lang="en-GB" sz="1800"/>
              <a:t>    and 52 836                   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5) LCM of 13 and 9                                 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6) LCM of 49 and 122                                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7) HCF of 289 and 867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8) LCM of 36 and 16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10) HCF of 2032 and 2794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11) LCM of 205 and 754</a:t>
            </a:r>
            <a:endParaRPr sz="1800"/>
          </a:p>
        </p:txBody>
      </p:sp>
      <p:graphicFrame>
        <p:nvGraphicFramePr>
          <p:cNvPr id="1334" name="Google Shape;1334;p118"/>
          <p:cNvGraphicFramePr/>
          <p:nvPr/>
        </p:nvGraphicFramePr>
        <p:xfrm>
          <a:off x="5940000" y="1078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{31B939C3-CD56-4FF9-A220-39AEB3745A5C}</a:tableStyleId>
              </a:tblPr>
              <a:tblGrid>
                <a:gridCol w="360000"/>
                <a:gridCol w="360000"/>
                <a:gridCol w="360000"/>
                <a:gridCol w="360000"/>
                <a:gridCol w="360000"/>
                <a:gridCol w="360000"/>
                <a:gridCol w="360000"/>
                <a:gridCol w="360000"/>
              </a:tblGrid>
              <a:tr h="36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chemeClr val="accent5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1335" name="Google Shape;1335;p118"/>
          <p:cNvSpPr txBox="1"/>
          <p:nvPr/>
        </p:nvSpPr>
        <p:spPr>
          <a:xfrm>
            <a:off x="5940000" y="1078175"/>
            <a:ext cx="1056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6" name="Google Shape;1336;p118"/>
          <p:cNvSpPr txBox="1"/>
          <p:nvPr/>
        </p:nvSpPr>
        <p:spPr>
          <a:xfrm>
            <a:off x="7380000" y="1078175"/>
            <a:ext cx="1056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7" name="Google Shape;1337;p118"/>
          <p:cNvSpPr txBox="1"/>
          <p:nvPr/>
        </p:nvSpPr>
        <p:spPr>
          <a:xfrm>
            <a:off x="6660000" y="1078175"/>
            <a:ext cx="1056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8" name="Google Shape;1338;p118"/>
          <p:cNvSpPr txBox="1"/>
          <p:nvPr/>
        </p:nvSpPr>
        <p:spPr>
          <a:xfrm>
            <a:off x="6660000" y="1438175"/>
            <a:ext cx="1056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9" name="Google Shape;1339;p118"/>
          <p:cNvSpPr txBox="1"/>
          <p:nvPr/>
        </p:nvSpPr>
        <p:spPr>
          <a:xfrm>
            <a:off x="8460000" y="1078175"/>
            <a:ext cx="1056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0" name="Google Shape;1340;p118"/>
          <p:cNvSpPr txBox="1"/>
          <p:nvPr>
            <p:ph idx="1" type="body"/>
          </p:nvPr>
        </p:nvSpPr>
        <p:spPr>
          <a:xfrm>
            <a:off x="3099675" y="749666"/>
            <a:ext cx="2766600" cy="4042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Down</a:t>
            </a:r>
            <a:br>
              <a:rPr lang="en-GB" sz="1800"/>
            </a:br>
            <a:r>
              <a:rPr lang="en-GB" sz="1800"/>
              <a:t>1) HCF of 3162 and 5270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2) LCM of 6086 and 8429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3) HCF of 31 008 </a:t>
            </a:r>
            <a:br>
              <a:rPr lang="en-GB" sz="1800"/>
            </a:br>
            <a:r>
              <a:rPr lang="en-GB" sz="1800"/>
              <a:t>    and 85 272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4) LCM of 9214 and 9753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8) HCF of 3440 and 5160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9) LCM of 9 and 19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 name is Bill. (7718)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41" name="Google Shape;1341;p118"/>
          <p:cNvSpPr txBox="1"/>
          <p:nvPr/>
        </p:nvSpPr>
        <p:spPr>
          <a:xfrm>
            <a:off x="7380000" y="1798175"/>
            <a:ext cx="1056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2" name="Google Shape;1342;p118"/>
          <p:cNvSpPr txBox="1"/>
          <p:nvPr/>
        </p:nvSpPr>
        <p:spPr>
          <a:xfrm>
            <a:off x="5940000" y="3598175"/>
            <a:ext cx="1704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3" name="Google Shape;1343;p118"/>
          <p:cNvSpPr txBox="1"/>
          <p:nvPr/>
        </p:nvSpPr>
        <p:spPr>
          <a:xfrm>
            <a:off x="7740000" y="3238175"/>
            <a:ext cx="1704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4" name="Google Shape;1344;p118"/>
          <p:cNvSpPr txBox="1"/>
          <p:nvPr/>
        </p:nvSpPr>
        <p:spPr>
          <a:xfrm>
            <a:off x="5940000" y="2878175"/>
            <a:ext cx="1056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5" name="Google Shape;1345;p118"/>
          <p:cNvSpPr txBox="1"/>
          <p:nvPr/>
        </p:nvSpPr>
        <p:spPr>
          <a:xfrm>
            <a:off x="7740000" y="2518175"/>
            <a:ext cx="1056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6" name="Google Shape;1346;p118"/>
          <p:cNvSpPr txBox="1"/>
          <p:nvPr/>
        </p:nvSpPr>
        <p:spPr>
          <a:xfrm>
            <a:off x="6300000" y="2518175"/>
            <a:ext cx="1056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p119"/>
          <p:cNvSpPr txBox="1"/>
          <p:nvPr>
            <p:ph type="title"/>
          </p:nvPr>
        </p:nvSpPr>
        <p:spPr>
          <a:xfrm>
            <a:off x="1684800" y="11912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fx-83/85GT CW for number</a:t>
            </a:r>
            <a:endParaRPr/>
          </a:p>
        </p:txBody>
      </p:sp>
      <p:sp>
        <p:nvSpPr>
          <p:cNvPr id="1352" name="Google Shape;1352;p119"/>
          <p:cNvSpPr txBox="1"/>
          <p:nvPr>
            <p:ph idx="1" type="body"/>
          </p:nvPr>
        </p:nvSpPr>
        <p:spPr>
          <a:xfrm>
            <a:off x="324000" y="810000"/>
            <a:ext cx="8237700" cy="3188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fx-83/85GT CW can perform basic calculations and more.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It can convert between different formats for values.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It can </a:t>
            </a:r>
            <a:r>
              <a:rPr lang="en-GB"/>
              <a:t>quickly calculate the LCM or HCF for a pair of positive integers.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p120"/>
          <p:cNvSpPr txBox="1"/>
          <p:nvPr>
            <p:ph idx="1" type="subTitle"/>
          </p:nvPr>
        </p:nvSpPr>
        <p:spPr>
          <a:xfrm>
            <a:off x="666000" y="1636650"/>
            <a:ext cx="7351200" cy="187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2025.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Casio and Mathematics in Education and </a:t>
            </a:r>
            <a:r>
              <a:rPr lang="en-GB"/>
              <a:t>Industry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358" name="Google Shape;1358;p1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