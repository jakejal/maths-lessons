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61AECA-8452-418D-BD29-9381C04F1F8F}">
  <a:tblStyle styleId="{5161AECA-8452-418D-BD29-9381C04F1F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fx-83/85GT CW for number</a:t>
            </a:r>
            <a:endParaRPr/>
          </a:p>
        </p:txBody>
      </p:sp>
      <p:sp>
        <p:nvSpPr>
          <p:cNvPr id="116" name="Google Shape;11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7" name="Google Shape;117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2"/>
          <p:cNvSpPr txBox="1"/>
          <p:nvPr/>
        </p:nvSpPr>
        <p:spPr>
          <a:xfrm>
            <a:off x="458463" y="1429498"/>
            <a:ext cx="461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Conversions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468000" y="1810482"/>
            <a:ext cx="66240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Convert the following times to hours.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1 hour and 15 mins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= 1.25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2 hours, 20 mins and 20 secs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= 2.338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4 hours, 15 mins and 16 secs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= 4.254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3300728" y="2357906"/>
            <a:ext cx="1221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3257756" y="2698417"/>
            <a:ext cx="1221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468000" y="3327100"/>
            <a:ext cx="66240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Convert the following number of hours to hours, minutes and seconds.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7.25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= 7 hours and 15 minutes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3.7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= 3 hours and 42 minutes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7.42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= 7 hours, 25 minutes and 12 seconds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d) 3.63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= 3 hours, 37 minutes and 48 seconds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458475" y="5246975"/>
            <a:ext cx="6633600" cy="24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3) Fill in the gaps.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121 = 11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5500 = 2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×  5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× 11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384 =  2 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×  3 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aseline="30000"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d) 351 = 3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×  ? 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× 13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 value represented by the question marks should equal 1.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This can be done by having a base of 1 and any exponent or by having any base and an exponent of 0.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1029550" y="5601602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1502295" y="5919161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1281012" y="5914140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1252464" y="6262658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1025275" y="6282743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1688902" y="6262658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476771" y="6267066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1165517" y="6590083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1633466" y="6589860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1416315" y="6604925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fx-83/85GT CW for number</a:t>
            </a:r>
            <a:endParaRPr/>
          </a:p>
        </p:txBody>
      </p:sp>
      <p:sp>
        <p:nvSpPr>
          <p:cNvPr id="139" name="Google Shape;139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v2.5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2" name="Google Shape;142;p13"/>
          <p:cNvSpPr txBox="1"/>
          <p:nvPr/>
        </p:nvSpPr>
        <p:spPr>
          <a:xfrm>
            <a:off x="468002" y="720000"/>
            <a:ext cx="552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LCM/HCF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468000" y="1034699"/>
            <a:ext cx="66240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Below is a cross number. Use the clues (and your calculator) to complete the cross number.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When you have finished, enter the numbers, left to right, from the shaded squares into your calculator and turn it upside down.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Write down the name you have found.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468000" y="2489875"/>
            <a:ext cx="2332800" cy="27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Across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LCM of 13 and 15   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3) HCF of 15 096 and 52 836                  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5) LCM of 13 and 9                                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6) LCM of 49 and 122                               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7) HCF of 289 and 867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8) LCM of 36 and 16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10) HCF of 2032 and 2794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11) LCM of 205 and 754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5" name="Google Shape;145;p13"/>
          <p:cNvGraphicFramePr/>
          <p:nvPr/>
        </p:nvGraphicFramePr>
        <p:xfrm>
          <a:off x="2340000" y="573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{5161AECA-8452-418D-BD29-9381C04F1F8F}</a:tableStyleId>
              </a:tblPr>
              <a:tblGrid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</a:tblGrid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037B7D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46" name="Google Shape;146;p13"/>
          <p:cNvSpPr txBox="1"/>
          <p:nvPr/>
        </p:nvSpPr>
        <p:spPr>
          <a:xfrm>
            <a:off x="2340000" y="573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3780000" y="573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3060000" y="573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3060000" y="609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4860000" y="573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3420000" y="2489875"/>
            <a:ext cx="2792400" cy="27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Down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HCF of 3162 and 5270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LCM of 6086 and 8429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3) HCF of 31 008 and 85 272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4) LCM of 9214 and 9753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8) HCF of 3440 and 5160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9) LCM of 9 and 19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The name is Bill. (7718)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3780000" y="645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2340000" y="8252825"/>
            <a:ext cx="1704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4140000" y="7892825"/>
            <a:ext cx="1704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2340000" y="753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3"/>
          <p:cNvSpPr txBox="1"/>
          <p:nvPr/>
        </p:nvSpPr>
        <p:spPr>
          <a:xfrm>
            <a:off x="4140000" y="717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2700000" y="717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