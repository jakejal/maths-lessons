
<file path=[Content_Types].xml><?xml version="1.0" encoding="utf-8"?>
<Types xmlns="http://schemas.openxmlformats.org/package/2006/content-types">
  <Default Extension="rels" ContentType="application/vnd.openxmlformats-package.relationships+xml"/>
  <Default Extension="xml" ContentType="application/xml"/>
  <Default Extension="jpeg" ContentType="image/jpeg"/>
  <Default Extension="fntdata" ContentType="application/x-fontdata"/>
  <Default Extension="png" ContentType="image/png"/>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entation.xml" ContentType="application/vnd.openxmlformats-officedocument.presentationml.presentation.main+xml"/>
  <Override PartName="/ppt/presProps.xml" ContentType="application/vnd.openxmlformats-officedocument.presentationml.presProp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&#65279;<?xml version="1.0" encoding="utf-8" standalone="yes"?><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officeDocument/2006/relationships/extended-properties" Target="docProps/app.xml" /><Relationship Id="rId4" Type="http://schemas.openxmlformats.org/package/2006/relationships/metadata/thumbnail" Target="docProps/thumbnail.jpeg" /></Relationships>
</file>

<file path=ppt/presentation.xml><?xml version="1.0" encoding="utf-8"?>
<!--Generated by Aspose.Slides for .NET 24.2-->
<p:presentation xmlns:r="http://schemas.openxmlformats.org/officeDocument/2006/relationships" xmlns:a="http://schemas.openxmlformats.org/drawingml/2006/main" xmlns:p="http://schemas.openxmlformats.org/presentationml/2006/main" strictFirstAndLastChars="0" embedTrueTypeFonts="1" saveSubsetFonts="1" autoCompressPictures="0">
  <p:sldMasterIdLst>
    <p:sldMasterId id="2147483665" r:id="rId1"/>
    <p:sldMasterId id="2147483666" r:id="rId2"/>
  </p:sldMasterIdLst>
  <p:notesMasterIdLst>
    <p:notesMasterId r:id="rId3"/>
  </p:notesMasterIdLst>
  <p:sldIdLst>
    <p:sldId id="256" r:id="rId4"/>
    <p:sldId id="257" r:id="rId5"/>
    <p:sldId id="258" r:id="rId6"/>
  </p:sldIdLst>
  <p:sldSz cx="7560000" cy="10692000"/>
  <p:notesSz cx="6858000" cy="9144000"/>
  <p:embeddedFontLst>
    <p:embeddedFont>
      <p:font typeface="Lexend" panose="00000000000000000000"/>
      <p:regular r:id="rId8"/>
    </p:embeddedFont>
    <p:embeddedFont>
      <p:font typeface="Kalam" panose="02000000000000000000"/>
      <p:regular r:id="rId9"/>
    </p:embeddedFont>
    <p:embeddedFont>
      <p:font typeface="Lexend Medium" panose="00000000000000000000"/>
      <p:regular r:id="rId10"/>
    </p:embeddedFont>
    <p:embeddedFont>
      <p:font typeface="Lexend Light" panose="00000000000000000000"/>
      <p:regular r:id="rId11"/>
    </p:embeddedFont>
  </p:embeddedFontLst>
  <p:custDataLst>
    <p:tags r:id="rId7"/>
  </p:custDataLst>
  <p:defaultTextStyle>
    <a:defPPr marR="0" lvl="0" algn="l" rtl="0">
      <a:lnSpc>
        <a:spcPct val="100000"/>
      </a:lnSpc>
      <a:spcBef>
        <a:spcPct val="0"/>
      </a:spcBef>
      <a:spcAft>
        <a:spcPct val="0"/>
      </a:spcAft>
    </a:defPPr>
    <a:lvl1pPr marR="0" lvl="0"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r="http://schemas.openxmlformats.org/officeDocument/2006/relationships" xmlns:a="http://schemas.openxmlformats.org/drawingml/2006/main" xmlns:p="http://schemas.openxmlformats.org/presentationml/2006/main">
  <p:showPr showNarration="1">
    <p:present/>
    <p:extLs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 uri="{1BD7E111-0CB8-44D6-8891-C1BB2F81B7CC}">
      <p1710:readonlyRecommended xmlns:p1710="http://schemas.microsoft.com/office/powerpoint/2017/10/main" val="0"/>
    </p:ext>
  </p:extLst>
</p:presentationPr>
</file>

<file path=ppt/tableStyles.xml><?xml version="1.0" encoding="utf-8"?>
<a:tblStyleLst xmlns:r="http://schemas.openxmlformats.org/officeDocument/2006/relationships"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horzBarState="maximized">
    <p:restoredLeft sz="16000"/>
    <p:restoredTop sz="0"/>
  </p:normalViewPr>
  <p:slideViewPr>
    <p:cSldViewPr>
      <p:cViewPr>
        <p:scale>
          <a:sx n="73" d="100"/>
          <a:sy n="73" d="100"/>
        </p:scale>
        <p:origin x="0" y="0"/>
      </p:cViewPr>
    </p:cSldViewPr>
  </p:slideViewPr>
  <p:notesViewPr>
    <p:cSldViewPr>
      <p:cViewPr>
        <p:scale>
          <a:sx n="1" d="100"/>
          <a:sy n="1" d="100"/>
        </p:scale>
        <p:origin x="0" y="0"/>
      </p:cViewPr>
    </p:cSldViewPr>
  </p:notesViewPr>
</p:viewPr>
</file>

<file path=ppt/_rels/presentation.xml.rels>&#65279;<?xml version="1.0" encoding="utf-8" standalone="yes"?><Relationships xmlns="http://schemas.openxmlformats.org/package/2006/relationships"><Relationship Id="rId1" Type="http://schemas.openxmlformats.org/officeDocument/2006/relationships/slideMaster" Target="slideMasters/slideMaster1.xml" /><Relationship Id="rId10" Type="http://schemas.openxmlformats.org/officeDocument/2006/relationships/font" Target="fonts/font3.fntdata" /><Relationship Id="rId11" Type="http://schemas.openxmlformats.org/officeDocument/2006/relationships/font" Target="fonts/font4.fntdata" /><Relationship Id="rId12" Type="http://schemas.openxmlformats.org/officeDocument/2006/relationships/presProps" Target="presProps.xml" /><Relationship Id="rId13" Type="http://schemas.openxmlformats.org/officeDocument/2006/relationships/viewProps" Target="viewProps.xml" /><Relationship Id="rId14" Type="http://schemas.openxmlformats.org/officeDocument/2006/relationships/theme" Target="theme/theme1.xml" /><Relationship Id="rId15" Type="http://schemas.openxmlformats.org/officeDocument/2006/relationships/tableStyles" Target="tableStyles.xml" /><Relationship Id="rId2" Type="http://schemas.openxmlformats.org/officeDocument/2006/relationships/slideMaster" Target="slideMasters/slideMaster2.xml" /><Relationship Id="rId3" Type="http://schemas.openxmlformats.org/officeDocument/2006/relationships/notesMaster" Target="notesMasters/notesMaster1.xml" /><Relationship Id="rId4" Type="http://schemas.openxmlformats.org/officeDocument/2006/relationships/slide" Target="slides/slide1.xml" /><Relationship Id="rId5" Type="http://schemas.openxmlformats.org/officeDocument/2006/relationships/slide" Target="slides/slide2.xml" /><Relationship Id="rId6" Type="http://schemas.openxmlformats.org/officeDocument/2006/relationships/slide" Target="slides/slide3.xml" /><Relationship Id="rId7" Type="http://schemas.openxmlformats.org/officeDocument/2006/relationships/tags" Target="tags/tag1.xml" /><Relationship Id="rId8" Type="http://schemas.openxmlformats.org/officeDocument/2006/relationships/font" Target="fonts/font1.fntdata" /><Relationship Id="rId9" Type="http://schemas.openxmlformats.org/officeDocument/2006/relationships/font" Target="fonts/font2.fntdata" /></Relationships>
</file>

<file path=ppt/notesMasters/_rels/notesMaster1.xml.rels>&#65279;<?xml version="1.0" encoding="utf-8" standalone="yes"?><Relationships xmlns="http://schemas.openxmlformats.org/package/2006/relationships"><Relationship Id="rId1" Type="http://schemas.openxmlformats.org/officeDocument/2006/relationships/theme" Target="../theme/theme3.xml" /></Relationships>
</file>

<file path=ppt/notesMasters/notesMaster1.xml><?xml version="1.0" encoding="utf-8"?>
<p:notesMaster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2" name="Shape 2"/>
        <p:cNvGrpSpPr/>
        <p:nvPr/>
      </p:nvGrpSpPr>
      <p:grpSpPr>
        <a:xfrm>
          <a:off x="0" y="0"/>
          <a:ext cx="0" cy="0"/>
        </a:xfrm>
      </p:grpSpPr>
      <p:sp>
        <p:nvSpPr>
          <p:cNvPr id="3" name="Google Shape;3;n"/>
          <p:cNvSpPr/>
          <p:nvPr>
            <p:ph type="sldImg" idx="2"/>
          </p:nvPr>
        </p:nvSpPr>
        <p:spPr>
          <a:xfrm>
            <a:off x="2217050" y="685800"/>
            <a:ext cx="2424600" cy="3429000"/>
          </a:xfrm>
          <a:custGeom>
            <a:rect l="l" t="t" r="r" b="b"/>
            <a:pathLst>
              <a:path w="119999" h="119999"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ct val="0"/>
              </a:spcBef>
              <a:spcAft>
                <a:spcPct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ct val="0"/>
              </a:spcBef>
              <a:spcAft>
                <a:spcPct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ct val="0"/>
              </a:spcBef>
              <a:spcAft>
                <a:spcPct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ct val="0"/>
              </a:spcBef>
              <a:spcAft>
                <a:spcPct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ct val="0"/>
              </a:spcBef>
              <a:spcAft>
                <a:spcPct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ct val="0"/>
              </a:spcBef>
              <a:spcAft>
                <a:spcPct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ct val="0"/>
              </a:spcBef>
              <a:spcAft>
                <a:spcPct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ct val="0"/>
              </a:spcBef>
              <a:spcAft>
                <a:spcPct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ct val="0"/>
              </a:spcBef>
              <a:spcAft>
                <a:spcPct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p:txBody>
      </p:sp>
    </p:spTree>
  </p:cSld>
  <p:clrMap bg1="lt1" tx1="dk1" bg2="dk2" tx2="lt2" accent1="accent1" accent2="accent2" accent3="accent3" accent4="accent4" accent5="accent5" accent6="accent6" hlink="hlink" folHlink="folHlink"/>
  <p:notesStyle>
    <a:defPPr marR="0" lvl="0" algn="l" rtl="0">
      <a:lnSpc>
        <a:spcPct val="100000"/>
      </a:lnSpc>
      <a:spcBef>
        <a:spcPct val="0"/>
      </a:spcBef>
      <a:spcAft>
        <a:spcPct val="0"/>
      </a:spcAft>
    </a:defPPr>
    <a:lvl1pPr marR="0" lvl="0"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&#65279;<?xml version="1.0" encoding="utf-8" standalone="yes"?><Relationships xmlns="http://schemas.openxmlformats.org/package/2006/relationships"><Relationship Id="rId1" Type="http://schemas.openxmlformats.org/officeDocument/2006/relationships/slide" Target="../slides/slide1.xml" /><Relationship Id="rId2" Type="http://schemas.openxmlformats.org/officeDocument/2006/relationships/notesMaster" Target="../notesMasters/notesMaster1.xml" /></Relationships>
</file>

<file path=ppt/notesSlides/_rels/notesSlide2.xml.rels>&#65279;<?xml version="1.0" encoding="utf-8" standalone="yes"?><Relationships xmlns="http://schemas.openxmlformats.org/package/2006/relationships"><Relationship Id="rId1" Type="http://schemas.openxmlformats.org/officeDocument/2006/relationships/slide" Target="../slides/slide2.xml" /><Relationship Id="rId2" Type="http://schemas.openxmlformats.org/officeDocument/2006/relationships/notesMaster" Target="../notesMasters/notesMaster1.xml" /></Relationships>
</file>

<file path=ppt/notesSlides/_rels/notesSlide3.xml.rels>&#65279;<?xml version="1.0" encoding="utf-8" standalone="yes"?><Relationships xmlns="http://schemas.openxmlformats.org/package/2006/relationships"><Relationship Id="rId1" Type="http://schemas.openxmlformats.org/officeDocument/2006/relationships/slide" Target="../slides/slide3.xml" /><Relationship Id="rId2"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showMasterSp="0" showMasterPhAnim="0">
  <p:cSld name="">
    <p:spTree>
      <p:nvGrpSpPr>
        <p:cNvPr id="155" name="Shape 155"/>
        <p:cNvGrpSpPr/>
        <p:nvPr/>
      </p:nvGrpSpPr>
      <p:grpSpPr>
        <a:xfrm>
          <a:off x="0" y="0"/>
          <a:ext cx="0" cy="0"/>
        </a:xfrm>
      </p:grpSpPr>
      <p:sp>
        <p:nvSpPr>
          <p:cNvPr id="156" name="Google Shape;156;g27996905f60_0_125:notes"/>
          <p:cNvSpPr/>
          <p:nvPr>
            <p:ph type="sldImg" idx="2"/>
          </p:nvPr>
        </p:nvSpPr>
        <p:spPr>
          <a:xfrm>
            <a:off x="2217050" y="685800"/>
            <a:ext cx="2424600" cy="3429000"/>
          </a:xfrm>
          <a:custGeom>
            <a:rect l="l" t="t" r="r" b="b"/>
            <a:pathLst>
              <a:path w="119999" h="119999" extrusionOk="0">
                <a:moveTo>
                  <a:pt x="0" y="0"/>
                </a:moveTo>
                <a:lnTo>
                  <a:pt x="120000" y="0"/>
                </a:lnTo>
                <a:lnTo>
                  <a:pt x="120000" y="120000"/>
                </a:lnTo>
                <a:lnTo>
                  <a:pt x="0" y="120000"/>
                </a:lnTo>
                <a:close/>
              </a:path>
            </a:pathLst>
          </a:custGeom>
        </p:spPr>
      </p:sp>
      <p:sp>
        <p:nvSpPr>
          <p:cNvPr id="157" name="Google Shape;157;g27996905f60_0_125: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ct val="0"/>
              </a:spcBef>
              <a:spcAft>
                <a:spcPct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showMasterSp="0" showMasterPhAnim="0">
  <p:cSld name="">
    <p:spTree>
      <p:nvGrpSpPr>
        <p:cNvPr id="208" name="Shape 208"/>
        <p:cNvGrpSpPr/>
        <p:nvPr/>
      </p:nvGrpSpPr>
      <p:grpSpPr>
        <a:xfrm>
          <a:off x="0" y="0"/>
          <a:ext cx="0" cy="0"/>
        </a:xfrm>
      </p:grpSpPr>
      <p:sp>
        <p:nvSpPr>
          <p:cNvPr id="209" name="Google Shape;209;g2be1aa20872_0_0:notes"/>
          <p:cNvSpPr/>
          <p:nvPr>
            <p:ph type="sldImg" idx="2"/>
          </p:nvPr>
        </p:nvSpPr>
        <p:spPr>
          <a:xfrm>
            <a:off x="2217050" y="685800"/>
            <a:ext cx="2424600" cy="3429000"/>
          </a:xfrm>
          <a:custGeom>
            <a:rect l="l" t="t" r="r" b="b"/>
            <a:pathLst>
              <a:path w="119999" h="119999" extrusionOk="0">
                <a:moveTo>
                  <a:pt x="0" y="0"/>
                </a:moveTo>
                <a:lnTo>
                  <a:pt x="120000" y="0"/>
                </a:lnTo>
                <a:lnTo>
                  <a:pt x="120000" y="120000"/>
                </a:lnTo>
                <a:lnTo>
                  <a:pt x="0" y="120000"/>
                </a:lnTo>
                <a:close/>
              </a:path>
            </a:pathLst>
          </a:custGeom>
        </p:spPr>
      </p:sp>
      <p:sp>
        <p:nvSpPr>
          <p:cNvPr id="210" name="Google Shape;210;g2be1aa20872_0_0: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ct val="0"/>
              </a:spcBef>
              <a:spcAft>
                <a:spcPct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showMasterSp="0" showMasterPhAnim="0">
  <p:cSld name="">
    <p:spTree>
      <p:nvGrpSpPr>
        <p:cNvPr id="227" name="Shape 227"/>
        <p:cNvGrpSpPr/>
        <p:nvPr/>
      </p:nvGrpSpPr>
      <p:grpSpPr>
        <a:xfrm>
          <a:off x="0" y="0"/>
          <a:ext cx="0" cy="0"/>
        </a:xfrm>
      </p:grpSpPr>
      <p:sp>
        <p:nvSpPr>
          <p:cNvPr id="228" name="Google Shape;228;g27996905f60_0_130:notes"/>
          <p:cNvSpPr/>
          <p:nvPr>
            <p:ph type="sldImg" idx="2"/>
          </p:nvPr>
        </p:nvSpPr>
        <p:spPr>
          <a:xfrm>
            <a:off x="2217050" y="685800"/>
            <a:ext cx="2424600" cy="3429000"/>
          </a:xfrm>
          <a:custGeom>
            <a:rect l="l" t="t" r="r" b="b"/>
            <a:pathLst>
              <a:path w="119999" h="119999" extrusionOk="0">
                <a:moveTo>
                  <a:pt x="0" y="0"/>
                </a:moveTo>
                <a:lnTo>
                  <a:pt x="120000" y="0"/>
                </a:lnTo>
                <a:lnTo>
                  <a:pt x="120000" y="120000"/>
                </a:lnTo>
                <a:lnTo>
                  <a:pt x="0" y="120000"/>
                </a:lnTo>
                <a:close/>
              </a:path>
            </a:pathLst>
          </a:custGeom>
        </p:spPr>
      </p:sp>
      <p:sp>
        <p:nvSpPr>
          <p:cNvPr id="229" name="Google Shape;229;g27996905f60_0_130: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ct val="0"/>
              </a:spcBef>
              <a:spcAft>
                <a:spcPct val="0"/>
              </a:spcAft>
              <a:buNone/>
            </a:pPr>
            <a:endParaRPr/>
          </a:p>
        </p:txBody>
      </p:sp>
    </p:spTree>
  </p:cSld>
  <p:clrMapOvr>
    <a:masterClrMapping/>
  </p:clrMapOvr>
</p:notes>
</file>

<file path=ppt/slideLayouts/_rels/slideLayout1.xml.rels>&#65279;<?xml version="1.0" encoding="utf-8" standalone="yes"?><Relationships xmlns="http://schemas.openxmlformats.org/package/2006/relationships"><Relationship Id="rId1" Type="http://schemas.openxmlformats.org/officeDocument/2006/relationships/image" Target="../media/image1.png" /><Relationship Id="rId2" Type="http://schemas.openxmlformats.org/officeDocument/2006/relationships/image" Target="../media/image2.png" /><Relationship Id="rId3" Type="http://schemas.openxmlformats.org/officeDocument/2006/relationships/slideMaster" Target="../slideMasters/slideMaster1.xml" /></Relationships>
</file>

<file path=ppt/slideLayouts/_rels/slideLayout2.xml.rels>&#65279;<?xml version="1.0" encoding="utf-8" standalone="yes"?><Relationships xmlns="http://schemas.openxmlformats.org/package/2006/relationships"><Relationship Id="rId1" Type="http://schemas.openxmlformats.org/officeDocument/2006/relationships/image" Target="../media/image1.png" /><Relationship Id="rId2" Type="http://schemas.openxmlformats.org/officeDocument/2006/relationships/image" Target="../media/image2.png" /><Relationship Id="rId3" Type="http://schemas.openxmlformats.org/officeDocument/2006/relationships/slideMaster" Target="../slideMasters/slideMaster1.xml" /></Relationships>
</file>

<file path=ppt/slideLayouts/_rels/slideLayout3.xml.rels>&#65279;<?xml version="1.0" encoding="utf-8" standalone="yes"?><Relationships xmlns="http://schemas.openxmlformats.org/package/2006/relationships"><Relationship Id="rId1" Type="http://schemas.openxmlformats.org/officeDocument/2006/relationships/image" Target="../media/image1.png" /><Relationship Id="rId2" Type="http://schemas.openxmlformats.org/officeDocument/2006/relationships/slideMaster" Target="../slideMasters/slideMaster1.xml" /></Relationships>
</file>

<file path=ppt/slideLayouts/_rels/slideLayout4.xml.rels>&#65279;<?xml version="1.0" encoding="utf-8" standalone="yes"?><Relationships xmlns="http://schemas.openxmlformats.org/package/2006/relationships"><Relationship Id="rId1" Type="http://schemas.openxmlformats.org/officeDocument/2006/relationships/image" Target="../media/image1.png" /><Relationship Id="rId2" Type="http://schemas.openxmlformats.org/officeDocument/2006/relationships/slideMaster" Target="../slideMasters/slideMaster1.xml" /></Relationships>
</file>

<file path=ppt/slideLayouts/_rels/slideLayout5.xml.rels>&#65279;<?xml version="1.0" encoding="utf-8" standalone="yes"?><Relationships xmlns="http://schemas.openxmlformats.org/package/2006/relationships"><Relationship Id="rId1" Type="http://schemas.openxmlformats.org/officeDocument/2006/relationships/image" Target="../media/image1.png" /><Relationship Id="rId2" Type="http://schemas.openxmlformats.org/officeDocument/2006/relationships/slideMaster" Target="../slideMasters/slideMaster1.xml" /></Relationships>
</file>

<file path=ppt/slideLayouts/_rels/slideLayout6.xml.rels>&#65279;<?xml version="1.0" encoding="utf-8" standalone="yes"?><Relationships xmlns="http://schemas.openxmlformats.org/package/2006/relationships"><Relationship Id="rId1" Type="http://schemas.openxmlformats.org/officeDocument/2006/relationships/image" Target="../media/image1.png" /><Relationship Id="rId2" Type="http://schemas.openxmlformats.org/officeDocument/2006/relationships/slideMaster" Target="../slideMasters/slideMaster1.xml" /></Relationships>
</file>

<file path=ppt/slideLayouts/_rels/slideLayout7.xml.rels>&#65279;<?xml version="1.0" encoding="utf-8" standalone="yes"?><Relationships xmlns="http://schemas.openxmlformats.org/package/2006/relationships"><Relationship Id="rId1" Type="http://schemas.openxmlformats.org/officeDocument/2006/relationships/image" Target="../media/image1.png" /><Relationship Id="rId2" Type="http://schemas.openxmlformats.org/officeDocument/2006/relationships/slideMaster" Target="../slideMasters/slideMaster1.xml" /></Relationships>
</file>

<file path=ppt/slideLayouts/_rels/slideLayout8.xml.rels>&#65279;<?xml version="1.0" encoding="utf-8" standalone="yes"?><Relationships xmlns="http://schemas.openxmlformats.org/package/2006/relationships"><Relationship Id="rId1" Type="http://schemas.openxmlformats.org/officeDocument/2006/relationships/image" Target="../media/image1.png" /><Relationship Id="rId2" Type="http://schemas.openxmlformats.org/officeDocument/2006/relationships/image" Target="../media/image3.png" /><Relationship Id="rId3" Type="http://schemas.openxmlformats.org/officeDocument/2006/relationships/image" Target="../media/image4.png" /><Relationship Id="rId4" Type="http://schemas.openxmlformats.org/officeDocument/2006/relationships/slideMaster" Target="../slideMasters/slideMaster2.xml" /></Relationships>
</file>

<file path=ppt/slideLayouts/_rels/slideLayout9.xml.rels>&#65279;<?xml version="1.0" encoding="utf-8" standalone="yes"?><Relationships xmlns="http://schemas.openxmlformats.org/package/2006/relationships"><Relationship Id="rId1" Type="http://schemas.openxmlformats.org/officeDocument/2006/relationships/image" Target="../media/image1.png" /><Relationship Id="rId2" Type="http://schemas.openxmlformats.org/officeDocument/2006/relationships/image" Target="../media/image4.png" /><Relationship Id="rId3" Type="http://schemas.openxmlformats.org/officeDocument/2006/relationships/image" Target="../media/image3.png" /><Relationship Id="rId4" Type="http://schemas.openxmlformats.org/officeDocument/2006/relationships/slideMaster" Target="../slideMasters/slideMaster2.xml" /></Relationships>
</file>

<file path=ppt/slideLayouts/_rels/slideLayout10.xml.rels>&#65279;<?xml version="1.0" encoding="utf-8" standalone="yes"?><Relationships xmlns="http://schemas.openxmlformats.org/package/2006/relationships"><Relationship Id="rId1" Type="http://schemas.openxmlformats.org/officeDocument/2006/relationships/image" Target="../media/image1.png" /><Relationship Id="rId2" Type="http://schemas.openxmlformats.org/officeDocument/2006/relationships/slideMaster" Target="../slideMasters/slideMaster2.xml" /></Relationships>
</file>

<file path=ppt/slideLayouts/_rels/slideLayout11.xml.rels>&#65279;<?xml version="1.0" encoding="utf-8" standalone="yes"?><Relationships xmlns="http://schemas.openxmlformats.org/package/2006/relationships"><Relationship Id="rId1" Type="http://schemas.openxmlformats.org/officeDocument/2006/relationships/image" Target="../media/image1.png" /><Relationship Id="rId2" Type="http://schemas.openxmlformats.org/officeDocument/2006/relationships/hyperlink" Target="https://www.nationalarchives.gov.uk/doc/open-government-licence/version/3/" TargetMode="External" /><Relationship Id="rId3" Type="http://schemas.openxmlformats.org/officeDocument/2006/relationships/hyperlink" Target="https://www.thenational.academy/legal/terms-and-conditions" TargetMode="External" /><Relationship Id="rId4" Type="http://schemas.openxmlformats.org/officeDocument/2006/relationships/slideMaster" Target="../slideMasters/slideMaster2.xml" /></Relationships>
</file>

<file path=ppt/slideLayouts/_rels/slideLayout12.xml.rels>&#65279;<?xml version="1.0" encoding="utf-8" standalone="yes"?><Relationships xmlns="http://schemas.openxmlformats.org/package/2006/relationships"><Relationship Id="rId1" Type="http://schemas.openxmlformats.org/officeDocument/2006/relationships/image" Target="../media/image1.png" /><Relationship Id="rId2" Type="http://schemas.openxmlformats.org/officeDocument/2006/relationships/image" Target="../media/image4.png" /><Relationship Id="rId3" Type="http://schemas.openxmlformats.org/officeDocument/2006/relationships/image" Target="../media/image3.png" /><Relationship Id="rId4" Type="http://schemas.openxmlformats.org/officeDocument/2006/relationships/hyperlink" Target="https://www.nationalarchives.gov.uk/doc/open-government-licence/version/3/" TargetMode="External" /><Relationship Id="rId5" Type="http://schemas.openxmlformats.org/officeDocument/2006/relationships/hyperlink" Target="https://www.thenational.academy/legal/terms-and-conditions" TargetMode="External" /><Relationship Id="rId6" Type="http://schemas.openxmlformats.org/officeDocument/2006/relationships/slideMaster" Target="../slideMasters/slideMaster2.xml" /></Relationships>
</file>

<file path=ppt/slideLayouts/_rels/slideLayout13.xml.rels>&#65279;<?xml version="1.0" encoding="utf-8" standalone="yes"?><Relationships xmlns="http://schemas.openxmlformats.org/package/2006/relationships"><Relationship Id="rId1" Type="http://schemas.openxmlformats.org/officeDocument/2006/relationships/image" Target="../media/image1.png" /><Relationship Id="rId2" Type="http://schemas.openxmlformats.org/officeDocument/2006/relationships/image" Target="../media/image4.png" /><Relationship Id="rId3" Type="http://schemas.openxmlformats.org/officeDocument/2006/relationships/image" Target="../media/image3.png" /><Relationship Id="rId4" Type="http://schemas.openxmlformats.org/officeDocument/2006/relationships/hyperlink" Target="https://www.nationalarchives.gov.uk/doc/open-government-licence/version/3/" TargetMode="External" /><Relationship Id="rId5" Type="http://schemas.openxmlformats.org/officeDocument/2006/relationships/hyperlink" Target="https://www.thenational.academy/legal/terms-and-conditions" TargetMode="External" /><Relationship Id="rId6" Type="http://schemas.openxmlformats.org/officeDocument/2006/relationships/slideMaster" Target="../slideMasters/slideMaster2.xml" /></Relationships>
</file>

<file path=ppt/slideLayouts/_rels/slideLayout14.xml.rels>&#65279;<?xml version="1.0" encoding="utf-8" standalone="yes"?><Relationships xmlns="http://schemas.openxmlformats.org/package/2006/relationships"><Relationship Id="rId1" Type="http://schemas.openxmlformats.org/officeDocument/2006/relationships/image" Target="../media/image1.png" /><Relationship Id="rId2" Type="http://schemas.openxmlformats.org/officeDocument/2006/relationships/image" Target="../media/image4.png" /><Relationship Id="rId3" Type="http://schemas.openxmlformats.org/officeDocument/2006/relationships/image" Target="../media/image3.png" /><Relationship Id="rId4" Type="http://schemas.openxmlformats.org/officeDocument/2006/relationships/slideMaster" Target="../slideMasters/slideMaster2.xml" /></Relationships>
</file>

<file path=ppt/slideLayouts/_rels/slideLayout15.xml.rels>&#65279;<?xml version="1.0" encoding="utf-8" standalone="yes"?><Relationships xmlns="http://schemas.openxmlformats.org/package/2006/relationships"><Relationship Id="rId1" Type="http://schemas.openxmlformats.org/officeDocument/2006/relationships/image" Target="../media/image1.png" /><Relationship Id="rId2" Type="http://schemas.openxmlformats.org/officeDocument/2006/relationships/slideMaster" Target="../slideMasters/slideMaster2.xml" /></Relationships>
</file>

<file path=ppt/slideLayouts/_rels/slideLayout16.xml.rels>&#65279;<?xml version="1.0" encoding="utf-8" standalone="yes"?><Relationships xmlns="http://schemas.openxmlformats.org/package/2006/relationships"><Relationship Id="rId1" Type="http://schemas.openxmlformats.org/officeDocument/2006/relationships/image" Target="../media/image1.png" /><Relationship Id="rId2" Type="http://schemas.openxmlformats.org/officeDocument/2006/relationships/hyperlink" Target="https://www.nationalarchives.gov.uk/doc/open-government-licence/version/3/" TargetMode="External" /><Relationship Id="rId3" Type="http://schemas.openxmlformats.org/officeDocument/2006/relationships/hyperlink" Target="https://www.thenational.academy/legal/terms-and-conditions" TargetMode="External" /><Relationship Id="rId4" Type="http://schemas.openxmlformats.org/officeDocument/2006/relationships/slideMaster" Target="../slideMasters/slideMaster2.xml" /></Relationships>
</file>

<file path=ppt/slideLayouts/_rels/slideLayout17.xml.rels>&#65279;<?xml version="1.0" encoding="utf-8" standalone="yes"?><Relationships xmlns="http://schemas.openxmlformats.org/package/2006/relationships"><Relationship Id="rId1" Type="http://schemas.openxmlformats.org/officeDocument/2006/relationships/image" Target="../media/image1.png" /><Relationship Id="rId2" Type="http://schemas.openxmlformats.org/officeDocument/2006/relationships/image" Target="../media/image4.png" /><Relationship Id="rId3" Type="http://schemas.openxmlformats.org/officeDocument/2006/relationships/image" Target="../media/image3.png" /><Relationship Id="rId4" Type="http://schemas.openxmlformats.org/officeDocument/2006/relationships/hyperlink" Target="https://www.nationalarchives.gov.uk/doc/open-government-licence/version/3/" TargetMode="External" /><Relationship Id="rId5" Type="http://schemas.openxmlformats.org/officeDocument/2006/relationships/hyperlink" Target="https://www.thenational.academy/legal/terms-and-conditions" TargetMode="External" /><Relationship Id="rId6" Type="http://schemas.openxmlformats.org/officeDocument/2006/relationships/slideMaster" Target="../slideMasters/slideMaster2.xml" /></Relationships>
</file>

<file path=ppt/slideLayouts/slideLayout1.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SEC FRONT COL 1">
  <p:cSld name="SECTION_HEADER_1_1_1_1_1_1_1_1_1">
    <p:spTree>
      <p:nvGrpSpPr>
        <p:cNvPr id="9" name="Shape 9"/>
        <p:cNvGrpSpPr/>
        <p:nvPr/>
      </p:nvGrpSpPr>
      <p:grpSpPr>
        <a:xfrm>
          <a:off x="0" y="0"/>
          <a:ext cx="0" cy="0"/>
        </a:xfrm>
      </p:grpSpPr>
      <p:sp>
        <p:nvSpPr>
          <p:cNvPr id="10" name="Google Shape;10;p2"/>
          <p:cNvSpPr txBox="1"/>
          <p:nvPr>
            <p:ph type="title"/>
          </p:nvPr>
        </p:nvSpPr>
        <p:spPr>
          <a:xfrm>
            <a:off x="468000" y="266700"/>
            <a:ext cx="6624000" cy="432000"/>
          </a:xfrm>
          <a:prstGeom prst="rect">
            <a:avLst/>
          </a:prstGeom>
        </p:spPr>
        <p:txBody>
          <a:bodyPr spcFirstLastPara="1" wrap="square" lIns="0" tIns="91425" rIns="91425" bIns="91425" anchor="t" anchorCtr="0">
            <a:normAutofit/>
          </a:bodyPr>
          <a:lstStyle>
            <a:lvl1pPr lvl="0" rtl="0">
              <a:spcBef>
                <a:spcPct val="0"/>
              </a:spcBef>
              <a:spcAft>
                <a:spcPct val="0"/>
              </a:spcAft>
              <a:buSzPts val="1800"/>
              <a:buFont typeface="Lexend"/>
              <a:buNone/>
              <a:defRPr sz="1800" b="1">
                <a:latin typeface="Lexend"/>
                <a:ea typeface="Lexend"/>
                <a:cs typeface="Lexend"/>
                <a:sym typeface="Lexend"/>
              </a:defRPr>
            </a:lvl1pPr>
            <a:lvl2pPr lvl="1" rtl="0">
              <a:spcBef>
                <a:spcPct val="0"/>
              </a:spcBef>
              <a:spcAft>
                <a:spcPct val="0"/>
              </a:spcAft>
              <a:buSzPts val="2800"/>
              <a:buNone/>
              <a:defRPr/>
            </a:lvl2pPr>
            <a:lvl3pPr lvl="2" rtl="0">
              <a:spcBef>
                <a:spcPct val="0"/>
              </a:spcBef>
              <a:spcAft>
                <a:spcPct val="0"/>
              </a:spcAft>
              <a:buSzPts val="2800"/>
              <a:buNone/>
              <a:defRPr/>
            </a:lvl3pPr>
            <a:lvl4pPr lvl="3" rtl="0">
              <a:spcBef>
                <a:spcPct val="0"/>
              </a:spcBef>
              <a:spcAft>
                <a:spcPct val="0"/>
              </a:spcAft>
              <a:buSzPts val="2800"/>
              <a:buNone/>
              <a:defRPr/>
            </a:lvl4pPr>
            <a:lvl5pPr lvl="4" rtl="0">
              <a:spcBef>
                <a:spcPct val="0"/>
              </a:spcBef>
              <a:spcAft>
                <a:spcPct val="0"/>
              </a:spcAft>
              <a:buSzPts val="2800"/>
              <a:buNone/>
              <a:defRPr/>
            </a:lvl5pPr>
            <a:lvl6pPr lvl="5" rtl="0">
              <a:spcBef>
                <a:spcPct val="0"/>
              </a:spcBef>
              <a:spcAft>
                <a:spcPct val="0"/>
              </a:spcAft>
              <a:buSzPts val="2800"/>
              <a:buNone/>
              <a:defRPr/>
            </a:lvl6pPr>
            <a:lvl7pPr lvl="6" rtl="0">
              <a:spcBef>
                <a:spcPct val="0"/>
              </a:spcBef>
              <a:spcAft>
                <a:spcPct val="0"/>
              </a:spcAft>
              <a:buSzPts val="2800"/>
              <a:buNone/>
              <a:defRPr/>
            </a:lvl7pPr>
            <a:lvl8pPr lvl="7" rtl="0">
              <a:spcBef>
                <a:spcPct val="0"/>
              </a:spcBef>
              <a:spcAft>
                <a:spcPct val="0"/>
              </a:spcAft>
              <a:buSzPts val="2800"/>
              <a:buNone/>
              <a:defRPr/>
            </a:lvl8pPr>
            <a:lvl9pPr lvl="8" rtl="0">
              <a:spcBef>
                <a:spcPct val="0"/>
              </a:spcBef>
              <a:spcAft>
                <a:spcPct val="0"/>
              </a:spcAft>
              <a:buSzPts val="2800"/>
              <a:buNone/>
              <a:defRPr/>
            </a:lvl9pPr>
          </a:lstStyle>
          <a:p/>
        </p:txBody>
      </p:sp>
      <p:sp>
        <p:nvSpPr>
          <p:cNvPr id="11" name="Google Shape;11;p2"/>
          <p:cNvSpPr txBox="1"/>
          <p:nvPr>
            <p:ph type="subTitle" idx="1"/>
          </p:nvPr>
        </p:nvSpPr>
        <p:spPr>
          <a:xfrm>
            <a:off x="468000" y="9981175"/>
            <a:ext cx="5898900" cy="360000"/>
          </a:xfrm>
          <a:prstGeom prst="rect">
            <a:avLst/>
          </a:prstGeom>
        </p:spPr>
        <p:txBody>
          <a:bodyPr spcFirstLastPara="1" wrap="square" lIns="0" tIns="0" rIns="0" bIns="0" anchor="ctr" anchorCtr="0">
            <a:normAutofit/>
          </a:bodyPr>
          <a:lstStyle>
            <a:lvl1pPr lvl="0" rtl="0">
              <a:spcBef>
                <a:spcPct val="0"/>
              </a:spcBef>
              <a:spcAft>
                <a:spcPct val="0"/>
              </a:spcAft>
              <a:buSzPts val="900"/>
              <a:buFont typeface="Lexend"/>
              <a:buNone/>
              <a:defRPr sz="900">
                <a:latin typeface="Lexend"/>
                <a:ea typeface="Lexend"/>
                <a:cs typeface="Lexend"/>
                <a:sym typeface="Lexend"/>
              </a:defRPr>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pic>
        <p:nvPicPr>
          <p:cNvPr id="12" name="Google Shape;12;p2"/>
          <p:cNvPicPr preferRelativeResize="0"/>
          <p:nvPr/>
        </p:nvPicPr>
        <p:blipFill>
          <a:blip r:embed="rId1">
            <a:alphaModFix/>
          </a:blip>
          <a:stretch>
            <a:fillRect/>
          </a:stretch>
        </p:blipFill>
        <p:spPr>
          <a:xfrm>
            <a:off x="6886512" y="10041210"/>
            <a:ext cx="181075" cy="246288"/>
          </a:xfrm>
          <a:prstGeom prst="rect">
            <a:avLst/>
          </a:prstGeom>
          <a:noFill/>
          <a:ln>
            <a:noFill/>
          </a:ln>
        </p:spPr>
      </p:pic>
      <p:pic>
        <p:nvPicPr>
          <p:cNvPr id="13" name="Google Shape;13;p2"/>
          <p:cNvPicPr preferRelativeResize="0"/>
          <p:nvPr/>
        </p:nvPicPr>
        <p:blipFill>
          <a:blip r:embed="rId2">
            <a:alphaModFix/>
          </a:blip>
          <a:srcRect l="4603" r="4603"/>
          <a:stretch>
            <a:fillRect/>
          </a:stretch>
        </p:blipFill>
        <p:spPr>
          <a:xfrm>
            <a:off x="466825" y="698750"/>
            <a:ext cx="6623999" cy="75600"/>
          </a:xfrm>
          <a:prstGeom prst="rect">
            <a:avLst/>
          </a:prstGeom>
          <a:noFill/>
          <a:ln>
            <a:noFill/>
          </a:ln>
        </p:spPr>
      </p:pic>
      <p:grpSp>
        <p:nvGrpSpPr>
          <p:cNvPr id="14" name="Google Shape;14;p2"/>
          <p:cNvGrpSpPr/>
          <p:nvPr/>
        </p:nvGrpSpPr>
        <p:grpSpPr>
          <a:xfrm>
            <a:off x="466900" y="962525"/>
            <a:ext cx="2953057" cy="162000"/>
            <a:chOff x="466900" y="962525"/>
            <a:chExt cx="2953057" cy="162000"/>
          </a:xfrm>
        </p:grpSpPr>
        <p:sp>
          <p:nvSpPr>
            <p:cNvPr id="15" name="Google Shape;15;p2"/>
            <p:cNvSpPr txBox="1"/>
            <p:nvPr/>
          </p:nvSpPr>
          <p:spPr>
            <a:xfrm>
              <a:off x="466900" y="962525"/>
              <a:ext cx="2953057" cy="1539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1000" b="1">
                  <a:solidFill>
                    <a:schemeClr val="dk2"/>
                  </a:solidFill>
                  <a:latin typeface="Lexend"/>
                  <a:ea typeface="Lexend"/>
                  <a:cs typeface="Lexend"/>
                  <a:sym typeface="Lexend"/>
                </a:rPr>
                <a:t>Name: </a:t>
              </a:r>
              <a:endParaRPr sz="1000" b="1">
                <a:solidFill>
                  <a:schemeClr val="dk2"/>
                </a:solidFill>
                <a:latin typeface="Lexend"/>
                <a:ea typeface="Lexend"/>
                <a:cs typeface="Lexend"/>
                <a:sym typeface="Lexend"/>
              </a:endParaRPr>
            </a:p>
          </p:txBody>
        </p:sp>
        <p:cxnSp>
          <p:nvCxnSpPr>
            <p:cNvPr id="16" name="Google Shape;16;p2"/>
            <p:cNvCxnSpPr/>
            <p:nvPr/>
          </p:nvCxnSpPr>
          <p:spPr>
            <a:xfrm rot="10800000" flipH="1">
              <a:off x="943904" y="1116425"/>
              <a:ext cx="1998900" cy="8100"/>
            </a:xfrm>
            <a:prstGeom prst="straightConnector1">
              <a:avLst/>
            </a:prstGeom>
            <a:noFill/>
            <a:ln w="9525" cap="flat" cmpd="sng">
              <a:solidFill>
                <a:schemeClr val="dk2"/>
              </a:solidFill>
              <a:prstDash val="solid"/>
              <a:round/>
              <a:headEnd type="none" w="med" len="med"/>
              <a:tailEnd type="none" w="med" len="med"/>
            </a:ln>
          </p:spPr>
        </p:cxnSp>
      </p:grpSp>
    </p:spTree>
  </p:cSld>
  <p:clrMapOvr>
    <a:masterClrMapping/>
  </p:clrMapOvr>
  <p:transition/>
  <p:timing/>
  <p:extLst>
    <p:ext uri="{DCECCB84-F9BA-43D5-87BE-67443E8EF086}">
      <p15:sldGuideLst xmlns:p15="http://schemas.microsoft.com/office/powerpoint/2012/main">
        <p15:guide id="1" orient="horz" pos="488">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pos="295">
          <p15:clr>
            <a:srgbClr val="FF0000"/>
          </p15:clr>
        </p15:guide>
        <p15:guide id="7" pos="4467">
          <p15:clr>
            <a:srgbClr val="FF0000"/>
          </p15:clr>
        </p15:guide>
        <p15:guide id="8" pos="1519">
          <p15:clr>
            <a:srgbClr val="D9D9D9"/>
          </p15:clr>
        </p15:guide>
        <p15:guide id="9" pos="1764">
          <p15:clr>
            <a:srgbClr val="D9D9D9"/>
          </p15:clr>
        </p15:guide>
        <p15:guide id="10" pos="3243">
          <p15:clr>
            <a:srgbClr val="D9D9D9"/>
          </p15:clr>
        </p15:guide>
        <p15:guide id="11" pos="2998">
          <p15:clr>
            <a:srgbClr val="D9D9D9"/>
          </p15:clr>
        </p15:guide>
        <p15:guide id="12" pos="3120">
          <p15:clr>
            <a:srgbClr val="D9D9D9"/>
          </p15:clr>
        </p15:guide>
        <p15:guide id="13" pos="1642">
          <p15:clr>
            <a:srgbClr val="D9D9D9"/>
          </p15:clr>
        </p15:guide>
        <p15:guide id="14" pos="2381">
          <p15:clr>
            <a:srgbClr val="D9D9D9"/>
          </p15:clr>
        </p15:guide>
        <p15:guide id="15" pos="2154">
          <p15:clr>
            <a:srgbClr val="FF0000"/>
          </p15:clr>
        </p15:guide>
        <p15:guide id="16" pos="2608">
          <p15:clr>
            <a:srgbClr val="FF0000"/>
          </p15:clr>
        </p15:guide>
        <p15:guide id="17" orient="horz" pos="227">
          <p15:clr>
            <a:srgbClr val="FF0000"/>
          </p15:clr>
        </p15:guide>
      </p15:sldGuideLst>
    </p:ext>
  </p:extLst>
</p:sldLayout>
</file>

<file path=ppt/slideLayouts/slideLayout2.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SEC FRONT COL 1 1">
  <p:cSld name="SECTION_HEADER_1_1_1_1_1_1_1_1_1_3">
    <p:spTree>
      <p:nvGrpSpPr>
        <p:cNvPr id="17" name="Shape 17"/>
        <p:cNvGrpSpPr/>
        <p:nvPr/>
      </p:nvGrpSpPr>
      <p:grpSpPr>
        <a:xfrm>
          <a:off x="0" y="0"/>
          <a:ext cx="0" cy="0"/>
        </a:xfrm>
      </p:grpSpPr>
      <p:sp>
        <p:nvSpPr>
          <p:cNvPr id="18" name="Google Shape;18;p3"/>
          <p:cNvSpPr txBox="1"/>
          <p:nvPr>
            <p:ph type="title"/>
          </p:nvPr>
        </p:nvSpPr>
        <p:spPr>
          <a:xfrm>
            <a:off x="468000" y="266700"/>
            <a:ext cx="6624000" cy="432000"/>
          </a:xfrm>
          <a:prstGeom prst="rect">
            <a:avLst/>
          </a:prstGeom>
        </p:spPr>
        <p:txBody>
          <a:bodyPr spcFirstLastPara="1" wrap="square" lIns="0" tIns="91425" rIns="91425" bIns="91425" anchor="t" anchorCtr="0">
            <a:normAutofit/>
          </a:bodyPr>
          <a:lstStyle>
            <a:lvl1pPr lvl="0" rtl="0">
              <a:spcBef>
                <a:spcPct val="0"/>
              </a:spcBef>
              <a:spcAft>
                <a:spcPct val="0"/>
              </a:spcAft>
              <a:buSzPts val="1800"/>
              <a:buFont typeface="Lexend"/>
              <a:buNone/>
              <a:defRPr sz="1800" b="1">
                <a:latin typeface="Lexend"/>
                <a:ea typeface="Lexend"/>
                <a:cs typeface="Lexend"/>
                <a:sym typeface="Lexend"/>
              </a:defRPr>
            </a:lvl1pPr>
            <a:lvl2pPr lvl="1" rtl="0">
              <a:spcBef>
                <a:spcPct val="0"/>
              </a:spcBef>
              <a:spcAft>
                <a:spcPct val="0"/>
              </a:spcAft>
              <a:buSzPts val="2800"/>
              <a:buNone/>
              <a:defRPr/>
            </a:lvl2pPr>
            <a:lvl3pPr lvl="2" rtl="0">
              <a:spcBef>
                <a:spcPct val="0"/>
              </a:spcBef>
              <a:spcAft>
                <a:spcPct val="0"/>
              </a:spcAft>
              <a:buSzPts val="2800"/>
              <a:buNone/>
              <a:defRPr/>
            </a:lvl3pPr>
            <a:lvl4pPr lvl="3" rtl="0">
              <a:spcBef>
                <a:spcPct val="0"/>
              </a:spcBef>
              <a:spcAft>
                <a:spcPct val="0"/>
              </a:spcAft>
              <a:buSzPts val="2800"/>
              <a:buNone/>
              <a:defRPr/>
            </a:lvl4pPr>
            <a:lvl5pPr lvl="4" rtl="0">
              <a:spcBef>
                <a:spcPct val="0"/>
              </a:spcBef>
              <a:spcAft>
                <a:spcPct val="0"/>
              </a:spcAft>
              <a:buSzPts val="2800"/>
              <a:buNone/>
              <a:defRPr/>
            </a:lvl5pPr>
            <a:lvl6pPr lvl="5" rtl="0">
              <a:spcBef>
                <a:spcPct val="0"/>
              </a:spcBef>
              <a:spcAft>
                <a:spcPct val="0"/>
              </a:spcAft>
              <a:buSzPts val="2800"/>
              <a:buNone/>
              <a:defRPr/>
            </a:lvl6pPr>
            <a:lvl7pPr lvl="6" rtl="0">
              <a:spcBef>
                <a:spcPct val="0"/>
              </a:spcBef>
              <a:spcAft>
                <a:spcPct val="0"/>
              </a:spcAft>
              <a:buSzPts val="2800"/>
              <a:buNone/>
              <a:defRPr/>
            </a:lvl7pPr>
            <a:lvl8pPr lvl="7" rtl="0">
              <a:spcBef>
                <a:spcPct val="0"/>
              </a:spcBef>
              <a:spcAft>
                <a:spcPct val="0"/>
              </a:spcAft>
              <a:buSzPts val="2800"/>
              <a:buNone/>
              <a:defRPr/>
            </a:lvl8pPr>
            <a:lvl9pPr lvl="8" rtl="0">
              <a:spcBef>
                <a:spcPct val="0"/>
              </a:spcBef>
              <a:spcAft>
                <a:spcPct val="0"/>
              </a:spcAft>
              <a:buSzPts val="2800"/>
              <a:buNone/>
              <a:defRPr/>
            </a:lvl9pPr>
          </a:lstStyle>
          <a:p/>
        </p:txBody>
      </p:sp>
      <p:sp>
        <p:nvSpPr>
          <p:cNvPr id="19" name="Google Shape;19;p3"/>
          <p:cNvSpPr txBox="1"/>
          <p:nvPr>
            <p:ph type="subTitle" idx="1"/>
          </p:nvPr>
        </p:nvSpPr>
        <p:spPr>
          <a:xfrm>
            <a:off x="466825" y="1780150"/>
            <a:ext cx="6624000" cy="360000"/>
          </a:xfrm>
          <a:prstGeom prst="rect">
            <a:avLst/>
          </a:prstGeom>
          <a:ln w="9525" cap="flat" cmpd="sng">
            <a:solidFill>
              <a:srgbClr val="B7B7B7"/>
            </a:solidFill>
            <a:prstDash val="solid"/>
            <a:round/>
            <a:headEnd type="none" w="sm" len="sm"/>
            <a:tailEnd type="none" w="sm" len="sm"/>
          </a:ln>
        </p:spPr>
        <p:txBody>
          <a:bodyPr spcFirstLastPara="1" wrap="square" lIns="0" tIns="0" rIns="0" bIns="0" anchor="t" anchorCtr="0">
            <a:normAutofit/>
          </a:bodyPr>
          <a:lstStyle>
            <a:lvl1pPr lvl="0" rtl="0">
              <a:spcBef>
                <a:spcPct val="0"/>
              </a:spcBef>
              <a:spcAft>
                <a:spcPct val="0"/>
              </a:spcAft>
              <a:buSzPts val="1200"/>
              <a:buFont typeface="Lexend"/>
              <a:buNone/>
              <a:defRPr sz="1200">
                <a:latin typeface="Lexend"/>
                <a:ea typeface="Lexend"/>
                <a:cs typeface="Lexend"/>
                <a:sym typeface="Lexend"/>
              </a:defRPr>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sp>
        <p:nvSpPr>
          <p:cNvPr id="20" name="Google Shape;20;p3"/>
          <p:cNvSpPr txBox="1"/>
          <p:nvPr>
            <p:ph type="subTitle" idx="2"/>
          </p:nvPr>
        </p:nvSpPr>
        <p:spPr>
          <a:xfrm>
            <a:off x="2807400" y="4759500"/>
            <a:ext cx="1945200" cy="360000"/>
          </a:xfrm>
          <a:prstGeom prst="rect">
            <a:avLst/>
          </a:prstGeom>
          <a:ln w="9525" cap="flat" cmpd="sng">
            <a:solidFill>
              <a:srgbClr val="B7B7B7"/>
            </a:solidFill>
            <a:prstDash val="solid"/>
            <a:round/>
            <a:headEnd type="none" w="sm" len="sm"/>
            <a:tailEnd type="none" w="sm" len="sm"/>
          </a:ln>
        </p:spPr>
        <p:txBody>
          <a:bodyPr spcFirstLastPara="1" wrap="square" lIns="0" tIns="0" rIns="0" bIns="0" anchor="t" anchorCtr="0">
            <a:normAutofit/>
          </a:bodyPr>
          <a:lstStyle>
            <a:lvl1pPr lvl="0" rtl="0">
              <a:spcBef>
                <a:spcPct val="0"/>
              </a:spcBef>
              <a:spcAft>
                <a:spcPct val="0"/>
              </a:spcAft>
              <a:buSzPts val="1200"/>
              <a:buFont typeface="Lexend"/>
              <a:buNone/>
              <a:defRPr sz="1200">
                <a:latin typeface="Lexend"/>
                <a:ea typeface="Lexend"/>
                <a:cs typeface="Lexend"/>
                <a:sym typeface="Lexend"/>
              </a:defRPr>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sp>
        <p:nvSpPr>
          <p:cNvPr id="21" name="Google Shape;21;p3"/>
          <p:cNvSpPr txBox="1"/>
          <p:nvPr>
            <p:ph type="subTitle" idx="3"/>
          </p:nvPr>
        </p:nvSpPr>
        <p:spPr>
          <a:xfrm>
            <a:off x="468000" y="9981175"/>
            <a:ext cx="5898900" cy="360000"/>
          </a:xfrm>
          <a:prstGeom prst="rect">
            <a:avLst/>
          </a:prstGeom>
        </p:spPr>
        <p:txBody>
          <a:bodyPr spcFirstLastPara="1" wrap="square" lIns="0" tIns="0" rIns="0" bIns="0" anchor="ctr" anchorCtr="0">
            <a:normAutofit/>
          </a:bodyPr>
          <a:lstStyle>
            <a:lvl1pPr lvl="0" rtl="0">
              <a:spcBef>
                <a:spcPct val="0"/>
              </a:spcBef>
              <a:spcAft>
                <a:spcPct val="0"/>
              </a:spcAft>
              <a:buSzPts val="900"/>
              <a:buFont typeface="Lexend"/>
              <a:buNone/>
              <a:defRPr sz="900">
                <a:latin typeface="Lexend"/>
                <a:ea typeface="Lexend"/>
                <a:cs typeface="Lexend"/>
                <a:sym typeface="Lexend"/>
              </a:defRPr>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sp>
        <p:nvSpPr>
          <p:cNvPr id="22" name="Google Shape;22;p3"/>
          <p:cNvSpPr txBox="1"/>
          <p:nvPr>
            <p:ph type="subTitle" idx="4"/>
          </p:nvPr>
        </p:nvSpPr>
        <p:spPr>
          <a:xfrm>
            <a:off x="4127250" y="3042000"/>
            <a:ext cx="2953200" cy="360000"/>
          </a:xfrm>
          <a:prstGeom prst="rect">
            <a:avLst/>
          </a:prstGeom>
          <a:ln w="9525" cap="flat" cmpd="sng">
            <a:solidFill>
              <a:srgbClr val="B7B7B7"/>
            </a:solidFill>
            <a:prstDash val="solid"/>
            <a:round/>
            <a:headEnd type="none" w="sm" len="sm"/>
            <a:tailEnd type="none" w="sm" len="sm"/>
          </a:ln>
        </p:spPr>
        <p:txBody>
          <a:bodyPr spcFirstLastPara="1" wrap="square" lIns="0" tIns="0" rIns="0" bIns="0" anchor="t" anchorCtr="0">
            <a:normAutofit/>
          </a:bodyPr>
          <a:lstStyle>
            <a:lvl1pPr lvl="0" rtl="0">
              <a:spcBef>
                <a:spcPct val="0"/>
              </a:spcBef>
              <a:spcAft>
                <a:spcPct val="0"/>
              </a:spcAft>
              <a:buSzPts val="1200"/>
              <a:buFont typeface="Lexend"/>
              <a:buNone/>
              <a:defRPr sz="1200">
                <a:latin typeface="Lexend"/>
                <a:ea typeface="Lexend"/>
                <a:cs typeface="Lexend"/>
                <a:sym typeface="Lexend"/>
              </a:defRPr>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sp>
        <p:nvSpPr>
          <p:cNvPr id="23" name="Google Shape;23;p3"/>
          <p:cNvSpPr txBox="1"/>
          <p:nvPr>
            <p:ph type="subTitle" idx="5"/>
          </p:nvPr>
        </p:nvSpPr>
        <p:spPr>
          <a:xfrm>
            <a:off x="468000" y="5866375"/>
            <a:ext cx="6581700" cy="4105800"/>
          </a:xfrm>
          <a:prstGeom prst="rect">
            <a:avLst/>
          </a:prstGeom>
          <a:ln w="9525" cap="flat" cmpd="sng">
            <a:solidFill>
              <a:srgbClr val="B7B7B7"/>
            </a:solidFill>
            <a:prstDash val="solid"/>
            <a:round/>
            <a:headEnd type="none" w="sm" len="sm"/>
            <a:tailEnd type="none" w="sm" len="sm"/>
          </a:ln>
        </p:spPr>
        <p:txBody>
          <a:bodyPr spcFirstLastPara="1" wrap="square" lIns="0" tIns="0" rIns="0" bIns="0" anchor="t" anchorCtr="0">
            <a:normAutofit/>
          </a:bodyPr>
          <a:lstStyle>
            <a:lvl1pPr lvl="0" rtl="0">
              <a:spcBef>
                <a:spcPct val="0"/>
              </a:spcBef>
              <a:spcAft>
                <a:spcPct val="0"/>
              </a:spcAft>
              <a:buSzPts val="1200"/>
              <a:buFont typeface="Lexend"/>
              <a:buNone/>
              <a:defRPr sz="1200">
                <a:latin typeface="Lexend"/>
                <a:ea typeface="Lexend"/>
                <a:cs typeface="Lexend"/>
                <a:sym typeface="Lexend"/>
              </a:defRPr>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sp>
        <p:nvSpPr>
          <p:cNvPr id="24" name="Google Shape;24;p3"/>
          <p:cNvSpPr txBox="1"/>
          <p:nvPr>
            <p:ph type="subTitle" idx="6"/>
          </p:nvPr>
        </p:nvSpPr>
        <p:spPr>
          <a:xfrm>
            <a:off x="466825" y="3042000"/>
            <a:ext cx="2953200" cy="360000"/>
          </a:xfrm>
          <a:prstGeom prst="rect">
            <a:avLst/>
          </a:prstGeom>
          <a:ln w="9525" cap="flat" cmpd="sng">
            <a:solidFill>
              <a:srgbClr val="B7B7B7"/>
            </a:solidFill>
            <a:prstDash val="solid"/>
            <a:round/>
            <a:headEnd type="none" w="sm" len="sm"/>
            <a:tailEnd type="none" w="sm" len="sm"/>
          </a:ln>
        </p:spPr>
        <p:txBody>
          <a:bodyPr spcFirstLastPara="1" wrap="square" lIns="0" tIns="0" rIns="0" bIns="0" anchor="t" anchorCtr="0">
            <a:normAutofit/>
          </a:bodyPr>
          <a:lstStyle>
            <a:lvl1pPr lvl="0" rtl="0">
              <a:spcBef>
                <a:spcPct val="0"/>
              </a:spcBef>
              <a:spcAft>
                <a:spcPct val="0"/>
              </a:spcAft>
              <a:buSzPts val="1200"/>
              <a:buFont typeface="Lexend"/>
              <a:buNone/>
              <a:defRPr sz="1200">
                <a:latin typeface="Lexend"/>
                <a:ea typeface="Lexend"/>
                <a:cs typeface="Lexend"/>
                <a:sym typeface="Lexend"/>
              </a:defRPr>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sp>
        <p:nvSpPr>
          <p:cNvPr id="25" name="Google Shape;25;p3"/>
          <p:cNvSpPr txBox="1"/>
          <p:nvPr>
            <p:ph type="subTitle" idx="7"/>
          </p:nvPr>
        </p:nvSpPr>
        <p:spPr>
          <a:xfrm>
            <a:off x="466825" y="4759500"/>
            <a:ext cx="1945200" cy="360000"/>
          </a:xfrm>
          <a:prstGeom prst="rect">
            <a:avLst/>
          </a:prstGeom>
          <a:ln w="9525" cap="flat" cmpd="sng">
            <a:solidFill>
              <a:srgbClr val="B7B7B7"/>
            </a:solidFill>
            <a:prstDash val="solid"/>
            <a:round/>
            <a:headEnd type="none" w="sm" len="sm"/>
            <a:tailEnd type="none" w="sm" len="sm"/>
          </a:ln>
        </p:spPr>
        <p:txBody>
          <a:bodyPr spcFirstLastPara="1" wrap="square" lIns="0" tIns="0" rIns="0" bIns="0" anchor="t" anchorCtr="0">
            <a:normAutofit/>
          </a:bodyPr>
          <a:lstStyle>
            <a:lvl1pPr lvl="0" rtl="0">
              <a:spcBef>
                <a:spcPct val="0"/>
              </a:spcBef>
              <a:spcAft>
                <a:spcPct val="0"/>
              </a:spcAft>
              <a:buSzPts val="1200"/>
              <a:buFont typeface="Lexend"/>
              <a:buNone/>
              <a:defRPr sz="1200">
                <a:latin typeface="Lexend"/>
                <a:ea typeface="Lexend"/>
                <a:cs typeface="Lexend"/>
                <a:sym typeface="Lexend"/>
              </a:defRPr>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sp>
        <p:nvSpPr>
          <p:cNvPr id="26" name="Google Shape;26;p3"/>
          <p:cNvSpPr txBox="1"/>
          <p:nvPr>
            <p:ph type="subTitle" idx="8"/>
          </p:nvPr>
        </p:nvSpPr>
        <p:spPr>
          <a:xfrm>
            <a:off x="5147975" y="4759500"/>
            <a:ext cx="1945200" cy="360000"/>
          </a:xfrm>
          <a:prstGeom prst="rect">
            <a:avLst/>
          </a:prstGeom>
          <a:ln w="9525" cap="flat" cmpd="sng">
            <a:solidFill>
              <a:srgbClr val="B7B7B7"/>
            </a:solidFill>
            <a:prstDash val="solid"/>
            <a:round/>
            <a:headEnd type="none" w="sm" len="sm"/>
            <a:tailEnd type="none" w="sm" len="sm"/>
          </a:ln>
        </p:spPr>
        <p:txBody>
          <a:bodyPr spcFirstLastPara="1" wrap="square" lIns="0" tIns="0" rIns="0" bIns="0" anchor="t" anchorCtr="0">
            <a:normAutofit/>
          </a:bodyPr>
          <a:lstStyle>
            <a:lvl1pPr lvl="0" rtl="0">
              <a:spcBef>
                <a:spcPct val="0"/>
              </a:spcBef>
              <a:spcAft>
                <a:spcPct val="0"/>
              </a:spcAft>
              <a:buSzPts val="1200"/>
              <a:buFont typeface="Lexend"/>
              <a:buNone/>
              <a:defRPr sz="1200">
                <a:latin typeface="Lexend"/>
                <a:ea typeface="Lexend"/>
                <a:cs typeface="Lexend"/>
                <a:sym typeface="Lexend"/>
              </a:defRPr>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pic>
        <p:nvPicPr>
          <p:cNvPr id="27" name="Google Shape;27;p3"/>
          <p:cNvPicPr preferRelativeResize="0"/>
          <p:nvPr/>
        </p:nvPicPr>
        <p:blipFill>
          <a:blip r:embed="rId1">
            <a:alphaModFix/>
          </a:blip>
          <a:stretch>
            <a:fillRect/>
          </a:stretch>
        </p:blipFill>
        <p:spPr>
          <a:xfrm>
            <a:off x="6886512" y="10041210"/>
            <a:ext cx="181075" cy="246288"/>
          </a:xfrm>
          <a:prstGeom prst="rect">
            <a:avLst/>
          </a:prstGeom>
          <a:noFill/>
          <a:ln>
            <a:noFill/>
          </a:ln>
        </p:spPr>
      </p:pic>
      <p:pic>
        <p:nvPicPr>
          <p:cNvPr id="28" name="Google Shape;28;p3"/>
          <p:cNvPicPr preferRelativeResize="0"/>
          <p:nvPr/>
        </p:nvPicPr>
        <p:blipFill>
          <a:blip r:embed="rId2">
            <a:alphaModFix/>
          </a:blip>
          <a:srcRect l="4603" r="4603"/>
          <a:stretch>
            <a:fillRect/>
          </a:stretch>
        </p:blipFill>
        <p:spPr>
          <a:xfrm>
            <a:off x="466825" y="698750"/>
            <a:ext cx="6623999" cy="75600"/>
          </a:xfrm>
          <a:prstGeom prst="rect">
            <a:avLst/>
          </a:prstGeom>
          <a:noFill/>
          <a:ln>
            <a:noFill/>
          </a:ln>
        </p:spPr>
      </p:pic>
      <p:grpSp>
        <p:nvGrpSpPr>
          <p:cNvPr id="29" name="Google Shape;29;p3"/>
          <p:cNvGrpSpPr/>
          <p:nvPr/>
        </p:nvGrpSpPr>
        <p:grpSpPr>
          <a:xfrm>
            <a:off x="466900" y="962525"/>
            <a:ext cx="2953200" cy="162000"/>
            <a:chOff x="466900" y="962525"/>
            <a:chExt cx="2953200" cy="162000"/>
          </a:xfrm>
        </p:grpSpPr>
        <p:sp>
          <p:nvSpPr>
            <p:cNvPr id="30" name="Google Shape;30;p3"/>
            <p:cNvSpPr txBox="1"/>
            <p:nvPr/>
          </p:nvSpPr>
          <p:spPr>
            <a:xfrm>
              <a:off x="466900" y="962525"/>
              <a:ext cx="2953200" cy="1539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1000" b="1">
                  <a:solidFill>
                    <a:schemeClr val="dk2"/>
                  </a:solidFill>
                  <a:latin typeface="Lexend"/>
                  <a:ea typeface="Lexend"/>
                  <a:cs typeface="Lexend"/>
                  <a:sym typeface="Lexend"/>
                </a:rPr>
                <a:t>Name: </a:t>
              </a:r>
              <a:endParaRPr sz="1000" b="1">
                <a:solidFill>
                  <a:schemeClr val="dk2"/>
                </a:solidFill>
                <a:latin typeface="Lexend"/>
                <a:ea typeface="Lexend"/>
                <a:cs typeface="Lexend"/>
                <a:sym typeface="Lexend"/>
              </a:endParaRPr>
            </a:p>
          </p:txBody>
        </p:sp>
        <p:cxnSp>
          <p:nvCxnSpPr>
            <p:cNvPr id="31" name="Google Shape;31;p3"/>
            <p:cNvCxnSpPr/>
            <p:nvPr/>
          </p:nvCxnSpPr>
          <p:spPr>
            <a:xfrm rot="10800000" flipH="1">
              <a:off x="943904" y="1116425"/>
              <a:ext cx="1998900" cy="8100"/>
            </a:xfrm>
            <a:prstGeom prst="straightConnector1">
              <a:avLst/>
            </a:prstGeom>
            <a:noFill/>
            <a:ln w="9525" cap="flat" cmpd="sng">
              <a:solidFill>
                <a:schemeClr val="dk2"/>
              </a:solidFill>
              <a:prstDash val="solid"/>
              <a:round/>
              <a:headEnd type="none" w="med" len="med"/>
              <a:tailEnd type="none" w="med" len="med"/>
            </a:ln>
          </p:spPr>
        </p:cxnSp>
      </p:grpSp>
      <p:sp>
        <p:nvSpPr>
          <p:cNvPr id="32" name="Google Shape;32;p3"/>
          <p:cNvSpPr txBox="1"/>
          <p:nvPr>
            <p:ph type="subTitle" idx="9"/>
          </p:nvPr>
        </p:nvSpPr>
        <p:spPr>
          <a:xfrm>
            <a:off x="466825" y="1369800"/>
            <a:ext cx="6624000" cy="360000"/>
          </a:xfrm>
          <a:prstGeom prst="rect">
            <a:avLst/>
          </a:prstGeom>
        </p:spPr>
        <p:txBody>
          <a:bodyPr spcFirstLastPara="1" wrap="square" lIns="0" tIns="0" rIns="0" bIns="0" anchor="t" anchorCtr="0">
            <a:normAutofit/>
          </a:bodyPr>
          <a:lstStyle>
            <a:lvl1pPr lvl="0" rtl="0">
              <a:spcBef>
                <a:spcPct val="0"/>
              </a:spcBef>
              <a:spcAft>
                <a:spcPct val="0"/>
              </a:spcAft>
              <a:buSzPts val="1400"/>
              <a:buNone/>
              <a:defRPr sz="1400" b="1"/>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spTree>
  </p:cSld>
  <p:clrMapOvr>
    <a:masterClrMapping/>
  </p:clrMapOvr>
  <p:transition/>
  <p:timing/>
  <p:extLst>
    <p:ext uri="{DCECCB84-F9BA-43D5-87BE-67443E8EF086}">
      <p15:sldGuideLst xmlns:p15="http://schemas.microsoft.com/office/powerpoint/2012/main">
        <p15:guide id="1" orient="horz" pos="488">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pos="295">
          <p15:clr>
            <a:srgbClr val="FF0000"/>
          </p15:clr>
        </p15:guide>
        <p15:guide id="7" pos="4467">
          <p15:clr>
            <a:srgbClr val="FF0000"/>
          </p15:clr>
        </p15:guide>
        <p15:guide id="8" pos="1519">
          <p15:clr>
            <a:srgbClr val="D9D9D9"/>
          </p15:clr>
        </p15:guide>
        <p15:guide id="9" pos="1764">
          <p15:clr>
            <a:srgbClr val="D9D9D9"/>
          </p15:clr>
        </p15:guide>
        <p15:guide id="10" pos="3243">
          <p15:clr>
            <a:srgbClr val="D9D9D9"/>
          </p15:clr>
        </p15:guide>
        <p15:guide id="11" pos="2998">
          <p15:clr>
            <a:srgbClr val="D9D9D9"/>
          </p15:clr>
        </p15:guide>
        <p15:guide id="12" pos="3120">
          <p15:clr>
            <a:srgbClr val="D9D9D9"/>
          </p15:clr>
        </p15:guide>
        <p15:guide id="13" pos="1642">
          <p15:clr>
            <a:srgbClr val="D9D9D9"/>
          </p15:clr>
        </p15:guide>
        <p15:guide id="14" pos="2381">
          <p15:clr>
            <a:srgbClr val="D9D9D9"/>
          </p15:clr>
        </p15:guide>
        <p15:guide id="15" pos="2154">
          <p15:clr>
            <a:srgbClr val="FF0000"/>
          </p15:clr>
        </p15:guide>
        <p15:guide id="16" pos="2608">
          <p15:clr>
            <a:srgbClr val="FF0000"/>
          </p15:clr>
        </p15:guide>
        <p15:guide id="17" orient="horz" pos="227">
          <p15:clr>
            <a:srgbClr val="FF0000"/>
          </p15:clr>
        </p15:guide>
      </p15:sldGuideLst>
    </p:ext>
  </p:extLst>
</p:sldLayout>
</file>

<file path=ppt/slideLayouts/slideLayout3.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Task 1">
  <p:cSld name="SECTION_HEADER_1_1_1_1_1_1_1_1_1_1">
    <p:spTree>
      <p:nvGrpSpPr>
        <p:cNvPr id="33" name="Shape 33"/>
        <p:cNvGrpSpPr/>
        <p:nvPr/>
      </p:nvGrpSpPr>
      <p:grpSpPr>
        <a:xfrm>
          <a:off x="0" y="0"/>
          <a:ext cx="0" cy="0"/>
        </a:xfrm>
      </p:grpSpPr>
      <p:sp>
        <p:nvSpPr>
          <p:cNvPr id="34" name="Google Shape;34;p4"/>
          <p:cNvSpPr txBox="1"/>
          <p:nvPr>
            <p:ph type="subTitle" idx="1"/>
          </p:nvPr>
        </p:nvSpPr>
        <p:spPr>
          <a:xfrm>
            <a:off x="466825" y="1627750"/>
            <a:ext cx="6624000" cy="360000"/>
          </a:xfrm>
          <a:prstGeom prst="rect">
            <a:avLst/>
          </a:prstGeom>
          <a:ln w="9525" cap="flat" cmpd="sng">
            <a:solidFill>
              <a:srgbClr val="B7B7B7"/>
            </a:solidFill>
            <a:prstDash val="solid"/>
            <a:round/>
            <a:headEnd type="none" w="sm" len="sm"/>
            <a:tailEnd type="none" w="sm" len="sm"/>
          </a:ln>
        </p:spPr>
        <p:txBody>
          <a:bodyPr spcFirstLastPara="1" wrap="square" lIns="0" tIns="0" rIns="0" bIns="0" anchor="t" anchorCtr="0">
            <a:normAutofit/>
          </a:bodyPr>
          <a:lstStyle>
            <a:lvl1pPr lvl="0" rtl="0">
              <a:spcBef>
                <a:spcPct val="0"/>
              </a:spcBef>
              <a:spcAft>
                <a:spcPct val="0"/>
              </a:spcAft>
              <a:buSzPts val="1200"/>
              <a:buFont typeface="Lexend"/>
              <a:buNone/>
              <a:defRPr sz="1200">
                <a:latin typeface="Lexend"/>
                <a:ea typeface="Lexend"/>
                <a:cs typeface="Lexend"/>
                <a:sym typeface="Lexend"/>
              </a:defRPr>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sp>
        <p:nvSpPr>
          <p:cNvPr id="35" name="Google Shape;35;p4"/>
          <p:cNvSpPr txBox="1"/>
          <p:nvPr>
            <p:ph type="subTitle" idx="2"/>
          </p:nvPr>
        </p:nvSpPr>
        <p:spPr>
          <a:xfrm>
            <a:off x="4127250" y="2889600"/>
            <a:ext cx="2953200" cy="360000"/>
          </a:xfrm>
          <a:prstGeom prst="rect">
            <a:avLst/>
          </a:prstGeom>
          <a:ln w="9525" cap="flat" cmpd="sng">
            <a:solidFill>
              <a:srgbClr val="B7B7B7"/>
            </a:solidFill>
            <a:prstDash val="solid"/>
            <a:round/>
            <a:headEnd type="none" w="sm" len="sm"/>
            <a:tailEnd type="none" w="sm" len="sm"/>
          </a:ln>
        </p:spPr>
        <p:txBody>
          <a:bodyPr spcFirstLastPara="1" wrap="square" lIns="0" tIns="0" rIns="0" bIns="0" anchor="t" anchorCtr="0">
            <a:normAutofit/>
          </a:bodyPr>
          <a:lstStyle>
            <a:lvl1pPr lvl="0" rtl="0">
              <a:spcBef>
                <a:spcPct val="0"/>
              </a:spcBef>
              <a:spcAft>
                <a:spcPct val="0"/>
              </a:spcAft>
              <a:buSzPts val="1200"/>
              <a:buFont typeface="Lexend"/>
              <a:buNone/>
              <a:defRPr sz="1200">
                <a:latin typeface="Lexend"/>
                <a:ea typeface="Lexend"/>
                <a:cs typeface="Lexend"/>
                <a:sym typeface="Lexend"/>
              </a:defRPr>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sp>
        <p:nvSpPr>
          <p:cNvPr id="36" name="Google Shape;36;p4"/>
          <p:cNvSpPr txBox="1"/>
          <p:nvPr>
            <p:ph type="subTitle" idx="3"/>
          </p:nvPr>
        </p:nvSpPr>
        <p:spPr>
          <a:xfrm>
            <a:off x="466825" y="2889600"/>
            <a:ext cx="2953200" cy="360000"/>
          </a:xfrm>
          <a:prstGeom prst="rect">
            <a:avLst/>
          </a:prstGeom>
          <a:ln w="9525" cap="flat" cmpd="sng">
            <a:solidFill>
              <a:srgbClr val="B7B7B7"/>
            </a:solidFill>
            <a:prstDash val="solid"/>
            <a:round/>
            <a:headEnd type="none" w="sm" len="sm"/>
            <a:tailEnd type="none" w="sm" len="sm"/>
          </a:ln>
        </p:spPr>
        <p:txBody>
          <a:bodyPr spcFirstLastPara="1" wrap="square" lIns="0" tIns="0" rIns="0" bIns="0" anchor="t" anchorCtr="0">
            <a:normAutofit/>
          </a:bodyPr>
          <a:lstStyle>
            <a:lvl1pPr lvl="0" rtl="0">
              <a:spcBef>
                <a:spcPct val="0"/>
              </a:spcBef>
              <a:spcAft>
                <a:spcPct val="0"/>
              </a:spcAft>
              <a:buSzPts val="1200"/>
              <a:buFont typeface="Lexend"/>
              <a:buNone/>
              <a:defRPr sz="1200">
                <a:latin typeface="Lexend"/>
                <a:ea typeface="Lexend"/>
                <a:cs typeface="Lexend"/>
                <a:sym typeface="Lexend"/>
              </a:defRPr>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pic>
        <p:nvPicPr>
          <p:cNvPr id="37" name="Google Shape;37;p4"/>
          <p:cNvPicPr preferRelativeResize="0"/>
          <p:nvPr/>
        </p:nvPicPr>
        <p:blipFill>
          <a:blip r:embed="rId1">
            <a:alphaModFix/>
          </a:blip>
          <a:stretch>
            <a:fillRect/>
          </a:stretch>
        </p:blipFill>
        <p:spPr>
          <a:xfrm>
            <a:off x="6886512" y="10041210"/>
            <a:ext cx="181075" cy="246288"/>
          </a:xfrm>
          <a:prstGeom prst="rect">
            <a:avLst/>
          </a:prstGeom>
          <a:noFill/>
          <a:ln>
            <a:noFill/>
          </a:ln>
        </p:spPr>
      </p:pic>
      <p:sp>
        <p:nvSpPr>
          <p:cNvPr id="38" name="Google Shape;38;p4"/>
          <p:cNvSpPr txBox="1"/>
          <p:nvPr>
            <p:ph type="subTitle" idx="4"/>
          </p:nvPr>
        </p:nvSpPr>
        <p:spPr>
          <a:xfrm>
            <a:off x="466825" y="531600"/>
            <a:ext cx="6624000" cy="360000"/>
          </a:xfrm>
          <a:prstGeom prst="rect">
            <a:avLst/>
          </a:prstGeom>
        </p:spPr>
        <p:txBody>
          <a:bodyPr spcFirstLastPara="1" wrap="square" lIns="0" tIns="0" rIns="0" bIns="0" anchor="t" anchorCtr="0">
            <a:normAutofit/>
          </a:bodyPr>
          <a:lstStyle>
            <a:lvl1pPr lvl="0" rtl="0">
              <a:spcBef>
                <a:spcPct val="0"/>
              </a:spcBef>
              <a:spcAft>
                <a:spcPct val="0"/>
              </a:spcAft>
              <a:buSzPts val="1400"/>
              <a:buNone/>
              <a:defRPr sz="1400" b="1"/>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spTree>
  </p:cSld>
  <p:clrMapOvr>
    <a:masterClrMapping/>
  </p:clrMapOvr>
  <p:transition/>
  <p:timing/>
  <p:extLst>
    <p:ext uri="{DCECCB84-F9BA-43D5-87BE-67443E8EF086}">
      <p15:sldGuideLst xmlns:p15="http://schemas.microsoft.com/office/powerpoint/2012/main">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sldGuideLst>
    </p:ext>
  </p:extLst>
</p:sldLayout>
</file>

<file path=ppt/slideLayouts/slideLayout4.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Task 2">
  <p:cSld name="SECTION_HEADER_1_1_1_1_1_1_1_1_1_1_1">
    <p:spTree>
      <p:nvGrpSpPr>
        <p:cNvPr id="39" name="Shape 39"/>
        <p:cNvGrpSpPr/>
        <p:nvPr/>
      </p:nvGrpSpPr>
      <p:grpSpPr>
        <a:xfrm>
          <a:off x="0" y="0"/>
          <a:ext cx="0" cy="0"/>
        </a:xfrm>
      </p:grpSpPr>
      <p:sp>
        <p:nvSpPr>
          <p:cNvPr id="40" name="Google Shape;40;p5"/>
          <p:cNvSpPr txBox="1"/>
          <p:nvPr>
            <p:ph type="subTitle" idx="1"/>
          </p:nvPr>
        </p:nvSpPr>
        <p:spPr>
          <a:xfrm>
            <a:off x="2807400" y="1386138"/>
            <a:ext cx="1945200" cy="360000"/>
          </a:xfrm>
          <a:prstGeom prst="rect">
            <a:avLst/>
          </a:prstGeom>
          <a:ln w="9525" cap="flat" cmpd="sng">
            <a:solidFill>
              <a:srgbClr val="B7B7B7"/>
            </a:solidFill>
            <a:prstDash val="solid"/>
            <a:round/>
            <a:headEnd type="none" w="sm" len="sm"/>
            <a:tailEnd type="none" w="sm" len="sm"/>
          </a:ln>
        </p:spPr>
        <p:txBody>
          <a:bodyPr spcFirstLastPara="1" wrap="square" lIns="0" tIns="0" rIns="0" bIns="0" anchor="t" anchorCtr="0">
            <a:normAutofit/>
          </a:bodyPr>
          <a:lstStyle>
            <a:lvl1pPr lvl="0" rtl="0">
              <a:spcBef>
                <a:spcPct val="0"/>
              </a:spcBef>
              <a:spcAft>
                <a:spcPct val="0"/>
              </a:spcAft>
              <a:buSzPts val="1200"/>
              <a:buFont typeface="Lexend"/>
              <a:buNone/>
              <a:defRPr sz="1200">
                <a:latin typeface="Lexend"/>
                <a:ea typeface="Lexend"/>
                <a:cs typeface="Lexend"/>
                <a:sym typeface="Lexend"/>
              </a:defRPr>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sp>
        <p:nvSpPr>
          <p:cNvPr id="41" name="Google Shape;41;p5"/>
          <p:cNvSpPr txBox="1"/>
          <p:nvPr>
            <p:ph type="subTitle" idx="2"/>
          </p:nvPr>
        </p:nvSpPr>
        <p:spPr>
          <a:xfrm>
            <a:off x="467950" y="2493013"/>
            <a:ext cx="6624000" cy="4105800"/>
          </a:xfrm>
          <a:prstGeom prst="rect">
            <a:avLst/>
          </a:prstGeom>
          <a:ln w="9525" cap="flat" cmpd="sng">
            <a:solidFill>
              <a:srgbClr val="B7B7B7"/>
            </a:solidFill>
            <a:prstDash val="solid"/>
            <a:round/>
            <a:headEnd type="none" w="sm" len="sm"/>
            <a:tailEnd type="none" w="sm" len="sm"/>
          </a:ln>
        </p:spPr>
        <p:txBody>
          <a:bodyPr spcFirstLastPara="1" wrap="square" lIns="0" tIns="0" rIns="0" bIns="0" anchor="t" anchorCtr="0">
            <a:normAutofit/>
          </a:bodyPr>
          <a:lstStyle>
            <a:lvl1pPr lvl="0" rtl="0">
              <a:spcBef>
                <a:spcPct val="0"/>
              </a:spcBef>
              <a:spcAft>
                <a:spcPct val="0"/>
              </a:spcAft>
              <a:buSzPts val="1200"/>
              <a:buFont typeface="Lexend"/>
              <a:buNone/>
              <a:defRPr sz="1200">
                <a:latin typeface="Lexend"/>
                <a:ea typeface="Lexend"/>
                <a:cs typeface="Lexend"/>
                <a:sym typeface="Lexend"/>
              </a:defRPr>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sp>
        <p:nvSpPr>
          <p:cNvPr id="42" name="Google Shape;42;p5"/>
          <p:cNvSpPr txBox="1"/>
          <p:nvPr>
            <p:ph type="subTitle" idx="3"/>
          </p:nvPr>
        </p:nvSpPr>
        <p:spPr>
          <a:xfrm>
            <a:off x="466825" y="1386138"/>
            <a:ext cx="1945200" cy="360000"/>
          </a:xfrm>
          <a:prstGeom prst="rect">
            <a:avLst/>
          </a:prstGeom>
          <a:ln w="9525" cap="flat" cmpd="sng">
            <a:solidFill>
              <a:srgbClr val="B7B7B7"/>
            </a:solidFill>
            <a:prstDash val="solid"/>
            <a:round/>
            <a:headEnd type="none" w="sm" len="sm"/>
            <a:tailEnd type="none" w="sm" len="sm"/>
          </a:ln>
        </p:spPr>
        <p:txBody>
          <a:bodyPr spcFirstLastPara="1" wrap="square" lIns="0" tIns="0" rIns="0" bIns="0" anchor="t" anchorCtr="0">
            <a:normAutofit/>
          </a:bodyPr>
          <a:lstStyle>
            <a:lvl1pPr lvl="0" rtl="0">
              <a:spcBef>
                <a:spcPct val="0"/>
              </a:spcBef>
              <a:spcAft>
                <a:spcPct val="0"/>
              </a:spcAft>
              <a:buSzPts val="1200"/>
              <a:buFont typeface="Lexend"/>
              <a:buNone/>
              <a:defRPr sz="1200">
                <a:latin typeface="Lexend"/>
                <a:ea typeface="Lexend"/>
                <a:cs typeface="Lexend"/>
                <a:sym typeface="Lexend"/>
              </a:defRPr>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sp>
        <p:nvSpPr>
          <p:cNvPr id="43" name="Google Shape;43;p5"/>
          <p:cNvSpPr txBox="1"/>
          <p:nvPr>
            <p:ph type="subTitle" idx="4"/>
          </p:nvPr>
        </p:nvSpPr>
        <p:spPr>
          <a:xfrm>
            <a:off x="5147975" y="1386138"/>
            <a:ext cx="1945200" cy="360000"/>
          </a:xfrm>
          <a:prstGeom prst="rect">
            <a:avLst/>
          </a:prstGeom>
          <a:ln w="9525" cap="flat" cmpd="sng">
            <a:solidFill>
              <a:srgbClr val="B7B7B7"/>
            </a:solidFill>
            <a:prstDash val="solid"/>
            <a:round/>
            <a:headEnd type="none" w="sm" len="sm"/>
            <a:tailEnd type="none" w="sm" len="sm"/>
          </a:ln>
        </p:spPr>
        <p:txBody>
          <a:bodyPr spcFirstLastPara="1" wrap="square" lIns="0" tIns="0" rIns="0" bIns="0" anchor="t" anchorCtr="0">
            <a:normAutofit/>
          </a:bodyPr>
          <a:lstStyle>
            <a:lvl1pPr lvl="0" rtl="0">
              <a:spcBef>
                <a:spcPct val="0"/>
              </a:spcBef>
              <a:spcAft>
                <a:spcPct val="0"/>
              </a:spcAft>
              <a:buSzPts val="1200"/>
              <a:buFont typeface="Lexend"/>
              <a:buNone/>
              <a:defRPr sz="1200">
                <a:latin typeface="Lexend"/>
                <a:ea typeface="Lexend"/>
                <a:cs typeface="Lexend"/>
                <a:sym typeface="Lexend"/>
              </a:defRPr>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pic>
        <p:nvPicPr>
          <p:cNvPr id="44" name="Google Shape;44;p5"/>
          <p:cNvPicPr preferRelativeResize="0"/>
          <p:nvPr/>
        </p:nvPicPr>
        <p:blipFill>
          <a:blip r:embed="rId1">
            <a:alphaModFix/>
          </a:blip>
          <a:stretch>
            <a:fillRect/>
          </a:stretch>
        </p:blipFill>
        <p:spPr>
          <a:xfrm>
            <a:off x="6886512" y="10041210"/>
            <a:ext cx="181075" cy="246288"/>
          </a:xfrm>
          <a:prstGeom prst="rect">
            <a:avLst/>
          </a:prstGeom>
          <a:noFill/>
          <a:ln>
            <a:noFill/>
          </a:ln>
        </p:spPr>
      </p:pic>
      <p:sp>
        <p:nvSpPr>
          <p:cNvPr id="45" name="Google Shape;45;p5"/>
          <p:cNvSpPr txBox="1"/>
          <p:nvPr>
            <p:ph type="subTitle" idx="5"/>
          </p:nvPr>
        </p:nvSpPr>
        <p:spPr>
          <a:xfrm>
            <a:off x="466825" y="531600"/>
            <a:ext cx="6624000" cy="360000"/>
          </a:xfrm>
          <a:prstGeom prst="rect">
            <a:avLst/>
          </a:prstGeom>
        </p:spPr>
        <p:txBody>
          <a:bodyPr spcFirstLastPara="1" wrap="square" lIns="0" tIns="0" rIns="0" bIns="0" anchor="t" anchorCtr="0">
            <a:normAutofit/>
          </a:bodyPr>
          <a:lstStyle>
            <a:lvl1pPr lvl="0" rtl="0">
              <a:spcBef>
                <a:spcPct val="0"/>
              </a:spcBef>
              <a:spcAft>
                <a:spcPct val="0"/>
              </a:spcAft>
              <a:buSzPts val="1400"/>
              <a:buNone/>
              <a:defRPr sz="1400" b="1"/>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spTree>
  </p:cSld>
  <p:clrMapOvr>
    <a:masterClrMapping/>
  </p:clrMapOvr>
  <p:transition/>
  <p:timing/>
  <p:extLst>
    <p:ext uri="{DCECCB84-F9BA-43D5-87BE-67443E8EF086}">
      <p15:sldGuideLst xmlns:p15="http://schemas.microsoft.com/office/powerpoint/2012/main">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sldGuideLst>
    </p:ext>
  </p:extLst>
</p:sldLayout>
</file>

<file path=ppt/slideLayouts/slideLayout5.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Task 3">
  <p:cSld name="SECTION_HEADER_1_1_1_1_1_1_1_1_1_1_1_2">
    <p:spTree>
      <p:nvGrpSpPr>
        <p:cNvPr id="46" name="Shape 46"/>
        <p:cNvGrpSpPr/>
        <p:nvPr/>
      </p:nvGrpSpPr>
      <p:grpSpPr>
        <a:xfrm>
          <a:off x="0" y="0"/>
          <a:ext cx="0" cy="0"/>
        </a:xfrm>
      </p:grpSpPr>
      <p:sp>
        <p:nvSpPr>
          <p:cNvPr id="47" name="Google Shape;47;p6"/>
          <p:cNvSpPr txBox="1"/>
          <p:nvPr>
            <p:ph type="subTitle" idx="1"/>
          </p:nvPr>
        </p:nvSpPr>
        <p:spPr>
          <a:xfrm>
            <a:off x="466825" y="3880200"/>
            <a:ext cx="1945200" cy="360000"/>
          </a:xfrm>
          <a:prstGeom prst="rect">
            <a:avLst/>
          </a:prstGeom>
          <a:ln w="9525" cap="flat" cmpd="sng">
            <a:solidFill>
              <a:srgbClr val="B7B7B7"/>
            </a:solidFill>
            <a:prstDash val="solid"/>
            <a:round/>
            <a:headEnd type="none" w="sm" len="sm"/>
            <a:tailEnd type="none" w="sm" len="sm"/>
          </a:ln>
        </p:spPr>
        <p:txBody>
          <a:bodyPr spcFirstLastPara="1" wrap="square" lIns="0" tIns="0" rIns="0" bIns="0" anchor="t" anchorCtr="0">
            <a:normAutofit/>
          </a:bodyPr>
          <a:lstStyle>
            <a:lvl1pPr lvl="0" rtl="0">
              <a:spcBef>
                <a:spcPct val="0"/>
              </a:spcBef>
              <a:spcAft>
                <a:spcPct val="0"/>
              </a:spcAft>
              <a:buSzPts val="1200"/>
              <a:buFont typeface="Lexend"/>
              <a:buNone/>
              <a:defRPr sz="1200">
                <a:latin typeface="Lexend"/>
                <a:ea typeface="Lexend"/>
                <a:cs typeface="Lexend"/>
                <a:sym typeface="Lexend"/>
              </a:defRPr>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sp>
        <p:nvSpPr>
          <p:cNvPr id="48" name="Google Shape;48;p6"/>
          <p:cNvSpPr txBox="1"/>
          <p:nvPr>
            <p:ph type="subTitle" idx="2"/>
          </p:nvPr>
        </p:nvSpPr>
        <p:spPr>
          <a:xfrm>
            <a:off x="2807400" y="3880200"/>
            <a:ext cx="1945200" cy="360000"/>
          </a:xfrm>
          <a:prstGeom prst="rect">
            <a:avLst/>
          </a:prstGeom>
          <a:ln w="9525" cap="flat" cmpd="sng">
            <a:solidFill>
              <a:srgbClr val="B7B7B7"/>
            </a:solidFill>
            <a:prstDash val="solid"/>
            <a:round/>
            <a:headEnd type="none" w="sm" len="sm"/>
            <a:tailEnd type="none" w="sm" len="sm"/>
          </a:ln>
        </p:spPr>
        <p:txBody>
          <a:bodyPr spcFirstLastPara="1" wrap="square" lIns="0" tIns="0" rIns="0" bIns="0" anchor="t" anchorCtr="0">
            <a:normAutofit/>
          </a:bodyPr>
          <a:lstStyle>
            <a:lvl1pPr lvl="0" rtl="0">
              <a:spcBef>
                <a:spcPct val="0"/>
              </a:spcBef>
              <a:spcAft>
                <a:spcPct val="0"/>
              </a:spcAft>
              <a:buSzPts val="1200"/>
              <a:buFont typeface="Lexend"/>
              <a:buNone/>
              <a:defRPr sz="1200">
                <a:latin typeface="Lexend"/>
                <a:ea typeface="Lexend"/>
                <a:cs typeface="Lexend"/>
                <a:sym typeface="Lexend"/>
              </a:defRPr>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sp>
        <p:nvSpPr>
          <p:cNvPr id="49" name="Google Shape;49;p6"/>
          <p:cNvSpPr txBox="1"/>
          <p:nvPr>
            <p:ph type="subTitle" idx="3"/>
          </p:nvPr>
        </p:nvSpPr>
        <p:spPr>
          <a:xfrm>
            <a:off x="5147975" y="3880200"/>
            <a:ext cx="1945200" cy="360000"/>
          </a:xfrm>
          <a:prstGeom prst="rect">
            <a:avLst/>
          </a:prstGeom>
          <a:ln w="9525" cap="flat" cmpd="sng">
            <a:solidFill>
              <a:srgbClr val="B7B7B7"/>
            </a:solidFill>
            <a:prstDash val="solid"/>
            <a:round/>
            <a:headEnd type="none" w="sm" len="sm"/>
            <a:tailEnd type="none" w="sm" len="sm"/>
          </a:ln>
        </p:spPr>
        <p:txBody>
          <a:bodyPr spcFirstLastPara="1" wrap="square" lIns="0" tIns="0" rIns="0" bIns="0" anchor="t" anchorCtr="0">
            <a:normAutofit/>
          </a:bodyPr>
          <a:lstStyle>
            <a:lvl1pPr lvl="0" rtl="0">
              <a:spcBef>
                <a:spcPct val="0"/>
              </a:spcBef>
              <a:spcAft>
                <a:spcPct val="0"/>
              </a:spcAft>
              <a:buSzPts val="1200"/>
              <a:buFont typeface="Lexend"/>
              <a:buNone/>
              <a:defRPr sz="1200">
                <a:latin typeface="Lexend"/>
                <a:ea typeface="Lexend"/>
                <a:cs typeface="Lexend"/>
                <a:sym typeface="Lexend"/>
              </a:defRPr>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sp>
        <p:nvSpPr>
          <p:cNvPr id="50" name="Google Shape;50;p6"/>
          <p:cNvSpPr txBox="1"/>
          <p:nvPr>
            <p:ph type="subTitle" idx="4"/>
          </p:nvPr>
        </p:nvSpPr>
        <p:spPr>
          <a:xfrm>
            <a:off x="466825" y="1702200"/>
            <a:ext cx="6624000" cy="360000"/>
          </a:xfrm>
          <a:prstGeom prst="rect">
            <a:avLst/>
          </a:prstGeom>
          <a:ln w="9525" cap="flat" cmpd="sng">
            <a:solidFill>
              <a:srgbClr val="B7B7B7"/>
            </a:solidFill>
            <a:prstDash val="solid"/>
            <a:round/>
            <a:headEnd type="none" w="sm" len="sm"/>
            <a:tailEnd type="none" w="sm" len="sm"/>
          </a:ln>
        </p:spPr>
        <p:txBody>
          <a:bodyPr spcFirstLastPara="1" wrap="square" lIns="0" tIns="0" rIns="0" bIns="0" anchor="t" anchorCtr="0">
            <a:normAutofit/>
          </a:bodyPr>
          <a:lstStyle>
            <a:lvl1pPr lvl="0" rtl="0">
              <a:spcBef>
                <a:spcPct val="0"/>
              </a:spcBef>
              <a:spcAft>
                <a:spcPct val="0"/>
              </a:spcAft>
              <a:buSzPts val="1200"/>
              <a:buFont typeface="Lexend"/>
              <a:buNone/>
              <a:defRPr sz="1200">
                <a:latin typeface="Lexend"/>
                <a:ea typeface="Lexend"/>
                <a:cs typeface="Lexend"/>
                <a:sym typeface="Lexend"/>
              </a:defRPr>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sp>
        <p:nvSpPr>
          <p:cNvPr id="51" name="Google Shape;51;p6"/>
          <p:cNvSpPr txBox="1"/>
          <p:nvPr>
            <p:ph type="subTitle" idx="5"/>
          </p:nvPr>
        </p:nvSpPr>
        <p:spPr>
          <a:xfrm>
            <a:off x="466825" y="2964050"/>
            <a:ext cx="2953200" cy="360000"/>
          </a:xfrm>
          <a:prstGeom prst="rect">
            <a:avLst/>
          </a:prstGeom>
          <a:ln w="9525" cap="flat" cmpd="sng">
            <a:solidFill>
              <a:srgbClr val="B7B7B7"/>
            </a:solidFill>
            <a:prstDash val="solid"/>
            <a:round/>
            <a:headEnd type="none" w="sm" len="sm"/>
            <a:tailEnd type="none" w="sm" len="sm"/>
          </a:ln>
        </p:spPr>
        <p:txBody>
          <a:bodyPr spcFirstLastPara="1" wrap="square" lIns="0" tIns="0" rIns="0" bIns="0" anchor="t" anchorCtr="0">
            <a:normAutofit/>
          </a:bodyPr>
          <a:lstStyle>
            <a:lvl1pPr lvl="0" rtl="0">
              <a:spcBef>
                <a:spcPct val="0"/>
              </a:spcBef>
              <a:spcAft>
                <a:spcPct val="0"/>
              </a:spcAft>
              <a:buSzPts val="1200"/>
              <a:buFont typeface="Lexend"/>
              <a:buNone/>
              <a:defRPr sz="1200">
                <a:latin typeface="Lexend"/>
                <a:ea typeface="Lexend"/>
                <a:cs typeface="Lexend"/>
                <a:sym typeface="Lexend"/>
              </a:defRPr>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sp>
        <p:nvSpPr>
          <p:cNvPr id="52" name="Google Shape;52;p6"/>
          <p:cNvSpPr txBox="1"/>
          <p:nvPr>
            <p:ph type="subTitle" idx="6"/>
          </p:nvPr>
        </p:nvSpPr>
        <p:spPr>
          <a:xfrm>
            <a:off x="4127250" y="2964050"/>
            <a:ext cx="2953200" cy="360000"/>
          </a:xfrm>
          <a:prstGeom prst="rect">
            <a:avLst/>
          </a:prstGeom>
          <a:ln w="9525" cap="flat" cmpd="sng">
            <a:solidFill>
              <a:srgbClr val="B7B7B7"/>
            </a:solidFill>
            <a:prstDash val="solid"/>
            <a:round/>
            <a:headEnd type="none" w="sm" len="sm"/>
            <a:tailEnd type="none" w="sm" len="sm"/>
          </a:ln>
        </p:spPr>
        <p:txBody>
          <a:bodyPr spcFirstLastPara="1" wrap="square" lIns="0" tIns="0" rIns="0" bIns="0" anchor="t" anchorCtr="0">
            <a:normAutofit/>
          </a:bodyPr>
          <a:lstStyle>
            <a:lvl1pPr lvl="0" rtl="0">
              <a:spcBef>
                <a:spcPct val="0"/>
              </a:spcBef>
              <a:spcAft>
                <a:spcPct val="0"/>
              </a:spcAft>
              <a:buSzPts val="1200"/>
              <a:buFont typeface="Lexend"/>
              <a:buNone/>
              <a:defRPr sz="1200">
                <a:latin typeface="Lexend"/>
                <a:ea typeface="Lexend"/>
                <a:cs typeface="Lexend"/>
                <a:sym typeface="Lexend"/>
              </a:defRPr>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pic>
        <p:nvPicPr>
          <p:cNvPr id="53" name="Google Shape;53;p6"/>
          <p:cNvPicPr preferRelativeResize="0"/>
          <p:nvPr/>
        </p:nvPicPr>
        <p:blipFill>
          <a:blip r:embed="rId1">
            <a:alphaModFix/>
          </a:blip>
          <a:stretch>
            <a:fillRect/>
          </a:stretch>
        </p:blipFill>
        <p:spPr>
          <a:xfrm>
            <a:off x="6886512" y="10041210"/>
            <a:ext cx="181075" cy="246288"/>
          </a:xfrm>
          <a:prstGeom prst="rect">
            <a:avLst/>
          </a:prstGeom>
          <a:noFill/>
          <a:ln>
            <a:noFill/>
          </a:ln>
        </p:spPr>
      </p:pic>
      <p:sp>
        <p:nvSpPr>
          <p:cNvPr id="54" name="Google Shape;54;p6"/>
          <p:cNvSpPr txBox="1"/>
          <p:nvPr>
            <p:ph type="subTitle" idx="7"/>
          </p:nvPr>
        </p:nvSpPr>
        <p:spPr>
          <a:xfrm>
            <a:off x="466825" y="531600"/>
            <a:ext cx="6624000" cy="360000"/>
          </a:xfrm>
          <a:prstGeom prst="rect">
            <a:avLst/>
          </a:prstGeom>
        </p:spPr>
        <p:txBody>
          <a:bodyPr spcFirstLastPara="1" wrap="square" lIns="0" tIns="0" rIns="0" bIns="0" anchor="t" anchorCtr="0">
            <a:normAutofit/>
          </a:bodyPr>
          <a:lstStyle>
            <a:lvl1pPr lvl="0" rtl="0">
              <a:spcBef>
                <a:spcPct val="0"/>
              </a:spcBef>
              <a:spcAft>
                <a:spcPct val="0"/>
              </a:spcAft>
              <a:buSzPts val="1400"/>
              <a:buNone/>
              <a:defRPr sz="1400" b="1"/>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spTree>
  </p:cSld>
  <p:clrMapOvr>
    <a:masterClrMapping/>
  </p:clrMapOvr>
  <p:transition/>
  <p:timing/>
  <p:extLst>
    <p:ext uri="{DCECCB84-F9BA-43D5-87BE-67443E8EF086}">
      <p15:sldGuideLst xmlns:p15="http://schemas.microsoft.com/office/powerpoint/2012/main">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sldGuideLst>
    </p:ext>
  </p:extLst>
</p:sldLayout>
</file>

<file path=ppt/slideLayouts/slideLayout6.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Task 4">
  <p:cSld name="SECTION_HEADER_1_1_1_1_1_1_1_1_1_1_1_2_1">
    <p:spTree>
      <p:nvGrpSpPr>
        <p:cNvPr id="55" name="Shape 55"/>
        <p:cNvGrpSpPr/>
        <p:nvPr/>
      </p:nvGrpSpPr>
      <p:grpSpPr>
        <a:xfrm>
          <a:off x="0" y="0"/>
          <a:ext cx="0" cy="0"/>
        </a:xfrm>
      </p:grpSpPr>
      <p:sp>
        <p:nvSpPr>
          <p:cNvPr id="56" name="Google Shape;56;p7"/>
          <p:cNvSpPr txBox="1"/>
          <p:nvPr>
            <p:ph type="subTitle" idx="1"/>
          </p:nvPr>
        </p:nvSpPr>
        <p:spPr>
          <a:xfrm>
            <a:off x="468000" y="1327649"/>
            <a:ext cx="6624000" cy="3843600"/>
          </a:xfrm>
          <a:prstGeom prst="rect">
            <a:avLst/>
          </a:prstGeom>
          <a:ln w="9525" cap="flat" cmpd="sng">
            <a:solidFill>
              <a:srgbClr val="B7B7B7"/>
            </a:solidFill>
            <a:prstDash val="solid"/>
            <a:round/>
            <a:headEnd type="none" w="sm" len="sm"/>
            <a:tailEnd type="none" w="sm" len="sm"/>
          </a:ln>
        </p:spPr>
        <p:txBody>
          <a:bodyPr spcFirstLastPara="1" wrap="square" lIns="0" tIns="0" rIns="0" bIns="0" anchor="t" anchorCtr="0">
            <a:normAutofit/>
          </a:bodyPr>
          <a:lstStyle>
            <a:lvl1pPr lvl="0" rtl="0">
              <a:spcBef>
                <a:spcPct val="0"/>
              </a:spcBef>
              <a:spcAft>
                <a:spcPct val="0"/>
              </a:spcAft>
              <a:buSzPts val="1200"/>
              <a:buFont typeface="Lexend"/>
              <a:buNone/>
              <a:defRPr sz="1200">
                <a:latin typeface="Lexend"/>
                <a:ea typeface="Lexend"/>
                <a:cs typeface="Lexend"/>
                <a:sym typeface="Lexend"/>
              </a:defRPr>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pic>
        <p:nvPicPr>
          <p:cNvPr id="57" name="Google Shape;57;p7"/>
          <p:cNvPicPr preferRelativeResize="0"/>
          <p:nvPr/>
        </p:nvPicPr>
        <p:blipFill>
          <a:blip r:embed="rId1">
            <a:alphaModFix/>
          </a:blip>
          <a:stretch>
            <a:fillRect/>
          </a:stretch>
        </p:blipFill>
        <p:spPr>
          <a:xfrm>
            <a:off x="6886512" y="10041210"/>
            <a:ext cx="181075" cy="246288"/>
          </a:xfrm>
          <a:prstGeom prst="rect">
            <a:avLst/>
          </a:prstGeom>
          <a:noFill/>
          <a:ln>
            <a:noFill/>
          </a:ln>
        </p:spPr>
      </p:pic>
      <p:sp>
        <p:nvSpPr>
          <p:cNvPr id="58" name="Google Shape;58;p7"/>
          <p:cNvSpPr txBox="1"/>
          <p:nvPr>
            <p:ph type="subTitle" idx="2"/>
          </p:nvPr>
        </p:nvSpPr>
        <p:spPr>
          <a:xfrm>
            <a:off x="466825" y="531600"/>
            <a:ext cx="6624000" cy="360000"/>
          </a:xfrm>
          <a:prstGeom prst="rect">
            <a:avLst/>
          </a:prstGeom>
        </p:spPr>
        <p:txBody>
          <a:bodyPr spcFirstLastPara="1" wrap="square" lIns="0" tIns="0" rIns="0" bIns="0" anchor="t" anchorCtr="0">
            <a:normAutofit/>
          </a:bodyPr>
          <a:lstStyle>
            <a:lvl1pPr lvl="0" rtl="0">
              <a:spcBef>
                <a:spcPct val="0"/>
              </a:spcBef>
              <a:spcAft>
                <a:spcPct val="0"/>
              </a:spcAft>
              <a:buSzPts val="1400"/>
              <a:buNone/>
              <a:defRPr sz="1400" b="1"/>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spTree>
  </p:cSld>
  <p:clrMapOvr>
    <a:masterClrMapping/>
  </p:clrMapOvr>
  <p:transition/>
  <p:timing/>
  <p:extLst>
    <p:ext uri="{DCECCB84-F9BA-43D5-87BE-67443E8EF086}">
      <p15:sldGuideLst xmlns:p15="http://schemas.microsoft.com/office/powerpoint/2012/main">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sldGuideLst>
    </p:ext>
  </p:extLst>
</p:sldLayout>
</file>

<file path=ppt/slideLayouts/slideLayout7.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Elements to copy and paste">
  <p:cSld name="SECTION_HEADER_1_1_1_1_1_1_1_1_1_1_1_2_1_1">
    <p:spTree>
      <p:nvGrpSpPr>
        <p:cNvPr id="59" name="Shape 59"/>
        <p:cNvGrpSpPr/>
        <p:nvPr/>
      </p:nvGrpSpPr>
      <p:grpSpPr>
        <a:xfrm>
          <a:off x="0" y="0"/>
          <a:ext cx="0" cy="0"/>
        </a:xfrm>
      </p:grpSpPr>
      <p:sp>
        <p:nvSpPr>
          <p:cNvPr id="60" name="Google Shape;60;p8"/>
          <p:cNvSpPr txBox="1"/>
          <p:nvPr/>
        </p:nvSpPr>
        <p:spPr>
          <a:xfrm>
            <a:off x="493450" y="416654"/>
            <a:ext cx="6624000" cy="215400"/>
          </a:xfrm>
          <a:prstGeom prst="rect">
            <a:avLst/>
          </a:prstGeom>
          <a:noFill/>
          <a:ln>
            <a:noFill/>
          </a:ln>
        </p:spPr>
        <p:txBody>
          <a:bodyPr spcFirstLastPara="1" wrap="square" lIns="0" tIns="0" rIns="0" bIns="0" anchor="t" anchorCtr="0">
            <a:spAutoFit/>
          </a:bodyPr>
          <a:lstStyle/>
          <a:p>
            <a:pPr marL="0" lvl="0" indent="0" algn="l" rtl="0">
              <a:lnSpc>
                <a:spcPct val="150000"/>
              </a:lnSpc>
              <a:spcBef>
                <a:spcPct val="0"/>
              </a:spcBef>
              <a:spcAft>
                <a:spcPct val="0"/>
              </a:spcAft>
              <a:buNone/>
            </a:pPr>
            <a:r>
              <a:rPr lang="en-GB" b="1">
                <a:latin typeface="Lexend"/>
                <a:ea typeface="Lexend"/>
                <a:cs typeface="Lexend"/>
                <a:sym typeface="Lexend"/>
              </a:rPr>
              <a:t>Elements to copy and paste</a:t>
            </a:r>
            <a:endParaRPr sz="1100">
              <a:latin typeface="Lexend"/>
              <a:ea typeface="Lexend"/>
              <a:cs typeface="Lexend"/>
              <a:sym typeface="Lexend"/>
            </a:endParaRPr>
          </a:p>
        </p:txBody>
      </p:sp>
      <p:pic>
        <p:nvPicPr>
          <p:cNvPr id="61" name="Google Shape;61;p8"/>
          <p:cNvPicPr preferRelativeResize="0"/>
          <p:nvPr/>
        </p:nvPicPr>
        <p:blipFill>
          <a:blip r:embed="rId1">
            <a:alphaModFix/>
          </a:blip>
          <a:stretch>
            <a:fillRect/>
          </a:stretch>
        </p:blipFill>
        <p:spPr>
          <a:xfrm>
            <a:off x="6886512" y="10041210"/>
            <a:ext cx="181075" cy="246288"/>
          </a:xfrm>
          <a:prstGeom prst="rect">
            <a:avLst/>
          </a:prstGeom>
          <a:noFill/>
          <a:ln>
            <a:noFill/>
          </a:ln>
        </p:spPr>
      </p:pic>
    </p:spTree>
  </p:cSld>
  <p:clrMapOvr>
    <a:masterClrMapping/>
  </p:clrMapOvr>
  <p:transition/>
  <p:timing/>
  <p:extLst>
    <p:ext uri="{DCECCB84-F9BA-43D5-87BE-67443E8EF086}">
      <p15:sldGuideLst xmlns:p15="http://schemas.microsoft.com/office/powerpoint/2012/main">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sldGuideLst>
    </p:ext>
  </p:extLst>
</p:sldLayout>
</file>

<file path=ppt/slideLayouts/slideLayout8.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1.0 Title page">
  <p:cSld name="SECTION_HEADER_1_1_1_1_1_1_1_1_1_1_1_2_1_1_1_1_1">
    <p:bg>
      <p:bgPr>
        <a:solidFill>
          <a:schemeClr val="lt1"/>
        </a:solidFill>
      </p:bgPr>
    </p:bg>
    <p:spTree>
      <p:nvGrpSpPr>
        <p:cNvPr id="66" name="Shape 66"/>
        <p:cNvGrpSpPr/>
        <p:nvPr/>
      </p:nvGrpSpPr>
      <p:grpSpPr>
        <a:xfrm>
          <a:off x="0" y="0"/>
          <a:ext cx="0" cy="0"/>
        </a:xfrm>
      </p:grpSpPr>
      <p:pic>
        <p:nvPicPr>
          <p:cNvPr id="67" name="Google Shape;67;p10"/>
          <p:cNvPicPr preferRelativeResize="0"/>
          <p:nvPr/>
        </p:nvPicPr>
        <p:blipFill>
          <a:blip r:embed="rId1">
            <a:alphaModFix/>
          </a:blip>
          <a:stretch>
            <a:fillRect/>
          </a:stretch>
        </p:blipFill>
        <p:spPr>
          <a:xfrm>
            <a:off x="6910937" y="9972010"/>
            <a:ext cx="181075" cy="246288"/>
          </a:xfrm>
          <a:prstGeom prst="rect">
            <a:avLst/>
          </a:prstGeom>
          <a:noFill/>
          <a:ln>
            <a:noFill/>
          </a:ln>
        </p:spPr>
      </p:pic>
      <p:sp>
        <p:nvSpPr>
          <p:cNvPr id="68" name="Google Shape;68;p10"/>
          <p:cNvSpPr txBox="1"/>
          <p:nvPr>
            <p:ph type="sldNum" idx="12"/>
          </p:nvPr>
        </p:nvSpPr>
        <p:spPr>
          <a:xfrm>
            <a:off x="6352325" y="9972000"/>
            <a:ext cx="483300" cy="277200"/>
          </a:xfrm>
          <a:prstGeom prst="rect">
            <a:avLst/>
          </a:prstGeom>
        </p:spPr>
        <p:txBody>
          <a:bodyPr spcFirstLastPara="1" wrap="square" lIns="91425" tIns="91425" rIns="91425" bIns="91425" anchor="ctr" anchorCtr="0">
            <a:noAutofit/>
          </a:bodyPr>
          <a:lstStyle>
            <a:lvl1pPr lvl="0" rtl="0">
              <a:buNone/>
              <a:defRPr sz="1200">
                <a:latin typeface="Lexend Medium"/>
                <a:ea typeface="Lexend Medium"/>
                <a:cs typeface="Lexend Medium"/>
                <a:sym typeface="Lexend Medium"/>
              </a:defRPr>
            </a:lvl1pPr>
            <a:lvl2pPr lvl="1" rtl="0">
              <a:buNone/>
              <a:defRPr sz="1200">
                <a:latin typeface="Lexend Medium"/>
                <a:ea typeface="Lexend Medium"/>
                <a:cs typeface="Lexend Medium"/>
                <a:sym typeface="Lexend Medium"/>
              </a:defRPr>
            </a:lvl2pPr>
            <a:lvl3pPr lvl="2" rtl="0">
              <a:buNone/>
              <a:defRPr sz="1200">
                <a:latin typeface="Lexend Medium"/>
                <a:ea typeface="Lexend Medium"/>
                <a:cs typeface="Lexend Medium"/>
                <a:sym typeface="Lexend Medium"/>
              </a:defRPr>
            </a:lvl3pPr>
            <a:lvl4pPr lvl="3" rtl="0">
              <a:buNone/>
              <a:defRPr sz="1200">
                <a:latin typeface="Lexend Medium"/>
                <a:ea typeface="Lexend Medium"/>
                <a:cs typeface="Lexend Medium"/>
                <a:sym typeface="Lexend Medium"/>
              </a:defRPr>
            </a:lvl4pPr>
            <a:lvl5pPr lvl="4" rtl="0">
              <a:buNone/>
              <a:defRPr sz="1200">
                <a:latin typeface="Lexend Medium"/>
                <a:ea typeface="Lexend Medium"/>
                <a:cs typeface="Lexend Medium"/>
                <a:sym typeface="Lexend Medium"/>
              </a:defRPr>
            </a:lvl5pPr>
            <a:lvl6pPr lvl="5" rtl="0">
              <a:buNone/>
              <a:defRPr sz="1200">
                <a:latin typeface="Lexend Medium"/>
                <a:ea typeface="Lexend Medium"/>
                <a:cs typeface="Lexend Medium"/>
                <a:sym typeface="Lexend Medium"/>
              </a:defRPr>
            </a:lvl6pPr>
            <a:lvl7pPr lvl="6" rtl="0">
              <a:buNone/>
              <a:defRPr sz="1200">
                <a:latin typeface="Lexend Medium"/>
                <a:ea typeface="Lexend Medium"/>
                <a:cs typeface="Lexend Medium"/>
                <a:sym typeface="Lexend Medium"/>
              </a:defRPr>
            </a:lvl7pPr>
            <a:lvl8pPr lvl="7" rtl="0">
              <a:buNone/>
              <a:defRPr sz="1200">
                <a:latin typeface="Lexend Medium"/>
                <a:ea typeface="Lexend Medium"/>
                <a:cs typeface="Lexend Medium"/>
                <a:sym typeface="Lexend Medium"/>
              </a:defRPr>
            </a:lvl8pPr>
            <a:lvl9pPr lvl="8" rtl="0">
              <a:buNone/>
              <a:defRPr sz="1200">
                <a:latin typeface="Lexend Medium"/>
                <a:ea typeface="Lexend Medium"/>
                <a:cs typeface="Lexend Medium"/>
                <a:sym typeface="Lexend Medium"/>
              </a:defRPr>
            </a:lvl9pPr>
          </a:lstStyle>
          <a:p>
            <a:pPr marL="0" lvl="0" indent="0" algn="r" rtl="0">
              <a:spcBef>
                <a:spcPct val="0"/>
              </a:spcBef>
              <a:spcAft>
                <a:spcPct val="0"/>
              </a:spcAft>
              <a:buNone/>
            </a:pPr>
            <a:fld id="{00000000-1234-1234-1234-123412341234}" type="slidenum">
              <a:rPr lang="en-GB"/>
              <a:t>‹#›</a:t>
            </a:fld>
            <a:endParaRPr/>
          </a:p>
        </p:txBody>
      </p:sp>
      <p:sp>
        <p:nvSpPr>
          <p:cNvPr id="69" name="Google Shape;69;p10"/>
          <p:cNvSpPr txBox="1"/>
          <p:nvPr>
            <p:ph type="title"/>
          </p:nvPr>
        </p:nvSpPr>
        <p:spPr>
          <a:xfrm>
            <a:off x="468000" y="864000"/>
            <a:ext cx="6624000" cy="360000"/>
          </a:xfrm>
          <a:prstGeom prst="rect">
            <a:avLst/>
          </a:prstGeom>
        </p:spPr>
        <p:txBody>
          <a:bodyPr spcFirstLastPara="1" wrap="square" lIns="0" tIns="0" rIns="0" bIns="0" anchor="ctr" anchorCtr="0">
            <a:spAutoFit/>
          </a:bodyPr>
          <a:lstStyle>
            <a:lvl1pPr lvl="0" rtl="0">
              <a:spcBef>
                <a:spcPct val="0"/>
              </a:spcBef>
              <a:spcAft>
                <a:spcPct val="0"/>
              </a:spcAft>
              <a:buSzPts val="1800"/>
              <a:buNone/>
              <a:defRPr sz="1800"/>
            </a:lvl1pPr>
            <a:lvl2pPr lvl="1" rtl="0">
              <a:spcBef>
                <a:spcPct val="0"/>
              </a:spcBef>
              <a:spcAft>
                <a:spcPct val="0"/>
              </a:spcAft>
              <a:buSzPts val="1800"/>
              <a:buNone/>
              <a:defRPr sz="1800"/>
            </a:lvl2pPr>
            <a:lvl3pPr lvl="2" rtl="0">
              <a:spcBef>
                <a:spcPct val="0"/>
              </a:spcBef>
              <a:spcAft>
                <a:spcPct val="0"/>
              </a:spcAft>
              <a:buSzPts val="1800"/>
              <a:buNone/>
              <a:defRPr sz="1800"/>
            </a:lvl3pPr>
            <a:lvl4pPr lvl="3" rtl="0">
              <a:spcBef>
                <a:spcPct val="0"/>
              </a:spcBef>
              <a:spcAft>
                <a:spcPct val="0"/>
              </a:spcAft>
              <a:buSzPts val="1800"/>
              <a:buNone/>
              <a:defRPr sz="1800"/>
            </a:lvl4pPr>
            <a:lvl5pPr lvl="4" rtl="0">
              <a:spcBef>
                <a:spcPct val="0"/>
              </a:spcBef>
              <a:spcAft>
                <a:spcPct val="0"/>
              </a:spcAft>
              <a:buSzPts val="1800"/>
              <a:buNone/>
              <a:defRPr sz="1800"/>
            </a:lvl5pPr>
            <a:lvl6pPr lvl="5" rtl="0">
              <a:spcBef>
                <a:spcPct val="0"/>
              </a:spcBef>
              <a:spcAft>
                <a:spcPct val="0"/>
              </a:spcAft>
              <a:buSzPts val="1800"/>
              <a:buNone/>
              <a:defRPr sz="1800"/>
            </a:lvl6pPr>
            <a:lvl7pPr lvl="6" rtl="0">
              <a:spcBef>
                <a:spcPct val="0"/>
              </a:spcBef>
              <a:spcAft>
                <a:spcPct val="0"/>
              </a:spcAft>
              <a:buSzPts val="1800"/>
              <a:buNone/>
              <a:defRPr sz="1800"/>
            </a:lvl7pPr>
            <a:lvl8pPr lvl="7" rtl="0">
              <a:spcBef>
                <a:spcPct val="0"/>
              </a:spcBef>
              <a:spcAft>
                <a:spcPct val="0"/>
              </a:spcAft>
              <a:buSzPts val="1800"/>
              <a:buNone/>
              <a:defRPr sz="1800"/>
            </a:lvl8pPr>
            <a:lvl9pPr lvl="8" rtl="0">
              <a:spcBef>
                <a:spcPct val="0"/>
              </a:spcBef>
              <a:spcAft>
                <a:spcPct val="0"/>
              </a:spcAft>
              <a:buSzPts val="1800"/>
              <a:buNone/>
              <a:defRPr sz="1800"/>
            </a:lvl9pPr>
          </a:lstStyle>
          <a:p/>
        </p:txBody>
      </p:sp>
      <p:sp>
        <p:nvSpPr>
          <p:cNvPr id="70" name="Google Shape;70;p10"/>
          <p:cNvSpPr txBox="1"/>
          <p:nvPr/>
        </p:nvSpPr>
        <p:spPr>
          <a:xfrm>
            <a:off x="466825" y="360000"/>
            <a:ext cx="2334000" cy="215400"/>
          </a:xfrm>
          <a:prstGeom prst="rect">
            <a:avLst/>
          </a:prstGeom>
          <a:noFill/>
          <a:ln>
            <a:noFill/>
          </a:ln>
        </p:spPr>
        <p:txBody>
          <a:bodyPr spcFirstLastPara="1" wrap="square" lIns="0" tIns="0" rIns="0" bIns="0" anchor="ctr" anchorCtr="0">
            <a:spAutoFit/>
          </a:bodyPr>
          <a:lstStyle/>
          <a:p>
            <a:pPr marL="0" lvl="0" indent="0" algn="l" rtl="0">
              <a:spcBef>
                <a:spcPct val="0"/>
              </a:spcBef>
              <a:spcAft>
                <a:spcPct val="0"/>
              </a:spcAft>
              <a:buNone/>
            </a:pPr>
            <a:r>
              <a:rPr lang="en-GB" sz="1200" b="1">
                <a:latin typeface="Lexend"/>
                <a:ea typeface="Lexend"/>
                <a:cs typeface="Lexend"/>
                <a:sym typeface="Lexend"/>
              </a:rPr>
              <a:t>Name</a:t>
            </a:r>
            <a:r>
              <a:rPr lang="en-GB" b="1">
                <a:latin typeface="Lexend"/>
                <a:ea typeface="Lexend"/>
                <a:cs typeface="Lexend"/>
                <a:sym typeface="Lexend"/>
              </a:rPr>
              <a:t>:</a:t>
            </a:r>
            <a:endParaRPr b="1">
              <a:latin typeface="Lexend"/>
              <a:ea typeface="Lexend"/>
              <a:cs typeface="Lexend"/>
              <a:sym typeface="Lexend"/>
            </a:endParaRPr>
          </a:p>
        </p:txBody>
      </p:sp>
      <p:cxnSp>
        <p:nvCxnSpPr>
          <p:cNvPr id="71" name="Google Shape;71;p10"/>
          <p:cNvCxnSpPr/>
          <p:nvPr/>
        </p:nvCxnSpPr>
        <p:spPr>
          <a:xfrm>
            <a:off x="987525" y="610425"/>
            <a:ext cx="1813200" cy="0"/>
          </a:xfrm>
          <a:prstGeom prst="straightConnector1">
            <a:avLst/>
          </a:prstGeom>
          <a:noFill/>
          <a:ln w="9525" cap="flat" cmpd="sng">
            <a:solidFill>
              <a:schemeClr val="dk2"/>
            </a:solidFill>
            <a:prstDash val="solid"/>
            <a:round/>
            <a:headEnd type="none" w="med" len="med"/>
            <a:tailEnd type="none" w="med" len="med"/>
          </a:ln>
        </p:spPr>
      </p:cxnSp>
      <p:pic>
        <p:nvPicPr>
          <p:cNvPr id="72" name="Google Shape;72;p10"/>
          <p:cNvPicPr preferRelativeResize="0"/>
          <p:nvPr/>
        </p:nvPicPr>
        <p:blipFill>
          <a:blip r:embed="rId2">
            <a:alphaModFix/>
          </a:blip>
          <a:stretch>
            <a:fillRect/>
          </a:stretch>
        </p:blipFill>
        <p:spPr>
          <a:xfrm>
            <a:off x="5722275" y="215699"/>
            <a:ext cx="504000" cy="504000"/>
          </a:xfrm>
          <a:prstGeom prst="rect">
            <a:avLst/>
          </a:prstGeom>
          <a:noFill/>
          <a:ln>
            <a:noFill/>
          </a:ln>
        </p:spPr>
      </p:pic>
      <p:pic>
        <p:nvPicPr>
          <p:cNvPr id="73" name="Google Shape;73;p10"/>
          <p:cNvPicPr preferRelativeResize="0"/>
          <p:nvPr/>
        </p:nvPicPr>
        <p:blipFill>
          <a:blip r:embed="rId3">
            <a:alphaModFix/>
          </a:blip>
          <a:stretch>
            <a:fillRect/>
          </a:stretch>
        </p:blipFill>
        <p:spPr>
          <a:xfrm>
            <a:off x="468000" y="1242003"/>
            <a:ext cx="6624000" cy="66240"/>
          </a:xfrm>
          <a:prstGeom prst="rect">
            <a:avLst/>
          </a:prstGeom>
          <a:noFill/>
          <a:ln>
            <a:noFill/>
          </a:ln>
        </p:spPr>
      </p:pic>
      <p:sp>
        <p:nvSpPr>
          <p:cNvPr id="74" name="Google Shape;74;p10"/>
          <p:cNvSpPr txBox="1"/>
          <p:nvPr/>
        </p:nvSpPr>
        <p:spPr>
          <a:xfrm>
            <a:off x="6189000" y="360000"/>
            <a:ext cx="903000" cy="184800"/>
          </a:xfrm>
          <a:prstGeom prst="rect">
            <a:avLst/>
          </a:prstGeom>
          <a:noFill/>
          <a:ln>
            <a:noFill/>
          </a:ln>
        </p:spPr>
        <p:txBody>
          <a:bodyPr spcFirstLastPara="1" wrap="square" lIns="0" tIns="0" rIns="0" bIns="0" anchor="ctr" anchorCtr="0">
            <a:spAutoFit/>
          </a:bodyPr>
          <a:lstStyle/>
          <a:p>
            <a:pPr marL="0" lvl="0" indent="0" algn="r" rtl="0">
              <a:spcBef>
                <a:spcPct val="0"/>
              </a:spcBef>
              <a:spcAft>
                <a:spcPct val="0"/>
              </a:spcAft>
              <a:buNone/>
            </a:pPr>
            <a:r>
              <a:rPr lang="en-GB" sz="1200" b="1">
                <a:latin typeface="Lexend"/>
                <a:ea typeface="Lexend"/>
                <a:cs typeface="Lexend"/>
                <a:sym typeface="Lexend"/>
              </a:rPr>
              <a:t>Worksheet</a:t>
            </a:r>
            <a:endParaRPr b="1">
              <a:latin typeface="Lexend"/>
              <a:ea typeface="Lexend"/>
              <a:cs typeface="Lexend"/>
              <a:sym typeface="Lexend"/>
            </a:endParaRPr>
          </a:p>
        </p:txBody>
      </p:sp>
    </p:spTree>
  </p:cSld>
  <p:clrMapOvr>
    <a:masterClrMapping/>
  </p:clrMapOvr>
  <p:transition/>
  <p:timing/>
  <p:extLst>
    <p:ext uri="{DCECCB84-F9BA-43D5-87BE-67443E8EF086}">
      <p15:sldGuideLst xmlns:p15="http://schemas.microsoft.com/office/powerpoint/2012/main">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sldGuideLst>
    </p:ext>
  </p:extLst>
</p:sldLayout>
</file>

<file path=ppt/slideLayouts/slideLayout9.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1.1 Title page with long title">
  <p:cSld name="SECTION_HEADER_1_1_1_1_1_1_1_1_1_1_1_2_1_1_1_1_1_1_2">
    <p:bg>
      <p:bgPr>
        <a:solidFill>
          <a:schemeClr val="lt1"/>
        </a:solidFill>
      </p:bgPr>
    </p:bg>
    <p:spTree>
      <p:nvGrpSpPr>
        <p:cNvPr id="75" name="Shape 75"/>
        <p:cNvGrpSpPr/>
        <p:nvPr/>
      </p:nvGrpSpPr>
      <p:grpSpPr>
        <a:xfrm>
          <a:off x="0" y="0"/>
          <a:ext cx="0" cy="0"/>
        </a:xfrm>
      </p:grpSpPr>
      <p:pic>
        <p:nvPicPr>
          <p:cNvPr id="76" name="Google Shape;76;p11"/>
          <p:cNvPicPr preferRelativeResize="0"/>
          <p:nvPr/>
        </p:nvPicPr>
        <p:blipFill>
          <a:blip r:embed="rId1">
            <a:alphaModFix/>
          </a:blip>
          <a:stretch>
            <a:fillRect/>
          </a:stretch>
        </p:blipFill>
        <p:spPr>
          <a:xfrm>
            <a:off x="6910937" y="9972010"/>
            <a:ext cx="181075" cy="246288"/>
          </a:xfrm>
          <a:prstGeom prst="rect">
            <a:avLst/>
          </a:prstGeom>
          <a:noFill/>
          <a:ln>
            <a:noFill/>
          </a:ln>
        </p:spPr>
      </p:pic>
      <p:sp>
        <p:nvSpPr>
          <p:cNvPr id="77" name="Google Shape;77;p11"/>
          <p:cNvSpPr txBox="1"/>
          <p:nvPr>
            <p:ph type="sldNum" idx="12"/>
          </p:nvPr>
        </p:nvSpPr>
        <p:spPr>
          <a:xfrm>
            <a:off x="6352325" y="9972000"/>
            <a:ext cx="483300" cy="277200"/>
          </a:xfrm>
          <a:prstGeom prst="rect">
            <a:avLst/>
          </a:prstGeom>
        </p:spPr>
        <p:txBody>
          <a:bodyPr spcFirstLastPara="1" wrap="square" lIns="91425" tIns="91425" rIns="91425" bIns="91425" anchor="ctr" anchorCtr="0">
            <a:noAutofit/>
          </a:bodyPr>
          <a:lstStyle>
            <a:lvl1pPr lvl="0" rtl="0">
              <a:buNone/>
              <a:defRPr sz="1200">
                <a:latin typeface="Lexend Medium"/>
                <a:ea typeface="Lexend Medium"/>
                <a:cs typeface="Lexend Medium"/>
                <a:sym typeface="Lexend Medium"/>
              </a:defRPr>
            </a:lvl1pPr>
            <a:lvl2pPr lvl="1" rtl="0">
              <a:buNone/>
              <a:defRPr sz="1200">
                <a:latin typeface="Lexend Medium"/>
                <a:ea typeface="Lexend Medium"/>
                <a:cs typeface="Lexend Medium"/>
                <a:sym typeface="Lexend Medium"/>
              </a:defRPr>
            </a:lvl2pPr>
            <a:lvl3pPr lvl="2" rtl="0">
              <a:buNone/>
              <a:defRPr sz="1200">
                <a:latin typeface="Lexend Medium"/>
                <a:ea typeface="Lexend Medium"/>
                <a:cs typeface="Lexend Medium"/>
                <a:sym typeface="Lexend Medium"/>
              </a:defRPr>
            </a:lvl3pPr>
            <a:lvl4pPr lvl="3" rtl="0">
              <a:buNone/>
              <a:defRPr sz="1200">
                <a:latin typeface="Lexend Medium"/>
                <a:ea typeface="Lexend Medium"/>
                <a:cs typeface="Lexend Medium"/>
                <a:sym typeface="Lexend Medium"/>
              </a:defRPr>
            </a:lvl4pPr>
            <a:lvl5pPr lvl="4" rtl="0">
              <a:buNone/>
              <a:defRPr sz="1200">
                <a:latin typeface="Lexend Medium"/>
                <a:ea typeface="Lexend Medium"/>
                <a:cs typeface="Lexend Medium"/>
                <a:sym typeface="Lexend Medium"/>
              </a:defRPr>
            </a:lvl5pPr>
            <a:lvl6pPr lvl="5" rtl="0">
              <a:buNone/>
              <a:defRPr sz="1200">
                <a:latin typeface="Lexend Medium"/>
                <a:ea typeface="Lexend Medium"/>
                <a:cs typeface="Lexend Medium"/>
                <a:sym typeface="Lexend Medium"/>
              </a:defRPr>
            </a:lvl6pPr>
            <a:lvl7pPr lvl="6" rtl="0">
              <a:buNone/>
              <a:defRPr sz="1200">
                <a:latin typeface="Lexend Medium"/>
                <a:ea typeface="Lexend Medium"/>
                <a:cs typeface="Lexend Medium"/>
                <a:sym typeface="Lexend Medium"/>
              </a:defRPr>
            </a:lvl7pPr>
            <a:lvl8pPr lvl="7" rtl="0">
              <a:buNone/>
              <a:defRPr sz="1200">
                <a:latin typeface="Lexend Medium"/>
                <a:ea typeface="Lexend Medium"/>
                <a:cs typeface="Lexend Medium"/>
                <a:sym typeface="Lexend Medium"/>
              </a:defRPr>
            </a:lvl8pPr>
            <a:lvl9pPr lvl="8" rtl="0">
              <a:buNone/>
              <a:defRPr sz="1200">
                <a:latin typeface="Lexend Medium"/>
                <a:ea typeface="Lexend Medium"/>
                <a:cs typeface="Lexend Medium"/>
                <a:sym typeface="Lexend Medium"/>
              </a:defRPr>
            </a:lvl9pPr>
          </a:lstStyle>
          <a:p>
            <a:pPr marL="0" lvl="0" indent="0" algn="r" rtl="0">
              <a:spcBef>
                <a:spcPct val="0"/>
              </a:spcBef>
              <a:spcAft>
                <a:spcPct val="0"/>
              </a:spcAft>
              <a:buNone/>
            </a:pPr>
            <a:fld id="{00000000-1234-1234-1234-123412341234}" type="slidenum">
              <a:rPr lang="en-GB"/>
              <a:t>‹#›</a:t>
            </a:fld>
            <a:endParaRPr/>
          </a:p>
        </p:txBody>
      </p:sp>
      <p:sp>
        <p:nvSpPr>
          <p:cNvPr id="78" name="Google Shape;78;p11"/>
          <p:cNvSpPr txBox="1"/>
          <p:nvPr>
            <p:ph type="title"/>
          </p:nvPr>
        </p:nvSpPr>
        <p:spPr>
          <a:xfrm>
            <a:off x="468000" y="864000"/>
            <a:ext cx="6624000" cy="360000"/>
          </a:xfrm>
          <a:prstGeom prst="rect">
            <a:avLst/>
          </a:prstGeom>
        </p:spPr>
        <p:txBody>
          <a:bodyPr spcFirstLastPara="1" wrap="square" lIns="0" tIns="0" rIns="0" bIns="0" anchor="ctr" anchorCtr="0">
            <a:spAutoFit/>
          </a:bodyPr>
          <a:lstStyle>
            <a:lvl1pPr lvl="0" rtl="0">
              <a:spcBef>
                <a:spcPct val="0"/>
              </a:spcBef>
              <a:spcAft>
                <a:spcPct val="0"/>
              </a:spcAft>
              <a:buSzPts val="1800"/>
              <a:buNone/>
              <a:defRPr sz="1800"/>
            </a:lvl1pPr>
            <a:lvl2pPr lvl="1" rtl="0">
              <a:spcBef>
                <a:spcPct val="0"/>
              </a:spcBef>
              <a:spcAft>
                <a:spcPct val="0"/>
              </a:spcAft>
              <a:buSzPts val="1800"/>
              <a:buNone/>
              <a:defRPr sz="1800"/>
            </a:lvl2pPr>
            <a:lvl3pPr lvl="2" rtl="0">
              <a:spcBef>
                <a:spcPct val="0"/>
              </a:spcBef>
              <a:spcAft>
                <a:spcPct val="0"/>
              </a:spcAft>
              <a:buSzPts val="1800"/>
              <a:buNone/>
              <a:defRPr sz="1800"/>
            </a:lvl3pPr>
            <a:lvl4pPr lvl="3" rtl="0">
              <a:spcBef>
                <a:spcPct val="0"/>
              </a:spcBef>
              <a:spcAft>
                <a:spcPct val="0"/>
              </a:spcAft>
              <a:buSzPts val="1800"/>
              <a:buNone/>
              <a:defRPr sz="1800"/>
            </a:lvl4pPr>
            <a:lvl5pPr lvl="4" rtl="0">
              <a:spcBef>
                <a:spcPct val="0"/>
              </a:spcBef>
              <a:spcAft>
                <a:spcPct val="0"/>
              </a:spcAft>
              <a:buSzPts val="1800"/>
              <a:buNone/>
              <a:defRPr sz="1800"/>
            </a:lvl5pPr>
            <a:lvl6pPr lvl="5" rtl="0">
              <a:spcBef>
                <a:spcPct val="0"/>
              </a:spcBef>
              <a:spcAft>
                <a:spcPct val="0"/>
              </a:spcAft>
              <a:buSzPts val="1800"/>
              <a:buNone/>
              <a:defRPr sz="1800"/>
            </a:lvl6pPr>
            <a:lvl7pPr lvl="6" rtl="0">
              <a:spcBef>
                <a:spcPct val="0"/>
              </a:spcBef>
              <a:spcAft>
                <a:spcPct val="0"/>
              </a:spcAft>
              <a:buSzPts val="1800"/>
              <a:buNone/>
              <a:defRPr sz="1800"/>
            </a:lvl7pPr>
            <a:lvl8pPr lvl="7" rtl="0">
              <a:spcBef>
                <a:spcPct val="0"/>
              </a:spcBef>
              <a:spcAft>
                <a:spcPct val="0"/>
              </a:spcAft>
              <a:buSzPts val="1800"/>
              <a:buNone/>
              <a:defRPr sz="1800"/>
            </a:lvl8pPr>
            <a:lvl9pPr lvl="8" rtl="0">
              <a:spcBef>
                <a:spcPct val="0"/>
              </a:spcBef>
              <a:spcAft>
                <a:spcPct val="0"/>
              </a:spcAft>
              <a:buSzPts val="1800"/>
              <a:buNone/>
              <a:defRPr sz="1800"/>
            </a:lvl9pPr>
          </a:lstStyle>
          <a:p/>
        </p:txBody>
      </p:sp>
      <p:pic>
        <p:nvPicPr>
          <p:cNvPr id="79" name="Google Shape;79;p11"/>
          <p:cNvPicPr preferRelativeResize="0"/>
          <p:nvPr/>
        </p:nvPicPr>
        <p:blipFill>
          <a:blip r:embed="rId2">
            <a:alphaModFix/>
          </a:blip>
          <a:stretch>
            <a:fillRect/>
          </a:stretch>
        </p:blipFill>
        <p:spPr>
          <a:xfrm>
            <a:off x="468000" y="1543153"/>
            <a:ext cx="6624000" cy="66240"/>
          </a:xfrm>
          <a:prstGeom prst="rect">
            <a:avLst/>
          </a:prstGeom>
          <a:noFill/>
          <a:ln>
            <a:noFill/>
          </a:ln>
        </p:spPr>
      </p:pic>
      <p:sp>
        <p:nvSpPr>
          <p:cNvPr id="80" name="Google Shape;80;p11"/>
          <p:cNvSpPr txBox="1"/>
          <p:nvPr/>
        </p:nvSpPr>
        <p:spPr>
          <a:xfrm>
            <a:off x="466825" y="360000"/>
            <a:ext cx="2334000" cy="215400"/>
          </a:xfrm>
          <a:prstGeom prst="rect">
            <a:avLst/>
          </a:prstGeom>
          <a:noFill/>
          <a:ln>
            <a:noFill/>
          </a:ln>
        </p:spPr>
        <p:txBody>
          <a:bodyPr spcFirstLastPara="1" wrap="square" lIns="0" tIns="0" rIns="0" bIns="0" anchor="ctr" anchorCtr="0">
            <a:spAutoFit/>
          </a:bodyPr>
          <a:lstStyle/>
          <a:p>
            <a:pPr marL="0" lvl="0" indent="0" algn="l" rtl="0">
              <a:spcBef>
                <a:spcPct val="0"/>
              </a:spcBef>
              <a:spcAft>
                <a:spcPct val="0"/>
              </a:spcAft>
              <a:buNone/>
            </a:pPr>
            <a:r>
              <a:rPr lang="en-GB" sz="1200" b="1">
                <a:latin typeface="Lexend"/>
                <a:ea typeface="Lexend"/>
                <a:cs typeface="Lexend"/>
                <a:sym typeface="Lexend"/>
              </a:rPr>
              <a:t>Name</a:t>
            </a:r>
            <a:r>
              <a:rPr lang="en-GB" b="1">
                <a:latin typeface="Lexend"/>
                <a:ea typeface="Lexend"/>
                <a:cs typeface="Lexend"/>
                <a:sym typeface="Lexend"/>
              </a:rPr>
              <a:t>:</a:t>
            </a:r>
            <a:endParaRPr b="1">
              <a:latin typeface="Lexend"/>
              <a:ea typeface="Lexend"/>
              <a:cs typeface="Lexend"/>
              <a:sym typeface="Lexend"/>
            </a:endParaRPr>
          </a:p>
        </p:txBody>
      </p:sp>
      <p:cxnSp>
        <p:nvCxnSpPr>
          <p:cNvPr id="81" name="Google Shape;81;p11"/>
          <p:cNvCxnSpPr/>
          <p:nvPr/>
        </p:nvCxnSpPr>
        <p:spPr>
          <a:xfrm>
            <a:off x="987525" y="610425"/>
            <a:ext cx="1813200" cy="0"/>
          </a:xfrm>
          <a:prstGeom prst="straightConnector1">
            <a:avLst/>
          </a:prstGeom>
          <a:noFill/>
          <a:ln w="9525" cap="flat" cmpd="sng">
            <a:solidFill>
              <a:schemeClr val="dk2"/>
            </a:solidFill>
            <a:prstDash val="solid"/>
            <a:round/>
            <a:headEnd type="none" w="med" len="med"/>
            <a:tailEnd type="none" w="med" len="med"/>
          </a:ln>
        </p:spPr>
      </p:cxnSp>
      <p:pic>
        <p:nvPicPr>
          <p:cNvPr id="82" name="Google Shape;82;p11"/>
          <p:cNvPicPr preferRelativeResize="0"/>
          <p:nvPr/>
        </p:nvPicPr>
        <p:blipFill>
          <a:blip r:embed="rId3">
            <a:alphaModFix/>
          </a:blip>
          <a:stretch>
            <a:fillRect/>
          </a:stretch>
        </p:blipFill>
        <p:spPr>
          <a:xfrm>
            <a:off x="5722275" y="215699"/>
            <a:ext cx="504000" cy="504000"/>
          </a:xfrm>
          <a:prstGeom prst="rect">
            <a:avLst/>
          </a:prstGeom>
          <a:noFill/>
          <a:ln>
            <a:noFill/>
          </a:ln>
        </p:spPr>
      </p:pic>
      <p:sp>
        <p:nvSpPr>
          <p:cNvPr id="83" name="Google Shape;83;p11"/>
          <p:cNvSpPr txBox="1"/>
          <p:nvPr/>
        </p:nvSpPr>
        <p:spPr>
          <a:xfrm>
            <a:off x="6189000" y="360000"/>
            <a:ext cx="903000" cy="184800"/>
          </a:xfrm>
          <a:prstGeom prst="rect">
            <a:avLst/>
          </a:prstGeom>
          <a:noFill/>
          <a:ln>
            <a:noFill/>
          </a:ln>
        </p:spPr>
        <p:txBody>
          <a:bodyPr spcFirstLastPara="1" wrap="square" lIns="0" tIns="0" rIns="0" bIns="0" anchor="ctr" anchorCtr="0">
            <a:spAutoFit/>
          </a:bodyPr>
          <a:lstStyle/>
          <a:p>
            <a:pPr marL="0" lvl="0" indent="0" algn="r" rtl="0">
              <a:spcBef>
                <a:spcPct val="0"/>
              </a:spcBef>
              <a:spcAft>
                <a:spcPct val="0"/>
              </a:spcAft>
              <a:buNone/>
            </a:pPr>
            <a:r>
              <a:rPr lang="en-GB" sz="1200" b="1">
                <a:latin typeface="Lexend"/>
                <a:ea typeface="Lexend"/>
                <a:cs typeface="Lexend"/>
                <a:sym typeface="Lexend"/>
              </a:rPr>
              <a:t>Worksheet</a:t>
            </a:r>
            <a:endParaRPr b="1">
              <a:latin typeface="Lexend"/>
              <a:ea typeface="Lexend"/>
              <a:cs typeface="Lexend"/>
              <a:sym typeface="Lexend"/>
            </a:endParaRPr>
          </a:p>
        </p:txBody>
      </p:sp>
    </p:spTree>
  </p:cSld>
  <p:clrMapOvr>
    <a:masterClrMapping/>
  </p:clrMapOvr>
  <p:transition/>
  <p:timing/>
  <p:extLst>
    <p:ext uri="{DCECCB84-F9BA-43D5-87BE-67443E8EF086}">
      <p15:sldGuideLst xmlns:p15="http://schemas.microsoft.com/office/powerpoint/2012/main">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sldGuideLst>
    </p:ext>
  </p:extLst>
</p:sldLayout>
</file>

<file path=ppt/slideLayouts/slideLayout10.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2.0 Middle page">
  <p:cSld name="SECTION_HEADER_1_1_1_1_1_1_1_1_1_1_1_2_1_1_1_1_1_1_1_1_2">
    <p:bg>
      <p:bgPr>
        <a:solidFill>
          <a:schemeClr val="lt1"/>
        </a:solidFill>
      </p:bgPr>
    </p:bg>
    <p:spTree>
      <p:nvGrpSpPr>
        <p:cNvPr id="84" name="Shape 84"/>
        <p:cNvGrpSpPr/>
        <p:nvPr/>
      </p:nvGrpSpPr>
      <p:grpSpPr>
        <a:xfrm>
          <a:off x="0" y="0"/>
          <a:ext cx="0" cy="0"/>
        </a:xfrm>
      </p:grpSpPr>
      <p:pic>
        <p:nvPicPr>
          <p:cNvPr id="85" name="Google Shape;85;p12"/>
          <p:cNvPicPr preferRelativeResize="0"/>
          <p:nvPr/>
        </p:nvPicPr>
        <p:blipFill>
          <a:blip r:embed="rId1">
            <a:alphaModFix/>
          </a:blip>
          <a:stretch>
            <a:fillRect/>
          </a:stretch>
        </p:blipFill>
        <p:spPr>
          <a:xfrm>
            <a:off x="6910937" y="9972010"/>
            <a:ext cx="181075" cy="246288"/>
          </a:xfrm>
          <a:prstGeom prst="rect">
            <a:avLst/>
          </a:prstGeom>
          <a:noFill/>
          <a:ln>
            <a:noFill/>
          </a:ln>
        </p:spPr>
      </p:pic>
      <p:sp>
        <p:nvSpPr>
          <p:cNvPr id="86" name="Google Shape;86;p12"/>
          <p:cNvSpPr txBox="1"/>
          <p:nvPr>
            <p:ph type="sldNum" idx="12"/>
          </p:nvPr>
        </p:nvSpPr>
        <p:spPr>
          <a:xfrm>
            <a:off x="6352325" y="9972000"/>
            <a:ext cx="483300" cy="277200"/>
          </a:xfrm>
          <a:prstGeom prst="rect">
            <a:avLst/>
          </a:prstGeom>
        </p:spPr>
        <p:txBody>
          <a:bodyPr spcFirstLastPara="1" wrap="square" lIns="91425" tIns="91425" rIns="91425" bIns="91425" anchor="ctr" anchorCtr="0">
            <a:noAutofit/>
          </a:bodyPr>
          <a:lstStyle>
            <a:lvl1pPr lvl="0" rtl="0">
              <a:buNone/>
              <a:defRPr sz="1200">
                <a:latin typeface="Lexend Medium"/>
                <a:ea typeface="Lexend Medium"/>
                <a:cs typeface="Lexend Medium"/>
                <a:sym typeface="Lexend Medium"/>
              </a:defRPr>
            </a:lvl1pPr>
            <a:lvl2pPr lvl="1" rtl="0">
              <a:buNone/>
              <a:defRPr sz="1200">
                <a:latin typeface="Lexend Medium"/>
                <a:ea typeface="Lexend Medium"/>
                <a:cs typeface="Lexend Medium"/>
                <a:sym typeface="Lexend Medium"/>
              </a:defRPr>
            </a:lvl2pPr>
            <a:lvl3pPr lvl="2" rtl="0">
              <a:buNone/>
              <a:defRPr sz="1200">
                <a:latin typeface="Lexend Medium"/>
                <a:ea typeface="Lexend Medium"/>
                <a:cs typeface="Lexend Medium"/>
                <a:sym typeface="Lexend Medium"/>
              </a:defRPr>
            </a:lvl3pPr>
            <a:lvl4pPr lvl="3" rtl="0">
              <a:buNone/>
              <a:defRPr sz="1200">
                <a:latin typeface="Lexend Medium"/>
                <a:ea typeface="Lexend Medium"/>
                <a:cs typeface="Lexend Medium"/>
                <a:sym typeface="Lexend Medium"/>
              </a:defRPr>
            </a:lvl4pPr>
            <a:lvl5pPr lvl="4" rtl="0">
              <a:buNone/>
              <a:defRPr sz="1200">
                <a:latin typeface="Lexend Medium"/>
                <a:ea typeface="Lexend Medium"/>
                <a:cs typeface="Lexend Medium"/>
                <a:sym typeface="Lexend Medium"/>
              </a:defRPr>
            </a:lvl5pPr>
            <a:lvl6pPr lvl="5" rtl="0">
              <a:buNone/>
              <a:defRPr sz="1200">
                <a:latin typeface="Lexend Medium"/>
                <a:ea typeface="Lexend Medium"/>
                <a:cs typeface="Lexend Medium"/>
                <a:sym typeface="Lexend Medium"/>
              </a:defRPr>
            </a:lvl6pPr>
            <a:lvl7pPr lvl="6" rtl="0">
              <a:buNone/>
              <a:defRPr sz="1200">
                <a:latin typeface="Lexend Medium"/>
                <a:ea typeface="Lexend Medium"/>
                <a:cs typeface="Lexend Medium"/>
                <a:sym typeface="Lexend Medium"/>
              </a:defRPr>
            </a:lvl7pPr>
            <a:lvl8pPr lvl="7" rtl="0">
              <a:buNone/>
              <a:defRPr sz="1200">
                <a:latin typeface="Lexend Medium"/>
                <a:ea typeface="Lexend Medium"/>
                <a:cs typeface="Lexend Medium"/>
                <a:sym typeface="Lexend Medium"/>
              </a:defRPr>
            </a:lvl8pPr>
            <a:lvl9pPr lvl="8" rtl="0">
              <a:buNone/>
              <a:defRPr sz="1200">
                <a:latin typeface="Lexend Medium"/>
                <a:ea typeface="Lexend Medium"/>
                <a:cs typeface="Lexend Medium"/>
                <a:sym typeface="Lexend Medium"/>
              </a:defRPr>
            </a:lvl9pPr>
          </a:lstStyle>
          <a:p>
            <a:pPr marL="0" lvl="0" indent="0" algn="r" rtl="0">
              <a:spcBef>
                <a:spcPct val="0"/>
              </a:spcBef>
              <a:spcAft>
                <a:spcPct val="0"/>
              </a:spcAft>
              <a:buNone/>
            </a:pPr>
            <a:fld id="{00000000-1234-1234-1234-123412341234}" type="slidenum">
              <a:rPr lang="en-GB"/>
              <a:t>‹#›</a:t>
            </a:fld>
            <a:endParaRPr/>
          </a:p>
        </p:txBody>
      </p:sp>
      <p:sp>
        <p:nvSpPr>
          <p:cNvPr id="87" name="Google Shape;87;p12"/>
          <p:cNvSpPr txBox="1"/>
          <p:nvPr/>
        </p:nvSpPr>
        <p:spPr>
          <a:xfrm>
            <a:off x="6366900" y="360000"/>
            <a:ext cx="726600" cy="138600"/>
          </a:xfrm>
          <a:prstGeom prst="rect">
            <a:avLst/>
          </a:prstGeom>
          <a:noFill/>
          <a:ln>
            <a:noFill/>
          </a:ln>
        </p:spPr>
        <p:txBody>
          <a:bodyPr spcFirstLastPara="1" wrap="square" lIns="0" tIns="0" rIns="0" bIns="0" anchor="ctr" anchorCtr="0">
            <a:spAutoFit/>
          </a:bodyPr>
          <a:lstStyle/>
          <a:p>
            <a:pPr marL="0" lvl="0" indent="0" algn="r" rtl="0">
              <a:spcBef>
                <a:spcPct val="0"/>
              </a:spcBef>
              <a:spcAft>
                <a:spcPct val="0"/>
              </a:spcAft>
              <a:buNone/>
            </a:pPr>
            <a:r>
              <a:rPr lang="en-GB" sz="900" b="1">
                <a:latin typeface="Lexend"/>
                <a:ea typeface="Lexend"/>
                <a:cs typeface="Lexend"/>
                <a:sym typeface="Lexend"/>
              </a:rPr>
              <a:t>Worksheet</a:t>
            </a:r>
            <a:endParaRPr sz="900" b="1">
              <a:latin typeface="Lexend"/>
              <a:ea typeface="Lexend"/>
              <a:cs typeface="Lexend"/>
              <a:sym typeface="Lexend"/>
            </a:endParaRPr>
          </a:p>
        </p:txBody>
      </p:sp>
      <p:sp>
        <p:nvSpPr>
          <p:cNvPr id="88" name="Google Shape;88;p12"/>
          <p:cNvSpPr txBox="1"/>
          <p:nvPr>
            <p:ph type="subTitle" idx="1"/>
          </p:nvPr>
        </p:nvSpPr>
        <p:spPr>
          <a:xfrm>
            <a:off x="466825" y="360000"/>
            <a:ext cx="5779200" cy="246300"/>
          </a:xfrm>
          <a:prstGeom prst="rect">
            <a:avLst/>
          </a:prstGeom>
          <a:ln>
            <a:noFill/>
          </a:ln>
        </p:spPr>
        <p:txBody>
          <a:bodyPr spcFirstLastPara="1" wrap="square" lIns="0" tIns="0" rIns="0" bIns="0" anchor="t" anchorCtr="0">
            <a:spAutoFit/>
          </a:bodyPr>
          <a:lstStyle>
            <a:lvl1pPr lvl="0" rtl="0">
              <a:spcBef>
                <a:spcPct val="0"/>
              </a:spcBef>
              <a:spcAft>
                <a:spcPct val="0"/>
              </a:spcAft>
              <a:buSzPts val="900"/>
              <a:buFont typeface="Lexend"/>
              <a:buNone/>
              <a:defRPr sz="900">
                <a:latin typeface="Lexend"/>
                <a:ea typeface="Lexend"/>
                <a:cs typeface="Lexend"/>
                <a:sym typeface="Lexend"/>
              </a:defRPr>
            </a:lvl1pPr>
            <a:lvl2pPr lvl="1" rtl="0">
              <a:spcBef>
                <a:spcPct val="0"/>
              </a:spcBef>
              <a:spcAft>
                <a:spcPct val="0"/>
              </a:spcAft>
              <a:buSzPts val="1200"/>
              <a:buNone/>
              <a:defRPr sz="1200"/>
            </a:lvl2pPr>
            <a:lvl3pPr lvl="2" rtl="0">
              <a:spcBef>
                <a:spcPct val="0"/>
              </a:spcBef>
              <a:spcAft>
                <a:spcPct val="0"/>
              </a:spcAft>
              <a:buSzPts val="1200"/>
              <a:buNone/>
              <a:defRPr sz="1200"/>
            </a:lvl3pPr>
            <a:lvl4pPr lvl="3" rtl="0">
              <a:spcBef>
                <a:spcPct val="0"/>
              </a:spcBef>
              <a:spcAft>
                <a:spcPct val="0"/>
              </a:spcAft>
              <a:buSzPts val="1200"/>
              <a:buNone/>
              <a:defRPr sz="1200"/>
            </a:lvl4pPr>
            <a:lvl5pPr lvl="4" rtl="0">
              <a:spcBef>
                <a:spcPct val="0"/>
              </a:spcBef>
              <a:spcAft>
                <a:spcPct val="0"/>
              </a:spcAft>
              <a:buSzPts val="1200"/>
              <a:buNone/>
              <a:defRPr sz="1200"/>
            </a:lvl5pPr>
            <a:lvl6pPr lvl="5" rtl="0">
              <a:spcBef>
                <a:spcPct val="0"/>
              </a:spcBef>
              <a:spcAft>
                <a:spcPct val="0"/>
              </a:spcAft>
              <a:buSzPts val="1200"/>
              <a:buNone/>
              <a:defRPr sz="1200"/>
            </a:lvl6pPr>
            <a:lvl7pPr lvl="6" rtl="0">
              <a:spcBef>
                <a:spcPct val="0"/>
              </a:spcBef>
              <a:spcAft>
                <a:spcPct val="0"/>
              </a:spcAft>
              <a:buSzPts val="1200"/>
              <a:buNone/>
              <a:defRPr sz="1200"/>
            </a:lvl7pPr>
            <a:lvl8pPr lvl="7" rtl="0">
              <a:spcBef>
                <a:spcPct val="0"/>
              </a:spcBef>
              <a:spcAft>
                <a:spcPct val="0"/>
              </a:spcAft>
              <a:buSzPts val="1200"/>
              <a:buNone/>
              <a:defRPr sz="1200"/>
            </a:lvl8pPr>
            <a:lvl9pPr lvl="8" rtl="0">
              <a:spcBef>
                <a:spcPct val="0"/>
              </a:spcBef>
              <a:spcAft>
                <a:spcPct val="0"/>
              </a:spcAft>
              <a:buSzPts val="1200"/>
              <a:buNone/>
              <a:defRPr sz="1200"/>
            </a:lvl9pPr>
          </a:lstStyle>
          <a:p/>
        </p:txBody>
      </p:sp>
    </p:spTree>
  </p:cSld>
  <p:clrMapOvr>
    <a:masterClrMapping/>
  </p:clrMapOvr>
  <p:transition/>
  <p:timing/>
  <p:extLst>
    <p:ext uri="{DCECCB84-F9BA-43D5-87BE-67443E8EF086}">
      <p15:sldGuideLst xmlns:p15="http://schemas.microsoft.com/office/powerpoint/2012/main">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sldGuideLst>
    </p:ext>
  </p:extLst>
</p:sldLayout>
</file>

<file path=ppt/slideLayouts/slideLayout11.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2.1 Last page">
  <p:cSld name="SECTION_HEADER_1_1_1_1_1_1_1_1_1_1_1_2_1_1_1_1_1_1_1_1_1_3">
    <p:bg>
      <p:bgPr>
        <a:solidFill>
          <a:schemeClr val="lt1"/>
        </a:solidFill>
      </p:bgPr>
    </p:bg>
    <p:spTree>
      <p:nvGrpSpPr>
        <p:cNvPr id="89" name="Shape 89"/>
        <p:cNvGrpSpPr/>
        <p:nvPr/>
      </p:nvGrpSpPr>
      <p:grpSpPr>
        <a:xfrm>
          <a:off x="0" y="0"/>
          <a:ext cx="0" cy="0"/>
        </a:xfrm>
      </p:grpSpPr>
      <p:pic>
        <p:nvPicPr>
          <p:cNvPr id="90" name="Google Shape;90;p13"/>
          <p:cNvPicPr preferRelativeResize="0"/>
          <p:nvPr/>
        </p:nvPicPr>
        <p:blipFill>
          <a:blip r:embed="rId1">
            <a:alphaModFix/>
          </a:blip>
          <a:stretch>
            <a:fillRect/>
          </a:stretch>
        </p:blipFill>
        <p:spPr>
          <a:xfrm>
            <a:off x="6910937" y="9972010"/>
            <a:ext cx="181075" cy="246288"/>
          </a:xfrm>
          <a:prstGeom prst="rect">
            <a:avLst/>
          </a:prstGeom>
          <a:noFill/>
          <a:ln>
            <a:noFill/>
          </a:ln>
        </p:spPr>
      </p:pic>
      <p:sp>
        <p:nvSpPr>
          <p:cNvPr id="91" name="Google Shape;91;p13"/>
          <p:cNvSpPr txBox="1"/>
          <p:nvPr>
            <p:ph type="sldNum" idx="12"/>
          </p:nvPr>
        </p:nvSpPr>
        <p:spPr>
          <a:xfrm>
            <a:off x="6352325" y="9972000"/>
            <a:ext cx="483300" cy="277200"/>
          </a:xfrm>
          <a:prstGeom prst="rect">
            <a:avLst/>
          </a:prstGeom>
        </p:spPr>
        <p:txBody>
          <a:bodyPr spcFirstLastPara="1" wrap="square" lIns="91425" tIns="91425" rIns="91425" bIns="91425" anchor="ctr" anchorCtr="0">
            <a:noAutofit/>
          </a:bodyPr>
          <a:lstStyle>
            <a:lvl1pPr lvl="0" rtl="0">
              <a:buNone/>
              <a:defRPr sz="1200">
                <a:latin typeface="Lexend Medium"/>
                <a:ea typeface="Lexend Medium"/>
                <a:cs typeface="Lexend Medium"/>
                <a:sym typeface="Lexend Medium"/>
              </a:defRPr>
            </a:lvl1pPr>
            <a:lvl2pPr lvl="1" rtl="0">
              <a:buNone/>
              <a:defRPr sz="1200">
                <a:latin typeface="Lexend Medium"/>
                <a:ea typeface="Lexend Medium"/>
                <a:cs typeface="Lexend Medium"/>
                <a:sym typeface="Lexend Medium"/>
              </a:defRPr>
            </a:lvl2pPr>
            <a:lvl3pPr lvl="2" rtl="0">
              <a:buNone/>
              <a:defRPr sz="1200">
                <a:latin typeface="Lexend Medium"/>
                <a:ea typeface="Lexend Medium"/>
                <a:cs typeface="Lexend Medium"/>
                <a:sym typeface="Lexend Medium"/>
              </a:defRPr>
            </a:lvl3pPr>
            <a:lvl4pPr lvl="3" rtl="0">
              <a:buNone/>
              <a:defRPr sz="1200">
                <a:latin typeface="Lexend Medium"/>
                <a:ea typeface="Lexend Medium"/>
                <a:cs typeface="Lexend Medium"/>
                <a:sym typeface="Lexend Medium"/>
              </a:defRPr>
            </a:lvl4pPr>
            <a:lvl5pPr lvl="4" rtl="0">
              <a:buNone/>
              <a:defRPr sz="1200">
                <a:latin typeface="Lexend Medium"/>
                <a:ea typeface="Lexend Medium"/>
                <a:cs typeface="Lexend Medium"/>
                <a:sym typeface="Lexend Medium"/>
              </a:defRPr>
            </a:lvl5pPr>
            <a:lvl6pPr lvl="5" rtl="0">
              <a:buNone/>
              <a:defRPr sz="1200">
                <a:latin typeface="Lexend Medium"/>
                <a:ea typeface="Lexend Medium"/>
                <a:cs typeface="Lexend Medium"/>
                <a:sym typeface="Lexend Medium"/>
              </a:defRPr>
            </a:lvl6pPr>
            <a:lvl7pPr lvl="6" rtl="0">
              <a:buNone/>
              <a:defRPr sz="1200">
                <a:latin typeface="Lexend Medium"/>
                <a:ea typeface="Lexend Medium"/>
                <a:cs typeface="Lexend Medium"/>
                <a:sym typeface="Lexend Medium"/>
              </a:defRPr>
            </a:lvl7pPr>
            <a:lvl8pPr lvl="7" rtl="0">
              <a:buNone/>
              <a:defRPr sz="1200">
                <a:latin typeface="Lexend Medium"/>
                <a:ea typeface="Lexend Medium"/>
                <a:cs typeface="Lexend Medium"/>
                <a:sym typeface="Lexend Medium"/>
              </a:defRPr>
            </a:lvl8pPr>
            <a:lvl9pPr lvl="8" rtl="0">
              <a:buNone/>
              <a:defRPr sz="1200">
                <a:latin typeface="Lexend Medium"/>
                <a:ea typeface="Lexend Medium"/>
                <a:cs typeface="Lexend Medium"/>
                <a:sym typeface="Lexend Medium"/>
              </a:defRPr>
            </a:lvl9pPr>
          </a:lstStyle>
          <a:p>
            <a:pPr marL="0" lvl="0" indent="0" algn="r" rtl="0">
              <a:spcBef>
                <a:spcPct val="0"/>
              </a:spcBef>
              <a:spcAft>
                <a:spcPct val="0"/>
              </a:spcAft>
              <a:buNone/>
            </a:pPr>
            <a:fld id="{00000000-1234-1234-1234-123412341234}" type="slidenum">
              <a:rPr lang="en-GB"/>
              <a:t>‹#›</a:t>
            </a:fld>
            <a:endParaRPr/>
          </a:p>
        </p:txBody>
      </p:sp>
      <p:sp>
        <p:nvSpPr>
          <p:cNvPr id="92" name="Google Shape;92;p13"/>
          <p:cNvSpPr txBox="1"/>
          <p:nvPr/>
        </p:nvSpPr>
        <p:spPr>
          <a:xfrm>
            <a:off x="6366900" y="360000"/>
            <a:ext cx="726600" cy="138600"/>
          </a:xfrm>
          <a:prstGeom prst="rect">
            <a:avLst/>
          </a:prstGeom>
          <a:noFill/>
          <a:ln>
            <a:noFill/>
          </a:ln>
        </p:spPr>
        <p:txBody>
          <a:bodyPr spcFirstLastPara="1" wrap="square" lIns="0" tIns="0" rIns="0" bIns="0" anchor="ctr" anchorCtr="0">
            <a:spAutoFit/>
          </a:bodyPr>
          <a:lstStyle/>
          <a:p>
            <a:pPr marL="0" lvl="0" indent="0" algn="r" rtl="0">
              <a:spcBef>
                <a:spcPct val="0"/>
              </a:spcBef>
              <a:spcAft>
                <a:spcPct val="0"/>
              </a:spcAft>
              <a:buNone/>
            </a:pPr>
            <a:r>
              <a:rPr lang="en-GB" sz="900" b="1">
                <a:latin typeface="Lexend"/>
                <a:ea typeface="Lexend"/>
                <a:cs typeface="Lexend"/>
                <a:sym typeface="Lexend"/>
              </a:rPr>
              <a:t>Worksheet</a:t>
            </a:r>
            <a:endParaRPr sz="900" b="1">
              <a:latin typeface="Lexend"/>
              <a:ea typeface="Lexend"/>
              <a:cs typeface="Lexend"/>
              <a:sym typeface="Lexend"/>
            </a:endParaRPr>
          </a:p>
        </p:txBody>
      </p:sp>
      <p:sp>
        <p:nvSpPr>
          <p:cNvPr id="93" name="Google Shape;93;p13"/>
          <p:cNvSpPr txBox="1"/>
          <p:nvPr>
            <p:ph type="subTitle" idx="1"/>
          </p:nvPr>
        </p:nvSpPr>
        <p:spPr>
          <a:xfrm>
            <a:off x="466825" y="360000"/>
            <a:ext cx="5779200" cy="246300"/>
          </a:xfrm>
          <a:prstGeom prst="rect">
            <a:avLst/>
          </a:prstGeom>
          <a:ln>
            <a:noFill/>
          </a:ln>
        </p:spPr>
        <p:txBody>
          <a:bodyPr spcFirstLastPara="1" wrap="square" lIns="0" tIns="0" rIns="0" bIns="0" anchor="t" anchorCtr="0">
            <a:spAutoFit/>
          </a:bodyPr>
          <a:lstStyle>
            <a:lvl1pPr lvl="0" rtl="0">
              <a:spcBef>
                <a:spcPct val="0"/>
              </a:spcBef>
              <a:spcAft>
                <a:spcPct val="0"/>
              </a:spcAft>
              <a:buSzPts val="900"/>
              <a:buFont typeface="Lexend"/>
              <a:buNone/>
              <a:defRPr sz="900">
                <a:latin typeface="Lexend"/>
                <a:ea typeface="Lexend"/>
                <a:cs typeface="Lexend"/>
                <a:sym typeface="Lexend"/>
              </a:defRPr>
            </a:lvl1pPr>
            <a:lvl2pPr lvl="1" rtl="0">
              <a:spcBef>
                <a:spcPct val="0"/>
              </a:spcBef>
              <a:spcAft>
                <a:spcPct val="0"/>
              </a:spcAft>
              <a:buSzPts val="1200"/>
              <a:buNone/>
              <a:defRPr sz="1200"/>
            </a:lvl2pPr>
            <a:lvl3pPr lvl="2" rtl="0">
              <a:spcBef>
                <a:spcPct val="0"/>
              </a:spcBef>
              <a:spcAft>
                <a:spcPct val="0"/>
              </a:spcAft>
              <a:buSzPts val="1200"/>
              <a:buNone/>
              <a:defRPr sz="1200"/>
            </a:lvl3pPr>
            <a:lvl4pPr lvl="3" rtl="0">
              <a:spcBef>
                <a:spcPct val="0"/>
              </a:spcBef>
              <a:spcAft>
                <a:spcPct val="0"/>
              </a:spcAft>
              <a:buSzPts val="1200"/>
              <a:buNone/>
              <a:defRPr sz="1200"/>
            </a:lvl4pPr>
            <a:lvl5pPr lvl="4" rtl="0">
              <a:spcBef>
                <a:spcPct val="0"/>
              </a:spcBef>
              <a:spcAft>
                <a:spcPct val="0"/>
              </a:spcAft>
              <a:buSzPts val="1200"/>
              <a:buNone/>
              <a:defRPr sz="1200"/>
            </a:lvl5pPr>
            <a:lvl6pPr lvl="5" rtl="0">
              <a:spcBef>
                <a:spcPct val="0"/>
              </a:spcBef>
              <a:spcAft>
                <a:spcPct val="0"/>
              </a:spcAft>
              <a:buSzPts val="1200"/>
              <a:buNone/>
              <a:defRPr sz="1200"/>
            </a:lvl6pPr>
            <a:lvl7pPr lvl="6" rtl="0">
              <a:spcBef>
                <a:spcPct val="0"/>
              </a:spcBef>
              <a:spcAft>
                <a:spcPct val="0"/>
              </a:spcAft>
              <a:buSzPts val="1200"/>
              <a:buNone/>
              <a:defRPr sz="1200"/>
            </a:lvl7pPr>
            <a:lvl8pPr lvl="7" rtl="0">
              <a:spcBef>
                <a:spcPct val="0"/>
              </a:spcBef>
              <a:spcAft>
                <a:spcPct val="0"/>
              </a:spcAft>
              <a:buSzPts val="1200"/>
              <a:buNone/>
              <a:defRPr sz="1200"/>
            </a:lvl8pPr>
            <a:lvl9pPr lvl="8" rtl="0">
              <a:spcBef>
                <a:spcPct val="0"/>
              </a:spcBef>
              <a:spcAft>
                <a:spcPct val="0"/>
              </a:spcAft>
              <a:buSzPts val="1200"/>
              <a:buNone/>
              <a:defRPr sz="1200"/>
            </a:lvl9pPr>
          </a:lstStyle>
          <a:p/>
        </p:txBody>
      </p:sp>
      <p:sp>
        <p:nvSpPr>
          <p:cNvPr id="94" name="Google Shape;94;p13"/>
          <p:cNvSpPr txBox="1"/>
          <p:nvPr>
            <p:ph type="subTitle" idx="2"/>
          </p:nvPr>
        </p:nvSpPr>
        <p:spPr>
          <a:xfrm>
            <a:off x="3875675" y="9972000"/>
            <a:ext cx="2722800" cy="161100"/>
          </a:xfrm>
          <a:prstGeom prst="rect">
            <a:avLst/>
          </a:prstGeom>
        </p:spPr>
        <p:txBody>
          <a:bodyPr spcFirstLastPara="1" wrap="square" lIns="0" tIns="0" rIns="0" bIns="0" anchor="b" anchorCtr="0">
            <a:noAutofit/>
          </a:bodyPr>
          <a:lstStyle>
            <a:lvl1pPr lvl="0" rtl="0">
              <a:spcBef>
                <a:spcPct val="0"/>
              </a:spcBef>
              <a:spcAft>
                <a:spcPct val="0"/>
              </a:spcAft>
              <a:buClr>
                <a:srgbClr val="575756"/>
              </a:buClr>
              <a:buSzPts val="900"/>
              <a:buNone/>
              <a:defRPr sz="900">
                <a:solidFill>
                  <a:srgbClr val="575756"/>
                </a:solidFill>
              </a:defRPr>
            </a:lvl1pPr>
            <a:lvl2pPr lvl="1" rtl="0">
              <a:spcBef>
                <a:spcPct val="0"/>
              </a:spcBef>
              <a:spcAft>
                <a:spcPct val="0"/>
              </a:spcAft>
              <a:buSzPts val="900"/>
              <a:buFont typeface="Lexend Light"/>
              <a:buNone/>
              <a:defRPr sz="900">
                <a:latin typeface="Lexend Light"/>
                <a:ea typeface="Lexend Light"/>
                <a:cs typeface="Lexend Light"/>
                <a:sym typeface="Lexend Light"/>
              </a:defRPr>
            </a:lvl2pPr>
            <a:lvl3pPr lvl="2" rtl="0">
              <a:spcBef>
                <a:spcPct val="0"/>
              </a:spcBef>
              <a:spcAft>
                <a:spcPct val="0"/>
              </a:spcAft>
              <a:buSzPts val="900"/>
              <a:buFont typeface="Lexend Light"/>
              <a:buNone/>
              <a:defRPr sz="900">
                <a:latin typeface="Lexend Light"/>
                <a:ea typeface="Lexend Light"/>
                <a:cs typeface="Lexend Light"/>
                <a:sym typeface="Lexend Light"/>
              </a:defRPr>
            </a:lvl3pPr>
            <a:lvl4pPr lvl="3" rtl="0">
              <a:spcBef>
                <a:spcPct val="0"/>
              </a:spcBef>
              <a:spcAft>
                <a:spcPct val="0"/>
              </a:spcAft>
              <a:buSzPts val="900"/>
              <a:buFont typeface="Lexend Light"/>
              <a:buNone/>
              <a:defRPr sz="900">
                <a:latin typeface="Lexend Light"/>
                <a:ea typeface="Lexend Light"/>
                <a:cs typeface="Lexend Light"/>
                <a:sym typeface="Lexend Light"/>
              </a:defRPr>
            </a:lvl4pPr>
            <a:lvl5pPr lvl="4" rtl="0">
              <a:spcBef>
                <a:spcPct val="0"/>
              </a:spcBef>
              <a:spcAft>
                <a:spcPct val="0"/>
              </a:spcAft>
              <a:buSzPts val="900"/>
              <a:buFont typeface="Lexend Light"/>
              <a:buNone/>
              <a:defRPr sz="900">
                <a:latin typeface="Lexend Light"/>
                <a:ea typeface="Lexend Light"/>
                <a:cs typeface="Lexend Light"/>
                <a:sym typeface="Lexend Light"/>
              </a:defRPr>
            </a:lvl5pPr>
            <a:lvl6pPr lvl="5" rtl="0">
              <a:spcBef>
                <a:spcPct val="0"/>
              </a:spcBef>
              <a:spcAft>
                <a:spcPct val="0"/>
              </a:spcAft>
              <a:buSzPts val="900"/>
              <a:buFont typeface="Lexend Light"/>
              <a:buNone/>
              <a:defRPr sz="900">
                <a:latin typeface="Lexend Light"/>
                <a:ea typeface="Lexend Light"/>
                <a:cs typeface="Lexend Light"/>
                <a:sym typeface="Lexend Light"/>
              </a:defRPr>
            </a:lvl6pPr>
            <a:lvl7pPr lvl="6" rtl="0">
              <a:spcBef>
                <a:spcPct val="0"/>
              </a:spcBef>
              <a:spcAft>
                <a:spcPct val="0"/>
              </a:spcAft>
              <a:buSzPts val="900"/>
              <a:buFont typeface="Lexend Light"/>
              <a:buNone/>
              <a:defRPr sz="900">
                <a:latin typeface="Lexend Light"/>
                <a:ea typeface="Lexend Light"/>
                <a:cs typeface="Lexend Light"/>
                <a:sym typeface="Lexend Light"/>
              </a:defRPr>
            </a:lvl7pPr>
            <a:lvl8pPr lvl="7" rtl="0">
              <a:spcBef>
                <a:spcPct val="0"/>
              </a:spcBef>
              <a:spcAft>
                <a:spcPct val="0"/>
              </a:spcAft>
              <a:buSzPts val="900"/>
              <a:buFont typeface="Lexend Light"/>
              <a:buNone/>
              <a:defRPr sz="900">
                <a:latin typeface="Lexend Light"/>
                <a:ea typeface="Lexend Light"/>
                <a:cs typeface="Lexend Light"/>
                <a:sym typeface="Lexend Light"/>
              </a:defRPr>
            </a:lvl8pPr>
            <a:lvl9pPr lvl="8" rtl="0">
              <a:spcBef>
                <a:spcPct val="0"/>
              </a:spcBef>
              <a:spcAft>
                <a:spcPct val="0"/>
              </a:spcAft>
              <a:buSzPts val="900"/>
              <a:buFont typeface="Lexend Light"/>
              <a:buNone/>
              <a:defRPr sz="900">
                <a:latin typeface="Lexend Light"/>
                <a:ea typeface="Lexend Light"/>
                <a:cs typeface="Lexend Light"/>
                <a:sym typeface="Lexend Light"/>
              </a:defRPr>
            </a:lvl9pPr>
          </a:lstStyle>
          <a:p/>
        </p:txBody>
      </p:sp>
      <p:sp>
        <p:nvSpPr>
          <p:cNvPr id="95" name="Google Shape;95;p13"/>
          <p:cNvSpPr txBox="1"/>
          <p:nvPr/>
        </p:nvSpPr>
        <p:spPr>
          <a:xfrm>
            <a:off x="391800" y="10152000"/>
            <a:ext cx="6367500" cy="1611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ct val="0"/>
              </a:spcAft>
              <a:buClr>
                <a:schemeClr val="dk1"/>
              </a:buClr>
              <a:buSzPts val="1100"/>
              <a:buFont typeface="Arial"/>
              <a:buNone/>
            </a:pPr>
            <a:r>
              <a:rPr lang="en-GB" sz="900">
                <a:solidFill>
                  <a:srgbClr val="575756"/>
                </a:solidFill>
                <a:latin typeface="Lexend"/>
                <a:ea typeface="Lexend"/>
                <a:cs typeface="Lexend"/>
                <a:sym typeface="Lexend"/>
              </a:rPr>
              <a:t>Licensed on the </a:t>
            </a:r>
            <a:r>
              <a:rPr lang="en-GB" sz="900" u="sng">
                <a:solidFill>
                  <a:srgbClr val="575756"/>
                </a:solidFill>
                <a:latin typeface="Lexend"/>
                <a:ea typeface="Lexend"/>
                <a:cs typeface="Lexend"/>
                <a:sym typeface="Lexend"/>
                <a:hlinkClick r:id="rId2">
                  <a:extLst>
                    <a:ext uri="{A12FA001-AC4F-418D-AE19-62706E023703}">
                      <ahyp:hlinkClr xmlns:ahyp="http://schemas.microsoft.com/office/drawing/2018/hyperlinkcolor" val="tx"/>
                    </a:ext>
                  </a:extLst>
                </a:hlinkClick>
              </a:rPr>
              <a:t>Open Government Licence v3.0</a:t>
            </a:r>
            <a:r>
              <a:rPr lang="en-GB" sz="900">
                <a:solidFill>
                  <a:srgbClr val="575756"/>
                </a:solidFill>
                <a:latin typeface="Lexend"/>
                <a:ea typeface="Lexend"/>
                <a:cs typeface="Lexend"/>
                <a:sym typeface="Lexend"/>
              </a:rPr>
              <a:t>, except where otherwise stated. See </a:t>
            </a:r>
            <a:r>
              <a:rPr lang="en-GB" sz="900" u="sng">
                <a:solidFill>
                  <a:srgbClr val="575756"/>
                </a:solidFill>
                <a:latin typeface="Lexend"/>
                <a:ea typeface="Lexend"/>
                <a:cs typeface="Lexend"/>
                <a:sym typeface="Lexend"/>
                <a:hlinkClick r:id="rId3">
                  <a:extLst>
                    <a:ext uri="{A12FA001-AC4F-418D-AE19-62706E023703}">
                      <ahyp:hlinkClr xmlns:ahyp="http://schemas.microsoft.com/office/drawing/2018/hyperlinkcolor" val="tx"/>
                    </a:ext>
                  </a:extLst>
                </a:hlinkClick>
              </a:rPr>
              <a:t>Oak terms &amp; conditions</a:t>
            </a:r>
            <a:r>
              <a:rPr lang="en-GB" sz="900">
                <a:solidFill>
                  <a:srgbClr val="575756"/>
                </a:solidFill>
                <a:latin typeface="Lexend"/>
                <a:ea typeface="Lexend"/>
                <a:cs typeface="Lexend"/>
                <a:sym typeface="Lexend"/>
              </a:rPr>
              <a:t>.</a:t>
            </a:r>
            <a:endParaRPr sz="900">
              <a:solidFill>
                <a:srgbClr val="575756"/>
              </a:solidFill>
              <a:latin typeface="Lexend"/>
              <a:ea typeface="Lexend"/>
              <a:cs typeface="Lexend"/>
              <a:sym typeface="Lexend"/>
            </a:endParaRPr>
          </a:p>
        </p:txBody>
      </p:sp>
      <p:sp>
        <p:nvSpPr>
          <p:cNvPr id="96" name="Google Shape;96;p13"/>
          <p:cNvSpPr txBox="1"/>
          <p:nvPr/>
        </p:nvSpPr>
        <p:spPr>
          <a:xfrm>
            <a:off x="394350" y="9972000"/>
            <a:ext cx="4069800" cy="161100"/>
          </a:xfrm>
          <a:prstGeom prst="rect">
            <a:avLst/>
          </a:prstGeom>
          <a:noFill/>
          <a:ln>
            <a:noFill/>
          </a:ln>
        </p:spPr>
        <p:txBody>
          <a:bodyPr spcFirstLastPara="1" wrap="square" lIns="0" tIns="0" rIns="0" bIns="0" anchor="b" anchorCtr="0">
            <a:noAutofit/>
          </a:bodyPr>
          <a:lstStyle/>
          <a:p>
            <a:pPr marL="0" lvl="0" indent="0" algn="l" rtl="0">
              <a:lnSpc>
                <a:spcPct val="115000"/>
              </a:lnSpc>
              <a:spcBef>
                <a:spcPct val="0"/>
              </a:spcBef>
              <a:spcAft>
                <a:spcPct val="0"/>
              </a:spcAft>
              <a:buClr>
                <a:schemeClr val="dk1"/>
              </a:buClr>
              <a:buSzPts val="1100"/>
              <a:buFont typeface="Arial"/>
              <a:buNone/>
            </a:pPr>
            <a:r>
              <a:rPr lang="en-GB" sz="900" b="1">
                <a:solidFill>
                  <a:srgbClr val="575756"/>
                </a:solidFill>
                <a:latin typeface="Lexend"/>
                <a:ea typeface="Lexend"/>
                <a:cs typeface="Lexend"/>
                <a:sym typeface="Lexend"/>
              </a:rPr>
              <a:t>© Oak National Academy 2024</a:t>
            </a:r>
            <a:r>
              <a:rPr lang="en-GB" sz="900">
                <a:solidFill>
                  <a:srgbClr val="575756"/>
                </a:solidFill>
                <a:latin typeface="Lexend"/>
                <a:ea typeface="Lexend"/>
                <a:cs typeface="Lexend"/>
                <a:sym typeface="Lexend"/>
              </a:rPr>
              <a:t>. Produced in partnership with</a:t>
            </a:r>
            <a:endParaRPr sz="900">
              <a:solidFill>
                <a:srgbClr val="575756"/>
              </a:solidFill>
              <a:latin typeface="Lexend"/>
              <a:ea typeface="Lexend"/>
              <a:cs typeface="Lexend"/>
              <a:sym typeface="Lexend"/>
            </a:endParaRPr>
          </a:p>
        </p:txBody>
      </p:sp>
    </p:spTree>
  </p:cSld>
  <p:clrMapOvr>
    <a:masterClrMapping/>
  </p:clrMapOvr>
  <p:transition/>
  <p:timing/>
  <p:extLst>
    <p:ext uri="{DCECCB84-F9BA-43D5-87BE-67443E8EF086}">
      <p15:sldGuideLst xmlns:p15="http://schemas.microsoft.com/office/powerpoint/2012/main">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sldGuideLst>
    </p:ext>
  </p:extLst>
</p:sldLayout>
</file>

<file path=ppt/slideLayouts/slideLayout12.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3.0 Single page worksheet">
  <p:cSld name="SECTION_HEADER_1_1_1_1_1_1_1_1_1_1_1_2_1_1_1_1_1_2">
    <p:bg>
      <p:bgPr>
        <a:solidFill>
          <a:schemeClr val="lt1"/>
        </a:solidFill>
      </p:bgPr>
    </p:bg>
    <p:spTree>
      <p:nvGrpSpPr>
        <p:cNvPr id="97" name="Shape 97"/>
        <p:cNvGrpSpPr/>
        <p:nvPr/>
      </p:nvGrpSpPr>
      <p:grpSpPr>
        <a:xfrm>
          <a:off x="0" y="0"/>
          <a:ext cx="0" cy="0"/>
        </a:xfrm>
      </p:grpSpPr>
      <p:pic>
        <p:nvPicPr>
          <p:cNvPr id="98" name="Google Shape;98;p14"/>
          <p:cNvPicPr preferRelativeResize="0"/>
          <p:nvPr/>
        </p:nvPicPr>
        <p:blipFill>
          <a:blip r:embed="rId1">
            <a:alphaModFix/>
          </a:blip>
          <a:stretch>
            <a:fillRect/>
          </a:stretch>
        </p:blipFill>
        <p:spPr>
          <a:xfrm>
            <a:off x="6910937" y="9972010"/>
            <a:ext cx="181075" cy="246288"/>
          </a:xfrm>
          <a:prstGeom prst="rect">
            <a:avLst/>
          </a:prstGeom>
          <a:noFill/>
          <a:ln>
            <a:noFill/>
          </a:ln>
        </p:spPr>
      </p:pic>
      <p:sp>
        <p:nvSpPr>
          <p:cNvPr id="99" name="Google Shape;99;p14"/>
          <p:cNvSpPr txBox="1"/>
          <p:nvPr>
            <p:ph type="sldNum" idx="12"/>
          </p:nvPr>
        </p:nvSpPr>
        <p:spPr>
          <a:xfrm>
            <a:off x="6352325" y="9972000"/>
            <a:ext cx="483300" cy="277200"/>
          </a:xfrm>
          <a:prstGeom prst="rect">
            <a:avLst/>
          </a:prstGeom>
        </p:spPr>
        <p:txBody>
          <a:bodyPr spcFirstLastPara="1" wrap="square" lIns="91425" tIns="91425" rIns="91425" bIns="91425" anchor="ctr" anchorCtr="0">
            <a:noAutofit/>
          </a:bodyPr>
          <a:lstStyle>
            <a:lvl1pPr lvl="0" rtl="0">
              <a:buNone/>
              <a:defRPr sz="1200">
                <a:latin typeface="Lexend Medium"/>
                <a:ea typeface="Lexend Medium"/>
                <a:cs typeface="Lexend Medium"/>
                <a:sym typeface="Lexend Medium"/>
              </a:defRPr>
            </a:lvl1pPr>
            <a:lvl2pPr lvl="1" rtl="0">
              <a:buNone/>
              <a:defRPr sz="1200">
                <a:latin typeface="Lexend Medium"/>
                <a:ea typeface="Lexend Medium"/>
                <a:cs typeface="Lexend Medium"/>
                <a:sym typeface="Lexend Medium"/>
              </a:defRPr>
            </a:lvl2pPr>
            <a:lvl3pPr lvl="2" rtl="0">
              <a:buNone/>
              <a:defRPr sz="1200">
                <a:latin typeface="Lexend Medium"/>
                <a:ea typeface="Lexend Medium"/>
                <a:cs typeface="Lexend Medium"/>
                <a:sym typeface="Lexend Medium"/>
              </a:defRPr>
            </a:lvl3pPr>
            <a:lvl4pPr lvl="3" rtl="0">
              <a:buNone/>
              <a:defRPr sz="1200">
                <a:latin typeface="Lexend Medium"/>
                <a:ea typeface="Lexend Medium"/>
                <a:cs typeface="Lexend Medium"/>
                <a:sym typeface="Lexend Medium"/>
              </a:defRPr>
            </a:lvl4pPr>
            <a:lvl5pPr lvl="4" rtl="0">
              <a:buNone/>
              <a:defRPr sz="1200">
                <a:latin typeface="Lexend Medium"/>
                <a:ea typeface="Lexend Medium"/>
                <a:cs typeface="Lexend Medium"/>
                <a:sym typeface="Lexend Medium"/>
              </a:defRPr>
            </a:lvl5pPr>
            <a:lvl6pPr lvl="5" rtl="0">
              <a:buNone/>
              <a:defRPr sz="1200">
                <a:latin typeface="Lexend Medium"/>
                <a:ea typeface="Lexend Medium"/>
                <a:cs typeface="Lexend Medium"/>
                <a:sym typeface="Lexend Medium"/>
              </a:defRPr>
            </a:lvl6pPr>
            <a:lvl7pPr lvl="6" rtl="0">
              <a:buNone/>
              <a:defRPr sz="1200">
                <a:latin typeface="Lexend Medium"/>
                <a:ea typeface="Lexend Medium"/>
                <a:cs typeface="Lexend Medium"/>
                <a:sym typeface="Lexend Medium"/>
              </a:defRPr>
            </a:lvl7pPr>
            <a:lvl8pPr lvl="7" rtl="0">
              <a:buNone/>
              <a:defRPr sz="1200">
                <a:latin typeface="Lexend Medium"/>
                <a:ea typeface="Lexend Medium"/>
                <a:cs typeface="Lexend Medium"/>
                <a:sym typeface="Lexend Medium"/>
              </a:defRPr>
            </a:lvl8pPr>
            <a:lvl9pPr lvl="8" rtl="0">
              <a:buNone/>
              <a:defRPr sz="1200">
                <a:latin typeface="Lexend Medium"/>
                <a:ea typeface="Lexend Medium"/>
                <a:cs typeface="Lexend Medium"/>
                <a:sym typeface="Lexend Medium"/>
              </a:defRPr>
            </a:lvl9pPr>
          </a:lstStyle>
          <a:p>
            <a:pPr marL="0" lvl="0" indent="0" algn="r" rtl="0">
              <a:spcBef>
                <a:spcPct val="0"/>
              </a:spcBef>
              <a:spcAft>
                <a:spcPct val="0"/>
              </a:spcAft>
              <a:buNone/>
            </a:pPr>
            <a:fld id="{00000000-1234-1234-1234-123412341234}" type="slidenum">
              <a:rPr lang="en-GB"/>
              <a:t>‹#›</a:t>
            </a:fld>
            <a:endParaRPr/>
          </a:p>
        </p:txBody>
      </p:sp>
      <p:sp>
        <p:nvSpPr>
          <p:cNvPr id="100" name="Google Shape;100;p14"/>
          <p:cNvSpPr txBox="1"/>
          <p:nvPr>
            <p:ph type="title"/>
          </p:nvPr>
        </p:nvSpPr>
        <p:spPr>
          <a:xfrm>
            <a:off x="468000" y="864000"/>
            <a:ext cx="6624000" cy="360000"/>
          </a:xfrm>
          <a:prstGeom prst="rect">
            <a:avLst/>
          </a:prstGeom>
        </p:spPr>
        <p:txBody>
          <a:bodyPr spcFirstLastPara="1" wrap="square" lIns="0" tIns="0" rIns="0" bIns="0" anchor="ctr" anchorCtr="0">
            <a:spAutoFit/>
          </a:bodyPr>
          <a:lstStyle>
            <a:lvl1pPr lvl="0" rtl="0">
              <a:spcBef>
                <a:spcPct val="0"/>
              </a:spcBef>
              <a:spcAft>
                <a:spcPct val="0"/>
              </a:spcAft>
              <a:buSzPts val="1800"/>
              <a:buNone/>
              <a:defRPr sz="1800"/>
            </a:lvl1pPr>
            <a:lvl2pPr lvl="1" rtl="0">
              <a:spcBef>
                <a:spcPct val="0"/>
              </a:spcBef>
              <a:spcAft>
                <a:spcPct val="0"/>
              </a:spcAft>
              <a:buSzPts val="1800"/>
              <a:buNone/>
              <a:defRPr sz="1800"/>
            </a:lvl2pPr>
            <a:lvl3pPr lvl="2" rtl="0">
              <a:spcBef>
                <a:spcPct val="0"/>
              </a:spcBef>
              <a:spcAft>
                <a:spcPct val="0"/>
              </a:spcAft>
              <a:buSzPts val="1800"/>
              <a:buNone/>
              <a:defRPr sz="1800"/>
            </a:lvl3pPr>
            <a:lvl4pPr lvl="3" rtl="0">
              <a:spcBef>
                <a:spcPct val="0"/>
              </a:spcBef>
              <a:spcAft>
                <a:spcPct val="0"/>
              </a:spcAft>
              <a:buSzPts val="1800"/>
              <a:buNone/>
              <a:defRPr sz="1800"/>
            </a:lvl4pPr>
            <a:lvl5pPr lvl="4" rtl="0">
              <a:spcBef>
                <a:spcPct val="0"/>
              </a:spcBef>
              <a:spcAft>
                <a:spcPct val="0"/>
              </a:spcAft>
              <a:buSzPts val="1800"/>
              <a:buNone/>
              <a:defRPr sz="1800"/>
            </a:lvl5pPr>
            <a:lvl6pPr lvl="5" rtl="0">
              <a:spcBef>
                <a:spcPct val="0"/>
              </a:spcBef>
              <a:spcAft>
                <a:spcPct val="0"/>
              </a:spcAft>
              <a:buSzPts val="1800"/>
              <a:buNone/>
              <a:defRPr sz="1800"/>
            </a:lvl6pPr>
            <a:lvl7pPr lvl="6" rtl="0">
              <a:spcBef>
                <a:spcPct val="0"/>
              </a:spcBef>
              <a:spcAft>
                <a:spcPct val="0"/>
              </a:spcAft>
              <a:buSzPts val="1800"/>
              <a:buNone/>
              <a:defRPr sz="1800"/>
            </a:lvl7pPr>
            <a:lvl8pPr lvl="7" rtl="0">
              <a:spcBef>
                <a:spcPct val="0"/>
              </a:spcBef>
              <a:spcAft>
                <a:spcPct val="0"/>
              </a:spcAft>
              <a:buSzPts val="1800"/>
              <a:buNone/>
              <a:defRPr sz="1800"/>
            </a:lvl8pPr>
            <a:lvl9pPr lvl="8" rtl="0">
              <a:spcBef>
                <a:spcPct val="0"/>
              </a:spcBef>
              <a:spcAft>
                <a:spcPct val="0"/>
              </a:spcAft>
              <a:buSzPts val="1800"/>
              <a:buNone/>
              <a:defRPr sz="1800"/>
            </a:lvl9pPr>
          </a:lstStyle>
          <a:p/>
        </p:txBody>
      </p:sp>
      <p:pic>
        <p:nvPicPr>
          <p:cNvPr id="101" name="Google Shape;101;p14"/>
          <p:cNvPicPr preferRelativeResize="0"/>
          <p:nvPr/>
        </p:nvPicPr>
        <p:blipFill>
          <a:blip r:embed="rId2">
            <a:alphaModFix/>
          </a:blip>
          <a:stretch>
            <a:fillRect/>
          </a:stretch>
        </p:blipFill>
        <p:spPr>
          <a:xfrm>
            <a:off x="468000" y="1242003"/>
            <a:ext cx="6624000" cy="66240"/>
          </a:xfrm>
          <a:prstGeom prst="rect">
            <a:avLst/>
          </a:prstGeom>
          <a:noFill/>
          <a:ln>
            <a:noFill/>
          </a:ln>
        </p:spPr>
      </p:pic>
      <p:sp>
        <p:nvSpPr>
          <p:cNvPr id="102" name="Google Shape;102;p14"/>
          <p:cNvSpPr txBox="1"/>
          <p:nvPr/>
        </p:nvSpPr>
        <p:spPr>
          <a:xfrm>
            <a:off x="466825" y="360000"/>
            <a:ext cx="2334000" cy="215400"/>
          </a:xfrm>
          <a:prstGeom prst="rect">
            <a:avLst/>
          </a:prstGeom>
          <a:noFill/>
          <a:ln>
            <a:noFill/>
          </a:ln>
        </p:spPr>
        <p:txBody>
          <a:bodyPr spcFirstLastPara="1" wrap="square" lIns="0" tIns="0" rIns="0" bIns="0" anchor="ctr" anchorCtr="0">
            <a:spAutoFit/>
          </a:bodyPr>
          <a:lstStyle/>
          <a:p>
            <a:pPr marL="0" lvl="0" indent="0" algn="l" rtl="0">
              <a:spcBef>
                <a:spcPct val="0"/>
              </a:spcBef>
              <a:spcAft>
                <a:spcPct val="0"/>
              </a:spcAft>
              <a:buNone/>
            </a:pPr>
            <a:r>
              <a:rPr lang="en-GB" sz="1200" b="1">
                <a:latin typeface="Lexend"/>
                <a:ea typeface="Lexend"/>
                <a:cs typeface="Lexend"/>
                <a:sym typeface="Lexend"/>
              </a:rPr>
              <a:t>Name</a:t>
            </a:r>
            <a:r>
              <a:rPr lang="en-GB" b="1">
                <a:latin typeface="Lexend"/>
                <a:ea typeface="Lexend"/>
                <a:cs typeface="Lexend"/>
                <a:sym typeface="Lexend"/>
              </a:rPr>
              <a:t>:</a:t>
            </a:r>
            <a:endParaRPr b="1">
              <a:latin typeface="Lexend"/>
              <a:ea typeface="Lexend"/>
              <a:cs typeface="Lexend"/>
              <a:sym typeface="Lexend"/>
            </a:endParaRPr>
          </a:p>
        </p:txBody>
      </p:sp>
      <p:cxnSp>
        <p:nvCxnSpPr>
          <p:cNvPr id="103" name="Google Shape;103;p14"/>
          <p:cNvCxnSpPr/>
          <p:nvPr/>
        </p:nvCxnSpPr>
        <p:spPr>
          <a:xfrm>
            <a:off x="987525" y="610425"/>
            <a:ext cx="1813200" cy="0"/>
          </a:xfrm>
          <a:prstGeom prst="straightConnector1">
            <a:avLst/>
          </a:prstGeom>
          <a:noFill/>
          <a:ln w="9525" cap="flat" cmpd="sng">
            <a:solidFill>
              <a:schemeClr val="dk2"/>
            </a:solidFill>
            <a:prstDash val="solid"/>
            <a:round/>
            <a:headEnd type="none" w="med" len="med"/>
            <a:tailEnd type="none" w="med" len="med"/>
          </a:ln>
        </p:spPr>
      </p:cxnSp>
      <p:pic>
        <p:nvPicPr>
          <p:cNvPr id="104" name="Google Shape;104;p14"/>
          <p:cNvPicPr preferRelativeResize="0"/>
          <p:nvPr/>
        </p:nvPicPr>
        <p:blipFill>
          <a:blip r:embed="rId3">
            <a:alphaModFix/>
          </a:blip>
          <a:stretch>
            <a:fillRect/>
          </a:stretch>
        </p:blipFill>
        <p:spPr>
          <a:xfrm>
            <a:off x="5722275" y="215699"/>
            <a:ext cx="504000" cy="504000"/>
          </a:xfrm>
          <a:prstGeom prst="rect">
            <a:avLst/>
          </a:prstGeom>
          <a:noFill/>
          <a:ln>
            <a:noFill/>
          </a:ln>
        </p:spPr>
      </p:pic>
      <p:sp>
        <p:nvSpPr>
          <p:cNvPr id="105" name="Google Shape;105;p14"/>
          <p:cNvSpPr txBox="1"/>
          <p:nvPr/>
        </p:nvSpPr>
        <p:spPr>
          <a:xfrm>
            <a:off x="6189000" y="360000"/>
            <a:ext cx="903000" cy="184800"/>
          </a:xfrm>
          <a:prstGeom prst="rect">
            <a:avLst/>
          </a:prstGeom>
          <a:noFill/>
          <a:ln>
            <a:noFill/>
          </a:ln>
        </p:spPr>
        <p:txBody>
          <a:bodyPr spcFirstLastPara="1" wrap="square" lIns="0" tIns="0" rIns="0" bIns="0" anchor="ctr" anchorCtr="0">
            <a:spAutoFit/>
          </a:bodyPr>
          <a:lstStyle/>
          <a:p>
            <a:pPr marL="0" lvl="0" indent="0" algn="r" rtl="0">
              <a:spcBef>
                <a:spcPct val="0"/>
              </a:spcBef>
              <a:spcAft>
                <a:spcPct val="0"/>
              </a:spcAft>
              <a:buNone/>
            </a:pPr>
            <a:r>
              <a:rPr lang="en-GB" sz="1200" b="1">
                <a:latin typeface="Lexend"/>
                <a:ea typeface="Lexend"/>
                <a:cs typeface="Lexend"/>
                <a:sym typeface="Lexend"/>
              </a:rPr>
              <a:t>Worksheet</a:t>
            </a:r>
            <a:endParaRPr b="1">
              <a:latin typeface="Lexend"/>
              <a:ea typeface="Lexend"/>
              <a:cs typeface="Lexend"/>
              <a:sym typeface="Lexend"/>
            </a:endParaRPr>
          </a:p>
        </p:txBody>
      </p:sp>
      <p:sp>
        <p:nvSpPr>
          <p:cNvPr id="106" name="Google Shape;106;p14"/>
          <p:cNvSpPr txBox="1"/>
          <p:nvPr>
            <p:ph type="subTitle" idx="1"/>
          </p:nvPr>
        </p:nvSpPr>
        <p:spPr>
          <a:xfrm>
            <a:off x="3875675" y="9972000"/>
            <a:ext cx="2722800" cy="161100"/>
          </a:xfrm>
          <a:prstGeom prst="rect">
            <a:avLst/>
          </a:prstGeom>
        </p:spPr>
        <p:txBody>
          <a:bodyPr spcFirstLastPara="1" wrap="square" lIns="0" tIns="0" rIns="0" bIns="0" anchor="b" anchorCtr="0">
            <a:noAutofit/>
          </a:bodyPr>
          <a:lstStyle>
            <a:lvl1pPr lvl="0" rtl="0">
              <a:spcBef>
                <a:spcPct val="0"/>
              </a:spcBef>
              <a:spcAft>
                <a:spcPct val="0"/>
              </a:spcAft>
              <a:buClr>
                <a:srgbClr val="575756"/>
              </a:buClr>
              <a:buSzPts val="900"/>
              <a:buNone/>
              <a:defRPr sz="900">
                <a:solidFill>
                  <a:srgbClr val="575756"/>
                </a:solidFill>
              </a:defRPr>
            </a:lvl1pPr>
            <a:lvl2pPr lvl="1" rtl="0">
              <a:spcBef>
                <a:spcPct val="0"/>
              </a:spcBef>
              <a:spcAft>
                <a:spcPct val="0"/>
              </a:spcAft>
              <a:buSzPts val="900"/>
              <a:buFont typeface="Lexend Light"/>
              <a:buNone/>
              <a:defRPr sz="900">
                <a:latin typeface="Lexend Light"/>
                <a:ea typeface="Lexend Light"/>
                <a:cs typeface="Lexend Light"/>
                <a:sym typeface="Lexend Light"/>
              </a:defRPr>
            </a:lvl2pPr>
            <a:lvl3pPr lvl="2" rtl="0">
              <a:spcBef>
                <a:spcPct val="0"/>
              </a:spcBef>
              <a:spcAft>
                <a:spcPct val="0"/>
              </a:spcAft>
              <a:buSzPts val="900"/>
              <a:buFont typeface="Lexend Light"/>
              <a:buNone/>
              <a:defRPr sz="900">
                <a:latin typeface="Lexend Light"/>
                <a:ea typeface="Lexend Light"/>
                <a:cs typeface="Lexend Light"/>
                <a:sym typeface="Lexend Light"/>
              </a:defRPr>
            </a:lvl3pPr>
            <a:lvl4pPr lvl="3" rtl="0">
              <a:spcBef>
                <a:spcPct val="0"/>
              </a:spcBef>
              <a:spcAft>
                <a:spcPct val="0"/>
              </a:spcAft>
              <a:buSzPts val="900"/>
              <a:buFont typeface="Lexend Light"/>
              <a:buNone/>
              <a:defRPr sz="900">
                <a:latin typeface="Lexend Light"/>
                <a:ea typeface="Lexend Light"/>
                <a:cs typeface="Lexend Light"/>
                <a:sym typeface="Lexend Light"/>
              </a:defRPr>
            </a:lvl4pPr>
            <a:lvl5pPr lvl="4" rtl="0">
              <a:spcBef>
                <a:spcPct val="0"/>
              </a:spcBef>
              <a:spcAft>
                <a:spcPct val="0"/>
              </a:spcAft>
              <a:buSzPts val="900"/>
              <a:buFont typeface="Lexend Light"/>
              <a:buNone/>
              <a:defRPr sz="900">
                <a:latin typeface="Lexend Light"/>
                <a:ea typeface="Lexend Light"/>
                <a:cs typeface="Lexend Light"/>
                <a:sym typeface="Lexend Light"/>
              </a:defRPr>
            </a:lvl5pPr>
            <a:lvl6pPr lvl="5" rtl="0">
              <a:spcBef>
                <a:spcPct val="0"/>
              </a:spcBef>
              <a:spcAft>
                <a:spcPct val="0"/>
              </a:spcAft>
              <a:buSzPts val="900"/>
              <a:buFont typeface="Lexend Light"/>
              <a:buNone/>
              <a:defRPr sz="900">
                <a:latin typeface="Lexend Light"/>
                <a:ea typeface="Lexend Light"/>
                <a:cs typeface="Lexend Light"/>
                <a:sym typeface="Lexend Light"/>
              </a:defRPr>
            </a:lvl6pPr>
            <a:lvl7pPr lvl="6" rtl="0">
              <a:spcBef>
                <a:spcPct val="0"/>
              </a:spcBef>
              <a:spcAft>
                <a:spcPct val="0"/>
              </a:spcAft>
              <a:buSzPts val="900"/>
              <a:buFont typeface="Lexend Light"/>
              <a:buNone/>
              <a:defRPr sz="900">
                <a:latin typeface="Lexend Light"/>
                <a:ea typeface="Lexend Light"/>
                <a:cs typeface="Lexend Light"/>
                <a:sym typeface="Lexend Light"/>
              </a:defRPr>
            </a:lvl7pPr>
            <a:lvl8pPr lvl="7" rtl="0">
              <a:spcBef>
                <a:spcPct val="0"/>
              </a:spcBef>
              <a:spcAft>
                <a:spcPct val="0"/>
              </a:spcAft>
              <a:buSzPts val="900"/>
              <a:buFont typeface="Lexend Light"/>
              <a:buNone/>
              <a:defRPr sz="900">
                <a:latin typeface="Lexend Light"/>
                <a:ea typeface="Lexend Light"/>
                <a:cs typeface="Lexend Light"/>
                <a:sym typeface="Lexend Light"/>
              </a:defRPr>
            </a:lvl8pPr>
            <a:lvl9pPr lvl="8" rtl="0">
              <a:spcBef>
                <a:spcPct val="0"/>
              </a:spcBef>
              <a:spcAft>
                <a:spcPct val="0"/>
              </a:spcAft>
              <a:buSzPts val="900"/>
              <a:buFont typeface="Lexend Light"/>
              <a:buNone/>
              <a:defRPr sz="900">
                <a:latin typeface="Lexend Light"/>
                <a:ea typeface="Lexend Light"/>
                <a:cs typeface="Lexend Light"/>
                <a:sym typeface="Lexend Light"/>
              </a:defRPr>
            </a:lvl9pPr>
          </a:lstStyle>
          <a:p/>
        </p:txBody>
      </p:sp>
      <p:sp>
        <p:nvSpPr>
          <p:cNvPr id="107" name="Google Shape;107;p14"/>
          <p:cNvSpPr txBox="1"/>
          <p:nvPr/>
        </p:nvSpPr>
        <p:spPr>
          <a:xfrm>
            <a:off x="391800" y="10152000"/>
            <a:ext cx="6367500" cy="1611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ct val="0"/>
              </a:spcAft>
              <a:buClr>
                <a:schemeClr val="dk1"/>
              </a:buClr>
              <a:buSzPts val="1100"/>
              <a:buFont typeface="Arial"/>
              <a:buNone/>
            </a:pPr>
            <a:r>
              <a:rPr lang="en-GB" sz="900">
                <a:solidFill>
                  <a:srgbClr val="575756"/>
                </a:solidFill>
                <a:latin typeface="Lexend"/>
                <a:ea typeface="Lexend"/>
                <a:cs typeface="Lexend"/>
                <a:sym typeface="Lexend"/>
              </a:rPr>
              <a:t>Licensed on the </a:t>
            </a:r>
            <a:r>
              <a:rPr lang="en-GB" sz="900" u="sng">
                <a:solidFill>
                  <a:srgbClr val="575756"/>
                </a:solidFill>
                <a:latin typeface="Lexend"/>
                <a:ea typeface="Lexend"/>
                <a:cs typeface="Lexend"/>
                <a:sym typeface="Lexend"/>
                <a:hlinkClick r:id="rId4">
                  <a:extLst>
                    <a:ext uri="{A12FA001-AC4F-418D-AE19-62706E023703}">
                      <ahyp:hlinkClr xmlns:ahyp="http://schemas.microsoft.com/office/drawing/2018/hyperlinkcolor" val="tx"/>
                    </a:ext>
                  </a:extLst>
                </a:hlinkClick>
              </a:rPr>
              <a:t>Open Government Licence v3.0</a:t>
            </a:r>
            <a:r>
              <a:rPr lang="en-GB" sz="900">
                <a:solidFill>
                  <a:srgbClr val="575756"/>
                </a:solidFill>
                <a:latin typeface="Lexend"/>
                <a:ea typeface="Lexend"/>
                <a:cs typeface="Lexend"/>
                <a:sym typeface="Lexend"/>
              </a:rPr>
              <a:t>, except where otherwise stated. See </a:t>
            </a:r>
            <a:r>
              <a:rPr lang="en-GB" sz="900" u="sng">
                <a:solidFill>
                  <a:srgbClr val="575756"/>
                </a:solidFill>
                <a:latin typeface="Lexend"/>
                <a:ea typeface="Lexend"/>
                <a:cs typeface="Lexend"/>
                <a:sym typeface="Lexend"/>
                <a:hlinkClick r:id="rId5">
                  <a:extLst>
                    <a:ext uri="{A12FA001-AC4F-418D-AE19-62706E023703}">
                      <ahyp:hlinkClr xmlns:ahyp="http://schemas.microsoft.com/office/drawing/2018/hyperlinkcolor" val="tx"/>
                    </a:ext>
                  </a:extLst>
                </a:hlinkClick>
              </a:rPr>
              <a:t>Oak terms &amp; conditions</a:t>
            </a:r>
            <a:r>
              <a:rPr lang="en-GB" sz="900">
                <a:solidFill>
                  <a:srgbClr val="575756"/>
                </a:solidFill>
                <a:latin typeface="Lexend"/>
                <a:ea typeface="Lexend"/>
                <a:cs typeface="Lexend"/>
                <a:sym typeface="Lexend"/>
              </a:rPr>
              <a:t>.</a:t>
            </a:r>
            <a:endParaRPr sz="900">
              <a:solidFill>
                <a:srgbClr val="575756"/>
              </a:solidFill>
              <a:latin typeface="Lexend"/>
              <a:ea typeface="Lexend"/>
              <a:cs typeface="Lexend"/>
              <a:sym typeface="Lexend"/>
            </a:endParaRPr>
          </a:p>
        </p:txBody>
      </p:sp>
      <p:sp>
        <p:nvSpPr>
          <p:cNvPr id="108" name="Google Shape;108;p14"/>
          <p:cNvSpPr txBox="1"/>
          <p:nvPr/>
        </p:nvSpPr>
        <p:spPr>
          <a:xfrm>
            <a:off x="394350" y="9972000"/>
            <a:ext cx="4069800" cy="161100"/>
          </a:xfrm>
          <a:prstGeom prst="rect">
            <a:avLst/>
          </a:prstGeom>
          <a:noFill/>
          <a:ln>
            <a:noFill/>
          </a:ln>
        </p:spPr>
        <p:txBody>
          <a:bodyPr spcFirstLastPara="1" wrap="square" lIns="0" tIns="0" rIns="0" bIns="0" anchor="b" anchorCtr="0">
            <a:noAutofit/>
          </a:bodyPr>
          <a:lstStyle/>
          <a:p>
            <a:pPr marL="0" lvl="0" indent="0" algn="l" rtl="0">
              <a:lnSpc>
                <a:spcPct val="115000"/>
              </a:lnSpc>
              <a:spcBef>
                <a:spcPct val="0"/>
              </a:spcBef>
              <a:spcAft>
                <a:spcPct val="0"/>
              </a:spcAft>
              <a:buClr>
                <a:schemeClr val="dk1"/>
              </a:buClr>
              <a:buSzPts val="1100"/>
              <a:buFont typeface="Arial"/>
              <a:buNone/>
            </a:pPr>
            <a:r>
              <a:rPr lang="en-GB" sz="900" b="1">
                <a:solidFill>
                  <a:srgbClr val="575756"/>
                </a:solidFill>
                <a:latin typeface="Lexend"/>
                <a:ea typeface="Lexend"/>
                <a:cs typeface="Lexend"/>
                <a:sym typeface="Lexend"/>
              </a:rPr>
              <a:t>© Oak National Academy 2024</a:t>
            </a:r>
            <a:r>
              <a:rPr lang="en-GB" sz="900">
                <a:solidFill>
                  <a:srgbClr val="575756"/>
                </a:solidFill>
                <a:latin typeface="Lexend"/>
                <a:ea typeface="Lexend"/>
                <a:cs typeface="Lexend"/>
                <a:sym typeface="Lexend"/>
              </a:rPr>
              <a:t>. Produced in partnership with</a:t>
            </a:r>
            <a:endParaRPr sz="900">
              <a:solidFill>
                <a:srgbClr val="575756"/>
              </a:solidFill>
              <a:latin typeface="Lexend"/>
              <a:ea typeface="Lexend"/>
              <a:cs typeface="Lexend"/>
              <a:sym typeface="Lexend"/>
            </a:endParaRPr>
          </a:p>
        </p:txBody>
      </p:sp>
    </p:spTree>
  </p:cSld>
  <p:clrMapOvr>
    <a:masterClrMapping/>
  </p:clrMapOvr>
  <p:transition/>
  <p:timing/>
  <p:extLst>
    <p:ext uri="{DCECCB84-F9BA-43D5-87BE-67443E8EF086}">
      <p15:sldGuideLst xmlns:p15="http://schemas.microsoft.com/office/powerpoint/2012/main">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sldGuideLst>
    </p:ext>
  </p:extLst>
</p:sldLayout>
</file>

<file path=ppt/slideLayouts/slideLayout13.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3.1 Single page worksheet with long title">
  <p:cSld name="SECTION_HEADER_1_1_1_1_1_1_1_1_1_1_1_2_1_1_1_1_1_1_1">
    <p:bg>
      <p:bgPr>
        <a:solidFill>
          <a:schemeClr val="lt1"/>
        </a:solidFill>
      </p:bgPr>
    </p:bg>
    <p:spTree>
      <p:nvGrpSpPr>
        <p:cNvPr id="109" name="Shape 109"/>
        <p:cNvGrpSpPr/>
        <p:nvPr/>
      </p:nvGrpSpPr>
      <p:grpSpPr>
        <a:xfrm>
          <a:off x="0" y="0"/>
          <a:ext cx="0" cy="0"/>
        </a:xfrm>
      </p:grpSpPr>
      <p:pic>
        <p:nvPicPr>
          <p:cNvPr id="110" name="Google Shape;110;p15"/>
          <p:cNvPicPr preferRelativeResize="0"/>
          <p:nvPr/>
        </p:nvPicPr>
        <p:blipFill>
          <a:blip r:embed="rId1">
            <a:alphaModFix/>
          </a:blip>
          <a:stretch>
            <a:fillRect/>
          </a:stretch>
        </p:blipFill>
        <p:spPr>
          <a:xfrm>
            <a:off x="6910937" y="9972010"/>
            <a:ext cx="181075" cy="246288"/>
          </a:xfrm>
          <a:prstGeom prst="rect">
            <a:avLst/>
          </a:prstGeom>
          <a:noFill/>
          <a:ln>
            <a:noFill/>
          </a:ln>
        </p:spPr>
      </p:pic>
      <p:sp>
        <p:nvSpPr>
          <p:cNvPr id="111" name="Google Shape;111;p15"/>
          <p:cNvSpPr txBox="1"/>
          <p:nvPr>
            <p:ph type="sldNum" idx="12"/>
          </p:nvPr>
        </p:nvSpPr>
        <p:spPr>
          <a:xfrm>
            <a:off x="6352325" y="9972000"/>
            <a:ext cx="483300" cy="277200"/>
          </a:xfrm>
          <a:prstGeom prst="rect">
            <a:avLst/>
          </a:prstGeom>
        </p:spPr>
        <p:txBody>
          <a:bodyPr spcFirstLastPara="1" wrap="square" lIns="91425" tIns="91425" rIns="91425" bIns="91425" anchor="ctr" anchorCtr="0">
            <a:noAutofit/>
          </a:bodyPr>
          <a:lstStyle>
            <a:lvl1pPr lvl="0" rtl="0">
              <a:buNone/>
              <a:defRPr sz="1200">
                <a:latin typeface="Lexend Medium"/>
                <a:ea typeface="Lexend Medium"/>
                <a:cs typeface="Lexend Medium"/>
                <a:sym typeface="Lexend Medium"/>
              </a:defRPr>
            </a:lvl1pPr>
            <a:lvl2pPr lvl="1" rtl="0">
              <a:buNone/>
              <a:defRPr sz="1200">
                <a:latin typeface="Lexend Medium"/>
                <a:ea typeface="Lexend Medium"/>
                <a:cs typeface="Lexend Medium"/>
                <a:sym typeface="Lexend Medium"/>
              </a:defRPr>
            </a:lvl2pPr>
            <a:lvl3pPr lvl="2" rtl="0">
              <a:buNone/>
              <a:defRPr sz="1200">
                <a:latin typeface="Lexend Medium"/>
                <a:ea typeface="Lexend Medium"/>
                <a:cs typeface="Lexend Medium"/>
                <a:sym typeface="Lexend Medium"/>
              </a:defRPr>
            </a:lvl3pPr>
            <a:lvl4pPr lvl="3" rtl="0">
              <a:buNone/>
              <a:defRPr sz="1200">
                <a:latin typeface="Lexend Medium"/>
                <a:ea typeface="Lexend Medium"/>
                <a:cs typeface="Lexend Medium"/>
                <a:sym typeface="Lexend Medium"/>
              </a:defRPr>
            </a:lvl4pPr>
            <a:lvl5pPr lvl="4" rtl="0">
              <a:buNone/>
              <a:defRPr sz="1200">
                <a:latin typeface="Lexend Medium"/>
                <a:ea typeface="Lexend Medium"/>
                <a:cs typeface="Lexend Medium"/>
                <a:sym typeface="Lexend Medium"/>
              </a:defRPr>
            </a:lvl5pPr>
            <a:lvl6pPr lvl="5" rtl="0">
              <a:buNone/>
              <a:defRPr sz="1200">
                <a:latin typeface="Lexend Medium"/>
                <a:ea typeface="Lexend Medium"/>
                <a:cs typeface="Lexend Medium"/>
                <a:sym typeface="Lexend Medium"/>
              </a:defRPr>
            </a:lvl6pPr>
            <a:lvl7pPr lvl="6" rtl="0">
              <a:buNone/>
              <a:defRPr sz="1200">
                <a:latin typeface="Lexend Medium"/>
                <a:ea typeface="Lexend Medium"/>
                <a:cs typeface="Lexend Medium"/>
                <a:sym typeface="Lexend Medium"/>
              </a:defRPr>
            </a:lvl7pPr>
            <a:lvl8pPr lvl="7" rtl="0">
              <a:buNone/>
              <a:defRPr sz="1200">
                <a:latin typeface="Lexend Medium"/>
                <a:ea typeface="Lexend Medium"/>
                <a:cs typeface="Lexend Medium"/>
                <a:sym typeface="Lexend Medium"/>
              </a:defRPr>
            </a:lvl8pPr>
            <a:lvl9pPr lvl="8" rtl="0">
              <a:buNone/>
              <a:defRPr sz="1200">
                <a:latin typeface="Lexend Medium"/>
                <a:ea typeface="Lexend Medium"/>
                <a:cs typeface="Lexend Medium"/>
                <a:sym typeface="Lexend Medium"/>
              </a:defRPr>
            </a:lvl9pPr>
          </a:lstStyle>
          <a:p>
            <a:pPr marL="0" lvl="0" indent="0" algn="r" rtl="0">
              <a:spcBef>
                <a:spcPct val="0"/>
              </a:spcBef>
              <a:spcAft>
                <a:spcPct val="0"/>
              </a:spcAft>
              <a:buNone/>
            </a:pPr>
            <a:fld id="{00000000-1234-1234-1234-123412341234}" type="slidenum">
              <a:rPr lang="en-GB"/>
              <a:t>‹#›</a:t>
            </a:fld>
            <a:endParaRPr/>
          </a:p>
        </p:txBody>
      </p:sp>
      <p:sp>
        <p:nvSpPr>
          <p:cNvPr id="112" name="Google Shape;112;p15"/>
          <p:cNvSpPr txBox="1"/>
          <p:nvPr>
            <p:ph type="title"/>
          </p:nvPr>
        </p:nvSpPr>
        <p:spPr>
          <a:xfrm>
            <a:off x="468000" y="864000"/>
            <a:ext cx="6624000" cy="360000"/>
          </a:xfrm>
          <a:prstGeom prst="rect">
            <a:avLst/>
          </a:prstGeom>
        </p:spPr>
        <p:txBody>
          <a:bodyPr spcFirstLastPara="1" wrap="square" lIns="0" tIns="0" rIns="0" bIns="0" anchor="ctr" anchorCtr="0">
            <a:spAutoFit/>
          </a:bodyPr>
          <a:lstStyle>
            <a:lvl1pPr lvl="0" rtl="0">
              <a:spcBef>
                <a:spcPct val="0"/>
              </a:spcBef>
              <a:spcAft>
                <a:spcPct val="0"/>
              </a:spcAft>
              <a:buSzPts val="1800"/>
              <a:buNone/>
              <a:defRPr sz="1800"/>
            </a:lvl1pPr>
            <a:lvl2pPr lvl="1" rtl="0">
              <a:spcBef>
                <a:spcPct val="0"/>
              </a:spcBef>
              <a:spcAft>
                <a:spcPct val="0"/>
              </a:spcAft>
              <a:buSzPts val="1800"/>
              <a:buNone/>
              <a:defRPr sz="1800"/>
            </a:lvl2pPr>
            <a:lvl3pPr lvl="2" rtl="0">
              <a:spcBef>
                <a:spcPct val="0"/>
              </a:spcBef>
              <a:spcAft>
                <a:spcPct val="0"/>
              </a:spcAft>
              <a:buSzPts val="1800"/>
              <a:buNone/>
              <a:defRPr sz="1800"/>
            </a:lvl3pPr>
            <a:lvl4pPr lvl="3" rtl="0">
              <a:spcBef>
                <a:spcPct val="0"/>
              </a:spcBef>
              <a:spcAft>
                <a:spcPct val="0"/>
              </a:spcAft>
              <a:buSzPts val="1800"/>
              <a:buNone/>
              <a:defRPr sz="1800"/>
            </a:lvl4pPr>
            <a:lvl5pPr lvl="4" rtl="0">
              <a:spcBef>
                <a:spcPct val="0"/>
              </a:spcBef>
              <a:spcAft>
                <a:spcPct val="0"/>
              </a:spcAft>
              <a:buSzPts val="1800"/>
              <a:buNone/>
              <a:defRPr sz="1800"/>
            </a:lvl5pPr>
            <a:lvl6pPr lvl="5" rtl="0">
              <a:spcBef>
                <a:spcPct val="0"/>
              </a:spcBef>
              <a:spcAft>
                <a:spcPct val="0"/>
              </a:spcAft>
              <a:buSzPts val="1800"/>
              <a:buNone/>
              <a:defRPr sz="1800"/>
            </a:lvl6pPr>
            <a:lvl7pPr lvl="6" rtl="0">
              <a:spcBef>
                <a:spcPct val="0"/>
              </a:spcBef>
              <a:spcAft>
                <a:spcPct val="0"/>
              </a:spcAft>
              <a:buSzPts val="1800"/>
              <a:buNone/>
              <a:defRPr sz="1800"/>
            </a:lvl7pPr>
            <a:lvl8pPr lvl="7" rtl="0">
              <a:spcBef>
                <a:spcPct val="0"/>
              </a:spcBef>
              <a:spcAft>
                <a:spcPct val="0"/>
              </a:spcAft>
              <a:buSzPts val="1800"/>
              <a:buNone/>
              <a:defRPr sz="1800"/>
            </a:lvl8pPr>
            <a:lvl9pPr lvl="8" rtl="0">
              <a:spcBef>
                <a:spcPct val="0"/>
              </a:spcBef>
              <a:spcAft>
                <a:spcPct val="0"/>
              </a:spcAft>
              <a:buSzPts val="1800"/>
              <a:buNone/>
              <a:defRPr sz="1800"/>
            </a:lvl9pPr>
          </a:lstStyle>
          <a:p/>
        </p:txBody>
      </p:sp>
      <p:pic>
        <p:nvPicPr>
          <p:cNvPr id="113" name="Google Shape;113;p15"/>
          <p:cNvPicPr preferRelativeResize="0"/>
          <p:nvPr/>
        </p:nvPicPr>
        <p:blipFill>
          <a:blip r:embed="rId2">
            <a:alphaModFix/>
          </a:blip>
          <a:stretch>
            <a:fillRect/>
          </a:stretch>
        </p:blipFill>
        <p:spPr>
          <a:xfrm>
            <a:off x="468000" y="1543153"/>
            <a:ext cx="6624000" cy="66240"/>
          </a:xfrm>
          <a:prstGeom prst="rect">
            <a:avLst/>
          </a:prstGeom>
          <a:noFill/>
          <a:ln>
            <a:noFill/>
          </a:ln>
        </p:spPr>
      </p:pic>
      <p:sp>
        <p:nvSpPr>
          <p:cNvPr id="114" name="Google Shape;114;p15"/>
          <p:cNvSpPr txBox="1"/>
          <p:nvPr/>
        </p:nvSpPr>
        <p:spPr>
          <a:xfrm>
            <a:off x="466825" y="360000"/>
            <a:ext cx="2334000" cy="215400"/>
          </a:xfrm>
          <a:prstGeom prst="rect">
            <a:avLst/>
          </a:prstGeom>
          <a:noFill/>
          <a:ln>
            <a:noFill/>
          </a:ln>
        </p:spPr>
        <p:txBody>
          <a:bodyPr spcFirstLastPara="1" wrap="square" lIns="0" tIns="0" rIns="0" bIns="0" anchor="ctr" anchorCtr="0">
            <a:spAutoFit/>
          </a:bodyPr>
          <a:lstStyle/>
          <a:p>
            <a:pPr marL="0" lvl="0" indent="0" algn="l" rtl="0">
              <a:spcBef>
                <a:spcPct val="0"/>
              </a:spcBef>
              <a:spcAft>
                <a:spcPct val="0"/>
              </a:spcAft>
              <a:buNone/>
            </a:pPr>
            <a:r>
              <a:rPr lang="en-GB" sz="1200" b="1">
                <a:latin typeface="Lexend"/>
                <a:ea typeface="Lexend"/>
                <a:cs typeface="Lexend"/>
                <a:sym typeface="Lexend"/>
              </a:rPr>
              <a:t>Name</a:t>
            </a:r>
            <a:r>
              <a:rPr lang="en-GB" b="1">
                <a:latin typeface="Lexend"/>
                <a:ea typeface="Lexend"/>
                <a:cs typeface="Lexend"/>
                <a:sym typeface="Lexend"/>
              </a:rPr>
              <a:t>:</a:t>
            </a:r>
            <a:endParaRPr b="1">
              <a:latin typeface="Lexend"/>
              <a:ea typeface="Lexend"/>
              <a:cs typeface="Lexend"/>
              <a:sym typeface="Lexend"/>
            </a:endParaRPr>
          </a:p>
        </p:txBody>
      </p:sp>
      <p:cxnSp>
        <p:nvCxnSpPr>
          <p:cNvPr id="115" name="Google Shape;115;p15"/>
          <p:cNvCxnSpPr/>
          <p:nvPr/>
        </p:nvCxnSpPr>
        <p:spPr>
          <a:xfrm>
            <a:off x="987525" y="610425"/>
            <a:ext cx="1813200" cy="0"/>
          </a:xfrm>
          <a:prstGeom prst="straightConnector1">
            <a:avLst/>
          </a:prstGeom>
          <a:noFill/>
          <a:ln w="9525" cap="flat" cmpd="sng">
            <a:solidFill>
              <a:schemeClr val="dk2"/>
            </a:solidFill>
            <a:prstDash val="solid"/>
            <a:round/>
            <a:headEnd type="none" w="med" len="med"/>
            <a:tailEnd type="none" w="med" len="med"/>
          </a:ln>
        </p:spPr>
      </p:cxnSp>
      <p:pic>
        <p:nvPicPr>
          <p:cNvPr id="116" name="Google Shape;116;p15"/>
          <p:cNvPicPr preferRelativeResize="0"/>
          <p:nvPr/>
        </p:nvPicPr>
        <p:blipFill>
          <a:blip r:embed="rId3">
            <a:alphaModFix/>
          </a:blip>
          <a:stretch>
            <a:fillRect/>
          </a:stretch>
        </p:blipFill>
        <p:spPr>
          <a:xfrm>
            <a:off x="5722275" y="215699"/>
            <a:ext cx="504000" cy="504000"/>
          </a:xfrm>
          <a:prstGeom prst="rect">
            <a:avLst/>
          </a:prstGeom>
          <a:noFill/>
          <a:ln>
            <a:noFill/>
          </a:ln>
        </p:spPr>
      </p:pic>
      <p:sp>
        <p:nvSpPr>
          <p:cNvPr id="117" name="Google Shape;117;p15"/>
          <p:cNvSpPr txBox="1"/>
          <p:nvPr/>
        </p:nvSpPr>
        <p:spPr>
          <a:xfrm>
            <a:off x="6189000" y="360000"/>
            <a:ext cx="903000" cy="184800"/>
          </a:xfrm>
          <a:prstGeom prst="rect">
            <a:avLst/>
          </a:prstGeom>
          <a:noFill/>
          <a:ln>
            <a:noFill/>
          </a:ln>
        </p:spPr>
        <p:txBody>
          <a:bodyPr spcFirstLastPara="1" wrap="square" lIns="0" tIns="0" rIns="0" bIns="0" anchor="ctr" anchorCtr="0">
            <a:spAutoFit/>
          </a:bodyPr>
          <a:lstStyle/>
          <a:p>
            <a:pPr marL="0" lvl="0" indent="0" algn="r" rtl="0">
              <a:spcBef>
                <a:spcPct val="0"/>
              </a:spcBef>
              <a:spcAft>
                <a:spcPct val="0"/>
              </a:spcAft>
              <a:buNone/>
            </a:pPr>
            <a:r>
              <a:rPr lang="en-GB" sz="1200" b="1">
                <a:latin typeface="Lexend"/>
                <a:ea typeface="Lexend"/>
                <a:cs typeface="Lexend"/>
                <a:sym typeface="Lexend"/>
              </a:rPr>
              <a:t>Worksheet</a:t>
            </a:r>
            <a:endParaRPr b="1">
              <a:latin typeface="Lexend"/>
              <a:ea typeface="Lexend"/>
              <a:cs typeface="Lexend"/>
              <a:sym typeface="Lexend"/>
            </a:endParaRPr>
          </a:p>
        </p:txBody>
      </p:sp>
      <p:sp>
        <p:nvSpPr>
          <p:cNvPr id="118" name="Google Shape;118;p15"/>
          <p:cNvSpPr txBox="1"/>
          <p:nvPr>
            <p:ph type="subTitle" idx="1"/>
          </p:nvPr>
        </p:nvSpPr>
        <p:spPr>
          <a:xfrm>
            <a:off x="3875675" y="9972000"/>
            <a:ext cx="2722800" cy="161100"/>
          </a:xfrm>
          <a:prstGeom prst="rect">
            <a:avLst/>
          </a:prstGeom>
        </p:spPr>
        <p:txBody>
          <a:bodyPr spcFirstLastPara="1" wrap="square" lIns="0" tIns="0" rIns="0" bIns="0" anchor="b" anchorCtr="0">
            <a:noAutofit/>
          </a:bodyPr>
          <a:lstStyle>
            <a:lvl1pPr lvl="0" rtl="0">
              <a:spcBef>
                <a:spcPct val="0"/>
              </a:spcBef>
              <a:spcAft>
                <a:spcPct val="0"/>
              </a:spcAft>
              <a:buClr>
                <a:srgbClr val="575756"/>
              </a:buClr>
              <a:buSzPts val="900"/>
              <a:buNone/>
              <a:defRPr sz="900">
                <a:solidFill>
                  <a:srgbClr val="575756"/>
                </a:solidFill>
              </a:defRPr>
            </a:lvl1pPr>
            <a:lvl2pPr lvl="1" rtl="0">
              <a:spcBef>
                <a:spcPct val="0"/>
              </a:spcBef>
              <a:spcAft>
                <a:spcPct val="0"/>
              </a:spcAft>
              <a:buSzPts val="900"/>
              <a:buFont typeface="Lexend Light"/>
              <a:buNone/>
              <a:defRPr sz="900">
                <a:latin typeface="Lexend Light"/>
                <a:ea typeface="Lexend Light"/>
                <a:cs typeface="Lexend Light"/>
                <a:sym typeface="Lexend Light"/>
              </a:defRPr>
            </a:lvl2pPr>
            <a:lvl3pPr lvl="2" rtl="0">
              <a:spcBef>
                <a:spcPct val="0"/>
              </a:spcBef>
              <a:spcAft>
                <a:spcPct val="0"/>
              </a:spcAft>
              <a:buSzPts val="900"/>
              <a:buFont typeface="Lexend Light"/>
              <a:buNone/>
              <a:defRPr sz="900">
                <a:latin typeface="Lexend Light"/>
                <a:ea typeface="Lexend Light"/>
                <a:cs typeface="Lexend Light"/>
                <a:sym typeface="Lexend Light"/>
              </a:defRPr>
            </a:lvl3pPr>
            <a:lvl4pPr lvl="3" rtl="0">
              <a:spcBef>
                <a:spcPct val="0"/>
              </a:spcBef>
              <a:spcAft>
                <a:spcPct val="0"/>
              </a:spcAft>
              <a:buSzPts val="900"/>
              <a:buFont typeface="Lexend Light"/>
              <a:buNone/>
              <a:defRPr sz="900">
                <a:latin typeface="Lexend Light"/>
                <a:ea typeface="Lexend Light"/>
                <a:cs typeface="Lexend Light"/>
                <a:sym typeface="Lexend Light"/>
              </a:defRPr>
            </a:lvl4pPr>
            <a:lvl5pPr lvl="4" rtl="0">
              <a:spcBef>
                <a:spcPct val="0"/>
              </a:spcBef>
              <a:spcAft>
                <a:spcPct val="0"/>
              </a:spcAft>
              <a:buSzPts val="900"/>
              <a:buFont typeface="Lexend Light"/>
              <a:buNone/>
              <a:defRPr sz="900">
                <a:latin typeface="Lexend Light"/>
                <a:ea typeface="Lexend Light"/>
                <a:cs typeface="Lexend Light"/>
                <a:sym typeface="Lexend Light"/>
              </a:defRPr>
            </a:lvl5pPr>
            <a:lvl6pPr lvl="5" rtl="0">
              <a:spcBef>
                <a:spcPct val="0"/>
              </a:spcBef>
              <a:spcAft>
                <a:spcPct val="0"/>
              </a:spcAft>
              <a:buSzPts val="900"/>
              <a:buFont typeface="Lexend Light"/>
              <a:buNone/>
              <a:defRPr sz="900">
                <a:latin typeface="Lexend Light"/>
                <a:ea typeface="Lexend Light"/>
                <a:cs typeface="Lexend Light"/>
                <a:sym typeface="Lexend Light"/>
              </a:defRPr>
            </a:lvl6pPr>
            <a:lvl7pPr lvl="6" rtl="0">
              <a:spcBef>
                <a:spcPct val="0"/>
              </a:spcBef>
              <a:spcAft>
                <a:spcPct val="0"/>
              </a:spcAft>
              <a:buSzPts val="900"/>
              <a:buFont typeface="Lexend Light"/>
              <a:buNone/>
              <a:defRPr sz="900">
                <a:latin typeface="Lexend Light"/>
                <a:ea typeface="Lexend Light"/>
                <a:cs typeface="Lexend Light"/>
                <a:sym typeface="Lexend Light"/>
              </a:defRPr>
            </a:lvl7pPr>
            <a:lvl8pPr lvl="7" rtl="0">
              <a:spcBef>
                <a:spcPct val="0"/>
              </a:spcBef>
              <a:spcAft>
                <a:spcPct val="0"/>
              </a:spcAft>
              <a:buSzPts val="900"/>
              <a:buFont typeface="Lexend Light"/>
              <a:buNone/>
              <a:defRPr sz="900">
                <a:latin typeface="Lexend Light"/>
                <a:ea typeface="Lexend Light"/>
                <a:cs typeface="Lexend Light"/>
                <a:sym typeface="Lexend Light"/>
              </a:defRPr>
            </a:lvl8pPr>
            <a:lvl9pPr lvl="8" rtl="0">
              <a:spcBef>
                <a:spcPct val="0"/>
              </a:spcBef>
              <a:spcAft>
                <a:spcPct val="0"/>
              </a:spcAft>
              <a:buSzPts val="900"/>
              <a:buFont typeface="Lexend Light"/>
              <a:buNone/>
              <a:defRPr sz="900">
                <a:latin typeface="Lexend Light"/>
                <a:ea typeface="Lexend Light"/>
                <a:cs typeface="Lexend Light"/>
                <a:sym typeface="Lexend Light"/>
              </a:defRPr>
            </a:lvl9pPr>
          </a:lstStyle>
          <a:p/>
        </p:txBody>
      </p:sp>
      <p:sp>
        <p:nvSpPr>
          <p:cNvPr id="119" name="Google Shape;119;p15"/>
          <p:cNvSpPr txBox="1"/>
          <p:nvPr/>
        </p:nvSpPr>
        <p:spPr>
          <a:xfrm>
            <a:off x="391800" y="10152000"/>
            <a:ext cx="6367500" cy="1611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ct val="0"/>
              </a:spcAft>
              <a:buClr>
                <a:schemeClr val="dk1"/>
              </a:buClr>
              <a:buSzPts val="1100"/>
              <a:buFont typeface="Arial"/>
              <a:buNone/>
            </a:pPr>
            <a:r>
              <a:rPr lang="en-GB" sz="900">
                <a:solidFill>
                  <a:srgbClr val="575756"/>
                </a:solidFill>
                <a:latin typeface="Lexend"/>
                <a:ea typeface="Lexend"/>
                <a:cs typeface="Lexend"/>
                <a:sym typeface="Lexend"/>
              </a:rPr>
              <a:t>Licensed on the </a:t>
            </a:r>
            <a:r>
              <a:rPr lang="en-GB" sz="900" u="sng">
                <a:solidFill>
                  <a:srgbClr val="575756"/>
                </a:solidFill>
                <a:latin typeface="Lexend"/>
                <a:ea typeface="Lexend"/>
                <a:cs typeface="Lexend"/>
                <a:sym typeface="Lexend"/>
                <a:hlinkClick r:id="rId4">
                  <a:extLst>
                    <a:ext uri="{A12FA001-AC4F-418D-AE19-62706E023703}">
                      <ahyp:hlinkClr xmlns:ahyp="http://schemas.microsoft.com/office/drawing/2018/hyperlinkcolor" val="tx"/>
                    </a:ext>
                  </a:extLst>
                </a:hlinkClick>
              </a:rPr>
              <a:t>Open Government Licence v3.0</a:t>
            </a:r>
            <a:r>
              <a:rPr lang="en-GB" sz="900">
                <a:solidFill>
                  <a:srgbClr val="575756"/>
                </a:solidFill>
                <a:latin typeface="Lexend"/>
                <a:ea typeface="Lexend"/>
                <a:cs typeface="Lexend"/>
                <a:sym typeface="Lexend"/>
              </a:rPr>
              <a:t>, except where otherwise stated. See </a:t>
            </a:r>
            <a:r>
              <a:rPr lang="en-GB" sz="900" u="sng">
                <a:solidFill>
                  <a:srgbClr val="575756"/>
                </a:solidFill>
                <a:latin typeface="Lexend"/>
                <a:ea typeface="Lexend"/>
                <a:cs typeface="Lexend"/>
                <a:sym typeface="Lexend"/>
                <a:hlinkClick r:id="rId5">
                  <a:extLst>
                    <a:ext uri="{A12FA001-AC4F-418D-AE19-62706E023703}">
                      <ahyp:hlinkClr xmlns:ahyp="http://schemas.microsoft.com/office/drawing/2018/hyperlinkcolor" val="tx"/>
                    </a:ext>
                  </a:extLst>
                </a:hlinkClick>
              </a:rPr>
              <a:t>Oak terms &amp; conditions</a:t>
            </a:r>
            <a:r>
              <a:rPr lang="en-GB" sz="900">
                <a:solidFill>
                  <a:srgbClr val="575756"/>
                </a:solidFill>
                <a:latin typeface="Lexend"/>
                <a:ea typeface="Lexend"/>
                <a:cs typeface="Lexend"/>
                <a:sym typeface="Lexend"/>
              </a:rPr>
              <a:t>.</a:t>
            </a:r>
            <a:endParaRPr sz="900">
              <a:solidFill>
                <a:srgbClr val="575756"/>
              </a:solidFill>
              <a:latin typeface="Lexend"/>
              <a:ea typeface="Lexend"/>
              <a:cs typeface="Lexend"/>
              <a:sym typeface="Lexend"/>
            </a:endParaRPr>
          </a:p>
        </p:txBody>
      </p:sp>
      <p:sp>
        <p:nvSpPr>
          <p:cNvPr id="120" name="Google Shape;120;p15"/>
          <p:cNvSpPr txBox="1"/>
          <p:nvPr/>
        </p:nvSpPr>
        <p:spPr>
          <a:xfrm>
            <a:off x="394350" y="9972000"/>
            <a:ext cx="4069800" cy="161100"/>
          </a:xfrm>
          <a:prstGeom prst="rect">
            <a:avLst/>
          </a:prstGeom>
          <a:noFill/>
          <a:ln>
            <a:noFill/>
          </a:ln>
        </p:spPr>
        <p:txBody>
          <a:bodyPr spcFirstLastPara="1" wrap="square" lIns="0" tIns="0" rIns="0" bIns="0" anchor="b" anchorCtr="0">
            <a:noAutofit/>
          </a:bodyPr>
          <a:lstStyle/>
          <a:p>
            <a:pPr marL="0" lvl="0" indent="0" algn="l" rtl="0">
              <a:lnSpc>
                <a:spcPct val="115000"/>
              </a:lnSpc>
              <a:spcBef>
                <a:spcPct val="0"/>
              </a:spcBef>
              <a:spcAft>
                <a:spcPct val="0"/>
              </a:spcAft>
              <a:buClr>
                <a:schemeClr val="dk1"/>
              </a:buClr>
              <a:buSzPts val="1100"/>
              <a:buFont typeface="Arial"/>
              <a:buNone/>
            </a:pPr>
            <a:r>
              <a:rPr lang="en-GB" sz="900" b="1">
                <a:solidFill>
                  <a:srgbClr val="575756"/>
                </a:solidFill>
                <a:latin typeface="Lexend"/>
                <a:ea typeface="Lexend"/>
                <a:cs typeface="Lexend"/>
                <a:sym typeface="Lexend"/>
              </a:rPr>
              <a:t>© Oak National Academy 2024</a:t>
            </a:r>
            <a:r>
              <a:rPr lang="en-GB" sz="900">
                <a:solidFill>
                  <a:srgbClr val="575756"/>
                </a:solidFill>
                <a:latin typeface="Lexend"/>
                <a:ea typeface="Lexend"/>
                <a:cs typeface="Lexend"/>
                <a:sym typeface="Lexend"/>
              </a:rPr>
              <a:t>. Produced in partnership with</a:t>
            </a:r>
            <a:endParaRPr sz="900">
              <a:solidFill>
                <a:srgbClr val="575756"/>
              </a:solidFill>
              <a:latin typeface="Lexend"/>
              <a:ea typeface="Lexend"/>
              <a:cs typeface="Lexend"/>
              <a:sym typeface="Lexend"/>
            </a:endParaRPr>
          </a:p>
        </p:txBody>
      </p:sp>
    </p:spTree>
  </p:cSld>
  <p:clrMapOvr>
    <a:masterClrMapping/>
  </p:clrMapOvr>
  <p:transition/>
  <p:timing/>
  <p:extLst>
    <p:ext uri="{DCECCB84-F9BA-43D5-87BE-67443E8EF086}">
      <p15:sldGuideLst xmlns:p15="http://schemas.microsoft.com/office/powerpoint/2012/main">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sldGuideLst>
    </p:ext>
  </p:extLst>
</p:sldLayout>
</file>

<file path=ppt/slideLayouts/slideLayout14.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4.0 Landscape title page">
  <p:cSld name="SECTION_HEADER_1_1_1_1_1_1_1_1_1_1_1_2_1_1_1_1_1_1_1_1_1_1">
    <p:bg>
      <p:bgPr>
        <a:solidFill>
          <a:schemeClr val="lt1"/>
        </a:solidFill>
      </p:bgPr>
    </p:bg>
    <p:spTree>
      <p:nvGrpSpPr>
        <p:cNvPr id="121" name="Shape 121"/>
        <p:cNvGrpSpPr/>
        <p:nvPr/>
      </p:nvGrpSpPr>
      <p:grpSpPr>
        <a:xfrm>
          <a:off x="0" y="0"/>
          <a:ext cx="0" cy="0"/>
        </a:xfrm>
      </p:grpSpPr>
      <p:pic>
        <p:nvPicPr>
          <p:cNvPr id="122" name="Google Shape;122;p16"/>
          <p:cNvPicPr preferRelativeResize="0"/>
          <p:nvPr/>
        </p:nvPicPr>
        <p:blipFill>
          <a:blip r:embed="rId1">
            <a:alphaModFix/>
          </a:blip>
          <a:stretch>
            <a:fillRect/>
          </a:stretch>
        </p:blipFill>
        <p:spPr>
          <a:xfrm rot="-5400000">
            <a:off x="6801934" y="327400"/>
            <a:ext cx="181075" cy="246288"/>
          </a:xfrm>
          <a:prstGeom prst="rect">
            <a:avLst/>
          </a:prstGeom>
          <a:noFill/>
          <a:ln>
            <a:noFill/>
          </a:ln>
        </p:spPr>
      </p:pic>
      <p:sp>
        <p:nvSpPr>
          <p:cNvPr id="123" name="Google Shape;123;p16"/>
          <p:cNvSpPr txBox="1"/>
          <p:nvPr>
            <p:ph type="sldNum" idx="12"/>
          </p:nvPr>
        </p:nvSpPr>
        <p:spPr>
          <a:xfrm rot="-5400000">
            <a:off x="6666268" y="719443"/>
            <a:ext cx="483300" cy="277200"/>
          </a:xfrm>
          <a:prstGeom prst="rect">
            <a:avLst/>
          </a:prstGeom>
        </p:spPr>
        <p:txBody>
          <a:bodyPr spcFirstLastPara="1" wrap="square" lIns="91425" tIns="91425" rIns="91425" bIns="91425" anchor="ctr" anchorCtr="0">
            <a:noAutofit/>
          </a:bodyPr>
          <a:lstStyle>
            <a:lvl1pPr lvl="0" rtl="0">
              <a:buNone/>
              <a:defRPr sz="1200">
                <a:latin typeface="Lexend Medium"/>
                <a:ea typeface="Lexend Medium"/>
                <a:cs typeface="Lexend Medium"/>
                <a:sym typeface="Lexend Medium"/>
              </a:defRPr>
            </a:lvl1pPr>
            <a:lvl2pPr lvl="1" rtl="0">
              <a:buNone/>
              <a:defRPr sz="1200">
                <a:latin typeface="Lexend Medium"/>
                <a:ea typeface="Lexend Medium"/>
                <a:cs typeface="Lexend Medium"/>
                <a:sym typeface="Lexend Medium"/>
              </a:defRPr>
            </a:lvl2pPr>
            <a:lvl3pPr lvl="2" rtl="0">
              <a:buNone/>
              <a:defRPr sz="1200">
                <a:latin typeface="Lexend Medium"/>
                <a:ea typeface="Lexend Medium"/>
                <a:cs typeface="Lexend Medium"/>
                <a:sym typeface="Lexend Medium"/>
              </a:defRPr>
            </a:lvl3pPr>
            <a:lvl4pPr lvl="3" rtl="0">
              <a:buNone/>
              <a:defRPr sz="1200">
                <a:latin typeface="Lexend Medium"/>
                <a:ea typeface="Lexend Medium"/>
                <a:cs typeface="Lexend Medium"/>
                <a:sym typeface="Lexend Medium"/>
              </a:defRPr>
            </a:lvl4pPr>
            <a:lvl5pPr lvl="4" rtl="0">
              <a:buNone/>
              <a:defRPr sz="1200">
                <a:latin typeface="Lexend Medium"/>
                <a:ea typeface="Lexend Medium"/>
                <a:cs typeface="Lexend Medium"/>
                <a:sym typeface="Lexend Medium"/>
              </a:defRPr>
            </a:lvl5pPr>
            <a:lvl6pPr lvl="5" rtl="0">
              <a:buNone/>
              <a:defRPr sz="1200">
                <a:latin typeface="Lexend Medium"/>
                <a:ea typeface="Lexend Medium"/>
                <a:cs typeface="Lexend Medium"/>
                <a:sym typeface="Lexend Medium"/>
              </a:defRPr>
            </a:lvl6pPr>
            <a:lvl7pPr lvl="6" rtl="0">
              <a:buNone/>
              <a:defRPr sz="1200">
                <a:latin typeface="Lexend Medium"/>
                <a:ea typeface="Lexend Medium"/>
                <a:cs typeface="Lexend Medium"/>
                <a:sym typeface="Lexend Medium"/>
              </a:defRPr>
            </a:lvl7pPr>
            <a:lvl8pPr lvl="7" rtl="0">
              <a:buNone/>
              <a:defRPr sz="1200">
                <a:latin typeface="Lexend Medium"/>
                <a:ea typeface="Lexend Medium"/>
                <a:cs typeface="Lexend Medium"/>
                <a:sym typeface="Lexend Medium"/>
              </a:defRPr>
            </a:lvl8pPr>
            <a:lvl9pPr lvl="8" rtl="0">
              <a:buNone/>
              <a:defRPr sz="1200">
                <a:latin typeface="Lexend Medium"/>
                <a:ea typeface="Lexend Medium"/>
                <a:cs typeface="Lexend Medium"/>
                <a:sym typeface="Lexend Medium"/>
              </a:defRPr>
            </a:lvl9pPr>
          </a:lstStyle>
          <a:p>
            <a:pPr marL="0" lvl="0" indent="0" algn="r" rtl="0">
              <a:spcBef>
                <a:spcPct val="0"/>
              </a:spcBef>
              <a:spcAft>
                <a:spcPct val="0"/>
              </a:spcAft>
              <a:buNone/>
            </a:pPr>
            <a:fld id="{00000000-1234-1234-1234-123412341234}" type="slidenum">
              <a:rPr lang="en-GB"/>
              <a:t>‹#›</a:t>
            </a:fld>
            <a:endParaRPr/>
          </a:p>
        </p:txBody>
      </p:sp>
      <p:sp>
        <p:nvSpPr>
          <p:cNvPr id="124" name="Google Shape;124;p16"/>
          <p:cNvSpPr txBox="1"/>
          <p:nvPr>
            <p:ph type="title"/>
          </p:nvPr>
        </p:nvSpPr>
        <p:spPr>
          <a:xfrm rot="-5400000">
            <a:off x="-3842125" y="5162095"/>
            <a:ext cx="9983700" cy="360000"/>
          </a:xfrm>
          <a:prstGeom prst="rect">
            <a:avLst/>
          </a:prstGeom>
        </p:spPr>
        <p:txBody>
          <a:bodyPr spcFirstLastPara="1" wrap="square" lIns="0" tIns="0" rIns="0" bIns="0" anchor="ctr" anchorCtr="0">
            <a:spAutoFit/>
          </a:bodyPr>
          <a:lstStyle>
            <a:lvl1pPr lvl="0" rtl="0">
              <a:spcBef>
                <a:spcPct val="0"/>
              </a:spcBef>
              <a:spcAft>
                <a:spcPct val="0"/>
              </a:spcAft>
              <a:buSzPts val="1800"/>
              <a:buNone/>
              <a:defRPr sz="1800"/>
            </a:lvl1pPr>
            <a:lvl2pPr lvl="1" rtl="0">
              <a:spcBef>
                <a:spcPct val="0"/>
              </a:spcBef>
              <a:spcAft>
                <a:spcPct val="0"/>
              </a:spcAft>
              <a:buSzPts val="1800"/>
              <a:buNone/>
              <a:defRPr sz="1800"/>
            </a:lvl2pPr>
            <a:lvl3pPr lvl="2" rtl="0">
              <a:spcBef>
                <a:spcPct val="0"/>
              </a:spcBef>
              <a:spcAft>
                <a:spcPct val="0"/>
              </a:spcAft>
              <a:buSzPts val="1800"/>
              <a:buNone/>
              <a:defRPr sz="1800"/>
            </a:lvl3pPr>
            <a:lvl4pPr lvl="3" rtl="0">
              <a:spcBef>
                <a:spcPct val="0"/>
              </a:spcBef>
              <a:spcAft>
                <a:spcPct val="0"/>
              </a:spcAft>
              <a:buSzPts val="1800"/>
              <a:buNone/>
              <a:defRPr sz="1800"/>
            </a:lvl4pPr>
            <a:lvl5pPr lvl="4" rtl="0">
              <a:spcBef>
                <a:spcPct val="0"/>
              </a:spcBef>
              <a:spcAft>
                <a:spcPct val="0"/>
              </a:spcAft>
              <a:buSzPts val="1800"/>
              <a:buNone/>
              <a:defRPr sz="1800"/>
            </a:lvl5pPr>
            <a:lvl6pPr lvl="5" rtl="0">
              <a:spcBef>
                <a:spcPct val="0"/>
              </a:spcBef>
              <a:spcAft>
                <a:spcPct val="0"/>
              </a:spcAft>
              <a:buSzPts val="1800"/>
              <a:buNone/>
              <a:defRPr sz="1800"/>
            </a:lvl6pPr>
            <a:lvl7pPr lvl="6" rtl="0">
              <a:spcBef>
                <a:spcPct val="0"/>
              </a:spcBef>
              <a:spcAft>
                <a:spcPct val="0"/>
              </a:spcAft>
              <a:buSzPts val="1800"/>
              <a:buNone/>
              <a:defRPr sz="1800"/>
            </a:lvl7pPr>
            <a:lvl8pPr lvl="7" rtl="0">
              <a:spcBef>
                <a:spcPct val="0"/>
              </a:spcBef>
              <a:spcAft>
                <a:spcPct val="0"/>
              </a:spcAft>
              <a:buSzPts val="1800"/>
              <a:buNone/>
              <a:defRPr sz="1800"/>
            </a:lvl8pPr>
            <a:lvl9pPr lvl="8" rtl="0">
              <a:spcBef>
                <a:spcPct val="0"/>
              </a:spcBef>
              <a:spcAft>
                <a:spcPct val="0"/>
              </a:spcAft>
              <a:buSzPts val="1800"/>
              <a:buNone/>
              <a:defRPr sz="1800"/>
            </a:lvl9pPr>
          </a:lstStyle>
          <a:p/>
        </p:txBody>
      </p:sp>
      <p:pic>
        <p:nvPicPr>
          <p:cNvPr id="125" name="Google Shape;125;p16"/>
          <p:cNvPicPr preferRelativeResize="0"/>
          <p:nvPr/>
        </p:nvPicPr>
        <p:blipFill>
          <a:blip r:embed="rId2">
            <a:alphaModFix/>
          </a:blip>
          <a:stretch>
            <a:fillRect/>
          </a:stretch>
        </p:blipFill>
        <p:spPr>
          <a:xfrm rot="-5400000">
            <a:off x="-3612750" y="5310727"/>
            <a:ext cx="9987174" cy="66225"/>
          </a:xfrm>
          <a:prstGeom prst="rect">
            <a:avLst/>
          </a:prstGeom>
          <a:noFill/>
          <a:ln>
            <a:noFill/>
          </a:ln>
        </p:spPr>
      </p:pic>
      <p:sp>
        <p:nvSpPr>
          <p:cNvPr id="126" name="Google Shape;126;p16"/>
          <p:cNvSpPr txBox="1"/>
          <p:nvPr/>
        </p:nvSpPr>
        <p:spPr>
          <a:xfrm rot="-5400000">
            <a:off x="-595236" y="9057311"/>
            <a:ext cx="2334000" cy="215400"/>
          </a:xfrm>
          <a:prstGeom prst="rect">
            <a:avLst/>
          </a:prstGeom>
          <a:noFill/>
          <a:ln>
            <a:noFill/>
          </a:ln>
        </p:spPr>
        <p:txBody>
          <a:bodyPr spcFirstLastPara="1" wrap="square" lIns="0" tIns="0" rIns="0" bIns="0" anchor="ctr" anchorCtr="0">
            <a:spAutoFit/>
          </a:bodyPr>
          <a:lstStyle/>
          <a:p>
            <a:pPr marL="0" lvl="0" indent="0" algn="l" rtl="0">
              <a:spcBef>
                <a:spcPct val="0"/>
              </a:spcBef>
              <a:spcAft>
                <a:spcPct val="0"/>
              </a:spcAft>
              <a:buNone/>
            </a:pPr>
            <a:r>
              <a:rPr lang="en-GB" sz="1200" b="1">
                <a:latin typeface="Lexend"/>
                <a:ea typeface="Lexend"/>
                <a:cs typeface="Lexend"/>
                <a:sym typeface="Lexend"/>
              </a:rPr>
              <a:t>Name</a:t>
            </a:r>
            <a:r>
              <a:rPr lang="en-GB" b="1">
                <a:latin typeface="Lexend"/>
                <a:ea typeface="Lexend"/>
                <a:cs typeface="Lexend"/>
                <a:sym typeface="Lexend"/>
              </a:rPr>
              <a:t>:</a:t>
            </a:r>
            <a:endParaRPr b="1">
              <a:latin typeface="Lexend"/>
              <a:ea typeface="Lexend"/>
              <a:cs typeface="Lexend"/>
              <a:sym typeface="Lexend"/>
            </a:endParaRPr>
          </a:p>
        </p:txBody>
      </p:sp>
      <p:cxnSp>
        <p:nvCxnSpPr>
          <p:cNvPr id="127" name="Google Shape;127;p16"/>
          <p:cNvCxnSpPr/>
          <p:nvPr/>
        </p:nvCxnSpPr>
        <p:spPr>
          <a:xfrm rot="-5400000">
            <a:off x="-192111" y="8904711"/>
            <a:ext cx="1813200" cy="0"/>
          </a:xfrm>
          <a:prstGeom prst="straightConnector1">
            <a:avLst/>
          </a:prstGeom>
          <a:noFill/>
          <a:ln w="9525" cap="flat" cmpd="sng">
            <a:solidFill>
              <a:schemeClr val="dk2"/>
            </a:solidFill>
            <a:prstDash val="solid"/>
            <a:round/>
            <a:headEnd type="none" w="med" len="med"/>
            <a:tailEnd type="none" w="med" len="med"/>
          </a:ln>
        </p:spPr>
      </p:cxnSp>
      <p:pic>
        <p:nvPicPr>
          <p:cNvPr id="128" name="Google Shape;128;p16"/>
          <p:cNvPicPr preferRelativeResize="0"/>
          <p:nvPr/>
        </p:nvPicPr>
        <p:blipFill>
          <a:blip r:embed="rId3">
            <a:alphaModFix/>
          </a:blip>
          <a:stretch>
            <a:fillRect/>
          </a:stretch>
        </p:blipFill>
        <p:spPr>
          <a:xfrm rot="-5400000">
            <a:off x="319763" y="1225736"/>
            <a:ext cx="504000" cy="504000"/>
          </a:xfrm>
          <a:prstGeom prst="rect">
            <a:avLst/>
          </a:prstGeom>
          <a:noFill/>
          <a:ln>
            <a:noFill/>
          </a:ln>
        </p:spPr>
      </p:pic>
      <p:sp>
        <p:nvSpPr>
          <p:cNvPr id="129" name="Google Shape;129;p16"/>
          <p:cNvSpPr txBox="1"/>
          <p:nvPr/>
        </p:nvSpPr>
        <p:spPr>
          <a:xfrm rot="-5400000">
            <a:off x="104964" y="719111"/>
            <a:ext cx="903000" cy="184800"/>
          </a:xfrm>
          <a:prstGeom prst="rect">
            <a:avLst/>
          </a:prstGeom>
          <a:noFill/>
          <a:ln>
            <a:noFill/>
          </a:ln>
        </p:spPr>
        <p:txBody>
          <a:bodyPr spcFirstLastPara="1" wrap="square" lIns="0" tIns="0" rIns="0" bIns="0" anchor="ctr" anchorCtr="0">
            <a:spAutoFit/>
          </a:bodyPr>
          <a:lstStyle/>
          <a:p>
            <a:pPr marL="0" lvl="0" indent="0" algn="r" rtl="0">
              <a:spcBef>
                <a:spcPct val="0"/>
              </a:spcBef>
              <a:spcAft>
                <a:spcPct val="0"/>
              </a:spcAft>
              <a:buNone/>
            </a:pPr>
            <a:r>
              <a:rPr lang="en-GB" sz="1200" b="1">
                <a:latin typeface="Lexend"/>
                <a:ea typeface="Lexend"/>
                <a:cs typeface="Lexend"/>
                <a:sym typeface="Lexend"/>
              </a:rPr>
              <a:t>Worksheet</a:t>
            </a:r>
            <a:endParaRPr b="1">
              <a:latin typeface="Lexend"/>
              <a:ea typeface="Lexend"/>
              <a:cs typeface="Lexend"/>
              <a:sym typeface="Lexend"/>
            </a:endParaRPr>
          </a:p>
        </p:txBody>
      </p:sp>
    </p:spTree>
  </p:cSld>
  <p:clrMapOvr>
    <a:masterClrMapping/>
  </p:clrMapOvr>
  <p:transition/>
  <p:timing/>
  <p:extLst>
    <p:ext uri="{DCECCB84-F9BA-43D5-87BE-67443E8EF086}">
      <p15:sldGuideLst xmlns:p15="http://schemas.microsoft.com/office/powerpoint/2012/main">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guide id="19" orient="horz" pos="6508">
          <p15:clr>
            <a:srgbClr val="E46962"/>
          </p15:clr>
        </p15:guide>
      </p15:sldGuideLst>
    </p:ext>
  </p:extLst>
</p:sldLayout>
</file>

<file path=ppt/slideLayouts/slideLayout15.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4.1 Landscape middle page">
  <p:cSld name="SECTION_HEADER_1_1_1_1_1_1_1_1_1_1_1_2_1_1_1_1_1_1_1_1_1_1_1">
    <p:bg>
      <p:bgPr>
        <a:solidFill>
          <a:schemeClr val="lt1"/>
        </a:solidFill>
      </p:bgPr>
    </p:bg>
    <p:spTree>
      <p:nvGrpSpPr>
        <p:cNvPr id="130" name="Shape 130"/>
        <p:cNvGrpSpPr/>
        <p:nvPr/>
      </p:nvGrpSpPr>
      <p:grpSpPr>
        <a:xfrm>
          <a:off x="0" y="0"/>
          <a:ext cx="0" cy="0"/>
        </a:xfrm>
      </p:grpSpPr>
      <p:pic>
        <p:nvPicPr>
          <p:cNvPr id="131" name="Google Shape;131;p17"/>
          <p:cNvPicPr preferRelativeResize="0"/>
          <p:nvPr/>
        </p:nvPicPr>
        <p:blipFill>
          <a:blip r:embed="rId1">
            <a:alphaModFix/>
          </a:blip>
          <a:stretch>
            <a:fillRect/>
          </a:stretch>
        </p:blipFill>
        <p:spPr>
          <a:xfrm rot="-5400000">
            <a:off x="6801934" y="327400"/>
            <a:ext cx="181075" cy="246288"/>
          </a:xfrm>
          <a:prstGeom prst="rect">
            <a:avLst/>
          </a:prstGeom>
          <a:noFill/>
          <a:ln>
            <a:noFill/>
          </a:ln>
        </p:spPr>
      </p:pic>
      <p:sp>
        <p:nvSpPr>
          <p:cNvPr id="132" name="Google Shape;132;p17"/>
          <p:cNvSpPr txBox="1"/>
          <p:nvPr>
            <p:ph type="sldNum" idx="12"/>
          </p:nvPr>
        </p:nvSpPr>
        <p:spPr>
          <a:xfrm rot="-5400000">
            <a:off x="6666268" y="719443"/>
            <a:ext cx="483300" cy="277200"/>
          </a:xfrm>
          <a:prstGeom prst="rect">
            <a:avLst/>
          </a:prstGeom>
        </p:spPr>
        <p:txBody>
          <a:bodyPr spcFirstLastPara="1" wrap="square" lIns="91425" tIns="91425" rIns="91425" bIns="91425" anchor="ctr" anchorCtr="0">
            <a:noAutofit/>
          </a:bodyPr>
          <a:lstStyle>
            <a:lvl1pPr lvl="0" rtl="0">
              <a:buNone/>
              <a:defRPr sz="1200">
                <a:latin typeface="Lexend Medium"/>
                <a:ea typeface="Lexend Medium"/>
                <a:cs typeface="Lexend Medium"/>
                <a:sym typeface="Lexend Medium"/>
              </a:defRPr>
            </a:lvl1pPr>
            <a:lvl2pPr lvl="1" rtl="0">
              <a:buNone/>
              <a:defRPr sz="1200">
                <a:latin typeface="Lexend Medium"/>
                <a:ea typeface="Lexend Medium"/>
                <a:cs typeface="Lexend Medium"/>
                <a:sym typeface="Lexend Medium"/>
              </a:defRPr>
            </a:lvl2pPr>
            <a:lvl3pPr lvl="2" rtl="0">
              <a:buNone/>
              <a:defRPr sz="1200">
                <a:latin typeface="Lexend Medium"/>
                <a:ea typeface="Lexend Medium"/>
                <a:cs typeface="Lexend Medium"/>
                <a:sym typeface="Lexend Medium"/>
              </a:defRPr>
            </a:lvl3pPr>
            <a:lvl4pPr lvl="3" rtl="0">
              <a:buNone/>
              <a:defRPr sz="1200">
                <a:latin typeface="Lexend Medium"/>
                <a:ea typeface="Lexend Medium"/>
                <a:cs typeface="Lexend Medium"/>
                <a:sym typeface="Lexend Medium"/>
              </a:defRPr>
            </a:lvl4pPr>
            <a:lvl5pPr lvl="4" rtl="0">
              <a:buNone/>
              <a:defRPr sz="1200">
                <a:latin typeface="Lexend Medium"/>
                <a:ea typeface="Lexend Medium"/>
                <a:cs typeface="Lexend Medium"/>
                <a:sym typeface="Lexend Medium"/>
              </a:defRPr>
            </a:lvl5pPr>
            <a:lvl6pPr lvl="5" rtl="0">
              <a:buNone/>
              <a:defRPr sz="1200">
                <a:latin typeface="Lexend Medium"/>
                <a:ea typeface="Lexend Medium"/>
                <a:cs typeface="Lexend Medium"/>
                <a:sym typeface="Lexend Medium"/>
              </a:defRPr>
            </a:lvl6pPr>
            <a:lvl7pPr lvl="6" rtl="0">
              <a:buNone/>
              <a:defRPr sz="1200">
                <a:latin typeface="Lexend Medium"/>
                <a:ea typeface="Lexend Medium"/>
                <a:cs typeface="Lexend Medium"/>
                <a:sym typeface="Lexend Medium"/>
              </a:defRPr>
            </a:lvl7pPr>
            <a:lvl8pPr lvl="7" rtl="0">
              <a:buNone/>
              <a:defRPr sz="1200">
                <a:latin typeface="Lexend Medium"/>
                <a:ea typeface="Lexend Medium"/>
                <a:cs typeface="Lexend Medium"/>
                <a:sym typeface="Lexend Medium"/>
              </a:defRPr>
            </a:lvl8pPr>
            <a:lvl9pPr lvl="8" rtl="0">
              <a:buNone/>
              <a:defRPr sz="1200">
                <a:latin typeface="Lexend Medium"/>
                <a:ea typeface="Lexend Medium"/>
                <a:cs typeface="Lexend Medium"/>
                <a:sym typeface="Lexend Medium"/>
              </a:defRPr>
            </a:lvl9pPr>
          </a:lstStyle>
          <a:p>
            <a:pPr marL="0" lvl="0" indent="0" algn="r" rtl="0">
              <a:spcBef>
                <a:spcPct val="0"/>
              </a:spcBef>
              <a:spcAft>
                <a:spcPct val="0"/>
              </a:spcAft>
              <a:buNone/>
            </a:pPr>
            <a:fld id="{00000000-1234-1234-1234-123412341234}" type="slidenum">
              <a:rPr lang="en-GB"/>
              <a:t>‹#›</a:t>
            </a:fld>
            <a:endParaRPr/>
          </a:p>
        </p:txBody>
      </p:sp>
      <p:sp>
        <p:nvSpPr>
          <p:cNvPr id="133" name="Google Shape;133;p17"/>
          <p:cNvSpPr txBox="1"/>
          <p:nvPr/>
        </p:nvSpPr>
        <p:spPr>
          <a:xfrm rot="-5400000">
            <a:off x="174000" y="654000"/>
            <a:ext cx="726600" cy="138600"/>
          </a:xfrm>
          <a:prstGeom prst="rect">
            <a:avLst/>
          </a:prstGeom>
          <a:noFill/>
          <a:ln>
            <a:noFill/>
          </a:ln>
        </p:spPr>
        <p:txBody>
          <a:bodyPr spcFirstLastPara="1" wrap="square" lIns="0" tIns="0" rIns="0" bIns="0" anchor="ctr" anchorCtr="0">
            <a:spAutoFit/>
          </a:bodyPr>
          <a:lstStyle/>
          <a:p>
            <a:pPr marL="0" lvl="0" indent="0" algn="r" rtl="0">
              <a:spcBef>
                <a:spcPct val="0"/>
              </a:spcBef>
              <a:spcAft>
                <a:spcPct val="0"/>
              </a:spcAft>
              <a:buNone/>
            </a:pPr>
            <a:r>
              <a:rPr lang="en-GB" sz="900" b="1">
                <a:latin typeface="Lexend"/>
                <a:ea typeface="Lexend"/>
                <a:cs typeface="Lexend"/>
                <a:sym typeface="Lexend"/>
              </a:rPr>
              <a:t>Worksheet</a:t>
            </a:r>
            <a:endParaRPr sz="900" b="1">
              <a:latin typeface="Lexend"/>
              <a:ea typeface="Lexend"/>
              <a:cs typeface="Lexend"/>
              <a:sym typeface="Lexend"/>
            </a:endParaRPr>
          </a:p>
        </p:txBody>
      </p:sp>
      <p:sp>
        <p:nvSpPr>
          <p:cNvPr id="134" name="Google Shape;134;p17"/>
          <p:cNvSpPr txBox="1"/>
          <p:nvPr>
            <p:ph type="subTitle" idx="1"/>
          </p:nvPr>
        </p:nvSpPr>
        <p:spPr>
          <a:xfrm rot="-5400000">
            <a:off x="-3976225" y="5682150"/>
            <a:ext cx="9096900" cy="202800"/>
          </a:xfrm>
          <a:prstGeom prst="rect">
            <a:avLst/>
          </a:prstGeom>
          <a:ln>
            <a:noFill/>
          </a:ln>
        </p:spPr>
        <p:txBody>
          <a:bodyPr spcFirstLastPara="1" wrap="square" lIns="0" tIns="0" rIns="0" bIns="0" anchor="t" anchorCtr="0">
            <a:noAutofit/>
          </a:bodyPr>
          <a:lstStyle>
            <a:lvl1pPr lvl="0" rtl="0">
              <a:spcBef>
                <a:spcPct val="0"/>
              </a:spcBef>
              <a:spcAft>
                <a:spcPct val="0"/>
              </a:spcAft>
              <a:buSzPts val="900"/>
              <a:buFont typeface="Lexend"/>
              <a:buNone/>
              <a:defRPr sz="900">
                <a:latin typeface="Lexend"/>
                <a:ea typeface="Lexend"/>
                <a:cs typeface="Lexend"/>
                <a:sym typeface="Lexend"/>
              </a:defRPr>
            </a:lvl1pPr>
            <a:lvl2pPr lvl="1" rtl="0">
              <a:spcBef>
                <a:spcPct val="0"/>
              </a:spcBef>
              <a:spcAft>
                <a:spcPct val="0"/>
              </a:spcAft>
              <a:buSzPts val="1200"/>
              <a:buNone/>
              <a:defRPr sz="1200"/>
            </a:lvl2pPr>
            <a:lvl3pPr lvl="2" rtl="0">
              <a:spcBef>
                <a:spcPct val="0"/>
              </a:spcBef>
              <a:spcAft>
                <a:spcPct val="0"/>
              </a:spcAft>
              <a:buSzPts val="1200"/>
              <a:buNone/>
              <a:defRPr sz="1200"/>
            </a:lvl3pPr>
            <a:lvl4pPr lvl="3" rtl="0">
              <a:spcBef>
                <a:spcPct val="0"/>
              </a:spcBef>
              <a:spcAft>
                <a:spcPct val="0"/>
              </a:spcAft>
              <a:buSzPts val="1200"/>
              <a:buNone/>
              <a:defRPr sz="1200"/>
            </a:lvl4pPr>
            <a:lvl5pPr lvl="4" rtl="0">
              <a:spcBef>
                <a:spcPct val="0"/>
              </a:spcBef>
              <a:spcAft>
                <a:spcPct val="0"/>
              </a:spcAft>
              <a:buSzPts val="1200"/>
              <a:buNone/>
              <a:defRPr sz="1200"/>
            </a:lvl5pPr>
            <a:lvl6pPr lvl="5" rtl="0">
              <a:spcBef>
                <a:spcPct val="0"/>
              </a:spcBef>
              <a:spcAft>
                <a:spcPct val="0"/>
              </a:spcAft>
              <a:buSzPts val="1200"/>
              <a:buNone/>
              <a:defRPr sz="1200"/>
            </a:lvl6pPr>
            <a:lvl7pPr lvl="6" rtl="0">
              <a:spcBef>
                <a:spcPct val="0"/>
              </a:spcBef>
              <a:spcAft>
                <a:spcPct val="0"/>
              </a:spcAft>
              <a:buSzPts val="1200"/>
              <a:buNone/>
              <a:defRPr sz="1200"/>
            </a:lvl7pPr>
            <a:lvl8pPr lvl="7" rtl="0">
              <a:spcBef>
                <a:spcPct val="0"/>
              </a:spcBef>
              <a:spcAft>
                <a:spcPct val="0"/>
              </a:spcAft>
              <a:buSzPts val="1200"/>
              <a:buNone/>
              <a:defRPr sz="1200"/>
            </a:lvl8pPr>
            <a:lvl9pPr lvl="8" rtl="0">
              <a:spcBef>
                <a:spcPct val="0"/>
              </a:spcBef>
              <a:spcAft>
                <a:spcPct val="0"/>
              </a:spcAft>
              <a:buSzPts val="1200"/>
              <a:buNone/>
              <a:defRPr sz="1200"/>
            </a:lvl9pPr>
          </a:lstStyle>
          <a:p/>
        </p:txBody>
      </p:sp>
    </p:spTree>
  </p:cSld>
  <p:clrMapOvr>
    <a:masterClrMapping/>
  </p:clrMapOvr>
  <p:transition/>
  <p:timing/>
  <p:extLst>
    <p:ext uri="{DCECCB84-F9BA-43D5-87BE-67443E8EF086}">
      <p15:sldGuideLst xmlns:p15="http://schemas.microsoft.com/office/powerpoint/2012/main">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guide id="19" orient="horz" pos="6508">
          <p15:clr>
            <a:srgbClr val="E46962"/>
          </p15:clr>
        </p15:guide>
      </p15:sldGuideLst>
    </p:ext>
  </p:extLst>
</p:sldLayout>
</file>

<file path=ppt/slideLayouts/slideLayout16.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4.2 Landscape last page">
  <p:cSld name="SECTION_HEADER_1_1_1_1_1_1_1_1_1_1_1_2_1_1_1_1_1_1_1_1_1_1_1_1">
    <p:bg>
      <p:bgPr>
        <a:solidFill>
          <a:schemeClr val="lt1"/>
        </a:solidFill>
      </p:bgPr>
    </p:bg>
    <p:spTree>
      <p:nvGrpSpPr>
        <p:cNvPr id="135" name="Shape 135"/>
        <p:cNvGrpSpPr/>
        <p:nvPr/>
      </p:nvGrpSpPr>
      <p:grpSpPr>
        <a:xfrm>
          <a:off x="0" y="0"/>
          <a:ext cx="0" cy="0"/>
        </a:xfrm>
      </p:grpSpPr>
      <p:pic>
        <p:nvPicPr>
          <p:cNvPr id="136" name="Google Shape;136;p18"/>
          <p:cNvPicPr preferRelativeResize="0"/>
          <p:nvPr/>
        </p:nvPicPr>
        <p:blipFill>
          <a:blip r:embed="rId1">
            <a:alphaModFix/>
          </a:blip>
          <a:stretch>
            <a:fillRect/>
          </a:stretch>
        </p:blipFill>
        <p:spPr>
          <a:xfrm rot="-5400000">
            <a:off x="6801934" y="327400"/>
            <a:ext cx="181075" cy="246288"/>
          </a:xfrm>
          <a:prstGeom prst="rect">
            <a:avLst/>
          </a:prstGeom>
          <a:noFill/>
          <a:ln>
            <a:noFill/>
          </a:ln>
        </p:spPr>
      </p:pic>
      <p:sp>
        <p:nvSpPr>
          <p:cNvPr id="137" name="Google Shape;137;p18"/>
          <p:cNvSpPr txBox="1"/>
          <p:nvPr>
            <p:ph type="sldNum" idx="12"/>
          </p:nvPr>
        </p:nvSpPr>
        <p:spPr>
          <a:xfrm rot="-5400000">
            <a:off x="6666268" y="719443"/>
            <a:ext cx="483300" cy="277200"/>
          </a:xfrm>
          <a:prstGeom prst="rect">
            <a:avLst/>
          </a:prstGeom>
        </p:spPr>
        <p:txBody>
          <a:bodyPr spcFirstLastPara="1" wrap="square" lIns="91425" tIns="91425" rIns="91425" bIns="91425" anchor="ctr" anchorCtr="0">
            <a:noAutofit/>
          </a:bodyPr>
          <a:lstStyle>
            <a:lvl1pPr lvl="0" rtl="0">
              <a:buNone/>
              <a:defRPr sz="1200">
                <a:latin typeface="Lexend Medium"/>
                <a:ea typeface="Lexend Medium"/>
                <a:cs typeface="Lexend Medium"/>
                <a:sym typeface="Lexend Medium"/>
              </a:defRPr>
            </a:lvl1pPr>
            <a:lvl2pPr lvl="1" rtl="0">
              <a:buNone/>
              <a:defRPr sz="1200">
                <a:latin typeface="Lexend Medium"/>
                <a:ea typeface="Lexend Medium"/>
                <a:cs typeface="Lexend Medium"/>
                <a:sym typeface="Lexend Medium"/>
              </a:defRPr>
            </a:lvl2pPr>
            <a:lvl3pPr lvl="2" rtl="0">
              <a:buNone/>
              <a:defRPr sz="1200">
                <a:latin typeface="Lexend Medium"/>
                <a:ea typeface="Lexend Medium"/>
                <a:cs typeface="Lexend Medium"/>
                <a:sym typeface="Lexend Medium"/>
              </a:defRPr>
            </a:lvl3pPr>
            <a:lvl4pPr lvl="3" rtl="0">
              <a:buNone/>
              <a:defRPr sz="1200">
                <a:latin typeface="Lexend Medium"/>
                <a:ea typeface="Lexend Medium"/>
                <a:cs typeface="Lexend Medium"/>
                <a:sym typeface="Lexend Medium"/>
              </a:defRPr>
            </a:lvl4pPr>
            <a:lvl5pPr lvl="4" rtl="0">
              <a:buNone/>
              <a:defRPr sz="1200">
                <a:latin typeface="Lexend Medium"/>
                <a:ea typeface="Lexend Medium"/>
                <a:cs typeface="Lexend Medium"/>
                <a:sym typeface="Lexend Medium"/>
              </a:defRPr>
            </a:lvl5pPr>
            <a:lvl6pPr lvl="5" rtl="0">
              <a:buNone/>
              <a:defRPr sz="1200">
                <a:latin typeface="Lexend Medium"/>
                <a:ea typeface="Lexend Medium"/>
                <a:cs typeface="Lexend Medium"/>
                <a:sym typeface="Lexend Medium"/>
              </a:defRPr>
            </a:lvl6pPr>
            <a:lvl7pPr lvl="6" rtl="0">
              <a:buNone/>
              <a:defRPr sz="1200">
                <a:latin typeface="Lexend Medium"/>
                <a:ea typeface="Lexend Medium"/>
                <a:cs typeface="Lexend Medium"/>
                <a:sym typeface="Lexend Medium"/>
              </a:defRPr>
            </a:lvl7pPr>
            <a:lvl8pPr lvl="7" rtl="0">
              <a:buNone/>
              <a:defRPr sz="1200">
                <a:latin typeface="Lexend Medium"/>
                <a:ea typeface="Lexend Medium"/>
                <a:cs typeface="Lexend Medium"/>
                <a:sym typeface="Lexend Medium"/>
              </a:defRPr>
            </a:lvl8pPr>
            <a:lvl9pPr lvl="8" rtl="0">
              <a:buNone/>
              <a:defRPr sz="1200">
                <a:latin typeface="Lexend Medium"/>
                <a:ea typeface="Lexend Medium"/>
                <a:cs typeface="Lexend Medium"/>
                <a:sym typeface="Lexend Medium"/>
              </a:defRPr>
            </a:lvl9pPr>
          </a:lstStyle>
          <a:p>
            <a:pPr marL="0" lvl="0" indent="0" algn="r" rtl="0">
              <a:spcBef>
                <a:spcPct val="0"/>
              </a:spcBef>
              <a:spcAft>
                <a:spcPct val="0"/>
              </a:spcAft>
              <a:buNone/>
            </a:pPr>
            <a:fld id="{00000000-1234-1234-1234-123412341234}" type="slidenum">
              <a:rPr lang="en-GB"/>
              <a:t>‹#›</a:t>
            </a:fld>
            <a:endParaRPr/>
          </a:p>
        </p:txBody>
      </p:sp>
      <p:sp>
        <p:nvSpPr>
          <p:cNvPr id="138" name="Google Shape;138;p18"/>
          <p:cNvSpPr txBox="1"/>
          <p:nvPr/>
        </p:nvSpPr>
        <p:spPr>
          <a:xfrm rot="-5400000">
            <a:off x="174000" y="654000"/>
            <a:ext cx="726600" cy="138600"/>
          </a:xfrm>
          <a:prstGeom prst="rect">
            <a:avLst/>
          </a:prstGeom>
          <a:noFill/>
          <a:ln>
            <a:noFill/>
          </a:ln>
        </p:spPr>
        <p:txBody>
          <a:bodyPr spcFirstLastPara="1" wrap="square" lIns="0" tIns="0" rIns="0" bIns="0" anchor="ctr" anchorCtr="0">
            <a:spAutoFit/>
          </a:bodyPr>
          <a:lstStyle/>
          <a:p>
            <a:pPr marL="0" lvl="0" indent="0" algn="r" rtl="0">
              <a:spcBef>
                <a:spcPct val="0"/>
              </a:spcBef>
              <a:spcAft>
                <a:spcPct val="0"/>
              </a:spcAft>
              <a:buNone/>
            </a:pPr>
            <a:r>
              <a:rPr lang="en-GB" sz="900" b="1">
                <a:latin typeface="Lexend"/>
                <a:ea typeface="Lexend"/>
                <a:cs typeface="Lexend"/>
                <a:sym typeface="Lexend"/>
              </a:rPr>
              <a:t>Worksheet</a:t>
            </a:r>
            <a:endParaRPr sz="900" b="1">
              <a:latin typeface="Lexend"/>
              <a:ea typeface="Lexend"/>
              <a:cs typeface="Lexend"/>
              <a:sym typeface="Lexend"/>
            </a:endParaRPr>
          </a:p>
        </p:txBody>
      </p:sp>
      <p:sp>
        <p:nvSpPr>
          <p:cNvPr id="139" name="Google Shape;139;p18"/>
          <p:cNvSpPr txBox="1"/>
          <p:nvPr>
            <p:ph type="subTitle" idx="1"/>
          </p:nvPr>
        </p:nvSpPr>
        <p:spPr>
          <a:xfrm rot="-5400000">
            <a:off x="-3976225" y="5682150"/>
            <a:ext cx="9096900" cy="202800"/>
          </a:xfrm>
          <a:prstGeom prst="rect">
            <a:avLst/>
          </a:prstGeom>
          <a:ln>
            <a:noFill/>
          </a:ln>
        </p:spPr>
        <p:txBody>
          <a:bodyPr spcFirstLastPara="1" wrap="square" lIns="0" tIns="0" rIns="0" bIns="0" anchor="t" anchorCtr="0">
            <a:noAutofit/>
          </a:bodyPr>
          <a:lstStyle>
            <a:lvl1pPr lvl="0" rtl="0">
              <a:spcBef>
                <a:spcPct val="0"/>
              </a:spcBef>
              <a:spcAft>
                <a:spcPct val="0"/>
              </a:spcAft>
              <a:buSzPts val="900"/>
              <a:buFont typeface="Lexend"/>
              <a:buNone/>
              <a:defRPr sz="900">
                <a:latin typeface="Lexend"/>
                <a:ea typeface="Lexend"/>
                <a:cs typeface="Lexend"/>
                <a:sym typeface="Lexend"/>
              </a:defRPr>
            </a:lvl1pPr>
            <a:lvl2pPr lvl="1" rtl="0">
              <a:spcBef>
                <a:spcPct val="0"/>
              </a:spcBef>
              <a:spcAft>
                <a:spcPct val="0"/>
              </a:spcAft>
              <a:buSzPts val="1200"/>
              <a:buNone/>
              <a:defRPr sz="1200"/>
            </a:lvl2pPr>
            <a:lvl3pPr lvl="2" rtl="0">
              <a:spcBef>
                <a:spcPct val="0"/>
              </a:spcBef>
              <a:spcAft>
                <a:spcPct val="0"/>
              </a:spcAft>
              <a:buSzPts val="1200"/>
              <a:buNone/>
              <a:defRPr sz="1200"/>
            </a:lvl3pPr>
            <a:lvl4pPr lvl="3" rtl="0">
              <a:spcBef>
                <a:spcPct val="0"/>
              </a:spcBef>
              <a:spcAft>
                <a:spcPct val="0"/>
              </a:spcAft>
              <a:buSzPts val="1200"/>
              <a:buNone/>
              <a:defRPr sz="1200"/>
            </a:lvl4pPr>
            <a:lvl5pPr lvl="4" rtl="0">
              <a:spcBef>
                <a:spcPct val="0"/>
              </a:spcBef>
              <a:spcAft>
                <a:spcPct val="0"/>
              </a:spcAft>
              <a:buSzPts val="1200"/>
              <a:buNone/>
              <a:defRPr sz="1200"/>
            </a:lvl5pPr>
            <a:lvl6pPr lvl="5" rtl="0">
              <a:spcBef>
                <a:spcPct val="0"/>
              </a:spcBef>
              <a:spcAft>
                <a:spcPct val="0"/>
              </a:spcAft>
              <a:buSzPts val="1200"/>
              <a:buNone/>
              <a:defRPr sz="1200"/>
            </a:lvl6pPr>
            <a:lvl7pPr lvl="6" rtl="0">
              <a:spcBef>
                <a:spcPct val="0"/>
              </a:spcBef>
              <a:spcAft>
                <a:spcPct val="0"/>
              </a:spcAft>
              <a:buSzPts val="1200"/>
              <a:buNone/>
              <a:defRPr sz="1200"/>
            </a:lvl7pPr>
            <a:lvl8pPr lvl="7" rtl="0">
              <a:spcBef>
                <a:spcPct val="0"/>
              </a:spcBef>
              <a:spcAft>
                <a:spcPct val="0"/>
              </a:spcAft>
              <a:buSzPts val="1200"/>
              <a:buNone/>
              <a:defRPr sz="1200"/>
            </a:lvl8pPr>
            <a:lvl9pPr lvl="8" rtl="0">
              <a:spcBef>
                <a:spcPct val="0"/>
              </a:spcBef>
              <a:spcAft>
                <a:spcPct val="0"/>
              </a:spcAft>
              <a:buSzPts val="1200"/>
              <a:buNone/>
              <a:defRPr sz="1200"/>
            </a:lvl9pPr>
          </a:lstStyle>
          <a:p/>
        </p:txBody>
      </p:sp>
      <p:sp>
        <p:nvSpPr>
          <p:cNvPr id="140" name="Google Shape;140;p18"/>
          <p:cNvSpPr txBox="1"/>
          <p:nvPr>
            <p:ph type="subTitle" idx="2"/>
          </p:nvPr>
        </p:nvSpPr>
        <p:spPr>
          <a:xfrm rot="-5400000">
            <a:off x="5488475" y="5406175"/>
            <a:ext cx="2722800" cy="161100"/>
          </a:xfrm>
          <a:prstGeom prst="rect">
            <a:avLst/>
          </a:prstGeom>
        </p:spPr>
        <p:txBody>
          <a:bodyPr spcFirstLastPara="1" wrap="square" lIns="0" tIns="0" rIns="0" bIns="0" anchor="b" anchorCtr="0">
            <a:noAutofit/>
          </a:bodyPr>
          <a:lstStyle>
            <a:lvl1pPr lvl="0" rtl="0">
              <a:spcBef>
                <a:spcPct val="0"/>
              </a:spcBef>
              <a:spcAft>
                <a:spcPct val="0"/>
              </a:spcAft>
              <a:buClr>
                <a:srgbClr val="575756"/>
              </a:buClr>
              <a:buSzPts val="900"/>
              <a:buNone/>
              <a:defRPr sz="900">
                <a:solidFill>
                  <a:srgbClr val="575756"/>
                </a:solidFill>
              </a:defRPr>
            </a:lvl1pPr>
            <a:lvl2pPr lvl="1" rtl="0">
              <a:spcBef>
                <a:spcPct val="0"/>
              </a:spcBef>
              <a:spcAft>
                <a:spcPct val="0"/>
              </a:spcAft>
              <a:buSzPts val="900"/>
              <a:buFont typeface="Lexend Light"/>
              <a:buNone/>
              <a:defRPr sz="900">
                <a:latin typeface="Lexend Light"/>
                <a:ea typeface="Lexend Light"/>
                <a:cs typeface="Lexend Light"/>
                <a:sym typeface="Lexend Light"/>
              </a:defRPr>
            </a:lvl2pPr>
            <a:lvl3pPr lvl="2" rtl="0">
              <a:spcBef>
                <a:spcPct val="0"/>
              </a:spcBef>
              <a:spcAft>
                <a:spcPct val="0"/>
              </a:spcAft>
              <a:buSzPts val="900"/>
              <a:buFont typeface="Lexend Light"/>
              <a:buNone/>
              <a:defRPr sz="900">
                <a:latin typeface="Lexend Light"/>
                <a:ea typeface="Lexend Light"/>
                <a:cs typeface="Lexend Light"/>
                <a:sym typeface="Lexend Light"/>
              </a:defRPr>
            </a:lvl3pPr>
            <a:lvl4pPr lvl="3" rtl="0">
              <a:spcBef>
                <a:spcPct val="0"/>
              </a:spcBef>
              <a:spcAft>
                <a:spcPct val="0"/>
              </a:spcAft>
              <a:buSzPts val="900"/>
              <a:buFont typeface="Lexend Light"/>
              <a:buNone/>
              <a:defRPr sz="900">
                <a:latin typeface="Lexend Light"/>
                <a:ea typeface="Lexend Light"/>
                <a:cs typeface="Lexend Light"/>
                <a:sym typeface="Lexend Light"/>
              </a:defRPr>
            </a:lvl4pPr>
            <a:lvl5pPr lvl="4" rtl="0">
              <a:spcBef>
                <a:spcPct val="0"/>
              </a:spcBef>
              <a:spcAft>
                <a:spcPct val="0"/>
              </a:spcAft>
              <a:buSzPts val="900"/>
              <a:buFont typeface="Lexend Light"/>
              <a:buNone/>
              <a:defRPr sz="900">
                <a:latin typeface="Lexend Light"/>
                <a:ea typeface="Lexend Light"/>
                <a:cs typeface="Lexend Light"/>
                <a:sym typeface="Lexend Light"/>
              </a:defRPr>
            </a:lvl5pPr>
            <a:lvl6pPr lvl="5" rtl="0">
              <a:spcBef>
                <a:spcPct val="0"/>
              </a:spcBef>
              <a:spcAft>
                <a:spcPct val="0"/>
              </a:spcAft>
              <a:buSzPts val="900"/>
              <a:buFont typeface="Lexend Light"/>
              <a:buNone/>
              <a:defRPr sz="900">
                <a:latin typeface="Lexend Light"/>
                <a:ea typeface="Lexend Light"/>
                <a:cs typeface="Lexend Light"/>
                <a:sym typeface="Lexend Light"/>
              </a:defRPr>
            </a:lvl6pPr>
            <a:lvl7pPr lvl="6" rtl="0">
              <a:spcBef>
                <a:spcPct val="0"/>
              </a:spcBef>
              <a:spcAft>
                <a:spcPct val="0"/>
              </a:spcAft>
              <a:buSzPts val="900"/>
              <a:buFont typeface="Lexend Light"/>
              <a:buNone/>
              <a:defRPr sz="900">
                <a:latin typeface="Lexend Light"/>
                <a:ea typeface="Lexend Light"/>
                <a:cs typeface="Lexend Light"/>
                <a:sym typeface="Lexend Light"/>
              </a:defRPr>
            </a:lvl7pPr>
            <a:lvl8pPr lvl="7" rtl="0">
              <a:spcBef>
                <a:spcPct val="0"/>
              </a:spcBef>
              <a:spcAft>
                <a:spcPct val="0"/>
              </a:spcAft>
              <a:buSzPts val="900"/>
              <a:buFont typeface="Lexend Light"/>
              <a:buNone/>
              <a:defRPr sz="900">
                <a:latin typeface="Lexend Light"/>
                <a:ea typeface="Lexend Light"/>
                <a:cs typeface="Lexend Light"/>
                <a:sym typeface="Lexend Light"/>
              </a:defRPr>
            </a:lvl8pPr>
            <a:lvl9pPr lvl="8" rtl="0">
              <a:spcBef>
                <a:spcPct val="0"/>
              </a:spcBef>
              <a:spcAft>
                <a:spcPct val="0"/>
              </a:spcAft>
              <a:buSzPts val="900"/>
              <a:buFont typeface="Lexend Light"/>
              <a:buNone/>
              <a:defRPr sz="900">
                <a:latin typeface="Lexend Light"/>
                <a:ea typeface="Lexend Light"/>
                <a:cs typeface="Lexend Light"/>
                <a:sym typeface="Lexend Light"/>
              </a:defRPr>
            </a:lvl9pPr>
          </a:lstStyle>
          <a:p/>
        </p:txBody>
      </p:sp>
      <p:sp>
        <p:nvSpPr>
          <p:cNvPr id="141" name="Google Shape;141;p18"/>
          <p:cNvSpPr txBox="1"/>
          <p:nvPr/>
        </p:nvSpPr>
        <p:spPr>
          <a:xfrm rot="-5400000">
            <a:off x="3494675" y="6716250"/>
            <a:ext cx="7070400" cy="1611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ct val="0"/>
              </a:spcAft>
              <a:buClr>
                <a:schemeClr val="dk1"/>
              </a:buClr>
              <a:buSzPts val="1100"/>
              <a:buFont typeface="Arial"/>
              <a:buNone/>
            </a:pPr>
            <a:r>
              <a:rPr lang="en-GB" sz="900">
                <a:solidFill>
                  <a:srgbClr val="575756"/>
                </a:solidFill>
                <a:latin typeface="Lexend"/>
                <a:ea typeface="Lexend"/>
                <a:cs typeface="Lexend"/>
                <a:sym typeface="Lexend"/>
              </a:rPr>
              <a:t>Licensed on the </a:t>
            </a:r>
            <a:r>
              <a:rPr lang="en-GB" sz="900" u="sng">
                <a:solidFill>
                  <a:srgbClr val="575756"/>
                </a:solidFill>
                <a:latin typeface="Lexend"/>
                <a:ea typeface="Lexend"/>
                <a:cs typeface="Lexend"/>
                <a:sym typeface="Lexend"/>
                <a:hlinkClick r:id="rId2">
                  <a:extLst>
                    <a:ext uri="{A12FA001-AC4F-418D-AE19-62706E023703}">
                      <ahyp:hlinkClr xmlns:ahyp="http://schemas.microsoft.com/office/drawing/2018/hyperlinkcolor" val="tx"/>
                    </a:ext>
                  </a:extLst>
                </a:hlinkClick>
              </a:rPr>
              <a:t>Open Government Licence v3.0</a:t>
            </a:r>
            <a:r>
              <a:rPr lang="en-GB" sz="900">
                <a:solidFill>
                  <a:srgbClr val="575756"/>
                </a:solidFill>
                <a:latin typeface="Lexend"/>
                <a:ea typeface="Lexend"/>
                <a:cs typeface="Lexend"/>
                <a:sym typeface="Lexend"/>
              </a:rPr>
              <a:t>, except where otherwise stated. See </a:t>
            </a:r>
            <a:r>
              <a:rPr lang="en-GB" sz="900" u="sng">
                <a:solidFill>
                  <a:srgbClr val="575756"/>
                </a:solidFill>
                <a:latin typeface="Lexend"/>
                <a:ea typeface="Lexend"/>
                <a:cs typeface="Lexend"/>
                <a:sym typeface="Lexend"/>
                <a:hlinkClick r:id="rId3">
                  <a:extLst>
                    <a:ext uri="{A12FA001-AC4F-418D-AE19-62706E023703}">
                      <ahyp:hlinkClr xmlns:ahyp="http://schemas.microsoft.com/office/drawing/2018/hyperlinkcolor" val="tx"/>
                    </a:ext>
                  </a:extLst>
                </a:hlinkClick>
              </a:rPr>
              <a:t>Oak terms &amp; conditions</a:t>
            </a:r>
            <a:r>
              <a:rPr lang="en-GB" sz="900">
                <a:solidFill>
                  <a:srgbClr val="575756"/>
                </a:solidFill>
                <a:latin typeface="Lexend"/>
                <a:ea typeface="Lexend"/>
                <a:cs typeface="Lexend"/>
                <a:sym typeface="Lexend"/>
              </a:rPr>
              <a:t>.</a:t>
            </a:r>
            <a:endParaRPr sz="900">
              <a:solidFill>
                <a:srgbClr val="575756"/>
              </a:solidFill>
              <a:latin typeface="Lexend"/>
              <a:ea typeface="Lexend"/>
              <a:cs typeface="Lexend"/>
              <a:sym typeface="Lexend"/>
            </a:endParaRPr>
          </a:p>
        </p:txBody>
      </p:sp>
      <p:sp>
        <p:nvSpPr>
          <p:cNvPr id="142" name="Google Shape;142;p18"/>
          <p:cNvSpPr txBox="1"/>
          <p:nvPr/>
        </p:nvSpPr>
        <p:spPr>
          <a:xfrm rot="-5400000">
            <a:off x="4814975" y="8214000"/>
            <a:ext cx="4069800" cy="161100"/>
          </a:xfrm>
          <a:prstGeom prst="rect">
            <a:avLst/>
          </a:prstGeom>
          <a:noFill/>
          <a:ln>
            <a:noFill/>
          </a:ln>
        </p:spPr>
        <p:txBody>
          <a:bodyPr spcFirstLastPara="1" wrap="square" lIns="0" tIns="0" rIns="0" bIns="0" anchor="b" anchorCtr="0">
            <a:noAutofit/>
          </a:bodyPr>
          <a:lstStyle/>
          <a:p>
            <a:pPr marL="0" lvl="0" indent="0" algn="l" rtl="0">
              <a:lnSpc>
                <a:spcPct val="115000"/>
              </a:lnSpc>
              <a:spcBef>
                <a:spcPct val="0"/>
              </a:spcBef>
              <a:spcAft>
                <a:spcPct val="0"/>
              </a:spcAft>
              <a:buClr>
                <a:schemeClr val="dk1"/>
              </a:buClr>
              <a:buSzPts val="1100"/>
              <a:buFont typeface="Arial"/>
              <a:buNone/>
            </a:pPr>
            <a:r>
              <a:rPr lang="en-GB" sz="900" b="1">
                <a:solidFill>
                  <a:srgbClr val="575756"/>
                </a:solidFill>
                <a:latin typeface="Lexend"/>
                <a:ea typeface="Lexend"/>
                <a:cs typeface="Lexend"/>
                <a:sym typeface="Lexend"/>
              </a:rPr>
              <a:t>© Oak National Academy 2024</a:t>
            </a:r>
            <a:r>
              <a:rPr lang="en-GB" sz="900">
                <a:solidFill>
                  <a:srgbClr val="575756"/>
                </a:solidFill>
                <a:latin typeface="Lexend"/>
                <a:ea typeface="Lexend"/>
                <a:cs typeface="Lexend"/>
                <a:sym typeface="Lexend"/>
              </a:rPr>
              <a:t>. Produced in partnership with</a:t>
            </a:r>
            <a:endParaRPr sz="900">
              <a:solidFill>
                <a:srgbClr val="575756"/>
              </a:solidFill>
              <a:latin typeface="Lexend"/>
              <a:ea typeface="Lexend"/>
              <a:cs typeface="Lexend"/>
              <a:sym typeface="Lexend"/>
            </a:endParaRPr>
          </a:p>
        </p:txBody>
      </p:sp>
    </p:spTree>
  </p:cSld>
  <p:clrMapOvr>
    <a:masterClrMapping/>
  </p:clrMapOvr>
  <p:transition/>
  <p:timing/>
  <p:extLst>
    <p:ext uri="{DCECCB84-F9BA-43D5-87BE-67443E8EF086}">
      <p15:sldGuideLst xmlns:p15="http://schemas.microsoft.com/office/powerpoint/2012/main">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guide id="19" orient="horz" pos="6508">
          <p15:clr>
            <a:srgbClr val="E46962"/>
          </p15:clr>
        </p15:guide>
      </p15:sldGuideLst>
    </p:ext>
  </p:extLst>
</p:sldLayout>
</file>

<file path=ppt/slideLayouts/slideLayout17.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5.0 Landscape single page worksheet">
  <p:cSld name="SECTION_HEADER_1_1_1_1_1_1_1_1_1_1_1_2_1_1_1_1_1_1_1_1_1_1_2">
    <p:bg>
      <p:bgPr>
        <a:solidFill>
          <a:schemeClr val="lt1"/>
        </a:solidFill>
      </p:bgPr>
    </p:bg>
    <p:spTree>
      <p:nvGrpSpPr>
        <p:cNvPr id="143" name="Shape 143"/>
        <p:cNvGrpSpPr/>
        <p:nvPr/>
      </p:nvGrpSpPr>
      <p:grpSpPr>
        <a:xfrm>
          <a:off x="0" y="0"/>
          <a:ext cx="0" cy="0"/>
        </a:xfrm>
      </p:grpSpPr>
      <p:pic>
        <p:nvPicPr>
          <p:cNvPr id="144" name="Google Shape;144;p19"/>
          <p:cNvPicPr preferRelativeResize="0"/>
          <p:nvPr/>
        </p:nvPicPr>
        <p:blipFill>
          <a:blip r:embed="rId1">
            <a:alphaModFix/>
          </a:blip>
          <a:stretch>
            <a:fillRect/>
          </a:stretch>
        </p:blipFill>
        <p:spPr>
          <a:xfrm rot="-5400000">
            <a:off x="6801934" y="327400"/>
            <a:ext cx="181075" cy="246288"/>
          </a:xfrm>
          <a:prstGeom prst="rect">
            <a:avLst/>
          </a:prstGeom>
          <a:noFill/>
          <a:ln>
            <a:noFill/>
          </a:ln>
        </p:spPr>
      </p:pic>
      <p:sp>
        <p:nvSpPr>
          <p:cNvPr id="145" name="Google Shape;145;p19"/>
          <p:cNvSpPr txBox="1"/>
          <p:nvPr>
            <p:ph type="sldNum" idx="12"/>
          </p:nvPr>
        </p:nvSpPr>
        <p:spPr>
          <a:xfrm rot="-5400000">
            <a:off x="6666268" y="719443"/>
            <a:ext cx="483300" cy="277200"/>
          </a:xfrm>
          <a:prstGeom prst="rect">
            <a:avLst/>
          </a:prstGeom>
        </p:spPr>
        <p:txBody>
          <a:bodyPr spcFirstLastPara="1" wrap="square" lIns="91425" tIns="91425" rIns="91425" bIns="91425" anchor="ctr" anchorCtr="0">
            <a:noAutofit/>
          </a:bodyPr>
          <a:lstStyle>
            <a:lvl1pPr lvl="0" rtl="0">
              <a:buNone/>
              <a:defRPr sz="1200">
                <a:latin typeface="Lexend Medium"/>
                <a:ea typeface="Lexend Medium"/>
                <a:cs typeface="Lexend Medium"/>
                <a:sym typeface="Lexend Medium"/>
              </a:defRPr>
            </a:lvl1pPr>
            <a:lvl2pPr lvl="1" rtl="0">
              <a:buNone/>
              <a:defRPr sz="1200">
                <a:latin typeface="Lexend Medium"/>
                <a:ea typeface="Lexend Medium"/>
                <a:cs typeface="Lexend Medium"/>
                <a:sym typeface="Lexend Medium"/>
              </a:defRPr>
            </a:lvl2pPr>
            <a:lvl3pPr lvl="2" rtl="0">
              <a:buNone/>
              <a:defRPr sz="1200">
                <a:latin typeface="Lexend Medium"/>
                <a:ea typeface="Lexend Medium"/>
                <a:cs typeface="Lexend Medium"/>
                <a:sym typeface="Lexend Medium"/>
              </a:defRPr>
            </a:lvl3pPr>
            <a:lvl4pPr lvl="3" rtl="0">
              <a:buNone/>
              <a:defRPr sz="1200">
                <a:latin typeface="Lexend Medium"/>
                <a:ea typeface="Lexend Medium"/>
                <a:cs typeface="Lexend Medium"/>
                <a:sym typeface="Lexend Medium"/>
              </a:defRPr>
            </a:lvl4pPr>
            <a:lvl5pPr lvl="4" rtl="0">
              <a:buNone/>
              <a:defRPr sz="1200">
                <a:latin typeface="Lexend Medium"/>
                <a:ea typeface="Lexend Medium"/>
                <a:cs typeface="Lexend Medium"/>
                <a:sym typeface="Lexend Medium"/>
              </a:defRPr>
            </a:lvl5pPr>
            <a:lvl6pPr lvl="5" rtl="0">
              <a:buNone/>
              <a:defRPr sz="1200">
                <a:latin typeface="Lexend Medium"/>
                <a:ea typeface="Lexend Medium"/>
                <a:cs typeface="Lexend Medium"/>
                <a:sym typeface="Lexend Medium"/>
              </a:defRPr>
            </a:lvl6pPr>
            <a:lvl7pPr lvl="6" rtl="0">
              <a:buNone/>
              <a:defRPr sz="1200">
                <a:latin typeface="Lexend Medium"/>
                <a:ea typeface="Lexend Medium"/>
                <a:cs typeface="Lexend Medium"/>
                <a:sym typeface="Lexend Medium"/>
              </a:defRPr>
            </a:lvl7pPr>
            <a:lvl8pPr lvl="7" rtl="0">
              <a:buNone/>
              <a:defRPr sz="1200">
                <a:latin typeface="Lexend Medium"/>
                <a:ea typeface="Lexend Medium"/>
                <a:cs typeface="Lexend Medium"/>
                <a:sym typeface="Lexend Medium"/>
              </a:defRPr>
            </a:lvl8pPr>
            <a:lvl9pPr lvl="8" rtl="0">
              <a:buNone/>
              <a:defRPr sz="1200">
                <a:latin typeface="Lexend Medium"/>
                <a:ea typeface="Lexend Medium"/>
                <a:cs typeface="Lexend Medium"/>
                <a:sym typeface="Lexend Medium"/>
              </a:defRPr>
            </a:lvl9pPr>
          </a:lstStyle>
          <a:p>
            <a:pPr marL="0" lvl="0" indent="0" algn="r" rtl="0">
              <a:spcBef>
                <a:spcPct val="0"/>
              </a:spcBef>
              <a:spcAft>
                <a:spcPct val="0"/>
              </a:spcAft>
              <a:buNone/>
            </a:pPr>
            <a:fld id="{00000000-1234-1234-1234-123412341234}" type="slidenum">
              <a:rPr lang="en-GB"/>
              <a:t>‹#›</a:t>
            </a:fld>
            <a:endParaRPr/>
          </a:p>
        </p:txBody>
      </p:sp>
      <p:sp>
        <p:nvSpPr>
          <p:cNvPr id="146" name="Google Shape;146;p19"/>
          <p:cNvSpPr txBox="1"/>
          <p:nvPr>
            <p:ph type="title"/>
          </p:nvPr>
        </p:nvSpPr>
        <p:spPr>
          <a:xfrm rot="-5400000">
            <a:off x="-3842125" y="5162095"/>
            <a:ext cx="9983700" cy="360000"/>
          </a:xfrm>
          <a:prstGeom prst="rect">
            <a:avLst/>
          </a:prstGeom>
        </p:spPr>
        <p:txBody>
          <a:bodyPr spcFirstLastPara="1" wrap="square" lIns="0" tIns="0" rIns="0" bIns="0" anchor="ctr" anchorCtr="0">
            <a:spAutoFit/>
          </a:bodyPr>
          <a:lstStyle>
            <a:lvl1pPr lvl="0" rtl="0">
              <a:spcBef>
                <a:spcPct val="0"/>
              </a:spcBef>
              <a:spcAft>
                <a:spcPct val="0"/>
              </a:spcAft>
              <a:buSzPts val="1800"/>
              <a:buNone/>
              <a:defRPr sz="1800"/>
            </a:lvl1pPr>
            <a:lvl2pPr lvl="1" rtl="0">
              <a:spcBef>
                <a:spcPct val="0"/>
              </a:spcBef>
              <a:spcAft>
                <a:spcPct val="0"/>
              </a:spcAft>
              <a:buSzPts val="1800"/>
              <a:buNone/>
              <a:defRPr sz="1800"/>
            </a:lvl2pPr>
            <a:lvl3pPr lvl="2" rtl="0">
              <a:spcBef>
                <a:spcPct val="0"/>
              </a:spcBef>
              <a:spcAft>
                <a:spcPct val="0"/>
              </a:spcAft>
              <a:buSzPts val="1800"/>
              <a:buNone/>
              <a:defRPr sz="1800"/>
            </a:lvl3pPr>
            <a:lvl4pPr lvl="3" rtl="0">
              <a:spcBef>
                <a:spcPct val="0"/>
              </a:spcBef>
              <a:spcAft>
                <a:spcPct val="0"/>
              </a:spcAft>
              <a:buSzPts val="1800"/>
              <a:buNone/>
              <a:defRPr sz="1800"/>
            </a:lvl4pPr>
            <a:lvl5pPr lvl="4" rtl="0">
              <a:spcBef>
                <a:spcPct val="0"/>
              </a:spcBef>
              <a:spcAft>
                <a:spcPct val="0"/>
              </a:spcAft>
              <a:buSzPts val="1800"/>
              <a:buNone/>
              <a:defRPr sz="1800"/>
            </a:lvl5pPr>
            <a:lvl6pPr lvl="5" rtl="0">
              <a:spcBef>
                <a:spcPct val="0"/>
              </a:spcBef>
              <a:spcAft>
                <a:spcPct val="0"/>
              </a:spcAft>
              <a:buSzPts val="1800"/>
              <a:buNone/>
              <a:defRPr sz="1800"/>
            </a:lvl6pPr>
            <a:lvl7pPr lvl="6" rtl="0">
              <a:spcBef>
                <a:spcPct val="0"/>
              </a:spcBef>
              <a:spcAft>
                <a:spcPct val="0"/>
              </a:spcAft>
              <a:buSzPts val="1800"/>
              <a:buNone/>
              <a:defRPr sz="1800"/>
            </a:lvl7pPr>
            <a:lvl8pPr lvl="7" rtl="0">
              <a:spcBef>
                <a:spcPct val="0"/>
              </a:spcBef>
              <a:spcAft>
                <a:spcPct val="0"/>
              </a:spcAft>
              <a:buSzPts val="1800"/>
              <a:buNone/>
              <a:defRPr sz="1800"/>
            </a:lvl8pPr>
            <a:lvl9pPr lvl="8" rtl="0">
              <a:spcBef>
                <a:spcPct val="0"/>
              </a:spcBef>
              <a:spcAft>
                <a:spcPct val="0"/>
              </a:spcAft>
              <a:buSzPts val="1800"/>
              <a:buNone/>
              <a:defRPr sz="1800"/>
            </a:lvl9pPr>
          </a:lstStyle>
          <a:p/>
        </p:txBody>
      </p:sp>
      <p:pic>
        <p:nvPicPr>
          <p:cNvPr id="147" name="Google Shape;147;p19"/>
          <p:cNvPicPr preferRelativeResize="0"/>
          <p:nvPr/>
        </p:nvPicPr>
        <p:blipFill>
          <a:blip r:embed="rId2">
            <a:alphaModFix/>
          </a:blip>
          <a:stretch>
            <a:fillRect/>
          </a:stretch>
        </p:blipFill>
        <p:spPr>
          <a:xfrm rot="-5400000">
            <a:off x="-3612750" y="5310727"/>
            <a:ext cx="9987174" cy="66225"/>
          </a:xfrm>
          <a:prstGeom prst="rect">
            <a:avLst/>
          </a:prstGeom>
          <a:noFill/>
          <a:ln>
            <a:noFill/>
          </a:ln>
        </p:spPr>
      </p:pic>
      <p:sp>
        <p:nvSpPr>
          <p:cNvPr id="148" name="Google Shape;148;p19"/>
          <p:cNvSpPr txBox="1"/>
          <p:nvPr/>
        </p:nvSpPr>
        <p:spPr>
          <a:xfrm rot="-5400000">
            <a:off x="-595236" y="9057311"/>
            <a:ext cx="2334000" cy="215400"/>
          </a:xfrm>
          <a:prstGeom prst="rect">
            <a:avLst/>
          </a:prstGeom>
          <a:noFill/>
          <a:ln>
            <a:noFill/>
          </a:ln>
        </p:spPr>
        <p:txBody>
          <a:bodyPr spcFirstLastPara="1" wrap="square" lIns="0" tIns="0" rIns="0" bIns="0" anchor="ctr" anchorCtr="0">
            <a:spAutoFit/>
          </a:bodyPr>
          <a:lstStyle/>
          <a:p>
            <a:pPr marL="0" lvl="0" indent="0" algn="l" rtl="0">
              <a:spcBef>
                <a:spcPct val="0"/>
              </a:spcBef>
              <a:spcAft>
                <a:spcPct val="0"/>
              </a:spcAft>
              <a:buNone/>
            </a:pPr>
            <a:r>
              <a:rPr lang="en-GB" sz="1200" b="1">
                <a:latin typeface="Lexend"/>
                <a:ea typeface="Lexend"/>
                <a:cs typeface="Lexend"/>
                <a:sym typeface="Lexend"/>
              </a:rPr>
              <a:t>Name</a:t>
            </a:r>
            <a:r>
              <a:rPr lang="en-GB" b="1">
                <a:latin typeface="Lexend"/>
                <a:ea typeface="Lexend"/>
                <a:cs typeface="Lexend"/>
                <a:sym typeface="Lexend"/>
              </a:rPr>
              <a:t>:</a:t>
            </a:r>
            <a:endParaRPr b="1">
              <a:latin typeface="Lexend"/>
              <a:ea typeface="Lexend"/>
              <a:cs typeface="Lexend"/>
              <a:sym typeface="Lexend"/>
            </a:endParaRPr>
          </a:p>
        </p:txBody>
      </p:sp>
      <p:cxnSp>
        <p:nvCxnSpPr>
          <p:cNvPr id="149" name="Google Shape;149;p19"/>
          <p:cNvCxnSpPr/>
          <p:nvPr/>
        </p:nvCxnSpPr>
        <p:spPr>
          <a:xfrm rot="-5400000">
            <a:off x="-192111" y="8904711"/>
            <a:ext cx="1813200" cy="0"/>
          </a:xfrm>
          <a:prstGeom prst="straightConnector1">
            <a:avLst/>
          </a:prstGeom>
          <a:noFill/>
          <a:ln w="9525" cap="flat" cmpd="sng">
            <a:solidFill>
              <a:schemeClr val="dk2"/>
            </a:solidFill>
            <a:prstDash val="solid"/>
            <a:round/>
            <a:headEnd type="none" w="med" len="med"/>
            <a:tailEnd type="none" w="med" len="med"/>
          </a:ln>
        </p:spPr>
      </p:cxnSp>
      <p:pic>
        <p:nvPicPr>
          <p:cNvPr id="150" name="Google Shape;150;p19"/>
          <p:cNvPicPr preferRelativeResize="0"/>
          <p:nvPr/>
        </p:nvPicPr>
        <p:blipFill>
          <a:blip r:embed="rId3">
            <a:alphaModFix/>
          </a:blip>
          <a:stretch>
            <a:fillRect/>
          </a:stretch>
        </p:blipFill>
        <p:spPr>
          <a:xfrm rot="-5400000">
            <a:off x="319763" y="1225736"/>
            <a:ext cx="504000" cy="504000"/>
          </a:xfrm>
          <a:prstGeom prst="rect">
            <a:avLst/>
          </a:prstGeom>
          <a:noFill/>
          <a:ln>
            <a:noFill/>
          </a:ln>
        </p:spPr>
      </p:pic>
      <p:sp>
        <p:nvSpPr>
          <p:cNvPr id="151" name="Google Shape;151;p19"/>
          <p:cNvSpPr txBox="1"/>
          <p:nvPr/>
        </p:nvSpPr>
        <p:spPr>
          <a:xfrm rot="-5400000">
            <a:off x="104964" y="719111"/>
            <a:ext cx="903000" cy="184800"/>
          </a:xfrm>
          <a:prstGeom prst="rect">
            <a:avLst/>
          </a:prstGeom>
          <a:noFill/>
          <a:ln>
            <a:noFill/>
          </a:ln>
        </p:spPr>
        <p:txBody>
          <a:bodyPr spcFirstLastPara="1" wrap="square" lIns="0" tIns="0" rIns="0" bIns="0" anchor="ctr" anchorCtr="0">
            <a:spAutoFit/>
          </a:bodyPr>
          <a:lstStyle/>
          <a:p>
            <a:pPr marL="0" lvl="0" indent="0" algn="r" rtl="0">
              <a:spcBef>
                <a:spcPct val="0"/>
              </a:spcBef>
              <a:spcAft>
                <a:spcPct val="0"/>
              </a:spcAft>
              <a:buNone/>
            </a:pPr>
            <a:r>
              <a:rPr lang="en-GB" sz="1200" b="1">
                <a:latin typeface="Lexend"/>
                <a:ea typeface="Lexend"/>
                <a:cs typeface="Lexend"/>
                <a:sym typeface="Lexend"/>
              </a:rPr>
              <a:t>Worksheet</a:t>
            </a:r>
            <a:endParaRPr b="1">
              <a:latin typeface="Lexend"/>
              <a:ea typeface="Lexend"/>
              <a:cs typeface="Lexend"/>
              <a:sym typeface="Lexend"/>
            </a:endParaRPr>
          </a:p>
        </p:txBody>
      </p:sp>
      <p:sp>
        <p:nvSpPr>
          <p:cNvPr id="152" name="Google Shape;152;p19"/>
          <p:cNvSpPr txBox="1"/>
          <p:nvPr>
            <p:ph type="subTitle" idx="1"/>
          </p:nvPr>
        </p:nvSpPr>
        <p:spPr>
          <a:xfrm rot="-5400000">
            <a:off x="5488475" y="5406175"/>
            <a:ext cx="2722800" cy="161100"/>
          </a:xfrm>
          <a:prstGeom prst="rect">
            <a:avLst/>
          </a:prstGeom>
        </p:spPr>
        <p:txBody>
          <a:bodyPr spcFirstLastPara="1" wrap="square" lIns="0" tIns="0" rIns="0" bIns="0" anchor="b" anchorCtr="0">
            <a:noAutofit/>
          </a:bodyPr>
          <a:lstStyle>
            <a:lvl1pPr lvl="0" rtl="0">
              <a:spcBef>
                <a:spcPct val="0"/>
              </a:spcBef>
              <a:spcAft>
                <a:spcPct val="0"/>
              </a:spcAft>
              <a:buClr>
                <a:srgbClr val="575756"/>
              </a:buClr>
              <a:buSzPts val="900"/>
              <a:buNone/>
              <a:defRPr sz="900">
                <a:solidFill>
                  <a:srgbClr val="575756"/>
                </a:solidFill>
              </a:defRPr>
            </a:lvl1pPr>
            <a:lvl2pPr lvl="1" rtl="0">
              <a:spcBef>
                <a:spcPct val="0"/>
              </a:spcBef>
              <a:spcAft>
                <a:spcPct val="0"/>
              </a:spcAft>
              <a:buSzPts val="900"/>
              <a:buFont typeface="Lexend Light"/>
              <a:buNone/>
              <a:defRPr sz="900">
                <a:latin typeface="Lexend Light"/>
                <a:ea typeface="Lexend Light"/>
                <a:cs typeface="Lexend Light"/>
                <a:sym typeface="Lexend Light"/>
              </a:defRPr>
            </a:lvl2pPr>
            <a:lvl3pPr lvl="2" rtl="0">
              <a:spcBef>
                <a:spcPct val="0"/>
              </a:spcBef>
              <a:spcAft>
                <a:spcPct val="0"/>
              </a:spcAft>
              <a:buSzPts val="900"/>
              <a:buFont typeface="Lexend Light"/>
              <a:buNone/>
              <a:defRPr sz="900">
                <a:latin typeface="Lexend Light"/>
                <a:ea typeface="Lexend Light"/>
                <a:cs typeface="Lexend Light"/>
                <a:sym typeface="Lexend Light"/>
              </a:defRPr>
            </a:lvl3pPr>
            <a:lvl4pPr lvl="3" rtl="0">
              <a:spcBef>
                <a:spcPct val="0"/>
              </a:spcBef>
              <a:spcAft>
                <a:spcPct val="0"/>
              </a:spcAft>
              <a:buSzPts val="900"/>
              <a:buFont typeface="Lexend Light"/>
              <a:buNone/>
              <a:defRPr sz="900">
                <a:latin typeface="Lexend Light"/>
                <a:ea typeface="Lexend Light"/>
                <a:cs typeface="Lexend Light"/>
                <a:sym typeface="Lexend Light"/>
              </a:defRPr>
            </a:lvl4pPr>
            <a:lvl5pPr lvl="4" rtl="0">
              <a:spcBef>
                <a:spcPct val="0"/>
              </a:spcBef>
              <a:spcAft>
                <a:spcPct val="0"/>
              </a:spcAft>
              <a:buSzPts val="900"/>
              <a:buFont typeface="Lexend Light"/>
              <a:buNone/>
              <a:defRPr sz="900">
                <a:latin typeface="Lexend Light"/>
                <a:ea typeface="Lexend Light"/>
                <a:cs typeface="Lexend Light"/>
                <a:sym typeface="Lexend Light"/>
              </a:defRPr>
            </a:lvl5pPr>
            <a:lvl6pPr lvl="5" rtl="0">
              <a:spcBef>
                <a:spcPct val="0"/>
              </a:spcBef>
              <a:spcAft>
                <a:spcPct val="0"/>
              </a:spcAft>
              <a:buSzPts val="900"/>
              <a:buFont typeface="Lexend Light"/>
              <a:buNone/>
              <a:defRPr sz="900">
                <a:latin typeface="Lexend Light"/>
                <a:ea typeface="Lexend Light"/>
                <a:cs typeface="Lexend Light"/>
                <a:sym typeface="Lexend Light"/>
              </a:defRPr>
            </a:lvl6pPr>
            <a:lvl7pPr lvl="6" rtl="0">
              <a:spcBef>
                <a:spcPct val="0"/>
              </a:spcBef>
              <a:spcAft>
                <a:spcPct val="0"/>
              </a:spcAft>
              <a:buSzPts val="900"/>
              <a:buFont typeface="Lexend Light"/>
              <a:buNone/>
              <a:defRPr sz="900">
                <a:latin typeface="Lexend Light"/>
                <a:ea typeface="Lexend Light"/>
                <a:cs typeface="Lexend Light"/>
                <a:sym typeface="Lexend Light"/>
              </a:defRPr>
            </a:lvl7pPr>
            <a:lvl8pPr lvl="7" rtl="0">
              <a:spcBef>
                <a:spcPct val="0"/>
              </a:spcBef>
              <a:spcAft>
                <a:spcPct val="0"/>
              </a:spcAft>
              <a:buSzPts val="900"/>
              <a:buFont typeface="Lexend Light"/>
              <a:buNone/>
              <a:defRPr sz="900">
                <a:latin typeface="Lexend Light"/>
                <a:ea typeface="Lexend Light"/>
                <a:cs typeface="Lexend Light"/>
                <a:sym typeface="Lexend Light"/>
              </a:defRPr>
            </a:lvl8pPr>
            <a:lvl9pPr lvl="8" rtl="0">
              <a:spcBef>
                <a:spcPct val="0"/>
              </a:spcBef>
              <a:spcAft>
                <a:spcPct val="0"/>
              </a:spcAft>
              <a:buSzPts val="900"/>
              <a:buFont typeface="Lexend Light"/>
              <a:buNone/>
              <a:defRPr sz="900">
                <a:latin typeface="Lexend Light"/>
                <a:ea typeface="Lexend Light"/>
                <a:cs typeface="Lexend Light"/>
                <a:sym typeface="Lexend Light"/>
              </a:defRPr>
            </a:lvl9pPr>
          </a:lstStyle>
          <a:p/>
        </p:txBody>
      </p:sp>
      <p:sp>
        <p:nvSpPr>
          <p:cNvPr id="153" name="Google Shape;153;p19"/>
          <p:cNvSpPr txBox="1"/>
          <p:nvPr/>
        </p:nvSpPr>
        <p:spPr>
          <a:xfrm rot="-5400000">
            <a:off x="3494675" y="6716250"/>
            <a:ext cx="7070400" cy="1611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ct val="0"/>
              </a:spcAft>
              <a:buClr>
                <a:schemeClr val="dk1"/>
              </a:buClr>
              <a:buSzPts val="1100"/>
              <a:buFont typeface="Arial"/>
              <a:buNone/>
            </a:pPr>
            <a:r>
              <a:rPr lang="en-GB" sz="900">
                <a:solidFill>
                  <a:srgbClr val="575756"/>
                </a:solidFill>
                <a:latin typeface="Lexend"/>
                <a:ea typeface="Lexend"/>
                <a:cs typeface="Lexend"/>
                <a:sym typeface="Lexend"/>
              </a:rPr>
              <a:t>Licensed on the </a:t>
            </a:r>
            <a:r>
              <a:rPr lang="en-GB" sz="900" u="sng">
                <a:solidFill>
                  <a:srgbClr val="575756"/>
                </a:solidFill>
                <a:latin typeface="Lexend"/>
                <a:ea typeface="Lexend"/>
                <a:cs typeface="Lexend"/>
                <a:sym typeface="Lexend"/>
                <a:hlinkClick r:id="rId4">
                  <a:extLst>
                    <a:ext uri="{A12FA001-AC4F-418D-AE19-62706E023703}">
                      <ahyp:hlinkClr xmlns:ahyp="http://schemas.microsoft.com/office/drawing/2018/hyperlinkcolor" val="tx"/>
                    </a:ext>
                  </a:extLst>
                </a:hlinkClick>
              </a:rPr>
              <a:t>Open Government Licence v3.0</a:t>
            </a:r>
            <a:r>
              <a:rPr lang="en-GB" sz="900">
                <a:solidFill>
                  <a:srgbClr val="575756"/>
                </a:solidFill>
                <a:latin typeface="Lexend"/>
                <a:ea typeface="Lexend"/>
                <a:cs typeface="Lexend"/>
                <a:sym typeface="Lexend"/>
              </a:rPr>
              <a:t>, except where otherwise stated. See </a:t>
            </a:r>
            <a:r>
              <a:rPr lang="en-GB" sz="900" u="sng">
                <a:solidFill>
                  <a:srgbClr val="575756"/>
                </a:solidFill>
                <a:latin typeface="Lexend"/>
                <a:ea typeface="Lexend"/>
                <a:cs typeface="Lexend"/>
                <a:sym typeface="Lexend"/>
                <a:hlinkClick r:id="rId5">
                  <a:extLst>
                    <a:ext uri="{A12FA001-AC4F-418D-AE19-62706E023703}">
                      <ahyp:hlinkClr xmlns:ahyp="http://schemas.microsoft.com/office/drawing/2018/hyperlinkcolor" val="tx"/>
                    </a:ext>
                  </a:extLst>
                </a:hlinkClick>
              </a:rPr>
              <a:t>Oak terms &amp; conditions</a:t>
            </a:r>
            <a:r>
              <a:rPr lang="en-GB" sz="900">
                <a:solidFill>
                  <a:srgbClr val="575756"/>
                </a:solidFill>
                <a:latin typeface="Lexend"/>
                <a:ea typeface="Lexend"/>
                <a:cs typeface="Lexend"/>
                <a:sym typeface="Lexend"/>
              </a:rPr>
              <a:t>.</a:t>
            </a:r>
            <a:endParaRPr sz="900">
              <a:solidFill>
                <a:srgbClr val="575756"/>
              </a:solidFill>
              <a:latin typeface="Lexend"/>
              <a:ea typeface="Lexend"/>
              <a:cs typeface="Lexend"/>
              <a:sym typeface="Lexend"/>
            </a:endParaRPr>
          </a:p>
        </p:txBody>
      </p:sp>
      <p:sp>
        <p:nvSpPr>
          <p:cNvPr id="154" name="Google Shape;154;p19"/>
          <p:cNvSpPr txBox="1"/>
          <p:nvPr/>
        </p:nvSpPr>
        <p:spPr>
          <a:xfrm rot="-5400000">
            <a:off x="4814975" y="8214000"/>
            <a:ext cx="4069800" cy="161100"/>
          </a:xfrm>
          <a:prstGeom prst="rect">
            <a:avLst/>
          </a:prstGeom>
          <a:noFill/>
          <a:ln>
            <a:noFill/>
          </a:ln>
        </p:spPr>
        <p:txBody>
          <a:bodyPr spcFirstLastPara="1" wrap="square" lIns="0" tIns="0" rIns="0" bIns="0" anchor="b" anchorCtr="0">
            <a:noAutofit/>
          </a:bodyPr>
          <a:lstStyle/>
          <a:p>
            <a:pPr marL="0" lvl="0" indent="0" algn="l" rtl="0">
              <a:lnSpc>
                <a:spcPct val="115000"/>
              </a:lnSpc>
              <a:spcBef>
                <a:spcPct val="0"/>
              </a:spcBef>
              <a:spcAft>
                <a:spcPct val="0"/>
              </a:spcAft>
              <a:buClr>
                <a:schemeClr val="dk1"/>
              </a:buClr>
              <a:buSzPts val="1100"/>
              <a:buFont typeface="Arial"/>
              <a:buNone/>
            </a:pPr>
            <a:r>
              <a:rPr lang="en-GB" sz="900" b="1">
                <a:solidFill>
                  <a:srgbClr val="575756"/>
                </a:solidFill>
                <a:latin typeface="Lexend"/>
                <a:ea typeface="Lexend"/>
                <a:cs typeface="Lexend"/>
                <a:sym typeface="Lexend"/>
              </a:rPr>
              <a:t>© Oak National Academy 2024</a:t>
            </a:r>
            <a:r>
              <a:rPr lang="en-GB" sz="900">
                <a:solidFill>
                  <a:srgbClr val="575756"/>
                </a:solidFill>
                <a:latin typeface="Lexend"/>
                <a:ea typeface="Lexend"/>
                <a:cs typeface="Lexend"/>
                <a:sym typeface="Lexend"/>
              </a:rPr>
              <a:t>. Produced in partnership with</a:t>
            </a:r>
            <a:endParaRPr sz="900">
              <a:solidFill>
                <a:srgbClr val="575756"/>
              </a:solidFill>
              <a:latin typeface="Lexend"/>
              <a:ea typeface="Lexend"/>
              <a:cs typeface="Lexend"/>
              <a:sym typeface="Lexend"/>
            </a:endParaRPr>
          </a:p>
        </p:txBody>
      </p:sp>
    </p:spTree>
  </p:cSld>
  <p:clrMapOvr>
    <a:masterClrMapping/>
  </p:clrMapOvr>
  <p:transition/>
  <p:timing/>
  <p:extLst>
    <p:ext uri="{DCECCB84-F9BA-43D5-87BE-67443E8EF086}">
      <p15:sldGuideLst xmlns:p15="http://schemas.microsoft.com/office/powerpoint/2012/main">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guide id="19" orient="horz" pos="6508">
          <p15:clr>
            <a:srgbClr val="E46962"/>
          </p15:clr>
        </p15:guide>
      </p15:sldGuideLst>
    </p:ext>
  </p:extLst>
</p:sldLayout>
</file>

<file path=ppt/slideMasters/_rels/slideMaster1.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slideLayout" Target="../slideLayouts/slideLayout2.xml" /><Relationship Id="rId3" Type="http://schemas.openxmlformats.org/officeDocument/2006/relationships/slideLayout" Target="../slideLayouts/slideLayout3.xml" /><Relationship Id="rId4" Type="http://schemas.openxmlformats.org/officeDocument/2006/relationships/slideLayout" Target="../slideLayouts/slideLayout4.xml" /><Relationship Id="rId5" Type="http://schemas.openxmlformats.org/officeDocument/2006/relationships/slideLayout" Target="../slideLayouts/slideLayout5.xml" /><Relationship Id="rId6" Type="http://schemas.openxmlformats.org/officeDocument/2006/relationships/slideLayout" Target="../slideLayouts/slideLayout6.xml" /><Relationship Id="rId7" Type="http://schemas.openxmlformats.org/officeDocument/2006/relationships/slideLayout" Target="../slideLayouts/slideLayout7.xml" /><Relationship Id="rId8" Type="http://schemas.openxmlformats.org/officeDocument/2006/relationships/theme" Target="../theme/theme1.xml" /></Relationships>
</file>

<file path=ppt/slideMasters/_rels/slideMaster2.xml.rels>&#65279;<?xml version="1.0" encoding="utf-8" standalone="yes"?><Relationships xmlns="http://schemas.openxmlformats.org/package/2006/relationships"><Relationship Id="rId1" Type="http://schemas.openxmlformats.org/officeDocument/2006/relationships/slideLayout" Target="../slideLayouts/slideLayout8.xml" /><Relationship Id="rId10" Type="http://schemas.openxmlformats.org/officeDocument/2006/relationships/slideLayout" Target="../slideLayouts/slideLayout17.xml" /><Relationship Id="rId11" Type="http://schemas.openxmlformats.org/officeDocument/2006/relationships/theme" Target="../theme/theme2.xml" /><Relationship Id="rId2" Type="http://schemas.openxmlformats.org/officeDocument/2006/relationships/slideLayout" Target="../slideLayouts/slideLayout9.xml" /><Relationship Id="rId3" Type="http://schemas.openxmlformats.org/officeDocument/2006/relationships/slideLayout" Target="../slideLayouts/slideLayout10.xml" /><Relationship Id="rId4" Type="http://schemas.openxmlformats.org/officeDocument/2006/relationships/slideLayout" Target="../slideLayouts/slideLayout11.xml" /><Relationship Id="rId5" Type="http://schemas.openxmlformats.org/officeDocument/2006/relationships/slideLayout" Target="../slideLayouts/slideLayout12.xml" /><Relationship Id="rId6" Type="http://schemas.openxmlformats.org/officeDocument/2006/relationships/slideLayout" Target="../slideLayouts/slideLayout13.xml" /><Relationship Id="rId7" Type="http://schemas.openxmlformats.org/officeDocument/2006/relationships/slideLayout" Target="../slideLayouts/slideLayout14.xml" /><Relationship Id="rId8" Type="http://schemas.openxmlformats.org/officeDocument/2006/relationships/slideLayout" Target="../slideLayouts/slideLayout15.xml" /><Relationship Id="rId9" Type="http://schemas.openxmlformats.org/officeDocument/2006/relationships/slideLayout" Target="../slideLayouts/slideLayout16.xml" /></Relationships>
</file>

<file path=ppt/slideMasters/slideMaster1.xml><?xml version="1.0" encoding="utf-8"?>
<p:sldMaster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p:bg>
      <p:bgPr>
        <a:solidFill>
          <a:schemeClr val="lt1"/>
        </a:solidFill>
      </p:bgPr>
    </p:bg>
    <p:spTree>
      <p:nvGrpSpPr>
        <p:cNvPr id="5" name="Shape 5"/>
        <p:cNvGrpSpPr/>
        <p:nvPr/>
      </p:nvGrpSpPr>
      <p:grpSpPr>
        <a:xfrm>
          <a:off x="0" y="0"/>
          <a:ext cx="0" cy="0"/>
        </a:xfrm>
      </p:grpSpPr>
      <p:sp>
        <p:nvSpPr>
          <p:cNvPr id="6" name="Google Shape;6;p1"/>
          <p:cNvSpPr txBox="1"/>
          <p:nvPr>
            <p:ph type="title"/>
          </p:nvPr>
        </p:nvSpPr>
        <p:spPr>
          <a:xfrm>
            <a:off x="257705" y="925091"/>
            <a:ext cx="7044600" cy="11904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ct val="0"/>
              </a:spcBef>
              <a:spcAft>
                <a:spcPct val="0"/>
              </a:spcAft>
              <a:buClr>
                <a:schemeClr val="dk1"/>
              </a:buClr>
              <a:buSzPts val="2200"/>
              <a:buFont typeface="Lexend"/>
              <a:buNone/>
              <a:defRPr sz="2200" b="1" i="0" u="none" strike="noStrike" cap="none">
                <a:solidFill>
                  <a:schemeClr val="dk1"/>
                </a:solidFill>
                <a:latin typeface="Lexend"/>
                <a:ea typeface="Lexend"/>
                <a:cs typeface="Lexend"/>
                <a:sym typeface="Lexend"/>
              </a:defRPr>
            </a:lvl1pPr>
            <a:lvl2pPr marR="0" lvl="1" algn="l" rtl="0">
              <a:lnSpc>
                <a:spcPct val="100000"/>
              </a:lnSpc>
              <a:spcBef>
                <a:spcPct val="0"/>
              </a:spcBef>
              <a:spcAft>
                <a:spcPct val="0"/>
              </a:spcAft>
              <a:buClr>
                <a:schemeClr val="dk1"/>
              </a:buClr>
              <a:buSzPts val="2800"/>
              <a:buFont typeface="Lexend"/>
              <a:buNone/>
              <a:defRPr sz="2800" i="0" u="none" strike="noStrike" cap="none">
                <a:solidFill>
                  <a:schemeClr val="dk1"/>
                </a:solidFill>
                <a:latin typeface="Lexend"/>
                <a:ea typeface="Lexend"/>
                <a:cs typeface="Lexend"/>
                <a:sym typeface="Lexend"/>
              </a:defRPr>
            </a:lvl2pPr>
            <a:lvl3pPr marR="0" lvl="2" algn="l" rtl="0">
              <a:lnSpc>
                <a:spcPct val="100000"/>
              </a:lnSpc>
              <a:spcBef>
                <a:spcPct val="0"/>
              </a:spcBef>
              <a:spcAft>
                <a:spcPct val="0"/>
              </a:spcAft>
              <a:buClr>
                <a:schemeClr val="dk1"/>
              </a:buClr>
              <a:buSzPts val="2800"/>
              <a:buFont typeface="Lexend"/>
              <a:buNone/>
              <a:defRPr sz="2800" i="0" u="none" strike="noStrike" cap="none">
                <a:solidFill>
                  <a:schemeClr val="dk1"/>
                </a:solidFill>
                <a:latin typeface="Lexend"/>
                <a:ea typeface="Lexend"/>
                <a:cs typeface="Lexend"/>
                <a:sym typeface="Lexend"/>
              </a:defRPr>
            </a:lvl3pPr>
            <a:lvl4pPr marR="0" lvl="3" algn="l" rtl="0">
              <a:lnSpc>
                <a:spcPct val="100000"/>
              </a:lnSpc>
              <a:spcBef>
                <a:spcPct val="0"/>
              </a:spcBef>
              <a:spcAft>
                <a:spcPct val="0"/>
              </a:spcAft>
              <a:buClr>
                <a:schemeClr val="dk1"/>
              </a:buClr>
              <a:buSzPts val="2800"/>
              <a:buFont typeface="Lexend"/>
              <a:buNone/>
              <a:defRPr sz="2800" i="0" u="none" strike="noStrike" cap="none">
                <a:solidFill>
                  <a:schemeClr val="dk1"/>
                </a:solidFill>
                <a:latin typeface="Lexend"/>
                <a:ea typeface="Lexend"/>
                <a:cs typeface="Lexend"/>
                <a:sym typeface="Lexend"/>
              </a:defRPr>
            </a:lvl4pPr>
            <a:lvl5pPr marR="0" lvl="4" algn="l" rtl="0">
              <a:lnSpc>
                <a:spcPct val="100000"/>
              </a:lnSpc>
              <a:spcBef>
                <a:spcPct val="0"/>
              </a:spcBef>
              <a:spcAft>
                <a:spcPct val="0"/>
              </a:spcAft>
              <a:buClr>
                <a:schemeClr val="dk1"/>
              </a:buClr>
              <a:buSzPts val="2800"/>
              <a:buFont typeface="Lexend"/>
              <a:buNone/>
              <a:defRPr sz="2800" i="0" u="none" strike="noStrike" cap="none">
                <a:solidFill>
                  <a:schemeClr val="dk1"/>
                </a:solidFill>
                <a:latin typeface="Lexend"/>
                <a:ea typeface="Lexend"/>
                <a:cs typeface="Lexend"/>
                <a:sym typeface="Lexend"/>
              </a:defRPr>
            </a:lvl5pPr>
            <a:lvl6pPr marR="0" lvl="5" algn="l" rtl="0">
              <a:lnSpc>
                <a:spcPct val="100000"/>
              </a:lnSpc>
              <a:spcBef>
                <a:spcPct val="0"/>
              </a:spcBef>
              <a:spcAft>
                <a:spcPct val="0"/>
              </a:spcAft>
              <a:buClr>
                <a:schemeClr val="dk1"/>
              </a:buClr>
              <a:buSzPts val="2800"/>
              <a:buFont typeface="Lexend"/>
              <a:buNone/>
              <a:defRPr sz="2800" i="0" u="none" strike="noStrike" cap="none">
                <a:solidFill>
                  <a:schemeClr val="dk1"/>
                </a:solidFill>
                <a:latin typeface="Lexend"/>
                <a:ea typeface="Lexend"/>
                <a:cs typeface="Lexend"/>
                <a:sym typeface="Lexend"/>
              </a:defRPr>
            </a:lvl6pPr>
            <a:lvl7pPr marR="0" lvl="6" algn="l" rtl="0">
              <a:lnSpc>
                <a:spcPct val="100000"/>
              </a:lnSpc>
              <a:spcBef>
                <a:spcPct val="0"/>
              </a:spcBef>
              <a:spcAft>
                <a:spcPct val="0"/>
              </a:spcAft>
              <a:buClr>
                <a:schemeClr val="dk1"/>
              </a:buClr>
              <a:buSzPts val="2800"/>
              <a:buFont typeface="Lexend"/>
              <a:buNone/>
              <a:defRPr sz="2800" i="0" u="none" strike="noStrike" cap="none">
                <a:solidFill>
                  <a:schemeClr val="dk1"/>
                </a:solidFill>
                <a:latin typeface="Lexend"/>
                <a:ea typeface="Lexend"/>
                <a:cs typeface="Lexend"/>
                <a:sym typeface="Lexend"/>
              </a:defRPr>
            </a:lvl7pPr>
            <a:lvl8pPr marR="0" lvl="7" algn="l" rtl="0">
              <a:lnSpc>
                <a:spcPct val="100000"/>
              </a:lnSpc>
              <a:spcBef>
                <a:spcPct val="0"/>
              </a:spcBef>
              <a:spcAft>
                <a:spcPct val="0"/>
              </a:spcAft>
              <a:buClr>
                <a:schemeClr val="dk1"/>
              </a:buClr>
              <a:buSzPts val="2800"/>
              <a:buFont typeface="Lexend"/>
              <a:buNone/>
              <a:defRPr sz="2800" i="0" u="none" strike="noStrike" cap="none">
                <a:solidFill>
                  <a:schemeClr val="dk1"/>
                </a:solidFill>
                <a:latin typeface="Lexend"/>
                <a:ea typeface="Lexend"/>
                <a:cs typeface="Lexend"/>
                <a:sym typeface="Lexend"/>
              </a:defRPr>
            </a:lvl8pPr>
            <a:lvl9pPr marR="0" lvl="8" algn="l" rtl="0">
              <a:lnSpc>
                <a:spcPct val="100000"/>
              </a:lnSpc>
              <a:spcBef>
                <a:spcPct val="0"/>
              </a:spcBef>
              <a:spcAft>
                <a:spcPct val="0"/>
              </a:spcAft>
              <a:buClr>
                <a:schemeClr val="dk1"/>
              </a:buClr>
              <a:buSzPts val="2800"/>
              <a:buFont typeface="Lexend"/>
              <a:buNone/>
              <a:defRPr sz="2800" i="0" u="none" strike="noStrike" cap="none">
                <a:solidFill>
                  <a:schemeClr val="dk1"/>
                </a:solidFill>
                <a:latin typeface="Lexend"/>
                <a:ea typeface="Lexend"/>
                <a:cs typeface="Lexend"/>
                <a:sym typeface="Lexend"/>
              </a:defRPr>
            </a:lvl9pPr>
          </a:lstStyle>
          <a:p/>
        </p:txBody>
      </p:sp>
      <p:sp>
        <p:nvSpPr>
          <p:cNvPr id="7" name="Google Shape;7;p1"/>
          <p:cNvSpPr txBox="1"/>
          <p:nvPr>
            <p:ph type="body" idx="1"/>
          </p:nvPr>
        </p:nvSpPr>
        <p:spPr>
          <a:xfrm>
            <a:off x="257705" y="2395696"/>
            <a:ext cx="7044600" cy="7101900"/>
          </a:xfrm>
          <a:prstGeom prst="rect">
            <a:avLst/>
          </a:prstGeom>
          <a:noFill/>
          <a:ln>
            <a:noFill/>
          </a:ln>
        </p:spPr>
        <p:txBody>
          <a:bodyPr spcFirstLastPara="1" wrap="square" lIns="0" tIns="0" rIns="0" bIns="0" anchor="t" anchorCtr="0">
            <a:normAutofit/>
          </a:bodyPr>
          <a:lstStyle>
            <a:lvl1pPr marL="457200" marR="0" lvl="0" indent="-342900" algn="l" rtl="0">
              <a:lnSpc>
                <a:spcPct val="115000"/>
              </a:lnSpc>
              <a:spcBef>
                <a:spcPct val="0"/>
              </a:spcBef>
              <a:spcAft>
                <a:spcPct val="0"/>
              </a:spcAft>
              <a:buClr>
                <a:schemeClr val="dk2"/>
              </a:buClr>
              <a:buSzPts val="1800"/>
              <a:buFont typeface="Lexend"/>
              <a:buChar char="●"/>
              <a:defRPr sz="1800" i="0" u="none" strike="noStrike" cap="none">
                <a:solidFill>
                  <a:schemeClr val="dk2"/>
                </a:solidFill>
                <a:latin typeface="Lexend"/>
                <a:ea typeface="Lexend"/>
                <a:cs typeface="Lexend"/>
                <a:sym typeface="Lexend"/>
              </a:defRPr>
            </a:lvl1pPr>
            <a:lvl2pPr marL="914400" marR="0" lvl="1" indent="-317500" algn="l" rtl="0">
              <a:lnSpc>
                <a:spcPct val="115000"/>
              </a:lnSpc>
              <a:spcBef>
                <a:spcPct val="0"/>
              </a:spcBef>
              <a:spcAft>
                <a:spcPct val="0"/>
              </a:spcAft>
              <a:buClr>
                <a:schemeClr val="dk2"/>
              </a:buClr>
              <a:buSzPts val="1400"/>
              <a:buFont typeface="Lexend"/>
              <a:buChar char="○"/>
              <a:defRPr sz="1400" i="0" u="none" strike="noStrike" cap="none">
                <a:solidFill>
                  <a:schemeClr val="dk2"/>
                </a:solidFill>
                <a:latin typeface="Lexend"/>
                <a:ea typeface="Lexend"/>
                <a:cs typeface="Lexend"/>
                <a:sym typeface="Lexend"/>
              </a:defRPr>
            </a:lvl2pPr>
            <a:lvl3pPr marL="1371600" marR="0" lvl="2" indent="-317500" algn="l" rtl="0">
              <a:lnSpc>
                <a:spcPct val="115000"/>
              </a:lnSpc>
              <a:spcBef>
                <a:spcPct val="0"/>
              </a:spcBef>
              <a:spcAft>
                <a:spcPct val="0"/>
              </a:spcAft>
              <a:buClr>
                <a:schemeClr val="dk2"/>
              </a:buClr>
              <a:buSzPts val="1400"/>
              <a:buFont typeface="Lexend"/>
              <a:buChar char="■"/>
              <a:defRPr sz="1400" i="0" u="none" strike="noStrike" cap="none">
                <a:solidFill>
                  <a:schemeClr val="dk2"/>
                </a:solidFill>
                <a:latin typeface="Lexend"/>
                <a:ea typeface="Lexend"/>
                <a:cs typeface="Lexend"/>
                <a:sym typeface="Lexend"/>
              </a:defRPr>
            </a:lvl3pPr>
            <a:lvl4pPr marL="1828800" marR="0" lvl="3" indent="-317500" algn="l" rtl="0">
              <a:lnSpc>
                <a:spcPct val="115000"/>
              </a:lnSpc>
              <a:spcBef>
                <a:spcPct val="0"/>
              </a:spcBef>
              <a:spcAft>
                <a:spcPct val="0"/>
              </a:spcAft>
              <a:buClr>
                <a:schemeClr val="dk2"/>
              </a:buClr>
              <a:buSzPts val="1400"/>
              <a:buFont typeface="Lexend"/>
              <a:buChar char="●"/>
              <a:defRPr sz="1400" i="0" u="none" strike="noStrike" cap="none">
                <a:solidFill>
                  <a:schemeClr val="dk2"/>
                </a:solidFill>
                <a:latin typeface="Lexend"/>
                <a:ea typeface="Lexend"/>
                <a:cs typeface="Lexend"/>
                <a:sym typeface="Lexend"/>
              </a:defRPr>
            </a:lvl4pPr>
            <a:lvl5pPr marL="2286000" marR="0" lvl="4" indent="-317500" algn="l" rtl="0">
              <a:lnSpc>
                <a:spcPct val="115000"/>
              </a:lnSpc>
              <a:spcBef>
                <a:spcPct val="0"/>
              </a:spcBef>
              <a:spcAft>
                <a:spcPct val="0"/>
              </a:spcAft>
              <a:buClr>
                <a:schemeClr val="dk2"/>
              </a:buClr>
              <a:buSzPts val="1400"/>
              <a:buFont typeface="Lexend"/>
              <a:buChar char="○"/>
              <a:defRPr sz="1400" i="0" u="none" strike="noStrike" cap="none">
                <a:solidFill>
                  <a:schemeClr val="dk2"/>
                </a:solidFill>
                <a:latin typeface="Lexend"/>
                <a:ea typeface="Lexend"/>
                <a:cs typeface="Lexend"/>
                <a:sym typeface="Lexend"/>
              </a:defRPr>
            </a:lvl5pPr>
            <a:lvl6pPr marL="2743200" marR="0" lvl="5" indent="-317500" algn="l" rtl="0">
              <a:lnSpc>
                <a:spcPct val="115000"/>
              </a:lnSpc>
              <a:spcBef>
                <a:spcPct val="0"/>
              </a:spcBef>
              <a:spcAft>
                <a:spcPct val="0"/>
              </a:spcAft>
              <a:buClr>
                <a:schemeClr val="dk2"/>
              </a:buClr>
              <a:buSzPts val="1400"/>
              <a:buFont typeface="Lexend"/>
              <a:buChar char="■"/>
              <a:defRPr sz="1400" i="0" u="none" strike="noStrike" cap="none">
                <a:solidFill>
                  <a:schemeClr val="dk2"/>
                </a:solidFill>
                <a:latin typeface="Lexend"/>
                <a:ea typeface="Lexend"/>
                <a:cs typeface="Lexend"/>
                <a:sym typeface="Lexend"/>
              </a:defRPr>
            </a:lvl6pPr>
            <a:lvl7pPr marL="3200400" marR="0" lvl="6" indent="-317500" algn="l" rtl="0">
              <a:lnSpc>
                <a:spcPct val="115000"/>
              </a:lnSpc>
              <a:spcBef>
                <a:spcPct val="0"/>
              </a:spcBef>
              <a:spcAft>
                <a:spcPct val="0"/>
              </a:spcAft>
              <a:buClr>
                <a:schemeClr val="dk2"/>
              </a:buClr>
              <a:buSzPts val="1400"/>
              <a:buFont typeface="Lexend"/>
              <a:buChar char="●"/>
              <a:defRPr sz="1400" i="0" u="none" strike="noStrike" cap="none">
                <a:solidFill>
                  <a:schemeClr val="dk2"/>
                </a:solidFill>
                <a:latin typeface="Lexend"/>
                <a:ea typeface="Lexend"/>
                <a:cs typeface="Lexend"/>
                <a:sym typeface="Lexend"/>
              </a:defRPr>
            </a:lvl7pPr>
            <a:lvl8pPr marL="3657600" marR="0" lvl="7" indent="-317500" algn="l" rtl="0">
              <a:lnSpc>
                <a:spcPct val="115000"/>
              </a:lnSpc>
              <a:spcBef>
                <a:spcPct val="0"/>
              </a:spcBef>
              <a:spcAft>
                <a:spcPct val="0"/>
              </a:spcAft>
              <a:buClr>
                <a:schemeClr val="dk2"/>
              </a:buClr>
              <a:buSzPts val="1400"/>
              <a:buFont typeface="Lexend"/>
              <a:buChar char="○"/>
              <a:defRPr sz="1400" i="0" u="none" strike="noStrike" cap="none">
                <a:solidFill>
                  <a:schemeClr val="dk2"/>
                </a:solidFill>
                <a:latin typeface="Lexend"/>
                <a:ea typeface="Lexend"/>
                <a:cs typeface="Lexend"/>
                <a:sym typeface="Lexend"/>
              </a:defRPr>
            </a:lvl8pPr>
            <a:lvl9pPr marL="4114800" marR="0" lvl="8" indent="-317500" algn="l" rtl="0">
              <a:lnSpc>
                <a:spcPct val="115000"/>
              </a:lnSpc>
              <a:spcBef>
                <a:spcPct val="0"/>
              </a:spcBef>
              <a:spcAft>
                <a:spcPct val="0"/>
              </a:spcAft>
              <a:buClr>
                <a:schemeClr val="dk2"/>
              </a:buClr>
              <a:buSzPts val="1400"/>
              <a:buFont typeface="Kalam"/>
              <a:buChar char="■"/>
              <a:defRPr sz="1400" i="0" u="none" strike="noStrike" cap="none">
                <a:solidFill>
                  <a:schemeClr val="dk2"/>
                </a:solidFill>
                <a:latin typeface="Kalam"/>
                <a:ea typeface="Kalam"/>
                <a:cs typeface="Kalam"/>
                <a:sym typeface="Kalam"/>
              </a:defRPr>
            </a:lvl9pPr>
          </a:lstStyle>
          <a:p/>
        </p:txBody>
      </p:sp>
      <p:sp>
        <p:nvSpPr>
          <p:cNvPr id="8" name="Google Shape;8;p1"/>
          <p:cNvSpPr txBox="1"/>
          <p:nvPr>
            <p:ph type="sldNum" idx="12"/>
          </p:nvPr>
        </p:nvSpPr>
        <p:spPr>
          <a:xfrm>
            <a:off x="7004788" y="9693616"/>
            <a:ext cx="453600" cy="8181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ct val="0"/>
              </a:spcBef>
              <a:spcAft>
                <a:spcPct val="0"/>
              </a:spcAft>
              <a:buClr>
                <a:srgbClr val="000000"/>
              </a:buClr>
              <a:buSzPts val="1000"/>
              <a:buFont typeface="Arial"/>
              <a:buNone/>
              <a:defRPr sz="1000" i="0" u="none" strike="noStrike" cap="none">
                <a:solidFill>
                  <a:schemeClr val="dk2"/>
                </a:solidFill>
                <a:latin typeface="Lexend"/>
                <a:ea typeface="Lexend"/>
                <a:cs typeface="Lexend"/>
                <a:sym typeface="Lexend"/>
              </a:defRPr>
            </a:lvl1pPr>
            <a:lvl2pPr marL="0" marR="0" lvl="1" indent="0" algn="r" rtl="0">
              <a:lnSpc>
                <a:spcPct val="100000"/>
              </a:lnSpc>
              <a:spcBef>
                <a:spcPct val="0"/>
              </a:spcBef>
              <a:spcAft>
                <a:spcPct val="0"/>
              </a:spcAft>
              <a:buClr>
                <a:srgbClr val="000000"/>
              </a:buClr>
              <a:buSzPts val="1000"/>
              <a:buFont typeface="Arial"/>
              <a:buNone/>
              <a:defRPr sz="1000" i="0" u="none" strike="noStrike" cap="none">
                <a:solidFill>
                  <a:schemeClr val="dk2"/>
                </a:solidFill>
                <a:latin typeface="Lexend"/>
                <a:ea typeface="Lexend"/>
                <a:cs typeface="Lexend"/>
                <a:sym typeface="Lexend"/>
              </a:defRPr>
            </a:lvl2pPr>
            <a:lvl3pPr marL="0" marR="0" lvl="2" indent="0" algn="r" rtl="0">
              <a:lnSpc>
                <a:spcPct val="100000"/>
              </a:lnSpc>
              <a:spcBef>
                <a:spcPct val="0"/>
              </a:spcBef>
              <a:spcAft>
                <a:spcPct val="0"/>
              </a:spcAft>
              <a:buClr>
                <a:srgbClr val="000000"/>
              </a:buClr>
              <a:buSzPts val="1000"/>
              <a:buFont typeface="Arial"/>
              <a:buNone/>
              <a:defRPr sz="1000" i="0" u="none" strike="noStrike" cap="none">
                <a:solidFill>
                  <a:schemeClr val="dk2"/>
                </a:solidFill>
                <a:latin typeface="Lexend"/>
                <a:ea typeface="Lexend"/>
                <a:cs typeface="Lexend"/>
                <a:sym typeface="Lexend"/>
              </a:defRPr>
            </a:lvl3pPr>
            <a:lvl4pPr marL="0" marR="0" lvl="3" indent="0" algn="r" rtl="0">
              <a:lnSpc>
                <a:spcPct val="100000"/>
              </a:lnSpc>
              <a:spcBef>
                <a:spcPct val="0"/>
              </a:spcBef>
              <a:spcAft>
                <a:spcPct val="0"/>
              </a:spcAft>
              <a:buClr>
                <a:srgbClr val="000000"/>
              </a:buClr>
              <a:buSzPts val="1000"/>
              <a:buFont typeface="Arial"/>
              <a:buNone/>
              <a:defRPr sz="1000" i="0" u="none" strike="noStrike" cap="none">
                <a:solidFill>
                  <a:schemeClr val="dk2"/>
                </a:solidFill>
                <a:latin typeface="Lexend"/>
                <a:ea typeface="Lexend"/>
                <a:cs typeface="Lexend"/>
                <a:sym typeface="Lexend"/>
              </a:defRPr>
            </a:lvl4pPr>
            <a:lvl5pPr marL="0" marR="0" lvl="4" indent="0" algn="r" rtl="0">
              <a:lnSpc>
                <a:spcPct val="100000"/>
              </a:lnSpc>
              <a:spcBef>
                <a:spcPct val="0"/>
              </a:spcBef>
              <a:spcAft>
                <a:spcPct val="0"/>
              </a:spcAft>
              <a:buClr>
                <a:srgbClr val="000000"/>
              </a:buClr>
              <a:buSzPts val="1000"/>
              <a:buFont typeface="Arial"/>
              <a:buNone/>
              <a:defRPr sz="1000" i="0" u="none" strike="noStrike" cap="none">
                <a:solidFill>
                  <a:schemeClr val="dk2"/>
                </a:solidFill>
                <a:latin typeface="Lexend"/>
                <a:ea typeface="Lexend"/>
                <a:cs typeface="Lexend"/>
                <a:sym typeface="Lexend"/>
              </a:defRPr>
            </a:lvl5pPr>
            <a:lvl6pPr marL="0" marR="0" lvl="5" indent="0" algn="r" rtl="0">
              <a:lnSpc>
                <a:spcPct val="100000"/>
              </a:lnSpc>
              <a:spcBef>
                <a:spcPct val="0"/>
              </a:spcBef>
              <a:spcAft>
                <a:spcPct val="0"/>
              </a:spcAft>
              <a:buClr>
                <a:srgbClr val="000000"/>
              </a:buClr>
              <a:buSzPts val="1000"/>
              <a:buFont typeface="Arial"/>
              <a:buNone/>
              <a:defRPr sz="1000" i="0" u="none" strike="noStrike" cap="none">
                <a:solidFill>
                  <a:schemeClr val="dk2"/>
                </a:solidFill>
                <a:latin typeface="Lexend"/>
                <a:ea typeface="Lexend"/>
                <a:cs typeface="Lexend"/>
                <a:sym typeface="Lexend"/>
              </a:defRPr>
            </a:lvl6pPr>
            <a:lvl7pPr marL="0" marR="0" lvl="6" indent="0" algn="r" rtl="0">
              <a:lnSpc>
                <a:spcPct val="100000"/>
              </a:lnSpc>
              <a:spcBef>
                <a:spcPct val="0"/>
              </a:spcBef>
              <a:spcAft>
                <a:spcPct val="0"/>
              </a:spcAft>
              <a:buClr>
                <a:srgbClr val="000000"/>
              </a:buClr>
              <a:buSzPts val="1000"/>
              <a:buFont typeface="Arial"/>
              <a:buNone/>
              <a:defRPr sz="1000" i="0" u="none" strike="noStrike" cap="none">
                <a:solidFill>
                  <a:schemeClr val="dk2"/>
                </a:solidFill>
                <a:latin typeface="Lexend"/>
                <a:ea typeface="Lexend"/>
                <a:cs typeface="Lexend"/>
                <a:sym typeface="Lexend"/>
              </a:defRPr>
            </a:lvl7pPr>
            <a:lvl8pPr marL="0" marR="0" lvl="7" indent="0" algn="r" rtl="0">
              <a:lnSpc>
                <a:spcPct val="100000"/>
              </a:lnSpc>
              <a:spcBef>
                <a:spcPct val="0"/>
              </a:spcBef>
              <a:spcAft>
                <a:spcPct val="0"/>
              </a:spcAft>
              <a:buClr>
                <a:srgbClr val="000000"/>
              </a:buClr>
              <a:buSzPts val="1000"/>
              <a:buFont typeface="Arial"/>
              <a:buNone/>
              <a:defRPr sz="1000" i="0" u="none" strike="noStrike" cap="none">
                <a:solidFill>
                  <a:schemeClr val="dk2"/>
                </a:solidFill>
                <a:latin typeface="Lexend"/>
                <a:ea typeface="Lexend"/>
                <a:cs typeface="Lexend"/>
                <a:sym typeface="Lexend"/>
              </a:defRPr>
            </a:lvl8pPr>
            <a:lvl9pPr marL="0" marR="0" lvl="8" indent="0" algn="r" rtl="0">
              <a:lnSpc>
                <a:spcPct val="100000"/>
              </a:lnSpc>
              <a:spcBef>
                <a:spcPct val="0"/>
              </a:spcBef>
              <a:spcAft>
                <a:spcPct val="0"/>
              </a:spcAft>
              <a:buClr>
                <a:srgbClr val="000000"/>
              </a:buClr>
              <a:buSzPts val="1000"/>
              <a:buFont typeface="Arial"/>
              <a:buNone/>
              <a:defRPr sz="1000" i="0" u="none" strike="noStrike" cap="none">
                <a:solidFill>
                  <a:schemeClr val="dk2"/>
                </a:solidFill>
                <a:latin typeface="Lexend"/>
                <a:ea typeface="Lexend"/>
                <a:cs typeface="Lexend"/>
                <a:sym typeface="Lexend"/>
              </a:defRPr>
            </a:lvl9pPr>
          </a:lstStyle>
          <a:p>
            <a:pPr marL="0" lvl="0" indent="0" algn="r" rtl="0">
              <a:spcBef>
                <a:spcPct val="0"/>
              </a:spcBef>
              <a:spcAft>
                <a:spcPct val="0"/>
              </a:spcAft>
              <a:buNone/>
            </a:pPr>
            <a:fld id="{00000000-1234-1234-1234-123412341234}" type="slidenum">
              <a:rPr lang="en-GB"/>
              <a:t>0</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Lst>
  <p:transition/>
  <p:timing/>
  <p:txStyles>
    <p:titleStyle>
      <a:defPPr marR="0" lvl="0" algn="l" rtl="0">
        <a:lnSpc>
          <a:spcPct val="100000"/>
        </a:lnSpc>
        <a:spcBef>
          <a:spcPct val="0"/>
        </a:spcBef>
        <a:spcAft>
          <a:spcPct val="0"/>
        </a:spcAft>
      </a:defPPr>
      <a:lvl1pPr marR="0" lvl="0"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ct val="0"/>
        </a:spcBef>
        <a:spcAft>
          <a:spcPct val="0"/>
        </a:spcAft>
      </a:defPPr>
      <a:lvl1pPr marR="0" lvl="0"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ct val="0"/>
        </a:spcBef>
        <a:spcAft>
          <a:spcPct val="0"/>
        </a:spcAft>
      </a:defPPr>
      <a:lvl1pPr marR="0" lvl="0"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p:bg>
      <p:bgPr>
        <a:solidFill>
          <a:schemeClr val="lt1"/>
        </a:solidFill>
      </p:bgPr>
    </p:bg>
    <p:spTree>
      <p:nvGrpSpPr>
        <p:cNvPr id="62" name="Shape 62"/>
        <p:cNvGrpSpPr/>
        <p:nvPr/>
      </p:nvGrpSpPr>
      <p:grpSpPr>
        <a:xfrm>
          <a:off x="0" y="0"/>
          <a:ext cx="0" cy="0"/>
        </a:xfrm>
      </p:grpSpPr>
      <p:sp>
        <p:nvSpPr>
          <p:cNvPr id="63" name="Google Shape;63;p9"/>
          <p:cNvSpPr txBox="1"/>
          <p:nvPr>
            <p:ph type="title"/>
          </p:nvPr>
        </p:nvSpPr>
        <p:spPr>
          <a:xfrm>
            <a:off x="257705" y="925091"/>
            <a:ext cx="7044600" cy="11904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ct val="0"/>
              </a:spcBef>
              <a:spcAft>
                <a:spcPct val="0"/>
              </a:spcAft>
              <a:buClr>
                <a:schemeClr val="dk1"/>
              </a:buClr>
              <a:buSzPts val="2200"/>
              <a:buFont typeface="Lexend"/>
              <a:buNone/>
              <a:defRPr sz="2200" b="1" i="0" u="none" strike="noStrike" cap="none">
                <a:solidFill>
                  <a:schemeClr val="dk1"/>
                </a:solidFill>
                <a:latin typeface="Lexend"/>
                <a:ea typeface="Lexend"/>
                <a:cs typeface="Lexend"/>
                <a:sym typeface="Lexend"/>
              </a:defRPr>
            </a:lvl1pPr>
            <a:lvl2pPr marR="0" lvl="1" algn="l" rtl="0">
              <a:lnSpc>
                <a:spcPct val="100000"/>
              </a:lnSpc>
              <a:spcBef>
                <a:spcPct val="0"/>
              </a:spcBef>
              <a:spcAft>
                <a:spcPct val="0"/>
              </a:spcAft>
              <a:buClr>
                <a:schemeClr val="dk1"/>
              </a:buClr>
              <a:buSzPts val="2800"/>
              <a:buFont typeface="Lexend"/>
              <a:buNone/>
              <a:defRPr sz="2800" i="0" u="none" strike="noStrike" cap="none">
                <a:solidFill>
                  <a:schemeClr val="dk1"/>
                </a:solidFill>
                <a:latin typeface="Lexend"/>
                <a:ea typeface="Lexend"/>
                <a:cs typeface="Lexend"/>
                <a:sym typeface="Lexend"/>
              </a:defRPr>
            </a:lvl2pPr>
            <a:lvl3pPr marR="0" lvl="2" algn="l" rtl="0">
              <a:lnSpc>
                <a:spcPct val="100000"/>
              </a:lnSpc>
              <a:spcBef>
                <a:spcPct val="0"/>
              </a:spcBef>
              <a:spcAft>
                <a:spcPct val="0"/>
              </a:spcAft>
              <a:buClr>
                <a:schemeClr val="dk1"/>
              </a:buClr>
              <a:buSzPts val="2800"/>
              <a:buFont typeface="Lexend"/>
              <a:buNone/>
              <a:defRPr sz="2800" i="0" u="none" strike="noStrike" cap="none">
                <a:solidFill>
                  <a:schemeClr val="dk1"/>
                </a:solidFill>
                <a:latin typeface="Lexend"/>
                <a:ea typeface="Lexend"/>
                <a:cs typeface="Lexend"/>
                <a:sym typeface="Lexend"/>
              </a:defRPr>
            </a:lvl3pPr>
            <a:lvl4pPr marR="0" lvl="3" algn="l" rtl="0">
              <a:lnSpc>
                <a:spcPct val="100000"/>
              </a:lnSpc>
              <a:spcBef>
                <a:spcPct val="0"/>
              </a:spcBef>
              <a:spcAft>
                <a:spcPct val="0"/>
              </a:spcAft>
              <a:buClr>
                <a:schemeClr val="dk1"/>
              </a:buClr>
              <a:buSzPts val="2800"/>
              <a:buFont typeface="Lexend"/>
              <a:buNone/>
              <a:defRPr sz="2800" i="0" u="none" strike="noStrike" cap="none">
                <a:solidFill>
                  <a:schemeClr val="dk1"/>
                </a:solidFill>
                <a:latin typeface="Lexend"/>
                <a:ea typeface="Lexend"/>
                <a:cs typeface="Lexend"/>
                <a:sym typeface="Lexend"/>
              </a:defRPr>
            </a:lvl4pPr>
            <a:lvl5pPr marR="0" lvl="4" algn="l" rtl="0">
              <a:lnSpc>
                <a:spcPct val="100000"/>
              </a:lnSpc>
              <a:spcBef>
                <a:spcPct val="0"/>
              </a:spcBef>
              <a:spcAft>
                <a:spcPct val="0"/>
              </a:spcAft>
              <a:buClr>
                <a:schemeClr val="dk1"/>
              </a:buClr>
              <a:buSzPts val="2800"/>
              <a:buFont typeface="Lexend"/>
              <a:buNone/>
              <a:defRPr sz="2800" i="0" u="none" strike="noStrike" cap="none">
                <a:solidFill>
                  <a:schemeClr val="dk1"/>
                </a:solidFill>
                <a:latin typeface="Lexend"/>
                <a:ea typeface="Lexend"/>
                <a:cs typeface="Lexend"/>
                <a:sym typeface="Lexend"/>
              </a:defRPr>
            </a:lvl5pPr>
            <a:lvl6pPr marR="0" lvl="5" algn="l" rtl="0">
              <a:lnSpc>
                <a:spcPct val="100000"/>
              </a:lnSpc>
              <a:spcBef>
                <a:spcPct val="0"/>
              </a:spcBef>
              <a:spcAft>
                <a:spcPct val="0"/>
              </a:spcAft>
              <a:buClr>
                <a:schemeClr val="dk1"/>
              </a:buClr>
              <a:buSzPts val="2800"/>
              <a:buFont typeface="Lexend"/>
              <a:buNone/>
              <a:defRPr sz="2800" i="0" u="none" strike="noStrike" cap="none">
                <a:solidFill>
                  <a:schemeClr val="dk1"/>
                </a:solidFill>
                <a:latin typeface="Lexend"/>
                <a:ea typeface="Lexend"/>
                <a:cs typeface="Lexend"/>
                <a:sym typeface="Lexend"/>
              </a:defRPr>
            </a:lvl6pPr>
            <a:lvl7pPr marR="0" lvl="6" algn="l" rtl="0">
              <a:lnSpc>
                <a:spcPct val="100000"/>
              </a:lnSpc>
              <a:spcBef>
                <a:spcPct val="0"/>
              </a:spcBef>
              <a:spcAft>
                <a:spcPct val="0"/>
              </a:spcAft>
              <a:buClr>
                <a:schemeClr val="dk1"/>
              </a:buClr>
              <a:buSzPts val="2800"/>
              <a:buFont typeface="Lexend"/>
              <a:buNone/>
              <a:defRPr sz="2800" i="0" u="none" strike="noStrike" cap="none">
                <a:solidFill>
                  <a:schemeClr val="dk1"/>
                </a:solidFill>
                <a:latin typeface="Lexend"/>
                <a:ea typeface="Lexend"/>
                <a:cs typeface="Lexend"/>
                <a:sym typeface="Lexend"/>
              </a:defRPr>
            </a:lvl7pPr>
            <a:lvl8pPr marR="0" lvl="7" algn="l" rtl="0">
              <a:lnSpc>
                <a:spcPct val="100000"/>
              </a:lnSpc>
              <a:spcBef>
                <a:spcPct val="0"/>
              </a:spcBef>
              <a:spcAft>
                <a:spcPct val="0"/>
              </a:spcAft>
              <a:buClr>
                <a:schemeClr val="dk1"/>
              </a:buClr>
              <a:buSzPts val="2800"/>
              <a:buFont typeface="Lexend"/>
              <a:buNone/>
              <a:defRPr sz="2800" i="0" u="none" strike="noStrike" cap="none">
                <a:solidFill>
                  <a:schemeClr val="dk1"/>
                </a:solidFill>
                <a:latin typeface="Lexend"/>
                <a:ea typeface="Lexend"/>
                <a:cs typeface="Lexend"/>
                <a:sym typeface="Lexend"/>
              </a:defRPr>
            </a:lvl8pPr>
            <a:lvl9pPr marR="0" lvl="8" algn="l" rtl="0">
              <a:lnSpc>
                <a:spcPct val="100000"/>
              </a:lnSpc>
              <a:spcBef>
                <a:spcPct val="0"/>
              </a:spcBef>
              <a:spcAft>
                <a:spcPct val="0"/>
              </a:spcAft>
              <a:buClr>
                <a:schemeClr val="dk1"/>
              </a:buClr>
              <a:buSzPts val="2800"/>
              <a:buFont typeface="Lexend"/>
              <a:buNone/>
              <a:defRPr sz="2800" i="0" u="none" strike="noStrike" cap="none">
                <a:solidFill>
                  <a:schemeClr val="dk1"/>
                </a:solidFill>
                <a:latin typeface="Lexend"/>
                <a:ea typeface="Lexend"/>
                <a:cs typeface="Lexend"/>
                <a:sym typeface="Lexend"/>
              </a:defRPr>
            </a:lvl9pPr>
          </a:lstStyle>
          <a:p/>
        </p:txBody>
      </p:sp>
      <p:sp>
        <p:nvSpPr>
          <p:cNvPr id="64" name="Google Shape;64;p9"/>
          <p:cNvSpPr txBox="1"/>
          <p:nvPr>
            <p:ph type="body" idx="1"/>
          </p:nvPr>
        </p:nvSpPr>
        <p:spPr>
          <a:xfrm>
            <a:off x="257705" y="2395696"/>
            <a:ext cx="7044600" cy="7101900"/>
          </a:xfrm>
          <a:prstGeom prst="rect">
            <a:avLst/>
          </a:prstGeom>
          <a:noFill/>
          <a:ln>
            <a:noFill/>
          </a:ln>
        </p:spPr>
        <p:txBody>
          <a:bodyPr spcFirstLastPara="1" wrap="square" lIns="0" tIns="0" rIns="0" bIns="0" anchor="t" anchorCtr="0">
            <a:normAutofit/>
          </a:bodyPr>
          <a:lstStyle>
            <a:lvl1pPr marL="457200" marR="0" lvl="0" indent="-342900" algn="l" rtl="0">
              <a:lnSpc>
                <a:spcPct val="115000"/>
              </a:lnSpc>
              <a:spcBef>
                <a:spcPct val="0"/>
              </a:spcBef>
              <a:spcAft>
                <a:spcPct val="0"/>
              </a:spcAft>
              <a:buClr>
                <a:schemeClr val="dk2"/>
              </a:buClr>
              <a:buSzPts val="1800"/>
              <a:buFont typeface="Lexend"/>
              <a:buChar char="●"/>
              <a:defRPr sz="1800" i="0" u="none" strike="noStrike" cap="none">
                <a:solidFill>
                  <a:schemeClr val="dk2"/>
                </a:solidFill>
                <a:latin typeface="Lexend"/>
                <a:ea typeface="Lexend"/>
                <a:cs typeface="Lexend"/>
                <a:sym typeface="Lexend"/>
              </a:defRPr>
            </a:lvl1pPr>
            <a:lvl2pPr marL="914400" marR="0" lvl="1" indent="-317500" algn="l" rtl="0">
              <a:lnSpc>
                <a:spcPct val="115000"/>
              </a:lnSpc>
              <a:spcBef>
                <a:spcPct val="0"/>
              </a:spcBef>
              <a:spcAft>
                <a:spcPct val="0"/>
              </a:spcAft>
              <a:buClr>
                <a:schemeClr val="dk2"/>
              </a:buClr>
              <a:buSzPts val="1400"/>
              <a:buFont typeface="Lexend"/>
              <a:buChar char="○"/>
              <a:defRPr sz="1400" i="0" u="none" strike="noStrike" cap="none">
                <a:solidFill>
                  <a:schemeClr val="dk2"/>
                </a:solidFill>
                <a:latin typeface="Lexend"/>
                <a:ea typeface="Lexend"/>
                <a:cs typeface="Lexend"/>
                <a:sym typeface="Lexend"/>
              </a:defRPr>
            </a:lvl2pPr>
            <a:lvl3pPr marL="1371600" marR="0" lvl="2" indent="-317500" algn="l" rtl="0">
              <a:lnSpc>
                <a:spcPct val="115000"/>
              </a:lnSpc>
              <a:spcBef>
                <a:spcPct val="0"/>
              </a:spcBef>
              <a:spcAft>
                <a:spcPct val="0"/>
              </a:spcAft>
              <a:buClr>
                <a:schemeClr val="dk2"/>
              </a:buClr>
              <a:buSzPts val="1400"/>
              <a:buFont typeface="Lexend"/>
              <a:buChar char="■"/>
              <a:defRPr sz="1400" i="0" u="none" strike="noStrike" cap="none">
                <a:solidFill>
                  <a:schemeClr val="dk2"/>
                </a:solidFill>
                <a:latin typeface="Lexend"/>
                <a:ea typeface="Lexend"/>
                <a:cs typeface="Lexend"/>
                <a:sym typeface="Lexend"/>
              </a:defRPr>
            </a:lvl3pPr>
            <a:lvl4pPr marL="1828800" marR="0" lvl="3" indent="-317500" algn="l" rtl="0">
              <a:lnSpc>
                <a:spcPct val="115000"/>
              </a:lnSpc>
              <a:spcBef>
                <a:spcPct val="0"/>
              </a:spcBef>
              <a:spcAft>
                <a:spcPct val="0"/>
              </a:spcAft>
              <a:buClr>
                <a:schemeClr val="dk2"/>
              </a:buClr>
              <a:buSzPts val="1400"/>
              <a:buFont typeface="Lexend"/>
              <a:buChar char="●"/>
              <a:defRPr sz="1400" i="0" u="none" strike="noStrike" cap="none">
                <a:solidFill>
                  <a:schemeClr val="dk2"/>
                </a:solidFill>
                <a:latin typeface="Lexend"/>
                <a:ea typeface="Lexend"/>
                <a:cs typeface="Lexend"/>
                <a:sym typeface="Lexend"/>
              </a:defRPr>
            </a:lvl4pPr>
            <a:lvl5pPr marL="2286000" marR="0" lvl="4" indent="-317500" algn="l" rtl="0">
              <a:lnSpc>
                <a:spcPct val="115000"/>
              </a:lnSpc>
              <a:spcBef>
                <a:spcPct val="0"/>
              </a:spcBef>
              <a:spcAft>
                <a:spcPct val="0"/>
              </a:spcAft>
              <a:buClr>
                <a:schemeClr val="dk2"/>
              </a:buClr>
              <a:buSzPts val="1400"/>
              <a:buFont typeface="Lexend"/>
              <a:buChar char="○"/>
              <a:defRPr sz="1400" i="0" u="none" strike="noStrike" cap="none">
                <a:solidFill>
                  <a:schemeClr val="dk2"/>
                </a:solidFill>
                <a:latin typeface="Lexend"/>
                <a:ea typeface="Lexend"/>
                <a:cs typeface="Lexend"/>
                <a:sym typeface="Lexend"/>
              </a:defRPr>
            </a:lvl5pPr>
            <a:lvl6pPr marL="2743200" marR="0" lvl="5" indent="-317500" algn="l" rtl="0">
              <a:lnSpc>
                <a:spcPct val="115000"/>
              </a:lnSpc>
              <a:spcBef>
                <a:spcPct val="0"/>
              </a:spcBef>
              <a:spcAft>
                <a:spcPct val="0"/>
              </a:spcAft>
              <a:buClr>
                <a:schemeClr val="dk2"/>
              </a:buClr>
              <a:buSzPts val="1400"/>
              <a:buFont typeface="Lexend"/>
              <a:buChar char="■"/>
              <a:defRPr sz="1400" i="0" u="none" strike="noStrike" cap="none">
                <a:solidFill>
                  <a:schemeClr val="dk2"/>
                </a:solidFill>
                <a:latin typeface="Lexend"/>
                <a:ea typeface="Lexend"/>
                <a:cs typeface="Lexend"/>
                <a:sym typeface="Lexend"/>
              </a:defRPr>
            </a:lvl6pPr>
            <a:lvl7pPr marL="3200400" marR="0" lvl="6" indent="-317500" algn="l" rtl="0">
              <a:lnSpc>
                <a:spcPct val="115000"/>
              </a:lnSpc>
              <a:spcBef>
                <a:spcPct val="0"/>
              </a:spcBef>
              <a:spcAft>
                <a:spcPct val="0"/>
              </a:spcAft>
              <a:buClr>
                <a:schemeClr val="dk2"/>
              </a:buClr>
              <a:buSzPts val="1400"/>
              <a:buFont typeface="Lexend"/>
              <a:buChar char="●"/>
              <a:defRPr sz="1400" i="0" u="none" strike="noStrike" cap="none">
                <a:solidFill>
                  <a:schemeClr val="dk2"/>
                </a:solidFill>
                <a:latin typeface="Lexend"/>
                <a:ea typeface="Lexend"/>
                <a:cs typeface="Lexend"/>
                <a:sym typeface="Lexend"/>
              </a:defRPr>
            </a:lvl7pPr>
            <a:lvl8pPr marL="3657600" marR="0" lvl="7" indent="-317500" algn="l" rtl="0">
              <a:lnSpc>
                <a:spcPct val="115000"/>
              </a:lnSpc>
              <a:spcBef>
                <a:spcPct val="0"/>
              </a:spcBef>
              <a:spcAft>
                <a:spcPct val="0"/>
              </a:spcAft>
              <a:buClr>
                <a:schemeClr val="dk2"/>
              </a:buClr>
              <a:buSzPts val="1400"/>
              <a:buFont typeface="Lexend"/>
              <a:buChar char="○"/>
              <a:defRPr sz="1400" i="0" u="none" strike="noStrike" cap="none">
                <a:solidFill>
                  <a:schemeClr val="dk2"/>
                </a:solidFill>
                <a:latin typeface="Lexend"/>
                <a:ea typeface="Lexend"/>
                <a:cs typeface="Lexend"/>
                <a:sym typeface="Lexend"/>
              </a:defRPr>
            </a:lvl8pPr>
            <a:lvl9pPr marL="4114800" marR="0" lvl="8" indent="-317500" algn="l" rtl="0">
              <a:lnSpc>
                <a:spcPct val="115000"/>
              </a:lnSpc>
              <a:spcBef>
                <a:spcPct val="0"/>
              </a:spcBef>
              <a:spcAft>
                <a:spcPct val="0"/>
              </a:spcAft>
              <a:buClr>
                <a:schemeClr val="dk2"/>
              </a:buClr>
              <a:buSzPts val="1400"/>
              <a:buFont typeface="Kalam"/>
              <a:buChar char="■"/>
              <a:defRPr sz="1400" i="0" u="none" strike="noStrike" cap="none">
                <a:solidFill>
                  <a:schemeClr val="dk2"/>
                </a:solidFill>
                <a:latin typeface="Kalam"/>
                <a:ea typeface="Kalam"/>
                <a:cs typeface="Kalam"/>
                <a:sym typeface="Kalam"/>
              </a:defRPr>
            </a:lvl9pPr>
          </a:lstStyle>
          <a:p/>
        </p:txBody>
      </p:sp>
      <p:sp>
        <p:nvSpPr>
          <p:cNvPr id="65" name="Google Shape;65;p9"/>
          <p:cNvSpPr txBox="1"/>
          <p:nvPr>
            <p:ph type="sldNum" idx="12"/>
          </p:nvPr>
        </p:nvSpPr>
        <p:spPr>
          <a:xfrm>
            <a:off x="7004788" y="9693616"/>
            <a:ext cx="453600" cy="8181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ct val="0"/>
              </a:spcBef>
              <a:spcAft>
                <a:spcPct val="0"/>
              </a:spcAft>
              <a:buClr>
                <a:srgbClr val="000000"/>
              </a:buClr>
              <a:buSzPts val="1000"/>
              <a:buFont typeface="Arial"/>
              <a:buNone/>
              <a:defRPr sz="1000" i="0" u="none" strike="noStrike" cap="none">
                <a:solidFill>
                  <a:schemeClr val="dk2"/>
                </a:solidFill>
                <a:latin typeface="Lexend"/>
                <a:ea typeface="Lexend"/>
                <a:cs typeface="Lexend"/>
                <a:sym typeface="Lexend"/>
              </a:defRPr>
            </a:lvl1pPr>
            <a:lvl2pPr marL="0" marR="0" lvl="1" indent="0" algn="r" rtl="0">
              <a:lnSpc>
                <a:spcPct val="100000"/>
              </a:lnSpc>
              <a:spcBef>
                <a:spcPct val="0"/>
              </a:spcBef>
              <a:spcAft>
                <a:spcPct val="0"/>
              </a:spcAft>
              <a:buClr>
                <a:srgbClr val="000000"/>
              </a:buClr>
              <a:buSzPts val="1000"/>
              <a:buFont typeface="Arial"/>
              <a:buNone/>
              <a:defRPr sz="1000" i="0" u="none" strike="noStrike" cap="none">
                <a:solidFill>
                  <a:schemeClr val="dk2"/>
                </a:solidFill>
                <a:latin typeface="Lexend"/>
                <a:ea typeface="Lexend"/>
                <a:cs typeface="Lexend"/>
                <a:sym typeface="Lexend"/>
              </a:defRPr>
            </a:lvl2pPr>
            <a:lvl3pPr marL="0" marR="0" lvl="2" indent="0" algn="r" rtl="0">
              <a:lnSpc>
                <a:spcPct val="100000"/>
              </a:lnSpc>
              <a:spcBef>
                <a:spcPct val="0"/>
              </a:spcBef>
              <a:spcAft>
                <a:spcPct val="0"/>
              </a:spcAft>
              <a:buClr>
                <a:srgbClr val="000000"/>
              </a:buClr>
              <a:buSzPts val="1000"/>
              <a:buFont typeface="Arial"/>
              <a:buNone/>
              <a:defRPr sz="1000" i="0" u="none" strike="noStrike" cap="none">
                <a:solidFill>
                  <a:schemeClr val="dk2"/>
                </a:solidFill>
                <a:latin typeface="Lexend"/>
                <a:ea typeface="Lexend"/>
                <a:cs typeface="Lexend"/>
                <a:sym typeface="Lexend"/>
              </a:defRPr>
            </a:lvl3pPr>
            <a:lvl4pPr marL="0" marR="0" lvl="3" indent="0" algn="r" rtl="0">
              <a:lnSpc>
                <a:spcPct val="100000"/>
              </a:lnSpc>
              <a:spcBef>
                <a:spcPct val="0"/>
              </a:spcBef>
              <a:spcAft>
                <a:spcPct val="0"/>
              </a:spcAft>
              <a:buClr>
                <a:srgbClr val="000000"/>
              </a:buClr>
              <a:buSzPts val="1000"/>
              <a:buFont typeface="Arial"/>
              <a:buNone/>
              <a:defRPr sz="1000" i="0" u="none" strike="noStrike" cap="none">
                <a:solidFill>
                  <a:schemeClr val="dk2"/>
                </a:solidFill>
                <a:latin typeface="Lexend"/>
                <a:ea typeface="Lexend"/>
                <a:cs typeface="Lexend"/>
                <a:sym typeface="Lexend"/>
              </a:defRPr>
            </a:lvl4pPr>
            <a:lvl5pPr marL="0" marR="0" lvl="4" indent="0" algn="r" rtl="0">
              <a:lnSpc>
                <a:spcPct val="100000"/>
              </a:lnSpc>
              <a:spcBef>
                <a:spcPct val="0"/>
              </a:spcBef>
              <a:spcAft>
                <a:spcPct val="0"/>
              </a:spcAft>
              <a:buClr>
                <a:srgbClr val="000000"/>
              </a:buClr>
              <a:buSzPts val="1000"/>
              <a:buFont typeface="Arial"/>
              <a:buNone/>
              <a:defRPr sz="1000" i="0" u="none" strike="noStrike" cap="none">
                <a:solidFill>
                  <a:schemeClr val="dk2"/>
                </a:solidFill>
                <a:latin typeface="Lexend"/>
                <a:ea typeface="Lexend"/>
                <a:cs typeface="Lexend"/>
                <a:sym typeface="Lexend"/>
              </a:defRPr>
            </a:lvl5pPr>
            <a:lvl6pPr marL="0" marR="0" lvl="5" indent="0" algn="r" rtl="0">
              <a:lnSpc>
                <a:spcPct val="100000"/>
              </a:lnSpc>
              <a:spcBef>
                <a:spcPct val="0"/>
              </a:spcBef>
              <a:spcAft>
                <a:spcPct val="0"/>
              </a:spcAft>
              <a:buClr>
                <a:srgbClr val="000000"/>
              </a:buClr>
              <a:buSzPts val="1000"/>
              <a:buFont typeface="Arial"/>
              <a:buNone/>
              <a:defRPr sz="1000" i="0" u="none" strike="noStrike" cap="none">
                <a:solidFill>
                  <a:schemeClr val="dk2"/>
                </a:solidFill>
                <a:latin typeface="Lexend"/>
                <a:ea typeface="Lexend"/>
                <a:cs typeface="Lexend"/>
                <a:sym typeface="Lexend"/>
              </a:defRPr>
            </a:lvl6pPr>
            <a:lvl7pPr marL="0" marR="0" lvl="6" indent="0" algn="r" rtl="0">
              <a:lnSpc>
                <a:spcPct val="100000"/>
              </a:lnSpc>
              <a:spcBef>
                <a:spcPct val="0"/>
              </a:spcBef>
              <a:spcAft>
                <a:spcPct val="0"/>
              </a:spcAft>
              <a:buClr>
                <a:srgbClr val="000000"/>
              </a:buClr>
              <a:buSzPts val="1000"/>
              <a:buFont typeface="Arial"/>
              <a:buNone/>
              <a:defRPr sz="1000" i="0" u="none" strike="noStrike" cap="none">
                <a:solidFill>
                  <a:schemeClr val="dk2"/>
                </a:solidFill>
                <a:latin typeface="Lexend"/>
                <a:ea typeface="Lexend"/>
                <a:cs typeface="Lexend"/>
                <a:sym typeface="Lexend"/>
              </a:defRPr>
            </a:lvl7pPr>
            <a:lvl8pPr marL="0" marR="0" lvl="7" indent="0" algn="r" rtl="0">
              <a:lnSpc>
                <a:spcPct val="100000"/>
              </a:lnSpc>
              <a:spcBef>
                <a:spcPct val="0"/>
              </a:spcBef>
              <a:spcAft>
                <a:spcPct val="0"/>
              </a:spcAft>
              <a:buClr>
                <a:srgbClr val="000000"/>
              </a:buClr>
              <a:buSzPts val="1000"/>
              <a:buFont typeface="Arial"/>
              <a:buNone/>
              <a:defRPr sz="1000" i="0" u="none" strike="noStrike" cap="none">
                <a:solidFill>
                  <a:schemeClr val="dk2"/>
                </a:solidFill>
                <a:latin typeface="Lexend"/>
                <a:ea typeface="Lexend"/>
                <a:cs typeface="Lexend"/>
                <a:sym typeface="Lexend"/>
              </a:defRPr>
            </a:lvl8pPr>
            <a:lvl9pPr marL="0" marR="0" lvl="8" indent="0" algn="r" rtl="0">
              <a:lnSpc>
                <a:spcPct val="100000"/>
              </a:lnSpc>
              <a:spcBef>
                <a:spcPct val="0"/>
              </a:spcBef>
              <a:spcAft>
                <a:spcPct val="0"/>
              </a:spcAft>
              <a:buClr>
                <a:srgbClr val="000000"/>
              </a:buClr>
              <a:buSzPts val="1000"/>
              <a:buFont typeface="Arial"/>
              <a:buNone/>
              <a:defRPr sz="1000" i="0" u="none" strike="noStrike" cap="none">
                <a:solidFill>
                  <a:schemeClr val="dk2"/>
                </a:solidFill>
                <a:latin typeface="Lexend"/>
                <a:ea typeface="Lexend"/>
                <a:cs typeface="Lexend"/>
                <a:sym typeface="Lexend"/>
              </a:defRPr>
            </a:lvl9pPr>
          </a:lstStyle>
          <a:p>
            <a:pPr marL="0" lvl="0" indent="0" algn="r" rtl="0">
              <a:spcBef>
                <a:spcPct val="0"/>
              </a:spcBef>
              <a:spcAft>
                <a:spcPct val="0"/>
              </a:spcAft>
              <a:buNone/>
            </a:pPr>
            <a:fld id="{00000000-1234-1234-1234-123412341234}" type="slidenum">
              <a:rPr lang="en-GB"/>
              <a:t>0</a:t>
            </a:fld>
            <a:endParaRPr/>
          </a:p>
        </p:txBody>
      </p:sp>
    </p:spTree>
  </p:cSld>
  <p:clrMap bg1="lt1" tx1="dk1" bg2="dk2" tx2="lt2" accent1="accent1" accent2="accent2" accent3="accent3" accent4="accent4" accent5="accent5" accent6="accent6" hlink="hlink" folHlink="folHlink"/>
  <p:sldLayoutIdLst>
    <p:sldLayoutId id="2147483655" r:id="rId1"/>
    <p:sldLayoutId id="2147483656" r:id="rId2"/>
    <p:sldLayoutId id="2147483657" r:id="rId3"/>
    <p:sldLayoutId id="2147483658" r:id="rId4"/>
    <p:sldLayoutId id="2147483659" r:id="rId5"/>
    <p:sldLayoutId id="2147483660" r:id="rId6"/>
    <p:sldLayoutId id="2147483661" r:id="rId7"/>
    <p:sldLayoutId id="2147483662" r:id="rId8"/>
    <p:sldLayoutId id="2147483663" r:id="rId9"/>
    <p:sldLayoutId id="2147483664" r:id="rId10"/>
  </p:sldLayoutIdLst>
  <p:transition/>
  <p:timing/>
  <p:txStyles>
    <p:titleStyle>
      <a:defPPr marR="0" lvl="0" algn="l" rtl="0">
        <a:lnSpc>
          <a:spcPct val="100000"/>
        </a:lnSpc>
        <a:spcBef>
          <a:spcPct val="0"/>
        </a:spcBef>
        <a:spcAft>
          <a:spcPct val="0"/>
        </a:spcAft>
      </a:defPPr>
      <a:lvl1pPr marR="0" lvl="0"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ct val="0"/>
        </a:spcBef>
        <a:spcAft>
          <a:spcPct val="0"/>
        </a:spcAft>
      </a:defPPr>
      <a:lvl1pPr marR="0" lvl="0"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ct val="0"/>
        </a:spcBef>
        <a:spcAft>
          <a:spcPct val="0"/>
        </a:spcAft>
      </a:defPPr>
      <a:lvl1pPr marR="0" lvl="0"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&#65279;<?xml version="1.0" encoding="utf-8" standalone="yes"?><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1.xml" /></Relationships>
</file>

<file path=ppt/slides/_rels/slide2.xml.rels>&#65279;<?xml version="1.0" encoding="utf-8" standalone="yes"?><Relationships xmlns="http://schemas.openxmlformats.org/package/2006/relationships"><Relationship Id="rId1" Type="http://schemas.openxmlformats.org/officeDocument/2006/relationships/slideLayout" Target="../slideLayouts/slideLayout10.xml" /><Relationship Id="rId2" Type="http://schemas.openxmlformats.org/officeDocument/2006/relationships/notesSlide" Target="../notesSlides/notesSlide2.xml" /><Relationship Id="rId3" Type="http://schemas.openxmlformats.org/officeDocument/2006/relationships/image" Target="../media/image5.png" /></Relationships>
</file>

<file path=ppt/slides/_rels/slide3.xml.rels>&#65279;<?xml version="1.0" encoding="utf-8" standalone="yes"?><Relationships xmlns="http://schemas.openxmlformats.org/package/2006/relationships"><Relationship Id="rId1" Type="http://schemas.openxmlformats.org/officeDocument/2006/relationships/slideLayout" Target="../slideLayouts/slideLayout11.xml" /><Relationship Id="rId2" Type="http://schemas.openxmlformats.org/officeDocument/2006/relationships/notesSlide" Target="../notesSlides/notesSlide3.xml" /><Relationship Id="rId3" Type="http://schemas.openxmlformats.org/officeDocument/2006/relationships/image" Target="../media/image6.png" /><Relationship Id="rId4" Type="http://schemas.openxmlformats.org/officeDocument/2006/relationships/image" Target="../media/image7.png" /><Relationship Id="rId5" Type="http://schemas.openxmlformats.org/officeDocument/2006/relationships/image" Target="../media/image8.png" /></Relationships>
</file>

<file path=ppt/slides/slide1.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58" name="Shape 158"/>
        <p:cNvGrpSpPr/>
        <p:nvPr/>
      </p:nvGrpSpPr>
      <p:grpSpPr>
        <a:xfrm>
          <a:off x="0" y="0"/>
          <a:ext cx="0" cy="0"/>
        </a:xfrm>
      </p:grpSpPr>
      <p:sp>
        <p:nvSpPr>
          <p:cNvPr id="159" name="Google Shape;159;p20"/>
          <p:cNvSpPr/>
          <p:nvPr/>
        </p:nvSpPr>
        <p:spPr>
          <a:xfrm>
            <a:off x="741279" y="1915831"/>
            <a:ext cx="890700" cy="1599900"/>
          </a:xfrm>
          <a:prstGeom prst="triangle">
            <a:avLst>
              <a:gd name="adj" fmla="val 50000"/>
            </a:avLst>
          </a:prstGeom>
          <a:noFill/>
          <a:ln w="2857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latin typeface="Lexend"/>
              <a:ea typeface="Lexend"/>
              <a:cs typeface="Lexend"/>
              <a:sym typeface="Lexend"/>
            </a:endParaRPr>
          </a:p>
        </p:txBody>
      </p:sp>
      <p:sp>
        <p:nvSpPr>
          <p:cNvPr id="160" name="Google Shape;160;p20"/>
          <p:cNvSpPr/>
          <p:nvPr/>
        </p:nvSpPr>
        <p:spPr>
          <a:xfrm>
            <a:off x="5750909" y="4775233"/>
            <a:ext cx="928800" cy="1602900"/>
          </a:xfrm>
          <a:prstGeom prst="triangle">
            <a:avLst>
              <a:gd name="adj" fmla="val 50000"/>
            </a:avLst>
          </a:prstGeom>
          <a:noFill/>
          <a:ln w="2857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latin typeface="Lexend"/>
              <a:ea typeface="Lexend"/>
              <a:cs typeface="Lexend"/>
              <a:sym typeface="Lexend"/>
            </a:endParaRPr>
          </a:p>
        </p:txBody>
      </p:sp>
      <p:sp>
        <p:nvSpPr>
          <p:cNvPr id="161" name="Google Shape;161;p20"/>
          <p:cNvSpPr/>
          <p:nvPr/>
        </p:nvSpPr>
        <p:spPr>
          <a:xfrm>
            <a:off x="2387314" y="4784602"/>
            <a:ext cx="852004" cy="1556861"/>
          </a:xfrm>
          <a:custGeom>
            <a:rect l="l" t="t" r="r" b="b"/>
            <a:pathLst>
              <a:path w="42960" h="86697" extrusionOk="0">
                <a:moveTo>
                  <a:pt x="389" y="0"/>
                </a:moveTo>
                <a:lnTo>
                  <a:pt x="0" y="50541"/>
                </a:lnTo>
                <a:lnTo>
                  <a:pt x="42960" y="86697"/>
                </a:lnTo>
                <a:close/>
              </a:path>
            </a:pathLst>
          </a:custGeom>
          <a:noFill/>
          <a:ln w="28575" cap="flat" cmpd="sng">
            <a:solidFill>
              <a:srgbClr val="000000"/>
            </a:solidFill>
            <a:prstDash val="solid"/>
            <a:round/>
            <a:headEnd type="none" w="med" len="med"/>
            <a:tailEnd type="none" w="med" len="med"/>
          </a:ln>
        </p:spPr>
        <p:txBody>
          <a:bodyPr/>
          <a:lstStyle/>
          <a:p/>
        </p:txBody>
      </p:sp>
      <p:sp>
        <p:nvSpPr>
          <p:cNvPr id="162" name="Google Shape;162;p20"/>
          <p:cNvSpPr/>
          <p:nvPr/>
        </p:nvSpPr>
        <p:spPr>
          <a:xfrm>
            <a:off x="4411372" y="1915831"/>
            <a:ext cx="890700" cy="1599900"/>
          </a:xfrm>
          <a:prstGeom prst="triangle">
            <a:avLst>
              <a:gd name="adj" fmla="val 50000"/>
            </a:avLst>
          </a:prstGeom>
          <a:noFill/>
          <a:ln w="2857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latin typeface="Lexend"/>
              <a:ea typeface="Lexend"/>
              <a:cs typeface="Lexend"/>
              <a:sym typeface="Lexend"/>
            </a:endParaRPr>
          </a:p>
        </p:txBody>
      </p:sp>
      <p:sp>
        <p:nvSpPr>
          <p:cNvPr id="163" name="Google Shape;163;p20"/>
          <p:cNvSpPr txBox="1"/>
          <p:nvPr>
            <p:ph type="title"/>
          </p:nvPr>
        </p:nvSpPr>
        <p:spPr>
          <a:xfrm>
            <a:off x="468000" y="864000"/>
            <a:ext cx="6624000" cy="277200"/>
          </a:xfrm>
          <a:prstGeom prst="rect">
            <a:avLst/>
          </a:prstGeom>
        </p:spPr>
        <p:txBody>
          <a:bodyPr spcFirstLastPara="1" wrap="square" lIns="0" tIns="0" rIns="0" bIns="0" anchor="ctr" anchorCtr="0">
            <a:spAutoFit/>
          </a:bodyPr>
          <a:lstStyle/>
          <a:p>
            <a:pPr marL="0" lvl="0" indent="0" algn="l" rtl="0">
              <a:spcBef>
                <a:spcPct val="0"/>
              </a:spcBef>
              <a:spcAft>
                <a:spcPct val="0"/>
              </a:spcAft>
              <a:buNone/>
            </a:pPr>
            <a:r>
              <a:rPr lang="en-GB"/>
              <a:t>Problem solving with trigonometry</a:t>
            </a:r>
            <a:endParaRPr/>
          </a:p>
        </p:txBody>
      </p:sp>
      <p:sp>
        <p:nvSpPr>
          <p:cNvPr id="164" name="Google Shape;164;p20"/>
          <p:cNvSpPr txBox="1"/>
          <p:nvPr>
            <p:ph type="sldNum" idx="12"/>
          </p:nvPr>
        </p:nvSpPr>
        <p:spPr>
          <a:xfrm>
            <a:off x="6352325" y="9972000"/>
            <a:ext cx="483300" cy="277200"/>
          </a:xfrm>
          <a:prstGeom prst="rect">
            <a:avLst/>
          </a:prstGeom>
        </p:spPr>
        <p:txBody>
          <a:bodyPr spcFirstLastPara="1" wrap="square" lIns="91425" tIns="91425" rIns="91425" bIns="91425" anchor="ctr" anchorCtr="0">
            <a:noAutofit/>
          </a:bodyPr>
          <a:lstStyle/>
          <a:p>
            <a:pPr marL="0" lvl="0" indent="0" algn="r" rtl="0">
              <a:spcBef>
                <a:spcPct val="0"/>
              </a:spcBef>
              <a:spcAft>
                <a:spcPct val="0"/>
              </a:spcAft>
              <a:buNone/>
            </a:pPr>
            <a:fld id="{00000000-1234-1234-1234-123412341234}" type="slidenum">
              <a:rPr lang="en-GB"/>
              <a:t>1</a:t>
            </a:fld>
            <a:endParaRPr/>
          </a:p>
        </p:txBody>
      </p:sp>
      <p:sp>
        <p:nvSpPr>
          <p:cNvPr id="165" name="Google Shape;165;p20"/>
          <p:cNvSpPr txBox="1"/>
          <p:nvPr/>
        </p:nvSpPr>
        <p:spPr>
          <a:xfrm>
            <a:off x="474750" y="1317004"/>
            <a:ext cx="6624000" cy="194100"/>
          </a:xfrm>
          <a:prstGeom prst="rect">
            <a:avLst/>
          </a:prstGeom>
          <a:noFill/>
          <a:ln>
            <a:noFill/>
          </a:ln>
        </p:spPr>
        <p:txBody>
          <a:bodyPr spcFirstLastPara="1" wrap="square" lIns="0" tIns="0" rIns="0" bIns="0" anchor="t" anchorCtr="0">
            <a:noAutofit/>
          </a:bodyPr>
          <a:lstStyle/>
          <a:p>
            <a:pPr marL="0" lvl="0" indent="0" algn="l" rtl="0">
              <a:spcBef>
                <a:spcPct val="0"/>
              </a:spcBef>
              <a:spcAft>
                <a:spcPct val="0"/>
              </a:spcAft>
              <a:buNone/>
            </a:pPr>
            <a:r>
              <a:rPr lang="en-GB" b="1">
                <a:solidFill>
                  <a:srgbClr val="000000"/>
                </a:solidFill>
                <a:latin typeface="Lexend"/>
                <a:ea typeface="Lexend"/>
                <a:cs typeface="Lexend"/>
                <a:sym typeface="Lexend"/>
              </a:rPr>
              <a:t>Task A: </a:t>
            </a:r>
            <a:r>
              <a:rPr lang="en-GB" b="1">
                <a:latin typeface="Lexend"/>
                <a:ea typeface="Lexend"/>
                <a:cs typeface="Lexend"/>
                <a:sym typeface="Lexend"/>
              </a:rPr>
              <a:t>Calculating areas</a:t>
            </a:r>
            <a:endParaRPr b="1">
              <a:latin typeface="Lexend"/>
              <a:ea typeface="Lexend"/>
              <a:cs typeface="Lexend"/>
              <a:sym typeface="Lexend"/>
            </a:endParaRPr>
          </a:p>
        </p:txBody>
      </p:sp>
      <p:sp>
        <p:nvSpPr>
          <p:cNvPr id="166" name="Google Shape;166;p20"/>
          <p:cNvSpPr txBox="1"/>
          <p:nvPr/>
        </p:nvSpPr>
        <p:spPr>
          <a:xfrm>
            <a:off x="468000" y="864000"/>
            <a:ext cx="6624000" cy="277200"/>
          </a:xfrm>
          <a:prstGeom prst="rect">
            <a:avLst/>
          </a:prstGeom>
          <a:noFill/>
          <a:ln>
            <a:noFill/>
          </a:ln>
        </p:spPr>
        <p:txBody>
          <a:bodyPr spcFirstLastPara="1" wrap="square" lIns="0" tIns="0" rIns="0" bIns="0" anchor="ctr" anchorCtr="0">
            <a:spAutoFit/>
          </a:bodyPr>
          <a:lstStyle/>
          <a:p>
            <a:pPr marL="0" lvl="0" indent="0" algn="l" rtl="0">
              <a:spcBef>
                <a:spcPct val="0"/>
              </a:spcBef>
              <a:spcAft>
                <a:spcPct val="0"/>
              </a:spcAft>
              <a:buNone/>
            </a:pPr>
            <a:r>
              <a:rPr lang="en-GB" sz="1800" b="1">
                <a:solidFill>
                  <a:srgbClr val="000000"/>
                </a:solidFill>
                <a:latin typeface="Lexend"/>
                <a:ea typeface="Lexend"/>
                <a:cs typeface="Lexend"/>
                <a:sym typeface="Lexend"/>
              </a:rPr>
              <a:t>Problem solving with trigonometry</a:t>
            </a:r>
            <a:endParaRPr sz="1800" b="1">
              <a:solidFill>
                <a:srgbClr val="000000"/>
              </a:solidFill>
              <a:latin typeface="Lexend"/>
              <a:ea typeface="Lexend"/>
              <a:cs typeface="Lexend"/>
              <a:sym typeface="Lexend"/>
            </a:endParaRPr>
          </a:p>
        </p:txBody>
      </p:sp>
      <p:sp>
        <p:nvSpPr>
          <p:cNvPr id="167" name="Google Shape;167;p20"/>
          <p:cNvSpPr txBox="1"/>
          <p:nvPr/>
        </p:nvSpPr>
        <p:spPr>
          <a:xfrm>
            <a:off x="468000" y="1539719"/>
            <a:ext cx="6624000" cy="3078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ts val="1000"/>
              </a:spcAft>
              <a:buNone/>
            </a:pPr>
            <a:r>
              <a:rPr lang="en-GB" sz="1200">
                <a:solidFill>
                  <a:srgbClr val="000000"/>
                </a:solidFill>
                <a:latin typeface="Lexend"/>
                <a:ea typeface="Lexend"/>
                <a:cs typeface="Lexend"/>
                <a:sym typeface="Lexend"/>
              </a:rPr>
              <a:t>1) Calculate the area of each triangle, to 1 decimal place.</a:t>
            </a:r>
            <a:endParaRPr sz="1200">
              <a:solidFill>
                <a:srgbClr val="000000"/>
              </a:solidFill>
              <a:latin typeface="Lexend"/>
              <a:ea typeface="Lexend"/>
              <a:cs typeface="Lexend"/>
              <a:sym typeface="Lexend"/>
            </a:endParaRPr>
          </a:p>
        </p:txBody>
      </p:sp>
      <p:sp>
        <p:nvSpPr>
          <p:cNvPr id="168" name="Google Shape;168;p20"/>
          <p:cNvSpPr txBox="1"/>
          <p:nvPr/>
        </p:nvSpPr>
        <p:spPr>
          <a:xfrm>
            <a:off x="4139988" y="1753683"/>
            <a:ext cx="195000" cy="2220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ts val="1000"/>
              </a:spcAft>
              <a:buNone/>
            </a:pPr>
            <a:r>
              <a:rPr lang="en-GB" sz="1200">
                <a:solidFill>
                  <a:srgbClr val="000000"/>
                </a:solidFill>
                <a:latin typeface="Lexend"/>
                <a:ea typeface="Lexend"/>
                <a:cs typeface="Lexend"/>
                <a:sym typeface="Lexend"/>
              </a:rPr>
              <a:t>b)</a:t>
            </a:r>
            <a:endParaRPr sz="1200">
              <a:solidFill>
                <a:srgbClr val="000000"/>
              </a:solidFill>
              <a:latin typeface="Lexend"/>
              <a:ea typeface="Lexend"/>
              <a:cs typeface="Lexend"/>
              <a:sym typeface="Lexend"/>
            </a:endParaRPr>
          </a:p>
        </p:txBody>
      </p:sp>
      <p:cxnSp>
        <p:nvCxnSpPr>
          <p:cNvPr id="169" name="Google Shape;169;p20"/>
          <p:cNvCxnSpPr/>
          <p:nvPr/>
        </p:nvCxnSpPr>
        <p:spPr>
          <a:xfrm>
            <a:off x="4592220" y="2676408"/>
            <a:ext cx="102300" cy="32400"/>
          </a:xfrm>
          <a:prstGeom prst="straightConnector1">
            <a:avLst/>
          </a:prstGeom>
          <a:noFill/>
          <a:ln w="28575" cap="flat" cmpd="sng">
            <a:solidFill>
              <a:srgbClr val="000000"/>
            </a:solidFill>
            <a:prstDash val="solid"/>
            <a:round/>
            <a:headEnd type="none" w="med" len="med"/>
            <a:tailEnd type="none" w="med" len="med"/>
          </a:ln>
        </p:spPr>
      </p:cxnSp>
      <p:cxnSp>
        <p:nvCxnSpPr>
          <p:cNvPr id="170" name="Google Shape;170;p20"/>
          <p:cNvCxnSpPr/>
          <p:nvPr/>
        </p:nvCxnSpPr>
        <p:spPr>
          <a:xfrm flipH="1">
            <a:off x="5012689" y="2676408"/>
            <a:ext cx="102300" cy="32400"/>
          </a:xfrm>
          <a:prstGeom prst="straightConnector1">
            <a:avLst/>
          </a:prstGeom>
          <a:noFill/>
          <a:ln w="28575" cap="flat" cmpd="sng">
            <a:solidFill>
              <a:srgbClr val="000000"/>
            </a:solidFill>
            <a:prstDash val="solid"/>
            <a:round/>
            <a:headEnd type="none" w="med" len="med"/>
            <a:tailEnd type="none" w="med" len="med"/>
          </a:ln>
        </p:spPr>
      </p:cxnSp>
      <p:sp>
        <p:nvSpPr>
          <p:cNvPr id="171" name="Google Shape;171;p20"/>
          <p:cNvSpPr/>
          <p:nvPr/>
        </p:nvSpPr>
        <p:spPr>
          <a:xfrm>
            <a:off x="4500188" y="1557025"/>
            <a:ext cx="723300" cy="723300"/>
          </a:xfrm>
          <a:prstGeom prst="arc">
            <a:avLst>
              <a:gd name="adj1" fmla="val 4525778"/>
              <a:gd name="adj2" fmla="val 6343938"/>
            </a:avLst>
          </a:prstGeom>
          <a:noFill/>
          <a:ln w="2857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latin typeface="Lexend"/>
              <a:ea typeface="Lexend"/>
              <a:cs typeface="Lexend"/>
              <a:sym typeface="Lexend"/>
            </a:endParaRPr>
          </a:p>
        </p:txBody>
      </p:sp>
      <p:cxnSp>
        <p:nvCxnSpPr>
          <p:cNvPr id="172" name="Google Shape;172;p20"/>
          <p:cNvCxnSpPr/>
          <p:nvPr/>
        </p:nvCxnSpPr>
        <p:spPr>
          <a:xfrm>
            <a:off x="4407431" y="3645914"/>
            <a:ext cx="898500" cy="0"/>
          </a:xfrm>
          <a:prstGeom prst="straightConnector1">
            <a:avLst/>
          </a:prstGeom>
          <a:noFill/>
          <a:ln w="28575" cap="flat" cmpd="sng">
            <a:solidFill>
              <a:srgbClr val="000000"/>
            </a:solidFill>
            <a:prstDash val="solid"/>
            <a:round/>
            <a:headEnd type="triangle" w="med" len="med"/>
            <a:tailEnd type="triangle" w="med" len="med"/>
          </a:ln>
        </p:spPr>
      </p:cxnSp>
      <p:sp>
        <p:nvSpPr>
          <p:cNvPr id="173" name="Google Shape;173;p20"/>
          <p:cNvSpPr txBox="1"/>
          <p:nvPr/>
        </p:nvSpPr>
        <p:spPr>
          <a:xfrm>
            <a:off x="4674935" y="3657046"/>
            <a:ext cx="474000" cy="2220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ts val="1000"/>
              </a:spcAft>
              <a:buNone/>
            </a:pPr>
            <a:r>
              <a:rPr lang="en-GB" sz="1200">
                <a:solidFill>
                  <a:srgbClr val="000000"/>
                </a:solidFill>
                <a:latin typeface="Lexend"/>
                <a:ea typeface="Lexend"/>
                <a:cs typeface="Lexend"/>
                <a:sym typeface="Lexend"/>
              </a:rPr>
              <a:t>6 cm</a:t>
            </a:r>
            <a:endParaRPr sz="1200">
              <a:solidFill>
                <a:srgbClr val="000000"/>
              </a:solidFill>
              <a:latin typeface="Lexend"/>
              <a:ea typeface="Lexend"/>
              <a:cs typeface="Lexend"/>
              <a:sym typeface="Lexend"/>
            </a:endParaRPr>
          </a:p>
        </p:txBody>
      </p:sp>
      <p:cxnSp>
        <p:nvCxnSpPr>
          <p:cNvPr id="174" name="Google Shape;174;p20"/>
          <p:cNvCxnSpPr/>
          <p:nvPr/>
        </p:nvCxnSpPr>
        <p:spPr>
          <a:xfrm rot="10800000" flipH="1">
            <a:off x="5390946" y="1916124"/>
            <a:ext cx="0" cy="1576500"/>
          </a:xfrm>
          <a:prstGeom prst="straightConnector1">
            <a:avLst/>
          </a:prstGeom>
          <a:noFill/>
          <a:ln w="28575" cap="flat" cmpd="sng">
            <a:solidFill>
              <a:srgbClr val="000000"/>
            </a:solidFill>
            <a:prstDash val="solid"/>
            <a:round/>
            <a:headEnd type="triangle" w="med" len="med"/>
            <a:tailEnd type="triangle" w="med" len="med"/>
          </a:ln>
        </p:spPr>
      </p:cxnSp>
      <p:sp>
        <p:nvSpPr>
          <p:cNvPr id="175" name="Google Shape;175;p20"/>
          <p:cNvSpPr txBox="1"/>
          <p:nvPr/>
        </p:nvSpPr>
        <p:spPr>
          <a:xfrm>
            <a:off x="5431659" y="2556704"/>
            <a:ext cx="975900" cy="1593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ts val="1000"/>
              </a:spcAft>
              <a:buNone/>
            </a:pPr>
            <a:r>
              <a:rPr lang="en-GB" sz="1200" i="1">
                <a:latin typeface="Times New Roman"/>
                <a:ea typeface="Times New Roman"/>
                <a:cs typeface="Times New Roman"/>
                <a:sym typeface="Times New Roman"/>
              </a:rPr>
              <a:t>h</a:t>
            </a:r>
            <a:r>
              <a:rPr lang="en-GB" sz="1200">
                <a:solidFill>
                  <a:srgbClr val="000000"/>
                </a:solidFill>
                <a:latin typeface="Lexend"/>
                <a:ea typeface="Lexend"/>
                <a:cs typeface="Lexend"/>
                <a:sym typeface="Lexend"/>
              </a:rPr>
              <a:t> cm</a:t>
            </a:r>
            <a:endParaRPr sz="1200">
              <a:solidFill>
                <a:srgbClr val="000000"/>
              </a:solidFill>
              <a:latin typeface="Lexend"/>
              <a:ea typeface="Lexend"/>
              <a:cs typeface="Lexend"/>
              <a:sym typeface="Lexend"/>
            </a:endParaRPr>
          </a:p>
        </p:txBody>
      </p:sp>
      <p:cxnSp>
        <p:nvCxnSpPr>
          <p:cNvPr id="176" name="Google Shape;176;p20"/>
          <p:cNvCxnSpPr/>
          <p:nvPr/>
        </p:nvCxnSpPr>
        <p:spPr>
          <a:xfrm rot="10800000" flipH="1">
            <a:off x="4903323" y="2161512"/>
            <a:ext cx="92700" cy="37200"/>
          </a:xfrm>
          <a:prstGeom prst="straightConnector1">
            <a:avLst/>
          </a:prstGeom>
          <a:noFill/>
          <a:ln w="38100" cap="flat" cmpd="sng">
            <a:solidFill>
              <a:srgbClr val="000000"/>
            </a:solidFill>
            <a:prstDash val="solid"/>
            <a:round/>
            <a:headEnd type="none" w="med" len="med"/>
            <a:tailEnd type="none" w="med" len="med"/>
          </a:ln>
        </p:spPr>
      </p:cxnSp>
      <p:sp>
        <p:nvSpPr>
          <p:cNvPr id="177" name="Google Shape;177;p20"/>
          <p:cNvSpPr txBox="1"/>
          <p:nvPr/>
        </p:nvSpPr>
        <p:spPr>
          <a:xfrm>
            <a:off x="469895" y="1753683"/>
            <a:ext cx="195000" cy="2220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ts val="1000"/>
              </a:spcAft>
              <a:buNone/>
            </a:pPr>
            <a:r>
              <a:rPr lang="en-GB" sz="1200">
                <a:solidFill>
                  <a:srgbClr val="000000"/>
                </a:solidFill>
                <a:latin typeface="Lexend"/>
                <a:ea typeface="Lexend"/>
                <a:cs typeface="Lexend"/>
                <a:sym typeface="Lexend"/>
              </a:rPr>
              <a:t>b)</a:t>
            </a:r>
            <a:endParaRPr sz="1200">
              <a:solidFill>
                <a:srgbClr val="000000"/>
              </a:solidFill>
              <a:latin typeface="Lexend"/>
              <a:ea typeface="Lexend"/>
              <a:cs typeface="Lexend"/>
              <a:sym typeface="Lexend"/>
            </a:endParaRPr>
          </a:p>
        </p:txBody>
      </p:sp>
      <p:cxnSp>
        <p:nvCxnSpPr>
          <p:cNvPr id="178" name="Google Shape;178;p20"/>
          <p:cNvCxnSpPr/>
          <p:nvPr/>
        </p:nvCxnSpPr>
        <p:spPr>
          <a:xfrm>
            <a:off x="922127" y="2676408"/>
            <a:ext cx="102300" cy="32400"/>
          </a:xfrm>
          <a:prstGeom prst="straightConnector1">
            <a:avLst/>
          </a:prstGeom>
          <a:noFill/>
          <a:ln w="28575" cap="flat" cmpd="sng">
            <a:solidFill>
              <a:srgbClr val="000000"/>
            </a:solidFill>
            <a:prstDash val="solid"/>
            <a:round/>
            <a:headEnd type="none" w="med" len="med"/>
            <a:tailEnd type="none" w="med" len="med"/>
          </a:ln>
        </p:spPr>
      </p:cxnSp>
      <p:cxnSp>
        <p:nvCxnSpPr>
          <p:cNvPr id="179" name="Google Shape;179;p20"/>
          <p:cNvCxnSpPr/>
          <p:nvPr/>
        </p:nvCxnSpPr>
        <p:spPr>
          <a:xfrm flipH="1">
            <a:off x="1342597" y="2676408"/>
            <a:ext cx="102300" cy="32400"/>
          </a:xfrm>
          <a:prstGeom prst="straightConnector1">
            <a:avLst/>
          </a:prstGeom>
          <a:noFill/>
          <a:ln w="28575" cap="flat" cmpd="sng">
            <a:solidFill>
              <a:srgbClr val="000000"/>
            </a:solidFill>
            <a:prstDash val="solid"/>
            <a:round/>
            <a:headEnd type="none" w="med" len="med"/>
            <a:tailEnd type="none" w="med" len="med"/>
          </a:ln>
        </p:spPr>
      </p:cxnSp>
      <p:cxnSp>
        <p:nvCxnSpPr>
          <p:cNvPr id="180" name="Google Shape;180;p20"/>
          <p:cNvCxnSpPr/>
          <p:nvPr/>
        </p:nvCxnSpPr>
        <p:spPr>
          <a:xfrm>
            <a:off x="737338" y="3645914"/>
            <a:ext cx="898500" cy="0"/>
          </a:xfrm>
          <a:prstGeom prst="straightConnector1">
            <a:avLst/>
          </a:prstGeom>
          <a:noFill/>
          <a:ln w="28575" cap="flat" cmpd="sng">
            <a:solidFill>
              <a:srgbClr val="000000"/>
            </a:solidFill>
            <a:prstDash val="solid"/>
            <a:round/>
            <a:headEnd type="triangle" w="med" len="med"/>
            <a:tailEnd type="triangle" w="med" len="med"/>
          </a:ln>
        </p:spPr>
      </p:cxnSp>
      <p:sp>
        <p:nvSpPr>
          <p:cNvPr id="181" name="Google Shape;181;p20"/>
          <p:cNvSpPr txBox="1"/>
          <p:nvPr/>
        </p:nvSpPr>
        <p:spPr>
          <a:xfrm>
            <a:off x="1004843" y="3657046"/>
            <a:ext cx="474000" cy="2220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ts val="1000"/>
              </a:spcAft>
              <a:buNone/>
            </a:pPr>
            <a:r>
              <a:rPr lang="en-GB" sz="1200">
                <a:solidFill>
                  <a:srgbClr val="000000"/>
                </a:solidFill>
                <a:latin typeface="Lexend"/>
                <a:ea typeface="Lexend"/>
                <a:cs typeface="Lexend"/>
                <a:sym typeface="Lexend"/>
              </a:rPr>
              <a:t>6 cm</a:t>
            </a:r>
            <a:endParaRPr sz="1200">
              <a:solidFill>
                <a:srgbClr val="000000"/>
              </a:solidFill>
              <a:latin typeface="Lexend"/>
              <a:ea typeface="Lexend"/>
              <a:cs typeface="Lexend"/>
              <a:sym typeface="Lexend"/>
            </a:endParaRPr>
          </a:p>
        </p:txBody>
      </p:sp>
      <p:cxnSp>
        <p:nvCxnSpPr>
          <p:cNvPr id="182" name="Google Shape;182;p20"/>
          <p:cNvCxnSpPr/>
          <p:nvPr/>
        </p:nvCxnSpPr>
        <p:spPr>
          <a:xfrm rot="10800000" flipH="1">
            <a:off x="1720853" y="1916124"/>
            <a:ext cx="0" cy="1576500"/>
          </a:xfrm>
          <a:prstGeom prst="straightConnector1">
            <a:avLst/>
          </a:prstGeom>
          <a:noFill/>
          <a:ln w="28575" cap="flat" cmpd="sng">
            <a:solidFill>
              <a:srgbClr val="000000"/>
            </a:solidFill>
            <a:prstDash val="solid"/>
            <a:round/>
            <a:headEnd type="triangle" w="med" len="med"/>
            <a:tailEnd type="triangle" w="med" len="med"/>
          </a:ln>
        </p:spPr>
      </p:cxnSp>
      <p:sp>
        <p:nvSpPr>
          <p:cNvPr id="183" name="Google Shape;183;p20"/>
          <p:cNvSpPr txBox="1"/>
          <p:nvPr/>
        </p:nvSpPr>
        <p:spPr>
          <a:xfrm>
            <a:off x="1761566" y="2556704"/>
            <a:ext cx="975900" cy="1593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ts val="1000"/>
              </a:spcAft>
              <a:buNone/>
            </a:pPr>
            <a:r>
              <a:rPr lang="en-GB" sz="1200" i="1">
                <a:latin typeface="Times New Roman"/>
                <a:ea typeface="Times New Roman"/>
                <a:cs typeface="Times New Roman"/>
                <a:sym typeface="Times New Roman"/>
              </a:rPr>
              <a:t>h</a:t>
            </a:r>
            <a:r>
              <a:rPr lang="en-GB" sz="1200">
                <a:solidFill>
                  <a:srgbClr val="000000"/>
                </a:solidFill>
                <a:latin typeface="Lexend"/>
                <a:ea typeface="Lexend"/>
                <a:cs typeface="Lexend"/>
                <a:sym typeface="Lexend"/>
              </a:rPr>
              <a:t> cm</a:t>
            </a:r>
            <a:endParaRPr sz="1200">
              <a:solidFill>
                <a:srgbClr val="000000"/>
              </a:solidFill>
              <a:latin typeface="Lexend"/>
              <a:ea typeface="Lexend"/>
              <a:cs typeface="Lexend"/>
              <a:sym typeface="Lexend"/>
            </a:endParaRPr>
          </a:p>
        </p:txBody>
      </p:sp>
      <p:sp>
        <p:nvSpPr>
          <p:cNvPr id="184" name="Google Shape;184;p20"/>
          <p:cNvSpPr/>
          <p:nvPr/>
        </p:nvSpPr>
        <p:spPr>
          <a:xfrm>
            <a:off x="404575" y="3161274"/>
            <a:ext cx="699900" cy="699900"/>
          </a:xfrm>
          <a:prstGeom prst="arc">
            <a:avLst>
              <a:gd name="adj1" fmla="val 16967817"/>
              <a:gd name="adj2" fmla="val 0"/>
            </a:avLst>
          </a:prstGeom>
          <a:noFill/>
          <a:ln w="2857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sz="1200">
              <a:latin typeface="Lexend"/>
              <a:ea typeface="Lexend"/>
              <a:cs typeface="Lexend"/>
              <a:sym typeface="Lexend"/>
            </a:endParaRPr>
          </a:p>
        </p:txBody>
      </p:sp>
      <p:sp>
        <p:nvSpPr>
          <p:cNvPr id="185" name="Google Shape;185;p20"/>
          <p:cNvSpPr txBox="1"/>
          <p:nvPr/>
        </p:nvSpPr>
        <p:spPr>
          <a:xfrm>
            <a:off x="803275" y="3326500"/>
            <a:ext cx="267900" cy="1839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ts val="1000"/>
              </a:spcAft>
              <a:buNone/>
            </a:pPr>
            <a:r>
              <a:rPr lang="en-GB" sz="1200">
                <a:latin typeface="Lexend"/>
                <a:ea typeface="Lexend"/>
                <a:cs typeface="Lexend"/>
                <a:sym typeface="Lexend"/>
              </a:rPr>
              <a:t>82°</a:t>
            </a:r>
            <a:endParaRPr sz="1200">
              <a:solidFill>
                <a:srgbClr val="000000"/>
              </a:solidFill>
              <a:latin typeface="Lexend"/>
              <a:ea typeface="Lexend"/>
              <a:cs typeface="Lexend"/>
              <a:sym typeface="Lexend"/>
            </a:endParaRPr>
          </a:p>
        </p:txBody>
      </p:sp>
      <p:sp>
        <p:nvSpPr>
          <p:cNvPr id="186" name="Google Shape;186;p20"/>
          <p:cNvSpPr txBox="1"/>
          <p:nvPr/>
        </p:nvSpPr>
        <p:spPr>
          <a:xfrm>
            <a:off x="2076600" y="4737578"/>
            <a:ext cx="182100" cy="2067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ts val="1000"/>
              </a:spcAft>
              <a:buNone/>
            </a:pPr>
            <a:r>
              <a:rPr lang="en-GB" sz="1200">
                <a:solidFill>
                  <a:srgbClr val="000000"/>
                </a:solidFill>
                <a:latin typeface="Lexend"/>
                <a:ea typeface="Lexend"/>
                <a:cs typeface="Lexend"/>
                <a:sym typeface="Lexend"/>
              </a:rPr>
              <a:t>c)</a:t>
            </a:r>
            <a:endParaRPr sz="1200">
              <a:solidFill>
                <a:srgbClr val="000000"/>
              </a:solidFill>
              <a:latin typeface="Lexend"/>
              <a:ea typeface="Lexend"/>
              <a:cs typeface="Lexend"/>
              <a:sym typeface="Lexend"/>
            </a:endParaRPr>
          </a:p>
        </p:txBody>
      </p:sp>
      <p:cxnSp>
        <p:nvCxnSpPr>
          <p:cNvPr id="187" name="Google Shape;187;p20"/>
          <p:cNvCxnSpPr/>
          <p:nvPr/>
        </p:nvCxnSpPr>
        <p:spPr>
          <a:xfrm>
            <a:off x="2487045" y="4737578"/>
            <a:ext cx="830400" cy="1554900"/>
          </a:xfrm>
          <a:prstGeom prst="straightConnector1">
            <a:avLst/>
          </a:prstGeom>
          <a:noFill/>
          <a:ln w="28575" cap="flat" cmpd="sng">
            <a:solidFill>
              <a:srgbClr val="000000"/>
            </a:solidFill>
            <a:prstDash val="solid"/>
            <a:round/>
            <a:headEnd type="triangle" w="med" len="med"/>
            <a:tailEnd type="triangle" w="med" len="med"/>
          </a:ln>
        </p:spPr>
      </p:cxnSp>
      <p:cxnSp>
        <p:nvCxnSpPr>
          <p:cNvPr id="188" name="Google Shape;188;p20"/>
          <p:cNvCxnSpPr/>
          <p:nvPr/>
        </p:nvCxnSpPr>
        <p:spPr>
          <a:xfrm>
            <a:off x="2369475" y="5788024"/>
            <a:ext cx="812400" cy="624300"/>
          </a:xfrm>
          <a:prstGeom prst="straightConnector1">
            <a:avLst/>
          </a:prstGeom>
          <a:noFill/>
          <a:ln w="28575" cap="flat" cmpd="sng">
            <a:solidFill>
              <a:srgbClr val="000000"/>
            </a:solidFill>
            <a:prstDash val="solid"/>
            <a:round/>
            <a:headEnd type="triangle" w="med" len="med"/>
            <a:tailEnd type="triangle" w="med" len="med"/>
          </a:ln>
        </p:spPr>
      </p:cxnSp>
      <p:sp>
        <p:nvSpPr>
          <p:cNvPr id="189" name="Google Shape;189;p20"/>
          <p:cNvSpPr txBox="1"/>
          <p:nvPr/>
        </p:nvSpPr>
        <p:spPr>
          <a:xfrm>
            <a:off x="2912351" y="5333407"/>
            <a:ext cx="441900" cy="2067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ts val="1000"/>
              </a:spcAft>
              <a:buNone/>
            </a:pPr>
            <a:r>
              <a:rPr lang="en-GB" sz="1200">
                <a:solidFill>
                  <a:srgbClr val="000000"/>
                </a:solidFill>
                <a:latin typeface="Lexend"/>
                <a:ea typeface="Lexend"/>
                <a:cs typeface="Lexend"/>
                <a:sym typeface="Lexend"/>
              </a:rPr>
              <a:t>12 cm</a:t>
            </a:r>
            <a:endParaRPr sz="1200">
              <a:solidFill>
                <a:srgbClr val="000000"/>
              </a:solidFill>
              <a:latin typeface="Lexend"/>
              <a:ea typeface="Lexend"/>
              <a:cs typeface="Lexend"/>
              <a:sym typeface="Lexend"/>
            </a:endParaRPr>
          </a:p>
        </p:txBody>
      </p:sp>
      <p:sp>
        <p:nvSpPr>
          <p:cNvPr id="190" name="Google Shape;190;p20"/>
          <p:cNvSpPr/>
          <p:nvPr/>
        </p:nvSpPr>
        <p:spPr>
          <a:xfrm>
            <a:off x="2875646" y="5978169"/>
            <a:ext cx="674400" cy="674400"/>
          </a:xfrm>
          <a:prstGeom prst="arc">
            <a:avLst>
              <a:gd name="adj1" fmla="val 12988357"/>
              <a:gd name="adj2" fmla="val 14499670"/>
            </a:avLst>
          </a:prstGeom>
          <a:noFill/>
          <a:ln w="2857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latin typeface="Lexend"/>
              <a:ea typeface="Lexend"/>
              <a:cs typeface="Lexend"/>
              <a:sym typeface="Lexend"/>
            </a:endParaRPr>
          </a:p>
        </p:txBody>
      </p:sp>
      <p:sp>
        <p:nvSpPr>
          <p:cNvPr id="191" name="Google Shape;191;p20"/>
          <p:cNvSpPr txBox="1"/>
          <p:nvPr/>
        </p:nvSpPr>
        <p:spPr>
          <a:xfrm>
            <a:off x="2739827" y="5827457"/>
            <a:ext cx="462300" cy="1380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ts val="1000"/>
              </a:spcAft>
              <a:buNone/>
            </a:pPr>
            <a:r>
              <a:rPr lang="en-GB" sz="1200">
                <a:latin typeface="Lexend"/>
                <a:ea typeface="Lexend"/>
                <a:cs typeface="Lexend"/>
                <a:sym typeface="Lexend"/>
              </a:rPr>
              <a:t>24°</a:t>
            </a:r>
            <a:endParaRPr sz="1200">
              <a:solidFill>
                <a:srgbClr val="000000"/>
              </a:solidFill>
              <a:latin typeface="Lexend"/>
              <a:ea typeface="Lexend"/>
              <a:cs typeface="Lexend"/>
              <a:sym typeface="Lexend"/>
            </a:endParaRPr>
          </a:p>
        </p:txBody>
      </p:sp>
      <p:sp>
        <p:nvSpPr>
          <p:cNvPr id="192" name="Google Shape;192;p20"/>
          <p:cNvSpPr txBox="1"/>
          <p:nvPr/>
        </p:nvSpPr>
        <p:spPr>
          <a:xfrm>
            <a:off x="2551181" y="6134059"/>
            <a:ext cx="441900" cy="2067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ts val="1000"/>
              </a:spcAft>
              <a:buNone/>
            </a:pPr>
            <a:r>
              <a:rPr lang="en-GB" sz="1200">
                <a:solidFill>
                  <a:srgbClr val="000000"/>
                </a:solidFill>
                <a:latin typeface="Lexend"/>
                <a:ea typeface="Lexend"/>
                <a:cs typeface="Lexend"/>
                <a:sym typeface="Lexend"/>
              </a:rPr>
              <a:t>7 cm</a:t>
            </a:r>
            <a:endParaRPr sz="1200">
              <a:solidFill>
                <a:srgbClr val="000000"/>
              </a:solidFill>
              <a:latin typeface="Lexend"/>
              <a:ea typeface="Lexend"/>
              <a:cs typeface="Lexend"/>
              <a:sym typeface="Lexend"/>
            </a:endParaRPr>
          </a:p>
        </p:txBody>
      </p:sp>
      <p:sp>
        <p:nvSpPr>
          <p:cNvPr id="193" name="Google Shape;193;p20"/>
          <p:cNvSpPr txBox="1"/>
          <p:nvPr/>
        </p:nvSpPr>
        <p:spPr>
          <a:xfrm>
            <a:off x="5827554" y="4612802"/>
            <a:ext cx="203700" cy="2223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ts val="1000"/>
              </a:spcAft>
              <a:buNone/>
            </a:pPr>
            <a:r>
              <a:rPr lang="en-GB" sz="1200">
                <a:solidFill>
                  <a:srgbClr val="000000"/>
                </a:solidFill>
                <a:latin typeface="Lexend"/>
                <a:ea typeface="Lexend"/>
                <a:cs typeface="Lexend"/>
                <a:sym typeface="Lexend"/>
              </a:rPr>
              <a:t>d)</a:t>
            </a:r>
            <a:endParaRPr sz="1200">
              <a:solidFill>
                <a:srgbClr val="000000"/>
              </a:solidFill>
              <a:latin typeface="Lexend"/>
              <a:ea typeface="Lexend"/>
              <a:cs typeface="Lexend"/>
              <a:sym typeface="Lexend"/>
            </a:endParaRPr>
          </a:p>
        </p:txBody>
      </p:sp>
      <p:cxnSp>
        <p:nvCxnSpPr>
          <p:cNvPr id="194" name="Google Shape;194;p20"/>
          <p:cNvCxnSpPr/>
          <p:nvPr/>
        </p:nvCxnSpPr>
        <p:spPr>
          <a:xfrm>
            <a:off x="5939575" y="5537141"/>
            <a:ext cx="106500" cy="32700"/>
          </a:xfrm>
          <a:prstGeom prst="straightConnector1">
            <a:avLst/>
          </a:prstGeom>
          <a:noFill/>
          <a:ln w="28575" cap="flat" cmpd="sng">
            <a:solidFill>
              <a:srgbClr val="000000"/>
            </a:solidFill>
            <a:prstDash val="solid"/>
            <a:round/>
            <a:headEnd type="none" w="med" len="med"/>
            <a:tailEnd type="none" w="med" len="med"/>
          </a:ln>
        </p:spPr>
      </p:cxnSp>
      <p:cxnSp>
        <p:nvCxnSpPr>
          <p:cNvPr id="195" name="Google Shape;195;p20"/>
          <p:cNvCxnSpPr/>
          <p:nvPr/>
        </p:nvCxnSpPr>
        <p:spPr>
          <a:xfrm flipH="1">
            <a:off x="6378444" y="5537141"/>
            <a:ext cx="106500" cy="32700"/>
          </a:xfrm>
          <a:prstGeom prst="straightConnector1">
            <a:avLst/>
          </a:prstGeom>
          <a:noFill/>
          <a:ln w="28575" cap="flat" cmpd="sng">
            <a:solidFill>
              <a:srgbClr val="000000"/>
            </a:solidFill>
            <a:prstDash val="solid"/>
            <a:round/>
            <a:headEnd type="none" w="med" len="med"/>
            <a:tailEnd type="none" w="med" len="med"/>
          </a:ln>
        </p:spPr>
      </p:cxnSp>
      <p:sp>
        <p:nvSpPr>
          <p:cNvPr id="196" name="Google Shape;196;p20"/>
          <p:cNvSpPr/>
          <p:nvPr/>
        </p:nvSpPr>
        <p:spPr>
          <a:xfrm>
            <a:off x="5843565" y="4415799"/>
            <a:ext cx="754800" cy="724800"/>
          </a:xfrm>
          <a:prstGeom prst="arc">
            <a:avLst>
              <a:gd name="adj1" fmla="val 4525778"/>
              <a:gd name="adj2" fmla="val 6343938"/>
            </a:avLst>
          </a:prstGeom>
          <a:noFill/>
          <a:ln w="2857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latin typeface="Lexend"/>
              <a:ea typeface="Lexend"/>
              <a:cs typeface="Lexend"/>
              <a:sym typeface="Lexend"/>
            </a:endParaRPr>
          </a:p>
        </p:txBody>
      </p:sp>
      <p:cxnSp>
        <p:nvCxnSpPr>
          <p:cNvPr id="197" name="Google Shape;197;p20"/>
          <p:cNvCxnSpPr/>
          <p:nvPr/>
        </p:nvCxnSpPr>
        <p:spPr>
          <a:xfrm>
            <a:off x="6328814" y="4742975"/>
            <a:ext cx="474900" cy="1608600"/>
          </a:xfrm>
          <a:prstGeom prst="straightConnector1">
            <a:avLst/>
          </a:prstGeom>
          <a:noFill/>
          <a:ln w="28575" cap="flat" cmpd="sng">
            <a:solidFill>
              <a:srgbClr val="000000"/>
            </a:solidFill>
            <a:prstDash val="solid"/>
            <a:round/>
            <a:headEnd type="triangle" w="med" len="med"/>
            <a:tailEnd type="triangle" w="med" len="med"/>
          </a:ln>
        </p:spPr>
      </p:cxnSp>
      <p:sp>
        <p:nvSpPr>
          <p:cNvPr id="198" name="Google Shape;198;p20"/>
          <p:cNvSpPr txBox="1"/>
          <p:nvPr/>
        </p:nvSpPr>
        <p:spPr>
          <a:xfrm>
            <a:off x="6625259" y="5320706"/>
            <a:ext cx="494400" cy="2223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ts val="1000"/>
              </a:spcAft>
              <a:buNone/>
            </a:pPr>
            <a:r>
              <a:rPr lang="en-GB" sz="1200">
                <a:solidFill>
                  <a:srgbClr val="000000"/>
                </a:solidFill>
                <a:latin typeface="Lexend"/>
                <a:ea typeface="Lexend"/>
                <a:cs typeface="Lexend"/>
                <a:sym typeface="Lexend"/>
              </a:rPr>
              <a:t>12 cm</a:t>
            </a:r>
            <a:endParaRPr sz="1200">
              <a:solidFill>
                <a:srgbClr val="000000"/>
              </a:solidFill>
              <a:latin typeface="Lexend"/>
              <a:ea typeface="Lexend"/>
              <a:cs typeface="Lexend"/>
              <a:sym typeface="Lexend"/>
            </a:endParaRPr>
          </a:p>
        </p:txBody>
      </p:sp>
      <p:sp>
        <p:nvSpPr>
          <p:cNvPr id="199" name="Google Shape;199;p20"/>
          <p:cNvSpPr txBox="1"/>
          <p:nvPr/>
        </p:nvSpPr>
        <p:spPr>
          <a:xfrm>
            <a:off x="6092643" y="5206224"/>
            <a:ext cx="517500" cy="1482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ts val="1000"/>
              </a:spcAft>
              <a:buNone/>
            </a:pPr>
            <a:r>
              <a:rPr lang="en-GB" sz="1200">
                <a:latin typeface="Lexend"/>
                <a:ea typeface="Lexend"/>
                <a:cs typeface="Lexend"/>
                <a:sym typeface="Lexend"/>
              </a:rPr>
              <a:t>30°</a:t>
            </a:r>
            <a:endParaRPr sz="1200">
              <a:solidFill>
                <a:srgbClr val="000000"/>
              </a:solidFill>
              <a:latin typeface="Lexend"/>
              <a:ea typeface="Lexend"/>
              <a:cs typeface="Lexend"/>
              <a:sym typeface="Lexend"/>
            </a:endParaRPr>
          </a:p>
        </p:txBody>
      </p:sp>
      <p:sp>
        <p:nvSpPr>
          <p:cNvPr id="200" name="Google Shape;200;p20"/>
          <p:cNvSpPr txBox="1"/>
          <p:nvPr/>
        </p:nvSpPr>
        <p:spPr>
          <a:xfrm>
            <a:off x="5880972" y="6395615"/>
            <a:ext cx="447600" cy="195600"/>
          </a:xfrm>
          <a:prstGeom prst="rect">
            <a:avLst/>
          </a:prstGeom>
          <a:solidFill>
            <a:srgbClr val="FFFFFF"/>
          </a:solidFill>
          <a:ln>
            <a:noFill/>
          </a:ln>
        </p:spPr>
        <p:txBody>
          <a:bodyPr spcFirstLastPara="1" wrap="square" lIns="0" tIns="0" rIns="0" bIns="0" anchor="t" anchorCtr="0">
            <a:noAutofit/>
          </a:bodyPr>
          <a:lstStyle/>
          <a:p>
            <a:pPr marL="0" lvl="0" indent="0" algn="l" rtl="0">
              <a:lnSpc>
                <a:spcPct val="115000"/>
              </a:lnSpc>
              <a:spcBef>
                <a:spcPct val="0"/>
              </a:spcBef>
              <a:spcAft>
                <a:spcPts val="1000"/>
              </a:spcAft>
              <a:buNone/>
            </a:pPr>
            <a:r>
              <a:rPr lang="en-GB" sz="1200" i="1">
                <a:latin typeface="Times New Roman"/>
                <a:ea typeface="Times New Roman"/>
                <a:cs typeface="Times New Roman"/>
                <a:sym typeface="Times New Roman"/>
              </a:rPr>
              <a:t>h</a:t>
            </a:r>
            <a:r>
              <a:rPr lang="en-GB" sz="1200">
                <a:solidFill>
                  <a:srgbClr val="000000"/>
                </a:solidFill>
                <a:latin typeface="Lexend"/>
                <a:ea typeface="Lexend"/>
                <a:cs typeface="Lexend"/>
                <a:sym typeface="Lexend"/>
              </a:rPr>
              <a:t> cm</a:t>
            </a:r>
            <a:endParaRPr sz="1200">
              <a:solidFill>
                <a:srgbClr val="000000"/>
              </a:solidFill>
              <a:latin typeface="Lexend"/>
              <a:ea typeface="Lexend"/>
              <a:cs typeface="Lexend"/>
              <a:sym typeface="Lexend"/>
            </a:endParaRPr>
          </a:p>
        </p:txBody>
      </p:sp>
      <p:sp>
        <p:nvSpPr>
          <p:cNvPr id="201" name="Google Shape;201;p20"/>
          <p:cNvSpPr txBox="1"/>
          <p:nvPr/>
        </p:nvSpPr>
        <p:spPr>
          <a:xfrm>
            <a:off x="468000" y="7859100"/>
            <a:ext cx="4560600" cy="5676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ts val="1000"/>
              </a:spcAft>
              <a:buNone/>
            </a:pPr>
            <a:r>
              <a:rPr lang="en-GB" sz="1200">
                <a:solidFill>
                  <a:srgbClr val="000000"/>
                </a:solidFill>
                <a:latin typeface="Lexend"/>
                <a:ea typeface="Lexend"/>
                <a:cs typeface="Lexend"/>
                <a:sym typeface="Lexend"/>
              </a:rPr>
              <a:t>2) Calculate the area of this rhombus, to 1 decimal place.</a:t>
            </a:r>
            <a:endParaRPr sz="1200">
              <a:solidFill>
                <a:srgbClr val="000000"/>
              </a:solidFill>
              <a:latin typeface="Lexend"/>
              <a:ea typeface="Lexend"/>
              <a:cs typeface="Lexend"/>
              <a:sym typeface="Lexend"/>
            </a:endParaRPr>
          </a:p>
        </p:txBody>
      </p:sp>
      <p:sp>
        <p:nvSpPr>
          <p:cNvPr id="202" name="Google Shape;202;p20"/>
          <p:cNvSpPr/>
          <p:nvPr/>
        </p:nvSpPr>
        <p:spPr>
          <a:xfrm>
            <a:off x="4891230" y="7978487"/>
            <a:ext cx="1556400" cy="1089900"/>
          </a:xfrm>
          <a:prstGeom prst="parallelogram">
            <a:avLst>
              <a:gd name="adj" fmla="val 34977"/>
            </a:avLst>
          </a:prstGeom>
          <a:noFill/>
          <a:ln w="2857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latin typeface="Lexend"/>
              <a:ea typeface="Lexend"/>
              <a:cs typeface="Lexend"/>
              <a:sym typeface="Lexend"/>
            </a:endParaRPr>
          </a:p>
        </p:txBody>
      </p:sp>
      <p:cxnSp>
        <p:nvCxnSpPr>
          <p:cNvPr id="203" name="Google Shape;203;p20"/>
          <p:cNvCxnSpPr/>
          <p:nvPr/>
        </p:nvCxnSpPr>
        <p:spPr>
          <a:xfrm rot="10800000" flipH="1">
            <a:off x="6179208" y="7978462"/>
            <a:ext cx="413700" cy="1092900"/>
          </a:xfrm>
          <a:prstGeom prst="straightConnector1">
            <a:avLst/>
          </a:prstGeom>
          <a:noFill/>
          <a:ln w="28575" cap="flat" cmpd="sng">
            <a:solidFill>
              <a:srgbClr val="000000"/>
            </a:solidFill>
            <a:prstDash val="solid"/>
            <a:round/>
            <a:headEnd type="triangle" w="med" len="med"/>
            <a:tailEnd type="triangle" w="med" len="med"/>
          </a:ln>
        </p:spPr>
      </p:cxnSp>
      <p:sp>
        <p:nvSpPr>
          <p:cNvPr id="204" name="Google Shape;204;p20"/>
          <p:cNvSpPr txBox="1"/>
          <p:nvPr/>
        </p:nvSpPr>
        <p:spPr>
          <a:xfrm>
            <a:off x="6447670" y="8426720"/>
            <a:ext cx="644400" cy="2775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ts val="1000"/>
              </a:spcAft>
              <a:buNone/>
            </a:pPr>
            <a:r>
              <a:rPr lang="en-GB" sz="1200">
                <a:latin typeface="Lexend"/>
                <a:ea typeface="Lexend"/>
                <a:cs typeface="Lexend"/>
                <a:sym typeface="Lexend"/>
              </a:rPr>
              <a:t>7</a:t>
            </a:r>
            <a:r>
              <a:rPr lang="en-GB" sz="1200">
                <a:solidFill>
                  <a:srgbClr val="000000"/>
                </a:solidFill>
                <a:latin typeface="Lexend"/>
                <a:ea typeface="Lexend"/>
                <a:cs typeface="Lexend"/>
                <a:sym typeface="Lexend"/>
              </a:rPr>
              <a:t> cm</a:t>
            </a:r>
            <a:endParaRPr sz="1200">
              <a:solidFill>
                <a:srgbClr val="000000"/>
              </a:solidFill>
              <a:latin typeface="Lexend"/>
              <a:ea typeface="Lexend"/>
              <a:cs typeface="Lexend"/>
              <a:sym typeface="Lexend"/>
            </a:endParaRPr>
          </a:p>
        </p:txBody>
      </p:sp>
      <p:sp>
        <p:nvSpPr>
          <p:cNvPr id="205" name="Google Shape;205;p20"/>
          <p:cNvSpPr/>
          <p:nvPr/>
        </p:nvSpPr>
        <p:spPr>
          <a:xfrm>
            <a:off x="4629412" y="8803452"/>
            <a:ext cx="529500" cy="529500"/>
          </a:xfrm>
          <a:prstGeom prst="arc">
            <a:avLst>
              <a:gd name="adj1" fmla="val 17300254"/>
              <a:gd name="adj2" fmla="val 0"/>
            </a:avLst>
          </a:prstGeom>
          <a:noFill/>
          <a:ln w="2857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latin typeface="Lexend"/>
              <a:ea typeface="Lexend"/>
              <a:cs typeface="Lexend"/>
              <a:sym typeface="Lexend"/>
            </a:endParaRPr>
          </a:p>
        </p:txBody>
      </p:sp>
      <p:sp>
        <p:nvSpPr>
          <p:cNvPr id="206" name="Google Shape;206;p20"/>
          <p:cNvSpPr txBox="1"/>
          <p:nvPr/>
        </p:nvSpPr>
        <p:spPr>
          <a:xfrm>
            <a:off x="5126311" y="8678843"/>
            <a:ext cx="673200" cy="2769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ts val="1000"/>
              </a:spcAft>
              <a:buNone/>
            </a:pPr>
            <a:r>
              <a:rPr lang="en-GB" sz="1200">
                <a:latin typeface="Lexend"/>
                <a:ea typeface="Lexend"/>
                <a:cs typeface="Lexend"/>
                <a:sym typeface="Lexend"/>
              </a:rPr>
              <a:t>73</a:t>
            </a:r>
            <a:r>
              <a:rPr lang="en-GB" sz="1200">
                <a:solidFill>
                  <a:srgbClr val="000000"/>
                </a:solidFill>
                <a:latin typeface="Lexend"/>
                <a:ea typeface="Lexend"/>
                <a:cs typeface="Lexend"/>
                <a:sym typeface="Lexend"/>
              </a:rPr>
              <a:t>°</a:t>
            </a:r>
            <a:endParaRPr sz="1200">
              <a:solidFill>
                <a:srgbClr val="000000"/>
              </a:solidFill>
              <a:latin typeface="Lexend"/>
              <a:ea typeface="Lexend"/>
              <a:cs typeface="Lexend"/>
              <a:sym typeface="Lexend"/>
            </a:endParaRPr>
          </a:p>
        </p:txBody>
      </p:sp>
      <p:sp>
        <p:nvSpPr>
          <p:cNvPr id="207" name="Google Shape;207;p20"/>
          <p:cNvSpPr txBox="1"/>
          <p:nvPr/>
        </p:nvSpPr>
        <p:spPr>
          <a:xfrm>
            <a:off x="4727894" y="2325172"/>
            <a:ext cx="267900" cy="1479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ts val="1000"/>
              </a:spcAft>
              <a:buNone/>
            </a:pPr>
            <a:r>
              <a:rPr lang="en-GB" sz="1200">
                <a:latin typeface="Lexend"/>
                <a:ea typeface="Lexend"/>
                <a:cs typeface="Lexend"/>
                <a:sym typeface="Lexend"/>
              </a:rPr>
              <a:t>30°</a:t>
            </a:r>
            <a:endParaRPr sz="1200">
              <a:solidFill>
                <a:srgbClr val="000000"/>
              </a:solidFill>
              <a:latin typeface="Lexend"/>
              <a:ea typeface="Lexend"/>
              <a:cs typeface="Lexend"/>
              <a:sym typeface="Lexend"/>
            </a:endParaRPr>
          </a:p>
        </p:txBody>
      </p:sp>
    </p:spTree>
  </p:cSld>
  <p:clrMapOvr>
    <a:masterClrMapping/>
  </p:clrMapOvr>
  <p:transition/>
  <p:timing/>
</p:sld>
</file>

<file path=ppt/slides/slide2.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211" name="Shape 211"/>
        <p:cNvGrpSpPr/>
        <p:nvPr/>
      </p:nvGrpSpPr>
      <p:grpSpPr>
        <a:xfrm>
          <a:off x="0" y="0"/>
          <a:ext cx="0" cy="0"/>
        </a:xfrm>
      </p:grpSpPr>
      <p:sp>
        <p:nvSpPr>
          <p:cNvPr id="212" name="Google Shape;212;p21"/>
          <p:cNvSpPr txBox="1"/>
          <p:nvPr>
            <p:ph type="subTitle" idx="1"/>
          </p:nvPr>
        </p:nvSpPr>
        <p:spPr>
          <a:xfrm>
            <a:off x="466825" y="360000"/>
            <a:ext cx="5779200" cy="138600"/>
          </a:xfrm>
          <a:prstGeom prst="rect">
            <a:avLst/>
          </a:prstGeom>
        </p:spPr>
        <p:txBody>
          <a:bodyPr spcFirstLastPara="1" wrap="square" lIns="0" tIns="0" rIns="0" bIns="0" anchor="t" anchorCtr="0">
            <a:spAutoFit/>
          </a:bodyPr>
          <a:lstStyle/>
          <a:p>
            <a:pPr marL="0" lvl="0" indent="0" algn="l" rtl="0">
              <a:spcBef>
                <a:spcPct val="0"/>
              </a:spcBef>
              <a:spcAft>
                <a:spcPct val="0"/>
              </a:spcAft>
              <a:buClr>
                <a:schemeClr val="dk1"/>
              </a:buClr>
              <a:buSzPts val="1100"/>
              <a:buFont typeface="Arial"/>
              <a:buNone/>
            </a:pPr>
            <a:r>
              <a:rPr lang="en-GB">
                <a:solidFill>
                  <a:schemeClr val="dk1"/>
                </a:solidFill>
              </a:rPr>
              <a:t>Problem solving with trigonometry</a:t>
            </a:r>
            <a:endParaRPr/>
          </a:p>
        </p:txBody>
      </p:sp>
      <p:cxnSp>
        <p:nvCxnSpPr>
          <p:cNvPr id="213" name="Google Shape;213;p21"/>
          <p:cNvCxnSpPr/>
          <p:nvPr/>
        </p:nvCxnSpPr>
        <p:spPr>
          <a:xfrm>
            <a:off x="474757" y="9971988"/>
            <a:ext cx="6610500" cy="0"/>
          </a:xfrm>
          <a:prstGeom prst="straightConnector1">
            <a:avLst/>
          </a:prstGeom>
          <a:noFill/>
          <a:ln w="38100" cap="flat" cmpd="sng">
            <a:solidFill>
              <a:srgbClr val="000000"/>
            </a:solidFill>
            <a:prstDash val="solid"/>
            <a:round/>
            <a:headEnd type="none" w="med" len="med"/>
            <a:tailEnd type="none" w="med" len="med"/>
          </a:ln>
        </p:spPr>
      </p:cxnSp>
      <p:sp>
        <p:nvSpPr>
          <p:cNvPr id="214" name="Google Shape;214;p21"/>
          <p:cNvSpPr txBox="1"/>
          <p:nvPr/>
        </p:nvSpPr>
        <p:spPr>
          <a:xfrm>
            <a:off x="476847" y="864000"/>
            <a:ext cx="3723300" cy="2478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ts val="1000"/>
              </a:spcAft>
              <a:buNone/>
            </a:pPr>
            <a:r>
              <a:rPr lang="en-GB" sz="1200">
                <a:solidFill>
                  <a:srgbClr val="000000"/>
                </a:solidFill>
                <a:latin typeface="Lexend"/>
                <a:ea typeface="Lexend"/>
                <a:cs typeface="Lexend"/>
                <a:sym typeface="Lexend"/>
              </a:rPr>
              <a:t>3) Calculate the area of this parallelogram, to 1 decimal place, given that its perimeter is 54 cm.</a:t>
            </a:r>
            <a:endParaRPr sz="1200">
              <a:solidFill>
                <a:srgbClr val="000000"/>
              </a:solidFill>
              <a:latin typeface="Lexend"/>
              <a:ea typeface="Lexend"/>
              <a:cs typeface="Lexend"/>
              <a:sym typeface="Lexend"/>
            </a:endParaRPr>
          </a:p>
        </p:txBody>
      </p:sp>
      <p:sp>
        <p:nvSpPr>
          <p:cNvPr id="215" name="Google Shape;215;p21"/>
          <p:cNvSpPr/>
          <p:nvPr/>
        </p:nvSpPr>
        <p:spPr>
          <a:xfrm>
            <a:off x="4434416" y="751180"/>
            <a:ext cx="1902900" cy="786300"/>
          </a:xfrm>
          <a:prstGeom prst="parallelogram">
            <a:avLst>
              <a:gd name="adj" fmla="val 52988"/>
            </a:avLst>
          </a:prstGeom>
          <a:noFill/>
          <a:ln w="2857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latin typeface="Lexend"/>
              <a:ea typeface="Lexend"/>
              <a:cs typeface="Lexend"/>
              <a:sym typeface="Lexend"/>
            </a:endParaRPr>
          </a:p>
        </p:txBody>
      </p:sp>
      <p:cxnSp>
        <p:nvCxnSpPr>
          <p:cNvPr id="216" name="Google Shape;216;p21"/>
          <p:cNvCxnSpPr/>
          <p:nvPr/>
        </p:nvCxnSpPr>
        <p:spPr>
          <a:xfrm rot="10800000" flipH="1">
            <a:off x="6034401" y="739426"/>
            <a:ext cx="421800" cy="802800"/>
          </a:xfrm>
          <a:prstGeom prst="straightConnector1">
            <a:avLst/>
          </a:prstGeom>
          <a:noFill/>
          <a:ln w="28575" cap="flat" cmpd="sng">
            <a:solidFill>
              <a:srgbClr val="000000"/>
            </a:solidFill>
            <a:prstDash val="solid"/>
            <a:round/>
            <a:headEnd type="triangle" w="med" len="med"/>
            <a:tailEnd type="triangle" w="med" len="med"/>
          </a:ln>
        </p:spPr>
      </p:cxnSp>
      <p:sp>
        <p:nvSpPr>
          <p:cNvPr id="217" name="Google Shape;217;p21"/>
          <p:cNvSpPr txBox="1"/>
          <p:nvPr/>
        </p:nvSpPr>
        <p:spPr>
          <a:xfrm>
            <a:off x="6304179" y="1081418"/>
            <a:ext cx="787800" cy="2484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ts val="1000"/>
              </a:spcAft>
              <a:buNone/>
            </a:pPr>
            <a:r>
              <a:rPr lang="en-GB" sz="1200">
                <a:latin typeface="Lexend"/>
                <a:ea typeface="Lexend"/>
                <a:cs typeface="Lexend"/>
                <a:sym typeface="Lexend"/>
              </a:rPr>
              <a:t>11</a:t>
            </a:r>
            <a:r>
              <a:rPr lang="en-GB" sz="1200">
                <a:solidFill>
                  <a:srgbClr val="000000"/>
                </a:solidFill>
                <a:latin typeface="Lexend"/>
                <a:ea typeface="Lexend"/>
                <a:cs typeface="Lexend"/>
                <a:sym typeface="Lexend"/>
              </a:rPr>
              <a:t> cm</a:t>
            </a:r>
            <a:endParaRPr sz="1200">
              <a:solidFill>
                <a:srgbClr val="000000"/>
              </a:solidFill>
              <a:latin typeface="Lexend"/>
              <a:ea typeface="Lexend"/>
              <a:cs typeface="Lexend"/>
              <a:sym typeface="Lexend"/>
            </a:endParaRPr>
          </a:p>
        </p:txBody>
      </p:sp>
      <p:sp>
        <p:nvSpPr>
          <p:cNvPr id="218" name="Google Shape;218;p21"/>
          <p:cNvSpPr/>
          <p:nvPr/>
        </p:nvSpPr>
        <p:spPr>
          <a:xfrm>
            <a:off x="4200162" y="1300782"/>
            <a:ext cx="473700" cy="474000"/>
          </a:xfrm>
          <a:prstGeom prst="arc">
            <a:avLst>
              <a:gd name="adj1" fmla="val 17925988"/>
              <a:gd name="adj2" fmla="val 0"/>
            </a:avLst>
          </a:prstGeom>
          <a:noFill/>
          <a:ln w="2857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latin typeface="Lexend"/>
              <a:ea typeface="Lexend"/>
              <a:cs typeface="Lexend"/>
              <a:sym typeface="Lexend"/>
            </a:endParaRPr>
          </a:p>
        </p:txBody>
      </p:sp>
      <p:sp>
        <p:nvSpPr>
          <p:cNvPr id="219" name="Google Shape;219;p21"/>
          <p:cNvSpPr txBox="1"/>
          <p:nvPr/>
        </p:nvSpPr>
        <p:spPr>
          <a:xfrm>
            <a:off x="4703603" y="1248146"/>
            <a:ext cx="602400" cy="2478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ts val="1000"/>
              </a:spcAft>
              <a:buNone/>
            </a:pPr>
            <a:r>
              <a:rPr lang="en-GB" sz="1200">
                <a:latin typeface="Lexend"/>
                <a:ea typeface="Lexend"/>
                <a:cs typeface="Lexend"/>
                <a:sym typeface="Lexend"/>
              </a:rPr>
              <a:t>66</a:t>
            </a:r>
            <a:r>
              <a:rPr lang="en-GB" sz="1200">
                <a:solidFill>
                  <a:srgbClr val="000000"/>
                </a:solidFill>
                <a:latin typeface="Lexend"/>
                <a:ea typeface="Lexend"/>
                <a:cs typeface="Lexend"/>
                <a:sym typeface="Lexend"/>
              </a:rPr>
              <a:t>°</a:t>
            </a:r>
            <a:endParaRPr sz="1200">
              <a:solidFill>
                <a:srgbClr val="000000"/>
              </a:solidFill>
              <a:latin typeface="Lexend"/>
              <a:ea typeface="Lexend"/>
              <a:cs typeface="Lexend"/>
              <a:sym typeface="Lexend"/>
            </a:endParaRPr>
          </a:p>
        </p:txBody>
      </p:sp>
      <p:cxnSp>
        <p:nvCxnSpPr>
          <p:cNvPr id="220" name="Google Shape;220;p21"/>
          <p:cNvCxnSpPr/>
          <p:nvPr/>
        </p:nvCxnSpPr>
        <p:spPr>
          <a:xfrm>
            <a:off x="4434416" y="1634024"/>
            <a:ext cx="1470000" cy="0"/>
          </a:xfrm>
          <a:prstGeom prst="straightConnector1">
            <a:avLst/>
          </a:prstGeom>
          <a:noFill/>
          <a:ln w="28575" cap="flat" cmpd="sng">
            <a:solidFill>
              <a:srgbClr val="000000"/>
            </a:solidFill>
            <a:prstDash val="solid"/>
            <a:round/>
            <a:headEnd type="triangle" w="med" len="med"/>
            <a:tailEnd type="triangle" w="med" len="med"/>
          </a:ln>
        </p:spPr>
      </p:cxnSp>
      <p:sp>
        <p:nvSpPr>
          <p:cNvPr id="221" name="Google Shape;221;p21"/>
          <p:cNvSpPr txBox="1"/>
          <p:nvPr/>
        </p:nvSpPr>
        <p:spPr>
          <a:xfrm>
            <a:off x="4985229" y="1621892"/>
            <a:ext cx="576600" cy="2484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ts val="1000"/>
              </a:spcAft>
              <a:buNone/>
            </a:pPr>
            <a:r>
              <a:rPr lang="en-GB" sz="1200" i="1">
                <a:latin typeface="Times New Roman"/>
                <a:ea typeface="Times New Roman"/>
                <a:cs typeface="Times New Roman"/>
                <a:sym typeface="Times New Roman"/>
              </a:rPr>
              <a:t>b</a:t>
            </a:r>
            <a:r>
              <a:rPr lang="en-GB" sz="1200">
                <a:latin typeface="Lexend"/>
                <a:ea typeface="Lexend"/>
                <a:cs typeface="Lexend"/>
                <a:sym typeface="Lexend"/>
              </a:rPr>
              <a:t> </a:t>
            </a:r>
            <a:r>
              <a:rPr lang="en-GB" sz="1200">
                <a:solidFill>
                  <a:srgbClr val="000000"/>
                </a:solidFill>
                <a:latin typeface="Lexend"/>
                <a:ea typeface="Lexend"/>
                <a:cs typeface="Lexend"/>
                <a:sym typeface="Lexend"/>
              </a:rPr>
              <a:t>cm</a:t>
            </a:r>
            <a:endParaRPr sz="1200">
              <a:solidFill>
                <a:srgbClr val="000000"/>
              </a:solidFill>
              <a:latin typeface="Lexend"/>
              <a:ea typeface="Lexend"/>
              <a:cs typeface="Lexend"/>
              <a:sym typeface="Lexend"/>
            </a:endParaRPr>
          </a:p>
        </p:txBody>
      </p:sp>
      <p:sp>
        <p:nvSpPr>
          <p:cNvPr id="222" name="Google Shape;222;p21"/>
          <p:cNvSpPr txBox="1"/>
          <p:nvPr/>
        </p:nvSpPr>
        <p:spPr>
          <a:xfrm>
            <a:off x="461975" y="4158050"/>
            <a:ext cx="3196200" cy="3462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ts val="1000"/>
              </a:spcAft>
              <a:buNone/>
            </a:pPr>
            <a:r>
              <a:rPr lang="en-GB" sz="1200">
                <a:solidFill>
                  <a:srgbClr val="000000"/>
                </a:solidFill>
                <a:latin typeface="Lexend"/>
                <a:ea typeface="Lexend"/>
                <a:cs typeface="Lexend"/>
                <a:sym typeface="Lexend"/>
              </a:rPr>
              <a:t>4) Calculate the area of this regular hexagon, to 1 decimal place.</a:t>
            </a:r>
            <a:endParaRPr sz="1200">
              <a:solidFill>
                <a:srgbClr val="000000"/>
              </a:solidFill>
              <a:latin typeface="Lexend"/>
              <a:ea typeface="Lexend"/>
              <a:cs typeface="Lexend"/>
              <a:sym typeface="Lexend"/>
            </a:endParaRPr>
          </a:p>
        </p:txBody>
      </p:sp>
      <p:cxnSp>
        <p:nvCxnSpPr>
          <p:cNvPr id="223" name="Google Shape;223;p21"/>
          <p:cNvCxnSpPr/>
          <p:nvPr/>
        </p:nvCxnSpPr>
        <p:spPr>
          <a:xfrm rot="10800000">
            <a:off x="4889982" y="4197037"/>
            <a:ext cx="412200" cy="727800"/>
          </a:xfrm>
          <a:prstGeom prst="straightConnector1">
            <a:avLst/>
          </a:prstGeom>
          <a:noFill/>
          <a:ln w="28575" cap="flat" cmpd="sng">
            <a:solidFill>
              <a:srgbClr val="000000"/>
            </a:solidFill>
            <a:prstDash val="solid"/>
            <a:round/>
            <a:headEnd type="triangle" w="med" len="med"/>
            <a:tailEnd type="triangle" w="med" len="med"/>
          </a:ln>
        </p:spPr>
      </p:cxnSp>
      <p:sp>
        <p:nvSpPr>
          <p:cNvPr id="224" name="Google Shape;224;p21"/>
          <p:cNvSpPr txBox="1"/>
          <p:nvPr/>
        </p:nvSpPr>
        <p:spPr>
          <a:xfrm>
            <a:off x="5201783" y="4307146"/>
            <a:ext cx="1020300" cy="2928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ts val="1000"/>
              </a:spcAft>
              <a:buNone/>
            </a:pPr>
            <a:r>
              <a:rPr lang="en-GB" sz="1200">
                <a:latin typeface="Lexend"/>
                <a:ea typeface="Lexend"/>
                <a:cs typeface="Lexend"/>
                <a:sym typeface="Lexend"/>
              </a:rPr>
              <a:t>5</a:t>
            </a:r>
            <a:r>
              <a:rPr lang="en-GB" sz="1200">
                <a:solidFill>
                  <a:srgbClr val="000000"/>
                </a:solidFill>
                <a:latin typeface="Lexend"/>
                <a:ea typeface="Lexend"/>
                <a:cs typeface="Lexend"/>
                <a:sym typeface="Lexend"/>
              </a:rPr>
              <a:t> cm</a:t>
            </a:r>
            <a:endParaRPr sz="1200">
              <a:solidFill>
                <a:srgbClr val="000000"/>
              </a:solidFill>
              <a:latin typeface="Lexend"/>
              <a:ea typeface="Lexend"/>
              <a:cs typeface="Lexend"/>
              <a:sym typeface="Lexend"/>
            </a:endParaRPr>
          </a:p>
        </p:txBody>
      </p:sp>
      <p:pic>
        <p:nvPicPr>
          <p:cNvPr id="225" name="Google Shape;225;p21"/>
          <p:cNvPicPr preferRelativeResize="0"/>
          <p:nvPr/>
        </p:nvPicPr>
        <p:blipFill>
          <a:blip r:embed="rId3">
            <a:alphaModFix/>
          </a:blip>
          <a:stretch>
            <a:fillRect/>
          </a:stretch>
        </p:blipFill>
        <p:spPr>
          <a:xfrm>
            <a:off x="3296310" y="4038775"/>
            <a:ext cx="2125556" cy="1940936"/>
          </a:xfrm>
          <a:prstGeom prst="rect">
            <a:avLst/>
          </a:prstGeom>
          <a:noFill/>
          <a:ln>
            <a:noFill/>
          </a:ln>
        </p:spPr>
      </p:pic>
      <p:sp>
        <p:nvSpPr>
          <p:cNvPr id="226" name="Google Shape;226;p21"/>
          <p:cNvSpPr txBox="1"/>
          <p:nvPr>
            <p:ph type="sldNum" idx="12"/>
          </p:nvPr>
        </p:nvSpPr>
        <p:spPr>
          <a:xfrm>
            <a:off x="6352325" y="9972000"/>
            <a:ext cx="483300" cy="277200"/>
          </a:xfrm>
          <a:prstGeom prst="rect">
            <a:avLst/>
          </a:prstGeom>
        </p:spPr>
        <p:txBody>
          <a:bodyPr spcFirstLastPara="1" wrap="square" lIns="91425" tIns="91425" rIns="91425" bIns="91425" anchor="ctr" anchorCtr="0">
            <a:noAutofit/>
          </a:bodyPr>
          <a:lstStyle/>
          <a:p>
            <a:pPr marL="0" lvl="0" indent="0" algn="r" rtl="0">
              <a:spcBef>
                <a:spcPct val="0"/>
              </a:spcBef>
              <a:spcAft>
                <a:spcPct val="0"/>
              </a:spcAft>
              <a:buNone/>
            </a:pPr>
            <a:fld id="{00000000-1234-1234-1234-123412341234}" type="slidenum">
              <a:rPr lang="en-GB"/>
              <a:t>2</a:t>
            </a:fld>
            <a:endParaRPr/>
          </a:p>
        </p:txBody>
      </p:sp>
    </p:spTree>
  </p:cSld>
  <p:clrMapOvr>
    <a:masterClrMapping/>
  </p:clrMapOvr>
  <p:transition/>
  <p:timing/>
</p:sld>
</file>

<file path=ppt/slides/slide3.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230" name="Shape 230"/>
        <p:cNvGrpSpPr/>
        <p:nvPr/>
      </p:nvGrpSpPr>
      <p:grpSpPr>
        <a:xfrm>
          <a:off x="0" y="0"/>
          <a:ext cx="0" cy="0"/>
        </a:xfrm>
      </p:grpSpPr>
      <p:sp>
        <p:nvSpPr>
          <p:cNvPr id="231" name="Google Shape;231;p22"/>
          <p:cNvSpPr txBox="1"/>
          <p:nvPr>
            <p:ph type="sldNum" idx="12"/>
          </p:nvPr>
        </p:nvSpPr>
        <p:spPr>
          <a:xfrm>
            <a:off x="6352325" y="9972000"/>
            <a:ext cx="483300" cy="277200"/>
          </a:xfrm>
          <a:prstGeom prst="rect">
            <a:avLst/>
          </a:prstGeom>
        </p:spPr>
        <p:txBody>
          <a:bodyPr spcFirstLastPara="1" wrap="square" lIns="91425" tIns="91425" rIns="91425" bIns="91425" anchor="ctr" anchorCtr="0">
            <a:noAutofit/>
          </a:bodyPr>
          <a:lstStyle/>
          <a:p>
            <a:pPr marL="0" lvl="0" indent="0" algn="r" rtl="0">
              <a:spcBef>
                <a:spcPct val="0"/>
              </a:spcBef>
              <a:spcAft>
                <a:spcPct val="0"/>
              </a:spcAft>
              <a:buNone/>
            </a:pPr>
            <a:fld id="{00000000-1234-1234-1234-123412341234}" type="slidenum">
              <a:rPr lang="en-GB"/>
              <a:t>3</a:t>
            </a:fld>
            <a:endParaRPr/>
          </a:p>
        </p:txBody>
      </p:sp>
      <p:sp>
        <p:nvSpPr>
          <p:cNvPr id="232" name="Google Shape;232;p22"/>
          <p:cNvSpPr txBox="1"/>
          <p:nvPr>
            <p:ph type="subTitle" idx="1"/>
          </p:nvPr>
        </p:nvSpPr>
        <p:spPr>
          <a:xfrm>
            <a:off x="466825" y="360000"/>
            <a:ext cx="5779200" cy="138600"/>
          </a:xfrm>
          <a:prstGeom prst="rect">
            <a:avLst/>
          </a:prstGeom>
        </p:spPr>
        <p:txBody>
          <a:bodyPr spcFirstLastPara="1" wrap="square" lIns="0" tIns="0" rIns="0" bIns="0" anchor="t" anchorCtr="0">
            <a:spAutoFit/>
          </a:bodyPr>
          <a:lstStyle/>
          <a:p>
            <a:pPr marL="0" lvl="0" indent="0" algn="l" rtl="0">
              <a:spcBef>
                <a:spcPct val="0"/>
              </a:spcBef>
              <a:spcAft>
                <a:spcPct val="0"/>
              </a:spcAft>
              <a:buNone/>
            </a:pPr>
            <a:r>
              <a:rPr lang="en-GB"/>
              <a:t>Problem solving with trigonometry</a:t>
            </a:r>
            <a:endParaRPr/>
          </a:p>
        </p:txBody>
      </p:sp>
      <p:sp>
        <p:nvSpPr>
          <p:cNvPr id="233" name="Google Shape;233;p22"/>
          <p:cNvSpPr txBox="1"/>
          <p:nvPr/>
        </p:nvSpPr>
        <p:spPr>
          <a:xfrm>
            <a:off x="6744600" y="10447800"/>
            <a:ext cx="815400" cy="244200"/>
          </a:xfrm>
          <a:prstGeom prst="rect">
            <a:avLst/>
          </a:prstGeom>
          <a:noFill/>
          <a:ln>
            <a:noFill/>
          </a:ln>
        </p:spPr>
        <p:txBody>
          <a:bodyPr spcFirstLastPara="1" wrap="square" lIns="91425" tIns="91425" rIns="91425" bIns="91425" anchor="ctr" anchorCtr="0">
            <a:noAutofit/>
          </a:bodyPr>
          <a:lstStyle/>
          <a:p>
            <a:pPr marL="0" lvl="0" indent="0" algn="r" rtl="0">
              <a:spcBef>
                <a:spcPct val="0"/>
              </a:spcBef>
              <a:spcAft>
                <a:spcPct val="0"/>
              </a:spcAft>
              <a:buNone/>
            </a:pPr>
            <a:r>
              <a:rPr lang="en-GB" sz="1000">
                <a:solidFill>
                  <a:srgbClr val="FFFFFF"/>
                </a:solidFill>
                <a:latin typeface="Lexend"/>
                <a:ea typeface="Lexend"/>
                <a:cs typeface="Lexend"/>
                <a:sym typeface="Lexend"/>
              </a:rPr>
              <a:t>v2.3</a:t>
            </a:r>
            <a:endParaRPr sz="1000">
              <a:solidFill>
                <a:srgbClr val="FFFFFF"/>
              </a:solidFill>
              <a:latin typeface="Lexend"/>
              <a:ea typeface="Lexend"/>
              <a:cs typeface="Lexend"/>
              <a:sym typeface="Lexend"/>
            </a:endParaRPr>
          </a:p>
        </p:txBody>
      </p:sp>
      <p:sp>
        <p:nvSpPr>
          <p:cNvPr id="234" name="Google Shape;234;p22"/>
          <p:cNvSpPr txBox="1"/>
          <p:nvPr>
            <p:ph type="subTitle" idx="2"/>
          </p:nvPr>
        </p:nvSpPr>
        <p:spPr>
          <a:xfrm>
            <a:off x="3875675" y="9972000"/>
            <a:ext cx="2722800" cy="161100"/>
          </a:xfrm>
          <a:prstGeom prst="rect">
            <a:avLst/>
          </a:prstGeom>
        </p:spPr>
        <p:txBody>
          <a:bodyPr spcFirstLastPara="1" wrap="square" lIns="0" tIns="0" rIns="0" bIns="0" anchor="b" anchorCtr="0">
            <a:noAutofit/>
          </a:bodyPr>
          <a:lstStyle/>
          <a:p>
            <a:pPr marL="0" lvl="0" indent="0" algn="l" rtl="0">
              <a:spcBef>
                <a:spcPct val="0"/>
              </a:spcBef>
              <a:spcAft>
                <a:spcPct val="0"/>
              </a:spcAft>
              <a:buClr>
                <a:schemeClr val="dk1"/>
              </a:buClr>
              <a:buSzPts val="1100"/>
              <a:buFont typeface="Arial"/>
              <a:buNone/>
            </a:pPr>
            <a:r>
              <a:rPr lang="en-GB"/>
              <a:t>Mathematics in Education and Industry</a:t>
            </a:r>
            <a:endParaRPr/>
          </a:p>
        </p:txBody>
      </p:sp>
      <p:sp>
        <p:nvSpPr>
          <p:cNvPr id="235" name="Google Shape;235;p22"/>
          <p:cNvSpPr txBox="1"/>
          <p:nvPr/>
        </p:nvSpPr>
        <p:spPr>
          <a:xfrm>
            <a:off x="512875" y="981825"/>
            <a:ext cx="6443700" cy="3699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ts val="1000"/>
              </a:spcAft>
              <a:buNone/>
            </a:pPr>
            <a:r>
              <a:rPr lang="en-GB" sz="1200">
                <a:solidFill>
                  <a:srgbClr val="000000"/>
                </a:solidFill>
                <a:latin typeface="Lexend"/>
                <a:ea typeface="Lexend"/>
                <a:cs typeface="Lexend"/>
                <a:sym typeface="Lexend"/>
              </a:rPr>
              <a:t>1) Calculate the marked angles on each diagram.</a:t>
            </a:r>
            <a:endParaRPr sz="1200">
              <a:solidFill>
                <a:srgbClr val="000000"/>
              </a:solidFill>
              <a:latin typeface="Lexend"/>
              <a:ea typeface="Lexend"/>
              <a:cs typeface="Lexend"/>
              <a:sym typeface="Lexend"/>
            </a:endParaRPr>
          </a:p>
        </p:txBody>
      </p:sp>
      <p:sp>
        <p:nvSpPr>
          <p:cNvPr id="236" name="Google Shape;236;p22"/>
          <p:cNvSpPr txBox="1"/>
          <p:nvPr/>
        </p:nvSpPr>
        <p:spPr>
          <a:xfrm>
            <a:off x="474750" y="720004"/>
            <a:ext cx="6624000" cy="194100"/>
          </a:xfrm>
          <a:prstGeom prst="rect">
            <a:avLst/>
          </a:prstGeom>
          <a:noFill/>
          <a:ln>
            <a:noFill/>
          </a:ln>
        </p:spPr>
        <p:txBody>
          <a:bodyPr spcFirstLastPara="1" wrap="square" lIns="0" tIns="0" rIns="0" bIns="0" anchor="t" anchorCtr="0">
            <a:noAutofit/>
          </a:bodyPr>
          <a:lstStyle/>
          <a:p>
            <a:pPr marL="0" lvl="0" indent="0" algn="l" rtl="0">
              <a:spcBef>
                <a:spcPct val="0"/>
              </a:spcBef>
              <a:spcAft>
                <a:spcPct val="0"/>
              </a:spcAft>
              <a:buNone/>
            </a:pPr>
            <a:r>
              <a:rPr lang="en-GB" b="1">
                <a:solidFill>
                  <a:srgbClr val="000000"/>
                </a:solidFill>
                <a:latin typeface="Lexend"/>
                <a:ea typeface="Lexend"/>
                <a:cs typeface="Lexend"/>
                <a:sym typeface="Lexend"/>
              </a:rPr>
              <a:t>Task </a:t>
            </a:r>
            <a:r>
              <a:rPr lang="en-GB" b="1">
                <a:latin typeface="Lexend"/>
                <a:ea typeface="Lexend"/>
                <a:cs typeface="Lexend"/>
                <a:sym typeface="Lexend"/>
              </a:rPr>
              <a:t>B</a:t>
            </a:r>
            <a:r>
              <a:rPr lang="en-GB" b="1">
                <a:solidFill>
                  <a:srgbClr val="000000"/>
                </a:solidFill>
                <a:latin typeface="Lexend"/>
                <a:ea typeface="Lexend"/>
                <a:cs typeface="Lexend"/>
                <a:sym typeface="Lexend"/>
              </a:rPr>
              <a:t>: </a:t>
            </a:r>
            <a:r>
              <a:rPr lang="en-GB" b="1">
                <a:latin typeface="Lexend"/>
                <a:ea typeface="Lexend"/>
                <a:cs typeface="Lexend"/>
                <a:sym typeface="Lexend"/>
              </a:rPr>
              <a:t>Calculating angles</a:t>
            </a:r>
            <a:endParaRPr b="1">
              <a:latin typeface="Lexend"/>
              <a:ea typeface="Lexend"/>
              <a:cs typeface="Lexend"/>
              <a:sym typeface="Lexend"/>
            </a:endParaRPr>
          </a:p>
        </p:txBody>
      </p:sp>
      <p:pic>
        <p:nvPicPr>
          <p:cNvPr id="237" name="Google Shape;237;p22"/>
          <p:cNvPicPr preferRelativeResize="0"/>
          <p:nvPr/>
        </p:nvPicPr>
        <p:blipFill>
          <a:blip r:embed="rId3">
            <a:alphaModFix/>
          </a:blip>
          <a:stretch>
            <a:fillRect/>
          </a:stretch>
        </p:blipFill>
        <p:spPr>
          <a:xfrm>
            <a:off x="2939602" y="1244783"/>
            <a:ext cx="1878958" cy="1586380"/>
          </a:xfrm>
          <a:prstGeom prst="rect">
            <a:avLst/>
          </a:prstGeom>
          <a:noFill/>
          <a:ln w="9525" cap="flat" cmpd="sng">
            <a:solidFill>
              <a:srgbClr val="000000"/>
            </a:solidFill>
            <a:prstDash val="solid"/>
            <a:round/>
            <a:headEnd type="none" w="sm" len="sm"/>
            <a:tailEnd type="none" w="sm" len="sm"/>
          </a:ln>
        </p:spPr>
      </p:pic>
      <p:pic>
        <p:nvPicPr>
          <p:cNvPr id="238" name="Google Shape;238;p22"/>
          <p:cNvPicPr preferRelativeResize="0"/>
          <p:nvPr/>
        </p:nvPicPr>
        <p:blipFill>
          <a:blip r:embed="rId4">
            <a:alphaModFix/>
          </a:blip>
          <a:stretch>
            <a:fillRect/>
          </a:stretch>
        </p:blipFill>
        <p:spPr>
          <a:xfrm>
            <a:off x="762499" y="1244783"/>
            <a:ext cx="1706400" cy="1082259"/>
          </a:xfrm>
          <a:prstGeom prst="rect">
            <a:avLst/>
          </a:prstGeom>
          <a:noFill/>
          <a:ln w="9525" cap="flat" cmpd="sng">
            <a:solidFill>
              <a:srgbClr val="000000"/>
            </a:solidFill>
            <a:prstDash val="solid"/>
            <a:round/>
            <a:headEnd type="none" w="sm" len="sm"/>
            <a:tailEnd type="none" w="sm" len="sm"/>
          </a:ln>
        </p:spPr>
      </p:pic>
      <p:pic>
        <p:nvPicPr>
          <p:cNvPr id="239" name="Google Shape;239;p22"/>
          <p:cNvPicPr preferRelativeResize="0"/>
          <p:nvPr/>
        </p:nvPicPr>
        <p:blipFill>
          <a:blip r:embed="rId5">
            <a:alphaModFix/>
          </a:blip>
          <a:stretch>
            <a:fillRect/>
          </a:stretch>
        </p:blipFill>
        <p:spPr>
          <a:xfrm>
            <a:off x="5273336" y="1244783"/>
            <a:ext cx="1773790" cy="1931261"/>
          </a:xfrm>
          <a:prstGeom prst="rect">
            <a:avLst/>
          </a:prstGeom>
          <a:noFill/>
          <a:ln w="9525" cap="flat" cmpd="sng">
            <a:solidFill>
              <a:srgbClr val="000000"/>
            </a:solidFill>
            <a:prstDash val="solid"/>
            <a:round/>
            <a:headEnd type="none" w="sm" len="sm"/>
            <a:tailEnd type="none" w="sm" len="sm"/>
          </a:ln>
        </p:spPr>
      </p:pic>
      <p:sp>
        <p:nvSpPr>
          <p:cNvPr id="240" name="Google Shape;240;p22"/>
          <p:cNvSpPr txBox="1"/>
          <p:nvPr/>
        </p:nvSpPr>
        <p:spPr>
          <a:xfrm>
            <a:off x="512875" y="1244783"/>
            <a:ext cx="220800" cy="2511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ts val="1000"/>
              </a:spcAft>
              <a:buNone/>
            </a:pPr>
            <a:r>
              <a:rPr lang="en-GB" sz="1200">
                <a:solidFill>
                  <a:srgbClr val="000000"/>
                </a:solidFill>
                <a:latin typeface="Lexend"/>
                <a:ea typeface="Lexend"/>
                <a:cs typeface="Lexend"/>
                <a:sym typeface="Lexend"/>
              </a:rPr>
              <a:t>a)</a:t>
            </a:r>
            <a:endParaRPr sz="1200">
              <a:solidFill>
                <a:srgbClr val="000000"/>
              </a:solidFill>
              <a:latin typeface="Lexend"/>
              <a:ea typeface="Lexend"/>
              <a:cs typeface="Lexend"/>
              <a:sym typeface="Lexend"/>
            </a:endParaRPr>
          </a:p>
        </p:txBody>
      </p:sp>
      <p:sp>
        <p:nvSpPr>
          <p:cNvPr id="241" name="Google Shape;241;p22"/>
          <p:cNvSpPr txBox="1"/>
          <p:nvPr/>
        </p:nvSpPr>
        <p:spPr>
          <a:xfrm>
            <a:off x="2666032" y="1244783"/>
            <a:ext cx="220800" cy="2511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ts val="1000"/>
              </a:spcAft>
              <a:buNone/>
            </a:pPr>
            <a:r>
              <a:rPr lang="en-GB" sz="1200">
                <a:solidFill>
                  <a:srgbClr val="000000"/>
                </a:solidFill>
                <a:latin typeface="Lexend"/>
                <a:ea typeface="Lexend"/>
                <a:cs typeface="Lexend"/>
                <a:sym typeface="Lexend"/>
              </a:rPr>
              <a:t>b)</a:t>
            </a:r>
            <a:endParaRPr sz="1200">
              <a:solidFill>
                <a:srgbClr val="000000"/>
              </a:solidFill>
              <a:latin typeface="Lexend"/>
              <a:ea typeface="Lexend"/>
              <a:cs typeface="Lexend"/>
              <a:sym typeface="Lexend"/>
            </a:endParaRPr>
          </a:p>
        </p:txBody>
      </p:sp>
      <p:sp>
        <p:nvSpPr>
          <p:cNvPr id="242" name="Google Shape;242;p22"/>
          <p:cNvSpPr txBox="1"/>
          <p:nvPr/>
        </p:nvSpPr>
        <p:spPr>
          <a:xfrm>
            <a:off x="4996853" y="1244783"/>
            <a:ext cx="220800" cy="2511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ts val="1000"/>
              </a:spcAft>
              <a:buNone/>
            </a:pPr>
            <a:r>
              <a:rPr lang="en-GB" sz="1200">
                <a:solidFill>
                  <a:srgbClr val="000000"/>
                </a:solidFill>
                <a:latin typeface="Lexend"/>
                <a:ea typeface="Lexend"/>
                <a:cs typeface="Lexend"/>
                <a:sym typeface="Lexend"/>
              </a:rPr>
              <a:t>c)</a:t>
            </a:r>
            <a:endParaRPr sz="1200">
              <a:solidFill>
                <a:srgbClr val="000000"/>
              </a:solidFill>
              <a:latin typeface="Lexend"/>
              <a:ea typeface="Lexend"/>
              <a:cs typeface="Lexend"/>
              <a:sym typeface="Lexend"/>
            </a:endParaRPr>
          </a:p>
        </p:txBody>
      </p:sp>
      <p:sp>
        <p:nvSpPr>
          <p:cNvPr id="243" name="Google Shape;243;p22"/>
          <p:cNvSpPr txBox="1"/>
          <p:nvPr/>
        </p:nvSpPr>
        <p:spPr>
          <a:xfrm>
            <a:off x="1272256" y="1912550"/>
            <a:ext cx="610200" cy="2511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ts val="1000"/>
              </a:spcAft>
              <a:buNone/>
            </a:pPr>
            <a:r>
              <a:rPr lang="en-GB" sz="1200">
                <a:solidFill>
                  <a:srgbClr val="000000"/>
                </a:solidFill>
                <a:latin typeface="Lexend"/>
                <a:ea typeface="Lexend"/>
                <a:cs typeface="Lexend"/>
                <a:sym typeface="Lexend"/>
              </a:rPr>
              <a:t>𝜃°</a:t>
            </a:r>
            <a:endParaRPr sz="1200">
              <a:solidFill>
                <a:srgbClr val="000000"/>
              </a:solidFill>
              <a:latin typeface="Lexend"/>
              <a:ea typeface="Lexend"/>
              <a:cs typeface="Lexend"/>
              <a:sym typeface="Lexend"/>
            </a:endParaRPr>
          </a:p>
        </p:txBody>
      </p:sp>
      <p:sp>
        <p:nvSpPr>
          <p:cNvPr id="244" name="Google Shape;244;p22"/>
          <p:cNvSpPr txBox="1"/>
          <p:nvPr/>
        </p:nvSpPr>
        <p:spPr>
          <a:xfrm>
            <a:off x="4032849" y="2163407"/>
            <a:ext cx="610200" cy="2511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ts val="1000"/>
              </a:spcAft>
              <a:buNone/>
            </a:pPr>
            <a:r>
              <a:rPr lang="en-GB" sz="1200">
                <a:solidFill>
                  <a:srgbClr val="000000"/>
                </a:solidFill>
                <a:latin typeface="Lexend"/>
                <a:ea typeface="Lexend"/>
                <a:cs typeface="Lexend"/>
                <a:sym typeface="Lexend"/>
              </a:rPr>
              <a:t>𝜃°</a:t>
            </a:r>
            <a:endParaRPr sz="1200">
              <a:solidFill>
                <a:srgbClr val="000000"/>
              </a:solidFill>
              <a:latin typeface="Lexend"/>
              <a:ea typeface="Lexend"/>
              <a:cs typeface="Lexend"/>
              <a:sym typeface="Lexend"/>
            </a:endParaRPr>
          </a:p>
        </p:txBody>
      </p:sp>
      <p:sp>
        <p:nvSpPr>
          <p:cNvPr id="245" name="Google Shape;245;p22"/>
          <p:cNvSpPr txBox="1"/>
          <p:nvPr/>
        </p:nvSpPr>
        <p:spPr>
          <a:xfrm>
            <a:off x="6437006" y="2804651"/>
            <a:ext cx="610200" cy="2511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ts val="1000"/>
              </a:spcAft>
              <a:buNone/>
            </a:pPr>
            <a:r>
              <a:rPr lang="en-GB" sz="1200">
                <a:solidFill>
                  <a:srgbClr val="000000"/>
                </a:solidFill>
                <a:latin typeface="Lexend"/>
                <a:ea typeface="Lexend"/>
                <a:cs typeface="Lexend"/>
                <a:sym typeface="Lexend"/>
              </a:rPr>
              <a:t>𝜃°</a:t>
            </a:r>
            <a:endParaRPr sz="1200">
              <a:solidFill>
                <a:srgbClr val="000000"/>
              </a:solidFill>
              <a:latin typeface="Lexend"/>
              <a:ea typeface="Lexend"/>
              <a:cs typeface="Lexend"/>
              <a:sym typeface="Lexend"/>
            </a:endParaRPr>
          </a:p>
        </p:txBody>
      </p:sp>
      <p:sp>
        <p:nvSpPr>
          <p:cNvPr id="246" name="Google Shape;246;p22"/>
          <p:cNvSpPr txBox="1"/>
          <p:nvPr/>
        </p:nvSpPr>
        <p:spPr>
          <a:xfrm>
            <a:off x="476400" y="3959700"/>
            <a:ext cx="6624000" cy="7194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ct val="0"/>
              </a:spcAft>
              <a:buNone/>
            </a:pPr>
            <a:r>
              <a:rPr lang="en-GB" sz="1200">
                <a:solidFill>
                  <a:srgbClr val="000000"/>
                </a:solidFill>
                <a:latin typeface="Lexend"/>
                <a:ea typeface="Lexend"/>
                <a:cs typeface="Lexend"/>
                <a:sym typeface="Lexend"/>
              </a:rPr>
              <a:t>2) A yacht is given the instruction to sail 20 km due East and then 60 km due North. If the yacht is already facing East, what angle should it turn to be facing directly towards its final position?</a:t>
            </a:r>
            <a:endParaRPr sz="1200">
              <a:solidFill>
                <a:srgbClr val="000000"/>
              </a:solidFill>
              <a:latin typeface="Lexend"/>
              <a:ea typeface="Lexend"/>
              <a:cs typeface="Lexend"/>
              <a:sym typeface="Lexend"/>
            </a:endParaRPr>
          </a:p>
          <a:p>
            <a:pPr marL="0" lvl="0" indent="0" algn="l" rtl="0">
              <a:lnSpc>
                <a:spcPct val="115000"/>
              </a:lnSpc>
              <a:spcBef>
                <a:spcPts val="1000"/>
              </a:spcBef>
              <a:spcAft>
                <a:spcPts val="1000"/>
              </a:spcAft>
              <a:buNone/>
            </a:pPr>
            <a:endParaRPr sz="1200">
              <a:solidFill>
                <a:srgbClr val="000000"/>
              </a:solidFill>
              <a:latin typeface="Lexend"/>
              <a:ea typeface="Lexend"/>
              <a:cs typeface="Lexend"/>
              <a:sym typeface="Lexend"/>
            </a:endParaRPr>
          </a:p>
        </p:txBody>
      </p:sp>
      <p:sp>
        <p:nvSpPr>
          <p:cNvPr id="247" name="Google Shape;247;p22"/>
          <p:cNvSpPr txBox="1"/>
          <p:nvPr/>
        </p:nvSpPr>
        <p:spPr>
          <a:xfrm>
            <a:off x="467824" y="6245700"/>
            <a:ext cx="6234900" cy="2427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ct val="0"/>
              </a:spcAft>
              <a:buNone/>
            </a:pPr>
            <a:r>
              <a:rPr lang="en-GB" sz="1200">
                <a:solidFill>
                  <a:srgbClr val="000000"/>
                </a:solidFill>
                <a:latin typeface="Lexend"/>
                <a:ea typeface="Lexend"/>
                <a:cs typeface="Lexend"/>
                <a:sym typeface="Lexend"/>
              </a:rPr>
              <a:t>3) A helicopter travels 30 km due North and then rotates 𝜃°, before travelling 50 km in that direction. The helicopter finishes directly due West of the starting point. What angle of turn did they make?</a:t>
            </a:r>
            <a:endParaRPr sz="1200">
              <a:solidFill>
                <a:srgbClr val="000000"/>
              </a:solidFill>
              <a:latin typeface="Lexend"/>
              <a:ea typeface="Lexend"/>
              <a:cs typeface="Lexend"/>
              <a:sym typeface="Lexend"/>
            </a:endParaRPr>
          </a:p>
          <a:p>
            <a:pPr marL="0" lvl="0" indent="0" algn="l" rtl="0">
              <a:lnSpc>
                <a:spcPct val="115000"/>
              </a:lnSpc>
              <a:spcBef>
                <a:spcPts val="1000"/>
              </a:spcBef>
              <a:spcAft>
                <a:spcPts val="1000"/>
              </a:spcAft>
              <a:buNone/>
            </a:pPr>
            <a:endParaRPr sz="1200">
              <a:solidFill>
                <a:srgbClr val="000000"/>
              </a:solidFill>
              <a:latin typeface="Lexend"/>
              <a:ea typeface="Lexend"/>
              <a:cs typeface="Lexend"/>
              <a:sym typeface="Lexend"/>
            </a:endParaRPr>
          </a:p>
        </p:txBody>
      </p:sp>
    </p:spTree>
  </p:cSld>
  <p:clrMapOvr>
    <a:masterClrMapping/>
  </p:clrMapOvr>
  <p:transition/>
  <p:timing/>
</p:sld>
</file>

<file path=ppt/tags/tag1.xml><?xml version="1.0" encoding="utf-8"?>
<p:tagLst xmlns:p="http://schemas.openxmlformats.org/presentationml/2006/main">
  <p:tag name="AS_NET" val="3.1.32"/>
  <p:tag name="AS_OS" val="Microsoft Windows NT 6.2.9200.0"/>
  <p:tag name="AS_RELEASE_DATE" val="2024.02.14"/>
  <p:tag name="AS_TITLE" val="Aspose.Slides for .NET Standard 2.0"/>
  <p:tag name="AS_VERSION" val="24.2"/>
</p:tagLst>
</file>

<file path=ppt/theme/theme1.xml><?xml version="1.0" encoding="utf-8"?>
<a:theme xmlns:r="http://schemas.openxmlformats.org/officeDocument/2006/relationships" xmlns:a="http://schemas.openxmlformats.org/drawingml/2006/main" name="simple-light-2">
  <a:themeElements>
    <a:clrScheme name="Simple Light">
      <a:dk1>
        <a:srgbClr val="000000"/>
      </a:dk1>
      <a:lt1>
        <a:srgbClr val="FFFFFF"/>
      </a:lt1>
      <a:dk2>
        <a:srgbClr val="000000"/>
      </a:dk2>
      <a:lt2>
        <a:srgbClr val="F0F0F0"/>
      </a:lt2>
      <a:accent1>
        <a:srgbClr val="25AB38"/>
      </a:accent1>
      <a:accent2>
        <a:srgbClr val="374CF1"/>
      </a:accent2>
      <a:accent3>
        <a:srgbClr val="D02AA7"/>
      </a:accent3>
      <a:accent4>
        <a:srgbClr val="845AD9"/>
      </a:accent4>
      <a:accent5>
        <a:srgbClr val="037B7D"/>
      </a:accent5>
      <a:accent6>
        <a:srgbClr val="E51D4D"/>
      </a:accent6>
      <a:hlink>
        <a:srgbClr val="25AB38"/>
      </a:hlink>
      <a:folHlink>
        <a:srgbClr val="0097A7"/>
      </a:folHlink>
    </a:clrScheme>
    <a:fontScheme name="Office">
      <a:majorFont>
        <a:latin typeface="Arial"/>
        <a:ea typeface="Arial"/>
        <a:cs typeface="Arial"/>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Arial"/>
        <a:cs typeface="Arial"/>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r="http://schemas.openxmlformats.org/officeDocument/2006/relationships" xmlns:a="http://schemas.openxmlformats.org/drawingml/2006/main" name="simple-light-2">
  <a:themeElements>
    <a:clrScheme name="Simple Light">
      <a:dk1>
        <a:srgbClr val="000000"/>
      </a:dk1>
      <a:lt1>
        <a:srgbClr val="FFFFFF"/>
      </a:lt1>
      <a:dk2>
        <a:srgbClr val="000000"/>
      </a:dk2>
      <a:lt2>
        <a:srgbClr val="F0F0F0"/>
      </a:lt2>
      <a:accent1>
        <a:srgbClr val="25AB38"/>
      </a:accent1>
      <a:accent2>
        <a:srgbClr val="374CF1"/>
      </a:accent2>
      <a:accent3>
        <a:srgbClr val="D02AA7"/>
      </a:accent3>
      <a:accent4>
        <a:srgbClr val="845AD9"/>
      </a:accent4>
      <a:accent5>
        <a:srgbClr val="037B7D"/>
      </a:accent5>
      <a:accent6>
        <a:srgbClr val="E51D4D"/>
      </a:accent6>
      <a:hlink>
        <a:srgbClr val="25AB38"/>
      </a:hlink>
      <a:folHlink>
        <a:srgbClr val="0097A7"/>
      </a:folHlink>
    </a:clrScheme>
    <a:fontScheme name="Office">
      <a:majorFont>
        <a:latin typeface="Arial"/>
        <a:ea typeface="Arial"/>
        <a:cs typeface="Arial"/>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Arial"/>
        <a:cs typeface="Arial"/>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r="http://schemas.openxmlformats.org/officeDocument/2006/relationships" xmlns:a="http://schemas.openxmlformats.org/drawingml/2006/main" name="simple-light-2 override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Arial"/>
        <a:cs typeface="Arial"/>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Arial"/>
        <a:cs typeface="Arial"/>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Properties xmlns:vt="http://schemas.openxmlformats.org/officeDocument/2006/docPropsVTypes" xmlns="http://schemas.openxmlformats.org/officeDocument/2006/extended-properties">
  <Company/>
  <Paragraphs>46</Paragraphs>
  <Slides>3</Slides>
  <Notes>3</Notes>
  <TotalTime>0</TotalTime>
  <HiddenSlides>0</HiddenSlides>
  <MMClips>0</MMClips>
  <ScaleCrop>0</ScaleCrop>
  <HeadingPairs>
    <vt:vector baseType="variant" size="6">
      <vt:variant>
        <vt:lpstr>Fonts used</vt:lpstr>
      </vt:variant>
      <vt:variant>
        <vt:i4>7</vt:i4>
      </vt:variant>
      <vt:variant>
        <vt:lpstr>Theme</vt:lpstr>
      </vt:variant>
      <vt:variant>
        <vt:i4>1</vt:i4>
      </vt:variant>
      <vt:variant>
        <vt:lpstr>Slide Titles</vt:lpstr>
      </vt:variant>
      <vt:variant>
        <vt:i4>3</vt:i4>
      </vt:variant>
    </vt:vector>
  </HeadingPairs>
  <TitlesOfParts>
    <vt:vector baseType="lpstr" size="11">
      <vt:lpstr>Arial</vt:lpstr>
      <vt:lpstr>Lexend</vt:lpstr>
      <vt:lpstr>Kalam</vt:lpstr>
      <vt:lpstr>Lexend Medium</vt:lpstr>
      <vt:lpstr>Lexend Light</vt:lpstr>
      <vt:lpstr>Calibri</vt:lpstr>
      <vt:lpstr>Times New Roman</vt:lpstr>
      <vt:lpstr>simple-light-2</vt:lpstr>
      <vt:lpstr>Problem solving with trigonometry</vt:lpstr>
      <vt:lpstr>PowerPoint Presentation</vt:lpstr>
      <vt:lpstr>PowerPoint Presentation</vt:lpstr>
    </vt:vector>
  </TitlesOfParts>
  <LinksUpToDate>0</LinksUpToDate>
  <SharedDoc>0</SharedDoc>
  <HyperlinksChanged>0</HyperlinksChanged>
  <Application>Aspose.Slides for .NET</Application>
  <AppVersion>24.0200</AppVersion>
</Properties>
</file>

<file path=docProps/core.xml><?xml version="1.0" encoding="utf-8"?>
<cp:coreProperties xmlns:dc="http://purl.org/dc/elements/1.1/" xmlns:dcterms="http://purl.org/dc/terms/" xmlns:dcmitype="http://purl.org/dc/dcmitype/" xmlns:xsi="http://www.w3.org/2001/XMLSchema-instance" xmlns:cp="http://schemas.openxmlformats.org/package/2006/metadata/core-properties">
  <cp:revision>1</cp:revision>
  <cp:lastPrinted>2024-03-05T14:43:30.721</cp:lastPrinted>
  <dcterms:created xsi:type="dcterms:W3CDTF">2024-03-05T14:43:30Z</dcterms:created>
  <dcterms:modified xsi:type="dcterms:W3CDTF">2024-03-05T14:41:11Z</dcterms:modified>
</cp:coreProperties>
</file>