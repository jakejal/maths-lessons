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16ABB9E-660B-4A73-992D-2BB1FE09F7AC}">
  <a:tblStyle styleId="{116ABB9E-660B-4A73-992D-2BB1FE09F7A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2" name="Shape 242"/>
        <p:cNvGrpSpPr/>
        <p:nvPr/>
      </p:nvGrpSpPr>
      <p:grpSpPr>
        <a:xfrm>
          <a:off x="0" y="0"/>
          <a:ext cx="0" cy="0"/>
        </a:xfrm>
      </p:grpSpPr>
      <p:sp>
        <p:nvSpPr>
          <p:cNvPr id="243" name="Google Shape;243;g2be07a4d606_0_10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be07a4d606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38" name="Shape 338"/>
        <p:cNvGrpSpPr/>
        <p:nvPr/>
      </p:nvGrpSpPr>
      <p:grpSpPr>
        <a:xfrm>
          <a:off x="0" y="0"/>
          <a:ext cx="0" cy="0"/>
        </a:xfrm>
      </p:grpSpPr>
      <p:sp>
        <p:nvSpPr>
          <p:cNvPr id="339" name="Google Shape;339;g2be07a4d606_0_10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be07a4d606_0_1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435" name="Shape 435"/>
        <p:cNvGrpSpPr/>
        <p:nvPr/>
      </p:nvGrpSpPr>
      <p:grpSpPr>
        <a:xfrm>
          <a:off x="0" y="0"/>
          <a:ext cx="0" cy="0"/>
        </a:xfrm>
      </p:grpSpPr>
      <p:sp>
        <p:nvSpPr>
          <p:cNvPr id="436" name="Google Shape;43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8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sine ratio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4978921" y="2748229"/>
            <a:ext cx="4575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968734" y="4164159"/>
            <a:ext cx="4575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1571376" y="2748229"/>
            <a:ext cx="4575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693348" y="3866068"/>
            <a:ext cx="8391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sine ratio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4750" y="1317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Ratio tables, the unit circle, and tangents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324839" y="2993700"/>
            <a:ext cx="936600" cy="936900"/>
          </a:xfrm>
          <a:prstGeom prst="arc">
            <a:avLst>
              <a:gd name="adj1" fmla="val 21431706"/>
              <a:gd name="adj2" fmla="val 2341765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744078" y="4153229"/>
            <a:ext cx="8835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1567232"/>
            <a:ext cx="6624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Substitute the labelled sides and angle in each triangle into these two versions of the sine formula.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For each triangle, choose the most appropriate version of the sine formula to find the length of its missing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 flipH="1">
            <a:off x="3782748" y="2202400"/>
            <a:ext cx="0" cy="259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" name="Google Shape;171;p20"/>
          <p:cNvSpPr/>
          <p:nvPr/>
        </p:nvSpPr>
        <p:spPr>
          <a:xfrm>
            <a:off x="551019" y="2748229"/>
            <a:ext cx="4419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995711" y="2751289"/>
            <a:ext cx="17385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  =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2337570" y="2748229"/>
            <a:ext cx="4575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603933" y="4013742"/>
            <a:ext cx="4056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sz="22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683472" y="4153231"/>
            <a:ext cx="83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0"/>
          <p:cNvSpPr/>
          <p:nvPr/>
        </p:nvSpPr>
        <p:spPr>
          <a:xfrm>
            <a:off x="1747227" y="4010162"/>
            <a:ext cx="4575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387643" y="4164159"/>
            <a:ext cx="4575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091400" y="4153225"/>
            <a:ext cx="839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959073" y="2748229"/>
            <a:ext cx="4419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332775" y="2751289"/>
            <a:ext cx="17385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  =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742231" y="2748229"/>
            <a:ext cx="4575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011987" y="4013742"/>
            <a:ext cx="4056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sz="22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4091526" y="4153231"/>
            <a:ext cx="83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0"/>
          <p:cNvSpPr/>
          <p:nvPr/>
        </p:nvSpPr>
        <p:spPr>
          <a:xfrm>
            <a:off x="4101401" y="3866068"/>
            <a:ext cx="8391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155280" y="4010162"/>
            <a:ext cx="457500" cy="246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 rot="2373007">
            <a:off x="6399314" y="3872095"/>
            <a:ext cx="120612" cy="120612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695304" y="3819719"/>
            <a:ext cx="5082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 flipH="1">
            <a:off x="5911594" y="3459571"/>
            <a:ext cx="3621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128609" y="3180256"/>
            <a:ext cx="5082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0" descr="&lt;math xmlns=&quot;http://www.w3.org/1998/Math/MathML&quot; display=&quot;block&quot; data-is-equatio=&quot;1&quot; data-latex=&quot;\frac{\text{opp}}{h}=\sin\left(\theta°\right)\ \ \ \ \ \frac{\text{opp}}{\sin\left(\theta°\right)}=h\ \ \ \ \ h\times\sin\left(\theta°\right)=\text{opp}&quot;&gt;&lt;mfrac&gt;&lt;mtext&gt;opp&lt;/mtext&gt;&lt;mi&gt;h&lt;/mi&gt;&lt;/mfrac&gt;&lt;mo&gt;=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title="opp over h equals sine theta degrees opp over sine theta degrees equals h h times sine theta degrees equals opp"/>
          <p:cNvPicPr preferRelativeResize="0"/>
          <p:nvPr/>
        </p:nvPicPr>
        <p:blipFill>
          <a:blip r:embed="rId3">
            <a:alphaModFix/>
          </a:blip>
          <a:srcRect l="35040" r="40862"/>
          <a:stretch>
            <a:fillRect/>
          </a:stretch>
        </p:blipFill>
        <p:spPr>
          <a:xfrm>
            <a:off x="4093894" y="3277673"/>
            <a:ext cx="1071269" cy="4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frac{\text{opp}}{h}=\sin\left(\theta°\right)\ \ \ \ \ \frac{\text{opp}}{\sin\left(\theta°\right)}=h\ \ \ \ \ h\times\sin\left(\theta°\right)=\text{opp}&quot;&gt;&lt;mfrac&gt;&lt;mtext&gt;opp&lt;/mtext&gt;&lt;mi&gt;h&lt;/mi&gt;&lt;/mfrac&gt;&lt;mo&gt;=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title="opp over h equals sine theta degrees opp over sine theta degrees equals h h times sine theta degrees equals opp"/>
          <p:cNvPicPr preferRelativeResize="0"/>
          <p:nvPr/>
        </p:nvPicPr>
        <p:blipFill>
          <a:blip r:embed="rId3">
            <a:alphaModFix/>
          </a:blip>
          <a:srcRect l="65393"/>
          <a:stretch>
            <a:fillRect/>
          </a:stretch>
        </p:blipFill>
        <p:spPr>
          <a:xfrm>
            <a:off x="4172117" y="2345847"/>
            <a:ext cx="1538451" cy="4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\frac{\text{opp}}{h}=\sin\left(\theta°\right)\ \ \ \ \ \frac{\text{opp}}{\sin\left(\theta°\right)}=h\ \ \ \ \ h\times\sin\left(\theta°\right)=\text{opp}&quot;&gt;&lt;mfrac&gt;&lt;mtext&gt;opp&lt;/mtext&gt;&lt;mi&gt;h&lt;/mi&gt;&lt;/mfrac&gt;&lt;mo&gt;=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title="opp over h equals sine theta degrees opp over sine theta degrees equals h h times sine theta degrees equals opp"/>
          <p:cNvPicPr preferRelativeResize="0"/>
          <p:nvPr/>
        </p:nvPicPr>
        <p:blipFill>
          <a:blip r:embed="rId3">
            <a:alphaModFix/>
          </a:blip>
          <a:srcRect l="35040" r="40862"/>
          <a:stretch>
            <a:fillRect/>
          </a:stretch>
        </p:blipFill>
        <p:spPr>
          <a:xfrm>
            <a:off x="688279" y="3272687"/>
            <a:ext cx="1071269" cy="46298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 rot="8960924" flipH="1">
            <a:off x="2898633" y="2794805"/>
            <a:ext cx="905629" cy="905629"/>
          </a:xfrm>
          <a:prstGeom prst="arc">
            <a:avLst>
              <a:gd name="adj1" fmla="val 12682129"/>
              <a:gd name="adj2" fmla="val 14324974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 flipH="1">
            <a:off x="3226709" y="4423875"/>
            <a:ext cx="126900" cy="1269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 flipH="1">
            <a:off x="2735376" y="4635476"/>
            <a:ext cx="526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 flipH="1">
            <a:off x="3027510" y="3798729"/>
            <a:ext cx="3063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 rot="-3694540" flipH="1">
            <a:off x="2218927" y="3716707"/>
            <a:ext cx="1252947" cy="13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0" descr="&lt;math xmlns=&quot;http://www.w3.org/1998/Math/MathML&quot; display=&quot;block&quot; data-is-equatio=&quot;1&quot; data-latex=&quot;\frac{\text{opp}}{h}=\sin\left(\theta°\right)\ \ \ \ \ \frac{\text{opp}}{\sin\left(\theta°\right)}=h\ \ \ \ \ h\times\sin\left(\theta°\right)=\text{opp}&quot;&gt;&lt;mfrac&gt;&lt;mtext&gt;opp&lt;/mtext&gt;&lt;mi&gt;h&lt;/mi&gt;&lt;/mfrac&gt;&lt;mo&gt;=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si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title="opp over h equals sine theta degrees opp over sine theta degrees equals h h times sine theta degrees equals opp"/>
          <p:cNvPicPr preferRelativeResize="0"/>
          <p:nvPr/>
        </p:nvPicPr>
        <p:blipFill>
          <a:blip r:embed="rId3">
            <a:alphaModFix/>
          </a:blip>
          <a:srcRect l="64678"/>
          <a:stretch>
            <a:fillRect/>
          </a:stretch>
        </p:blipFill>
        <p:spPr>
          <a:xfrm>
            <a:off x="734725" y="2340850"/>
            <a:ext cx="1570224" cy="4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/>
          <p:nvPr/>
        </p:nvSpPr>
        <p:spPr>
          <a:xfrm rot="-3032908">
            <a:off x="5984176" y="2992425"/>
            <a:ext cx="788171" cy="88083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 rot="-5400000">
            <a:off x="2338595" y="3536186"/>
            <a:ext cx="1319400" cy="7113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 flipH="1">
            <a:off x="2828291" y="6574405"/>
            <a:ext cx="762600" cy="762900"/>
          </a:xfrm>
          <a:prstGeom prst="arc">
            <a:avLst>
              <a:gd name="adj1" fmla="val 5344843"/>
              <a:gd name="adj2" fmla="val 8988316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 flipH="1">
            <a:off x="1773349" y="7136835"/>
            <a:ext cx="1058400" cy="1059000"/>
          </a:xfrm>
          <a:prstGeom prst="arc">
            <a:avLst>
              <a:gd name="adj1" fmla="val 19809554"/>
              <a:gd name="adj2" fmla="val 57629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68000" y="570005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Match the triangle to the equation showing the relationship between its hypotenuse and an opposite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the equation to find the length of the missing side labelled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each triangle 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 rot="5400000">
            <a:off x="1066665" y="7527394"/>
            <a:ext cx="146100" cy="146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754891" y="7484507"/>
            <a:ext cx="3693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83475" y="7223249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676900" y="7016477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 rot="5400000">
            <a:off x="3202163" y="7527394"/>
            <a:ext cx="146100" cy="146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3559367" y="7762344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3812398" y="7016477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173405" y="7077062"/>
            <a:ext cx="3693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 rot="-5400000" flipH="1">
            <a:off x="5678400" y="5598550"/>
            <a:ext cx="1413300" cy="1413900"/>
          </a:xfrm>
          <a:prstGeom prst="arc">
            <a:avLst>
              <a:gd name="adj1" fmla="val 19809554"/>
              <a:gd name="adj2" fmla="val 57629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6246171" y="7395264"/>
            <a:ext cx="146100" cy="146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063465" y="6751531"/>
            <a:ext cx="3693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501388" y="6670614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791401" y="7635022"/>
            <a:ext cx="5100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" name="Google Shape;217;p20"/>
          <p:cNvGrpSpPr/>
          <p:nvPr/>
        </p:nvGrpSpPr>
        <p:grpSpPr>
          <a:xfrm>
            <a:off x="977820" y="3182041"/>
            <a:ext cx="6038170" cy="4580298"/>
            <a:chOff x="977820" y="3182041"/>
            <a:chExt cx="6038170" cy="4580298"/>
          </a:xfrm>
        </p:grpSpPr>
        <p:grpSp>
          <p:nvGrpSpPr>
            <p:cNvPr id="218" name="Google Shape;218;p20"/>
            <p:cNvGrpSpPr/>
            <p:nvPr/>
          </p:nvGrpSpPr>
          <p:grpSpPr>
            <a:xfrm>
              <a:off x="2593004" y="3182041"/>
              <a:ext cx="4422986" cy="1441908"/>
              <a:chOff x="2593004" y="3182041"/>
              <a:chExt cx="4422986" cy="1441908"/>
            </a:xfrm>
          </p:grpSpPr>
          <p:cxnSp>
            <p:nvCxnSpPr>
              <p:cNvPr id="219" name="Google Shape;219;p20"/>
              <p:cNvCxnSpPr/>
              <p:nvPr/>
            </p:nvCxnSpPr>
            <p:spPr>
              <a:xfrm flipH="1">
                <a:off x="2593004" y="3182041"/>
                <a:ext cx="711300" cy="13194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20" name="Google Shape;220;p20"/>
              <p:cNvCxnSpPr/>
              <p:nvPr/>
            </p:nvCxnSpPr>
            <p:spPr>
              <a:xfrm rot="10800000">
                <a:off x="2642904" y="4623949"/>
                <a:ext cx="711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21" name="Google Shape;221;p20"/>
              <p:cNvCxnSpPr/>
              <p:nvPr/>
            </p:nvCxnSpPr>
            <p:spPr>
              <a:xfrm rot="-40" flipH="1">
                <a:off x="5787762" y="3345195"/>
                <a:ext cx="1180987" cy="48858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22" name="Google Shape;222;p20"/>
              <p:cNvCxnSpPr/>
              <p:nvPr/>
            </p:nvCxnSpPr>
            <p:spPr>
              <a:xfrm rot="10799288" flipH="1">
                <a:off x="6515165" y="3455710"/>
                <a:ext cx="500825" cy="608492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cxnSp>
          <p:nvCxnSpPr>
            <p:cNvPr id="223" name="Google Shape;223;p20"/>
            <p:cNvCxnSpPr/>
            <p:nvPr/>
          </p:nvCxnSpPr>
          <p:spPr>
            <a:xfrm rot="10800000">
              <a:off x="3259518" y="6892843"/>
              <a:ext cx="1255800" cy="723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4" name="Google Shape;224;p20"/>
            <p:cNvCxnSpPr/>
            <p:nvPr/>
          </p:nvCxnSpPr>
          <p:spPr>
            <a:xfrm>
              <a:off x="3202156" y="7762339"/>
              <a:ext cx="1255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5" name="Google Shape;225;p20"/>
            <p:cNvCxnSpPr/>
            <p:nvPr/>
          </p:nvCxnSpPr>
          <p:spPr>
            <a:xfrm rot="10800000">
              <a:off x="1124020" y="6892843"/>
              <a:ext cx="1255800" cy="723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6" name="Google Shape;226;p20"/>
            <p:cNvCxnSpPr/>
            <p:nvPr/>
          </p:nvCxnSpPr>
          <p:spPr>
            <a:xfrm rot="10800000" flipH="1">
              <a:off x="977820" y="6950202"/>
              <a:ext cx="0" cy="723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7" name="Google Shape;227;p20"/>
            <p:cNvCxnSpPr/>
            <p:nvPr/>
          </p:nvCxnSpPr>
          <p:spPr>
            <a:xfrm rot="5400000">
              <a:off x="5345370" y="6494462"/>
              <a:ext cx="1255800" cy="723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8" name="Google Shape;228;p20"/>
            <p:cNvCxnSpPr/>
            <p:nvPr/>
          </p:nvCxnSpPr>
          <p:spPr>
            <a:xfrm rot="-5400000">
              <a:off x="5853217" y="6913470"/>
              <a:ext cx="1255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29" name="Google Shape;229;p20"/>
          <p:cNvSpPr/>
          <p:nvPr/>
        </p:nvSpPr>
        <p:spPr>
          <a:xfrm>
            <a:off x="5214610" y="8760097"/>
            <a:ext cx="1853100" cy="3159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6800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32 ×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(50°) =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214610" y="8760097"/>
            <a:ext cx="315900" cy="3159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83485" y="8760097"/>
            <a:ext cx="1853100" cy="3159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6800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(32°) 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2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83485" y="8760097"/>
            <a:ext cx="315900" cy="3159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2849048" y="8760097"/>
            <a:ext cx="1853100" cy="3159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6800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50 ×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(32°) =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2849048" y="8760097"/>
            <a:ext cx="315900" cy="3159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598187" y="6851602"/>
            <a:ext cx="23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2938770" y="6851602"/>
            <a:ext cx="23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5214598" y="6670605"/>
            <a:ext cx="23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3202156" y="6950192"/>
            <a:ext cx="1255800" cy="7233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1066658" y="6950192"/>
            <a:ext cx="1255800" cy="7233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 rot="-5400000">
            <a:off x="5402717" y="6551820"/>
            <a:ext cx="1255800" cy="7233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" name="Google Shape;24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5900" y="7509150"/>
            <a:ext cx="1008625" cy="1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sine ratio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 flipH="1">
            <a:off x="403665" y="6674928"/>
            <a:ext cx="1623000" cy="1623000"/>
          </a:xfrm>
          <a:prstGeom prst="arc">
            <a:avLst>
              <a:gd name="adj1" fmla="val 10771373"/>
              <a:gd name="adj2" fmla="val 12273905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 rot="-5400000">
            <a:off x="1812567" y="5890167"/>
            <a:ext cx="980400" cy="22110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9" name="Google Shape;249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21"/>
          <p:cNvSpPr txBox="1"/>
          <p:nvPr/>
        </p:nvSpPr>
        <p:spPr>
          <a:xfrm>
            <a:off x="496182" y="721189"/>
            <a:ext cx="651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By using the sine formula, find the length of the missing side labelled with a letter for each of these triangles 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 flipH="1">
            <a:off x="92520" y="1718095"/>
            <a:ext cx="1097400" cy="1097400"/>
          </a:xfrm>
          <a:prstGeom prst="arc">
            <a:avLst>
              <a:gd name="adj1" fmla="val 10771373"/>
              <a:gd name="adj2" fmla="val 1305063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 rot="-5400000">
            <a:off x="758131" y="1355260"/>
            <a:ext cx="779400" cy="1043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3" name="Google Shape;253;p21"/>
          <p:cNvCxnSpPr/>
          <p:nvPr/>
        </p:nvCxnSpPr>
        <p:spPr>
          <a:xfrm flipH="1">
            <a:off x="4839812" y="1277677"/>
            <a:ext cx="0" cy="2824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21"/>
          <p:cNvCxnSpPr/>
          <p:nvPr/>
        </p:nvCxnSpPr>
        <p:spPr>
          <a:xfrm flipH="1">
            <a:off x="2668037" y="1277677"/>
            <a:ext cx="0" cy="2824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" name="Google Shape;255;p21"/>
          <p:cNvSpPr/>
          <p:nvPr/>
        </p:nvSpPr>
        <p:spPr>
          <a:xfrm>
            <a:off x="1520304" y="2117717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671886" y="1579586"/>
            <a:ext cx="4854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 flipH="1">
            <a:off x="2310865" y="1718095"/>
            <a:ext cx="1097400" cy="1097400"/>
          </a:xfrm>
          <a:prstGeom prst="arc">
            <a:avLst>
              <a:gd name="adj1" fmla="val 10771373"/>
              <a:gd name="adj2" fmla="val 1305063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 rot="-5400000">
            <a:off x="2976476" y="1355260"/>
            <a:ext cx="779400" cy="1043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3738649" y="2117717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 flipH="1">
            <a:off x="3015514" y="2059456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 flipH="1">
            <a:off x="129536" y="3100663"/>
            <a:ext cx="1097400" cy="1097400"/>
          </a:xfrm>
          <a:prstGeom prst="arc">
            <a:avLst>
              <a:gd name="adj1" fmla="val 10771373"/>
              <a:gd name="adj2" fmla="val 1305063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 rot="-5400000">
            <a:off x="795147" y="2737828"/>
            <a:ext cx="779400" cy="1043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1557320" y="3500284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1830052" y="3166404"/>
            <a:ext cx="6558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6026144" y="2767646"/>
            <a:ext cx="1756800" cy="1756800"/>
          </a:xfrm>
          <a:prstGeom prst="arc">
            <a:avLst>
              <a:gd name="adj1" fmla="val 10771373"/>
              <a:gd name="adj2" fmla="val 1206867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 flipH="1">
            <a:off x="5402199" y="3500284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855522" y="3277065"/>
            <a:ext cx="4854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 flipH="1">
            <a:off x="4637095" y="1718095"/>
            <a:ext cx="1097400" cy="1097400"/>
          </a:xfrm>
          <a:prstGeom prst="arc">
            <a:avLst>
              <a:gd name="adj1" fmla="val 10771373"/>
              <a:gd name="adj2" fmla="val 1305063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 rot="-5400000">
            <a:off x="5302707" y="1355260"/>
            <a:ext cx="779400" cy="1043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6064880" y="2117717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045920" y="1579578"/>
            <a:ext cx="6558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 flipH="1">
            <a:off x="5341744" y="2059456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 flipH="1">
            <a:off x="834185" y="3442024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 flipH="1">
            <a:off x="2415486" y="3047930"/>
            <a:ext cx="1097400" cy="1097400"/>
          </a:xfrm>
          <a:prstGeom prst="arc">
            <a:avLst>
              <a:gd name="adj1" fmla="val 10771373"/>
              <a:gd name="adj2" fmla="val 1305063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3843271" y="3447551"/>
            <a:ext cx="149100" cy="14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3123412" y="3705931"/>
            <a:ext cx="6945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 flipH="1">
            <a:off x="3120135" y="3389291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 flipH="1">
            <a:off x="797169" y="2059456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2741270" y="1579578"/>
            <a:ext cx="6558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 flipH="1">
            <a:off x="3542677" y="2381972"/>
            <a:ext cx="886500" cy="886500"/>
          </a:xfrm>
          <a:prstGeom prst="arc">
            <a:avLst>
              <a:gd name="adj1" fmla="val 2216544"/>
              <a:gd name="adj2" fmla="val 5415087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 flipH="1">
            <a:off x="3635756" y="3001217"/>
            <a:ext cx="406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5991424" y="3456802"/>
            <a:ext cx="56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/>
          <p:nvPr/>
        </p:nvSpPr>
        <p:spPr>
          <a:xfrm rot="5400000" flipH="1">
            <a:off x="5883729" y="2603428"/>
            <a:ext cx="564300" cy="15270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1779300" y="1775325"/>
            <a:ext cx="675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001775" y="1775325"/>
            <a:ext cx="675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6331425" y="1775325"/>
            <a:ext cx="675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690639" y="3021502"/>
            <a:ext cx="429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3002711" y="2954702"/>
            <a:ext cx="429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6113714" y="3006315"/>
            <a:ext cx="429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 rot="-5400000">
            <a:off x="3081098" y="2685094"/>
            <a:ext cx="779400" cy="1043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88455" y="1274322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2706805" y="1274322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4925155" y="1274322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88455" y="2715978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2706805" y="2715978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925155" y="2715978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 rot="-5400000">
            <a:off x="2396958" y="4375472"/>
            <a:ext cx="1910700" cy="4310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 rot="-5400000">
            <a:off x="2228516" y="4811218"/>
            <a:ext cx="1643400" cy="37059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 rot="-5400000">
            <a:off x="2004866" y="5391567"/>
            <a:ext cx="1286700" cy="29019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76400" y="4877800"/>
            <a:ext cx="661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Find the lengths of the distances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(rounded to the nearest integer).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3227895" y="7305359"/>
            <a:ext cx="180600" cy="18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1944686" y="6600544"/>
            <a:ext cx="6480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 flipH="1">
            <a:off x="1551149" y="7258941"/>
            <a:ext cx="493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3489478" y="6868608"/>
            <a:ext cx="4956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3918621" y="7305359"/>
            <a:ext cx="180600" cy="18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4722652" y="7305359"/>
            <a:ext cx="180600" cy="18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5326658" y="7305359"/>
            <a:ext cx="180600" cy="18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3421471" y="5995596"/>
            <a:ext cx="4956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193969" y="6677712"/>
            <a:ext cx="4956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4158822" y="5658750"/>
            <a:ext cx="5475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985672" y="6457156"/>
            <a:ext cx="495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2" name="Google Shape;312;p21"/>
          <p:cNvGrpSpPr/>
          <p:nvPr/>
        </p:nvGrpSpPr>
        <p:grpSpPr>
          <a:xfrm>
            <a:off x="567624" y="1428618"/>
            <a:ext cx="6393825" cy="6043815"/>
            <a:chOff x="567624" y="1428618"/>
            <a:chExt cx="6393825" cy="6043815"/>
          </a:xfrm>
        </p:grpSpPr>
        <p:grpSp>
          <p:nvGrpSpPr>
            <p:cNvPr id="313" name="Google Shape;313;p21"/>
            <p:cNvGrpSpPr/>
            <p:nvPr/>
          </p:nvGrpSpPr>
          <p:grpSpPr>
            <a:xfrm>
              <a:off x="567624" y="1428618"/>
              <a:ext cx="6393825" cy="2241704"/>
              <a:chOff x="567624" y="1428618"/>
              <a:chExt cx="6393825" cy="2241704"/>
            </a:xfrm>
          </p:grpSpPr>
          <p:cxnSp>
            <p:nvCxnSpPr>
              <p:cNvPr id="314" name="Google Shape;314;p21"/>
              <p:cNvCxnSpPr/>
              <p:nvPr/>
            </p:nvCxnSpPr>
            <p:spPr>
              <a:xfrm flipH="1">
                <a:off x="567624" y="1428618"/>
                <a:ext cx="1043100" cy="779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15" name="Google Shape;315;p21"/>
              <p:cNvCxnSpPr/>
              <p:nvPr/>
            </p:nvCxnSpPr>
            <p:spPr>
              <a:xfrm rot="10800000" flipH="1">
                <a:off x="1743137" y="1487118"/>
                <a:ext cx="0" cy="779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16" name="Google Shape;316;p21"/>
              <p:cNvCxnSpPr/>
              <p:nvPr/>
            </p:nvCxnSpPr>
            <p:spPr>
              <a:xfrm flipH="1">
                <a:off x="2785969" y="1428618"/>
                <a:ext cx="1043100" cy="779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17" name="Google Shape;317;p21"/>
              <p:cNvCxnSpPr/>
              <p:nvPr/>
            </p:nvCxnSpPr>
            <p:spPr>
              <a:xfrm rot="10800000" flipH="1">
                <a:off x="3961482" y="1487118"/>
                <a:ext cx="0" cy="779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18" name="Google Shape;318;p21"/>
              <p:cNvCxnSpPr/>
              <p:nvPr/>
            </p:nvCxnSpPr>
            <p:spPr>
              <a:xfrm flipH="1">
                <a:off x="604640" y="2811186"/>
                <a:ext cx="1043100" cy="779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19" name="Google Shape;319;p21"/>
              <p:cNvCxnSpPr/>
              <p:nvPr/>
            </p:nvCxnSpPr>
            <p:spPr>
              <a:xfrm rot="10800000" flipH="1">
                <a:off x="1780153" y="2869686"/>
                <a:ext cx="0" cy="779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20" name="Google Shape;320;p21"/>
              <p:cNvCxnSpPr/>
              <p:nvPr/>
            </p:nvCxnSpPr>
            <p:spPr>
              <a:xfrm rot="10800000" flipH="1">
                <a:off x="5323309" y="3084689"/>
                <a:ext cx="0" cy="570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21" name="Google Shape;321;p21"/>
              <p:cNvCxnSpPr/>
              <p:nvPr/>
            </p:nvCxnSpPr>
            <p:spPr>
              <a:xfrm rot="10800000">
                <a:off x="5434448" y="3010521"/>
                <a:ext cx="1527000" cy="564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22" name="Google Shape;322;p21"/>
              <p:cNvCxnSpPr/>
              <p:nvPr/>
            </p:nvCxnSpPr>
            <p:spPr>
              <a:xfrm flipH="1">
                <a:off x="5112199" y="1428618"/>
                <a:ext cx="1043100" cy="779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23" name="Google Shape;323;p21"/>
              <p:cNvCxnSpPr/>
              <p:nvPr/>
            </p:nvCxnSpPr>
            <p:spPr>
              <a:xfrm rot="10800000" flipH="1">
                <a:off x="6287713" y="1487118"/>
                <a:ext cx="0" cy="779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24" name="Google Shape;324;p21"/>
              <p:cNvCxnSpPr/>
              <p:nvPr/>
            </p:nvCxnSpPr>
            <p:spPr>
              <a:xfrm flipH="1">
                <a:off x="2890590" y="2758452"/>
                <a:ext cx="1043100" cy="779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25" name="Google Shape;325;p21"/>
              <p:cNvCxnSpPr/>
              <p:nvPr/>
            </p:nvCxnSpPr>
            <p:spPr>
              <a:xfrm rot="10800000">
                <a:off x="2949026" y="3670322"/>
                <a:ext cx="10431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4343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cxnSp>
          <p:nvCxnSpPr>
            <p:cNvPr id="326" name="Google Shape;326;p21"/>
            <p:cNvCxnSpPr/>
            <p:nvPr/>
          </p:nvCxnSpPr>
          <p:spPr>
            <a:xfrm rot="10800000" flipH="1">
              <a:off x="3473372" y="6493532"/>
              <a:ext cx="0" cy="978900"/>
            </a:xfrm>
            <a:prstGeom prst="straightConnector1">
              <a:avLst/>
            </a:prstGeom>
            <a:noFill/>
            <a:ln w="28575" cap="flat" cmpd="sng">
              <a:solidFill>
                <a:srgbClr val="43434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27" name="Google Shape;327;p21"/>
            <p:cNvCxnSpPr/>
            <p:nvPr/>
          </p:nvCxnSpPr>
          <p:spPr>
            <a:xfrm flipH="1">
              <a:off x="1197390" y="6393967"/>
              <a:ext cx="2211000" cy="980400"/>
            </a:xfrm>
            <a:prstGeom prst="straightConnector1">
              <a:avLst/>
            </a:prstGeom>
            <a:noFill/>
            <a:ln w="28575" cap="flat" cmpd="sng">
              <a:solidFill>
                <a:srgbClr val="43434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28" name="Google Shape;328;p21"/>
            <p:cNvCxnSpPr/>
            <p:nvPr/>
          </p:nvCxnSpPr>
          <p:spPr>
            <a:xfrm rot="10800000" flipH="1">
              <a:off x="3408390" y="6087667"/>
              <a:ext cx="690600" cy="306300"/>
            </a:xfrm>
            <a:prstGeom prst="straightConnector1">
              <a:avLst/>
            </a:prstGeom>
            <a:noFill/>
            <a:ln w="28575" cap="flat" cmpd="sng">
              <a:solidFill>
                <a:srgbClr val="43434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29" name="Google Shape;329;p21"/>
            <p:cNvCxnSpPr/>
            <p:nvPr/>
          </p:nvCxnSpPr>
          <p:spPr>
            <a:xfrm flipH="1">
              <a:off x="4099153" y="5730960"/>
              <a:ext cx="804000" cy="356400"/>
            </a:xfrm>
            <a:prstGeom prst="straightConnector1">
              <a:avLst/>
            </a:prstGeom>
            <a:noFill/>
            <a:ln w="28575" cap="flat" cmpd="sng">
              <a:solidFill>
                <a:srgbClr val="43434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0" name="Google Shape;330;p21"/>
            <p:cNvCxnSpPr/>
            <p:nvPr/>
          </p:nvCxnSpPr>
          <p:spPr>
            <a:xfrm rot="10800000" flipH="1">
              <a:off x="4903153" y="5463660"/>
              <a:ext cx="604500" cy="267300"/>
            </a:xfrm>
            <a:prstGeom prst="straightConnector1">
              <a:avLst/>
            </a:prstGeom>
            <a:noFill/>
            <a:ln w="28575" cap="flat" cmpd="sng">
              <a:solidFill>
                <a:srgbClr val="43434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1" name="Google Shape;331;p21"/>
            <p:cNvCxnSpPr/>
            <p:nvPr/>
          </p:nvCxnSpPr>
          <p:spPr>
            <a:xfrm rot="10800000" flipH="1">
              <a:off x="4167090" y="6184232"/>
              <a:ext cx="0" cy="1288200"/>
            </a:xfrm>
            <a:prstGeom prst="straightConnector1">
              <a:avLst/>
            </a:prstGeom>
            <a:noFill/>
            <a:ln w="28575" cap="flat" cmpd="sng">
              <a:solidFill>
                <a:srgbClr val="43434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2" name="Google Shape;332;p21"/>
            <p:cNvCxnSpPr/>
            <p:nvPr/>
          </p:nvCxnSpPr>
          <p:spPr>
            <a:xfrm rot="10800000" flipH="1">
              <a:off x="4969567" y="5826632"/>
              <a:ext cx="0" cy="1645800"/>
            </a:xfrm>
            <a:prstGeom prst="straightConnector1">
              <a:avLst/>
            </a:prstGeom>
            <a:noFill/>
            <a:ln w="28575" cap="flat" cmpd="sng">
              <a:solidFill>
                <a:srgbClr val="43434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3" name="Google Shape;333;p21"/>
            <p:cNvCxnSpPr/>
            <p:nvPr/>
          </p:nvCxnSpPr>
          <p:spPr>
            <a:xfrm rot="10800000" flipH="1">
              <a:off x="5575130" y="5561732"/>
              <a:ext cx="0" cy="1910700"/>
            </a:xfrm>
            <a:prstGeom prst="straightConnector1">
              <a:avLst/>
            </a:prstGeom>
            <a:noFill/>
            <a:ln w="28575" cap="flat" cmpd="sng">
              <a:solidFill>
                <a:srgbClr val="43434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34" name="Google Shape;334;p21"/>
          <p:cNvSpPr txBox="1"/>
          <p:nvPr/>
        </p:nvSpPr>
        <p:spPr>
          <a:xfrm>
            <a:off x="5591228" y="6293759"/>
            <a:ext cx="6906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836367" y="5382686"/>
            <a:ext cx="4956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37" name="Google Shape;3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925" y="2496076"/>
            <a:ext cx="6732524" cy="37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41" name="Shape 341"/>
        <p:cNvGrpSpPr/>
        <p:nvPr/>
      </p:nvGrpSpPr>
      <p:grpSpPr>
        <a:xfrm>
          <a:off x="0" y="0"/>
          <a:ext cx="0" cy="0"/>
        </a:xfrm>
      </p:grpSpPr>
      <p:sp>
        <p:nvSpPr>
          <p:cNvPr id="342" name="Google Shape;342;p22"/>
          <p:cNvSpPr/>
          <p:nvPr/>
        </p:nvSpPr>
        <p:spPr>
          <a:xfrm>
            <a:off x="4443580" y="2829345"/>
            <a:ext cx="489000" cy="2835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6555717" y="2829345"/>
            <a:ext cx="489000" cy="2835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sine ratio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474750" y="720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Calculating angles using the sine formula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6" name="Google Shape;346;p22"/>
          <p:cNvGraphicFramePr>
            <a:graphicFrameLocks noGrp="1"/>
          </p:cNvGraphicFramePr>
          <p:nvPr/>
        </p:nvGraphicFramePr>
        <p:xfrm>
          <a:off x="474749" y="9808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{116ABB9E-660B-4A73-992D-2BB1FE09F7AC}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7" name="Google Shape;347;p22"/>
          <p:cNvSpPr/>
          <p:nvPr/>
        </p:nvSpPr>
        <p:spPr>
          <a:xfrm>
            <a:off x="6432196" y="3354642"/>
            <a:ext cx="1127700" cy="1128600"/>
          </a:xfrm>
          <a:prstGeom prst="arc">
            <a:avLst>
              <a:gd name="adj1" fmla="val 8615988"/>
              <a:gd name="adj2" fmla="val 9886583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6321712" y="2098377"/>
            <a:ext cx="761700" cy="762300"/>
          </a:xfrm>
          <a:prstGeom prst="arc">
            <a:avLst>
              <a:gd name="adj1" fmla="val 10661581"/>
              <a:gd name="adj2" fmla="val 14113998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/>
          <p:nvPr/>
        </p:nvSpPr>
        <p:spPr>
          <a:xfrm flipH="1">
            <a:off x="2876806" y="2149604"/>
            <a:ext cx="1037100" cy="1036800"/>
          </a:xfrm>
          <a:prstGeom prst="arc">
            <a:avLst>
              <a:gd name="adj1" fmla="val 10794690"/>
              <a:gd name="adj2" fmla="val 12787166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/>
          <p:nvPr/>
        </p:nvSpPr>
        <p:spPr>
          <a:xfrm rot="10800000">
            <a:off x="3897669" y="4220435"/>
            <a:ext cx="782400" cy="782400"/>
          </a:xfrm>
          <a:prstGeom prst="arc">
            <a:avLst>
              <a:gd name="adj1" fmla="val 1986025"/>
              <a:gd name="adj2" fmla="val 5363555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5161965" y="2869915"/>
            <a:ext cx="7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 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3109400" y="1076150"/>
            <a:ext cx="398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Using this table of trig values, find the size of each missing angle marked with a letter.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4186869" y="2563948"/>
            <a:ext cx="106800" cy="10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/>
          <p:nvPr/>
        </p:nvSpPr>
        <p:spPr>
          <a:xfrm rot="8702355" flipH="1">
            <a:off x="6291826" y="2036207"/>
            <a:ext cx="135075" cy="13507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/>
          <p:nvPr/>
        </p:nvSpPr>
        <p:spPr>
          <a:xfrm rot="-2169491" flipH="1">
            <a:off x="5825664" y="4578339"/>
            <a:ext cx="135250" cy="13525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3269579" y="2165572"/>
            <a:ext cx="617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4354324" y="2309975"/>
            <a:ext cx="386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8.55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3781157" y="2975814"/>
            <a:ext cx="5037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3781157" y="2817776"/>
            <a:ext cx="5037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8.55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0" name="Google Shape;360;p22"/>
          <p:cNvCxnSpPr/>
          <p:nvPr/>
        </p:nvCxnSpPr>
        <p:spPr>
          <a:xfrm>
            <a:off x="3863485" y="2973805"/>
            <a:ext cx="339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1" name="Google Shape;361;p22"/>
          <p:cNvSpPr txBox="1"/>
          <p:nvPr/>
        </p:nvSpPr>
        <p:spPr>
          <a:xfrm>
            <a:off x="4247747" y="2881664"/>
            <a:ext cx="1350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2" name="Google Shape;362;p22"/>
          <p:cNvCxnSpPr/>
          <p:nvPr/>
        </p:nvCxnSpPr>
        <p:spPr>
          <a:xfrm flipH="1">
            <a:off x="5030927" y="1913950"/>
            <a:ext cx="0" cy="3423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22"/>
          <p:cNvCxnSpPr/>
          <p:nvPr/>
        </p:nvCxnSpPr>
        <p:spPr>
          <a:xfrm rot="10800000">
            <a:off x="3103125" y="3659150"/>
            <a:ext cx="398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22"/>
          <p:cNvSpPr txBox="1"/>
          <p:nvPr/>
        </p:nvSpPr>
        <p:spPr>
          <a:xfrm>
            <a:off x="5893294" y="2975814"/>
            <a:ext cx="5037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5893294" y="2817776"/>
            <a:ext cx="5037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6" name="Google Shape;366;p22"/>
          <p:cNvCxnSpPr/>
          <p:nvPr/>
        </p:nvCxnSpPr>
        <p:spPr>
          <a:xfrm>
            <a:off x="5975622" y="2973805"/>
            <a:ext cx="339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7" name="Google Shape;367;p22"/>
          <p:cNvSpPr txBox="1"/>
          <p:nvPr/>
        </p:nvSpPr>
        <p:spPr>
          <a:xfrm>
            <a:off x="6359883" y="2881664"/>
            <a:ext cx="1350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5360294" y="2048489"/>
            <a:ext cx="610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45.3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5237165" y="4589780"/>
            <a:ext cx="386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17.4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6486183" y="4048919"/>
            <a:ext cx="261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5694241" y="3836372"/>
            <a:ext cx="972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/>
          <p:nvPr/>
        </p:nvSpPr>
        <p:spPr>
          <a:xfrm rot="10800000" flipH="1">
            <a:off x="4186869" y="4028177"/>
            <a:ext cx="106800" cy="10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 flipH="1">
            <a:off x="3269519" y="4381028"/>
            <a:ext cx="617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 flipH="1">
            <a:off x="4040729" y="4304679"/>
            <a:ext cx="261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 flipH="1">
            <a:off x="3385314" y="3727517"/>
            <a:ext cx="904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0.866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3102881" y="2869915"/>
            <a:ext cx="7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 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3628998" y="2490777"/>
            <a:ext cx="261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5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°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22"/>
          <p:cNvSpPr/>
          <p:nvPr/>
        </p:nvSpPr>
        <p:spPr>
          <a:xfrm rot="10800000" flipH="1">
            <a:off x="5033579" y="8269152"/>
            <a:ext cx="1195200" cy="1195800"/>
          </a:xfrm>
          <a:prstGeom prst="arc">
            <a:avLst>
              <a:gd name="adj1" fmla="val 19399439"/>
              <a:gd name="adj2" fmla="val 2153406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2"/>
          <p:cNvSpPr/>
          <p:nvPr/>
        </p:nvSpPr>
        <p:spPr>
          <a:xfrm rot="-3302141">
            <a:off x="5886721" y="8363008"/>
            <a:ext cx="678306" cy="1041521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/>
          <p:nvPr/>
        </p:nvSpPr>
        <p:spPr>
          <a:xfrm rot="10800000">
            <a:off x="4193412" y="7862316"/>
            <a:ext cx="1320300" cy="1320600"/>
          </a:xfrm>
          <a:prstGeom prst="arc">
            <a:avLst>
              <a:gd name="adj1" fmla="val 16161905"/>
              <a:gd name="adj2" fmla="val 18023683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2"/>
          <p:cNvSpPr/>
          <p:nvPr/>
        </p:nvSpPr>
        <p:spPr>
          <a:xfrm rot="-5400000">
            <a:off x="4074392" y="8711168"/>
            <a:ext cx="995475" cy="573369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3838000" y="7223221"/>
            <a:ext cx="8814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 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2"/>
          <p:cNvSpPr/>
          <p:nvPr/>
        </p:nvSpPr>
        <p:spPr>
          <a:xfrm rot="10800000">
            <a:off x="6562875" y="7668438"/>
            <a:ext cx="737400" cy="737400"/>
          </a:xfrm>
          <a:prstGeom prst="arc">
            <a:avLst>
              <a:gd name="adj1" fmla="val 1986025"/>
              <a:gd name="adj2" fmla="val 5363555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3830473" y="5895349"/>
            <a:ext cx="31197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By drawing appropriate lines on this part of a unit circle, estimate the size of each angle marked with a letter (to the nearest integer).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5" name="Google Shape;385;p22"/>
          <p:cNvPicPr preferRelativeResize="0"/>
          <p:nvPr/>
        </p:nvPicPr>
        <p:blipFill>
          <a:blip r:embed="rId3">
            <a:alphaModFix/>
          </a:blip>
          <a:srcRect r="3688"/>
          <a:stretch>
            <a:fillRect/>
          </a:stretch>
        </p:blipFill>
        <p:spPr>
          <a:xfrm>
            <a:off x="468097" y="5895731"/>
            <a:ext cx="3362375" cy="319890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2"/>
          <p:cNvSpPr/>
          <p:nvPr/>
        </p:nvSpPr>
        <p:spPr>
          <a:xfrm rot="10800000" flipH="1">
            <a:off x="6812755" y="7357462"/>
            <a:ext cx="124200" cy="124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 flipH="1">
            <a:off x="6681813" y="7720300"/>
            <a:ext cx="3042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 flipH="1">
            <a:off x="5743412" y="7768438"/>
            <a:ext cx="7194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9" name="Google Shape;389;p22"/>
          <p:cNvCxnSpPr/>
          <p:nvPr/>
        </p:nvCxnSpPr>
        <p:spPr>
          <a:xfrm rot="10800000">
            <a:off x="3880173" y="8435076"/>
            <a:ext cx="3170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0" name="Google Shape;390;p22"/>
          <p:cNvSpPr txBox="1"/>
          <p:nvPr/>
        </p:nvSpPr>
        <p:spPr>
          <a:xfrm flipH="1">
            <a:off x="5878588" y="7056825"/>
            <a:ext cx="1054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>
            <a:off x="5041520" y="7236004"/>
            <a:ext cx="1575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4690580" y="7344285"/>
            <a:ext cx="320205" cy="17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4690580" y="7160065"/>
            <a:ext cx="320205" cy="17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4" name="Google Shape;394;p22"/>
          <p:cNvCxnSpPr/>
          <p:nvPr/>
        </p:nvCxnSpPr>
        <p:spPr>
          <a:xfrm>
            <a:off x="4742907" y="7341944"/>
            <a:ext cx="215551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5" name="Google Shape;395;p22"/>
          <p:cNvSpPr txBox="1"/>
          <p:nvPr/>
        </p:nvSpPr>
        <p:spPr>
          <a:xfrm flipH="1">
            <a:off x="5179735" y="7250669"/>
            <a:ext cx="2730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532108" y="6451462"/>
            <a:ext cx="404400" cy="404400"/>
          </a:xfrm>
          <a:prstGeom prst="mathMultiply">
            <a:avLst>
              <a:gd name="adj1" fmla="val 8038"/>
            </a:avLst>
          </a:prstGeom>
          <a:solidFill>
            <a:srgbClr val="B7B7B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7" name="Google Shape;397;p22"/>
          <p:cNvCxnSpPr/>
          <p:nvPr/>
        </p:nvCxnSpPr>
        <p:spPr>
          <a:xfrm rot="10800000" flipH="1">
            <a:off x="5465572" y="8441705"/>
            <a:ext cx="0" cy="1343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8" name="Google Shape;398;p22"/>
          <p:cNvSpPr/>
          <p:nvPr/>
        </p:nvSpPr>
        <p:spPr>
          <a:xfrm>
            <a:off x="4743051" y="9379666"/>
            <a:ext cx="116100" cy="116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 flipH="1">
            <a:off x="4026230" y="9601956"/>
            <a:ext cx="10545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12.6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4023575" y="7685818"/>
            <a:ext cx="8814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 flipH="1">
            <a:off x="3917081" y="8818605"/>
            <a:ext cx="5658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/>
          <p:nvPr/>
        </p:nvSpPr>
        <p:spPr>
          <a:xfrm rot="2099521">
            <a:off x="6358683" y="9269681"/>
            <a:ext cx="157465" cy="15746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 flipH="1">
            <a:off x="5718175" y="8606633"/>
            <a:ext cx="11331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4496157" y="8948093"/>
            <a:ext cx="4302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 flipH="1">
            <a:off x="6552243" y="9200026"/>
            <a:ext cx="7113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5818667" y="8902641"/>
            <a:ext cx="4302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3754080" y="8960825"/>
            <a:ext cx="100500" cy="11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6357148" y="2311085"/>
            <a:ext cx="261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9" name="Google Shape;409;p22"/>
          <p:cNvSpPr/>
          <p:nvPr/>
        </p:nvSpPr>
        <p:spPr>
          <a:xfrm rot="3231496" flipH="1">
            <a:off x="6033525" y="3412687"/>
            <a:ext cx="519342" cy="1406277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2"/>
          <p:cNvSpPr/>
          <p:nvPr/>
        </p:nvSpPr>
        <p:spPr>
          <a:xfrm rot="-7496617" flipH="1">
            <a:off x="5886830" y="2055703"/>
            <a:ext cx="581909" cy="893176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/>
          <p:nvPr/>
        </p:nvSpPr>
        <p:spPr>
          <a:xfrm rot="-5400000">
            <a:off x="3548437" y="1925394"/>
            <a:ext cx="587700" cy="9027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2"/>
          <p:cNvSpPr/>
          <p:nvPr/>
        </p:nvSpPr>
        <p:spPr>
          <a:xfrm rot="-5400000" flipH="1">
            <a:off x="3548437" y="3870832"/>
            <a:ext cx="587700" cy="9027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2"/>
          <p:cNvSpPr/>
          <p:nvPr/>
        </p:nvSpPr>
        <p:spPr>
          <a:xfrm rot="-5400000" flipH="1">
            <a:off x="6068612" y="7173952"/>
            <a:ext cx="685171" cy="1051897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4" name="Google Shape;414;p22"/>
          <p:cNvGrpSpPr/>
          <p:nvPr/>
        </p:nvGrpSpPr>
        <p:grpSpPr>
          <a:xfrm>
            <a:off x="3348933" y="1965922"/>
            <a:ext cx="3728068" cy="7612205"/>
            <a:chOff x="3348933" y="1965922"/>
            <a:chExt cx="3728068" cy="7612205"/>
          </a:xfrm>
        </p:grpSpPr>
        <p:cxnSp>
          <p:nvCxnSpPr>
            <p:cNvPr id="415" name="Google Shape;415;p22"/>
            <p:cNvCxnSpPr/>
            <p:nvPr/>
          </p:nvCxnSpPr>
          <p:spPr>
            <a:xfrm flipH="1">
              <a:off x="5644982" y="2544876"/>
              <a:ext cx="1065900" cy="348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416" name="Google Shape;416;p22"/>
            <p:cNvGrpSpPr/>
            <p:nvPr/>
          </p:nvGrpSpPr>
          <p:grpSpPr>
            <a:xfrm>
              <a:off x="3348933" y="1965922"/>
              <a:ext cx="3728068" cy="2846597"/>
              <a:chOff x="3348933" y="1965922"/>
              <a:chExt cx="3728068" cy="2846597"/>
            </a:xfrm>
          </p:grpSpPr>
          <p:cxnSp>
            <p:nvCxnSpPr>
              <p:cNvPr id="417" name="Google Shape;417;p22"/>
              <p:cNvCxnSpPr/>
              <p:nvPr/>
            </p:nvCxnSpPr>
            <p:spPr>
              <a:xfrm rot="10800000" flipH="1">
                <a:off x="5557995" y="3833624"/>
                <a:ext cx="1441500" cy="410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75756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418" name="Google Shape;418;p22"/>
              <p:cNvCxnSpPr/>
              <p:nvPr/>
            </p:nvCxnSpPr>
            <p:spPr>
              <a:xfrm rot="10800000" flipH="1">
                <a:off x="5941201" y="3983319"/>
                <a:ext cx="1135800" cy="829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75756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419" name="Google Shape;419;p22"/>
              <p:cNvCxnSpPr/>
              <p:nvPr/>
            </p:nvCxnSpPr>
            <p:spPr>
              <a:xfrm rot="10800000">
                <a:off x="5504806" y="4383540"/>
                <a:ext cx="306300" cy="419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75756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420" name="Google Shape;420;p22"/>
              <p:cNvCxnSpPr/>
              <p:nvPr/>
            </p:nvCxnSpPr>
            <p:spPr>
              <a:xfrm rot="1409" flipH="1">
                <a:off x="5603920" y="1966072"/>
                <a:ext cx="732000" cy="512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75756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421" name="Google Shape;421;p22"/>
              <p:cNvCxnSpPr/>
              <p:nvPr/>
            </p:nvCxnSpPr>
            <p:spPr>
              <a:xfrm>
                <a:off x="6418863" y="1966228"/>
                <a:ext cx="333300" cy="477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75756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422" name="Google Shape;422;p22"/>
              <p:cNvCxnSpPr/>
              <p:nvPr/>
            </p:nvCxnSpPr>
            <p:spPr>
              <a:xfrm flipH="1">
                <a:off x="3348933" y="2040860"/>
                <a:ext cx="902700" cy="587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75756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423" name="Google Shape;423;p22"/>
              <p:cNvCxnSpPr/>
              <p:nvPr/>
            </p:nvCxnSpPr>
            <p:spPr>
              <a:xfrm rot="10800000" flipH="1">
                <a:off x="4354318" y="2082894"/>
                <a:ext cx="0" cy="587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75756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424" name="Google Shape;424;p22"/>
              <p:cNvCxnSpPr/>
              <p:nvPr/>
            </p:nvCxnSpPr>
            <p:spPr>
              <a:xfrm rot="10800000">
                <a:off x="3348933" y="4070365"/>
                <a:ext cx="902700" cy="587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75756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425" name="Google Shape;425;p22"/>
              <p:cNvSpPr txBox="1"/>
              <p:nvPr/>
            </p:nvSpPr>
            <p:spPr>
              <a:xfrm>
                <a:off x="5742145" y="2587828"/>
                <a:ext cx="972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50 cm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426" name="Google Shape;426;p22"/>
              <p:cNvCxnSpPr/>
              <p:nvPr/>
            </p:nvCxnSpPr>
            <p:spPr>
              <a:xfrm rot="10800000">
                <a:off x="3386459" y="3961490"/>
                <a:ext cx="9048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75756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cxnSp>
          <p:nvCxnSpPr>
            <p:cNvPr id="427" name="Google Shape;427;p22"/>
            <p:cNvCxnSpPr/>
            <p:nvPr/>
          </p:nvCxnSpPr>
          <p:spPr>
            <a:xfrm rot="-10799910">
              <a:off x="5604713" y="8793171"/>
              <a:ext cx="1242317" cy="40905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28" name="Google Shape;428;p22"/>
            <p:cNvCxnSpPr/>
            <p:nvPr/>
          </p:nvCxnSpPr>
          <p:spPr>
            <a:xfrm rot="10799824">
              <a:off x="5556419" y="8911611"/>
              <a:ext cx="853519" cy="596859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29" name="Google Shape;429;p22"/>
            <p:cNvCxnSpPr/>
            <p:nvPr/>
          </p:nvCxnSpPr>
          <p:spPr>
            <a:xfrm rot="-10799324" flipH="1">
              <a:off x="6506601" y="8952536"/>
              <a:ext cx="388798" cy="555954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30" name="Google Shape;430;p22"/>
            <p:cNvCxnSpPr/>
            <p:nvPr/>
          </p:nvCxnSpPr>
          <p:spPr>
            <a:xfrm flipH="1">
              <a:off x="4207042" y="8446523"/>
              <a:ext cx="573369" cy="995475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31" name="Google Shape;431;p22"/>
            <p:cNvCxnSpPr/>
            <p:nvPr/>
          </p:nvCxnSpPr>
          <p:spPr>
            <a:xfrm rot="10800000">
              <a:off x="4285445" y="9578127"/>
              <a:ext cx="573369" cy="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32" name="Google Shape;432;p22"/>
            <p:cNvCxnSpPr/>
            <p:nvPr/>
          </p:nvCxnSpPr>
          <p:spPr>
            <a:xfrm rot="10800000">
              <a:off x="5879922" y="7279460"/>
              <a:ext cx="1054500" cy="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33" name="Google Shape;433;p22"/>
            <p:cNvCxnSpPr/>
            <p:nvPr/>
          </p:nvCxnSpPr>
          <p:spPr>
            <a:xfrm rot="10800000">
              <a:off x="5836427" y="7406138"/>
              <a:ext cx="1051897" cy="685171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34" name="Google Shape;434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3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438" name="Shape 438"/>
        <p:cNvGrpSpPr/>
        <p:nvPr/>
      </p:nvGrpSpPr>
      <p:grpSpPr>
        <a:xfrm>
          <a:off x="0" y="0"/>
          <a:ext cx="0" cy="0"/>
        </a:xfrm>
      </p:grpSpPr>
      <p:sp>
        <p:nvSpPr>
          <p:cNvPr id="439" name="Google Shape;439;p2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440" name="Google Shape;440;p23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sine ratio</a:t>
            </a:r>
            <a:endParaRPr/>
          </a:p>
        </p:txBody>
      </p:sp>
      <p:sp>
        <p:nvSpPr>
          <p:cNvPr id="441" name="Google Shape;441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2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43" name="Google Shape;443;p23"/>
          <p:cNvSpPr/>
          <p:nvPr/>
        </p:nvSpPr>
        <p:spPr>
          <a:xfrm rot="10800000">
            <a:off x="3162259" y="4127516"/>
            <a:ext cx="703200" cy="703500"/>
          </a:xfrm>
          <a:prstGeom prst="arc">
            <a:avLst>
              <a:gd name="adj1" fmla="val 7644222"/>
              <a:gd name="adj2" fmla="val 1080995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23"/>
          <p:cNvSpPr/>
          <p:nvPr/>
        </p:nvSpPr>
        <p:spPr>
          <a:xfrm rot="10800000">
            <a:off x="593164" y="1174229"/>
            <a:ext cx="1033200" cy="1033500"/>
          </a:xfrm>
          <a:prstGeom prst="arc">
            <a:avLst>
              <a:gd name="adj1" fmla="val 9151910"/>
              <a:gd name="adj2" fmla="val 1080995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23"/>
          <p:cNvSpPr/>
          <p:nvPr/>
        </p:nvSpPr>
        <p:spPr>
          <a:xfrm rot="10800000">
            <a:off x="55973" y="3544840"/>
            <a:ext cx="1164900" cy="1164900"/>
          </a:xfrm>
          <a:prstGeom prst="arc">
            <a:avLst>
              <a:gd name="adj1" fmla="val 9585297"/>
              <a:gd name="adj2" fmla="val 1080995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23"/>
          <p:cNvSpPr/>
          <p:nvPr/>
        </p:nvSpPr>
        <p:spPr>
          <a:xfrm rot="10800000">
            <a:off x="4931357" y="1351660"/>
            <a:ext cx="1033200" cy="1033500"/>
          </a:xfrm>
          <a:prstGeom prst="arc">
            <a:avLst>
              <a:gd name="adj1" fmla="val 9151910"/>
              <a:gd name="adj2" fmla="val 1080995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480457" y="718566"/>
            <a:ext cx="6276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Use your calculator to find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size of each angle marked with a letter (1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1934376" y="2510428"/>
            <a:ext cx="118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49" name="Google Shape;449;p23"/>
          <p:cNvCxnSpPr/>
          <p:nvPr/>
        </p:nvCxnSpPr>
        <p:spPr>
          <a:xfrm rot="10800000" flipH="1">
            <a:off x="4876625" y="1166123"/>
            <a:ext cx="0" cy="459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0" name="Google Shape;450;p23"/>
          <p:cNvCxnSpPr/>
          <p:nvPr/>
        </p:nvCxnSpPr>
        <p:spPr>
          <a:xfrm rot="10800000" flipH="1">
            <a:off x="2678550" y="1166123"/>
            <a:ext cx="0" cy="459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23"/>
          <p:cNvCxnSpPr/>
          <p:nvPr/>
        </p:nvCxnSpPr>
        <p:spPr>
          <a:xfrm>
            <a:off x="490508" y="3345522"/>
            <a:ext cx="6586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2" name="Google Shape;452;p23"/>
          <p:cNvSpPr/>
          <p:nvPr/>
        </p:nvSpPr>
        <p:spPr>
          <a:xfrm>
            <a:off x="1910863" y="1579542"/>
            <a:ext cx="118800" cy="118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3"/>
          <p:cNvSpPr txBox="1"/>
          <p:nvPr/>
        </p:nvSpPr>
        <p:spPr>
          <a:xfrm>
            <a:off x="655715" y="2108446"/>
            <a:ext cx="8424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 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23"/>
          <p:cNvSpPr txBox="1"/>
          <p:nvPr/>
        </p:nvSpPr>
        <p:spPr>
          <a:xfrm>
            <a:off x="1421864" y="2223883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23"/>
          <p:cNvSpPr txBox="1"/>
          <p:nvPr/>
        </p:nvSpPr>
        <p:spPr>
          <a:xfrm>
            <a:off x="1421864" y="2047772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6" name="Google Shape;456;p23"/>
          <p:cNvCxnSpPr/>
          <p:nvPr/>
        </p:nvCxnSpPr>
        <p:spPr>
          <a:xfrm>
            <a:off x="1471900" y="2221645"/>
            <a:ext cx="206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7" name="Google Shape;457;p23"/>
          <p:cNvSpPr txBox="1"/>
          <p:nvPr/>
        </p:nvSpPr>
        <p:spPr>
          <a:xfrm flipH="1">
            <a:off x="1003316" y="1172498"/>
            <a:ext cx="6876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3"/>
          <p:cNvSpPr txBox="1"/>
          <p:nvPr/>
        </p:nvSpPr>
        <p:spPr>
          <a:xfrm flipH="1">
            <a:off x="2129627" y="1364135"/>
            <a:ext cx="433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3"/>
          <p:cNvSpPr txBox="1"/>
          <p:nvPr/>
        </p:nvSpPr>
        <p:spPr>
          <a:xfrm>
            <a:off x="1421864" y="2603387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23"/>
          <p:cNvSpPr txBox="1"/>
          <p:nvPr/>
        </p:nvSpPr>
        <p:spPr>
          <a:xfrm>
            <a:off x="1421864" y="2427276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1" name="Google Shape;461;p23"/>
          <p:cNvCxnSpPr/>
          <p:nvPr/>
        </p:nvCxnSpPr>
        <p:spPr>
          <a:xfrm>
            <a:off x="1471900" y="2601149"/>
            <a:ext cx="206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2" name="Google Shape;462;p23"/>
          <p:cNvSpPr txBox="1"/>
          <p:nvPr/>
        </p:nvSpPr>
        <p:spPr>
          <a:xfrm>
            <a:off x="589429" y="2487958"/>
            <a:ext cx="9090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p23"/>
          <p:cNvSpPr txBox="1"/>
          <p:nvPr/>
        </p:nvSpPr>
        <p:spPr>
          <a:xfrm>
            <a:off x="1732094" y="2487958"/>
            <a:ext cx="1719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2083341" y="2443154"/>
            <a:ext cx="554700" cy="3159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23"/>
          <p:cNvSpPr txBox="1"/>
          <p:nvPr/>
        </p:nvSpPr>
        <p:spPr>
          <a:xfrm flipH="1">
            <a:off x="3255192" y="1032707"/>
            <a:ext cx="6876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23"/>
          <p:cNvSpPr txBox="1"/>
          <p:nvPr/>
        </p:nvSpPr>
        <p:spPr>
          <a:xfrm flipH="1">
            <a:off x="3556897" y="1627291"/>
            <a:ext cx="5991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4186657" y="1423026"/>
            <a:ext cx="118800" cy="118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23"/>
          <p:cNvSpPr txBox="1"/>
          <p:nvPr/>
        </p:nvSpPr>
        <p:spPr>
          <a:xfrm flipH="1">
            <a:off x="1322495" y="1521135"/>
            <a:ext cx="2514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23"/>
          <p:cNvSpPr/>
          <p:nvPr/>
        </p:nvSpPr>
        <p:spPr>
          <a:xfrm rot="10800000">
            <a:off x="3993308" y="743824"/>
            <a:ext cx="629100" cy="629100"/>
          </a:xfrm>
          <a:prstGeom prst="arc">
            <a:avLst>
              <a:gd name="adj1" fmla="val 16177816"/>
              <a:gd name="adj2" fmla="val 19918225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3"/>
          <p:cNvSpPr txBox="1"/>
          <p:nvPr/>
        </p:nvSpPr>
        <p:spPr>
          <a:xfrm flipH="1">
            <a:off x="4090064" y="1153736"/>
            <a:ext cx="2514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3"/>
          <p:cNvSpPr txBox="1"/>
          <p:nvPr/>
        </p:nvSpPr>
        <p:spPr>
          <a:xfrm>
            <a:off x="4098248" y="2510428"/>
            <a:ext cx="118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23"/>
          <p:cNvSpPr txBox="1"/>
          <p:nvPr/>
        </p:nvSpPr>
        <p:spPr>
          <a:xfrm>
            <a:off x="2819588" y="2049303"/>
            <a:ext cx="8424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 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23"/>
          <p:cNvSpPr txBox="1"/>
          <p:nvPr/>
        </p:nvSpPr>
        <p:spPr>
          <a:xfrm>
            <a:off x="3586570" y="2164740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23"/>
          <p:cNvSpPr txBox="1"/>
          <p:nvPr/>
        </p:nvSpPr>
        <p:spPr>
          <a:xfrm>
            <a:off x="3586570" y="1988629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5" name="Google Shape;475;p23"/>
          <p:cNvCxnSpPr/>
          <p:nvPr/>
        </p:nvCxnSpPr>
        <p:spPr>
          <a:xfrm>
            <a:off x="3636606" y="2162502"/>
            <a:ext cx="206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6" name="Google Shape;476;p23"/>
          <p:cNvSpPr txBox="1"/>
          <p:nvPr/>
        </p:nvSpPr>
        <p:spPr>
          <a:xfrm>
            <a:off x="3586570" y="2603387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23"/>
          <p:cNvSpPr txBox="1"/>
          <p:nvPr/>
        </p:nvSpPr>
        <p:spPr>
          <a:xfrm>
            <a:off x="3586570" y="2427276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8" name="Google Shape;478;p23"/>
          <p:cNvCxnSpPr/>
          <p:nvPr/>
        </p:nvCxnSpPr>
        <p:spPr>
          <a:xfrm>
            <a:off x="3636606" y="2601149"/>
            <a:ext cx="206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9" name="Google Shape;479;p23"/>
          <p:cNvSpPr txBox="1"/>
          <p:nvPr/>
        </p:nvSpPr>
        <p:spPr>
          <a:xfrm>
            <a:off x="2753301" y="2487958"/>
            <a:ext cx="9090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23"/>
          <p:cNvSpPr txBox="1"/>
          <p:nvPr/>
        </p:nvSpPr>
        <p:spPr>
          <a:xfrm>
            <a:off x="3895966" y="2487958"/>
            <a:ext cx="1719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4247213" y="2443154"/>
            <a:ext cx="554700" cy="3159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23"/>
          <p:cNvSpPr/>
          <p:nvPr/>
        </p:nvSpPr>
        <p:spPr>
          <a:xfrm>
            <a:off x="6249056" y="1756973"/>
            <a:ext cx="118800" cy="118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3"/>
          <p:cNvSpPr txBox="1"/>
          <p:nvPr/>
        </p:nvSpPr>
        <p:spPr>
          <a:xfrm flipH="1">
            <a:off x="5341509" y="1349928"/>
            <a:ext cx="6876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3"/>
          <p:cNvSpPr txBox="1"/>
          <p:nvPr/>
        </p:nvSpPr>
        <p:spPr>
          <a:xfrm flipH="1">
            <a:off x="6467820" y="1541566"/>
            <a:ext cx="433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3"/>
          <p:cNvSpPr txBox="1"/>
          <p:nvPr/>
        </p:nvSpPr>
        <p:spPr>
          <a:xfrm flipH="1">
            <a:off x="5660688" y="1698565"/>
            <a:ext cx="2514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3"/>
          <p:cNvSpPr/>
          <p:nvPr/>
        </p:nvSpPr>
        <p:spPr>
          <a:xfrm>
            <a:off x="1873127" y="4015757"/>
            <a:ext cx="118800" cy="118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23"/>
          <p:cNvSpPr txBox="1"/>
          <p:nvPr/>
        </p:nvSpPr>
        <p:spPr>
          <a:xfrm flipH="1">
            <a:off x="827060" y="3608713"/>
            <a:ext cx="6876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8" name="Google Shape;488;p23"/>
          <p:cNvSpPr txBox="1"/>
          <p:nvPr/>
        </p:nvSpPr>
        <p:spPr>
          <a:xfrm flipH="1">
            <a:off x="2109452" y="3800350"/>
            <a:ext cx="433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23"/>
          <p:cNvSpPr txBox="1"/>
          <p:nvPr/>
        </p:nvSpPr>
        <p:spPr>
          <a:xfrm flipH="1">
            <a:off x="986343" y="3972506"/>
            <a:ext cx="2514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3"/>
          <p:cNvSpPr/>
          <p:nvPr/>
        </p:nvSpPr>
        <p:spPr>
          <a:xfrm>
            <a:off x="4121334" y="4336025"/>
            <a:ext cx="142200" cy="142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23"/>
          <p:cNvSpPr txBox="1"/>
          <p:nvPr/>
        </p:nvSpPr>
        <p:spPr>
          <a:xfrm flipH="1">
            <a:off x="3260481" y="3703931"/>
            <a:ext cx="5991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23"/>
          <p:cNvSpPr txBox="1"/>
          <p:nvPr/>
        </p:nvSpPr>
        <p:spPr>
          <a:xfrm flipH="1">
            <a:off x="4337035" y="3952647"/>
            <a:ext cx="4212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23"/>
          <p:cNvSpPr txBox="1"/>
          <p:nvPr/>
        </p:nvSpPr>
        <p:spPr>
          <a:xfrm flipH="1">
            <a:off x="3578153" y="4289142"/>
            <a:ext cx="301500" cy="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4" name="Google Shape;494;p23"/>
          <p:cNvSpPr/>
          <p:nvPr/>
        </p:nvSpPr>
        <p:spPr>
          <a:xfrm rot="10800000">
            <a:off x="4931357" y="3551322"/>
            <a:ext cx="1033200" cy="1033500"/>
          </a:xfrm>
          <a:prstGeom prst="arc">
            <a:avLst>
              <a:gd name="adj1" fmla="val 9151910"/>
              <a:gd name="adj2" fmla="val 10809952"/>
            </a:avLst>
          </a:prstGeom>
          <a:solidFill>
            <a:srgbClr val="F3EEFB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5" name="Google Shape;495;p23"/>
          <p:cNvGrpSpPr/>
          <p:nvPr/>
        </p:nvGrpSpPr>
        <p:grpSpPr>
          <a:xfrm>
            <a:off x="525341" y="984036"/>
            <a:ext cx="5923634" cy="3495295"/>
            <a:chOff x="525341" y="984036"/>
            <a:chExt cx="5923634" cy="3495295"/>
          </a:xfrm>
        </p:grpSpPr>
        <p:cxnSp>
          <p:nvCxnSpPr>
            <p:cNvPr id="496" name="Google Shape;496;p23"/>
            <p:cNvCxnSpPr/>
            <p:nvPr/>
          </p:nvCxnSpPr>
          <p:spPr>
            <a:xfrm flipH="1">
              <a:off x="525341" y="3575768"/>
              <a:ext cx="1381200" cy="4914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97" name="Google Shape;497;p23"/>
            <p:cNvCxnSpPr/>
            <p:nvPr/>
          </p:nvCxnSpPr>
          <p:spPr>
            <a:xfrm rot="10800000" flipH="1">
              <a:off x="2090628" y="3643005"/>
              <a:ext cx="0" cy="4914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98" name="Google Shape;498;p23"/>
            <p:cNvCxnSpPr/>
            <p:nvPr/>
          </p:nvCxnSpPr>
          <p:spPr>
            <a:xfrm flipH="1">
              <a:off x="3423679" y="3453736"/>
              <a:ext cx="752700" cy="9732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99" name="Google Shape;499;p23"/>
            <p:cNvCxnSpPr/>
            <p:nvPr/>
          </p:nvCxnSpPr>
          <p:spPr>
            <a:xfrm rot="10800000" flipH="1">
              <a:off x="4336485" y="3506131"/>
              <a:ext cx="0" cy="9732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00" name="Google Shape;500;p23"/>
            <p:cNvCxnSpPr/>
            <p:nvPr/>
          </p:nvCxnSpPr>
          <p:spPr>
            <a:xfrm flipH="1">
              <a:off x="1027985" y="1139557"/>
              <a:ext cx="942600" cy="4914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01" name="Google Shape;501;p23"/>
            <p:cNvCxnSpPr/>
            <p:nvPr/>
          </p:nvCxnSpPr>
          <p:spPr>
            <a:xfrm rot="10800000" flipH="1">
              <a:off x="2110782" y="1206794"/>
              <a:ext cx="0" cy="4914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02" name="Google Shape;502;p23"/>
            <p:cNvCxnSpPr/>
            <p:nvPr/>
          </p:nvCxnSpPr>
          <p:spPr>
            <a:xfrm flipH="1">
              <a:off x="3309792" y="984036"/>
              <a:ext cx="942600" cy="4914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03" name="Google Shape;503;p23"/>
            <p:cNvCxnSpPr/>
            <p:nvPr/>
          </p:nvCxnSpPr>
          <p:spPr>
            <a:xfrm rot="10800000">
              <a:off x="3368944" y="1613949"/>
              <a:ext cx="942600" cy="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04" name="Google Shape;504;p23"/>
            <p:cNvCxnSpPr/>
            <p:nvPr/>
          </p:nvCxnSpPr>
          <p:spPr>
            <a:xfrm flipH="1">
              <a:off x="5366178" y="1316987"/>
              <a:ext cx="942600" cy="4914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05" name="Google Shape;505;p23"/>
            <p:cNvCxnSpPr/>
            <p:nvPr/>
          </p:nvCxnSpPr>
          <p:spPr>
            <a:xfrm rot="10800000" flipH="1">
              <a:off x="6448975" y="1384224"/>
              <a:ext cx="0" cy="4914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06" name="Google Shape;506;p23"/>
            <p:cNvCxnSpPr/>
            <p:nvPr/>
          </p:nvCxnSpPr>
          <p:spPr>
            <a:xfrm flipH="1">
              <a:off x="5366178" y="3516650"/>
              <a:ext cx="942600" cy="4914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07" name="Google Shape;507;p23"/>
            <p:cNvCxnSpPr/>
            <p:nvPr/>
          </p:nvCxnSpPr>
          <p:spPr>
            <a:xfrm rot="10800000" flipH="1">
              <a:off x="6448975" y="3583887"/>
              <a:ext cx="0" cy="491400"/>
            </a:xfrm>
            <a:prstGeom prst="straightConnector1">
              <a:avLst/>
            </a:prstGeom>
            <a:noFill/>
            <a:ln w="28575" cap="flat" cmpd="sng">
              <a:solidFill>
                <a:srgbClr val="575756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508" name="Google Shape;508;p23"/>
          <p:cNvSpPr/>
          <p:nvPr/>
        </p:nvSpPr>
        <p:spPr>
          <a:xfrm>
            <a:off x="6249056" y="3956635"/>
            <a:ext cx="118800" cy="118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23"/>
          <p:cNvSpPr txBox="1"/>
          <p:nvPr/>
        </p:nvSpPr>
        <p:spPr>
          <a:xfrm flipH="1">
            <a:off x="5320160" y="3549591"/>
            <a:ext cx="6876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3"/>
          <p:cNvSpPr txBox="1"/>
          <p:nvPr/>
        </p:nvSpPr>
        <p:spPr>
          <a:xfrm flipH="1">
            <a:off x="6467820" y="3741228"/>
            <a:ext cx="4338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0.24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3"/>
          <p:cNvSpPr txBox="1"/>
          <p:nvPr/>
        </p:nvSpPr>
        <p:spPr>
          <a:xfrm flipH="1">
            <a:off x="5738188" y="3869858"/>
            <a:ext cx="2514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3"/>
          <p:cNvSpPr/>
          <p:nvPr/>
        </p:nvSpPr>
        <p:spPr>
          <a:xfrm rot="-5400000">
            <a:off x="1056951" y="3198105"/>
            <a:ext cx="491400" cy="1381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23"/>
          <p:cNvSpPr/>
          <p:nvPr/>
        </p:nvSpPr>
        <p:spPr>
          <a:xfrm rot="-5400000">
            <a:off x="3400691" y="3616381"/>
            <a:ext cx="973200" cy="7527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23"/>
          <p:cNvSpPr/>
          <p:nvPr/>
        </p:nvSpPr>
        <p:spPr>
          <a:xfrm rot="-5400000">
            <a:off x="1312781" y="981194"/>
            <a:ext cx="491400" cy="9426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23"/>
          <p:cNvSpPr/>
          <p:nvPr/>
        </p:nvSpPr>
        <p:spPr>
          <a:xfrm rot="-5400000">
            <a:off x="3594588" y="825673"/>
            <a:ext cx="491400" cy="9426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3"/>
          <p:cNvSpPr/>
          <p:nvPr/>
        </p:nvSpPr>
        <p:spPr>
          <a:xfrm rot="-5400000">
            <a:off x="5650974" y="1158624"/>
            <a:ext cx="491400" cy="9426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3"/>
          <p:cNvSpPr/>
          <p:nvPr/>
        </p:nvSpPr>
        <p:spPr>
          <a:xfrm rot="-5400000">
            <a:off x="5650974" y="3358287"/>
            <a:ext cx="491400" cy="9426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157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2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Using the sine ratio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2024-03-05T14:40:41.485</cp:lastPrinted>
  <dcterms:created xsi:type="dcterms:W3CDTF">2024-03-05T14:40:41Z</dcterms:created>
  <dcterms:modified xsi:type="dcterms:W3CDTF">2024-03-05T14:40:52Z</dcterms:modified>
</cp:coreProperties>
</file>