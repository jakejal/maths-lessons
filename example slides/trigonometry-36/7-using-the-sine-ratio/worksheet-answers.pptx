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53E87BF-389F-48BE-B8B2-EA6B5ADC4126}">
  <a:tblStyle styleId="{753E87BF-389F-48BE-B8B2-EA6B5ADC41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0" name="Shape 270"/>
        <p:cNvGrpSpPr/>
        <p:nvPr/>
      </p:nvGrpSpPr>
      <p:grpSpPr>
        <a:xfrm>
          <a:off x="0" y="0"/>
          <a:ext cx="0" cy="0"/>
        </a:xfrm>
      </p:grpSpPr>
      <p:sp>
        <p:nvSpPr>
          <p:cNvPr id="271" name="Google Shape;271;g2be02d0ee3d_0_14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e02d0ee3d_0_1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74" name="Shape 374"/>
        <p:cNvGrpSpPr/>
        <p:nvPr/>
      </p:nvGrpSpPr>
      <p:grpSpPr>
        <a:xfrm>
          <a:off x="0" y="0"/>
          <a:ext cx="0" cy="0"/>
        </a:xfrm>
      </p:grpSpPr>
      <p:sp>
        <p:nvSpPr>
          <p:cNvPr id="375" name="Google Shape;375;g2be02d0ee3d_0_25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be02d0ee3d_0_2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81" name="Shape 481"/>
        <p:cNvGrpSpPr/>
        <p:nvPr/>
      </p:nvGrpSpPr>
      <p:grpSpPr>
        <a:xfrm>
          <a:off x="0" y="0"/>
          <a:ext cx="0" cy="0"/>
        </a:xfrm>
      </p:grpSpPr>
      <p:sp>
        <p:nvSpPr>
          <p:cNvPr id="482" name="Google Shape;48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/>
          <p:nvPr/>
        </p:nvSpPr>
        <p:spPr>
          <a:xfrm>
            <a:off x="4951784" y="274822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941597" y="408795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540847" y="274822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93348" y="3789868"/>
            <a:ext cx="8391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 flipH="1">
            <a:off x="690892" y="3789868"/>
            <a:ext cx="8391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324839" y="2993700"/>
            <a:ext cx="936600" cy="936900"/>
          </a:xfrm>
          <a:prstGeom prst="arc">
            <a:avLst>
              <a:gd name="adj1" fmla="val 21431706"/>
              <a:gd name="adj2" fmla="val 234176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44078" y="4077029"/>
            <a:ext cx="883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1567232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these two versions of the sine formula.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triangle, choose the most appropriate version of the sine formula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 flipH="1">
            <a:off x="3782748" y="2202400"/>
            <a:ext cx="0" cy="2590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/>
          <p:nvPr/>
        </p:nvSpPr>
        <p:spPr>
          <a:xfrm>
            <a:off x="551019" y="2748229"/>
            <a:ext cx="4419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95711" y="2751289"/>
            <a:ext cx="1738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307041" y="274822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603933" y="3937542"/>
            <a:ext cx="4056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2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683472" y="4077031"/>
            <a:ext cx="83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/>
          <p:nvPr/>
        </p:nvSpPr>
        <p:spPr>
          <a:xfrm>
            <a:off x="1747227" y="3933962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374074" y="408795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091400" y="4077025"/>
            <a:ext cx="839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959073" y="2748229"/>
            <a:ext cx="4419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332775" y="2751289"/>
            <a:ext cx="1738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95" y="2748229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011987" y="3937542"/>
            <a:ext cx="4056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2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4091526" y="4077031"/>
            <a:ext cx="83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/>
          <p:nvPr/>
        </p:nvSpPr>
        <p:spPr>
          <a:xfrm>
            <a:off x="4101401" y="3789868"/>
            <a:ext cx="8391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155280" y="3933962"/>
            <a:ext cx="457500" cy="246000"/>
          </a:xfrm>
          <a:prstGeom prst="rect">
            <a:avLst/>
          </a:prstGeom>
          <a:noFill/>
          <a:ln w="28575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rot="2373007">
            <a:off x="6399314" y="3872095"/>
            <a:ext cx="120612" cy="12061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695304" y="3819719"/>
            <a:ext cx="5082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flipH="1">
            <a:off x="5911594" y="3459571"/>
            <a:ext cx="3621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128609" y="3180256"/>
            <a:ext cx="5082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flipH="1">
            <a:off x="550888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flipH="1">
            <a:off x="1548525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81°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flipH="1">
            <a:off x="2314725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>
            <a:off x="949275" y="4141606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81°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>
            <a:off x="1748230" y="3933965"/>
            <a:ext cx="4575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 flipH="1">
            <a:off x="3958857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 flipH="1">
            <a:off x="5722694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 flipH="1">
            <a:off x="4098861" y="3789868"/>
            <a:ext cx="8391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 flipH="1">
            <a:off x="4381667" y="4141606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49°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flipH="1">
            <a:off x="5156199" y="3933965"/>
            <a:ext cx="4575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 flipH="1">
            <a:off x="789542" y="4550966"/>
            <a:ext cx="16803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cm = 117.53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4959377" y="2802015"/>
            <a:ext cx="441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49°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4593390" y="4550966"/>
            <a:ext cx="16803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cm = 2.65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5" name="Google Shape;215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35040" r="40862"/>
          <a:stretch>
            <a:fillRect/>
          </a:stretch>
        </p:blipFill>
        <p:spPr>
          <a:xfrm>
            <a:off x="4093894" y="3277673"/>
            <a:ext cx="1071269" cy="4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65393"/>
          <a:stretch>
            <a:fillRect/>
          </a:stretch>
        </p:blipFill>
        <p:spPr>
          <a:xfrm>
            <a:off x="4172117" y="2345847"/>
            <a:ext cx="1538451" cy="4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35040" r="40862"/>
          <a:stretch>
            <a:fillRect/>
          </a:stretch>
        </p:blipFill>
        <p:spPr>
          <a:xfrm>
            <a:off x="688279" y="3272687"/>
            <a:ext cx="1071269" cy="46298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/>
          <p:nvPr/>
        </p:nvSpPr>
        <p:spPr>
          <a:xfrm rot="8960924" flipH="1">
            <a:off x="2898633" y="2794805"/>
            <a:ext cx="905629" cy="905629"/>
          </a:xfrm>
          <a:prstGeom prst="arc">
            <a:avLst>
              <a:gd name="adj1" fmla="val 12682129"/>
              <a:gd name="adj2" fmla="val 14324974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 flipH="1">
            <a:off x="3226709" y="4423875"/>
            <a:ext cx="126900" cy="126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flipH="1">
            <a:off x="2735376" y="4635476"/>
            <a:ext cx="526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 flipH="1">
            <a:off x="2593004" y="3182041"/>
            <a:ext cx="711300" cy="131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0"/>
          <p:cNvCxnSpPr/>
          <p:nvPr/>
        </p:nvCxnSpPr>
        <p:spPr>
          <a:xfrm rot="10800000">
            <a:off x="2642904" y="4623949"/>
            <a:ext cx="7113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0"/>
          <p:cNvSpPr txBox="1"/>
          <p:nvPr/>
        </p:nvSpPr>
        <p:spPr>
          <a:xfrm flipH="1">
            <a:off x="3027510" y="3798729"/>
            <a:ext cx="3063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 rot="-3694540" flipH="1">
            <a:off x="2218927" y="3716707"/>
            <a:ext cx="1252947" cy="13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64678"/>
          <a:stretch>
            <a:fillRect/>
          </a:stretch>
        </p:blipFill>
        <p:spPr>
          <a:xfrm>
            <a:off x="734725" y="2340850"/>
            <a:ext cx="1570224" cy="4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 rot="-3032908">
            <a:off x="5984176" y="2992425"/>
            <a:ext cx="788171" cy="88083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rot="-5400000">
            <a:off x="2338595" y="3536186"/>
            <a:ext cx="1319400" cy="711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010437" y="7942919"/>
            <a:ext cx="15654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94.35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/>
          <p:nvPr/>
        </p:nvSpPr>
        <p:spPr>
          <a:xfrm flipH="1">
            <a:off x="2828291" y="6269605"/>
            <a:ext cx="762600" cy="762900"/>
          </a:xfrm>
          <a:prstGeom prst="arc">
            <a:avLst>
              <a:gd name="adj1" fmla="val 5344843"/>
              <a:gd name="adj2" fmla="val 8988316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 rot="10800000">
            <a:off x="3259518" y="6588043"/>
            <a:ext cx="1255800" cy="723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3202156" y="7457539"/>
            <a:ext cx="12558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2" name="Google Shape;232;p20"/>
          <p:cNvSpPr/>
          <p:nvPr/>
        </p:nvSpPr>
        <p:spPr>
          <a:xfrm flipH="1">
            <a:off x="1773349" y="6832035"/>
            <a:ext cx="1058400" cy="1059000"/>
          </a:xfrm>
          <a:prstGeom prst="arc">
            <a:avLst>
              <a:gd name="adj1" fmla="val 19809554"/>
              <a:gd name="adj2" fmla="val 57629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68000" y="539525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hypotenuse and an opposite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 rot="5400000">
            <a:off x="1066665" y="722259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rot="10800000">
            <a:off x="1124020" y="6588043"/>
            <a:ext cx="1255800" cy="723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6" name="Google Shape;236;p20"/>
          <p:cNvCxnSpPr/>
          <p:nvPr/>
        </p:nvCxnSpPr>
        <p:spPr>
          <a:xfrm rot="10800000" flipH="1">
            <a:off x="977820" y="6645402"/>
            <a:ext cx="0" cy="723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7" name="Google Shape;237;p20"/>
          <p:cNvSpPr txBox="1"/>
          <p:nvPr/>
        </p:nvSpPr>
        <p:spPr>
          <a:xfrm>
            <a:off x="1754891" y="7179707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83475" y="6918449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1676900" y="6711677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 rot="5400000">
            <a:off x="3202163" y="722259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559367" y="7457544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3812398" y="6711677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173405" y="6772262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 rot="-5400000" flipH="1">
            <a:off x="5678400" y="5293750"/>
            <a:ext cx="1413300" cy="1413900"/>
          </a:xfrm>
          <a:prstGeom prst="arc">
            <a:avLst>
              <a:gd name="adj1" fmla="val 19809554"/>
              <a:gd name="adj2" fmla="val 57629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246171" y="709046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063465" y="6446731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501388" y="6365814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5791401" y="7330222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0"/>
          <p:cNvCxnSpPr/>
          <p:nvPr/>
        </p:nvCxnSpPr>
        <p:spPr>
          <a:xfrm rot="5400000">
            <a:off x="5345370" y="6189662"/>
            <a:ext cx="1255800" cy="723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20"/>
          <p:cNvCxnSpPr/>
          <p:nvPr/>
        </p:nvCxnSpPr>
        <p:spPr>
          <a:xfrm rot="-5400000">
            <a:off x="5853217" y="6608670"/>
            <a:ext cx="12558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1" name="Google Shape;251;p20"/>
          <p:cNvSpPr/>
          <p:nvPr/>
        </p:nvSpPr>
        <p:spPr>
          <a:xfrm>
            <a:off x="2887885" y="7748347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32 × sin(50°) =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887885" y="7748347"/>
            <a:ext cx="315900" cy="315900"/>
          </a:xfrm>
          <a:prstGeom prst="ellipse">
            <a:avLst/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010435" y="7604122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× sin(32°)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010435" y="7604122"/>
            <a:ext cx="315900" cy="315900"/>
          </a:xfrm>
          <a:prstGeom prst="ellipse">
            <a:avLst/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68000" y="7509973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50 × sin(32°) =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68000" y="7509973"/>
            <a:ext cx="315900" cy="315900"/>
          </a:xfrm>
          <a:prstGeom prst="ellipse">
            <a:avLst/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68019" y="8176319"/>
            <a:ext cx="2163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opposite 32° has a length of 26.50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68017" y="7855387"/>
            <a:ext cx="18531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26.50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2779442" y="8446417"/>
            <a:ext cx="2163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opposite 50°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24.51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779441" y="8125486"/>
            <a:ext cx="18531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24.51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5010438" y="8263851"/>
            <a:ext cx="18276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hypotenuse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94.35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598187" y="6546802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938770" y="6546802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214598" y="6365805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3202156" y="6645392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1066658" y="6645392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 rot="-5400000">
            <a:off x="5402717" y="6247020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8200" y="3254500"/>
            <a:ext cx="1424068" cy="9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5900" y="7215773"/>
            <a:ext cx="1058400" cy="21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3" name="Shape 273"/>
        <p:cNvGrpSpPr/>
        <p:nvPr/>
      </p:nvGrpSpPr>
      <p:grpSpPr>
        <a:xfrm>
          <a:off x="0" y="0"/>
          <a:ext cx="0" cy="0"/>
        </a:xfrm>
      </p:grpSpPr>
      <p:sp>
        <p:nvSpPr>
          <p:cNvPr id="274" name="Google Shape;274;p21"/>
          <p:cNvSpPr/>
          <p:nvPr/>
        </p:nvSpPr>
        <p:spPr>
          <a:xfrm flipH="1">
            <a:off x="403665" y="6827328"/>
            <a:ext cx="1623000" cy="1623000"/>
          </a:xfrm>
          <a:prstGeom prst="arc">
            <a:avLst>
              <a:gd name="adj1" fmla="val 10771373"/>
              <a:gd name="adj2" fmla="val 1227390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 rot="-5400000">
            <a:off x="1812567" y="6042567"/>
            <a:ext cx="980400" cy="22110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2668040" y="4179814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 = 22.71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839821" y="2418620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= 11.25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96239" y="4179814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19.74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96182" y="721189"/>
            <a:ext cx="651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sine formula, find the length of the missing side labelled with a letter for each of these triangles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 flipH="1">
            <a:off x="92520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 rot="-5400000">
            <a:off x="758131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4" name="Google Shape;284;p21"/>
          <p:cNvCxnSpPr/>
          <p:nvPr/>
        </p:nvCxnSpPr>
        <p:spPr>
          <a:xfrm flipH="1">
            <a:off x="4839812" y="1582477"/>
            <a:ext cx="0" cy="2824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1"/>
          <p:cNvCxnSpPr/>
          <p:nvPr/>
        </p:nvCxnSpPr>
        <p:spPr>
          <a:xfrm flipH="1">
            <a:off x="2668037" y="1582477"/>
            <a:ext cx="0" cy="2824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1"/>
          <p:cNvSpPr/>
          <p:nvPr/>
        </p:nvSpPr>
        <p:spPr>
          <a:xfrm>
            <a:off x="1520304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 flipH="1">
            <a:off x="567624" y="1428618"/>
            <a:ext cx="104310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8" name="Google Shape;288;p21"/>
          <p:cNvSpPr txBox="1"/>
          <p:nvPr/>
        </p:nvSpPr>
        <p:spPr>
          <a:xfrm>
            <a:off x="671886" y="1579586"/>
            <a:ext cx="4854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 rot="10800000" flipH="1">
            <a:off x="1743137" y="1487118"/>
            <a:ext cx="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0" name="Google Shape;290;p21"/>
          <p:cNvSpPr/>
          <p:nvPr/>
        </p:nvSpPr>
        <p:spPr>
          <a:xfrm flipH="1">
            <a:off x="2310865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 rot="-5400000">
            <a:off x="2976476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738649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 flipH="1">
            <a:off x="2785969" y="1428618"/>
            <a:ext cx="104310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4" name="Google Shape;294;p21"/>
          <p:cNvSpPr txBox="1"/>
          <p:nvPr/>
        </p:nvSpPr>
        <p:spPr>
          <a:xfrm flipH="1">
            <a:off x="3015514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1"/>
          <p:cNvCxnSpPr/>
          <p:nvPr/>
        </p:nvCxnSpPr>
        <p:spPr>
          <a:xfrm rot="10800000" flipH="1">
            <a:off x="3961482" y="1487118"/>
            <a:ext cx="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6" name="Google Shape;296;p21"/>
          <p:cNvSpPr/>
          <p:nvPr/>
        </p:nvSpPr>
        <p:spPr>
          <a:xfrm flipH="1">
            <a:off x="129536" y="3405463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-5400000">
            <a:off x="795147" y="3042628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1557320" y="3805084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 flipH="1">
            <a:off x="604640" y="3115986"/>
            <a:ext cx="104310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0" name="Google Shape;300;p21"/>
          <p:cNvSpPr txBox="1"/>
          <p:nvPr/>
        </p:nvSpPr>
        <p:spPr>
          <a:xfrm>
            <a:off x="1830052" y="3471204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1"/>
          <p:cNvCxnSpPr/>
          <p:nvPr/>
        </p:nvCxnSpPr>
        <p:spPr>
          <a:xfrm rot="10800000" flipH="1">
            <a:off x="1780153" y="3174486"/>
            <a:ext cx="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2" name="Google Shape;302;p21"/>
          <p:cNvSpPr/>
          <p:nvPr/>
        </p:nvSpPr>
        <p:spPr>
          <a:xfrm>
            <a:off x="6026144" y="3072446"/>
            <a:ext cx="1756800" cy="1756800"/>
          </a:xfrm>
          <a:prstGeom prst="arc">
            <a:avLst>
              <a:gd name="adj1" fmla="val 10771373"/>
              <a:gd name="adj2" fmla="val 1206867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 flipH="1">
            <a:off x="5402199" y="3805084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 rot="10800000" flipH="1">
            <a:off x="5323309" y="3389489"/>
            <a:ext cx="0" cy="570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5" name="Google Shape;305;p21"/>
          <p:cNvSpPr txBox="1"/>
          <p:nvPr/>
        </p:nvSpPr>
        <p:spPr>
          <a:xfrm>
            <a:off x="4855522" y="3581865"/>
            <a:ext cx="4854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1"/>
          <p:cNvCxnSpPr/>
          <p:nvPr/>
        </p:nvCxnSpPr>
        <p:spPr>
          <a:xfrm rot="10800000">
            <a:off x="5434448" y="3315321"/>
            <a:ext cx="1527000" cy="564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7" name="Google Shape;307;p21"/>
          <p:cNvSpPr/>
          <p:nvPr/>
        </p:nvSpPr>
        <p:spPr>
          <a:xfrm flipH="1">
            <a:off x="4637095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 rot="-5400000">
            <a:off x="5302707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064880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flipH="1">
            <a:off x="5112199" y="1428618"/>
            <a:ext cx="104310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1" name="Google Shape;311;p21"/>
          <p:cNvSpPr txBox="1"/>
          <p:nvPr/>
        </p:nvSpPr>
        <p:spPr>
          <a:xfrm>
            <a:off x="5045920" y="1579578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 flipH="1">
            <a:off x="5341744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 rot="10800000" flipH="1">
            <a:off x="6287713" y="1487118"/>
            <a:ext cx="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4" name="Google Shape;314;p21"/>
          <p:cNvSpPr txBox="1"/>
          <p:nvPr/>
        </p:nvSpPr>
        <p:spPr>
          <a:xfrm flipH="1">
            <a:off x="834185" y="3746824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/>
          <p:nvPr/>
        </p:nvSpPr>
        <p:spPr>
          <a:xfrm flipH="1">
            <a:off x="2415486" y="3352730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3843271" y="3752351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 flipH="1">
            <a:off x="2890590" y="3063252"/>
            <a:ext cx="1043100" cy="77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>
            <a:off x="2949026" y="3975122"/>
            <a:ext cx="10431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9" name="Google Shape;319;p21"/>
          <p:cNvSpPr txBox="1"/>
          <p:nvPr/>
        </p:nvSpPr>
        <p:spPr>
          <a:xfrm>
            <a:off x="3123412" y="4010731"/>
            <a:ext cx="694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 flipH="1">
            <a:off x="3120135" y="3694091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 flipH="1">
            <a:off x="797169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741270" y="1579578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/>
          <p:nvPr/>
        </p:nvSpPr>
        <p:spPr>
          <a:xfrm flipH="1">
            <a:off x="3542677" y="2686772"/>
            <a:ext cx="886500" cy="886500"/>
          </a:xfrm>
          <a:prstGeom prst="arc">
            <a:avLst>
              <a:gd name="adj1" fmla="val 2216544"/>
              <a:gd name="adj2" fmla="val 5415087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 flipH="1">
            <a:off x="3635756" y="3306017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991424" y="3761602"/>
            <a:ext cx="56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/>
          <p:nvPr/>
        </p:nvSpPr>
        <p:spPr>
          <a:xfrm rot="5400000" flipH="1">
            <a:off x="5883729" y="2908228"/>
            <a:ext cx="564300" cy="15270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759998" y="1775324"/>
            <a:ext cx="694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982570" y="1775324"/>
            <a:ext cx="694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312232" y="1775324"/>
            <a:ext cx="694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690639" y="3326302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3002711" y="3259502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113714" y="3311115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668040" y="2418620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= 9.38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96239" y="2418620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= 0.63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839821" y="4179814"/>
            <a:ext cx="21717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 = 190.56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/>
          <p:nvPr/>
        </p:nvSpPr>
        <p:spPr>
          <a:xfrm rot="-5400000">
            <a:off x="3081098" y="2989894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8845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270680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92515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488455" y="30207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706805" y="30207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925155" y="30207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/>
          <p:nvPr/>
        </p:nvSpPr>
        <p:spPr>
          <a:xfrm rot="-5400000">
            <a:off x="2396958" y="4527872"/>
            <a:ext cx="1910700" cy="4310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/>
          <p:nvPr/>
        </p:nvSpPr>
        <p:spPr>
          <a:xfrm rot="-5400000">
            <a:off x="2228516" y="4963618"/>
            <a:ext cx="1643400" cy="3705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/>
          <p:nvPr/>
        </p:nvSpPr>
        <p:spPr>
          <a:xfrm rot="-5400000">
            <a:off x="2004866" y="5543967"/>
            <a:ext cx="1286700" cy="2901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476400" y="5030200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3227895" y="74577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1944686" y="6752944"/>
            <a:ext cx="6480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 rot="10800000" flipH="1">
            <a:off x="3473372" y="6645932"/>
            <a:ext cx="0" cy="9789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0" name="Google Shape;350;p21"/>
          <p:cNvSpPr txBox="1"/>
          <p:nvPr/>
        </p:nvSpPr>
        <p:spPr>
          <a:xfrm flipH="1">
            <a:off x="1551149" y="7411341"/>
            <a:ext cx="49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489478" y="7021008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918621" y="74577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4722652" y="74577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5326658" y="74577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 flipH="1">
            <a:off x="1197390" y="6546367"/>
            <a:ext cx="2211000" cy="980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6" name="Google Shape;356;p21"/>
          <p:cNvCxnSpPr/>
          <p:nvPr/>
        </p:nvCxnSpPr>
        <p:spPr>
          <a:xfrm rot="10800000" flipH="1">
            <a:off x="3408390" y="6240067"/>
            <a:ext cx="690600" cy="306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7" name="Google Shape;357;p21"/>
          <p:cNvCxnSpPr/>
          <p:nvPr/>
        </p:nvCxnSpPr>
        <p:spPr>
          <a:xfrm flipH="1">
            <a:off x="4099153" y="5883360"/>
            <a:ext cx="804000" cy="356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8" name="Google Shape;358;p21"/>
          <p:cNvCxnSpPr/>
          <p:nvPr/>
        </p:nvCxnSpPr>
        <p:spPr>
          <a:xfrm rot="10800000" flipH="1">
            <a:off x="4903153" y="5616060"/>
            <a:ext cx="604500" cy="267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9" name="Google Shape;359;p21"/>
          <p:cNvSpPr txBox="1"/>
          <p:nvPr/>
        </p:nvSpPr>
        <p:spPr>
          <a:xfrm>
            <a:off x="3421471" y="6147996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0" name="Google Shape;360;p21"/>
          <p:cNvCxnSpPr/>
          <p:nvPr/>
        </p:nvCxnSpPr>
        <p:spPr>
          <a:xfrm rot="10800000" flipH="1">
            <a:off x="4167090" y="6336632"/>
            <a:ext cx="0" cy="12882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1" name="Google Shape;361;p21"/>
          <p:cNvSpPr txBox="1"/>
          <p:nvPr/>
        </p:nvSpPr>
        <p:spPr>
          <a:xfrm>
            <a:off x="4193969" y="6830112"/>
            <a:ext cx="495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4158822" y="5811150"/>
            <a:ext cx="5475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3" name="Google Shape;363;p21"/>
          <p:cNvCxnSpPr/>
          <p:nvPr/>
        </p:nvCxnSpPr>
        <p:spPr>
          <a:xfrm rot="10800000" flipH="1">
            <a:off x="4969567" y="5979032"/>
            <a:ext cx="0" cy="16458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4" name="Google Shape;364;p21"/>
          <p:cNvSpPr txBox="1"/>
          <p:nvPr/>
        </p:nvSpPr>
        <p:spPr>
          <a:xfrm>
            <a:off x="4985672" y="6609556"/>
            <a:ext cx="495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 rot="10800000" flipH="1">
            <a:off x="5575130" y="5714132"/>
            <a:ext cx="0" cy="1910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6" name="Google Shape;366;p21"/>
          <p:cNvSpPr txBox="1"/>
          <p:nvPr/>
        </p:nvSpPr>
        <p:spPr>
          <a:xfrm>
            <a:off x="5591228" y="6446159"/>
            <a:ext cx="6906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836367" y="5535086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3442369" y="7214517"/>
            <a:ext cx="69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323935" y="5951989"/>
            <a:ext cx="6906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37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970193" y="6972162"/>
            <a:ext cx="4281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4738830" y="5341000"/>
            <a:ext cx="6906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3" name="Google Shape;3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137825" y="2778824"/>
            <a:ext cx="6934468" cy="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sp>
        <p:nvSpPr>
          <p:cNvPr id="378" name="Google Shape;378;p22"/>
          <p:cNvSpPr txBox="1"/>
          <p:nvPr/>
        </p:nvSpPr>
        <p:spPr>
          <a:xfrm>
            <a:off x="474750" y="720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angles using the sine formula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graphicFrame>
        <p:nvGraphicFramePr>
          <p:cNvPr id="380" name="Google Shape;380;p22"/>
          <p:cNvGraphicFramePr>
            <a:graphicFrameLocks noGrp="1"/>
          </p:cNvGraphicFramePr>
          <p:nvPr/>
        </p:nvGraphicFramePr>
        <p:xfrm>
          <a:off x="474749" y="980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{753E87BF-389F-48BE-B8B2-EA6B5ADC4126}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1" name="Google Shape;381;p22"/>
          <p:cNvSpPr/>
          <p:nvPr/>
        </p:nvSpPr>
        <p:spPr>
          <a:xfrm>
            <a:off x="6432196" y="3354642"/>
            <a:ext cx="1127700" cy="1128600"/>
          </a:xfrm>
          <a:prstGeom prst="arc">
            <a:avLst>
              <a:gd name="adj1" fmla="val 8615988"/>
              <a:gd name="adj2" fmla="val 9886583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6321712" y="2098377"/>
            <a:ext cx="761700" cy="762300"/>
          </a:xfrm>
          <a:prstGeom prst="arc">
            <a:avLst>
              <a:gd name="adj1" fmla="val 10661581"/>
              <a:gd name="adj2" fmla="val 14113998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/>
          <p:nvPr/>
        </p:nvSpPr>
        <p:spPr>
          <a:xfrm flipH="1">
            <a:off x="2876806" y="2149604"/>
            <a:ext cx="1037100" cy="1036800"/>
          </a:xfrm>
          <a:prstGeom prst="arc">
            <a:avLst>
              <a:gd name="adj1" fmla="val 10794690"/>
              <a:gd name="adj2" fmla="val 12787166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/>
          <p:nvPr/>
        </p:nvSpPr>
        <p:spPr>
          <a:xfrm rot="10800000">
            <a:off x="3897669" y="4220435"/>
            <a:ext cx="782400" cy="782400"/>
          </a:xfrm>
          <a:prstGeom prst="arc">
            <a:avLst>
              <a:gd name="adj1" fmla="val 1986025"/>
              <a:gd name="adj2" fmla="val 536355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 rot="10800000" flipH="1">
            <a:off x="5557995" y="3833624"/>
            <a:ext cx="1441500" cy="410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22"/>
          <p:cNvCxnSpPr/>
          <p:nvPr/>
        </p:nvCxnSpPr>
        <p:spPr>
          <a:xfrm rot="10800000" flipH="1">
            <a:off x="5941201" y="3983319"/>
            <a:ext cx="1135800" cy="8292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22"/>
          <p:cNvCxnSpPr/>
          <p:nvPr/>
        </p:nvCxnSpPr>
        <p:spPr>
          <a:xfrm rot="10800000">
            <a:off x="5504806" y="4383540"/>
            <a:ext cx="306300" cy="419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8" name="Google Shape;388;p22"/>
          <p:cNvCxnSpPr/>
          <p:nvPr/>
        </p:nvCxnSpPr>
        <p:spPr>
          <a:xfrm flipH="1">
            <a:off x="5644982" y="2544876"/>
            <a:ext cx="1065900" cy="348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9" name="Google Shape;389;p22"/>
          <p:cNvCxnSpPr/>
          <p:nvPr/>
        </p:nvCxnSpPr>
        <p:spPr>
          <a:xfrm rot="1409" flipH="1">
            <a:off x="5603920" y="1966072"/>
            <a:ext cx="732000" cy="5121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0" name="Google Shape;390;p22"/>
          <p:cNvCxnSpPr/>
          <p:nvPr/>
        </p:nvCxnSpPr>
        <p:spPr>
          <a:xfrm>
            <a:off x="6418863" y="1966228"/>
            <a:ext cx="333300" cy="4770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1" name="Google Shape;391;p22"/>
          <p:cNvCxnSpPr/>
          <p:nvPr/>
        </p:nvCxnSpPr>
        <p:spPr>
          <a:xfrm flipH="1">
            <a:off x="3348933" y="2040860"/>
            <a:ext cx="902700" cy="587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2" name="Google Shape;392;p22"/>
          <p:cNvCxnSpPr/>
          <p:nvPr/>
        </p:nvCxnSpPr>
        <p:spPr>
          <a:xfrm rot="10800000" flipH="1">
            <a:off x="4354318" y="2082894"/>
            <a:ext cx="0" cy="587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3" name="Google Shape;393;p22"/>
          <p:cNvCxnSpPr/>
          <p:nvPr/>
        </p:nvCxnSpPr>
        <p:spPr>
          <a:xfrm rot="10800000">
            <a:off x="3348933" y="4070365"/>
            <a:ext cx="902700" cy="587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4" name="Google Shape;394;p22"/>
          <p:cNvSpPr txBox="1"/>
          <p:nvPr/>
        </p:nvSpPr>
        <p:spPr>
          <a:xfrm>
            <a:off x="5161965" y="2869915"/>
            <a:ext cx="7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3109400" y="1076150"/>
            <a:ext cx="39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Using this table of trig values, find the size of each missing angle marked with a letter.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186869" y="2563948"/>
            <a:ext cx="106800" cy="10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/>
          <p:nvPr/>
        </p:nvSpPr>
        <p:spPr>
          <a:xfrm rot="8702355" flipH="1">
            <a:off x="6291826" y="2036207"/>
            <a:ext cx="135075" cy="13507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/>
          <p:nvPr/>
        </p:nvSpPr>
        <p:spPr>
          <a:xfrm rot="-2169491" flipH="1">
            <a:off x="5825664" y="4578339"/>
            <a:ext cx="135250" cy="1352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3269579" y="2165572"/>
            <a:ext cx="617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4354324" y="2309975"/>
            <a:ext cx="386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8.55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3781157" y="2975814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3781157" y="2817776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8.55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3" name="Google Shape;403;p22"/>
          <p:cNvCxnSpPr/>
          <p:nvPr/>
        </p:nvCxnSpPr>
        <p:spPr>
          <a:xfrm>
            <a:off x="3863485" y="2973805"/>
            <a:ext cx="3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22"/>
          <p:cNvSpPr/>
          <p:nvPr/>
        </p:nvSpPr>
        <p:spPr>
          <a:xfrm>
            <a:off x="4443580" y="2829345"/>
            <a:ext cx="489000" cy="283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4247747" y="2881664"/>
            <a:ext cx="1350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6" name="Google Shape;406;p22"/>
          <p:cNvCxnSpPr/>
          <p:nvPr/>
        </p:nvCxnSpPr>
        <p:spPr>
          <a:xfrm flipH="1">
            <a:off x="5030927" y="1913950"/>
            <a:ext cx="0" cy="342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22"/>
          <p:cNvCxnSpPr/>
          <p:nvPr/>
        </p:nvCxnSpPr>
        <p:spPr>
          <a:xfrm rot="10800000">
            <a:off x="3103125" y="3659150"/>
            <a:ext cx="398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22"/>
          <p:cNvSpPr txBox="1"/>
          <p:nvPr/>
        </p:nvSpPr>
        <p:spPr>
          <a:xfrm>
            <a:off x="5893294" y="2975814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5893294" y="2817776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0" name="Google Shape;410;p22"/>
          <p:cNvCxnSpPr/>
          <p:nvPr/>
        </p:nvCxnSpPr>
        <p:spPr>
          <a:xfrm>
            <a:off x="5975622" y="2973805"/>
            <a:ext cx="3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22"/>
          <p:cNvSpPr/>
          <p:nvPr/>
        </p:nvSpPr>
        <p:spPr>
          <a:xfrm>
            <a:off x="6555717" y="2829345"/>
            <a:ext cx="489000" cy="283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6359883" y="2881664"/>
            <a:ext cx="1350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5360294" y="2048489"/>
            <a:ext cx="610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5742145" y="2587828"/>
            <a:ext cx="972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5237165" y="4589780"/>
            <a:ext cx="386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6486183" y="4048919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5694241" y="3836372"/>
            <a:ext cx="972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6337808" y="2340096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/>
          <p:nvPr/>
        </p:nvSpPr>
        <p:spPr>
          <a:xfrm rot="10800000" flipH="1">
            <a:off x="4186869" y="4028177"/>
            <a:ext cx="106800" cy="10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 flipH="1">
            <a:off x="4020074" y="4304679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 flipH="1">
            <a:off x="3269519" y="4381028"/>
            <a:ext cx="617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2" name="Google Shape;422;p22"/>
          <p:cNvCxnSpPr/>
          <p:nvPr/>
        </p:nvCxnSpPr>
        <p:spPr>
          <a:xfrm rot="10800000">
            <a:off x="3386459" y="3961490"/>
            <a:ext cx="9048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3" name="Google Shape;423;p22"/>
          <p:cNvSpPr txBox="1"/>
          <p:nvPr/>
        </p:nvSpPr>
        <p:spPr>
          <a:xfrm flipH="1">
            <a:off x="3385314" y="3727517"/>
            <a:ext cx="904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0.866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3102881" y="2869915"/>
            <a:ext cx="7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4372117" y="2876245"/>
            <a:ext cx="6108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0.342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3609658" y="2519787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5975163" y="2974114"/>
            <a:ext cx="3402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5975163" y="2780660"/>
            <a:ext cx="3402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45.3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6564901" y="2877261"/>
            <a:ext cx="4701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0.906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0" name="Google Shape;430;p22"/>
          <p:cNvSpPr/>
          <p:nvPr/>
        </p:nvSpPr>
        <p:spPr>
          <a:xfrm rot="3231496" flipH="1">
            <a:off x="6033525" y="3412687"/>
            <a:ext cx="519342" cy="140627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/>
          <p:nvPr/>
        </p:nvSpPr>
        <p:spPr>
          <a:xfrm rot="-7496617" flipH="1">
            <a:off x="5886830" y="2055703"/>
            <a:ext cx="581909" cy="893176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/>
          <p:nvPr/>
        </p:nvSpPr>
        <p:spPr>
          <a:xfrm rot="-5400000">
            <a:off x="3548437" y="1925394"/>
            <a:ext cx="587700" cy="90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/>
          <p:nvPr/>
        </p:nvSpPr>
        <p:spPr>
          <a:xfrm rot="-5400000" flipH="1">
            <a:off x="3548437" y="3870832"/>
            <a:ext cx="587700" cy="90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 rot="10800000" flipH="1">
            <a:off x="5033579" y="8269152"/>
            <a:ext cx="1195200" cy="1195800"/>
          </a:xfrm>
          <a:prstGeom prst="arc">
            <a:avLst>
              <a:gd name="adj1" fmla="val 19399439"/>
              <a:gd name="adj2" fmla="val 2153406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/>
          <p:nvPr/>
        </p:nvSpPr>
        <p:spPr>
          <a:xfrm rot="-3302141">
            <a:off x="5886721" y="8363008"/>
            <a:ext cx="678306" cy="1041521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/>
          <p:nvPr/>
        </p:nvSpPr>
        <p:spPr>
          <a:xfrm rot="10800000">
            <a:off x="4193412" y="7862316"/>
            <a:ext cx="1320300" cy="1320600"/>
          </a:xfrm>
          <a:prstGeom prst="arc">
            <a:avLst>
              <a:gd name="adj1" fmla="val 16161905"/>
              <a:gd name="adj2" fmla="val 18023683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7" name="Google Shape;437;p22"/>
          <p:cNvGrpSpPr/>
          <p:nvPr/>
        </p:nvGrpSpPr>
        <p:grpSpPr>
          <a:xfrm>
            <a:off x="4207042" y="8446523"/>
            <a:ext cx="651772" cy="1131604"/>
            <a:chOff x="-2153419" y="1366062"/>
            <a:chExt cx="1092294" cy="1896437"/>
          </a:xfrm>
        </p:grpSpPr>
        <p:sp>
          <p:nvSpPr>
            <p:cNvPr id="438" name="Google Shape;438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9" name="Google Shape;439;p22"/>
            <p:cNvCxnSpPr/>
            <p:nvPr/>
          </p:nvCxnSpPr>
          <p:spPr>
            <a:xfrm flipH="1">
              <a:off x="-2153419" y="1366062"/>
              <a:ext cx="960900" cy="16683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40" name="Google Shape;440;p22"/>
            <p:cNvCxnSpPr/>
            <p:nvPr/>
          </p:nvCxnSpPr>
          <p:spPr>
            <a:xfrm rot="10800000">
              <a:off x="-2022025" y="3262499"/>
              <a:ext cx="960900" cy="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441" name="Google Shape;441;p22"/>
          <p:cNvGrpSpPr/>
          <p:nvPr/>
        </p:nvGrpSpPr>
        <p:grpSpPr>
          <a:xfrm rot="10800000" flipH="1">
            <a:off x="5836427" y="7357315"/>
            <a:ext cx="1100719" cy="733993"/>
            <a:chOff x="-2066623" y="1336998"/>
            <a:chExt cx="1005498" cy="1787177"/>
          </a:xfrm>
        </p:grpSpPr>
        <p:sp>
          <p:nvSpPr>
            <p:cNvPr id="442" name="Google Shape;442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43" name="Google Shape;443;p22"/>
            <p:cNvCxnSpPr/>
            <p:nvPr/>
          </p:nvCxnSpPr>
          <p:spPr>
            <a:xfrm flipH="1">
              <a:off x="-2066623" y="1336998"/>
              <a:ext cx="960900" cy="1668300"/>
            </a:xfrm>
            <a:prstGeom prst="straightConnector1">
              <a:avLst/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44" name="Google Shape;444;p22"/>
          <p:cNvSpPr txBox="1"/>
          <p:nvPr/>
        </p:nvSpPr>
        <p:spPr>
          <a:xfrm>
            <a:off x="3838000" y="7223221"/>
            <a:ext cx="881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22"/>
          <p:cNvSpPr/>
          <p:nvPr/>
        </p:nvSpPr>
        <p:spPr>
          <a:xfrm rot="10800000">
            <a:off x="6562875" y="7668438"/>
            <a:ext cx="737400" cy="737400"/>
          </a:xfrm>
          <a:prstGeom prst="arc">
            <a:avLst>
              <a:gd name="adj1" fmla="val 1986025"/>
              <a:gd name="adj2" fmla="val 536355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3830473" y="5895349"/>
            <a:ext cx="31197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By drawing appropriate lines on this part of a unit circle, estimate the size of each angle marked with a letter (to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7" name="Google Shape;447;p22"/>
          <p:cNvPicPr preferRelativeResize="0"/>
          <p:nvPr/>
        </p:nvPicPr>
        <p:blipFill>
          <a:blip r:embed="rId3">
            <a:alphaModFix/>
          </a:blip>
          <a:srcRect r="3688"/>
          <a:stretch>
            <a:fillRect/>
          </a:stretch>
        </p:blipFill>
        <p:spPr>
          <a:xfrm>
            <a:off x="468097" y="5895731"/>
            <a:ext cx="3362375" cy="319890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2"/>
          <p:cNvSpPr/>
          <p:nvPr/>
        </p:nvSpPr>
        <p:spPr>
          <a:xfrm rot="10800000" flipH="1">
            <a:off x="6812755" y="7357462"/>
            <a:ext cx="124200" cy="124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 flipH="1">
            <a:off x="6681813" y="7720300"/>
            <a:ext cx="304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 flipH="1">
            <a:off x="5743412" y="7768438"/>
            <a:ext cx="719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1" name="Google Shape;451;p22"/>
          <p:cNvCxnSpPr/>
          <p:nvPr/>
        </p:nvCxnSpPr>
        <p:spPr>
          <a:xfrm rot="10800000">
            <a:off x="5879922" y="7279460"/>
            <a:ext cx="10545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52" name="Google Shape;452;p22"/>
          <p:cNvCxnSpPr/>
          <p:nvPr/>
        </p:nvCxnSpPr>
        <p:spPr>
          <a:xfrm rot="10800000">
            <a:off x="3880173" y="8435076"/>
            <a:ext cx="3170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3" name="Google Shape;453;p22"/>
          <p:cNvSpPr txBox="1"/>
          <p:nvPr/>
        </p:nvSpPr>
        <p:spPr>
          <a:xfrm flipH="1">
            <a:off x="5878588" y="7056825"/>
            <a:ext cx="1054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5041520" y="7236004"/>
            <a:ext cx="1575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5" name="Google Shape;455;p22"/>
          <p:cNvGrpSpPr/>
          <p:nvPr/>
        </p:nvGrpSpPr>
        <p:grpSpPr>
          <a:xfrm>
            <a:off x="4690580" y="7160065"/>
            <a:ext cx="320205" cy="363731"/>
            <a:chOff x="4885901" y="2729095"/>
            <a:chExt cx="723300" cy="448000"/>
          </a:xfrm>
        </p:grpSpPr>
        <p:sp>
          <p:nvSpPr>
            <p:cNvPr id="456" name="Google Shape;456;p22"/>
            <p:cNvSpPr txBox="1"/>
            <p:nvPr/>
          </p:nvSpPr>
          <p:spPr>
            <a:xfrm>
              <a:off x="4885901" y="29559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22"/>
            <p:cNvSpPr txBox="1"/>
            <p:nvPr/>
          </p:nvSpPr>
          <p:spPr>
            <a:xfrm>
              <a:off x="4885901" y="27290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8" name="Google Shape;458;p22"/>
            <p:cNvCxnSpPr/>
            <p:nvPr/>
          </p:nvCxnSpPr>
          <p:spPr>
            <a:xfrm>
              <a:off x="5004101" y="2953112"/>
              <a:ext cx="486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9" name="Google Shape;459;p22"/>
          <p:cNvSpPr txBox="1"/>
          <p:nvPr/>
        </p:nvSpPr>
        <p:spPr>
          <a:xfrm flipH="1">
            <a:off x="5179735" y="7250669"/>
            <a:ext cx="273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532108" y="6451462"/>
            <a:ext cx="404400" cy="404400"/>
          </a:xfrm>
          <a:prstGeom prst="mathMultiply">
            <a:avLst>
              <a:gd name="adj1" fmla="val 8038"/>
            </a:avLst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1" name="Google Shape;461;p22"/>
          <p:cNvCxnSpPr/>
          <p:nvPr/>
        </p:nvCxnSpPr>
        <p:spPr>
          <a:xfrm rot="10800000" flipH="1">
            <a:off x="5465572" y="8441705"/>
            <a:ext cx="0" cy="134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22"/>
          <p:cNvSpPr/>
          <p:nvPr/>
        </p:nvSpPr>
        <p:spPr>
          <a:xfrm>
            <a:off x="4743051" y="9379666"/>
            <a:ext cx="116100" cy="11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 flipH="1">
            <a:off x="4026230" y="9601956"/>
            <a:ext cx="1054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4023575" y="7685818"/>
            <a:ext cx="881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≈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 flipH="1">
            <a:off x="3917081" y="8818605"/>
            <a:ext cx="5658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2"/>
          <p:cNvSpPr/>
          <p:nvPr/>
        </p:nvSpPr>
        <p:spPr>
          <a:xfrm rot="2099521">
            <a:off x="6358683" y="9269681"/>
            <a:ext cx="157465" cy="15746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 flipH="1">
            <a:off x="5718175" y="8606633"/>
            <a:ext cx="11331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2"/>
          <p:cNvCxnSpPr/>
          <p:nvPr/>
        </p:nvCxnSpPr>
        <p:spPr>
          <a:xfrm rot="10800000">
            <a:off x="732640" y="6652410"/>
            <a:ext cx="17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9" name="Google Shape;469;p22"/>
          <p:cNvSpPr txBox="1"/>
          <p:nvPr/>
        </p:nvSpPr>
        <p:spPr>
          <a:xfrm>
            <a:off x="4717732" y="7724686"/>
            <a:ext cx="430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3978182" y="6718376"/>
            <a:ext cx="29799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angle ± 2° of what is given is a sensible estimate.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4496157" y="8948093"/>
            <a:ext cx="430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532108" y="7874834"/>
            <a:ext cx="404400" cy="404400"/>
          </a:xfrm>
          <a:prstGeom prst="mathMultiply">
            <a:avLst>
              <a:gd name="adj1" fmla="val 8038"/>
            </a:avLst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3" name="Google Shape;473;p22"/>
          <p:cNvCxnSpPr/>
          <p:nvPr/>
        </p:nvCxnSpPr>
        <p:spPr>
          <a:xfrm rot="10800000">
            <a:off x="732770" y="8075776"/>
            <a:ext cx="2705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74" name="Google Shape;474;p22"/>
          <p:cNvSpPr/>
          <p:nvPr/>
        </p:nvSpPr>
        <p:spPr>
          <a:xfrm>
            <a:off x="532108" y="7476349"/>
            <a:ext cx="404400" cy="404400"/>
          </a:xfrm>
          <a:prstGeom prst="mathMultiply">
            <a:avLst>
              <a:gd name="adj1" fmla="val 8038"/>
            </a:avLst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5" name="Google Shape;475;p22"/>
          <p:cNvCxnSpPr/>
          <p:nvPr/>
        </p:nvCxnSpPr>
        <p:spPr>
          <a:xfrm rot="10800000">
            <a:off x="732717" y="7677293"/>
            <a:ext cx="2559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76" name="Google Shape;476;p22"/>
          <p:cNvSpPr txBox="1"/>
          <p:nvPr/>
        </p:nvSpPr>
        <p:spPr>
          <a:xfrm flipH="1">
            <a:off x="6552243" y="9200026"/>
            <a:ext cx="7113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5818667" y="8902641"/>
            <a:ext cx="430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3754080" y="8960825"/>
            <a:ext cx="100500" cy="1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80" name="Google Shape;4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575" y="8687895"/>
            <a:ext cx="1533300" cy="948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84" name="Shape 484"/>
        <p:cNvGrpSpPr/>
        <p:nvPr/>
      </p:nvGrpSpPr>
      <p:grpSpPr>
        <a:xfrm>
          <a:off x="0" y="0"/>
          <a:ext cx="0" cy="0"/>
        </a:xfrm>
      </p:grpSpPr>
      <p:sp>
        <p:nvSpPr>
          <p:cNvPr id="485" name="Google Shape;485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486" name="Google Shape;486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487" name="Google Shape;48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489" name="Google Shape;489;p23"/>
          <p:cNvSpPr/>
          <p:nvPr/>
        </p:nvSpPr>
        <p:spPr>
          <a:xfrm rot="10800000">
            <a:off x="3162259" y="4127516"/>
            <a:ext cx="703200" cy="703500"/>
          </a:xfrm>
          <a:prstGeom prst="arc">
            <a:avLst>
              <a:gd name="adj1" fmla="val 7644222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3"/>
          <p:cNvSpPr/>
          <p:nvPr/>
        </p:nvSpPr>
        <p:spPr>
          <a:xfrm rot="10800000">
            <a:off x="593164" y="1174229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3"/>
          <p:cNvSpPr/>
          <p:nvPr/>
        </p:nvSpPr>
        <p:spPr>
          <a:xfrm rot="10800000">
            <a:off x="55973" y="3544840"/>
            <a:ext cx="1164900" cy="1164900"/>
          </a:xfrm>
          <a:prstGeom prst="arc">
            <a:avLst>
              <a:gd name="adj1" fmla="val 9585297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2" name="Google Shape;492;p23"/>
          <p:cNvCxnSpPr/>
          <p:nvPr/>
        </p:nvCxnSpPr>
        <p:spPr>
          <a:xfrm flipH="1">
            <a:off x="525341" y="3575768"/>
            <a:ext cx="138120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3" name="Google Shape;493;p23"/>
          <p:cNvCxnSpPr/>
          <p:nvPr/>
        </p:nvCxnSpPr>
        <p:spPr>
          <a:xfrm rot="10800000" flipH="1">
            <a:off x="2090628" y="3643005"/>
            <a:ext cx="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4" name="Google Shape;494;p23"/>
          <p:cNvCxnSpPr/>
          <p:nvPr/>
        </p:nvCxnSpPr>
        <p:spPr>
          <a:xfrm flipH="1">
            <a:off x="3423679" y="3453736"/>
            <a:ext cx="752700" cy="9732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5" name="Google Shape;495;p23"/>
          <p:cNvCxnSpPr/>
          <p:nvPr/>
        </p:nvCxnSpPr>
        <p:spPr>
          <a:xfrm rot="10800000" flipH="1">
            <a:off x="4336485" y="3506131"/>
            <a:ext cx="0" cy="9732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6" name="Google Shape;496;p23"/>
          <p:cNvSpPr/>
          <p:nvPr/>
        </p:nvSpPr>
        <p:spPr>
          <a:xfrm rot="10800000">
            <a:off x="4931357" y="1351660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7" name="Google Shape;497;p23"/>
          <p:cNvCxnSpPr/>
          <p:nvPr/>
        </p:nvCxnSpPr>
        <p:spPr>
          <a:xfrm flipH="1">
            <a:off x="1027985" y="1139557"/>
            <a:ext cx="94260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98" name="Google Shape;498;p23"/>
          <p:cNvCxnSpPr/>
          <p:nvPr/>
        </p:nvCxnSpPr>
        <p:spPr>
          <a:xfrm rot="10800000" flipH="1">
            <a:off x="2110782" y="1206794"/>
            <a:ext cx="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9" name="Google Shape;499;p23"/>
          <p:cNvSpPr txBox="1"/>
          <p:nvPr/>
        </p:nvSpPr>
        <p:spPr>
          <a:xfrm>
            <a:off x="480457" y="718566"/>
            <a:ext cx="627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your calculator to find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size of each angle marked with a letter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1934376" y="2510428"/>
            <a:ext cx="118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1" name="Google Shape;501;p23"/>
          <p:cNvCxnSpPr/>
          <p:nvPr/>
        </p:nvCxnSpPr>
        <p:spPr>
          <a:xfrm rot="10800000" flipH="1">
            <a:off x="4876625" y="1166123"/>
            <a:ext cx="0" cy="459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2" name="Google Shape;502;p23"/>
          <p:cNvCxnSpPr/>
          <p:nvPr/>
        </p:nvCxnSpPr>
        <p:spPr>
          <a:xfrm rot="10800000" flipH="1">
            <a:off x="2678550" y="1166123"/>
            <a:ext cx="0" cy="459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3" name="Google Shape;503;p23"/>
          <p:cNvCxnSpPr/>
          <p:nvPr/>
        </p:nvCxnSpPr>
        <p:spPr>
          <a:xfrm>
            <a:off x="490508" y="3345522"/>
            <a:ext cx="6586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4" name="Google Shape;504;p23"/>
          <p:cNvSpPr/>
          <p:nvPr/>
        </p:nvSpPr>
        <p:spPr>
          <a:xfrm>
            <a:off x="1910863" y="1579542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655715" y="2108446"/>
            <a:ext cx="8424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1421864" y="2223883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1421864" y="2047772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8" name="Google Shape;508;p23"/>
          <p:cNvCxnSpPr/>
          <p:nvPr/>
        </p:nvCxnSpPr>
        <p:spPr>
          <a:xfrm>
            <a:off x="1471900" y="2221645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9" name="Google Shape;509;p23"/>
          <p:cNvSpPr txBox="1"/>
          <p:nvPr/>
        </p:nvSpPr>
        <p:spPr>
          <a:xfrm flipH="1">
            <a:off x="1003316" y="1172498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 flipH="1">
            <a:off x="2129627" y="1364135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1421864" y="2603387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23"/>
          <p:cNvSpPr txBox="1"/>
          <p:nvPr/>
        </p:nvSpPr>
        <p:spPr>
          <a:xfrm>
            <a:off x="1421864" y="2427276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3" name="Google Shape;513;p23"/>
          <p:cNvCxnSpPr/>
          <p:nvPr/>
        </p:nvCxnSpPr>
        <p:spPr>
          <a:xfrm>
            <a:off x="1471900" y="2601149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23"/>
          <p:cNvSpPr txBox="1"/>
          <p:nvPr/>
        </p:nvSpPr>
        <p:spPr>
          <a:xfrm>
            <a:off x="589429" y="2487958"/>
            <a:ext cx="909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sin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1732094" y="2487958"/>
            <a:ext cx="1719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 flipH="1">
            <a:off x="3255192" y="1032707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 flipH="1">
            <a:off x="3556897" y="1627291"/>
            <a:ext cx="5991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4186657" y="1423026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 flipH="1">
            <a:off x="1322495" y="1521135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3"/>
          <p:cNvSpPr/>
          <p:nvPr/>
        </p:nvSpPr>
        <p:spPr>
          <a:xfrm rot="10800000">
            <a:off x="3993308" y="743824"/>
            <a:ext cx="629100" cy="629100"/>
          </a:xfrm>
          <a:prstGeom prst="arc">
            <a:avLst>
              <a:gd name="adj1" fmla="val 16177816"/>
              <a:gd name="adj2" fmla="val 1991822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 flipH="1">
            <a:off x="4090064" y="1153736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2" name="Google Shape;522;p23"/>
          <p:cNvCxnSpPr/>
          <p:nvPr/>
        </p:nvCxnSpPr>
        <p:spPr>
          <a:xfrm flipH="1">
            <a:off x="3309792" y="984036"/>
            <a:ext cx="94260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23" name="Google Shape;523;p23"/>
          <p:cNvCxnSpPr/>
          <p:nvPr/>
        </p:nvCxnSpPr>
        <p:spPr>
          <a:xfrm rot="10800000">
            <a:off x="3368944" y="1613949"/>
            <a:ext cx="9426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24" name="Google Shape;524;p23"/>
          <p:cNvSpPr txBox="1"/>
          <p:nvPr/>
        </p:nvSpPr>
        <p:spPr>
          <a:xfrm>
            <a:off x="4098248" y="2510428"/>
            <a:ext cx="118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2819588" y="2049303"/>
            <a:ext cx="8424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3586570" y="2164740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3586570" y="1988629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8" name="Google Shape;528;p23"/>
          <p:cNvCxnSpPr/>
          <p:nvPr/>
        </p:nvCxnSpPr>
        <p:spPr>
          <a:xfrm>
            <a:off x="3636606" y="2162502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9" name="Google Shape;529;p23"/>
          <p:cNvSpPr txBox="1"/>
          <p:nvPr/>
        </p:nvSpPr>
        <p:spPr>
          <a:xfrm>
            <a:off x="3586570" y="2603387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3586570" y="2427276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1" name="Google Shape;531;p23"/>
          <p:cNvCxnSpPr/>
          <p:nvPr/>
        </p:nvCxnSpPr>
        <p:spPr>
          <a:xfrm>
            <a:off x="3636606" y="2601149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23"/>
          <p:cNvSpPr txBox="1"/>
          <p:nvPr/>
        </p:nvSpPr>
        <p:spPr>
          <a:xfrm>
            <a:off x="2753301" y="2487958"/>
            <a:ext cx="909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sin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3895966" y="2487958"/>
            <a:ext cx="1719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4" name="Google Shape;534;p23"/>
          <p:cNvCxnSpPr/>
          <p:nvPr/>
        </p:nvCxnSpPr>
        <p:spPr>
          <a:xfrm flipH="1">
            <a:off x="5366178" y="1316987"/>
            <a:ext cx="94260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5" name="Google Shape;535;p23"/>
          <p:cNvCxnSpPr/>
          <p:nvPr/>
        </p:nvCxnSpPr>
        <p:spPr>
          <a:xfrm rot="10800000" flipH="1">
            <a:off x="6448975" y="1384224"/>
            <a:ext cx="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36" name="Google Shape;536;p23"/>
          <p:cNvSpPr/>
          <p:nvPr/>
        </p:nvSpPr>
        <p:spPr>
          <a:xfrm>
            <a:off x="6249056" y="1756973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 flipH="1">
            <a:off x="5341509" y="1349928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 flipH="1">
            <a:off x="6467820" y="1541566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9" name="Google Shape;539;p23"/>
          <p:cNvSpPr txBox="1"/>
          <p:nvPr/>
        </p:nvSpPr>
        <p:spPr>
          <a:xfrm flipH="1">
            <a:off x="5660688" y="1698565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1873127" y="4015757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 flipH="1">
            <a:off x="827060" y="3608713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 flipH="1">
            <a:off x="2109452" y="3800350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 flipH="1">
            <a:off x="986343" y="3972506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4121334" y="4336025"/>
            <a:ext cx="142200" cy="142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 flipH="1">
            <a:off x="3260481" y="3703931"/>
            <a:ext cx="5991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 flipH="1">
            <a:off x="4337035" y="3952647"/>
            <a:ext cx="4212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 flipH="1">
            <a:off x="3578153" y="4289142"/>
            <a:ext cx="3015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23"/>
          <p:cNvSpPr/>
          <p:nvPr/>
        </p:nvSpPr>
        <p:spPr>
          <a:xfrm rot="10800000">
            <a:off x="4931357" y="3551322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9" name="Google Shape;549;p23"/>
          <p:cNvCxnSpPr/>
          <p:nvPr/>
        </p:nvCxnSpPr>
        <p:spPr>
          <a:xfrm flipH="1">
            <a:off x="5366178" y="3516650"/>
            <a:ext cx="94260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0" name="Google Shape;550;p23"/>
          <p:cNvCxnSpPr/>
          <p:nvPr/>
        </p:nvCxnSpPr>
        <p:spPr>
          <a:xfrm rot="10800000" flipH="1">
            <a:off x="6448975" y="3583887"/>
            <a:ext cx="0" cy="4914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51" name="Google Shape;551;p23"/>
          <p:cNvSpPr/>
          <p:nvPr/>
        </p:nvSpPr>
        <p:spPr>
          <a:xfrm>
            <a:off x="6249056" y="3956635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 flipH="1">
            <a:off x="5320160" y="3549591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 flipH="1">
            <a:off x="6467820" y="3741228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23"/>
          <p:cNvSpPr txBox="1"/>
          <p:nvPr/>
        </p:nvSpPr>
        <p:spPr>
          <a:xfrm>
            <a:off x="2083263" y="2443155"/>
            <a:ext cx="5547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22.0°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4247213" y="2443155"/>
            <a:ext cx="5547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54.9°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23"/>
          <p:cNvSpPr txBox="1"/>
          <p:nvPr/>
        </p:nvSpPr>
        <p:spPr>
          <a:xfrm>
            <a:off x="5235068" y="2324869"/>
            <a:ext cx="12609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c° = 28.7°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1027338" y="4196077"/>
            <a:ext cx="8769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d° = 9.2°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23"/>
          <p:cNvSpPr txBox="1"/>
          <p:nvPr/>
        </p:nvSpPr>
        <p:spPr>
          <a:xfrm>
            <a:off x="2719694" y="3347696"/>
            <a:ext cx="9426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e° = 73.7°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5235068" y="4196077"/>
            <a:ext cx="12609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f° = 28.7°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 flipH="1">
            <a:off x="5738188" y="3869858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3623982" y="1981961"/>
            <a:ext cx="2436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3623982" y="2162748"/>
            <a:ext cx="2436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3623982" y="2414593"/>
            <a:ext cx="2436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3623982" y="2595380"/>
            <a:ext cx="2436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3"/>
          <p:cNvSpPr/>
          <p:nvPr/>
        </p:nvSpPr>
        <p:spPr>
          <a:xfrm rot="-5400000">
            <a:off x="1056951" y="3198105"/>
            <a:ext cx="491400" cy="1381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6" name="Google Shape;566;p23"/>
          <p:cNvSpPr/>
          <p:nvPr/>
        </p:nvSpPr>
        <p:spPr>
          <a:xfrm rot="-5400000">
            <a:off x="3400691" y="3616381"/>
            <a:ext cx="973200" cy="75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23"/>
          <p:cNvSpPr/>
          <p:nvPr/>
        </p:nvSpPr>
        <p:spPr>
          <a:xfrm rot="-5400000">
            <a:off x="1312781" y="981194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3"/>
          <p:cNvSpPr/>
          <p:nvPr/>
        </p:nvSpPr>
        <p:spPr>
          <a:xfrm rot="-5400000">
            <a:off x="3594588" y="825673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3"/>
          <p:cNvSpPr/>
          <p:nvPr/>
        </p:nvSpPr>
        <p:spPr>
          <a:xfrm rot="-5400000">
            <a:off x="5650974" y="1158624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3"/>
          <p:cNvSpPr/>
          <p:nvPr/>
        </p:nvSpPr>
        <p:spPr>
          <a:xfrm rot="-5400000">
            <a:off x="5650974" y="3358287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2083341" y="2443154"/>
            <a:ext cx="554700" cy="315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4247213" y="2443154"/>
            <a:ext cx="554700" cy="315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203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the sine ratio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2024-03-05T14:40:37.034</cp:lastPrinted>
  <dcterms:created xsi:type="dcterms:W3CDTF">2024-03-05T14:40:37Z</dcterms:created>
  <dcterms:modified xsi:type="dcterms:W3CDTF">2024-03-05T14:40:47Z</dcterms:modified>
</cp:coreProperties>
</file>