
<file path=[Content_Types].xml><?xml version="1.0" encoding="utf-8"?>
<Types xmlns="http://schemas.openxmlformats.org/package/2006/content-types">
  <Default ContentType="application/xml" Extension="xml"/>
  <Default ContentType="image/png" Extension="png"/>
  <Default ContentType="application/vnd.openxmlformats-package.relationships+xml" Extension="rels"/>
  <Override ContentType="application/vnd.openxmlformats-officedocument.presentationml.notesSlide+xml" PartName="/ppt/notesSlides/notesSlide37.xml"/>
  <Override ContentType="application/vnd.openxmlformats-officedocument.presentationml.notesSlide+xml" PartName="/ppt/notesSlides/notesSlide29.xml"/>
  <Override ContentType="application/vnd.openxmlformats-officedocument.presentationml.notesSlide+xml" PartName="/ppt/notesSlides/notesSlide32.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28.xml"/>
  <Override ContentType="application/vnd.openxmlformats-officedocument.presentationml.notesSlide+xml" PartName="/ppt/notesSlides/notesSlide33.xml"/>
  <Override ContentType="application/vnd.openxmlformats-officedocument.presentationml.notesSlide+xml" PartName="/ppt/notesSlides/notesSlide41.xml"/>
  <Override ContentType="application/vnd.openxmlformats-officedocument.presentationml.notesSlide+xml" PartName="/ppt/notesSlides/notesSlide15.xml"/>
  <Override ContentType="application/vnd.openxmlformats-officedocument.presentationml.notesSlide+xml" PartName="/ppt/notesSlides/notesSlide11.xml"/>
  <Override ContentType="application/vnd.openxmlformats-officedocument.presentationml.notesSlide+xml" PartName="/ppt/notesSlides/notesSlide24.xml"/>
  <Override ContentType="application/vnd.openxmlformats-officedocument.presentationml.notesSlide+xml" PartName="/ppt/notesSlides/notesSlide12.xml"/>
  <Override ContentType="application/vnd.openxmlformats-officedocument.presentationml.notesSlide+xml" PartName="/ppt/notesSlides/notesSlide20.xml"/>
  <Override ContentType="application/vnd.openxmlformats-officedocument.presentationml.notesSlide+xml" PartName="/ppt/notesSlides/notesSlide17.xml"/>
  <Override ContentType="application/vnd.openxmlformats-officedocument.presentationml.notesSlide+xml" PartName="/ppt/notesSlides/notesSlide16.xml"/>
  <Override ContentType="application/vnd.openxmlformats-officedocument.presentationml.notesSlide+xml" PartName="/ppt/notesSlides/notesSlide21.xml"/>
  <Override ContentType="application/vnd.openxmlformats-officedocument.presentationml.notesSlide+xml" PartName="/ppt/notesSlides/notesSlide8.xml"/>
  <Override ContentType="application/vnd.openxmlformats-officedocument.presentationml.notesSlide+xml" PartName="/ppt/notesSlides/notesSlide34.xml"/>
  <Override ContentType="application/vnd.openxmlformats-officedocument.presentationml.notesSlide+xml" PartName="/ppt/notesSlides/notesSlide38.xml"/>
  <Override ContentType="application/vnd.openxmlformats-officedocument.presentationml.notesSlide+xml" PartName="/ppt/notesSlides/notesSlide4.xml"/>
  <Override ContentType="application/vnd.openxmlformats-officedocument.presentationml.notesSlide+xml" PartName="/ppt/notesSlides/notesSlide25.xml"/>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0.xml"/>
  <Override ContentType="application/vnd.openxmlformats-officedocument.presentationml.notesSlide+xml" PartName="/ppt/notesSlides/notesSlide22.xml"/>
  <Override ContentType="application/vnd.openxmlformats-officedocument.presentationml.notesSlide+xml" PartName="/ppt/notesSlides/notesSlide7.xml"/>
  <Override ContentType="application/vnd.openxmlformats-officedocument.presentationml.notesSlide+xml" PartName="/ppt/notesSlides/notesSlide26.xml"/>
  <Override ContentType="application/vnd.openxmlformats-officedocument.presentationml.notesSlide+xml" PartName="/ppt/notesSlides/notesSlide35.xml"/>
  <Override ContentType="application/vnd.openxmlformats-officedocument.presentationml.notesSlide+xml" PartName="/ppt/notesSlides/notesSlide5.xml"/>
  <Override ContentType="application/vnd.openxmlformats-officedocument.presentationml.notesSlide+xml" PartName="/ppt/notesSlides/notesSlide39.xml"/>
  <Override ContentType="application/vnd.openxmlformats-officedocument.presentationml.notesSlide+xml" PartName="/ppt/notesSlides/notesSlide31.xml"/>
  <Override ContentType="application/vnd.openxmlformats-officedocument.presentationml.notesSlide+xml" PartName="/ppt/notesSlides/notesSlide36.xml"/>
  <Override ContentType="application/vnd.openxmlformats-officedocument.presentationml.notesSlide+xml" PartName="/ppt/notesSlides/notesSlide19.xml"/>
  <Override ContentType="application/vnd.openxmlformats-officedocument.presentationml.notesSlide+xml" PartName="/ppt/notesSlides/notesSlide27.xml"/>
  <Override ContentType="application/vnd.openxmlformats-officedocument.presentationml.notesSlide+xml" PartName="/ppt/notesSlides/notesSlide40.xml"/>
  <Override ContentType="application/vnd.openxmlformats-officedocument.presentationml.notesSlide+xml" PartName="/ppt/notesSlides/notesSlide14.xml"/>
  <Override ContentType="application/vnd.openxmlformats-officedocument.presentationml.notesSlide+xml" PartName="/ppt/notesSlides/notesSlide23.xml"/>
  <Override ContentType="application/vnd.openxmlformats-officedocument.presentationml.notesSlide+xml" PartName="/ppt/notesSlides/notesSlide2.xml"/>
  <Override ContentType="application/vnd.openxmlformats-officedocument.presentationml.notesSlide+xml" PartName="/ppt/notesSlides/notesSlide10.xml"/>
  <Override ContentType="application/vnd.openxmlformats-officedocument.presentationml.tableStyles+xml" PartName="/ppt/tableStyles.xml"/>
  <Override ContentType="application/vnd.openxmlformats-officedocument.presentationml.slideLayout+xml" PartName="/ppt/slideLayouts/slideLayout3.xml"/>
  <Override ContentType="application/vnd.openxmlformats-officedocument.presentationml.slideLayout+xml" PartName="/ppt/slideLayouts/slideLayout37.xml"/>
  <Override ContentType="application/vnd.openxmlformats-officedocument.presentationml.slideLayout+xml" PartName="/ppt/slideLayouts/slideLayout54.xml"/>
  <Override ContentType="application/vnd.openxmlformats-officedocument.presentationml.slideLayout+xml" PartName="/ppt/slideLayouts/slideLayout11.xml"/>
  <Override ContentType="application/vnd.openxmlformats-officedocument.presentationml.slideLayout+xml" PartName="/ppt/slideLayouts/slideLayout29.xml"/>
  <Override ContentType="application/vnd.openxmlformats-officedocument.presentationml.slideLayout+xml" PartName="/ppt/slideLayouts/slideLayout46.xml"/>
  <Override ContentType="application/vnd.openxmlformats-officedocument.presentationml.slideLayout+xml" PartName="/ppt/slideLayouts/slideLayout20.xml"/>
  <Override ContentType="application/vnd.openxmlformats-officedocument.presentationml.slideLayout+xml" PartName="/ppt/slideLayouts/slideLayout55.xml"/>
  <Override ContentType="application/vnd.openxmlformats-officedocument.presentationml.slideLayout+xml" PartName="/ppt/slideLayouts/slideLayout38.xml"/>
  <Override ContentType="application/vnd.openxmlformats-officedocument.presentationml.slideLayout+xml" PartName="/ppt/slideLayouts/slideLayout2.xml"/>
  <Override ContentType="application/vnd.openxmlformats-officedocument.presentationml.slideLayout+xml" PartName="/ppt/slideLayouts/slideLayout12.xml"/>
  <Override ContentType="application/vnd.openxmlformats-officedocument.presentationml.slideLayout+xml" PartName="/ppt/slideLayouts/slideLayout52.xml"/>
  <Override ContentType="application/vnd.openxmlformats-officedocument.presentationml.slideLayout+xml" PartName="/ppt/slideLayouts/slideLayout21.xml"/>
  <Override ContentType="application/vnd.openxmlformats-officedocument.presentationml.slideLayout+xml" PartName="/ppt/slideLayouts/slideLayout60.xml"/>
  <Override ContentType="application/vnd.openxmlformats-officedocument.presentationml.slideLayout+xml" PartName="/ppt/slideLayouts/slideLayout47.xml"/>
  <Override ContentType="application/vnd.openxmlformats-officedocument.presentationml.slideLayout+xml" PartName="/ppt/slideLayouts/slideLayout5.xml"/>
  <Override ContentType="application/vnd.openxmlformats-officedocument.presentationml.slideLayout+xml" PartName="/ppt/slideLayouts/slideLayout18.xml"/>
  <Override ContentType="application/vnd.openxmlformats-officedocument.presentationml.slideLayout+xml" PartName="/ppt/slideLayouts/slideLayout22.xml"/>
  <Override ContentType="application/vnd.openxmlformats-officedocument.presentationml.slideLayout+xml" PartName="/ppt/slideLayouts/slideLayout35.xml"/>
  <Override ContentType="application/vnd.openxmlformats-officedocument.presentationml.slideLayout+xml" PartName="/ppt/slideLayouts/slideLayout48.xml"/>
  <Override ContentType="application/vnd.openxmlformats-officedocument.presentationml.slideLayout+xml" PartName="/ppt/slideLayouts/slideLayout49.xml"/>
  <Override ContentType="application/vnd.openxmlformats-officedocument.presentationml.slideLayout+xml" PartName="/ppt/slideLayouts/slideLayout19.xml"/>
  <Override ContentType="application/vnd.openxmlformats-officedocument.presentationml.slideLayout+xml" PartName="/ppt/slideLayouts/slideLayout36.xml"/>
  <Override ContentType="application/vnd.openxmlformats-officedocument.presentationml.slideLayout+xml" PartName="/ppt/slideLayouts/slideLayout4.xml"/>
  <Override ContentType="application/vnd.openxmlformats-officedocument.presentationml.slideLayout+xml" PartName="/ppt/slideLayouts/slideLayout53.xml"/>
  <Override ContentType="application/vnd.openxmlformats-officedocument.presentationml.slideLayout+xml" PartName="/ppt/slideLayouts/slideLayout10.xml"/>
  <Override ContentType="application/vnd.openxmlformats-officedocument.presentationml.slideLayout+xml" PartName="/ppt/slideLayouts/slideLayout41.xml"/>
  <Override ContentType="application/vnd.openxmlformats-officedocument.presentationml.slideLayout+xml" PartName="/ppt/slideLayouts/slideLayout23.xml"/>
  <Override ContentType="application/vnd.openxmlformats-officedocument.presentationml.slideLayout+xml" PartName="/ppt/slideLayouts/slideLayout24.xml"/>
  <Override ContentType="application/vnd.openxmlformats-officedocument.presentationml.slideLayout+xml" PartName="/ppt/slideLayouts/slideLayout7.xml"/>
  <Override ContentType="application/vnd.openxmlformats-officedocument.presentationml.slideLayout+xml" PartName="/ppt/slideLayouts/slideLayout40.xml"/>
  <Override ContentType="application/vnd.openxmlformats-officedocument.presentationml.slideLayout+xml" PartName="/ppt/slideLayouts/slideLayout16.xml"/>
  <Override ContentType="application/vnd.openxmlformats-officedocument.presentationml.slideLayout+xml" PartName="/ppt/slideLayouts/slideLayout59.xml"/>
  <Override ContentType="application/vnd.openxmlformats-officedocument.presentationml.slideLayout+xml" PartName="/ppt/slideLayouts/slideLayout33.xml"/>
  <Override ContentType="application/vnd.openxmlformats-officedocument.presentationml.slideLayout+xml" PartName="/ppt/slideLayouts/slideLayout25.xml"/>
  <Override ContentType="application/vnd.openxmlformats-officedocument.presentationml.slideLayout+xml" PartName="/ppt/slideLayouts/slideLayout17.xml"/>
  <Override ContentType="application/vnd.openxmlformats-officedocument.presentationml.slideLayout+xml" PartName="/ppt/slideLayouts/slideLayout42.xml"/>
  <Override ContentType="application/vnd.openxmlformats-officedocument.presentationml.slideLayout+xml" PartName="/ppt/slideLayouts/slideLayout34.xml"/>
  <Override ContentType="application/vnd.openxmlformats-officedocument.presentationml.slideLayout+xml" PartName="/ppt/slideLayouts/slideLayout6.xml"/>
  <Override ContentType="application/vnd.openxmlformats-officedocument.presentationml.slideLayout+xml" PartName="/ppt/slideLayouts/slideLayout30.xml"/>
  <Override ContentType="application/vnd.openxmlformats-officedocument.presentationml.slideLayout+xml" PartName="/ppt/slideLayouts/slideLayout56.xml"/>
  <Override ContentType="application/vnd.openxmlformats-officedocument.presentationml.slideLayout+xml" PartName="/ppt/slideLayouts/slideLayout43.xml"/>
  <Override ContentType="application/vnd.openxmlformats-officedocument.presentationml.slideLayout+xml" PartName="/ppt/slideLayouts/slideLayout26.xml"/>
  <Override ContentType="application/vnd.openxmlformats-officedocument.presentationml.slideLayout+xml" PartName="/ppt/slideLayouts/slideLayout51.xml"/>
  <Override ContentType="application/vnd.openxmlformats-officedocument.presentationml.slideLayout+xml" PartName="/ppt/slideLayouts/slideLayout13.xml"/>
  <Override ContentType="application/vnd.openxmlformats-officedocument.presentationml.slideLayout+xml" PartName="/ppt/slideLayouts/slideLayout1.xml"/>
  <Override ContentType="application/vnd.openxmlformats-officedocument.presentationml.slideLayout+xml" PartName="/ppt/slideLayouts/slideLayout39.xml"/>
  <Override ContentType="application/vnd.openxmlformats-officedocument.presentationml.slideLayout+xml" PartName="/ppt/slideLayouts/slideLayout57.xml"/>
  <Override ContentType="application/vnd.openxmlformats-officedocument.presentationml.slideLayout+xml" PartName="/ppt/slideLayouts/slideLayout9.xml"/>
  <Override ContentType="application/vnd.openxmlformats-officedocument.presentationml.slideLayout+xml" PartName="/ppt/slideLayouts/slideLayout31.xml"/>
  <Override ContentType="application/vnd.openxmlformats-officedocument.presentationml.slideLayout+xml" PartName="/ppt/slideLayouts/slideLayout50.xml"/>
  <Override ContentType="application/vnd.openxmlformats-officedocument.presentationml.slideLayout+xml" PartName="/ppt/slideLayouts/slideLayout44.xml"/>
  <Override ContentType="application/vnd.openxmlformats-officedocument.presentationml.slideLayout+xml" PartName="/ppt/slideLayouts/slideLayout14.xml"/>
  <Override ContentType="application/vnd.openxmlformats-officedocument.presentationml.slideLayout+xml" PartName="/ppt/slideLayouts/slideLayout28.xml"/>
  <Override ContentType="application/vnd.openxmlformats-officedocument.presentationml.slideLayout+xml" PartName="/ppt/slideLayouts/slideLayout27.xml"/>
  <Override ContentType="application/vnd.openxmlformats-officedocument.presentationml.slideLayout+xml" PartName="/ppt/slideLayouts/slideLayout58.xml"/>
  <Override ContentType="application/vnd.openxmlformats-officedocument.presentationml.slideLayout+xml" PartName="/ppt/slideLayouts/slideLayout15.xml"/>
  <Override ContentType="application/vnd.openxmlformats-officedocument.presentationml.slideLayout+xml" PartName="/ppt/slideLayouts/slideLayout8.xml"/>
  <Override ContentType="application/vnd.openxmlformats-officedocument.presentationml.slideLayout+xml" PartName="/ppt/slideLayouts/slideLayout45.xml"/>
  <Override ContentType="application/vnd.openxmlformats-officedocument.presentationml.slideLayout+xml" PartName="/ppt/slideLayouts/slideLayout32.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30.xml"/>
  <Override ContentType="application/vnd.openxmlformats-officedocument.presentationml.slide+xml" PartName="/ppt/slides/slide22.xml"/>
  <Override ContentType="application/vnd.openxmlformats-officedocument.presentationml.slide+xml" PartName="/ppt/slides/slide35.xml"/>
  <Override ContentType="application/vnd.openxmlformats-officedocument.presentationml.slide+xml" PartName="/ppt/slides/slide26.xml"/>
  <Override ContentType="application/vnd.openxmlformats-officedocument.presentationml.slide+xml" PartName="/ppt/slides/slide19.xml"/>
  <Override ContentType="application/vnd.openxmlformats-officedocument.presentationml.slide+xml" PartName="/ppt/slides/slide39.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12.xml"/>
  <Override ContentType="application/vnd.openxmlformats-officedocument.presentationml.slide+xml" PartName="/ppt/slides/slide17.xml"/>
  <Override ContentType="application/vnd.openxmlformats-officedocument.presentationml.slide+xml" PartName="/ppt/slides/slide25.xml"/>
  <Override ContentType="application/vnd.openxmlformats-officedocument.presentationml.slide+xml" PartName="/ppt/slides/slide34.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33.xml"/>
  <Override ContentType="application/vnd.openxmlformats-officedocument.presentationml.slide+xml" PartName="/ppt/slides/slide38.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29.xml"/>
  <Override ContentType="application/vnd.openxmlformats-officedocument.presentationml.slide+xml" PartName="/ppt/slides/slide24.xml"/>
  <Override ContentType="application/vnd.openxmlformats-officedocument.presentationml.slide+xml" PartName="/ppt/slides/slide11.xml"/>
  <Override ContentType="application/vnd.openxmlformats-officedocument.presentationml.slide+xml" PartName="/ppt/slides/slide32.xml"/>
  <Override ContentType="application/vnd.openxmlformats-officedocument.presentationml.slide+xml" PartName="/ppt/slides/slide37.xml"/>
  <Override ContentType="application/vnd.openxmlformats-officedocument.presentationml.slide+xml" PartName="/ppt/slides/slide1.xml"/>
  <Override ContentType="application/vnd.openxmlformats-officedocument.presentationml.slide+xml" PartName="/ppt/slides/slide28.xml"/>
  <Override ContentType="application/vnd.openxmlformats-officedocument.presentationml.slide+xml" PartName="/ppt/slides/slide41.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36.xml"/>
  <Override ContentType="application/vnd.openxmlformats-officedocument.presentationml.slide+xml" PartName="/ppt/slides/slide31.xml"/>
  <Override ContentType="application/vnd.openxmlformats-officedocument.presentationml.slide+xml" PartName="/ppt/slides/slide23.xml"/>
  <Override ContentType="application/vnd.openxmlformats-officedocument.presentationml.slide+xml" PartName="/ppt/slides/slide27.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14.xml"/>
  <Override ContentType="application/vnd.openxmlformats-officedocument.presentationml.slide+xml" PartName="/ppt/slides/slide40.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strictFirstAndLastChars="0" saveSubsetFonts="1">
  <p:sldMasterIdLst>
    <p:sldMasterId id="2147483708" r:id="rId4"/>
  </p:sldMasterIdLst>
  <p:notesMasterIdLst>
    <p:notesMasterId r:id="rId5"/>
  </p:notes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 id="269" r:id="rId19"/>
    <p:sldId id="270" r:id="rId20"/>
    <p:sldId id="271" r:id="rId21"/>
    <p:sldId id="272" r:id="rId22"/>
    <p:sldId id="273" r:id="rId23"/>
    <p:sldId id="274" r:id="rId24"/>
    <p:sldId id="275" r:id="rId25"/>
    <p:sldId id="276" r:id="rId26"/>
    <p:sldId id="277" r:id="rId27"/>
    <p:sldId id="278" r:id="rId28"/>
    <p:sldId id="279" r:id="rId29"/>
    <p:sldId id="280" r:id="rId30"/>
    <p:sldId id="281" r:id="rId31"/>
    <p:sldId id="282" r:id="rId32"/>
    <p:sldId id="283" r:id="rId33"/>
    <p:sldId id="284" r:id="rId34"/>
    <p:sldId id="285" r:id="rId35"/>
    <p:sldId id="286" r:id="rId36"/>
    <p:sldId id="287" r:id="rId37"/>
    <p:sldId id="288" r:id="rId38"/>
    <p:sldId id="289" r:id="rId39"/>
    <p:sldId id="290" r:id="rId40"/>
    <p:sldId id="291" r:id="rId41"/>
    <p:sldId id="292" r:id="rId42"/>
    <p:sldId id="293" r:id="rId43"/>
    <p:sldId id="294" r:id="rId44"/>
    <p:sldId id="295" r:id="rId45"/>
    <p:sldId id="296" r:id="rId46"/>
  </p:sldIdLst>
  <p:sldSz cy="5143500" cx="9144000"/>
  <p:notesSz cx="6858000" cy="9144000"/>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tableStyles.xml><?xml version="1.0" encoding="utf-8"?>
<a:tblStyleLst xmlns:a="http://schemas.openxmlformats.org/drawingml/2006/main" xmlns:r="http://schemas.openxmlformats.org/officeDocument/2006/relationships" def="{D4A714CD-EBCC-4E9A-895D-88BA93CF39AF}">
  <a:tblStyle styleId="{D4A714CD-EBCC-4E9A-895D-88BA93CF39AF}" styleName="Table_0">
    <a:wholeTbl>
      <a:tcTxStyle>
        <a:font>
          <a:latin typeface="Arial"/>
          <a:ea typeface="Arial"/>
          <a:cs typeface="Arial"/>
        </a:font>
        <a:srgbClr val="000000"/>
      </a:tcTxStyle>
      <a:tcStyle>
        <a:tcBdr>
          <a:left>
            <a:ln cap="flat" cmpd="sng" w="9525">
              <a:solidFill>
                <a:srgbClr val="9E9E9E"/>
              </a:solidFill>
              <a:prstDash val="solid"/>
              <a:round/>
              <a:headEnd len="sm" w="sm" type="none"/>
              <a:tailEnd len="sm" w="sm" type="none"/>
            </a:ln>
          </a:left>
          <a:right>
            <a:ln cap="flat" cmpd="sng" w="9525">
              <a:solidFill>
                <a:srgbClr val="9E9E9E"/>
              </a:solidFill>
              <a:prstDash val="solid"/>
              <a:round/>
              <a:headEnd len="sm" w="sm" type="none"/>
              <a:tailEnd len="sm" w="sm" type="none"/>
            </a:ln>
          </a:right>
          <a:top>
            <a:ln cap="flat" cmpd="sng" w="9525">
              <a:solidFill>
                <a:srgbClr val="9E9E9E"/>
              </a:solidFill>
              <a:prstDash val="solid"/>
              <a:round/>
              <a:headEnd len="sm" w="sm" type="none"/>
              <a:tailEnd len="sm" w="sm" type="none"/>
            </a:ln>
          </a:top>
          <a:bottom>
            <a:ln cap="flat" cmpd="sng" w="9525">
              <a:solidFill>
                <a:srgbClr val="9E9E9E"/>
              </a:solidFill>
              <a:prstDash val="solid"/>
              <a:round/>
              <a:headEnd len="sm" w="sm" type="none"/>
              <a:tailEnd len="sm" w="sm" type="none"/>
            </a:ln>
          </a:bottom>
          <a:insideH>
            <a:ln cap="flat" cmpd="sng" w="9525">
              <a:solidFill>
                <a:srgbClr val="9E9E9E"/>
              </a:solidFill>
              <a:prstDash val="solid"/>
              <a:round/>
              <a:headEnd len="sm" w="sm" type="none"/>
              <a:tailEnd len="sm" w="sm" type="none"/>
            </a:ln>
          </a:insideH>
          <a:insideV>
            <a:ln cap="flat" cmpd="sng" w="9525">
              <a:solidFill>
                <a:srgbClr val="9E9E9E"/>
              </a:solidFill>
              <a:prstDash val="solid"/>
              <a:round/>
              <a:headEnd len="sm" w="sm" type="none"/>
              <a:tailEnd len="sm" w="sm" type="none"/>
            </a:ln>
          </a:insideV>
        </a:tcBdr>
      </a:tcStyle>
    </a:wholeTbl>
    <a:band1H>
      <a:tcTxStyle/>
    </a:band1H>
    <a:band2H>
      <a:tcTxStyle/>
    </a:band2H>
    <a:band1V>
      <a:tcTxStyle/>
    </a:band1V>
    <a:band2V>
      <a:tcTxStyle/>
    </a:band2V>
    <a:lastCol>
      <a:tcTxStyle/>
    </a:lastCol>
    <a:firstCol>
      <a:tcTxStyle/>
    </a:firstCol>
    <a:lastRow>
      <a:tcTxStyle/>
    </a:lastRow>
    <a:seCell>
      <a:tcTxStyle/>
    </a:seCell>
    <a:swCell>
      <a:tcTxStyle/>
    </a:swCell>
    <a:firstRow>
      <a:tcTxStyle/>
    </a:firstRow>
    <a:neCell>
      <a:tcTxStyle/>
    </a:neCell>
    <a:nwCell>
      <a:tcTxStyle/>
    </a:nwCell>
  </a:tblStyle>
</a:tblStyleLst>
</file>

<file path=ppt/_rels/presentation.xml.rels><?xml version="1.0" encoding="UTF-8" standalone="yes"?><Relationships xmlns="http://schemas.openxmlformats.org/package/2006/relationships"><Relationship Id="rId40" Type="http://schemas.openxmlformats.org/officeDocument/2006/relationships/slide" Target="slides/slide35.xml"/><Relationship Id="rId42" Type="http://schemas.openxmlformats.org/officeDocument/2006/relationships/slide" Target="slides/slide37.xml"/><Relationship Id="rId41" Type="http://schemas.openxmlformats.org/officeDocument/2006/relationships/slide" Target="slides/slide36.xml"/><Relationship Id="rId44" Type="http://schemas.openxmlformats.org/officeDocument/2006/relationships/slide" Target="slides/slide39.xml"/><Relationship Id="rId43" Type="http://schemas.openxmlformats.org/officeDocument/2006/relationships/slide" Target="slides/slide38.xml"/><Relationship Id="rId46" Type="http://schemas.openxmlformats.org/officeDocument/2006/relationships/slide" Target="slides/slide41.xml"/><Relationship Id="rId45" Type="http://schemas.openxmlformats.org/officeDocument/2006/relationships/slide" Target="slides/slide40.xml"/><Relationship Id="rId1" Type="http://schemas.openxmlformats.org/officeDocument/2006/relationships/theme" Target="theme/theme2.xml"/><Relationship Id="rId2" Type="http://schemas.openxmlformats.org/officeDocument/2006/relationships/presProps" Target="presProps.xml"/><Relationship Id="rId3" Type="http://schemas.openxmlformats.org/officeDocument/2006/relationships/tableStyles" Target="tableStyles.xml"/><Relationship Id="rId4" Type="http://schemas.openxmlformats.org/officeDocument/2006/relationships/slideMaster" Target="slideMasters/slideMaster1.xml"/><Relationship Id="rId9" Type="http://schemas.openxmlformats.org/officeDocument/2006/relationships/slide" Target="slides/slide4.xml"/><Relationship Id="rId5" Type="http://schemas.openxmlformats.org/officeDocument/2006/relationships/notesMaster" Target="notesMasters/notesMaster1.xml"/><Relationship Id="rId6" Type="http://schemas.openxmlformats.org/officeDocument/2006/relationships/slide" Target="slides/slide1.xml"/><Relationship Id="rId7" Type="http://schemas.openxmlformats.org/officeDocument/2006/relationships/slide" Target="slides/slide2.xml"/><Relationship Id="rId8" Type="http://schemas.openxmlformats.org/officeDocument/2006/relationships/slide" Target="slides/slide3.xml"/><Relationship Id="rId31" Type="http://schemas.openxmlformats.org/officeDocument/2006/relationships/slide" Target="slides/slide26.xml"/><Relationship Id="rId30" Type="http://schemas.openxmlformats.org/officeDocument/2006/relationships/slide" Target="slides/slide25.xml"/><Relationship Id="rId33" Type="http://schemas.openxmlformats.org/officeDocument/2006/relationships/slide" Target="slides/slide28.xml"/><Relationship Id="rId32" Type="http://schemas.openxmlformats.org/officeDocument/2006/relationships/slide" Target="slides/slide27.xml"/><Relationship Id="rId35" Type="http://schemas.openxmlformats.org/officeDocument/2006/relationships/slide" Target="slides/slide30.xml"/><Relationship Id="rId34" Type="http://schemas.openxmlformats.org/officeDocument/2006/relationships/slide" Target="slides/slide29.xml"/><Relationship Id="rId37" Type="http://schemas.openxmlformats.org/officeDocument/2006/relationships/slide" Target="slides/slide32.xml"/><Relationship Id="rId36" Type="http://schemas.openxmlformats.org/officeDocument/2006/relationships/slide" Target="slides/slide31.xml"/><Relationship Id="rId39" Type="http://schemas.openxmlformats.org/officeDocument/2006/relationships/slide" Target="slides/slide34.xml"/><Relationship Id="rId38" Type="http://schemas.openxmlformats.org/officeDocument/2006/relationships/slide" Target="slides/slide33.xml"/><Relationship Id="rId20" Type="http://schemas.openxmlformats.org/officeDocument/2006/relationships/slide" Target="slides/slide15.xml"/><Relationship Id="rId22" Type="http://schemas.openxmlformats.org/officeDocument/2006/relationships/slide" Target="slides/slide17.xml"/><Relationship Id="rId21" Type="http://schemas.openxmlformats.org/officeDocument/2006/relationships/slide" Target="slides/slide16.xml"/><Relationship Id="rId24" Type="http://schemas.openxmlformats.org/officeDocument/2006/relationships/slide" Target="slides/slide19.xml"/><Relationship Id="rId23" Type="http://schemas.openxmlformats.org/officeDocument/2006/relationships/slide" Target="slides/slide18.xml"/><Relationship Id="rId26" Type="http://schemas.openxmlformats.org/officeDocument/2006/relationships/slide" Target="slides/slide21.xml"/><Relationship Id="rId25" Type="http://schemas.openxmlformats.org/officeDocument/2006/relationships/slide" Target="slides/slide20.xml"/><Relationship Id="rId28" Type="http://schemas.openxmlformats.org/officeDocument/2006/relationships/slide" Target="slides/slide23.xml"/><Relationship Id="rId27" Type="http://schemas.openxmlformats.org/officeDocument/2006/relationships/slide" Target="slides/slide22.xml"/><Relationship Id="rId29" Type="http://schemas.openxmlformats.org/officeDocument/2006/relationships/slide" Target="slides/slide24.xml"/><Relationship Id="rId11" Type="http://schemas.openxmlformats.org/officeDocument/2006/relationships/slide" Target="slides/slide6.xml"/><Relationship Id="rId10" Type="http://schemas.openxmlformats.org/officeDocument/2006/relationships/slide" Target="slides/slide5.xml"/><Relationship Id="rId13" Type="http://schemas.openxmlformats.org/officeDocument/2006/relationships/slide" Target="slides/slide8.xml"/><Relationship Id="rId12" Type="http://schemas.openxmlformats.org/officeDocument/2006/relationships/slide" Target="slides/slide7.xml"/><Relationship Id="rId15" Type="http://schemas.openxmlformats.org/officeDocument/2006/relationships/slide" Target="slides/slide10.xml"/><Relationship Id="rId14" Type="http://schemas.openxmlformats.org/officeDocument/2006/relationships/slide" Target="slides/slide9.xml"/><Relationship Id="rId17" Type="http://schemas.openxmlformats.org/officeDocument/2006/relationships/slide" Target="slides/slide12.xml"/><Relationship Id="rId16" Type="http://schemas.openxmlformats.org/officeDocument/2006/relationships/slide" Target="slides/slide11.xml"/><Relationship Id="rId19" Type="http://schemas.openxmlformats.org/officeDocument/2006/relationships/slide" Target="slides/slide14.xml"/><Relationship Id="rId18"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42" name="Shape 742"/>
        <p:cNvGrpSpPr/>
        <p:nvPr/>
      </p:nvGrpSpPr>
      <p:grpSpPr>
        <a:xfrm>
          <a:off x="0" y="0"/>
          <a:ext cx="0" cy="0"/>
          <a:chOff x="0" y="0"/>
          <a:chExt cx="0" cy="0"/>
        </a:xfrm>
      </p:grpSpPr>
      <p:sp>
        <p:nvSpPr>
          <p:cNvPr id="743" name="Google Shape;743;g2bb47c9a3e2_0_251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44" name="Google Shape;744;g2bb47c9a3e2_0_251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48" name="Shape 748"/>
        <p:cNvGrpSpPr/>
        <p:nvPr/>
      </p:nvGrpSpPr>
      <p:grpSpPr>
        <a:xfrm>
          <a:off x="0" y="0"/>
          <a:ext cx="0" cy="0"/>
          <a:chOff x="0" y="0"/>
          <a:chExt cx="0" cy="0"/>
        </a:xfrm>
      </p:grpSpPr>
      <p:sp>
        <p:nvSpPr>
          <p:cNvPr id="749" name="Google Shape;749;g2bb47c9a3e2_0_252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50" name="Google Shape;750;g2bb47c9a3e2_0_252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53" name="Shape 753"/>
        <p:cNvGrpSpPr/>
        <p:nvPr/>
      </p:nvGrpSpPr>
      <p:grpSpPr>
        <a:xfrm>
          <a:off x="0" y="0"/>
          <a:ext cx="0" cy="0"/>
          <a:chOff x="0" y="0"/>
          <a:chExt cx="0" cy="0"/>
        </a:xfrm>
      </p:grpSpPr>
      <p:sp>
        <p:nvSpPr>
          <p:cNvPr id="754" name="Google Shape;754;g2bb47c9a3e2_0_252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55" name="Google Shape;755;g2bb47c9a3e2_0_252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58" name="Shape 758"/>
        <p:cNvGrpSpPr/>
        <p:nvPr/>
      </p:nvGrpSpPr>
      <p:grpSpPr>
        <a:xfrm>
          <a:off x="0" y="0"/>
          <a:ext cx="0" cy="0"/>
          <a:chOff x="0" y="0"/>
          <a:chExt cx="0" cy="0"/>
        </a:xfrm>
      </p:grpSpPr>
      <p:sp>
        <p:nvSpPr>
          <p:cNvPr id="759" name="Google Shape;759;g2bb47c9a3e2_0_253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60" name="Google Shape;760;g2bb47c9a3e2_0_253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66" name="Shape 766"/>
        <p:cNvGrpSpPr/>
        <p:nvPr/>
      </p:nvGrpSpPr>
      <p:grpSpPr>
        <a:xfrm>
          <a:off x="0" y="0"/>
          <a:ext cx="0" cy="0"/>
          <a:chOff x="0" y="0"/>
          <a:chExt cx="0" cy="0"/>
        </a:xfrm>
      </p:grpSpPr>
      <p:sp>
        <p:nvSpPr>
          <p:cNvPr id="767" name="Google Shape;767;g2bb47c9a3e2_0_253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68" name="Google Shape;768;g2bb47c9a3e2_0_253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74" name="Shape 774"/>
        <p:cNvGrpSpPr/>
        <p:nvPr/>
      </p:nvGrpSpPr>
      <p:grpSpPr>
        <a:xfrm>
          <a:off x="0" y="0"/>
          <a:ext cx="0" cy="0"/>
          <a:chOff x="0" y="0"/>
          <a:chExt cx="0" cy="0"/>
        </a:xfrm>
      </p:grpSpPr>
      <p:sp>
        <p:nvSpPr>
          <p:cNvPr id="775" name="Google Shape;775;g2bb47c9a3e2_0_254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76" name="Google Shape;776;g2bb47c9a3e2_0_254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22" name="Shape 822"/>
        <p:cNvGrpSpPr/>
        <p:nvPr/>
      </p:nvGrpSpPr>
      <p:grpSpPr>
        <a:xfrm>
          <a:off x="0" y="0"/>
          <a:ext cx="0" cy="0"/>
          <a:chOff x="0" y="0"/>
          <a:chExt cx="0" cy="0"/>
        </a:xfrm>
      </p:grpSpPr>
      <p:sp>
        <p:nvSpPr>
          <p:cNvPr id="823" name="Google Shape;823;g2bb47c9a3e2_0_259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824" name="Google Shape;824;g2bb47c9a3e2_0_259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71" name="Shape 871"/>
        <p:cNvGrpSpPr/>
        <p:nvPr/>
      </p:nvGrpSpPr>
      <p:grpSpPr>
        <a:xfrm>
          <a:off x="0" y="0"/>
          <a:ext cx="0" cy="0"/>
          <a:chOff x="0" y="0"/>
          <a:chExt cx="0" cy="0"/>
        </a:xfrm>
      </p:grpSpPr>
      <p:sp>
        <p:nvSpPr>
          <p:cNvPr id="872" name="Google Shape;872;g2bb47c9a3e2_0_264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873" name="Google Shape;873;g2bb47c9a3e2_0_264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00" name="Shape 900"/>
        <p:cNvGrpSpPr/>
        <p:nvPr/>
      </p:nvGrpSpPr>
      <p:grpSpPr>
        <a:xfrm>
          <a:off x="0" y="0"/>
          <a:ext cx="0" cy="0"/>
          <a:chOff x="0" y="0"/>
          <a:chExt cx="0" cy="0"/>
        </a:xfrm>
      </p:grpSpPr>
      <p:sp>
        <p:nvSpPr>
          <p:cNvPr id="901" name="Google Shape;901;g2bb47c9a3e2_0_266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902" name="Google Shape;902;g2bb47c9a3e2_0_266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53" name="Shape 953"/>
        <p:cNvGrpSpPr/>
        <p:nvPr/>
      </p:nvGrpSpPr>
      <p:grpSpPr>
        <a:xfrm>
          <a:off x="0" y="0"/>
          <a:ext cx="0" cy="0"/>
          <a:chOff x="0" y="0"/>
          <a:chExt cx="0" cy="0"/>
        </a:xfrm>
      </p:grpSpPr>
      <p:sp>
        <p:nvSpPr>
          <p:cNvPr id="954" name="Google Shape;954;g2bb47c9a3e2_0_272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955" name="Google Shape;955;g2bb47c9a3e2_0_272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87" name="Shape 987"/>
        <p:cNvGrpSpPr/>
        <p:nvPr/>
      </p:nvGrpSpPr>
      <p:grpSpPr>
        <a:xfrm>
          <a:off x="0" y="0"/>
          <a:ext cx="0" cy="0"/>
          <a:chOff x="0" y="0"/>
          <a:chExt cx="0" cy="0"/>
        </a:xfrm>
      </p:grpSpPr>
      <p:sp>
        <p:nvSpPr>
          <p:cNvPr id="988" name="Google Shape;988;g2bb47c9a3e2_0_275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989" name="Google Shape;989;g2bb47c9a3e2_0_275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07" name="Shape 1007"/>
        <p:cNvGrpSpPr/>
        <p:nvPr/>
      </p:nvGrpSpPr>
      <p:grpSpPr>
        <a:xfrm>
          <a:off x="0" y="0"/>
          <a:ext cx="0" cy="0"/>
          <a:chOff x="0" y="0"/>
          <a:chExt cx="0" cy="0"/>
        </a:xfrm>
      </p:grpSpPr>
      <p:sp>
        <p:nvSpPr>
          <p:cNvPr id="1008" name="Google Shape;1008;g2bb47c9a3e2_0_277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009" name="Google Shape;1009;g2bb47c9a3e2_0_277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62" name="Shape 1062"/>
        <p:cNvGrpSpPr/>
        <p:nvPr/>
      </p:nvGrpSpPr>
      <p:grpSpPr>
        <a:xfrm>
          <a:off x="0" y="0"/>
          <a:ext cx="0" cy="0"/>
          <a:chOff x="0" y="0"/>
          <a:chExt cx="0" cy="0"/>
        </a:xfrm>
      </p:grpSpPr>
      <p:sp>
        <p:nvSpPr>
          <p:cNvPr id="1063" name="Google Shape;1063;g2bb47c9a3e2_0_282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064" name="Google Shape;1064;g2bb47c9a3e2_0_282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05" name="Shape 1105"/>
        <p:cNvGrpSpPr/>
        <p:nvPr/>
      </p:nvGrpSpPr>
      <p:grpSpPr>
        <a:xfrm>
          <a:off x="0" y="0"/>
          <a:ext cx="0" cy="0"/>
          <a:chOff x="0" y="0"/>
          <a:chExt cx="0" cy="0"/>
        </a:xfrm>
      </p:grpSpPr>
      <p:sp>
        <p:nvSpPr>
          <p:cNvPr id="1106" name="Google Shape;1106;g2bb47c9a3e2_0_286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107" name="Google Shape;1107;g2bb47c9a3e2_0_286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47" name="Shape 1147"/>
        <p:cNvGrpSpPr/>
        <p:nvPr/>
      </p:nvGrpSpPr>
      <p:grpSpPr>
        <a:xfrm>
          <a:off x="0" y="0"/>
          <a:ext cx="0" cy="0"/>
          <a:chOff x="0" y="0"/>
          <a:chExt cx="0" cy="0"/>
        </a:xfrm>
      </p:grpSpPr>
      <p:sp>
        <p:nvSpPr>
          <p:cNvPr id="1148" name="Google Shape;1148;g2bb47c9a3e2_0_290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149" name="Google Shape;1149;g2bb47c9a3e2_0_290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72" name="Shape 1172"/>
        <p:cNvGrpSpPr/>
        <p:nvPr/>
      </p:nvGrpSpPr>
      <p:grpSpPr>
        <a:xfrm>
          <a:off x="0" y="0"/>
          <a:ext cx="0" cy="0"/>
          <a:chOff x="0" y="0"/>
          <a:chExt cx="0" cy="0"/>
        </a:xfrm>
      </p:grpSpPr>
      <p:sp>
        <p:nvSpPr>
          <p:cNvPr id="1173" name="Google Shape;1173;g2bb47c9a3e2_0_292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174" name="Google Shape;1174;g2bb47c9a3e2_0_292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12" name="Shape 1212"/>
        <p:cNvGrpSpPr/>
        <p:nvPr/>
      </p:nvGrpSpPr>
      <p:grpSpPr>
        <a:xfrm>
          <a:off x="0" y="0"/>
          <a:ext cx="0" cy="0"/>
          <a:chOff x="0" y="0"/>
          <a:chExt cx="0" cy="0"/>
        </a:xfrm>
      </p:grpSpPr>
      <p:sp>
        <p:nvSpPr>
          <p:cNvPr id="1213" name="Google Shape;1213;g2bb47c9a3e2_0_296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214" name="Google Shape;1214;g2bb47c9a3e2_0_296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43" name="Shape 1243"/>
        <p:cNvGrpSpPr/>
        <p:nvPr/>
      </p:nvGrpSpPr>
      <p:grpSpPr>
        <a:xfrm>
          <a:off x="0" y="0"/>
          <a:ext cx="0" cy="0"/>
          <a:chOff x="0" y="0"/>
          <a:chExt cx="0" cy="0"/>
        </a:xfrm>
      </p:grpSpPr>
      <p:sp>
        <p:nvSpPr>
          <p:cNvPr id="1244" name="Google Shape;1244;g2bb47c9a3e2_0_299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245" name="Google Shape;1245;g2bb47c9a3e2_0_299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86" name="Shape 1286"/>
        <p:cNvGrpSpPr/>
        <p:nvPr/>
      </p:nvGrpSpPr>
      <p:grpSpPr>
        <a:xfrm>
          <a:off x="0" y="0"/>
          <a:ext cx="0" cy="0"/>
          <a:chOff x="0" y="0"/>
          <a:chExt cx="0" cy="0"/>
        </a:xfrm>
      </p:grpSpPr>
      <p:sp>
        <p:nvSpPr>
          <p:cNvPr id="1287" name="Google Shape;1287;g2bb47c9a3e2_0_304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288" name="Google Shape;1288;g2bb47c9a3e2_0_304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29" name="Shape 1329"/>
        <p:cNvGrpSpPr/>
        <p:nvPr/>
      </p:nvGrpSpPr>
      <p:grpSpPr>
        <a:xfrm>
          <a:off x="0" y="0"/>
          <a:ext cx="0" cy="0"/>
          <a:chOff x="0" y="0"/>
          <a:chExt cx="0" cy="0"/>
        </a:xfrm>
      </p:grpSpPr>
      <p:sp>
        <p:nvSpPr>
          <p:cNvPr id="1330" name="Google Shape;1330;g2bb47c9a3e2_0_308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331" name="Google Shape;1331;g2bb47c9a3e2_0_308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00" name="Shape 1400"/>
        <p:cNvGrpSpPr/>
        <p:nvPr/>
      </p:nvGrpSpPr>
      <p:grpSpPr>
        <a:xfrm>
          <a:off x="0" y="0"/>
          <a:ext cx="0" cy="0"/>
          <a:chOff x="0" y="0"/>
          <a:chExt cx="0" cy="0"/>
        </a:xfrm>
      </p:grpSpPr>
      <p:sp>
        <p:nvSpPr>
          <p:cNvPr id="1401" name="Google Shape;1401;g2bb47c9a3e2_0_314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402" name="Google Shape;1402;g2bb47c9a3e2_0_314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32" name="Shape 1432"/>
        <p:cNvGrpSpPr/>
        <p:nvPr/>
      </p:nvGrpSpPr>
      <p:grpSpPr>
        <a:xfrm>
          <a:off x="0" y="0"/>
          <a:ext cx="0" cy="0"/>
          <a:chOff x="0" y="0"/>
          <a:chExt cx="0" cy="0"/>
        </a:xfrm>
      </p:grpSpPr>
      <p:sp>
        <p:nvSpPr>
          <p:cNvPr id="1433" name="Google Shape;1433;g2bb47c9a3e2_0_317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434" name="Google Shape;1434;g2bb47c9a3e2_0_317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82" name="Shape 1482"/>
        <p:cNvGrpSpPr/>
        <p:nvPr/>
      </p:nvGrpSpPr>
      <p:grpSpPr>
        <a:xfrm>
          <a:off x="0" y="0"/>
          <a:ext cx="0" cy="0"/>
          <a:chOff x="0" y="0"/>
          <a:chExt cx="0" cy="0"/>
        </a:xfrm>
      </p:grpSpPr>
      <p:sp>
        <p:nvSpPr>
          <p:cNvPr id="1483" name="Google Shape;1483;g2bb47c9a3e2_0_322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484" name="Google Shape;1484;g2bb47c9a3e2_0_322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31" name="Shape 1531"/>
        <p:cNvGrpSpPr/>
        <p:nvPr/>
      </p:nvGrpSpPr>
      <p:grpSpPr>
        <a:xfrm>
          <a:off x="0" y="0"/>
          <a:ext cx="0" cy="0"/>
          <a:chOff x="0" y="0"/>
          <a:chExt cx="0" cy="0"/>
        </a:xfrm>
      </p:grpSpPr>
      <p:sp>
        <p:nvSpPr>
          <p:cNvPr id="1532" name="Google Shape;1532;g2bb47c9a3e2_0_327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533" name="Google Shape;1533;g2bb47c9a3e2_0_327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08" name="Shape 1608"/>
        <p:cNvGrpSpPr/>
        <p:nvPr/>
      </p:nvGrpSpPr>
      <p:grpSpPr>
        <a:xfrm>
          <a:off x="0" y="0"/>
          <a:ext cx="0" cy="0"/>
          <a:chOff x="0" y="0"/>
          <a:chExt cx="0" cy="0"/>
        </a:xfrm>
      </p:grpSpPr>
      <p:sp>
        <p:nvSpPr>
          <p:cNvPr id="1609" name="Google Shape;1609;g2bc5286297e_0_3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610" name="Google Shape;1610;g2bc5286297e_0_3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44" name="Shape 1644"/>
        <p:cNvGrpSpPr/>
        <p:nvPr/>
      </p:nvGrpSpPr>
      <p:grpSpPr>
        <a:xfrm>
          <a:off x="0" y="0"/>
          <a:ext cx="0" cy="0"/>
          <a:chOff x="0" y="0"/>
          <a:chExt cx="0" cy="0"/>
        </a:xfrm>
      </p:grpSpPr>
      <p:sp>
        <p:nvSpPr>
          <p:cNvPr id="1645" name="Google Shape;1645;g2bb47c9a3e2_0_337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646" name="Google Shape;1646;g2bb47c9a3e2_0_337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52" name="Shape 1652"/>
        <p:cNvGrpSpPr/>
        <p:nvPr/>
      </p:nvGrpSpPr>
      <p:grpSpPr>
        <a:xfrm>
          <a:off x="0" y="0"/>
          <a:ext cx="0" cy="0"/>
          <a:chOff x="0" y="0"/>
          <a:chExt cx="0" cy="0"/>
        </a:xfrm>
      </p:grpSpPr>
      <p:sp>
        <p:nvSpPr>
          <p:cNvPr id="1653" name="Google Shape;1653;g2bb47c9a3e2_0_338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654" name="Google Shape;1654;g2bb47c9a3e2_0_338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06" name="Shape 1706"/>
        <p:cNvGrpSpPr/>
        <p:nvPr/>
      </p:nvGrpSpPr>
      <p:grpSpPr>
        <a:xfrm>
          <a:off x="0" y="0"/>
          <a:ext cx="0" cy="0"/>
          <a:chOff x="0" y="0"/>
          <a:chExt cx="0" cy="0"/>
        </a:xfrm>
      </p:grpSpPr>
      <p:sp>
        <p:nvSpPr>
          <p:cNvPr id="1707" name="Google Shape;1707;g2bb47c9a3e2_0_344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708" name="Google Shape;1708;g2bb47c9a3e2_0_344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32" name="Shape 1732"/>
        <p:cNvGrpSpPr/>
        <p:nvPr/>
      </p:nvGrpSpPr>
      <p:grpSpPr>
        <a:xfrm>
          <a:off x="0" y="0"/>
          <a:ext cx="0" cy="0"/>
          <a:chOff x="0" y="0"/>
          <a:chExt cx="0" cy="0"/>
        </a:xfrm>
      </p:grpSpPr>
      <p:sp>
        <p:nvSpPr>
          <p:cNvPr id="1733" name="Google Shape;1733;g2bb47c9a3e2_0_346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734" name="Google Shape;1734;g2bb47c9a3e2_0_346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63" name="Shape 1763"/>
        <p:cNvGrpSpPr/>
        <p:nvPr/>
      </p:nvGrpSpPr>
      <p:grpSpPr>
        <a:xfrm>
          <a:off x="0" y="0"/>
          <a:ext cx="0" cy="0"/>
          <a:chOff x="0" y="0"/>
          <a:chExt cx="0" cy="0"/>
        </a:xfrm>
      </p:grpSpPr>
      <p:sp>
        <p:nvSpPr>
          <p:cNvPr id="1764" name="Google Shape;1764;g2bb47c9a3e2_0_349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765" name="Google Shape;1765;g2bb47c9a3e2_0_349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05" name="Shape 1805"/>
        <p:cNvGrpSpPr/>
        <p:nvPr/>
      </p:nvGrpSpPr>
      <p:grpSpPr>
        <a:xfrm>
          <a:off x="0" y="0"/>
          <a:ext cx="0" cy="0"/>
          <a:chOff x="0" y="0"/>
          <a:chExt cx="0" cy="0"/>
        </a:xfrm>
      </p:grpSpPr>
      <p:sp>
        <p:nvSpPr>
          <p:cNvPr id="1806" name="Google Shape;1806;g2bb47c9a3e2_0_353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807" name="Google Shape;1807;g2bb47c9a3e2_0_353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65" name="Shape 1865"/>
        <p:cNvGrpSpPr/>
        <p:nvPr/>
      </p:nvGrpSpPr>
      <p:grpSpPr>
        <a:xfrm>
          <a:off x="0" y="0"/>
          <a:ext cx="0" cy="0"/>
          <a:chOff x="0" y="0"/>
          <a:chExt cx="0" cy="0"/>
        </a:xfrm>
      </p:grpSpPr>
      <p:sp>
        <p:nvSpPr>
          <p:cNvPr id="1866" name="Google Shape;1866;g2bb47c9a3e2_0_359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867" name="Google Shape;1867;g2bb47c9a3e2_0_359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23" name="Shape 1923"/>
        <p:cNvGrpSpPr/>
        <p:nvPr/>
      </p:nvGrpSpPr>
      <p:grpSpPr>
        <a:xfrm>
          <a:off x="0" y="0"/>
          <a:ext cx="0" cy="0"/>
          <a:chOff x="0" y="0"/>
          <a:chExt cx="0" cy="0"/>
        </a:xfrm>
      </p:grpSpPr>
      <p:sp>
        <p:nvSpPr>
          <p:cNvPr id="1924" name="Google Shape;1924;g2bb47c9a3e2_0_365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925" name="Google Shape;1925;g2bb47c9a3e2_0_365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47" name="Shape 1947"/>
        <p:cNvGrpSpPr/>
        <p:nvPr/>
      </p:nvGrpSpPr>
      <p:grpSpPr>
        <a:xfrm>
          <a:off x="0" y="0"/>
          <a:ext cx="0" cy="0"/>
          <a:chOff x="0" y="0"/>
          <a:chExt cx="0" cy="0"/>
        </a:xfrm>
      </p:grpSpPr>
      <p:sp>
        <p:nvSpPr>
          <p:cNvPr id="1948" name="Google Shape;1948;g2bb47c9a3e2_0_367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949" name="Google Shape;1949;g2bb47c9a3e2_0_367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76" name="Shape 1976"/>
        <p:cNvGrpSpPr/>
        <p:nvPr/>
      </p:nvGrpSpPr>
      <p:grpSpPr>
        <a:xfrm>
          <a:off x="0" y="0"/>
          <a:ext cx="0" cy="0"/>
          <a:chOff x="0" y="0"/>
          <a:chExt cx="0" cy="0"/>
        </a:xfrm>
      </p:grpSpPr>
      <p:sp>
        <p:nvSpPr>
          <p:cNvPr id="1977" name="Google Shape;1977;g2bb47c9a3e2_0_370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978" name="Google Shape;1978;g2bb47c9a3e2_0_370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09" name="Shape 2009"/>
        <p:cNvGrpSpPr/>
        <p:nvPr/>
      </p:nvGrpSpPr>
      <p:grpSpPr>
        <a:xfrm>
          <a:off x="0" y="0"/>
          <a:ext cx="0" cy="0"/>
          <a:chOff x="0" y="0"/>
          <a:chExt cx="0" cy="0"/>
        </a:xfrm>
      </p:grpSpPr>
      <p:sp>
        <p:nvSpPr>
          <p:cNvPr id="2010" name="Google Shape;2010;g2bb47c9a3e2_0_373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011" name="Google Shape;2011;g2bb47c9a3e2_0_373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79" name="Shape 2079"/>
        <p:cNvGrpSpPr/>
        <p:nvPr/>
      </p:nvGrpSpPr>
      <p:grpSpPr>
        <a:xfrm>
          <a:off x="0" y="0"/>
          <a:ext cx="0" cy="0"/>
          <a:chOff x="0" y="0"/>
          <a:chExt cx="0" cy="0"/>
        </a:xfrm>
      </p:grpSpPr>
      <p:sp>
        <p:nvSpPr>
          <p:cNvPr id="2080" name="Google Shape;2080;g2bb47c9a3e2_0_380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081" name="Google Shape;2081;g2bb47c9a3e2_0_380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74" name="Shape 2174"/>
        <p:cNvGrpSpPr/>
        <p:nvPr/>
      </p:nvGrpSpPr>
      <p:grpSpPr>
        <a:xfrm>
          <a:off x="0" y="0"/>
          <a:ext cx="0" cy="0"/>
          <a:chOff x="0" y="0"/>
          <a:chExt cx="0" cy="0"/>
        </a:xfrm>
      </p:grpSpPr>
      <p:sp>
        <p:nvSpPr>
          <p:cNvPr id="2175" name="Google Shape;2175;g2bb47c9a3e2_0_389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176" name="Google Shape;2176;g2bb47c9a3e2_0_389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44" name="Shape 2244"/>
        <p:cNvGrpSpPr/>
        <p:nvPr/>
      </p:nvGrpSpPr>
      <p:grpSpPr>
        <a:xfrm>
          <a:off x="0" y="0"/>
          <a:ext cx="0" cy="0"/>
          <a:chOff x="0" y="0"/>
          <a:chExt cx="0" cy="0"/>
        </a:xfrm>
      </p:grpSpPr>
      <p:sp>
        <p:nvSpPr>
          <p:cNvPr id="2245" name="Google Shape;2245;g2bb47c9a3e2_0_396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246" name="Google Shape;2246;g2bb47c9a3e2_0_396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49" name="Shape 2349"/>
        <p:cNvGrpSpPr/>
        <p:nvPr/>
      </p:nvGrpSpPr>
      <p:grpSpPr>
        <a:xfrm>
          <a:off x="0" y="0"/>
          <a:ext cx="0" cy="0"/>
          <a:chOff x="0" y="0"/>
          <a:chExt cx="0" cy="0"/>
        </a:xfrm>
      </p:grpSpPr>
      <p:sp>
        <p:nvSpPr>
          <p:cNvPr id="2350" name="Google Shape;2350;g2bb47c9a3e2_0_471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351" name="Google Shape;2351;g2bb47c9a3e2_0_471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57" name="Shape 2357"/>
        <p:cNvGrpSpPr/>
        <p:nvPr/>
      </p:nvGrpSpPr>
      <p:grpSpPr>
        <a:xfrm>
          <a:off x="0" y="0"/>
          <a:ext cx="0" cy="0"/>
          <a:chOff x="0" y="0"/>
          <a:chExt cx="0" cy="0"/>
        </a:xfrm>
      </p:grpSpPr>
      <p:sp>
        <p:nvSpPr>
          <p:cNvPr id="2358" name="Google Shape;2358;g2bb47c9a3e2_0_472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359" name="Google Shape;2359;g2bb47c9a3e2_0_472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png"/><Relationship Id="rId3" Type="http://schemas.openxmlformats.org/officeDocument/2006/relationships/image" Target="../media/image1.png"/><Relationship Id="rId4" Type="http://schemas.openxmlformats.org/officeDocument/2006/relationships/image" Target="../media/image3.png"/></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5.png"/><Relationship Id="rId3" Type="http://schemas.openxmlformats.org/officeDocument/2006/relationships/image" Target="../media/image1.png"/><Relationship Id="rId4" Type="http://schemas.openxmlformats.org/officeDocument/2006/relationships/image" Target="../media/image2.png"/></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png"/><Relationship Id="rId3" Type="http://schemas.openxmlformats.org/officeDocument/2006/relationships/image" Target="../media/image6.png"/><Relationship Id="rId4" Type="http://schemas.openxmlformats.org/officeDocument/2006/relationships/image" Target="../media/image1.png"/></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png"/><Relationship Id="rId3" Type="http://schemas.openxmlformats.org/officeDocument/2006/relationships/image" Target="../media/image1.png"/><Relationship Id="rId4" Type="http://schemas.openxmlformats.org/officeDocument/2006/relationships/image" Target="../media/image7.png"/><Relationship Id="rId5" Type="http://schemas.openxmlformats.org/officeDocument/2006/relationships/image" Target="../media/image8.png"/></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1.png"/><Relationship Id="rId3" Type="http://schemas.openxmlformats.org/officeDocument/2006/relationships/image" Target="../media/image1.png"/><Relationship Id="rId4" Type="http://schemas.openxmlformats.org/officeDocument/2006/relationships/image" Target="../media/image2.png"/></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 Id="rId3" Type="http://schemas.openxmlformats.org/officeDocument/2006/relationships/image" Target="../media/image2.png"/><Relationship Id="rId4" Type="http://schemas.openxmlformats.org/officeDocument/2006/relationships/image" Target="../media/image9.png"/><Relationship Id="rId5" Type="http://schemas.openxmlformats.org/officeDocument/2006/relationships/image" Target="../media/image10.png"/></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png"/><Relationship Id="rId3" Type="http://schemas.openxmlformats.org/officeDocument/2006/relationships/image" Target="../media/image13.png"/><Relationship Id="rId4" Type="http://schemas.openxmlformats.org/officeDocument/2006/relationships/image" Target="../media/image1.png"/></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png"/><Relationship Id="rId3" Type="http://schemas.openxmlformats.org/officeDocument/2006/relationships/image" Target="../media/image1.png"/><Relationship Id="rId4" Type="http://schemas.openxmlformats.org/officeDocument/2006/relationships/image" Target="../media/image12.png"/><Relationship Id="rId5" Type="http://schemas.openxmlformats.org/officeDocument/2006/relationships/image" Target="../media/image14.png"/></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png"/><Relationship Id="rId3" Type="http://schemas.openxmlformats.org/officeDocument/2006/relationships/image" Target="../media/image16.png"/><Relationship Id="rId4" Type="http://schemas.openxmlformats.org/officeDocument/2006/relationships/image" Target="../media/image1.png"/></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5.png"/></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8.png"/><Relationship Id="rId3" Type="http://schemas.openxmlformats.org/officeDocument/2006/relationships/image" Target="../media/image17.png"/><Relationship Id="rId4" Type="http://schemas.openxmlformats.org/officeDocument/2006/relationships/image" Target="../media/image21.png"/><Relationship Id="rId5" Type="http://schemas.openxmlformats.org/officeDocument/2006/relationships/image" Target="../media/image19.png"/><Relationship Id="rId6" Type="http://schemas.openxmlformats.org/officeDocument/2006/relationships/image" Target="../media/image23.png"/><Relationship Id="rId7" Type="http://schemas.openxmlformats.org/officeDocument/2006/relationships/image" Target="../media/image20.png"/></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2.png"/></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2.png"/></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2.png"/></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2.png"/></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5.png"/><Relationship Id="rId3" Type="http://schemas.openxmlformats.org/officeDocument/2006/relationships/image" Target="../media/image24.png"/><Relationship Id="rId4" Type="http://schemas.openxmlformats.org/officeDocument/2006/relationships/image" Target="../media/image66.png"/><Relationship Id="rId5" Type="http://schemas.openxmlformats.org/officeDocument/2006/relationships/image" Target="../media/image26.png"/><Relationship Id="rId6" Type="http://schemas.openxmlformats.org/officeDocument/2006/relationships/image" Target="../media/image29.png"/><Relationship Id="rId7" Type="http://schemas.openxmlformats.org/officeDocument/2006/relationships/image" Target="../media/image22.png"/></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8.png"/><Relationship Id="rId3" Type="http://schemas.openxmlformats.org/officeDocument/2006/relationships/image" Target="../media/image66.png"/><Relationship Id="rId4" Type="http://schemas.openxmlformats.org/officeDocument/2006/relationships/image" Target="../media/image25.png"/><Relationship Id="rId9" Type="http://schemas.openxmlformats.org/officeDocument/2006/relationships/image" Target="../media/image22.png"/><Relationship Id="rId5" Type="http://schemas.openxmlformats.org/officeDocument/2006/relationships/image" Target="../media/image24.png"/><Relationship Id="rId6" Type="http://schemas.openxmlformats.org/officeDocument/2006/relationships/image" Target="../media/image30.png"/><Relationship Id="rId7" Type="http://schemas.openxmlformats.org/officeDocument/2006/relationships/image" Target="../media/image26.png"/><Relationship Id="rId8" Type="http://schemas.openxmlformats.org/officeDocument/2006/relationships/image" Target="../media/image29.png"/></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8.png"/><Relationship Id="rId3" Type="http://schemas.openxmlformats.org/officeDocument/2006/relationships/image" Target="../media/image66.png"/><Relationship Id="rId4" Type="http://schemas.openxmlformats.org/officeDocument/2006/relationships/image" Target="../media/image32.png"/><Relationship Id="rId11" Type="http://schemas.openxmlformats.org/officeDocument/2006/relationships/image" Target="../media/image22.png"/><Relationship Id="rId10" Type="http://schemas.openxmlformats.org/officeDocument/2006/relationships/image" Target="../media/image35.png"/><Relationship Id="rId9" Type="http://schemas.openxmlformats.org/officeDocument/2006/relationships/image" Target="../media/image29.png"/><Relationship Id="rId5" Type="http://schemas.openxmlformats.org/officeDocument/2006/relationships/image" Target="../media/image25.png"/><Relationship Id="rId6" Type="http://schemas.openxmlformats.org/officeDocument/2006/relationships/image" Target="../media/image24.png"/><Relationship Id="rId7" Type="http://schemas.openxmlformats.org/officeDocument/2006/relationships/image" Target="../media/image30.png"/><Relationship Id="rId8" Type="http://schemas.openxmlformats.org/officeDocument/2006/relationships/image" Target="../media/image26.png"/></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6.png"/><Relationship Id="rId3" Type="http://schemas.openxmlformats.org/officeDocument/2006/relationships/image" Target="../media/image37.png"/></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8.png"/><Relationship Id="rId3" Type="http://schemas.openxmlformats.org/officeDocument/2006/relationships/image" Target="../media/image37.png"/></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9.png"/><Relationship Id="rId3" Type="http://schemas.openxmlformats.org/officeDocument/2006/relationships/image" Target="../media/image37.png"/></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40.png"/><Relationship Id="rId3" Type="http://schemas.openxmlformats.org/officeDocument/2006/relationships/image" Target="../media/image37.png"/></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6.png"/><Relationship Id="rId3" Type="http://schemas.openxmlformats.org/officeDocument/2006/relationships/image" Target="../media/image37.png"/><Relationship Id="rId4" Type="http://schemas.openxmlformats.org/officeDocument/2006/relationships/image" Target="../media/image42.png"/></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8.png"/><Relationship Id="rId3" Type="http://schemas.openxmlformats.org/officeDocument/2006/relationships/image" Target="../media/image37.png"/><Relationship Id="rId4" Type="http://schemas.openxmlformats.org/officeDocument/2006/relationships/image" Target="../media/image42.png"/></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9.png"/><Relationship Id="rId3" Type="http://schemas.openxmlformats.org/officeDocument/2006/relationships/image" Target="../media/image37.png"/><Relationship Id="rId4" Type="http://schemas.openxmlformats.org/officeDocument/2006/relationships/image" Target="../media/image42.png"/></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40.png"/><Relationship Id="rId3" Type="http://schemas.openxmlformats.org/officeDocument/2006/relationships/image" Target="../media/image37.png"/><Relationship Id="rId4" Type="http://schemas.openxmlformats.org/officeDocument/2006/relationships/image" Target="../media/image42.png"/></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43.png"/><Relationship Id="rId3" Type="http://schemas.openxmlformats.org/officeDocument/2006/relationships/image" Target="../media/image36.png"/><Relationship Id="rId4" Type="http://schemas.openxmlformats.org/officeDocument/2006/relationships/image" Target="../media/image42.png"/><Relationship Id="rId5" Type="http://schemas.openxmlformats.org/officeDocument/2006/relationships/image" Target="../media/image44.png"/></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8.png"/><Relationship Id="rId3" Type="http://schemas.openxmlformats.org/officeDocument/2006/relationships/image" Target="../media/image42.png"/><Relationship Id="rId4" Type="http://schemas.openxmlformats.org/officeDocument/2006/relationships/image" Target="../media/image44.png"/><Relationship Id="rId5" Type="http://schemas.openxmlformats.org/officeDocument/2006/relationships/image" Target="../media/image43.png"/></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9.png"/><Relationship Id="rId3" Type="http://schemas.openxmlformats.org/officeDocument/2006/relationships/image" Target="../media/image42.png"/><Relationship Id="rId4" Type="http://schemas.openxmlformats.org/officeDocument/2006/relationships/image" Target="../media/image44.png"/><Relationship Id="rId5" Type="http://schemas.openxmlformats.org/officeDocument/2006/relationships/image" Target="../media/image43.png"/></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40.png"/><Relationship Id="rId3" Type="http://schemas.openxmlformats.org/officeDocument/2006/relationships/image" Target="../media/image42.png"/><Relationship Id="rId4" Type="http://schemas.openxmlformats.org/officeDocument/2006/relationships/image" Target="../media/image44.png"/><Relationship Id="rId5" Type="http://schemas.openxmlformats.org/officeDocument/2006/relationships/image" Target="../media/image43.png"/></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6.png"/><Relationship Id="rId3" Type="http://schemas.openxmlformats.org/officeDocument/2006/relationships/image" Target="../media/image42.png"/><Relationship Id="rId4" Type="http://schemas.openxmlformats.org/officeDocument/2006/relationships/image" Target="../media/image44.png"/></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8.png"/><Relationship Id="rId3" Type="http://schemas.openxmlformats.org/officeDocument/2006/relationships/image" Target="../media/image42.png"/><Relationship Id="rId4" Type="http://schemas.openxmlformats.org/officeDocument/2006/relationships/image" Target="../media/image44.png"/></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9.png"/><Relationship Id="rId3" Type="http://schemas.openxmlformats.org/officeDocument/2006/relationships/image" Target="../media/image42.png"/><Relationship Id="rId4" Type="http://schemas.openxmlformats.org/officeDocument/2006/relationships/image" Target="../media/image44.png"/></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40.png"/><Relationship Id="rId3" Type="http://schemas.openxmlformats.org/officeDocument/2006/relationships/image" Target="../media/image42.png"/><Relationship Id="rId4" Type="http://schemas.openxmlformats.org/officeDocument/2006/relationships/image" Target="../media/image44.png"/></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6.png"/><Relationship Id="rId3" Type="http://schemas.openxmlformats.org/officeDocument/2006/relationships/image" Target="../media/image42.png"/><Relationship Id="rId4" Type="http://schemas.openxmlformats.org/officeDocument/2006/relationships/image" Target="../media/image44.png"/></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8.png"/><Relationship Id="rId3" Type="http://schemas.openxmlformats.org/officeDocument/2006/relationships/image" Target="../media/image42.png"/><Relationship Id="rId4" Type="http://schemas.openxmlformats.org/officeDocument/2006/relationships/image" Target="../media/image44.png"/></Relationships>
</file>

<file path=ppt/slideLayouts/_rels/slideLayout37.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9.png"/><Relationship Id="rId3" Type="http://schemas.openxmlformats.org/officeDocument/2006/relationships/image" Target="../media/image42.png"/><Relationship Id="rId4" Type="http://schemas.openxmlformats.org/officeDocument/2006/relationships/image" Target="../media/image44.png"/></Relationships>
</file>

<file path=ppt/slideLayouts/_rels/slideLayout38.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40.png"/><Relationship Id="rId3" Type="http://schemas.openxmlformats.org/officeDocument/2006/relationships/image" Target="../media/image42.png"/><Relationship Id="rId4" Type="http://schemas.openxmlformats.org/officeDocument/2006/relationships/image" Target="../media/image44.png"/></Relationships>
</file>

<file path=ppt/slideLayouts/_rels/slideLayout39.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6.png"/><Relationship Id="rId3" Type="http://schemas.openxmlformats.org/officeDocument/2006/relationships/image" Target="../media/image42.png"/><Relationship Id="rId4" Type="http://schemas.openxmlformats.org/officeDocument/2006/relationships/image" Target="../media/image44.png"/></Relationships>
</file>

<file path=ppt/slideLayouts/_rels/slideLayout40.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8.png"/><Relationship Id="rId3" Type="http://schemas.openxmlformats.org/officeDocument/2006/relationships/image" Target="../media/image42.png"/><Relationship Id="rId4" Type="http://schemas.openxmlformats.org/officeDocument/2006/relationships/image" Target="../media/image44.png"/></Relationships>
</file>

<file path=ppt/slideLayouts/_rels/slideLayout4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9.png"/><Relationship Id="rId3" Type="http://schemas.openxmlformats.org/officeDocument/2006/relationships/image" Target="../media/image42.png"/><Relationship Id="rId4" Type="http://schemas.openxmlformats.org/officeDocument/2006/relationships/image" Target="../media/image44.png"/></Relationships>
</file>

<file path=ppt/slideLayouts/_rels/slideLayout4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40.png"/><Relationship Id="rId3" Type="http://schemas.openxmlformats.org/officeDocument/2006/relationships/image" Target="../media/image42.png"/><Relationship Id="rId4" Type="http://schemas.openxmlformats.org/officeDocument/2006/relationships/image" Target="../media/image44.png"/></Relationships>
</file>

<file path=ppt/slideLayouts/_rels/slideLayout43.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6.png"/><Relationship Id="rId3" Type="http://schemas.openxmlformats.org/officeDocument/2006/relationships/image" Target="../media/image42.png"/></Relationships>
</file>

<file path=ppt/slideLayouts/_rels/slideLayout44.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8.png"/><Relationship Id="rId3" Type="http://schemas.openxmlformats.org/officeDocument/2006/relationships/image" Target="../media/image42.png"/></Relationships>
</file>

<file path=ppt/slideLayouts/_rels/slideLayout45.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9.png"/><Relationship Id="rId3" Type="http://schemas.openxmlformats.org/officeDocument/2006/relationships/image" Target="../media/image42.png"/></Relationships>
</file>

<file path=ppt/slideLayouts/_rels/slideLayout46.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40.png"/><Relationship Id="rId3" Type="http://schemas.openxmlformats.org/officeDocument/2006/relationships/image" Target="../media/image42.png"/></Relationships>
</file>

<file path=ppt/slideLayouts/_rels/slideLayout47.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6.png"/><Relationship Id="rId3" Type="http://schemas.openxmlformats.org/officeDocument/2006/relationships/image" Target="../media/image45.png"/></Relationships>
</file>

<file path=ppt/slideLayouts/_rels/slideLayout48.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8.png"/><Relationship Id="rId3" Type="http://schemas.openxmlformats.org/officeDocument/2006/relationships/image" Target="../media/image45.png"/></Relationships>
</file>

<file path=ppt/slideLayouts/_rels/slideLayout49.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9.png"/><Relationship Id="rId3" Type="http://schemas.openxmlformats.org/officeDocument/2006/relationships/image" Target="../media/image45.png"/></Relationships>
</file>

<file path=ppt/slideLayouts/_rels/slideLayout50.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40.png"/><Relationship Id="rId3" Type="http://schemas.openxmlformats.org/officeDocument/2006/relationships/image" Target="../media/image45.png"/></Relationships>
</file>

<file path=ppt/slideLayouts/_rels/slideLayout5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6.png"/><Relationship Id="rId3" Type="http://schemas.openxmlformats.org/officeDocument/2006/relationships/image" Target="../media/image46.png"/></Relationships>
</file>

<file path=ppt/slideLayouts/_rels/slideLayout5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8.png"/><Relationship Id="rId3" Type="http://schemas.openxmlformats.org/officeDocument/2006/relationships/image" Target="../media/image46.png"/></Relationships>
</file>

<file path=ppt/slideLayouts/_rels/slideLayout53.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9.png"/><Relationship Id="rId3" Type="http://schemas.openxmlformats.org/officeDocument/2006/relationships/image" Target="../media/image46.png"/></Relationships>
</file>

<file path=ppt/slideLayouts/_rels/slideLayout54.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40.png"/><Relationship Id="rId3" Type="http://schemas.openxmlformats.org/officeDocument/2006/relationships/image" Target="../media/image46.png"/></Relationships>
</file>

<file path=ppt/slideLayouts/_rels/slideLayout55.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2.png"/></Relationships>
</file>

<file path=ppt/slideLayouts/_rels/slideLayout56.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2.png"/></Relationships>
</file>

<file path=ppt/slideLayouts/_rels/slideLayout57.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4.png"/></Relationships>
</file>

<file path=ppt/slideLayouts/_rels/slideLayout5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9.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5.png"/></Relationships>
</file>

<file path=ppt/slideLayouts/_rels/slideLayout6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Z.0 Title slide - English" showMasterSp="0">
  <p:cSld name="Title Slide 2_1">
    <p:bg>
      <p:bgPr>
        <a:solidFill>
          <a:srgbClr val="BEF2BD"/>
        </a:solidFill>
      </p:bgPr>
    </p:bg>
    <p:spTree>
      <p:nvGrpSpPr>
        <p:cNvPr id="9" name="Shape 9"/>
        <p:cNvGrpSpPr/>
        <p:nvPr/>
      </p:nvGrpSpPr>
      <p:grpSpPr>
        <a:xfrm>
          <a:off x="0" y="0"/>
          <a:ext cx="0" cy="0"/>
          <a:chOff x="0" y="0"/>
          <a:chExt cx="0" cy="0"/>
        </a:xfrm>
      </p:grpSpPr>
      <p:pic>
        <p:nvPicPr>
          <p:cNvPr id="10" name="Google Shape;10;p2"/>
          <p:cNvPicPr preferRelativeResize="0"/>
          <p:nvPr/>
        </p:nvPicPr>
        <p:blipFill rotWithShape="1">
          <a:blip r:embed="rId2">
            <a:alphaModFix/>
          </a:blip>
          <a:srcRect b="0" l="6209" r="6209" t="0"/>
          <a:stretch/>
        </p:blipFill>
        <p:spPr>
          <a:xfrm>
            <a:off x="324000" y="4008600"/>
            <a:ext cx="859400" cy="127996"/>
          </a:xfrm>
          <a:prstGeom prst="rect">
            <a:avLst/>
          </a:prstGeom>
          <a:noFill/>
          <a:ln>
            <a:noFill/>
          </a:ln>
        </p:spPr>
      </p:pic>
      <p:sp>
        <p:nvSpPr>
          <p:cNvPr id="11" name="Google Shape;11;p2"/>
          <p:cNvSpPr txBox="1"/>
          <p:nvPr/>
        </p:nvSpPr>
        <p:spPr>
          <a:xfrm>
            <a:off x="323850" y="3781525"/>
            <a:ext cx="1860900" cy="2772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None/>
            </a:pPr>
            <a:r>
              <a:rPr b="1" lang="en-GB" sz="1800">
                <a:latin typeface="Lexend"/>
                <a:ea typeface="Lexend"/>
                <a:cs typeface="Lexend"/>
                <a:sym typeface="Lexend"/>
              </a:rPr>
              <a:t>English</a:t>
            </a:r>
            <a:endParaRPr b="1" sz="1700">
              <a:latin typeface="Lexend"/>
              <a:ea typeface="Lexend"/>
              <a:cs typeface="Lexend"/>
              <a:sym typeface="Lexend"/>
            </a:endParaRPr>
          </a:p>
        </p:txBody>
      </p:sp>
      <p:sp>
        <p:nvSpPr>
          <p:cNvPr id="12" name="Google Shape;12;p2"/>
          <p:cNvSpPr txBox="1"/>
          <p:nvPr>
            <p:ph type="ctrTitle"/>
          </p:nvPr>
        </p:nvSpPr>
        <p:spPr>
          <a:xfrm>
            <a:off x="323850" y="810000"/>
            <a:ext cx="5450700" cy="2742900"/>
          </a:xfrm>
          <a:prstGeom prst="rect">
            <a:avLst/>
          </a:prstGeom>
          <a:noFill/>
          <a:ln>
            <a:noFill/>
          </a:ln>
        </p:spPr>
        <p:txBody>
          <a:bodyPr anchorCtr="0" anchor="t" bIns="0" lIns="0" spcFirstLastPara="1" rIns="0" wrap="square" tIns="0">
            <a:noAutofit/>
          </a:bodyPr>
          <a:lstStyle>
            <a:lvl1pPr lvl="0" rtl="0" algn="l">
              <a:lnSpc>
                <a:spcPct val="100000"/>
              </a:lnSpc>
              <a:spcBef>
                <a:spcPts val="0"/>
              </a:spcBef>
              <a:spcAft>
                <a:spcPts val="0"/>
              </a:spcAft>
              <a:buClr>
                <a:schemeClr val="dk1"/>
              </a:buClr>
              <a:buSzPts val="3800"/>
              <a:buFont typeface="Lexend"/>
              <a:buNone/>
              <a:defRPr sz="3800">
                <a:solidFill>
                  <a:schemeClr val="dk1"/>
                </a:solidFill>
                <a:latin typeface="Lexend"/>
                <a:ea typeface="Lexend"/>
                <a:cs typeface="Lexend"/>
                <a:sym typeface="Lexend"/>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
        <p:nvSpPr>
          <p:cNvPr id="13" name="Google Shape;13;p2"/>
          <p:cNvSpPr txBox="1"/>
          <p:nvPr>
            <p:ph idx="1" type="subTitle"/>
          </p:nvPr>
        </p:nvSpPr>
        <p:spPr>
          <a:xfrm>
            <a:off x="890225" y="4327975"/>
            <a:ext cx="5986200" cy="669900"/>
          </a:xfrm>
          <a:prstGeom prst="rect">
            <a:avLst/>
          </a:prstGeom>
          <a:noFill/>
          <a:ln>
            <a:noFill/>
          </a:ln>
        </p:spPr>
        <p:txBody>
          <a:bodyPr anchorCtr="0" anchor="t" bIns="0" lIns="0" spcFirstLastPara="1" rIns="0" wrap="square" tIns="0">
            <a:noAutofit/>
          </a:bodyPr>
          <a:lstStyle>
            <a:lvl1pPr lvl="0" rtl="0" algn="l">
              <a:lnSpc>
                <a:spcPct val="100000"/>
              </a:lnSpc>
              <a:spcBef>
                <a:spcPts val="0"/>
              </a:spcBef>
              <a:spcAft>
                <a:spcPts val="0"/>
              </a:spcAft>
              <a:buClr>
                <a:schemeClr val="dk1"/>
              </a:buClr>
              <a:buSzPts val="1800"/>
              <a:buFont typeface="Lexend"/>
              <a:buNone/>
              <a:defRPr sz="1800">
                <a:solidFill>
                  <a:schemeClr val="dk1"/>
                </a:solidFill>
                <a:latin typeface="Lexend"/>
                <a:ea typeface="Lexend"/>
                <a:cs typeface="Lexend"/>
                <a:sym typeface="Lexend"/>
              </a:defRPr>
            </a:lvl1pPr>
            <a:lvl2pPr lvl="1" rtl="0" algn="ctr">
              <a:lnSpc>
                <a:spcPct val="100000"/>
              </a:lnSpc>
              <a:spcBef>
                <a:spcPts val="0"/>
              </a:spcBef>
              <a:spcAft>
                <a:spcPts val="0"/>
              </a:spcAft>
              <a:buSzPts val="1500"/>
              <a:buNone/>
              <a:defRPr sz="1500"/>
            </a:lvl2pPr>
            <a:lvl3pPr lvl="2" rtl="0" algn="ctr">
              <a:lnSpc>
                <a:spcPct val="100000"/>
              </a:lnSpc>
              <a:spcBef>
                <a:spcPts val="400"/>
              </a:spcBef>
              <a:spcAft>
                <a:spcPts val="0"/>
              </a:spcAft>
              <a:buSzPts val="1400"/>
              <a:buNone/>
              <a:defRPr sz="1400"/>
            </a:lvl3pPr>
            <a:lvl4pPr lvl="3" rtl="0" algn="ctr">
              <a:lnSpc>
                <a:spcPct val="100000"/>
              </a:lnSpc>
              <a:spcBef>
                <a:spcPts val="400"/>
              </a:spcBef>
              <a:spcAft>
                <a:spcPts val="0"/>
              </a:spcAft>
              <a:buSzPts val="1200"/>
              <a:buNone/>
              <a:defRPr sz="1200"/>
            </a:lvl4pPr>
            <a:lvl5pPr lvl="4" rtl="0" algn="ctr">
              <a:lnSpc>
                <a:spcPct val="100000"/>
              </a:lnSpc>
              <a:spcBef>
                <a:spcPts val="400"/>
              </a:spcBef>
              <a:spcAft>
                <a:spcPts val="0"/>
              </a:spcAft>
              <a:buSzPts val="1200"/>
              <a:buNone/>
              <a:defRPr sz="1200"/>
            </a:lvl5pPr>
            <a:lvl6pPr lvl="5" rtl="0" algn="ctr">
              <a:lnSpc>
                <a:spcPct val="90000"/>
              </a:lnSpc>
              <a:spcBef>
                <a:spcPts val="400"/>
              </a:spcBef>
              <a:spcAft>
                <a:spcPts val="0"/>
              </a:spcAft>
              <a:buSzPts val="1200"/>
              <a:buNone/>
              <a:defRPr sz="1200"/>
            </a:lvl6pPr>
            <a:lvl7pPr lvl="6" rtl="0" algn="ctr">
              <a:lnSpc>
                <a:spcPct val="90000"/>
              </a:lnSpc>
              <a:spcBef>
                <a:spcPts val="600"/>
              </a:spcBef>
              <a:spcAft>
                <a:spcPts val="0"/>
              </a:spcAft>
              <a:buSzPts val="1200"/>
              <a:buNone/>
              <a:defRPr sz="1200"/>
            </a:lvl7pPr>
            <a:lvl8pPr lvl="7" rtl="0" algn="ctr">
              <a:lnSpc>
                <a:spcPct val="90000"/>
              </a:lnSpc>
              <a:spcBef>
                <a:spcPts val="400"/>
              </a:spcBef>
              <a:spcAft>
                <a:spcPts val="0"/>
              </a:spcAft>
              <a:buSzPts val="1200"/>
              <a:buNone/>
              <a:defRPr sz="1200"/>
            </a:lvl8pPr>
            <a:lvl9pPr lvl="8" rtl="0" algn="ctr">
              <a:lnSpc>
                <a:spcPct val="90000"/>
              </a:lnSpc>
              <a:spcBef>
                <a:spcPts val="400"/>
              </a:spcBef>
              <a:spcAft>
                <a:spcPts val="200"/>
              </a:spcAft>
              <a:buSzPts val="1200"/>
              <a:buNone/>
              <a:defRPr sz="1200"/>
            </a:lvl9pPr>
          </a:lstStyle>
          <a:p/>
        </p:txBody>
      </p:sp>
      <p:pic>
        <p:nvPicPr>
          <p:cNvPr id="14" name="Google Shape;14;p2"/>
          <p:cNvPicPr preferRelativeResize="0"/>
          <p:nvPr/>
        </p:nvPicPr>
        <p:blipFill rotWithShape="1">
          <a:blip r:embed="rId3">
            <a:alphaModFix/>
          </a:blip>
          <a:srcRect b="0" l="0" r="0" t="0"/>
          <a:stretch/>
        </p:blipFill>
        <p:spPr>
          <a:xfrm>
            <a:off x="7690424" y="4098434"/>
            <a:ext cx="1052750" cy="482825"/>
          </a:xfrm>
          <a:prstGeom prst="rect">
            <a:avLst/>
          </a:prstGeom>
          <a:noFill/>
          <a:ln>
            <a:noFill/>
          </a:ln>
        </p:spPr>
      </p:pic>
      <p:pic>
        <p:nvPicPr>
          <p:cNvPr id="15" name="Google Shape;15;p2"/>
          <p:cNvPicPr preferRelativeResize="0"/>
          <p:nvPr/>
        </p:nvPicPr>
        <p:blipFill>
          <a:blip r:embed="rId4">
            <a:alphaModFix/>
          </a:blip>
          <a:stretch>
            <a:fillRect/>
          </a:stretch>
        </p:blipFill>
        <p:spPr>
          <a:xfrm>
            <a:off x="6156975" y="0"/>
            <a:ext cx="2987025" cy="3854074"/>
          </a:xfrm>
          <a:prstGeom prst="rect">
            <a:avLst/>
          </a:prstGeom>
          <a:noFill/>
          <a:ln>
            <a:noFill/>
          </a:ln>
        </p:spPr>
      </p:pic>
      <p:sp>
        <p:nvSpPr>
          <p:cNvPr id="16" name="Google Shape;16;p2"/>
          <p:cNvSpPr txBox="1"/>
          <p:nvPr/>
        </p:nvSpPr>
        <p:spPr>
          <a:xfrm>
            <a:off x="323850" y="4321250"/>
            <a:ext cx="528300" cy="4617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lang="en-GB" sz="1800">
                <a:latin typeface="Lexend Light"/>
                <a:ea typeface="Lexend Light"/>
                <a:cs typeface="Lexend Light"/>
                <a:sym typeface="Lexend Light"/>
              </a:rPr>
              <a:t>Unit:</a:t>
            </a:r>
            <a:endParaRPr sz="1800">
              <a:latin typeface="Lexend Light"/>
              <a:ea typeface="Lexend Light"/>
              <a:cs typeface="Lexend Light"/>
              <a:sym typeface="Lexend Light"/>
            </a:endParaRPr>
          </a:p>
        </p:txBody>
      </p:sp>
    </p:spTree>
  </p:cSld>
  <p:clrMapOvr>
    <a:masterClrMapping/>
  </p:clrMapOvr>
  <p:extLst>
    <p:ext uri="{DCECCB84-F9BA-43D5-87BE-67443E8EF086}">
      <p15:sldGuideLst>
        <p15:guide id="1" orient="horz" pos="2867">
          <p15:clr>
            <a:srgbClr val="E46962"/>
          </p15:clr>
        </p15:guide>
      </p15:sldGuideLst>
    </p:ext>
  </p:extLst>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Z.0 Title slide - Maths" showMasterSp="0">
  <p:cSld name="Title Slide 2_1_1">
    <p:bg>
      <p:bgPr>
        <a:solidFill>
          <a:srgbClr val="BEF2BD"/>
        </a:solidFill>
      </p:bgPr>
    </p:bg>
    <p:spTree>
      <p:nvGrpSpPr>
        <p:cNvPr id="17" name="Shape 17"/>
        <p:cNvGrpSpPr/>
        <p:nvPr/>
      </p:nvGrpSpPr>
      <p:grpSpPr>
        <a:xfrm>
          <a:off x="0" y="0"/>
          <a:ext cx="0" cy="0"/>
          <a:chOff x="0" y="0"/>
          <a:chExt cx="0" cy="0"/>
        </a:xfrm>
      </p:grpSpPr>
      <p:pic>
        <p:nvPicPr>
          <p:cNvPr id="18" name="Google Shape;18;p3"/>
          <p:cNvPicPr preferRelativeResize="0"/>
          <p:nvPr/>
        </p:nvPicPr>
        <p:blipFill rotWithShape="1">
          <a:blip r:embed="rId2">
            <a:alphaModFix/>
          </a:blip>
          <a:srcRect b="0" l="0" r="0" t="0"/>
          <a:stretch/>
        </p:blipFill>
        <p:spPr>
          <a:xfrm>
            <a:off x="6156975" y="0"/>
            <a:ext cx="2987025" cy="3854074"/>
          </a:xfrm>
          <a:prstGeom prst="rect">
            <a:avLst/>
          </a:prstGeom>
          <a:noFill/>
          <a:ln>
            <a:noFill/>
          </a:ln>
        </p:spPr>
      </p:pic>
      <p:sp>
        <p:nvSpPr>
          <p:cNvPr id="19" name="Google Shape;19;p3"/>
          <p:cNvSpPr txBox="1"/>
          <p:nvPr>
            <p:ph type="ctrTitle"/>
          </p:nvPr>
        </p:nvSpPr>
        <p:spPr>
          <a:xfrm>
            <a:off x="323850" y="810000"/>
            <a:ext cx="5502000" cy="2742900"/>
          </a:xfrm>
          <a:prstGeom prst="rect">
            <a:avLst/>
          </a:prstGeom>
          <a:noFill/>
          <a:ln>
            <a:noFill/>
          </a:ln>
        </p:spPr>
        <p:txBody>
          <a:bodyPr anchorCtr="0" anchor="t" bIns="0" lIns="0" spcFirstLastPara="1" rIns="0" wrap="square" tIns="0">
            <a:noAutofit/>
          </a:bodyPr>
          <a:lstStyle>
            <a:lvl1pPr lvl="0" rtl="0" algn="l">
              <a:lnSpc>
                <a:spcPct val="100000"/>
              </a:lnSpc>
              <a:spcBef>
                <a:spcPts val="0"/>
              </a:spcBef>
              <a:spcAft>
                <a:spcPts val="0"/>
              </a:spcAft>
              <a:buClr>
                <a:schemeClr val="dk1"/>
              </a:buClr>
              <a:buSzPts val="3800"/>
              <a:buFont typeface="Lexend"/>
              <a:buNone/>
              <a:defRPr sz="3800">
                <a:solidFill>
                  <a:schemeClr val="dk1"/>
                </a:solidFill>
                <a:latin typeface="Lexend"/>
                <a:ea typeface="Lexend"/>
                <a:cs typeface="Lexend"/>
                <a:sym typeface="Lexend"/>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
        <p:nvSpPr>
          <p:cNvPr id="20" name="Google Shape;20;p3"/>
          <p:cNvSpPr txBox="1"/>
          <p:nvPr/>
        </p:nvSpPr>
        <p:spPr>
          <a:xfrm>
            <a:off x="323850" y="3781525"/>
            <a:ext cx="1860900" cy="2772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None/>
            </a:pPr>
            <a:r>
              <a:rPr b="1" lang="en-GB" sz="1800">
                <a:latin typeface="Lexend"/>
                <a:ea typeface="Lexend"/>
                <a:cs typeface="Lexend"/>
                <a:sym typeface="Lexend"/>
              </a:rPr>
              <a:t>Maths</a:t>
            </a:r>
            <a:endParaRPr b="1" sz="1700">
              <a:latin typeface="Lexend"/>
              <a:ea typeface="Lexend"/>
              <a:cs typeface="Lexend"/>
              <a:sym typeface="Lexend"/>
            </a:endParaRPr>
          </a:p>
        </p:txBody>
      </p:sp>
      <p:sp>
        <p:nvSpPr>
          <p:cNvPr id="21" name="Google Shape;21;p3"/>
          <p:cNvSpPr txBox="1"/>
          <p:nvPr>
            <p:ph idx="1" type="subTitle"/>
          </p:nvPr>
        </p:nvSpPr>
        <p:spPr>
          <a:xfrm>
            <a:off x="890225" y="4327975"/>
            <a:ext cx="5758500" cy="669900"/>
          </a:xfrm>
          <a:prstGeom prst="rect">
            <a:avLst/>
          </a:prstGeom>
          <a:noFill/>
          <a:ln>
            <a:noFill/>
          </a:ln>
        </p:spPr>
        <p:txBody>
          <a:bodyPr anchorCtr="0" anchor="t" bIns="0" lIns="0" spcFirstLastPara="1" rIns="0" wrap="square" tIns="0">
            <a:noAutofit/>
          </a:bodyPr>
          <a:lstStyle>
            <a:lvl1pPr lvl="0" rtl="0" algn="l">
              <a:lnSpc>
                <a:spcPct val="100000"/>
              </a:lnSpc>
              <a:spcBef>
                <a:spcPts val="0"/>
              </a:spcBef>
              <a:spcAft>
                <a:spcPts val="0"/>
              </a:spcAft>
              <a:buClr>
                <a:schemeClr val="dk1"/>
              </a:buClr>
              <a:buSzPts val="1800"/>
              <a:buFont typeface="Lexend"/>
              <a:buNone/>
              <a:defRPr sz="1800">
                <a:solidFill>
                  <a:schemeClr val="dk1"/>
                </a:solidFill>
                <a:latin typeface="Lexend"/>
                <a:ea typeface="Lexend"/>
                <a:cs typeface="Lexend"/>
                <a:sym typeface="Lexend"/>
              </a:defRPr>
            </a:lvl1pPr>
            <a:lvl2pPr lvl="1" rtl="0" algn="ctr">
              <a:lnSpc>
                <a:spcPct val="100000"/>
              </a:lnSpc>
              <a:spcBef>
                <a:spcPts val="0"/>
              </a:spcBef>
              <a:spcAft>
                <a:spcPts val="0"/>
              </a:spcAft>
              <a:buSzPts val="1500"/>
              <a:buNone/>
              <a:defRPr sz="1500"/>
            </a:lvl2pPr>
            <a:lvl3pPr lvl="2" rtl="0" algn="ctr">
              <a:lnSpc>
                <a:spcPct val="100000"/>
              </a:lnSpc>
              <a:spcBef>
                <a:spcPts val="400"/>
              </a:spcBef>
              <a:spcAft>
                <a:spcPts val="0"/>
              </a:spcAft>
              <a:buSzPts val="1400"/>
              <a:buNone/>
              <a:defRPr sz="1400"/>
            </a:lvl3pPr>
            <a:lvl4pPr lvl="3" rtl="0" algn="ctr">
              <a:lnSpc>
                <a:spcPct val="100000"/>
              </a:lnSpc>
              <a:spcBef>
                <a:spcPts val="400"/>
              </a:spcBef>
              <a:spcAft>
                <a:spcPts val="0"/>
              </a:spcAft>
              <a:buSzPts val="1200"/>
              <a:buNone/>
              <a:defRPr sz="1200"/>
            </a:lvl4pPr>
            <a:lvl5pPr lvl="4" rtl="0" algn="ctr">
              <a:lnSpc>
                <a:spcPct val="100000"/>
              </a:lnSpc>
              <a:spcBef>
                <a:spcPts val="400"/>
              </a:spcBef>
              <a:spcAft>
                <a:spcPts val="0"/>
              </a:spcAft>
              <a:buSzPts val="1200"/>
              <a:buNone/>
              <a:defRPr sz="1200"/>
            </a:lvl5pPr>
            <a:lvl6pPr lvl="5" rtl="0" algn="ctr">
              <a:lnSpc>
                <a:spcPct val="90000"/>
              </a:lnSpc>
              <a:spcBef>
                <a:spcPts val="400"/>
              </a:spcBef>
              <a:spcAft>
                <a:spcPts val="0"/>
              </a:spcAft>
              <a:buSzPts val="1200"/>
              <a:buNone/>
              <a:defRPr sz="1200"/>
            </a:lvl6pPr>
            <a:lvl7pPr lvl="6" rtl="0" algn="ctr">
              <a:lnSpc>
                <a:spcPct val="90000"/>
              </a:lnSpc>
              <a:spcBef>
                <a:spcPts val="600"/>
              </a:spcBef>
              <a:spcAft>
                <a:spcPts val="0"/>
              </a:spcAft>
              <a:buSzPts val="1200"/>
              <a:buNone/>
              <a:defRPr sz="1200"/>
            </a:lvl7pPr>
            <a:lvl8pPr lvl="7" rtl="0" algn="ctr">
              <a:lnSpc>
                <a:spcPct val="90000"/>
              </a:lnSpc>
              <a:spcBef>
                <a:spcPts val="400"/>
              </a:spcBef>
              <a:spcAft>
                <a:spcPts val="0"/>
              </a:spcAft>
              <a:buSzPts val="1200"/>
              <a:buNone/>
              <a:defRPr sz="1200"/>
            </a:lvl8pPr>
            <a:lvl9pPr lvl="8" rtl="0" algn="ctr">
              <a:lnSpc>
                <a:spcPct val="90000"/>
              </a:lnSpc>
              <a:spcBef>
                <a:spcPts val="400"/>
              </a:spcBef>
              <a:spcAft>
                <a:spcPts val="200"/>
              </a:spcAft>
              <a:buSzPts val="1200"/>
              <a:buNone/>
              <a:defRPr sz="1200"/>
            </a:lvl9pPr>
          </a:lstStyle>
          <a:p/>
        </p:txBody>
      </p:sp>
      <p:pic>
        <p:nvPicPr>
          <p:cNvPr id="22" name="Google Shape;22;p3"/>
          <p:cNvPicPr preferRelativeResize="0"/>
          <p:nvPr/>
        </p:nvPicPr>
        <p:blipFill rotWithShape="1">
          <a:blip r:embed="rId3">
            <a:alphaModFix/>
          </a:blip>
          <a:srcRect b="0" l="0" r="0" t="0"/>
          <a:stretch/>
        </p:blipFill>
        <p:spPr>
          <a:xfrm>
            <a:off x="7690424" y="4098434"/>
            <a:ext cx="1052750" cy="482825"/>
          </a:xfrm>
          <a:prstGeom prst="rect">
            <a:avLst/>
          </a:prstGeom>
          <a:noFill/>
          <a:ln>
            <a:noFill/>
          </a:ln>
        </p:spPr>
      </p:pic>
      <p:sp>
        <p:nvSpPr>
          <p:cNvPr id="23" name="Google Shape;23;p3"/>
          <p:cNvSpPr txBox="1"/>
          <p:nvPr/>
        </p:nvSpPr>
        <p:spPr>
          <a:xfrm>
            <a:off x="323850" y="4321250"/>
            <a:ext cx="528300" cy="4617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lang="en-GB" sz="1800">
                <a:latin typeface="Lexend Light"/>
                <a:ea typeface="Lexend Light"/>
                <a:cs typeface="Lexend Light"/>
                <a:sym typeface="Lexend Light"/>
              </a:rPr>
              <a:t>Unit:</a:t>
            </a:r>
            <a:endParaRPr sz="1800">
              <a:latin typeface="Lexend Light"/>
              <a:ea typeface="Lexend Light"/>
              <a:cs typeface="Lexend Light"/>
              <a:sym typeface="Lexend Light"/>
            </a:endParaRPr>
          </a:p>
        </p:txBody>
      </p:sp>
      <p:pic>
        <p:nvPicPr>
          <p:cNvPr id="24" name="Google Shape;24;p3"/>
          <p:cNvPicPr preferRelativeResize="0"/>
          <p:nvPr/>
        </p:nvPicPr>
        <p:blipFill rotWithShape="1">
          <a:blip r:embed="rId4">
            <a:alphaModFix/>
          </a:blip>
          <a:srcRect b="0" l="6209" r="6209" t="0"/>
          <a:stretch/>
        </p:blipFill>
        <p:spPr>
          <a:xfrm>
            <a:off x="324000" y="4008600"/>
            <a:ext cx="707200" cy="128000"/>
          </a:xfrm>
          <a:prstGeom prst="rect">
            <a:avLst/>
          </a:prstGeom>
          <a:noFill/>
          <a:ln>
            <a:noFill/>
          </a:ln>
        </p:spPr>
      </p:pic>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Z.0 Title slide - Geography" showMasterSp="0">
  <p:cSld name="Title Slide 2_1_1_1">
    <p:bg>
      <p:bgPr>
        <a:solidFill>
          <a:srgbClr val="BEF2BD"/>
        </a:solidFill>
      </p:bgPr>
    </p:bg>
    <p:spTree>
      <p:nvGrpSpPr>
        <p:cNvPr id="25" name="Shape 25"/>
        <p:cNvGrpSpPr/>
        <p:nvPr/>
      </p:nvGrpSpPr>
      <p:grpSpPr>
        <a:xfrm>
          <a:off x="0" y="0"/>
          <a:ext cx="0" cy="0"/>
          <a:chOff x="0" y="0"/>
          <a:chExt cx="0" cy="0"/>
        </a:xfrm>
      </p:grpSpPr>
      <p:pic>
        <p:nvPicPr>
          <p:cNvPr id="26" name="Google Shape;26;p4"/>
          <p:cNvPicPr preferRelativeResize="0"/>
          <p:nvPr/>
        </p:nvPicPr>
        <p:blipFill rotWithShape="1">
          <a:blip r:embed="rId2">
            <a:alphaModFix/>
          </a:blip>
          <a:srcRect b="0" l="6209" r="6209" t="0"/>
          <a:stretch/>
        </p:blipFill>
        <p:spPr>
          <a:xfrm>
            <a:off x="324000" y="4008600"/>
            <a:ext cx="1259825" cy="128000"/>
          </a:xfrm>
          <a:prstGeom prst="rect">
            <a:avLst/>
          </a:prstGeom>
          <a:noFill/>
          <a:ln>
            <a:noFill/>
          </a:ln>
        </p:spPr>
      </p:pic>
      <p:pic>
        <p:nvPicPr>
          <p:cNvPr id="27" name="Google Shape;27;p4"/>
          <p:cNvPicPr preferRelativeResize="0"/>
          <p:nvPr/>
        </p:nvPicPr>
        <p:blipFill rotWithShape="1">
          <a:blip r:embed="rId3">
            <a:alphaModFix/>
          </a:blip>
          <a:srcRect b="0" l="0" r="0" t="0"/>
          <a:stretch/>
        </p:blipFill>
        <p:spPr>
          <a:xfrm>
            <a:off x="6156975" y="0"/>
            <a:ext cx="2987025" cy="3854074"/>
          </a:xfrm>
          <a:prstGeom prst="rect">
            <a:avLst/>
          </a:prstGeom>
          <a:noFill/>
          <a:ln>
            <a:noFill/>
          </a:ln>
        </p:spPr>
      </p:pic>
      <p:sp>
        <p:nvSpPr>
          <p:cNvPr id="28" name="Google Shape;28;p4"/>
          <p:cNvSpPr txBox="1"/>
          <p:nvPr>
            <p:ph type="ctrTitle"/>
          </p:nvPr>
        </p:nvSpPr>
        <p:spPr>
          <a:xfrm>
            <a:off x="323850" y="810000"/>
            <a:ext cx="5502000" cy="2742900"/>
          </a:xfrm>
          <a:prstGeom prst="rect">
            <a:avLst/>
          </a:prstGeom>
          <a:noFill/>
          <a:ln>
            <a:noFill/>
          </a:ln>
        </p:spPr>
        <p:txBody>
          <a:bodyPr anchorCtr="0" anchor="t" bIns="0" lIns="0" spcFirstLastPara="1" rIns="0" wrap="square" tIns="0">
            <a:noAutofit/>
          </a:bodyPr>
          <a:lstStyle>
            <a:lvl1pPr lvl="0" rtl="0" algn="l">
              <a:lnSpc>
                <a:spcPct val="100000"/>
              </a:lnSpc>
              <a:spcBef>
                <a:spcPts val="0"/>
              </a:spcBef>
              <a:spcAft>
                <a:spcPts val="0"/>
              </a:spcAft>
              <a:buClr>
                <a:schemeClr val="dk1"/>
              </a:buClr>
              <a:buSzPts val="3800"/>
              <a:buFont typeface="Lexend"/>
              <a:buNone/>
              <a:defRPr sz="3800">
                <a:solidFill>
                  <a:schemeClr val="dk1"/>
                </a:solidFill>
                <a:latin typeface="Lexend"/>
                <a:ea typeface="Lexend"/>
                <a:cs typeface="Lexend"/>
                <a:sym typeface="Lexend"/>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
        <p:nvSpPr>
          <p:cNvPr id="29" name="Google Shape;29;p4"/>
          <p:cNvSpPr txBox="1"/>
          <p:nvPr/>
        </p:nvSpPr>
        <p:spPr>
          <a:xfrm>
            <a:off x="323850" y="3781525"/>
            <a:ext cx="1860900" cy="2772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None/>
            </a:pPr>
            <a:r>
              <a:rPr b="1" lang="en-GB" sz="1800">
                <a:latin typeface="Lexend"/>
                <a:ea typeface="Lexend"/>
                <a:cs typeface="Lexend"/>
                <a:sym typeface="Lexend"/>
              </a:rPr>
              <a:t>Geography</a:t>
            </a:r>
            <a:endParaRPr b="1" sz="1700">
              <a:latin typeface="Lexend"/>
              <a:ea typeface="Lexend"/>
              <a:cs typeface="Lexend"/>
              <a:sym typeface="Lexend"/>
            </a:endParaRPr>
          </a:p>
        </p:txBody>
      </p:sp>
      <p:sp>
        <p:nvSpPr>
          <p:cNvPr id="30" name="Google Shape;30;p4"/>
          <p:cNvSpPr txBox="1"/>
          <p:nvPr>
            <p:ph idx="1" type="subTitle"/>
          </p:nvPr>
        </p:nvSpPr>
        <p:spPr>
          <a:xfrm>
            <a:off x="890225" y="4327975"/>
            <a:ext cx="5997600" cy="669900"/>
          </a:xfrm>
          <a:prstGeom prst="rect">
            <a:avLst/>
          </a:prstGeom>
          <a:noFill/>
          <a:ln>
            <a:noFill/>
          </a:ln>
        </p:spPr>
        <p:txBody>
          <a:bodyPr anchorCtr="0" anchor="t" bIns="0" lIns="0" spcFirstLastPara="1" rIns="0" wrap="square" tIns="0">
            <a:noAutofit/>
          </a:bodyPr>
          <a:lstStyle>
            <a:lvl1pPr lvl="0" rtl="0" algn="l">
              <a:lnSpc>
                <a:spcPct val="100000"/>
              </a:lnSpc>
              <a:spcBef>
                <a:spcPts val="0"/>
              </a:spcBef>
              <a:spcAft>
                <a:spcPts val="0"/>
              </a:spcAft>
              <a:buClr>
                <a:schemeClr val="dk1"/>
              </a:buClr>
              <a:buSzPts val="1800"/>
              <a:buFont typeface="Lexend"/>
              <a:buNone/>
              <a:defRPr sz="1800">
                <a:solidFill>
                  <a:schemeClr val="dk1"/>
                </a:solidFill>
                <a:latin typeface="Lexend"/>
                <a:ea typeface="Lexend"/>
                <a:cs typeface="Lexend"/>
                <a:sym typeface="Lexend"/>
              </a:defRPr>
            </a:lvl1pPr>
            <a:lvl2pPr lvl="1" rtl="0" algn="ctr">
              <a:lnSpc>
                <a:spcPct val="100000"/>
              </a:lnSpc>
              <a:spcBef>
                <a:spcPts val="0"/>
              </a:spcBef>
              <a:spcAft>
                <a:spcPts val="0"/>
              </a:spcAft>
              <a:buSzPts val="1500"/>
              <a:buNone/>
              <a:defRPr sz="1500"/>
            </a:lvl2pPr>
            <a:lvl3pPr lvl="2" rtl="0" algn="ctr">
              <a:lnSpc>
                <a:spcPct val="100000"/>
              </a:lnSpc>
              <a:spcBef>
                <a:spcPts val="400"/>
              </a:spcBef>
              <a:spcAft>
                <a:spcPts val="0"/>
              </a:spcAft>
              <a:buSzPts val="1400"/>
              <a:buNone/>
              <a:defRPr sz="1400"/>
            </a:lvl3pPr>
            <a:lvl4pPr lvl="3" rtl="0" algn="ctr">
              <a:lnSpc>
                <a:spcPct val="100000"/>
              </a:lnSpc>
              <a:spcBef>
                <a:spcPts val="400"/>
              </a:spcBef>
              <a:spcAft>
                <a:spcPts val="0"/>
              </a:spcAft>
              <a:buSzPts val="1200"/>
              <a:buNone/>
              <a:defRPr sz="1200"/>
            </a:lvl4pPr>
            <a:lvl5pPr lvl="4" rtl="0" algn="ctr">
              <a:lnSpc>
                <a:spcPct val="100000"/>
              </a:lnSpc>
              <a:spcBef>
                <a:spcPts val="400"/>
              </a:spcBef>
              <a:spcAft>
                <a:spcPts val="0"/>
              </a:spcAft>
              <a:buSzPts val="1200"/>
              <a:buNone/>
              <a:defRPr sz="1200"/>
            </a:lvl5pPr>
            <a:lvl6pPr lvl="5" rtl="0" algn="ctr">
              <a:lnSpc>
                <a:spcPct val="90000"/>
              </a:lnSpc>
              <a:spcBef>
                <a:spcPts val="400"/>
              </a:spcBef>
              <a:spcAft>
                <a:spcPts val="0"/>
              </a:spcAft>
              <a:buSzPts val="1200"/>
              <a:buNone/>
              <a:defRPr sz="1200"/>
            </a:lvl6pPr>
            <a:lvl7pPr lvl="6" rtl="0" algn="ctr">
              <a:lnSpc>
                <a:spcPct val="90000"/>
              </a:lnSpc>
              <a:spcBef>
                <a:spcPts val="600"/>
              </a:spcBef>
              <a:spcAft>
                <a:spcPts val="0"/>
              </a:spcAft>
              <a:buSzPts val="1200"/>
              <a:buNone/>
              <a:defRPr sz="1200"/>
            </a:lvl7pPr>
            <a:lvl8pPr lvl="7" rtl="0" algn="ctr">
              <a:lnSpc>
                <a:spcPct val="90000"/>
              </a:lnSpc>
              <a:spcBef>
                <a:spcPts val="400"/>
              </a:spcBef>
              <a:spcAft>
                <a:spcPts val="0"/>
              </a:spcAft>
              <a:buSzPts val="1200"/>
              <a:buNone/>
              <a:defRPr sz="1200"/>
            </a:lvl8pPr>
            <a:lvl9pPr lvl="8" rtl="0" algn="ctr">
              <a:lnSpc>
                <a:spcPct val="90000"/>
              </a:lnSpc>
              <a:spcBef>
                <a:spcPts val="400"/>
              </a:spcBef>
              <a:spcAft>
                <a:spcPts val="200"/>
              </a:spcAft>
              <a:buSzPts val="1200"/>
              <a:buNone/>
              <a:defRPr sz="1200"/>
            </a:lvl9pPr>
          </a:lstStyle>
          <a:p/>
        </p:txBody>
      </p:sp>
      <p:pic>
        <p:nvPicPr>
          <p:cNvPr id="31" name="Google Shape;31;p4"/>
          <p:cNvPicPr preferRelativeResize="0"/>
          <p:nvPr/>
        </p:nvPicPr>
        <p:blipFill rotWithShape="1">
          <a:blip r:embed="rId4">
            <a:alphaModFix/>
          </a:blip>
          <a:srcRect b="0" l="0" r="0" t="0"/>
          <a:stretch/>
        </p:blipFill>
        <p:spPr>
          <a:xfrm>
            <a:off x="7690424" y="4098434"/>
            <a:ext cx="1052750" cy="482825"/>
          </a:xfrm>
          <a:prstGeom prst="rect">
            <a:avLst/>
          </a:prstGeom>
          <a:noFill/>
          <a:ln>
            <a:noFill/>
          </a:ln>
        </p:spPr>
      </p:pic>
      <p:sp>
        <p:nvSpPr>
          <p:cNvPr id="32" name="Google Shape;32;p4"/>
          <p:cNvSpPr txBox="1"/>
          <p:nvPr/>
        </p:nvSpPr>
        <p:spPr>
          <a:xfrm>
            <a:off x="323850" y="4321250"/>
            <a:ext cx="528300" cy="4617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lang="en-GB" sz="1800">
                <a:latin typeface="Lexend Light"/>
                <a:ea typeface="Lexend Light"/>
                <a:cs typeface="Lexend Light"/>
                <a:sym typeface="Lexend Light"/>
              </a:rPr>
              <a:t>Unit:</a:t>
            </a:r>
            <a:endParaRPr sz="1800">
              <a:latin typeface="Lexend Light"/>
              <a:ea typeface="Lexend Light"/>
              <a:cs typeface="Lexend Light"/>
              <a:sym typeface="Lexend Light"/>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Z.0 Title slide - History" showMasterSp="0">
  <p:cSld name="Title Slide 2_1_1_1_1">
    <p:bg>
      <p:bgPr>
        <a:solidFill>
          <a:srgbClr val="BEF2BD"/>
        </a:solidFill>
      </p:bgPr>
    </p:bg>
    <p:spTree>
      <p:nvGrpSpPr>
        <p:cNvPr id="33" name="Shape 33"/>
        <p:cNvGrpSpPr/>
        <p:nvPr/>
      </p:nvGrpSpPr>
      <p:grpSpPr>
        <a:xfrm>
          <a:off x="0" y="0"/>
          <a:ext cx="0" cy="0"/>
          <a:chOff x="0" y="0"/>
          <a:chExt cx="0" cy="0"/>
        </a:xfrm>
      </p:grpSpPr>
      <p:pic>
        <p:nvPicPr>
          <p:cNvPr id="34" name="Google Shape;34;p5"/>
          <p:cNvPicPr preferRelativeResize="0"/>
          <p:nvPr/>
        </p:nvPicPr>
        <p:blipFill rotWithShape="1">
          <a:blip r:embed="rId2">
            <a:alphaModFix/>
          </a:blip>
          <a:srcRect b="0" l="6209" r="6209" t="0"/>
          <a:stretch/>
        </p:blipFill>
        <p:spPr>
          <a:xfrm>
            <a:off x="324000" y="4008600"/>
            <a:ext cx="859400" cy="127996"/>
          </a:xfrm>
          <a:prstGeom prst="rect">
            <a:avLst/>
          </a:prstGeom>
          <a:noFill/>
          <a:ln>
            <a:noFill/>
          </a:ln>
        </p:spPr>
      </p:pic>
      <p:sp>
        <p:nvSpPr>
          <p:cNvPr id="35" name="Google Shape;35;p5"/>
          <p:cNvSpPr txBox="1"/>
          <p:nvPr>
            <p:ph type="ctrTitle"/>
          </p:nvPr>
        </p:nvSpPr>
        <p:spPr>
          <a:xfrm>
            <a:off x="323850" y="810000"/>
            <a:ext cx="5502000" cy="2742900"/>
          </a:xfrm>
          <a:prstGeom prst="rect">
            <a:avLst/>
          </a:prstGeom>
          <a:noFill/>
          <a:ln>
            <a:noFill/>
          </a:ln>
        </p:spPr>
        <p:txBody>
          <a:bodyPr anchorCtr="0" anchor="t" bIns="0" lIns="0" spcFirstLastPara="1" rIns="0" wrap="square" tIns="0">
            <a:noAutofit/>
          </a:bodyPr>
          <a:lstStyle>
            <a:lvl1pPr lvl="0" rtl="0" algn="l">
              <a:lnSpc>
                <a:spcPct val="100000"/>
              </a:lnSpc>
              <a:spcBef>
                <a:spcPts val="0"/>
              </a:spcBef>
              <a:spcAft>
                <a:spcPts val="0"/>
              </a:spcAft>
              <a:buClr>
                <a:schemeClr val="dk1"/>
              </a:buClr>
              <a:buSzPts val="3800"/>
              <a:buFont typeface="Lexend"/>
              <a:buNone/>
              <a:defRPr sz="3800">
                <a:solidFill>
                  <a:schemeClr val="dk1"/>
                </a:solidFill>
                <a:latin typeface="Lexend"/>
                <a:ea typeface="Lexend"/>
                <a:cs typeface="Lexend"/>
                <a:sym typeface="Lexend"/>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
        <p:nvSpPr>
          <p:cNvPr id="36" name="Google Shape;36;p5"/>
          <p:cNvSpPr txBox="1"/>
          <p:nvPr/>
        </p:nvSpPr>
        <p:spPr>
          <a:xfrm>
            <a:off x="323850" y="3781525"/>
            <a:ext cx="1860900" cy="2772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None/>
            </a:pPr>
            <a:r>
              <a:rPr b="1" lang="en-GB" sz="1800">
                <a:latin typeface="Lexend"/>
                <a:ea typeface="Lexend"/>
                <a:cs typeface="Lexend"/>
                <a:sym typeface="Lexend"/>
              </a:rPr>
              <a:t>History</a:t>
            </a:r>
            <a:endParaRPr b="1" sz="1700">
              <a:latin typeface="Lexend"/>
              <a:ea typeface="Lexend"/>
              <a:cs typeface="Lexend"/>
              <a:sym typeface="Lexend"/>
            </a:endParaRPr>
          </a:p>
        </p:txBody>
      </p:sp>
      <p:sp>
        <p:nvSpPr>
          <p:cNvPr id="37" name="Google Shape;37;p5"/>
          <p:cNvSpPr txBox="1"/>
          <p:nvPr>
            <p:ph idx="1" type="subTitle"/>
          </p:nvPr>
        </p:nvSpPr>
        <p:spPr>
          <a:xfrm>
            <a:off x="890225" y="4327975"/>
            <a:ext cx="5804100" cy="669900"/>
          </a:xfrm>
          <a:prstGeom prst="rect">
            <a:avLst/>
          </a:prstGeom>
          <a:noFill/>
          <a:ln>
            <a:noFill/>
          </a:ln>
        </p:spPr>
        <p:txBody>
          <a:bodyPr anchorCtr="0" anchor="t" bIns="0" lIns="0" spcFirstLastPara="1" rIns="0" wrap="square" tIns="0">
            <a:noAutofit/>
          </a:bodyPr>
          <a:lstStyle>
            <a:lvl1pPr lvl="0" rtl="0" algn="l">
              <a:lnSpc>
                <a:spcPct val="100000"/>
              </a:lnSpc>
              <a:spcBef>
                <a:spcPts val="0"/>
              </a:spcBef>
              <a:spcAft>
                <a:spcPts val="0"/>
              </a:spcAft>
              <a:buClr>
                <a:schemeClr val="dk1"/>
              </a:buClr>
              <a:buSzPts val="1800"/>
              <a:buFont typeface="Lexend"/>
              <a:buNone/>
              <a:defRPr sz="1800">
                <a:solidFill>
                  <a:schemeClr val="dk1"/>
                </a:solidFill>
                <a:latin typeface="Lexend"/>
                <a:ea typeface="Lexend"/>
                <a:cs typeface="Lexend"/>
                <a:sym typeface="Lexend"/>
              </a:defRPr>
            </a:lvl1pPr>
            <a:lvl2pPr lvl="1" rtl="0" algn="ctr">
              <a:lnSpc>
                <a:spcPct val="100000"/>
              </a:lnSpc>
              <a:spcBef>
                <a:spcPts val="0"/>
              </a:spcBef>
              <a:spcAft>
                <a:spcPts val="0"/>
              </a:spcAft>
              <a:buSzPts val="1500"/>
              <a:buNone/>
              <a:defRPr sz="1500"/>
            </a:lvl2pPr>
            <a:lvl3pPr lvl="2" rtl="0" algn="ctr">
              <a:lnSpc>
                <a:spcPct val="100000"/>
              </a:lnSpc>
              <a:spcBef>
                <a:spcPts val="400"/>
              </a:spcBef>
              <a:spcAft>
                <a:spcPts val="0"/>
              </a:spcAft>
              <a:buSzPts val="1400"/>
              <a:buNone/>
              <a:defRPr sz="1400"/>
            </a:lvl3pPr>
            <a:lvl4pPr lvl="3" rtl="0" algn="ctr">
              <a:lnSpc>
                <a:spcPct val="100000"/>
              </a:lnSpc>
              <a:spcBef>
                <a:spcPts val="400"/>
              </a:spcBef>
              <a:spcAft>
                <a:spcPts val="0"/>
              </a:spcAft>
              <a:buSzPts val="1200"/>
              <a:buNone/>
              <a:defRPr sz="1200"/>
            </a:lvl4pPr>
            <a:lvl5pPr lvl="4" rtl="0" algn="ctr">
              <a:lnSpc>
                <a:spcPct val="100000"/>
              </a:lnSpc>
              <a:spcBef>
                <a:spcPts val="400"/>
              </a:spcBef>
              <a:spcAft>
                <a:spcPts val="0"/>
              </a:spcAft>
              <a:buSzPts val="1200"/>
              <a:buNone/>
              <a:defRPr sz="1200"/>
            </a:lvl5pPr>
            <a:lvl6pPr lvl="5" rtl="0" algn="ctr">
              <a:lnSpc>
                <a:spcPct val="90000"/>
              </a:lnSpc>
              <a:spcBef>
                <a:spcPts val="400"/>
              </a:spcBef>
              <a:spcAft>
                <a:spcPts val="0"/>
              </a:spcAft>
              <a:buSzPts val="1200"/>
              <a:buNone/>
              <a:defRPr sz="1200"/>
            </a:lvl6pPr>
            <a:lvl7pPr lvl="6" rtl="0" algn="ctr">
              <a:lnSpc>
                <a:spcPct val="90000"/>
              </a:lnSpc>
              <a:spcBef>
                <a:spcPts val="600"/>
              </a:spcBef>
              <a:spcAft>
                <a:spcPts val="0"/>
              </a:spcAft>
              <a:buSzPts val="1200"/>
              <a:buNone/>
              <a:defRPr sz="1200"/>
            </a:lvl7pPr>
            <a:lvl8pPr lvl="7" rtl="0" algn="ctr">
              <a:lnSpc>
                <a:spcPct val="90000"/>
              </a:lnSpc>
              <a:spcBef>
                <a:spcPts val="400"/>
              </a:spcBef>
              <a:spcAft>
                <a:spcPts val="0"/>
              </a:spcAft>
              <a:buSzPts val="1200"/>
              <a:buNone/>
              <a:defRPr sz="1200"/>
            </a:lvl8pPr>
            <a:lvl9pPr lvl="8" rtl="0" algn="ctr">
              <a:lnSpc>
                <a:spcPct val="90000"/>
              </a:lnSpc>
              <a:spcBef>
                <a:spcPts val="400"/>
              </a:spcBef>
              <a:spcAft>
                <a:spcPts val="200"/>
              </a:spcAft>
              <a:buSzPts val="1200"/>
              <a:buNone/>
              <a:defRPr sz="1200"/>
            </a:lvl9pPr>
          </a:lstStyle>
          <a:p/>
        </p:txBody>
      </p:sp>
      <p:pic>
        <p:nvPicPr>
          <p:cNvPr id="38" name="Google Shape;38;p5"/>
          <p:cNvPicPr preferRelativeResize="0"/>
          <p:nvPr/>
        </p:nvPicPr>
        <p:blipFill rotWithShape="1">
          <a:blip r:embed="rId3">
            <a:alphaModFix/>
          </a:blip>
          <a:srcRect b="0" l="0" r="0" t="0"/>
          <a:stretch/>
        </p:blipFill>
        <p:spPr>
          <a:xfrm>
            <a:off x="7690424" y="4098434"/>
            <a:ext cx="1052750" cy="482825"/>
          </a:xfrm>
          <a:prstGeom prst="rect">
            <a:avLst/>
          </a:prstGeom>
          <a:noFill/>
          <a:ln>
            <a:noFill/>
          </a:ln>
        </p:spPr>
      </p:pic>
      <p:sp>
        <p:nvSpPr>
          <p:cNvPr id="39" name="Google Shape;39;p5"/>
          <p:cNvSpPr txBox="1"/>
          <p:nvPr/>
        </p:nvSpPr>
        <p:spPr>
          <a:xfrm>
            <a:off x="323850" y="4321250"/>
            <a:ext cx="528300" cy="4617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lang="en-GB" sz="1800">
                <a:latin typeface="Lexend Light"/>
                <a:ea typeface="Lexend Light"/>
                <a:cs typeface="Lexend Light"/>
                <a:sym typeface="Lexend Light"/>
              </a:rPr>
              <a:t>Unit:</a:t>
            </a:r>
            <a:endParaRPr sz="1800">
              <a:latin typeface="Lexend Light"/>
              <a:ea typeface="Lexend Light"/>
              <a:cs typeface="Lexend Light"/>
              <a:sym typeface="Lexend Light"/>
            </a:endParaRPr>
          </a:p>
        </p:txBody>
      </p:sp>
      <p:grpSp>
        <p:nvGrpSpPr>
          <p:cNvPr id="40" name="Google Shape;40;p5"/>
          <p:cNvGrpSpPr/>
          <p:nvPr/>
        </p:nvGrpSpPr>
        <p:grpSpPr>
          <a:xfrm>
            <a:off x="6156975" y="0"/>
            <a:ext cx="2987025" cy="3854074"/>
            <a:chOff x="6156975" y="0"/>
            <a:chExt cx="2987025" cy="3854074"/>
          </a:xfrm>
        </p:grpSpPr>
        <p:pic>
          <p:nvPicPr>
            <p:cNvPr id="41" name="Google Shape;41;p5"/>
            <p:cNvPicPr preferRelativeResize="0"/>
            <p:nvPr/>
          </p:nvPicPr>
          <p:blipFill rotWithShape="1">
            <a:blip r:embed="rId4">
              <a:alphaModFix/>
            </a:blip>
            <a:srcRect b="0" l="0" r="0" t="0"/>
            <a:stretch/>
          </p:blipFill>
          <p:spPr>
            <a:xfrm>
              <a:off x="6156975" y="0"/>
              <a:ext cx="2987025" cy="3854074"/>
            </a:xfrm>
            <a:prstGeom prst="rect">
              <a:avLst/>
            </a:prstGeom>
            <a:noFill/>
            <a:ln>
              <a:noFill/>
            </a:ln>
          </p:spPr>
        </p:pic>
        <p:sp>
          <p:nvSpPr>
            <p:cNvPr id="42" name="Google Shape;42;p5"/>
            <p:cNvSpPr/>
            <p:nvPr/>
          </p:nvSpPr>
          <p:spPr>
            <a:xfrm>
              <a:off x="6860400" y="1205850"/>
              <a:ext cx="1959600" cy="1365900"/>
            </a:xfrm>
            <a:prstGeom prst="roundRect">
              <a:avLst>
                <a:gd fmla="val 16667" name="adj"/>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id="43" name="Google Shape;43;p5"/>
            <p:cNvPicPr preferRelativeResize="0"/>
            <p:nvPr/>
          </p:nvPicPr>
          <p:blipFill>
            <a:blip r:embed="rId5">
              <a:alphaModFix/>
            </a:blip>
            <a:stretch>
              <a:fillRect/>
            </a:stretch>
          </p:blipFill>
          <p:spPr>
            <a:xfrm rot="-378432">
              <a:off x="7001357" y="1317070"/>
              <a:ext cx="1677682" cy="1143462"/>
            </a:xfrm>
            <a:prstGeom prst="rect">
              <a:avLst/>
            </a:prstGeom>
            <a:noFill/>
            <a:ln>
              <a:noFill/>
            </a:ln>
          </p:spPr>
        </p:pic>
      </p:gr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Z.0 Title slide - Music" showMasterSp="0">
  <p:cSld name="Title Slide 2_1_1_1_1_1">
    <p:bg>
      <p:bgPr>
        <a:solidFill>
          <a:srgbClr val="BEF2BD"/>
        </a:solidFill>
      </p:bgPr>
    </p:bg>
    <p:spTree>
      <p:nvGrpSpPr>
        <p:cNvPr id="44" name="Shape 44"/>
        <p:cNvGrpSpPr/>
        <p:nvPr/>
      </p:nvGrpSpPr>
      <p:grpSpPr>
        <a:xfrm>
          <a:off x="0" y="0"/>
          <a:ext cx="0" cy="0"/>
          <a:chOff x="0" y="0"/>
          <a:chExt cx="0" cy="0"/>
        </a:xfrm>
      </p:grpSpPr>
      <p:pic>
        <p:nvPicPr>
          <p:cNvPr id="45" name="Google Shape;45;p6"/>
          <p:cNvPicPr preferRelativeResize="0"/>
          <p:nvPr/>
        </p:nvPicPr>
        <p:blipFill rotWithShape="1">
          <a:blip r:embed="rId2">
            <a:alphaModFix/>
          </a:blip>
          <a:srcRect b="0" l="0" r="0" t="0"/>
          <a:stretch/>
        </p:blipFill>
        <p:spPr>
          <a:xfrm>
            <a:off x="6156975" y="0"/>
            <a:ext cx="2987025" cy="3854074"/>
          </a:xfrm>
          <a:prstGeom prst="rect">
            <a:avLst/>
          </a:prstGeom>
          <a:noFill/>
          <a:ln>
            <a:noFill/>
          </a:ln>
        </p:spPr>
      </p:pic>
      <p:sp>
        <p:nvSpPr>
          <p:cNvPr id="46" name="Google Shape;46;p6"/>
          <p:cNvSpPr txBox="1"/>
          <p:nvPr>
            <p:ph type="ctrTitle"/>
          </p:nvPr>
        </p:nvSpPr>
        <p:spPr>
          <a:xfrm>
            <a:off x="323850" y="810000"/>
            <a:ext cx="5502000" cy="2742900"/>
          </a:xfrm>
          <a:prstGeom prst="rect">
            <a:avLst/>
          </a:prstGeom>
          <a:noFill/>
          <a:ln>
            <a:noFill/>
          </a:ln>
        </p:spPr>
        <p:txBody>
          <a:bodyPr anchorCtr="0" anchor="t" bIns="0" lIns="0" spcFirstLastPara="1" rIns="0" wrap="square" tIns="0">
            <a:noAutofit/>
          </a:bodyPr>
          <a:lstStyle>
            <a:lvl1pPr lvl="0" rtl="0" algn="l">
              <a:lnSpc>
                <a:spcPct val="100000"/>
              </a:lnSpc>
              <a:spcBef>
                <a:spcPts val="0"/>
              </a:spcBef>
              <a:spcAft>
                <a:spcPts val="0"/>
              </a:spcAft>
              <a:buClr>
                <a:schemeClr val="dk1"/>
              </a:buClr>
              <a:buSzPts val="3800"/>
              <a:buFont typeface="Lexend"/>
              <a:buNone/>
              <a:defRPr sz="3800">
                <a:solidFill>
                  <a:schemeClr val="dk1"/>
                </a:solidFill>
                <a:latin typeface="Lexend"/>
                <a:ea typeface="Lexend"/>
                <a:cs typeface="Lexend"/>
                <a:sym typeface="Lexend"/>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
        <p:nvSpPr>
          <p:cNvPr id="47" name="Google Shape;47;p6"/>
          <p:cNvSpPr txBox="1"/>
          <p:nvPr/>
        </p:nvSpPr>
        <p:spPr>
          <a:xfrm>
            <a:off x="323850" y="3781525"/>
            <a:ext cx="1860900" cy="2772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None/>
            </a:pPr>
            <a:r>
              <a:rPr b="1" lang="en-GB" sz="1800">
                <a:latin typeface="Lexend"/>
                <a:ea typeface="Lexend"/>
                <a:cs typeface="Lexend"/>
                <a:sym typeface="Lexend"/>
              </a:rPr>
              <a:t>Music</a:t>
            </a:r>
            <a:endParaRPr b="1" sz="1700">
              <a:latin typeface="Lexend"/>
              <a:ea typeface="Lexend"/>
              <a:cs typeface="Lexend"/>
              <a:sym typeface="Lexend"/>
            </a:endParaRPr>
          </a:p>
        </p:txBody>
      </p:sp>
      <p:sp>
        <p:nvSpPr>
          <p:cNvPr id="48" name="Google Shape;48;p6"/>
          <p:cNvSpPr txBox="1"/>
          <p:nvPr>
            <p:ph idx="1" type="subTitle"/>
          </p:nvPr>
        </p:nvSpPr>
        <p:spPr>
          <a:xfrm>
            <a:off x="890225" y="4327975"/>
            <a:ext cx="5787000" cy="669900"/>
          </a:xfrm>
          <a:prstGeom prst="rect">
            <a:avLst/>
          </a:prstGeom>
          <a:noFill/>
          <a:ln>
            <a:noFill/>
          </a:ln>
        </p:spPr>
        <p:txBody>
          <a:bodyPr anchorCtr="0" anchor="t" bIns="0" lIns="0" spcFirstLastPara="1" rIns="0" wrap="square" tIns="0">
            <a:noAutofit/>
          </a:bodyPr>
          <a:lstStyle>
            <a:lvl1pPr lvl="0" rtl="0" algn="l">
              <a:lnSpc>
                <a:spcPct val="100000"/>
              </a:lnSpc>
              <a:spcBef>
                <a:spcPts val="0"/>
              </a:spcBef>
              <a:spcAft>
                <a:spcPts val="0"/>
              </a:spcAft>
              <a:buClr>
                <a:schemeClr val="dk1"/>
              </a:buClr>
              <a:buSzPts val="1800"/>
              <a:buFont typeface="Lexend"/>
              <a:buNone/>
              <a:defRPr sz="1800">
                <a:solidFill>
                  <a:schemeClr val="dk1"/>
                </a:solidFill>
                <a:latin typeface="Lexend"/>
                <a:ea typeface="Lexend"/>
                <a:cs typeface="Lexend"/>
                <a:sym typeface="Lexend"/>
              </a:defRPr>
            </a:lvl1pPr>
            <a:lvl2pPr lvl="1" rtl="0" algn="ctr">
              <a:lnSpc>
                <a:spcPct val="100000"/>
              </a:lnSpc>
              <a:spcBef>
                <a:spcPts val="0"/>
              </a:spcBef>
              <a:spcAft>
                <a:spcPts val="0"/>
              </a:spcAft>
              <a:buSzPts val="1500"/>
              <a:buNone/>
              <a:defRPr sz="1500"/>
            </a:lvl2pPr>
            <a:lvl3pPr lvl="2" rtl="0" algn="ctr">
              <a:lnSpc>
                <a:spcPct val="100000"/>
              </a:lnSpc>
              <a:spcBef>
                <a:spcPts val="400"/>
              </a:spcBef>
              <a:spcAft>
                <a:spcPts val="0"/>
              </a:spcAft>
              <a:buSzPts val="1400"/>
              <a:buNone/>
              <a:defRPr sz="1400"/>
            </a:lvl3pPr>
            <a:lvl4pPr lvl="3" rtl="0" algn="ctr">
              <a:lnSpc>
                <a:spcPct val="100000"/>
              </a:lnSpc>
              <a:spcBef>
                <a:spcPts val="400"/>
              </a:spcBef>
              <a:spcAft>
                <a:spcPts val="0"/>
              </a:spcAft>
              <a:buSzPts val="1200"/>
              <a:buNone/>
              <a:defRPr sz="1200"/>
            </a:lvl4pPr>
            <a:lvl5pPr lvl="4" rtl="0" algn="ctr">
              <a:lnSpc>
                <a:spcPct val="100000"/>
              </a:lnSpc>
              <a:spcBef>
                <a:spcPts val="400"/>
              </a:spcBef>
              <a:spcAft>
                <a:spcPts val="0"/>
              </a:spcAft>
              <a:buSzPts val="1200"/>
              <a:buNone/>
              <a:defRPr sz="1200"/>
            </a:lvl5pPr>
            <a:lvl6pPr lvl="5" rtl="0" algn="ctr">
              <a:lnSpc>
                <a:spcPct val="90000"/>
              </a:lnSpc>
              <a:spcBef>
                <a:spcPts val="400"/>
              </a:spcBef>
              <a:spcAft>
                <a:spcPts val="0"/>
              </a:spcAft>
              <a:buSzPts val="1200"/>
              <a:buNone/>
              <a:defRPr sz="1200"/>
            </a:lvl6pPr>
            <a:lvl7pPr lvl="6" rtl="0" algn="ctr">
              <a:lnSpc>
                <a:spcPct val="90000"/>
              </a:lnSpc>
              <a:spcBef>
                <a:spcPts val="600"/>
              </a:spcBef>
              <a:spcAft>
                <a:spcPts val="0"/>
              </a:spcAft>
              <a:buSzPts val="1200"/>
              <a:buNone/>
              <a:defRPr sz="1200"/>
            </a:lvl7pPr>
            <a:lvl8pPr lvl="7" rtl="0" algn="ctr">
              <a:lnSpc>
                <a:spcPct val="90000"/>
              </a:lnSpc>
              <a:spcBef>
                <a:spcPts val="400"/>
              </a:spcBef>
              <a:spcAft>
                <a:spcPts val="0"/>
              </a:spcAft>
              <a:buSzPts val="1200"/>
              <a:buNone/>
              <a:defRPr sz="1200"/>
            </a:lvl8pPr>
            <a:lvl9pPr lvl="8" rtl="0" algn="ctr">
              <a:lnSpc>
                <a:spcPct val="90000"/>
              </a:lnSpc>
              <a:spcBef>
                <a:spcPts val="400"/>
              </a:spcBef>
              <a:spcAft>
                <a:spcPts val="200"/>
              </a:spcAft>
              <a:buSzPts val="1200"/>
              <a:buNone/>
              <a:defRPr sz="1200"/>
            </a:lvl9pPr>
          </a:lstStyle>
          <a:p/>
        </p:txBody>
      </p:sp>
      <p:pic>
        <p:nvPicPr>
          <p:cNvPr id="49" name="Google Shape;49;p6"/>
          <p:cNvPicPr preferRelativeResize="0"/>
          <p:nvPr/>
        </p:nvPicPr>
        <p:blipFill rotWithShape="1">
          <a:blip r:embed="rId3">
            <a:alphaModFix/>
          </a:blip>
          <a:srcRect b="0" l="0" r="0" t="0"/>
          <a:stretch/>
        </p:blipFill>
        <p:spPr>
          <a:xfrm>
            <a:off x="7690424" y="4098434"/>
            <a:ext cx="1052750" cy="482825"/>
          </a:xfrm>
          <a:prstGeom prst="rect">
            <a:avLst/>
          </a:prstGeom>
          <a:noFill/>
          <a:ln>
            <a:noFill/>
          </a:ln>
        </p:spPr>
      </p:pic>
      <p:sp>
        <p:nvSpPr>
          <p:cNvPr id="50" name="Google Shape;50;p6"/>
          <p:cNvSpPr txBox="1"/>
          <p:nvPr/>
        </p:nvSpPr>
        <p:spPr>
          <a:xfrm>
            <a:off x="323850" y="4321250"/>
            <a:ext cx="528300" cy="4617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lang="en-GB" sz="1800">
                <a:latin typeface="Lexend Light"/>
                <a:ea typeface="Lexend Light"/>
                <a:cs typeface="Lexend Light"/>
                <a:sym typeface="Lexend Light"/>
              </a:rPr>
              <a:t>Unit:</a:t>
            </a:r>
            <a:endParaRPr sz="1800">
              <a:latin typeface="Lexend Light"/>
              <a:ea typeface="Lexend Light"/>
              <a:cs typeface="Lexend Light"/>
              <a:sym typeface="Lexend Light"/>
            </a:endParaRPr>
          </a:p>
        </p:txBody>
      </p:sp>
      <p:pic>
        <p:nvPicPr>
          <p:cNvPr id="51" name="Google Shape;51;p6"/>
          <p:cNvPicPr preferRelativeResize="0"/>
          <p:nvPr/>
        </p:nvPicPr>
        <p:blipFill rotWithShape="1">
          <a:blip r:embed="rId4">
            <a:alphaModFix/>
          </a:blip>
          <a:srcRect b="0" l="6209" r="6209" t="0"/>
          <a:stretch/>
        </p:blipFill>
        <p:spPr>
          <a:xfrm>
            <a:off x="324000" y="4008600"/>
            <a:ext cx="661625" cy="128000"/>
          </a:xfrm>
          <a:prstGeom prst="rect">
            <a:avLst/>
          </a:prstGeom>
          <a:noFill/>
          <a:ln>
            <a:noFill/>
          </a:ln>
        </p:spPr>
      </p:pic>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Z.0 Title slide - Science" showMasterSp="0">
  <p:cSld name="Title Slide 2_1_1_1_1_1_1">
    <p:bg>
      <p:bgPr>
        <a:solidFill>
          <a:srgbClr val="BEF2BD"/>
        </a:solidFill>
      </p:bgPr>
    </p:bg>
    <p:spTree>
      <p:nvGrpSpPr>
        <p:cNvPr id="52" name="Shape 52"/>
        <p:cNvGrpSpPr/>
        <p:nvPr/>
      </p:nvGrpSpPr>
      <p:grpSpPr>
        <a:xfrm>
          <a:off x="0" y="0"/>
          <a:ext cx="0" cy="0"/>
          <a:chOff x="0" y="0"/>
          <a:chExt cx="0" cy="0"/>
        </a:xfrm>
      </p:grpSpPr>
      <p:sp>
        <p:nvSpPr>
          <p:cNvPr id="53" name="Google Shape;53;p7"/>
          <p:cNvSpPr txBox="1"/>
          <p:nvPr>
            <p:ph type="ctrTitle"/>
          </p:nvPr>
        </p:nvSpPr>
        <p:spPr>
          <a:xfrm>
            <a:off x="323850" y="810000"/>
            <a:ext cx="5502000" cy="2742900"/>
          </a:xfrm>
          <a:prstGeom prst="rect">
            <a:avLst/>
          </a:prstGeom>
          <a:noFill/>
          <a:ln>
            <a:noFill/>
          </a:ln>
        </p:spPr>
        <p:txBody>
          <a:bodyPr anchorCtr="0" anchor="t" bIns="0" lIns="0" spcFirstLastPara="1" rIns="0" wrap="square" tIns="0">
            <a:noAutofit/>
          </a:bodyPr>
          <a:lstStyle>
            <a:lvl1pPr lvl="0" rtl="0" algn="l">
              <a:lnSpc>
                <a:spcPct val="100000"/>
              </a:lnSpc>
              <a:spcBef>
                <a:spcPts val="0"/>
              </a:spcBef>
              <a:spcAft>
                <a:spcPts val="0"/>
              </a:spcAft>
              <a:buClr>
                <a:schemeClr val="dk1"/>
              </a:buClr>
              <a:buSzPts val="3800"/>
              <a:buFont typeface="Lexend"/>
              <a:buNone/>
              <a:defRPr sz="3800">
                <a:solidFill>
                  <a:schemeClr val="dk1"/>
                </a:solidFill>
                <a:latin typeface="Lexend"/>
                <a:ea typeface="Lexend"/>
                <a:cs typeface="Lexend"/>
                <a:sym typeface="Lexend"/>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
        <p:nvSpPr>
          <p:cNvPr id="54" name="Google Shape;54;p7"/>
          <p:cNvSpPr txBox="1"/>
          <p:nvPr/>
        </p:nvSpPr>
        <p:spPr>
          <a:xfrm>
            <a:off x="323850" y="3781525"/>
            <a:ext cx="1860900" cy="2772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None/>
            </a:pPr>
            <a:r>
              <a:rPr b="1" lang="en-GB" sz="1800">
                <a:latin typeface="Lexend"/>
                <a:ea typeface="Lexend"/>
                <a:cs typeface="Lexend"/>
                <a:sym typeface="Lexend"/>
              </a:rPr>
              <a:t>Science</a:t>
            </a:r>
            <a:endParaRPr b="1" sz="1700">
              <a:latin typeface="Lexend"/>
              <a:ea typeface="Lexend"/>
              <a:cs typeface="Lexend"/>
              <a:sym typeface="Lexend"/>
            </a:endParaRPr>
          </a:p>
        </p:txBody>
      </p:sp>
      <p:sp>
        <p:nvSpPr>
          <p:cNvPr id="55" name="Google Shape;55;p7"/>
          <p:cNvSpPr txBox="1"/>
          <p:nvPr>
            <p:ph idx="1" type="subTitle"/>
          </p:nvPr>
        </p:nvSpPr>
        <p:spPr>
          <a:xfrm>
            <a:off x="890225" y="4327975"/>
            <a:ext cx="5792700" cy="669900"/>
          </a:xfrm>
          <a:prstGeom prst="rect">
            <a:avLst/>
          </a:prstGeom>
          <a:noFill/>
          <a:ln>
            <a:noFill/>
          </a:ln>
        </p:spPr>
        <p:txBody>
          <a:bodyPr anchorCtr="0" anchor="t" bIns="0" lIns="0" spcFirstLastPara="1" rIns="0" wrap="square" tIns="0">
            <a:noAutofit/>
          </a:bodyPr>
          <a:lstStyle>
            <a:lvl1pPr lvl="0" rtl="0" algn="l">
              <a:lnSpc>
                <a:spcPct val="100000"/>
              </a:lnSpc>
              <a:spcBef>
                <a:spcPts val="0"/>
              </a:spcBef>
              <a:spcAft>
                <a:spcPts val="0"/>
              </a:spcAft>
              <a:buClr>
                <a:schemeClr val="dk1"/>
              </a:buClr>
              <a:buSzPts val="1800"/>
              <a:buFont typeface="Lexend"/>
              <a:buNone/>
              <a:defRPr sz="1800">
                <a:solidFill>
                  <a:schemeClr val="dk1"/>
                </a:solidFill>
                <a:latin typeface="Lexend"/>
                <a:ea typeface="Lexend"/>
                <a:cs typeface="Lexend"/>
                <a:sym typeface="Lexend"/>
              </a:defRPr>
            </a:lvl1pPr>
            <a:lvl2pPr lvl="1" rtl="0" algn="ctr">
              <a:lnSpc>
                <a:spcPct val="100000"/>
              </a:lnSpc>
              <a:spcBef>
                <a:spcPts val="0"/>
              </a:spcBef>
              <a:spcAft>
                <a:spcPts val="0"/>
              </a:spcAft>
              <a:buSzPts val="1500"/>
              <a:buNone/>
              <a:defRPr sz="1500"/>
            </a:lvl2pPr>
            <a:lvl3pPr lvl="2" rtl="0" algn="ctr">
              <a:lnSpc>
                <a:spcPct val="100000"/>
              </a:lnSpc>
              <a:spcBef>
                <a:spcPts val="400"/>
              </a:spcBef>
              <a:spcAft>
                <a:spcPts val="0"/>
              </a:spcAft>
              <a:buSzPts val="1400"/>
              <a:buNone/>
              <a:defRPr sz="1400"/>
            </a:lvl3pPr>
            <a:lvl4pPr lvl="3" rtl="0" algn="ctr">
              <a:lnSpc>
                <a:spcPct val="100000"/>
              </a:lnSpc>
              <a:spcBef>
                <a:spcPts val="400"/>
              </a:spcBef>
              <a:spcAft>
                <a:spcPts val="0"/>
              </a:spcAft>
              <a:buSzPts val="1200"/>
              <a:buNone/>
              <a:defRPr sz="1200"/>
            </a:lvl4pPr>
            <a:lvl5pPr lvl="4" rtl="0" algn="ctr">
              <a:lnSpc>
                <a:spcPct val="100000"/>
              </a:lnSpc>
              <a:spcBef>
                <a:spcPts val="400"/>
              </a:spcBef>
              <a:spcAft>
                <a:spcPts val="0"/>
              </a:spcAft>
              <a:buSzPts val="1200"/>
              <a:buNone/>
              <a:defRPr sz="1200"/>
            </a:lvl5pPr>
            <a:lvl6pPr lvl="5" rtl="0" algn="ctr">
              <a:lnSpc>
                <a:spcPct val="90000"/>
              </a:lnSpc>
              <a:spcBef>
                <a:spcPts val="400"/>
              </a:spcBef>
              <a:spcAft>
                <a:spcPts val="0"/>
              </a:spcAft>
              <a:buSzPts val="1200"/>
              <a:buNone/>
              <a:defRPr sz="1200"/>
            </a:lvl6pPr>
            <a:lvl7pPr lvl="6" rtl="0" algn="ctr">
              <a:lnSpc>
                <a:spcPct val="90000"/>
              </a:lnSpc>
              <a:spcBef>
                <a:spcPts val="600"/>
              </a:spcBef>
              <a:spcAft>
                <a:spcPts val="0"/>
              </a:spcAft>
              <a:buSzPts val="1200"/>
              <a:buNone/>
              <a:defRPr sz="1200"/>
            </a:lvl7pPr>
            <a:lvl8pPr lvl="7" rtl="0" algn="ctr">
              <a:lnSpc>
                <a:spcPct val="90000"/>
              </a:lnSpc>
              <a:spcBef>
                <a:spcPts val="400"/>
              </a:spcBef>
              <a:spcAft>
                <a:spcPts val="0"/>
              </a:spcAft>
              <a:buSzPts val="1200"/>
              <a:buNone/>
              <a:defRPr sz="1200"/>
            </a:lvl8pPr>
            <a:lvl9pPr lvl="8" rtl="0" algn="ctr">
              <a:lnSpc>
                <a:spcPct val="90000"/>
              </a:lnSpc>
              <a:spcBef>
                <a:spcPts val="400"/>
              </a:spcBef>
              <a:spcAft>
                <a:spcPts val="200"/>
              </a:spcAft>
              <a:buSzPts val="1200"/>
              <a:buNone/>
              <a:defRPr sz="1200"/>
            </a:lvl9pPr>
          </a:lstStyle>
          <a:p/>
        </p:txBody>
      </p:sp>
      <p:pic>
        <p:nvPicPr>
          <p:cNvPr id="56" name="Google Shape;56;p7"/>
          <p:cNvPicPr preferRelativeResize="0"/>
          <p:nvPr/>
        </p:nvPicPr>
        <p:blipFill rotWithShape="1">
          <a:blip r:embed="rId2">
            <a:alphaModFix/>
          </a:blip>
          <a:srcRect b="0" l="0" r="0" t="0"/>
          <a:stretch/>
        </p:blipFill>
        <p:spPr>
          <a:xfrm>
            <a:off x="7690424" y="4098434"/>
            <a:ext cx="1052750" cy="482825"/>
          </a:xfrm>
          <a:prstGeom prst="rect">
            <a:avLst/>
          </a:prstGeom>
          <a:noFill/>
          <a:ln>
            <a:noFill/>
          </a:ln>
        </p:spPr>
      </p:pic>
      <p:sp>
        <p:nvSpPr>
          <p:cNvPr id="57" name="Google Shape;57;p7"/>
          <p:cNvSpPr txBox="1"/>
          <p:nvPr/>
        </p:nvSpPr>
        <p:spPr>
          <a:xfrm>
            <a:off x="323850" y="4321250"/>
            <a:ext cx="528300" cy="4617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lang="en-GB" sz="1800">
                <a:latin typeface="Lexend Light"/>
                <a:ea typeface="Lexend Light"/>
                <a:cs typeface="Lexend Light"/>
                <a:sym typeface="Lexend Light"/>
              </a:rPr>
              <a:t>Unit:</a:t>
            </a:r>
            <a:endParaRPr sz="1800">
              <a:latin typeface="Lexend Light"/>
              <a:ea typeface="Lexend Light"/>
              <a:cs typeface="Lexend Light"/>
              <a:sym typeface="Lexend Light"/>
            </a:endParaRPr>
          </a:p>
        </p:txBody>
      </p:sp>
      <p:pic>
        <p:nvPicPr>
          <p:cNvPr id="58" name="Google Shape;58;p7"/>
          <p:cNvPicPr preferRelativeResize="0"/>
          <p:nvPr/>
        </p:nvPicPr>
        <p:blipFill rotWithShape="1">
          <a:blip r:embed="rId3">
            <a:alphaModFix/>
          </a:blip>
          <a:srcRect b="0" l="6209" r="6209" t="0"/>
          <a:stretch/>
        </p:blipFill>
        <p:spPr>
          <a:xfrm>
            <a:off x="324000" y="4008600"/>
            <a:ext cx="859400" cy="127996"/>
          </a:xfrm>
          <a:prstGeom prst="rect">
            <a:avLst/>
          </a:prstGeom>
          <a:noFill/>
          <a:ln>
            <a:noFill/>
          </a:ln>
        </p:spPr>
      </p:pic>
      <p:grpSp>
        <p:nvGrpSpPr>
          <p:cNvPr id="59" name="Google Shape;59;p7"/>
          <p:cNvGrpSpPr/>
          <p:nvPr/>
        </p:nvGrpSpPr>
        <p:grpSpPr>
          <a:xfrm>
            <a:off x="6156975" y="0"/>
            <a:ext cx="2987025" cy="3854074"/>
            <a:chOff x="6156975" y="0"/>
            <a:chExt cx="2987025" cy="3854074"/>
          </a:xfrm>
        </p:grpSpPr>
        <p:pic>
          <p:nvPicPr>
            <p:cNvPr id="60" name="Google Shape;60;p7"/>
            <p:cNvPicPr preferRelativeResize="0"/>
            <p:nvPr/>
          </p:nvPicPr>
          <p:blipFill rotWithShape="1">
            <a:blip r:embed="rId4">
              <a:alphaModFix/>
            </a:blip>
            <a:srcRect b="0" l="0" r="0" t="0"/>
            <a:stretch/>
          </p:blipFill>
          <p:spPr>
            <a:xfrm>
              <a:off x="6156975" y="0"/>
              <a:ext cx="2987025" cy="3854074"/>
            </a:xfrm>
            <a:prstGeom prst="rect">
              <a:avLst/>
            </a:prstGeom>
            <a:noFill/>
            <a:ln>
              <a:noFill/>
            </a:ln>
          </p:spPr>
        </p:pic>
        <p:sp>
          <p:nvSpPr>
            <p:cNvPr id="61" name="Google Shape;61;p7"/>
            <p:cNvSpPr/>
            <p:nvPr/>
          </p:nvSpPr>
          <p:spPr>
            <a:xfrm>
              <a:off x="6860400" y="869975"/>
              <a:ext cx="1959600" cy="2007000"/>
            </a:xfrm>
            <a:prstGeom prst="roundRect">
              <a:avLst>
                <a:gd fmla="val 16667" name="adj"/>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id="62" name="Google Shape;62;p7"/>
            <p:cNvPicPr preferRelativeResize="0"/>
            <p:nvPr/>
          </p:nvPicPr>
          <p:blipFill>
            <a:blip r:embed="rId5">
              <a:alphaModFix/>
            </a:blip>
            <a:stretch>
              <a:fillRect/>
            </a:stretch>
          </p:blipFill>
          <p:spPr>
            <a:xfrm rot="-311816">
              <a:off x="7083000" y="1110274"/>
              <a:ext cx="1514398" cy="1526398"/>
            </a:xfrm>
            <a:prstGeom prst="rect">
              <a:avLst/>
            </a:prstGeom>
            <a:noFill/>
            <a:ln>
              <a:noFill/>
            </a:ln>
          </p:spPr>
        </p:pic>
      </p:gr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Z.0 Title slide - Biology" showMasterSp="0">
  <p:cSld name="Title Slide 2_1_1_1_1_1_1_1">
    <p:bg>
      <p:bgPr>
        <a:solidFill>
          <a:srgbClr val="BEF2BD"/>
        </a:solidFill>
      </p:bgPr>
    </p:bg>
    <p:spTree>
      <p:nvGrpSpPr>
        <p:cNvPr id="63" name="Shape 63"/>
        <p:cNvGrpSpPr/>
        <p:nvPr/>
      </p:nvGrpSpPr>
      <p:grpSpPr>
        <a:xfrm>
          <a:off x="0" y="0"/>
          <a:ext cx="0" cy="0"/>
          <a:chOff x="0" y="0"/>
          <a:chExt cx="0" cy="0"/>
        </a:xfrm>
      </p:grpSpPr>
      <p:pic>
        <p:nvPicPr>
          <p:cNvPr id="64" name="Google Shape;64;p8"/>
          <p:cNvPicPr preferRelativeResize="0"/>
          <p:nvPr/>
        </p:nvPicPr>
        <p:blipFill rotWithShape="1">
          <a:blip r:embed="rId2">
            <a:alphaModFix/>
          </a:blip>
          <a:srcRect b="0" l="6209" r="6209" t="0"/>
          <a:stretch/>
        </p:blipFill>
        <p:spPr>
          <a:xfrm>
            <a:off x="324000" y="4008600"/>
            <a:ext cx="859400" cy="127996"/>
          </a:xfrm>
          <a:prstGeom prst="rect">
            <a:avLst/>
          </a:prstGeom>
          <a:noFill/>
          <a:ln>
            <a:noFill/>
          </a:ln>
        </p:spPr>
      </p:pic>
      <p:pic>
        <p:nvPicPr>
          <p:cNvPr id="65" name="Google Shape;65;p8"/>
          <p:cNvPicPr preferRelativeResize="0"/>
          <p:nvPr/>
        </p:nvPicPr>
        <p:blipFill rotWithShape="1">
          <a:blip r:embed="rId3">
            <a:alphaModFix/>
          </a:blip>
          <a:srcRect b="0" l="0" r="0" t="0"/>
          <a:stretch/>
        </p:blipFill>
        <p:spPr>
          <a:xfrm>
            <a:off x="6156975" y="0"/>
            <a:ext cx="2987025" cy="3854074"/>
          </a:xfrm>
          <a:prstGeom prst="rect">
            <a:avLst/>
          </a:prstGeom>
          <a:noFill/>
          <a:ln>
            <a:noFill/>
          </a:ln>
        </p:spPr>
      </p:pic>
      <p:sp>
        <p:nvSpPr>
          <p:cNvPr id="66" name="Google Shape;66;p8"/>
          <p:cNvSpPr txBox="1"/>
          <p:nvPr>
            <p:ph type="ctrTitle"/>
          </p:nvPr>
        </p:nvSpPr>
        <p:spPr>
          <a:xfrm>
            <a:off x="323850" y="810000"/>
            <a:ext cx="5502000" cy="2742900"/>
          </a:xfrm>
          <a:prstGeom prst="rect">
            <a:avLst/>
          </a:prstGeom>
          <a:noFill/>
          <a:ln>
            <a:noFill/>
          </a:ln>
        </p:spPr>
        <p:txBody>
          <a:bodyPr anchorCtr="0" anchor="t" bIns="0" lIns="0" spcFirstLastPara="1" rIns="0" wrap="square" tIns="0">
            <a:noAutofit/>
          </a:bodyPr>
          <a:lstStyle>
            <a:lvl1pPr lvl="0" rtl="0" algn="l">
              <a:lnSpc>
                <a:spcPct val="100000"/>
              </a:lnSpc>
              <a:spcBef>
                <a:spcPts val="0"/>
              </a:spcBef>
              <a:spcAft>
                <a:spcPts val="0"/>
              </a:spcAft>
              <a:buClr>
                <a:schemeClr val="dk1"/>
              </a:buClr>
              <a:buSzPts val="3800"/>
              <a:buFont typeface="Lexend"/>
              <a:buNone/>
              <a:defRPr sz="3800">
                <a:solidFill>
                  <a:schemeClr val="dk1"/>
                </a:solidFill>
                <a:latin typeface="Lexend"/>
                <a:ea typeface="Lexend"/>
                <a:cs typeface="Lexend"/>
                <a:sym typeface="Lexend"/>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
        <p:nvSpPr>
          <p:cNvPr id="67" name="Google Shape;67;p8"/>
          <p:cNvSpPr txBox="1"/>
          <p:nvPr/>
        </p:nvSpPr>
        <p:spPr>
          <a:xfrm>
            <a:off x="323850" y="3781525"/>
            <a:ext cx="1860900" cy="2772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None/>
            </a:pPr>
            <a:r>
              <a:rPr b="1" lang="en-GB" sz="1800">
                <a:latin typeface="Lexend"/>
                <a:ea typeface="Lexend"/>
                <a:cs typeface="Lexend"/>
                <a:sym typeface="Lexend"/>
              </a:rPr>
              <a:t>Biology</a:t>
            </a:r>
            <a:endParaRPr b="1" sz="1700">
              <a:latin typeface="Lexend"/>
              <a:ea typeface="Lexend"/>
              <a:cs typeface="Lexend"/>
              <a:sym typeface="Lexend"/>
            </a:endParaRPr>
          </a:p>
        </p:txBody>
      </p:sp>
      <p:sp>
        <p:nvSpPr>
          <p:cNvPr id="68" name="Google Shape;68;p8"/>
          <p:cNvSpPr txBox="1"/>
          <p:nvPr>
            <p:ph idx="1" type="subTitle"/>
          </p:nvPr>
        </p:nvSpPr>
        <p:spPr>
          <a:xfrm>
            <a:off x="890225" y="4327975"/>
            <a:ext cx="5775600" cy="669900"/>
          </a:xfrm>
          <a:prstGeom prst="rect">
            <a:avLst/>
          </a:prstGeom>
          <a:noFill/>
          <a:ln>
            <a:noFill/>
          </a:ln>
        </p:spPr>
        <p:txBody>
          <a:bodyPr anchorCtr="0" anchor="t" bIns="0" lIns="0" spcFirstLastPara="1" rIns="0" wrap="square" tIns="0">
            <a:noAutofit/>
          </a:bodyPr>
          <a:lstStyle>
            <a:lvl1pPr lvl="0" rtl="0" algn="l">
              <a:lnSpc>
                <a:spcPct val="100000"/>
              </a:lnSpc>
              <a:spcBef>
                <a:spcPts val="0"/>
              </a:spcBef>
              <a:spcAft>
                <a:spcPts val="0"/>
              </a:spcAft>
              <a:buClr>
                <a:schemeClr val="dk1"/>
              </a:buClr>
              <a:buSzPts val="1800"/>
              <a:buFont typeface="Lexend"/>
              <a:buNone/>
              <a:defRPr sz="1800">
                <a:solidFill>
                  <a:schemeClr val="dk1"/>
                </a:solidFill>
                <a:latin typeface="Lexend"/>
                <a:ea typeface="Lexend"/>
                <a:cs typeface="Lexend"/>
                <a:sym typeface="Lexend"/>
              </a:defRPr>
            </a:lvl1pPr>
            <a:lvl2pPr lvl="1" rtl="0" algn="ctr">
              <a:lnSpc>
                <a:spcPct val="100000"/>
              </a:lnSpc>
              <a:spcBef>
                <a:spcPts val="0"/>
              </a:spcBef>
              <a:spcAft>
                <a:spcPts val="0"/>
              </a:spcAft>
              <a:buSzPts val="1500"/>
              <a:buNone/>
              <a:defRPr sz="1500"/>
            </a:lvl2pPr>
            <a:lvl3pPr lvl="2" rtl="0" algn="ctr">
              <a:lnSpc>
                <a:spcPct val="100000"/>
              </a:lnSpc>
              <a:spcBef>
                <a:spcPts val="400"/>
              </a:spcBef>
              <a:spcAft>
                <a:spcPts val="0"/>
              </a:spcAft>
              <a:buSzPts val="1400"/>
              <a:buNone/>
              <a:defRPr sz="1400"/>
            </a:lvl3pPr>
            <a:lvl4pPr lvl="3" rtl="0" algn="ctr">
              <a:lnSpc>
                <a:spcPct val="100000"/>
              </a:lnSpc>
              <a:spcBef>
                <a:spcPts val="400"/>
              </a:spcBef>
              <a:spcAft>
                <a:spcPts val="0"/>
              </a:spcAft>
              <a:buSzPts val="1200"/>
              <a:buNone/>
              <a:defRPr sz="1200"/>
            </a:lvl4pPr>
            <a:lvl5pPr lvl="4" rtl="0" algn="ctr">
              <a:lnSpc>
                <a:spcPct val="100000"/>
              </a:lnSpc>
              <a:spcBef>
                <a:spcPts val="400"/>
              </a:spcBef>
              <a:spcAft>
                <a:spcPts val="0"/>
              </a:spcAft>
              <a:buSzPts val="1200"/>
              <a:buNone/>
              <a:defRPr sz="1200"/>
            </a:lvl5pPr>
            <a:lvl6pPr lvl="5" rtl="0" algn="ctr">
              <a:lnSpc>
                <a:spcPct val="90000"/>
              </a:lnSpc>
              <a:spcBef>
                <a:spcPts val="400"/>
              </a:spcBef>
              <a:spcAft>
                <a:spcPts val="0"/>
              </a:spcAft>
              <a:buSzPts val="1200"/>
              <a:buNone/>
              <a:defRPr sz="1200"/>
            </a:lvl6pPr>
            <a:lvl7pPr lvl="6" rtl="0" algn="ctr">
              <a:lnSpc>
                <a:spcPct val="90000"/>
              </a:lnSpc>
              <a:spcBef>
                <a:spcPts val="600"/>
              </a:spcBef>
              <a:spcAft>
                <a:spcPts val="0"/>
              </a:spcAft>
              <a:buSzPts val="1200"/>
              <a:buNone/>
              <a:defRPr sz="1200"/>
            </a:lvl7pPr>
            <a:lvl8pPr lvl="7" rtl="0" algn="ctr">
              <a:lnSpc>
                <a:spcPct val="90000"/>
              </a:lnSpc>
              <a:spcBef>
                <a:spcPts val="400"/>
              </a:spcBef>
              <a:spcAft>
                <a:spcPts val="0"/>
              </a:spcAft>
              <a:buSzPts val="1200"/>
              <a:buNone/>
              <a:defRPr sz="1200"/>
            </a:lvl8pPr>
            <a:lvl9pPr lvl="8" rtl="0" algn="ctr">
              <a:lnSpc>
                <a:spcPct val="90000"/>
              </a:lnSpc>
              <a:spcBef>
                <a:spcPts val="400"/>
              </a:spcBef>
              <a:spcAft>
                <a:spcPts val="200"/>
              </a:spcAft>
              <a:buSzPts val="1200"/>
              <a:buNone/>
              <a:defRPr sz="1200"/>
            </a:lvl9pPr>
          </a:lstStyle>
          <a:p/>
        </p:txBody>
      </p:sp>
      <p:pic>
        <p:nvPicPr>
          <p:cNvPr id="69" name="Google Shape;69;p8"/>
          <p:cNvPicPr preferRelativeResize="0"/>
          <p:nvPr/>
        </p:nvPicPr>
        <p:blipFill rotWithShape="1">
          <a:blip r:embed="rId4">
            <a:alphaModFix/>
          </a:blip>
          <a:srcRect b="0" l="0" r="0" t="0"/>
          <a:stretch/>
        </p:blipFill>
        <p:spPr>
          <a:xfrm>
            <a:off x="7690424" y="4098434"/>
            <a:ext cx="1052750" cy="482825"/>
          </a:xfrm>
          <a:prstGeom prst="rect">
            <a:avLst/>
          </a:prstGeom>
          <a:noFill/>
          <a:ln>
            <a:noFill/>
          </a:ln>
        </p:spPr>
      </p:pic>
      <p:sp>
        <p:nvSpPr>
          <p:cNvPr id="70" name="Google Shape;70;p8"/>
          <p:cNvSpPr txBox="1"/>
          <p:nvPr/>
        </p:nvSpPr>
        <p:spPr>
          <a:xfrm>
            <a:off x="323850" y="4321250"/>
            <a:ext cx="528300" cy="4617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lang="en-GB" sz="1800">
                <a:latin typeface="Lexend Light"/>
                <a:ea typeface="Lexend Light"/>
                <a:cs typeface="Lexend Light"/>
                <a:sym typeface="Lexend Light"/>
              </a:rPr>
              <a:t>Unit:</a:t>
            </a:r>
            <a:endParaRPr sz="1800">
              <a:latin typeface="Lexend Light"/>
              <a:ea typeface="Lexend Light"/>
              <a:cs typeface="Lexend Light"/>
              <a:sym typeface="Lexend Light"/>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Z.0 Title slide - Physics" showMasterSp="0">
  <p:cSld name="Title Slide 2_1_1_1_1_1_1_1_1">
    <p:bg>
      <p:bgPr>
        <a:solidFill>
          <a:srgbClr val="BEF2BD"/>
        </a:solidFill>
      </p:bgPr>
    </p:bg>
    <p:spTree>
      <p:nvGrpSpPr>
        <p:cNvPr id="71" name="Shape 71"/>
        <p:cNvGrpSpPr/>
        <p:nvPr/>
      </p:nvGrpSpPr>
      <p:grpSpPr>
        <a:xfrm>
          <a:off x="0" y="0"/>
          <a:ext cx="0" cy="0"/>
          <a:chOff x="0" y="0"/>
          <a:chExt cx="0" cy="0"/>
        </a:xfrm>
      </p:grpSpPr>
      <p:pic>
        <p:nvPicPr>
          <p:cNvPr id="72" name="Google Shape;72;p9"/>
          <p:cNvPicPr preferRelativeResize="0"/>
          <p:nvPr/>
        </p:nvPicPr>
        <p:blipFill rotWithShape="1">
          <a:blip r:embed="rId2">
            <a:alphaModFix/>
          </a:blip>
          <a:srcRect b="0" l="6209" r="6209" t="0"/>
          <a:stretch/>
        </p:blipFill>
        <p:spPr>
          <a:xfrm>
            <a:off x="324000" y="4008600"/>
            <a:ext cx="859400" cy="127996"/>
          </a:xfrm>
          <a:prstGeom prst="rect">
            <a:avLst/>
          </a:prstGeom>
          <a:noFill/>
          <a:ln>
            <a:noFill/>
          </a:ln>
        </p:spPr>
      </p:pic>
      <p:sp>
        <p:nvSpPr>
          <p:cNvPr id="73" name="Google Shape;73;p9"/>
          <p:cNvSpPr txBox="1"/>
          <p:nvPr>
            <p:ph type="ctrTitle"/>
          </p:nvPr>
        </p:nvSpPr>
        <p:spPr>
          <a:xfrm>
            <a:off x="323850" y="810000"/>
            <a:ext cx="5502000" cy="2742900"/>
          </a:xfrm>
          <a:prstGeom prst="rect">
            <a:avLst/>
          </a:prstGeom>
          <a:noFill/>
          <a:ln>
            <a:noFill/>
          </a:ln>
        </p:spPr>
        <p:txBody>
          <a:bodyPr anchorCtr="0" anchor="t" bIns="0" lIns="0" spcFirstLastPara="1" rIns="0" wrap="square" tIns="0">
            <a:noAutofit/>
          </a:bodyPr>
          <a:lstStyle>
            <a:lvl1pPr lvl="0" rtl="0" algn="l">
              <a:lnSpc>
                <a:spcPct val="100000"/>
              </a:lnSpc>
              <a:spcBef>
                <a:spcPts val="0"/>
              </a:spcBef>
              <a:spcAft>
                <a:spcPts val="0"/>
              </a:spcAft>
              <a:buClr>
                <a:schemeClr val="dk1"/>
              </a:buClr>
              <a:buSzPts val="3800"/>
              <a:buFont typeface="Lexend"/>
              <a:buNone/>
              <a:defRPr sz="3800">
                <a:solidFill>
                  <a:schemeClr val="dk1"/>
                </a:solidFill>
                <a:latin typeface="Lexend"/>
                <a:ea typeface="Lexend"/>
                <a:cs typeface="Lexend"/>
                <a:sym typeface="Lexend"/>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
        <p:nvSpPr>
          <p:cNvPr id="74" name="Google Shape;74;p9"/>
          <p:cNvSpPr txBox="1"/>
          <p:nvPr/>
        </p:nvSpPr>
        <p:spPr>
          <a:xfrm>
            <a:off x="323850" y="3781525"/>
            <a:ext cx="1860900" cy="2772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None/>
            </a:pPr>
            <a:r>
              <a:rPr b="1" lang="en-GB" sz="1800">
                <a:latin typeface="Lexend"/>
                <a:ea typeface="Lexend"/>
                <a:cs typeface="Lexend"/>
                <a:sym typeface="Lexend"/>
              </a:rPr>
              <a:t>Physics</a:t>
            </a:r>
            <a:endParaRPr b="1" sz="1700">
              <a:latin typeface="Lexend"/>
              <a:ea typeface="Lexend"/>
              <a:cs typeface="Lexend"/>
              <a:sym typeface="Lexend"/>
            </a:endParaRPr>
          </a:p>
        </p:txBody>
      </p:sp>
      <p:sp>
        <p:nvSpPr>
          <p:cNvPr id="75" name="Google Shape;75;p9"/>
          <p:cNvSpPr txBox="1"/>
          <p:nvPr>
            <p:ph idx="1" type="subTitle"/>
          </p:nvPr>
        </p:nvSpPr>
        <p:spPr>
          <a:xfrm>
            <a:off x="890225" y="4327975"/>
            <a:ext cx="5758500" cy="669900"/>
          </a:xfrm>
          <a:prstGeom prst="rect">
            <a:avLst/>
          </a:prstGeom>
          <a:noFill/>
          <a:ln>
            <a:noFill/>
          </a:ln>
        </p:spPr>
        <p:txBody>
          <a:bodyPr anchorCtr="0" anchor="t" bIns="0" lIns="0" spcFirstLastPara="1" rIns="0" wrap="square" tIns="0">
            <a:noAutofit/>
          </a:bodyPr>
          <a:lstStyle>
            <a:lvl1pPr lvl="0" rtl="0" algn="l">
              <a:lnSpc>
                <a:spcPct val="100000"/>
              </a:lnSpc>
              <a:spcBef>
                <a:spcPts val="0"/>
              </a:spcBef>
              <a:spcAft>
                <a:spcPts val="0"/>
              </a:spcAft>
              <a:buClr>
                <a:schemeClr val="dk1"/>
              </a:buClr>
              <a:buSzPts val="1800"/>
              <a:buFont typeface="Lexend"/>
              <a:buNone/>
              <a:defRPr sz="1800">
                <a:solidFill>
                  <a:schemeClr val="dk1"/>
                </a:solidFill>
                <a:latin typeface="Lexend"/>
                <a:ea typeface="Lexend"/>
                <a:cs typeface="Lexend"/>
                <a:sym typeface="Lexend"/>
              </a:defRPr>
            </a:lvl1pPr>
            <a:lvl2pPr lvl="1" rtl="0" algn="ctr">
              <a:lnSpc>
                <a:spcPct val="100000"/>
              </a:lnSpc>
              <a:spcBef>
                <a:spcPts val="0"/>
              </a:spcBef>
              <a:spcAft>
                <a:spcPts val="0"/>
              </a:spcAft>
              <a:buSzPts val="1500"/>
              <a:buNone/>
              <a:defRPr sz="1500"/>
            </a:lvl2pPr>
            <a:lvl3pPr lvl="2" rtl="0" algn="ctr">
              <a:lnSpc>
                <a:spcPct val="100000"/>
              </a:lnSpc>
              <a:spcBef>
                <a:spcPts val="400"/>
              </a:spcBef>
              <a:spcAft>
                <a:spcPts val="0"/>
              </a:spcAft>
              <a:buSzPts val="1400"/>
              <a:buNone/>
              <a:defRPr sz="1400"/>
            </a:lvl3pPr>
            <a:lvl4pPr lvl="3" rtl="0" algn="ctr">
              <a:lnSpc>
                <a:spcPct val="100000"/>
              </a:lnSpc>
              <a:spcBef>
                <a:spcPts val="400"/>
              </a:spcBef>
              <a:spcAft>
                <a:spcPts val="0"/>
              </a:spcAft>
              <a:buSzPts val="1200"/>
              <a:buNone/>
              <a:defRPr sz="1200"/>
            </a:lvl4pPr>
            <a:lvl5pPr lvl="4" rtl="0" algn="ctr">
              <a:lnSpc>
                <a:spcPct val="100000"/>
              </a:lnSpc>
              <a:spcBef>
                <a:spcPts val="400"/>
              </a:spcBef>
              <a:spcAft>
                <a:spcPts val="0"/>
              </a:spcAft>
              <a:buSzPts val="1200"/>
              <a:buNone/>
              <a:defRPr sz="1200"/>
            </a:lvl5pPr>
            <a:lvl6pPr lvl="5" rtl="0" algn="ctr">
              <a:lnSpc>
                <a:spcPct val="90000"/>
              </a:lnSpc>
              <a:spcBef>
                <a:spcPts val="400"/>
              </a:spcBef>
              <a:spcAft>
                <a:spcPts val="0"/>
              </a:spcAft>
              <a:buSzPts val="1200"/>
              <a:buNone/>
              <a:defRPr sz="1200"/>
            </a:lvl6pPr>
            <a:lvl7pPr lvl="6" rtl="0" algn="ctr">
              <a:lnSpc>
                <a:spcPct val="90000"/>
              </a:lnSpc>
              <a:spcBef>
                <a:spcPts val="600"/>
              </a:spcBef>
              <a:spcAft>
                <a:spcPts val="0"/>
              </a:spcAft>
              <a:buSzPts val="1200"/>
              <a:buNone/>
              <a:defRPr sz="1200"/>
            </a:lvl7pPr>
            <a:lvl8pPr lvl="7" rtl="0" algn="ctr">
              <a:lnSpc>
                <a:spcPct val="90000"/>
              </a:lnSpc>
              <a:spcBef>
                <a:spcPts val="400"/>
              </a:spcBef>
              <a:spcAft>
                <a:spcPts val="0"/>
              </a:spcAft>
              <a:buSzPts val="1200"/>
              <a:buNone/>
              <a:defRPr sz="1200"/>
            </a:lvl8pPr>
            <a:lvl9pPr lvl="8" rtl="0" algn="ctr">
              <a:lnSpc>
                <a:spcPct val="90000"/>
              </a:lnSpc>
              <a:spcBef>
                <a:spcPts val="400"/>
              </a:spcBef>
              <a:spcAft>
                <a:spcPts val="200"/>
              </a:spcAft>
              <a:buSzPts val="1200"/>
              <a:buNone/>
              <a:defRPr sz="1200"/>
            </a:lvl9pPr>
          </a:lstStyle>
          <a:p/>
        </p:txBody>
      </p:sp>
      <p:pic>
        <p:nvPicPr>
          <p:cNvPr id="76" name="Google Shape;76;p9"/>
          <p:cNvPicPr preferRelativeResize="0"/>
          <p:nvPr/>
        </p:nvPicPr>
        <p:blipFill rotWithShape="1">
          <a:blip r:embed="rId3">
            <a:alphaModFix/>
          </a:blip>
          <a:srcRect b="0" l="0" r="0" t="0"/>
          <a:stretch/>
        </p:blipFill>
        <p:spPr>
          <a:xfrm>
            <a:off x="7690424" y="4098434"/>
            <a:ext cx="1052750" cy="482825"/>
          </a:xfrm>
          <a:prstGeom prst="rect">
            <a:avLst/>
          </a:prstGeom>
          <a:noFill/>
          <a:ln>
            <a:noFill/>
          </a:ln>
        </p:spPr>
      </p:pic>
      <p:sp>
        <p:nvSpPr>
          <p:cNvPr id="77" name="Google Shape;77;p9"/>
          <p:cNvSpPr txBox="1"/>
          <p:nvPr/>
        </p:nvSpPr>
        <p:spPr>
          <a:xfrm>
            <a:off x="323850" y="4321250"/>
            <a:ext cx="528300" cy="4617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lang="en-GB" sz="1800">
                <a:latin typeface="Lexend Light"/>
                <a:ea typeface="Lexend Light"/>
                <a:cs typeface="Lexend Light"/>
                <a:sym typeface="Lexend Light"/>
              </a:rPr>
              <a:t>Unit:</a:t>
            </a:r>
            <a:endParaRPr sz="1800">
              <a:latin typeface="Lexend Light"/>
              <a:ea typeface="Lexend Light"/>
              <a:cs typeface="Lexend Light"/>
              <a:sym typeface="Lexend Light"/>
            </a:endParaRPr>
          </a:p>
        </p:txBody>
      </p:sp>
      <p:grpSp>
        <p:nvGrpSpPr>
          <p:cNvPr id="78" name="Google Shape;78;p9"/>
          <p:cNvGrpSpPr/>
          <p:nvPr/>
        </p:nvGrpSpPr>
        <p:grpSpPr>
          <a:xfrm>
            <a:off x="6156975" y="0"/>
            <a:ext cx="2987025" cy="3854074"/>
            <a:chOff x="6156975" y="0"/>
            <a:chExt cx="2987025" cy="3854074"/>
          </a:xfrm>
        </p:grpSpPr>
        <p:pic>
          <p:nvPicPr>
            <p:cNvPr id="79" name="Google Shape;79;p9"/>
            <p:cNvPicPr preferRelativeResize="0"/>
            <p:nvPr/>
          </p:nvPicPr>
          <p:blipFill rotWithShape="1">
            <a:blip r:embed="rId4">
              <a:alphaModFix/>
            </a:blip>
            <a:srcRect b="0" l="0" r="0" t="0"/>
            <a:stretch/>
          </p:blipFill>
          <p:spPr>
            <a:xfrm>
              <a:off x="6156975" y="0"/>
              <a:ext cx="2987025" cy="3854074"/>
            </a:xfrm>
            <a:prstGeom prst="rect">
              <a:avLst/>
            </a:prstGeom>
            <a:noFill/>
            <a:ln>
              <a:noFill/>
            </a:ln>
          </p:spPr>
        </p:pic>
        <p:sp>
          <p:nvSpPr>
            <p:cNvPr id="80" name="Google Shape;80;p9"/>
            <p:cNvSpPr/>
            <p:nvPr/>
          </p:nvSpPr>
          <p:spPr>
            <a:xfrm>
              <a:off x="6898050" y="839288"/>
              <a:ext cx="1959600" cy="2354700"/>
            </a:xfrm>
            <a:prstGeom prst="roundRect">
              <a:avLst>
                <a:gd fmla="val 16667" name="adj"/>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id="81" name="Google Shape;81;p9"/>
            <p:cNvPicPr preferRelativeResize="0"/>
            <p:nvPr/>
          </p:nvPicPr>
          <p:blipFill>
            <a:blip r:embed="rId5">
              <a:alphaModFix/>
            </a:blip>
            <a:stretch>
              <a:fillRect/>
            </a:stretch>
          </p:blipFill>
          <p:spPr>
            <a:xfrm rot="-384492">
              <a:off x="7235674" y="1037850"/>
              <a:ext cx="1204851" cy="1957577"/>
            </a:xfrm>
            <a:prstGeom prst="rect">
              <a:avLst/>
            </a:prstGeom>
            <a:noFill/>
            <a:ln>
              <a:noFill/>
            </a:ln>
          </p:spPr>
        </p:pic>
      </p:gr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Z.0 Title slide - Chemistry" showMasterSp="0">
  <p:cSld name="Title Slide 2_1_1_1_1_1_1_1_1_1">
    <p:bg>
      <p:bgPr>
        <a:solidFill>
          <a:srgbClr val="BEF2BD"/>
        </a:solidFill>
      </p:bgPr>
    </p:bg>
    <p:spTree>
      <p:nvGrpSpPr>
        <p:cNvPr id="82" name="Shape 82"/>
        <p:cNvGrpSpPr/>
        <p:nvPr/>
      </p:nvGrpSpPr>
      <p:grpSpPr>
        <a:xfrm>
          <a:off x="0" y="0"/>
          <a:ext cx="0" cy="0"/>
          <a:chOff x="0" y="0"/>
          <a:chExt cx="0" cy="0"/>
        </a:xfrm>
      </p:grpSpPr>
      <p:pic>
        <p:nvPicPr>
          <p:cNvPr id="83" name="Google Shape;83;p10"/>
          <p:cNvPicPr preferRelativeResize="0"/>
          <p:nvPr/>
        </p:nvPicPr>
        <p:blipFill rotWithShape="1">
          <a:blip r:embed="rId2">
            <a:alphaModFix/>
          </a:blip>
          <a:srcRect b="0" l="6209" r="6209" t="0"/>
          <a:stretch/>
        </p:blipFill>
        <p:spPr>
          <a:xfrm>
            <a:off x="324000" y="4008600"/>
            <a:ext cx="1117400" cy="128000"/>
          </a:xfrm>
          <a:prstGeom prst="rect">
            <a:avLst/>
          </a:prstGeom>
          <a:noFill/>
          <a:ln>
            <a:noFill/>
          </a:ln>
        </p:spPr>
      </p:pic>
      <p:pic>
        <p:nvPicPr>
          <p:cNvPr id="84" name="Google Shape;84;p10"/>
          <p:cNvPicPr preferRelativeResize="0"/>
          <p:nvPr/>
        </p:nvPicPr>
        <p:blipFill rotWithShape="1">
          <a:blip r:embed="rId3">
            <a:alphaModFix/>
          </a:blip>
          <a:srcRect b="0" l="0" r="0" t="0"/>
          <a:stretch/>
        </p:blipFill>
        <p:spPr>
          <a:xfrm>
            <a:off x="6156975" y="0"/>
            <a:ext cx="2987025" cy="3854074"/>
          </a:xfrm>
          <a:prstGeom prst="rect">
            <a:avLst/>
          </a:prstGeom>
          <a:noFill/>
          <a:ln>
            <a:noFill/>
          </a:ln>
        </p:spPr>
      </p:pic>
      <p:sp>
        <p:nvSpPr>
          <p:cNvPr id="85" name="Google Shape;85;p10"/>
          <p:cNvSpPr txBox="1"/>
          <p:nvPr>
            <p:ph type="ctrTitle"/>
          </p:nvPr>
        </p:nvSpPr>
        <p:spPr>
          <a:xfrm>
            <a:off x="323850" y="810000"/>
            <a:ext cx="5502000" cy="2742900"/>
          </a:xfrm>
          <a:prstGeom prst="rect">
            <a:avLst/>
          </a:prstGeom>
          <a:noFill/>
          <a:ln>
            <a:noFill/>
          </a:ln>
        </p:spPr>
        <p:txBody>
          <a:bodyPr anchorCtr="0" anchor="t" bIns="0" lIns="0" spcFirstLastPara="1" rIns="0" wrap="square" tIns="0">
            <a:noAutofit/>
          </a:bodyPr>
          <a:lstStyle>
            <a:lvl1pPr lvl="0" rtl="0" algn="l">
              <a:lnSpc>
                <a:spcPct val="100000"/>
              </a:lnSpc>
              <a:spcBef>
                <a:spcPts val="0"/>
              </a:spcBef>
              <a:spcAft>
                <a:spcPts val="0"/>
              </a:spcAft>
              <a:buClr>
                <a:schemeClr val="dk1"/>
              </a:buClr>
              <a:buSzPts val="3800"/>
              <a:buFont typeface="Lexend"/>
              <a:buNone/>
              <a:defRPr sz="3800">
                <a:solidFill>
                  <a:schemeClr val="dk1"/>
                </a:solidFill>
                <a:latin typeface="Lexend"/>
                <a:ea typeface="Lexend"/>
                <a:cs typeface="Lexend"/>
                <a:sym typeface="Lexend"/>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
        <p:nvSpPr>
          <p:cNvPr id="86" name="Google Shape;86;p10"/>
          <p:cNvSpPr txBox="1"/>
          <p:nvPr/>
        </p:nvSpPr>
        <p:spPr>
          <a:xfrm>
            <a:off x="323850" y="3781525"/>
            <a:ext cx="1860900" cy="2772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None/>
            </a:pPr>
            <a:r>
              <a:rPr b="1" lang="en-GB" sz="1800">
                <a:latin typeface="Lexend"/>
                <a:ea typeface="Lexend"/>
                <a:cs typeface="Lexend"/>
                <a:sym typeface="Lexend"/>
              </a:rPr>
              <a:t>Chemistry</a:t>
            </a:r>
            <a:endParaRPr b="1" sz="1700">
              <a:latin typeface="Lexend"/>
              <a:ea typeface="Lexend"/>
              <a:cs typeface="Lexend"/>
              <a:sym typeface="Lexend"/>
            </a:endParaRPr>
          </a:p>
        </p:txBody>
      </p:sp>
      <p:sp>
        <p:nvSpPr>
          <p:cNvPr id="87" name="Google Shape;87;p10"/>
          <p:cNvSpPr txBox="1"/>
          <p:nvPr>
            <p:ph idx="1" type="subTitle"/>
          </p:nvPr>
        </p:nvSpPr>
        <p:spPr>
          <a:xfrm>
            <a:off x="890225" y="4327975"/>
            <a:ext cx="5855100" cy="669900"/>
          </a:xfrm>
          <a:prstGeom prst="rect">
            <a:avLst/>
          </a:prstGeom>
          <a:noFill/>
          <a:ln>
            <a:noFill/>
          </a:ln>
        </p:spPr>
        <p:txBody>
          <a:bodyPr anchorCtr="0" anchor="t" bIns="0" lIns="0" spcFirstLastPara="1" rIns="0" wrap="square" tIns="0">
            <a:noAutofit/>
          </a:bodyPr>
          <a:lstStyle>
            <a:lvl1pPr lvl="0" rtl="0" algn="l">
              <a:lnSpc>
                <a:spcPct val="100000"/>
              </a:lnSpc>
              <a:spcBef>
                <a:spcPts val="0"/>
              </a:spcBef>
              <a:spcAft>
                <a:spcPts val="0"/>
              </a:spcAft>
              <a:buClr>
                <a:schemeClr val="dk1"/>
              </a:buClr>
              <a:buSzPts val="1800"/>
              <a:buFont typeface="Lexend"/>
              <a:buNone/>
              <a:defRPr sz="1800">
                <a:solidFill>
                  <a:schemeClr val="dk1"/>
                </a:solidFill>
                <a:latin typeface="Lexend"/>
                <a:ea typeface="Lexend"/>
                <a:cs typeface="Lexend"/>
                <a:sym typeface="Lexend"/>
              </a:defRPr>
            </a:lvl1pPr>
            <a:lvl2pPr lvl="1" rtl="0" algn="ctr">
              <a:lnSpc>
                <a:spcPct val="100000"/>
              </a:lnSpc>
              <a:spcBef>
                <a:spcPts val="0"/>
              </a:spcBef>
              <a:spcAft>
                <a:spcPts val="0"/>
              </a:spcAft>
              <a:buSzPts val="1500"/>
              <a:buNone/>
              <a:defRPr sz="1500"/>
            </a:lvl2pPr>
            <a:lvl3pPr lvl="2" rtl="0" algn="ctr">
              <a:lnSpc>
                <a:spcPct val="100000"/>
              </a:lnSpc>
              <a:spcBef>
                <a:spcPts val="400"/>
              </a:spcBef>
              <a:spcAft>
                <a:spcPts val="0"/>
              </a:spcAft>
              <a:buSzPts val="1400"/>
              <a:buNone/>
              <a:defRPr sz="1400"/>
            </a:lvl3pPr>
            <a:lvl4pPr lvl="3" rtl="0" algn="ctr">
              <a:lnSpc>
                <a:spcPct val="100000"/>
              </a:lnSpc>
              <a:spcBef>
                <a:spcPts val="400"/>
              </a:spcBef>
              <a:spcAft>
                <a:spcPts val="0"/>
              </a:spcAft>
              <a:buSzPts val="1200"/>
              <a:buNone/>
              <a:defRPr sz="1200"/>
            </a:lvl4pPr>
            <a:lvl5pPr lvl="4" rtl="0" algn="ctr">
              <a:lnSpc>
                <a:spcPct val="100000"/>
              </a:lnSpc>
              <a:spcBef>
                <a:spcPts val="400"/>
              </a:spcBef>
              <a:spcAft>
                <a:spcPts val="0"/>
              </a:spcAft>
              <a:buSzPts val="1200"/>
              <a:buNone/>
              <a:defRPr sz="1200"/>
            </a:lvl5pPr>
            <a:lvl6pPr lvl="5" rtl="0" algn="ctr">
              <a:lnSpc>
                <a:spcPct val="90000"/>
              </a:lnSpc>
              <a:spcBef>
                <a:spcPts val="400"/>
              </a:spcBef>
              <a:spcAft>
                <a:spcPts val="0"/>
              </a:spcAft>
              <a:buSzPts val="1200"/>
              <a:buNone/>
              <a:defRPr sz="1200"/>
            </a:lvl6pPr>
            <a:lvl7pPr lvl="6" rtl="0" algn="ctr">
              <a:lnSpc>
                <a:spcPct val="90000"/>
              </a:lnSpc>
              <a:spcBef>
                <a:spcPts val="600"/>
              </a:spcBef>
              <a:spcAft>
                <a:spcPts val="0"/>
              </a:spcAft>
              <a:buSzPts val="1200"/>
              <a:buNone/>
              <a:defRPr sz="1200"/>
            </a:lvl7pPr>
            <a:lvl8pPr lvl="7" rtl="0" algn="ctr">
              <a:lnSpc>
                <a:spcPct val="90000"/>
              </a:lnSpc>
              <a:spcBef>
                <a:spcPts val="400"/>
              </a:spcBef>
              <a:spcAft>
                <a:spcPts val="0"/>
              </a:spcAft>
              <a:buSzPts val="1200"/>
              <a:buNone/>
              <a:defRPr sz="1200"/>
            </a:lvl8pPr>
            <a:lvl9pPr lvl="8" rtl="0" algn="ctr">
              <a:lnSpc>
                <a:spcPct val="90000"/>
              </a:lnSpc>
              <a:spcBef>
                <a:spcPts val="400"/>
              </a:spcBef>
              <a:spcAft>
                <a:spcPts val="200"/>
              </a:spcAft>
              <a:buSzPts val="1200"/>
              <a:buNone/>
              <a:defRPr sz="1200"/>
            </a:lvl9pPr>
          </a:lstStyle>
          <a:p/>
        </p:txBody>
      </p:sp>
      <p:pic>
        <p:nvPicPr>
          <p:cNvPr id="88" name="Google Shape;88;p10"/>
          <p:cNvPicPr preferRelativeResize="0"/>
          <p:nvPr/>
        </p:nvPicPr>
        <p:blipFill rotWithShape="1">
          <a:blip r:embed="rId4">
            <a:alphaModFix/>
          </a:blip>
          <a:srcRect b="0" l="0" r="0" t="0"/>
          <a:stretch/>
        </p:blipFill>
        <p:spPr>
          <a:xfrm>
            <a:off x="7690424" y="4098434"/>
            <a:ext cx="1052750" cy="482825"/>
          </a:xfrm>
          <a:prstGeom prst="rect">
            <a:avLst/>
          </a:prstGeom>
          <a:noFill/>
          <a:ln>
            <a:noFill/>
          </a:ln>
        </p:spPr>
      </p:pic>
      <p:sp>
        <p:nvSpPr>
          <p:cNvPr id="89" name="Google Shape;89;p10"/>
          <p:cNvSpPr txBox="1"/>
          <p:nvPr/>
        </p:nvSpPr>
        <p:spPr>
          <a:xfrm>
            <a:off x="323850" y="4321250"/>
            <a:ext cx="528300" cy="4617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lang="en-GB" sz="1800">
                <a:latin typeface="Lexend Light"/>
                <a:ea typeface="Lexend Light"/>
                <a:cs typeface="Lexend Light"/>
                <a:sym typeface="Lexend Light"/>
              </a:rPr>
              <a:t>Unit:</a:t>
            </a:r>
            <a:endParaRPr sz="1800">
              <a:latin typeface="Lexend Light"/>
              <a:ea typeface="Lexend Light"/>
              <a:cs typeface="Lexend Light"/>
              <a:sym typeface="Lexend Light"/>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Z.1 Outcome">
  <p:cSld name="CUSTOM_5">
    <p:bg>
      <p:bgPr>
        <a:solidFill>
          <a:srgbClr val="BEF2BD"/>
        </a:solidFill>
      </p:bgPr>
    </p:bg>
    <p:spTree>
      <p:nvGrpSpPr>
        <p:cNvPr id="90" name="Shape 90"/>
        <p:cNvGrpSpPr/>
        <p:nvPr/>
      </p:nvGrpSpPr>
      <p:grpSpPr>
        <a:xfrm>
          <a:off x="0" y="0"/>
          <a:ext cx="0" cy="0"/>
          <a:chOff x="0" y="0"/>
          <a:chExt cx="0" cy="0"/>
        </a:xfrm>
      </p:grpSpPr>
      <p:pic>
        <p:nvPicPr>
          <p:cNvPr id="91" name="Google Shape;91;p11"/>
          <p:cNvPicPr preferRelativeResize="0"/>
          <p:nvPr/>
        </p:nvPicPr>
        <p:blipFill>
          <a:blip r:embed="rId2">
            <a:alphaModFix/>
          </a:blip>
          <a:stretch>
            <a:fillRect/>
          </a:stretch>
        </p:blipFill>
        <p:spPr>
          <a:xfrm>
            <a:off x="343225" y="1388370"/>
            <a:ext cx="7945600" cy="2919776"/>
          </a:xfrm>
          <a:prstGeom prst="rect">
            <a:avLst/>
          </a:prstGeom>
          <a:noFill/>
          <a:ln>
            <a:noFill/>
          </a:ln>
        </p:spPr>
      </p:pic>
      <p:sp>
        <p:nvSpPr>
          <p:cNvPr id="92" name="Google Shape;92;p11"/>
          <p:cNvSpPr txBox="1"/>
          <p:nvPr/>
        </p:nvSpPr>
        <p:spPr>
          <a:xfrm>
            <a:off x="325207" y="454765"/>
            <a:ext cx="4575600" cy="4311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None/>
            </a:pPr>
            <a:r>
              <a:rPr b="1" lang="en-GB" sz="2800">
                <a:latin typeface="Lexend"/>
                <a:ea typeface="Lexend"/>
                <a:cs typeface="Lexend"/>
                <a:sym typeface="Lexend"/>
              </a:rPr>
              <a:t>Outcome</a:t>
            </a:r>
            <a:endParaRPr b="1" sz="2800">
              <a:latin typeface="Lexend"/>
              <a:ea typeface="Lexend"/>
              <a:cs typeface="Lexend"/>
              <a:sym typeface="Lexend"/>
            </a:endParaRPr>
          </a:p>
        </p:txBody>
      </p:sp>
      <p:sp>
        <p:nvSpPr>
          <p:cNvPr id="93" name="Google Shape;93;p11"/>
          <p:cNvSpPr txBox="1"/>
          <p:nvPr>
            <p:ph idx="1" type="subTitle"/>
          </p:nvPr>
        </p:nvSpPr>
        <p:spPr>
          <a:xfrm>
            <a:off x="585575" y="1463950"/>
            <a:ext cx="7351200" cy="2762700"/>
          </a:xfrm>
          <a:prstGeom prst="rect">
            <a:avLst/>
          </a:prstGeom>
        </p:spPr>
        <p:txBody>
          <a:bodyPr anchorCtr="0" anchor="ctr" bIns="0" lIns="0" spcFirstLastPara="1" rIns="0" wrap="square" tIns="0">
            <a:noAutofit/>
          </a:bodyPr>
          <a:lstStyle>
            <a:lvl1pPr lvl="0">
              <a:lnSpc>
                <a:spcPct val="115000"/>
              </a:lnSpc>
              <a:spcBef>
                <a:spcPts val="0"/>
              </a:spcBef>
              <a:spcAft>
                <a:spcPts val="0"/>
              </a:spcAft>
              <a:buSzPts val="2000"/>
              <a:buNone/>
              <a:defRPr sz="2000"/>
            </a:lvl1pPr>
            <a:lvl2pPr lvl="1">
              <a:spcBef>
                <a:spcPts val="1000"/>
              </a:spcBef>
              <a:spcAft>
                <a:spcPts val="0"/>
              </a:spcAft>
              <a:buSzPts val="2100"/>
              <a:buNone/>
              <a:defRPr/>
            </a:lvl2pPr>
            <a:lvl3pPr lvl="2">
              <a:spcBef>
                <a:spcPts val="1000"/>
              </a:spcBef>
              <a:spcAft>
                <a:spcPts val="0"/>
              </a:spcAft>
              <a:buSzPts val="2000"/>
              <a:buNone/>
              <a:defRPr/>
            </a:lvl3pPr>
            <a:lvl4pPr lvl="3">
              <a:spcBef>
                <a:spcPts val="800"/>
              </a:spcBef>
              <a:spcAft>
                <a:spcPts val="0"/>
              </a:spcAft>
              <a:buSzPts val="1900"/>
              <a:buNone/>
              <a:defRPr/>
            </a:lvl4pPr>
            <a:lvl5pPr lvl="4">
              <a:spcBef>
                <a:spcPts val="800"/>
              </a:spcBef>
              <a:spcAft>
                <a:spcPts val="0"/>
              </a:spcAft>
              <a:buSzPts val="1800"/>
              <a:buNone/>
              <a:defRPr/>
            </a:lvl5pPr>
            <a:lvl6pPr lvl="5">
              <a:spcBef>
                <a:spcPts val="600"/>
              </a:spcBef>
              <a:spcAft>
                <a:spcPts val="0"/>
              </a:spcAft>
              <a:buSzPts val="1800"/>
              <a:buNone/>
              <a:defRPr/>
            </a:lvl6pPr>
            <a:lvl7pPr lvl="6">
              <a:spcBef>
                <a:spcPts val="600"/>
              </a:spcBef>
              <a:spcAft>
                <a:spcPts val="0"/>
              </a:spcAft>
              <a:buSzPts val="1800"/>
              <a:buNone/>
              <a:defRPr/>
            </a:lvl7pPr>
            <a:lvl8pPr lvl="7">
              <a:spcBef>
                <a:spcPts val="400"/>
              </a:spcBef>
              <a:spcAft>
                <a:spcPts val="0"/>
              </a:spcAft>
              <a:buSzPts val="1800"/>
              <a:buNone/>
              <a:defRPr/>
            </a:lvl8pPr>
            <a:lvl9pPr lvl="8">
              <a:spcBef>
                <a:spcPts val="400"/>
              </a:spcBef>
              <a:spcAft>
                <a:spcPts val="200"/>
              </a:spcAft>
              <a:buSzPts val="1800"/>
              <a:buNone/>
              <a:defRPr/>
            </a:lvl9pPr>
          </a:lstStyle>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Z.2 Hidden guidance slide">
  <p:cSld name="CUSTOM_1">
    <p:spTree>
      <p:nvGrpSpPr>
        <p:cNvPr id="94" name="Shape 94"/>
        <p:cNvGrpSpPr/>
        <p:nvPr/>
      </p:nvGrpSpPr>
      <p:grpSpPr>
        <a:xfrm>
          <a:off x="0" y="0"/>
          <a:ext cx="0" cy="0"/>
          <a:chOff x="0" y="0"/>
          <a:chExt cx="0" cy="0"/>
        </a:xfrm>
      </p:grpSpPr>
      <p:sp>
        <p:nvSpPr>
          <p:cNvPr id="95" name="Google Shape;95;p12"/>
          <p:cNvSpPr txBox="1"/>
          <p:nvPr/>
        </p:nvSpPr>
        <p:spPr>
          <a:xfrm>
            <a:off x="329775" y="953475"/>
            <a:ext cx="4241400" cy="646500"/>
          </a:xfrm>
          <a:prstGeom prst="rect">
            <a:avLst/>
          </a:prstGeom>
          <a:noFill/>
          <a:ln>
            <a:noFill/>
          </a:ln>
        </p:spPr>
        <p:txBody>
          <a:bodyPr anchorCtr="0" anchor="t" bIns="91425" lIns="91425" spcFirstLastPara="1" rIns="91425" wrap="square" tIns="91425">
            <a:spAutoFit/>
          </a:bodyPr>
          <a:lstStyle/>
          <a:p>
            <a:pPr indent="0" lvl="0" marL="0" rtl="0" algn="l">
              <a:lnSpc>
                <a:spcPct val="150000"/>
              </a:lnSpc>
              <a:spcBef>
                <a:spcPts val="0"/>
              </a:spcBef>
              <a:spcAft>
                <a:spcPts val="1000"/>
              </a:spcAft>
              <a:buNone/>
            </a:pPr>
            <a:r>
              <a:rPr lang="en-GB" sz="1200">
                <a:latin typeface="Lexend"/>
                <a:ea typeface="Lexend"/>
                <a:cs typeface="Lexend"/>
                <a:sym typeface="Lexend"/>
              </a:rPr>
              <a:t>Oak’s lessons are structured around </a:t>
            </a:r>
            <a:r>
              <a:rPr b="1" lang="en-GB" sz="1200">
                <a:latin typeface="Lexend"/>
                <a:ea typeface="Lexend"/>
                <a:cs typeface="Lexend"/>
                <a:sym typeface="Lexend"/>
              </a:rPr>
              <a:t>learning cycles</a:t>
            </a:r>
            <a:r>
              <a:rPr i="1" lang="en-GB" sz="1200">
                <a:latin typeface="Lexend"/>
                <a:ea typeface="Lexend"/>
                <a:cs typeface="Lexend"/>
                <a:sym typeface="Lexend"/>
              </a:rPr>
              <a:t>.</a:t>
            </a:r>
            <a:r>
              <a:rPr lang="en-GB" sz="1200">
                <a:latin typeface="Lexend"/>
                <a:ea typeface="Lexend"/>
                <a:cs typeface="Lexend"/>
                <a:sym typeface="Lexend"/>
              </a:rPr>
              <a:t> These are indicated through colour in the slide deck:</a:t>
            </a:r>
            <a:endParaRPr sz="1200">
              <a:latin typeface="Lexend"/>
              <a:ea typeface="Lexend"/>
              <a:cs typeface="Lexend"/>
              <a:sym typeface="Lexend"/>
            </a:endParaRPr>
          </a:p>
        </p:txBody>
      </p:sp>
      <p:sp>
        <p:nvSpPr>
          <p:cNvPr id="96" name="Google Shape;96;p12"/>
          <p:cNvSpPr txBox="1"/>
          <p:nvPr/>
        </p:nvSpPr>
        <p:spPr>
          <a:xfrm>
            <a:off x="329775" y="629475"/>
            <a:ext cx="4241400" cy="4311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GB" sz="1600">
                <a:latin typeface="Lexend"/>
                <a:ea typeface="Lexend"/>
                <a:cs typeface="Lexend"/>
                <a:sym typeface="Lexend"/>
              </a:rPr>
              <a:t>Oak’s lesson structure</a:t>
            </a:r>
            <a:endParaRPr b="1" sz="1600">
              <a:latin typeface="Lexend"/>
              <a:ea typeface="Lexend"/>
              <a:cs typeface="Lexend"/>
              <a:sym typeface="Lexend"/>
            </a:endParaRPr>
          </a:p>
        </p:txBody>
      </p:sp>
      <p:sp>
        <p:nvSpPr>
          <p:cNvPr id="97" name="Google Shape;97;p12"/>
          <p:cNvSpPr txBox="1"/>
          <p:nvPr/>
        </p:nvSpPr>
        <p:spPr>
          <a:xfrm>
            <a:off x="4901925" y="629475"/>
            <a:ext cx="4012800" cy="4311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GB" sz="1600">
                <a:latin typeface="Lexend"/>
                <a:ea typeface="Lexend"/>
                <a:cs typeface="Lexend"/>
                <a:sym typeface="Lexend"/>
              </a:rPr>
              <a:t>Useful links</a:t>
            </a:r>
            <a:endParaRPr b="1" sz="1600">
              <a:latin typeface="Lexend"/>
              <a:ea typeface="Lexend"/>
              <a:cs typeface="Lexend"/>
              <a:sym typeface="Lexend"/>
            </a:endParaRPr>
          </a:p>
        </p:txBody>
      </p:sp>
      <p:sp>
        <p:nvSpPr>
          <p:cNvPr id="98" name="Google Shape;98;p12"/>
          <p:cNvSpPr txBox="1"/>
          <p:nvPr/>
        </p:nvSpPr>
        <p:spPr>
          <a:xfrm>
            <a:off x="329775" y="3205950"/>
            <a:ext cx="4207200" cy="369300"/>
          </a:xfrm>
          <a:prstGeom prst="rect">
            <a:avLst/>
          </a:prstGeom>
          <a:noFill/>
          <a:ln>
            <a:noFill/>
          </a:ln>
        </p:spPr>
        <p:txBody>
          <a:bodyPr anchorCtr="0" anchor="t" bIns="91425" lIns="91425" spcFirstLastPara="1" rIns="91425" wrap="square" tIns="91425">
            <a:spAutoFit/>
          </a:bodyPr>
          <a:lstStyle/>
          <a:p>
            <a:pPr indent="0" lvl="0" marL="0" rtl="0" algn="l">
              <a:lnSpc>
                <a:spcPct val="150000"/>
              </a:lnSpc>
              <a:spcBef>
                <a:spcPts val="0"/>
              </a:spcBef>
              <a:spcAft>
                <a:spcPts val="1000"/>
              </a:spcAft>
              <a:buNone/>
            </a:pPr>
            <a:r>
              <a:rPr lang="en-GB" sz="1200">
                <a:latin typeface="Lexend"/>
                <a:ea typeface="Lexend"/>
                <a:cs typeface="Lexend"/>
                <a:sym typeface="Lexend"/>
              </a:rPr>
              <a:t>Each</a:t>
            </a:r>
            <a:r>
              <a:rPr b="1" lang="en-GB" sz="1200">
                <a:latin typeface="Lexend"/>
                <a:ea typeface="Lexend"/>
                <a:cs typeface="Lexend"/>
                <a:sym typeface="Lexend"/>
              </a:rPr>
              <a:t> learning cycle</a:t>
            </a:r>
            <a:r>
              <a:rPr lang="en-GB" sz="1200">
                <a:latin typeface="Lexend"/>
                <a:ea typeface="Lexend"/>
                <a:cs typeface="Lexend"/>
                <a:sym typeface="Lexend"/>
              </a:rPr>
              <a:t> covers several phases:</a:t>
            </a:r>
            <a:endParaRPr sz="1200">
              <a:latin typeface="Lexend"/>
              <a:ea typeface="Lexend"/>
              <a:cs typeface="Lexend"/>
              <a:sym typeface="Lexend"/>
            </a:endParaRPr>
          </a:p>
        </p:txBody>
      </p:sp>
      <p:grpSp>
        <p:nvGrpSpPr>
          <p:cNvPr id="99" name="Google Shape;99;p12"/>
          <p:cNvGrpSpPr/>
          <p:nvPr/>
        </p:nvGrpSpPr>
        <p:grpSpPr>
          <a:xfrm>
            <a:off x="2650916" y="1644417"/>
            <a:ext cx="1745270" cy="1430724"/>
            <a:chOff x="2642961" y="1644312"/>
            <a:chExt cx="1454634" cy="1195657"/>
          </a:xfrm>
        </p:grpSpPr>
        <p:pic>
          <p:nvPicPr>
            <p:cNvPr id="100" name="Google Shape;100;p12"/>
            <p:cNvPicPr preferRelativeResize="0"/>
            <p:nvPr/>
          </p:nvPicPr>
          <p:blipFill>
            <a:blip r:embed="rId2">
              <a:alphaModFix/>
            </a:blip>
            <a:stretch>
              <a:fillRect/>
            </a:stretch>
          </p:blipFill>
          <p:spPr>
            <a:xfrm>
              <a:off x="2642975" y="1644312"/>
              <a:ext cx="1454621" cy="287396"/>
            </a:xfrm>
            <a:prstGeom prst="rect">
              <a:avLst/>
            </a:prstGeom>
            <a:noFill/>
            <a:ln>
              <a:noFill/>
            </a:ln>
            <a:effectLst>
              <a:outerShdw blurRad="57150" rotWithShape="0" algn="bl" dir="5400000" dist="19050">
                <a:srgbClr val="000000">
                  <a:alpha val="50000"/>
                </a:srgbClr>
              </a:outerShdw>
            </a:effectLst>
          </p:spPr>
        </p:pic>
        <p:pic>
          <p:nvPicPr>
            <p:cNvPr id="101" name="Google Shape;101;p12"/>
            <p:cNvPicPr preferRelativeResize="0"/>
            <p:nvPr/>
          </p:nvPicPr>
          <p:blipFill>
            <a:blip r:embed="rId3">
              <a:alphaModFix/>
            </a:blip>
            <a:stretch>
              <a:fillRect/>
            </a:stretch>
          </p:blipFill>
          <p:spPr>
            <a:xfrm>
              <a:off x="2642975" y="1936215"/>
              <a:ext cx="1454618" cy="287940"/>
            </a:xfrm>
            <a:prstGeom prst="rect">
              <a:avLst/>
            </a:prstGeom>
            <a:noFill/>
            <a:ln>
              <a:noFill/>
            </a:ln>
            <a:effectLst>
              <a:outerShdw blurRad="57150" rotWithShape="0" algn="bl" dir="5400000" dist="19050">
                <a:srgbClr val="000000">
                  <a:alpha val="50000"/>
                </a:srgbClr>
              </a:outerShdw>
            </a:effectLst>
          </p:spPr>
        </p:pic>
        <p:pic>
          <p:nvPicPr>
            <p:cNvPr id="102" name="Google Shape;102;p12"/>
            <p:cNvPicPr preferRelativeResize="0"/>
            <p:nvPr/>
          </p:nvPicPr>
          <p:blipFill>
            <a:blip r:embed="rId4">
              <a:alphaModFix/>
            </a:blip>
            <a:stretch>
              <a:fillRect/>
            </a:stretch>
          </p:blipFill>
          <p:spPr>
            <a:xfrm>
              <a:off x="2642965" y="2251391"/>
              <a:ext cx="1454621" cy="284581"/>
            </a:xfrm>
            <a:prstGeom prst="rect">
              <a:avLst/>
            </a:prstGeom>
            <a:noFill/>
            <a:ln>
              <a:noFill/>
            </a:ln>
            <a:effectLst>
              <a:outerShdw blurRad="57150" rotWithShape="0" algn="bl" dir="5400000" dist="19050">
                <a:srgbClr val="000000">
                  <a:alpha val="50000"/>
                </a:srgbClr>
              </a:outerShdw>
            </a:effectLst>
          </p:spPr>
        </p:pic>
        <p:pic>
          <p:nvPicPr>
            <p:cNvPr id="103" name="Google Shape;103;p12"/>
            <p:cNvPicPr preferRelativeResize="0"/>
            <p:nvPr/>
          </p:nvPicPr>
          <p:blipFill>
            <a:blip r:embed="rId5">
              <a:alphaModFix/>
            </a:blip>
            <a:stretch>
              <a:fillRect/>
            </a:stretch>
          </p:blipFill>
          <p:spPr>
            <a:xfrm>
              <a:off x="2642961" y="2563206"/>
              <a:ext cx="1454620" cy="276764"/>
            </a:xfrm>
            <a:prstGeom prst="rect">
              <a:avLst/>
            </a:prstGeom>
            <a:noFill/>
            <a:ln>
              <a:noFill/>
            </a:ln>
            <a:effectLst>
              <a:outerShdw blurRad="57150" rotWithShape="0" algn="bl" dir="5400000" dist="19050">
                <a:srgbClr val="000000">
                  <a:alpha val="50000"/>
                </a:srgbClr>
              </a:outerShdw>
            </a:effectLst>
          </p:spPr>
        </p:pic>
      </p:grpSp>
      <p:pic>
        <p:nvPicPr>
          <p:cNvPr id="104" name="Google Shape;104;p12"/>
          <p:cNvPicPr preferRelativeResize="0"/>
          <p:nvPr/>
        </p:nvPicPr>
        <p:blipFill rotWithShape="1">
          <a:blip r:embed="rId6">
            <a:alphaModFix/>
          </a:blip>
          <a:srcRect b="5222" l="3910" r="0" t="0"/>
          <a:stretch/>
        </p:blipFill>
        <p:spPr>
          <a:xfrm>
            <a:off x="1328513" y="3569750"/>
            <a:ext cx="2057336" cy="1195675"/>
          </a:xfrm>
          <a:prstGeom prst="rect">
            <a:avLst/>
          </a:prstGeom>
          <a:noFill/>
          <a:ln>
            <a:noFill/>
          </a:ln>
        </p:spPr>
      </p:pic>
      <p:pic>
        <p:nvPicPr>
          <p:cNvPr id="105" name="Google Shape;105;p12"/>
          <p:cNvPicPr preferRelativeResize="0"/>
          <p:nvPr/>
        </p:nvPicPr>
        <p:blipFill>
          <a:blip r:embed="rId7">
            <a:alphaModFix/>
          </a:blip>
          <a:stretch>
            <a:fillRect/>
          </a:stretch>
        </p:blipFill>
        <p:spPr>
          <a:xfrm>
            <a:off x="398750" y="1778088"/>
            <a:ext cx="2057324" cy="1163398"/>
          </a:xfrm>
          <a:prstGeom prst="rect">
            <a:avLst/>
          </a:prstGeom>
          <a:noFill/>
          <a:ln>
            <a:noFill/>
          </a:ln>
          <a:effectLst>
            <a:outerShdw blurRad="57150" rotWithShape="0" algn="bl" dir="5400000" dist="19050">
              <a:srgbClr val="000000">
                <a:alpha val="50000"/>
              </a:srgbClr>
            </a:outerShdw>
          </a:effectLst>
        </p:spPr>
      </p:pic>
      <p:sp>
        <p:nvSpPr>
          <p:cNvPr id="106" name="Google Shape;106;p12"/>
          <p:cNvSpPr/>
          <p:nvPr/>
        </p:nvSpPr>
        <p:spPr>
          <a:xfrm>
            <a:off x="324000" y="114450"/>
            <a:ext cx="6671700" cy="364800"/>
          </a:xfrm>
          <a:prstGeom prst="rect">
            <a:avLst/>
          </a:prstGeom>
          <a:noFill/>
          <a:ln>
            <a:noFill/>
          </a:ln>
        </p:spPr>
        <p:txBody>
          <a:bodyPr anchorCtr="0" anchor="t" bIns="0" lIns="0" spcFirstLastPara="1" rIns="0" wrap="square" tIns="0">
            <a:noAutofit/>
          </a:bodyPr>
          <a:lstStyle/>
          <a:p>
            <a:pPr indent="0" lvl="0" marL="0" marR="0" rtl="0" algn="l">
              <a:lnSpc>
                <a:spcPct val="115000"/>
              </a:lnSpc>
              <a:spcBef>
                <a:spcPts val="0"/>
              </a:spcBef>
              <a:spcAft>
                <a:spcPts val="0"/>
              </a:spcAft>
              <a:buNone/>
            </a:pPr>
            <a:r>
              <a:rPr b="1" lang="en-GB" sz="2000">
                <a:solidFill>
                  <a:srgbClr val="282828"/>
                </a:solidFill>
                <a:latin typeface="Lexend"/>
                <a:ea typeface="Lexend"/>
                <a:cs typeface="Lexend"/>
                <a:sym typeface="Lexend"/>
              </a:rPr>
              <a:t>Teacher Guidance</a:t>
            </a:r>
            <a:endParaRPr b="0" i="0" sz="2000" u="none" cap="none" strike="noStrike">
              <a:solidFill>
                <a:srgbClr val="282828"/>
              </a:solidFill>
              <a:latin typeface="Calibri"/>
              <a:ea typeface="Calibri"/>
              <a:cs typeface="Calibri"/>
              <a:sym typeface="Calibri"/>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9.0 Keywords (3)">
  <p:cSld name="CUSTOM_3_1">
    <p:spTree>
      <p:nvGrpSpPr>
        <p:cNvPr id="107" name="Shape 107"/>
        <p:cNvGrpSpPr/>
        <p:nvPr/>
      </p:nvGrpSpPr>
      <p:grpSpPr>
        <a:xfrm>
          <a:off x="0" y="0"/>
          <a:ext cx="0" cy="0"/>
          <a:chOff x="0" y="0"/>
          <a:chExt cx="0" cy="0"/>
        </a:xfrm>
      </p:grpSpPr>
      <p:sp>
        <p:nvSpPr>
          <p:cNvPr id="108" name="Google Shape;108;p13"/>
          <p:cNvSpPr/>
          <p:nvPr/>
        </p:nvSpPr>
        <p:spPr>
          <a:xfrm>
            <a:off x="0" y="1"/>
            <a:ext cx="9144300" cy="540300"/>
          </a:xfrm>
          <a:prstGeom prst="rect">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id="109" name="Google Shape;109;p13"/>
          <p:cNvPicPr preferRelativeResize="0"/>
          <p:nvPr/>
        </p:nvPicPr>
        <p:blipFill rotWithShape="1">
          <a:blip r:embed="rId2">
            <a:alphaModFix/>
          </a:blip>
          <a:srcRect b="1709" l="0" r="0" t="1699"/>
          <a:stretch/>
        </p:blipFill>
        <p:spPr>
          <a:xfrm>
            <a:off x="0" y="532525"/>
            <a:ext cx="9151202" cy="116709"/>
          </a:xfrm>
          <a:prstGeom prst="rect">
            <a:avLst/>
          </a:prstGeom>
          <a:noFill/>
          <a:ln>
            <a:noFill/>
          </a:ln>
        </p:spPr>
      </p:pic>
      <p:sp>
        <p:nvSpPr>
          <p:cNvPr id="110" name="Google Shape;110;p13"/>
          <p:cNvSpPr/>
          <p:nvPr/>
        </p:nvSpPr>
        <p:spPr>
          <a:xfrm>
            <a:off x="324000" y="114450"/>
            <a:ext cx="6671700" cy="364800"/>
          </a:xfrm>
          <a:prstGeom prst="rect">
            <a:avLst/>
          </a:prstGeom>
          <a:noFill/>
          <a:ln>
            <a:noFill/>
          </a:ln>
        </p:spPr>
        <p:txBody>
          <a:bodyPr anchorCtr="0" anchor="t" bIns="0" lIns="0" spcFirstLastPara="1" rIns="0" wrap="square" tIns="0">
            <a:noAutofit/>
          </a:bodyPr>
          <a:lstStyle/>
          <a:p>
            <a:pPr indent="0" lvl="0" marL="0" marR="0" rtl="0" algn="l">
              <a:lnSpc>
                <a:spcPct val="115000"/>
              </a:lnSpc>
              <a:spcBef>
                <a:spcPts val="0"/>
              </a:spcBef>
              <a:spcAft>
                <a:spcPts val="0"/>
              </a:spcAft>
              <a:buNone/>
            </a:pPr>
            <a:r>
              <a:rPr b="1" i="0" lang="en-GB" sz="2000" u="none" cap="none" strike="noStrike">
                <a:solidFill>
                  <a:srgbClr val="282828"/>
                </a:solidFill>
                <a:latin typeface="Lexend"/>
                <a:ea typeface="Lexend"/>
                <a:cs typeface="Lexend"/>
                <a:sym typeface="Lexend"/>
              </a:rPr>
              <a:t>Keywords</a:t>
            </a:r>
            <a:endParaRPr b="0" i="0" sz="2000" u="none" cap="none" strike="noStrike">
              <a:solidFill>
                <a:srgbClr val="282828"/>
              </a:solidFill>
              <a:latin typeface="Calibri"/>
              <a:ea typeface="Calibri"/>
              <a:cs typeface="Calibri"/>
              <a:sym typeface="Calibri"/>
            </a:endParaRPr>
          </a:p>
        </p:txBody>
      </p:sp>
      <p:sp>
        <p:nvSpPr>
          <p:cNvPr id="111" name="Google Shape;111;p13"/>
          <p:cNvSpPr txBox="1"/>
          <p:nvPr>
            <p:ph idx="1" type="subTitle"/>
          </p:nvPr>
        </p:nvSpPr>
        <p:spPr>
          <a:xfrm>
            <a:off x="324000" y="810000"/>
            <a:ext cx="2203500" cy="487200"/>
          </a:xfrm>
          <a:prstGeom prst="rect">
            <a:avLst/>
          </a:prstGeom>
        </p:spPr>
        <p:txBody>
          <a:bodyPr anchorCtr="0" anchor="t" bIns="0" lIns="0" spcFirstLastPara="1" rIns="0" wrap="square" tIns="0">
            <a:noAutofit/>
          </a:bodyPr>
          <a:lstStyle>
            <a:lvl1pPr lvl="0" rtl="0">
              <a:lnSpc>
                <a:spcPct val="115000"/>
              </a:lnSpc>
              <a:spcBef>
                <a:spcPts val="0"/>
              </a:spcBef>
              <a:spcAft>
                <a:spcPts val="0"/>
              </a:spcAft>
              <a:buClr>
                <a:srgbClr val="282828"/>
              </a:buClr>
              <a:buSzPts val="2000"/>
              <a:buFont typeface="Lexend"/>
              <a:buNone/>
              <a:defRPr b="1" sz="2000">
                <a:solidFill>
                  <a:srgbClr val="282828"/>
                </a:solidFill>
                <a:latin typeface="Lexend"/>
                <a:ea typeface="Lexend"/>
                <a:cs typeface="Lexend"/>
                <a:sym typeface="Lexend"/>
              </a:defRPr>
            </a:lvl1pPr>
            <a:lvl2pPr lvl="1" rtl="0">
              <a:spcBef>
                <a:spcPts val="1000"/>
              </a:spcBef>
              <a:spcAft>
                <a:spcPts val="0"/>
              </a:spcAft>
              <a:buClr>
                <a:srgbClr val="282828"/>
              </a:buClr>
              <a:buSzPts val="2000"/>
              <a:buFont typeface="Lexend"/>
              <a:buNone/>
              <a:defRPr sz="2000">
                <a:solidFill>
                  <a:srgbClr val="282828"/>
                </a:solidFill>
                <a:latin typeface="Lexend"/>
                <a:ea typeface="Lexend"/>
                <a:cs typeface="Lexend"/>
                <a:sym typeface="Lexend"/>
              </a:defRPr>
            </a:lvl2pPr>
            <a:lvl3pPr lvl="2" rtl="0">
              <a:spcBef>
                <a:spcPts val="1000"/>
              </a:spcBef>
              <a:spcAft>
                <a:spcPts val="0"/>
              </a:spcAft>
              <a:buClr>
                <a:srgbClr val="282828"/>
              </a:buClr>
              <a:buSzPts val="2000"/>
              <a:buFont typeface="Lexend"/>
              <a:buNone/>
              <a:defRPr>
                <a:solidFill>
                  <a:srgbClr val="282828"/>
                </a:solidFill>
                <a:latin typeface="Lexend"/>
                <a:ea typeface="Lexend"/>
                <a:cs typeface="Lexend"/>
                <a:sym typeface="Lexend"/>
              </a:defRPr>
            </a:lvl3pPr>
            <a:lvl4pPr lvl="3" rtl="0">
              <a:spcBef>
                <a:spcPts val="800"/>
              </a:spcBef>
              <a:spcAft>
                <a:spcPts val="0"/>
              </a:spcAft>
              <a:buClr>
                <a:srgbClr val="282828"/>
              </a:buClr>
              <a:buSzPts val="2000"/>
              <a:buFont typeface="Lexend"/>
              <a:buNone/>
              <a:defRPr sz="2000">
                <a:solidFill>
                  <a:srgbClr val="282828"/>
                </a:solidFill>
                <a:latin typeface="Lexend"/>
                <a:ea typeface="Lexend"/>
                <a:cs typeface="Lexend"/>
                <a:sym typeface="Lexend"/>
              </a:defRPr>
            </a:lvl4pPr>
            <a:lvl5pPr lvl="4" rtl="0">
              <a:spcBef>
                <a:spcPts val="800"/>
              </a:spcBef>
              <a:spcAft>
                <a:spcPts val="0"/>
              </a:spcAft>
              <a:buClr>
                <a:srgbClr val="282828"/>
              </a:buClr>
              <a:buSzPts val="2000"/>
              <a:buFont typeface="Lexend"/>
              <a:buNone/>
              <a:defRPr sz="2000">
                <a:solidFill>
                  <a:srgbClr val="282828"/>
                </a:solidFill>
                <a:latin typeface="Lexend"/>
                <a:ea typeface="Lexend"/>
                <a:cs typeface="Lexend"/>
                <a:sym typeface="Lexend"/>
              </a:defRPr>
            </a:lvl5pPr>
            <a:lvl6pPr lvl="5" rtl="0">
              <a:spcBef>
                <a:spcPts val="600"/>
              </a:spcBef>
              <a:spcAft>
                <a:spcPts val="0"/>
              </a:spcAft>
              <a:buClr>
                <a:srgbClr val="282828"/>
              </a:buClr>
              <a:buSzPts val="2000"/>
              <a:buFont typeface="Lexend"/>
              <a:buNone/>
              <a:defRPr sz="2000">
                <a:solidFill>
                  <a:srgbClr val="282828"/>
                </a:solidFill>
                <a:latin typeface="Lexend"/>
                <a:ea typeface="Lexend"/>
                <a:cs typeface="Lexend"/>
                <a:sym typeface="Lexend"/>
              </a:defRPr>
            </a:lvl6pPr>
            <a:lvl7pPr lvl="6" rtl="0">
              <a:spcBef>
                <a:spcPts val="600"/>
              </a:spcBef>
              <a:spcAft>
                <a:spcPts val="0"/>
              </a:spcAft>
              <a:buClr>
                <a:srgbClr val="282828"/>
              </a:buClr>
              <a:buSzPts val="2000"/>
              <a:buFont typeface="Lexend"/>
              <a:buNone/>
              <a:defRPr sz="2000">
                <a:solidFill>
                  <a:srgbClr val="282828"/>
                </a:solidFill>
                <a:latin typeface="Lexend"/>
                <a:ea typeface="Lexend"/>
                <a:cs typeface="Lexend"/>
                <a:sym typeface="Lexend"/>
              </a:defRPr>
            </a:lvl7pPr>
            <a:lvl8pPr lvl="7" rtl="0">
              <a:spcBef>
                <a:spcPts val="400"/>
              </a:spcBef>
              <a:spcAft>
                <a:spcPts val="0"/>
              </a:spcAft>
              <a:buClr>
                <a:srgbClr val="282828"/>
              </a:buClr>
              <a:buSzPts val="2000"/>
              <a:buFont typeface="Lexend"/>
              <a:buNone/>
              <a:defRPr sz="2000">
                <a:solidFill>
                  <a:srgbClr val="282828"/>
                </a:solidFill>
                <a:latin typeface="Lexend"/>
                <a:ea typeface="Lexend"/>
                <a:cs typeface="Lexend"/>
                <a:sym typeface="Lexend"/>
              </a:defRPr>
            </a:lvl8pPr>
            <a:lvl9pPr lvl="8" rtl="0">
              <a:spcBef>
                <a:spcPts val="400"/>
              </a:spcBef>
              <a:spcAft>
                <a:spcPts val="200"/>
              </a:spcAft>
              <a:buClr>
                <a:srgbClr val="282828"/>
              </a:buClr>
              <a:buSzPts val="2000"/>
              <a:buFont typeface="Lexend"/>
              <a:buNone/>
              <a:defRPr sz="2000">
                <a:solidFill>
                  <a:srgbClr val="282828"/>
                </a:solidFill>
                <a:latin typeface="Lexend"/>
                <a:ea typeface="Lexend"/>
                <a:cs typeface="Lexend"/>
                <a:sym typeface="Lexend"/>
              </a:defRPr>
            </a:lvl9pPr>
          </a:lstStyle>
          <a:p/>
        </p:txBody>
      </p:sp>
      <p:sp>
        <p:nvSpPr>
          <p:cNvPr id="112" name="Google Shape;112;p13"/>
          <p:cNvSpPr txBox="1"/>
          <p:nvPr>
            <p:ph idx="2" type="subTitle"/>
          </p:nvPr>
        </p:nvSpPr>
        <p:spPr>
          <a:xfrm>
            <a:off x="2699325" y="810000"/>
            <a:ext cx="4047900" cy="487200"/>
          </a:xfrm>
          <a:prstGeom prst="rect">
            <a:avLst/>
          </a:prstGeom>
        </p:spPr>
        <p:txBody>
          <a:bodyPr anchorCtr="0" anchor="t" bIns="0" lIns="0" spcFirstLastPara="1" rIns="0" wrap="square" tIns="0">
            <a:noAutofit/>
          </a:bodyPr>
          <a:lstStyle>
            <a:lvl1pPr lvl="0" rtl="0">
              <a:lnSpc>
                <a:spcPct val="115000"/>
              </a:lnSpc>
              <a:spcBef>
                <a:spcPts val="0"/>
              </a:spcBef>
              <a:spcAft>
                <a:spcPts val="0"/>
              </a:spcAft>
              <a:buClr>
                <a:srgbClr val="282828"/>
              </a:buClr>
              <a:buSzPts val="1800"/>
              <a:buNone/>
              <a:defRPr sz="1800">
                <a:solidFill>
                  <a:srgbClr val="282828"/>
                </a:solidFill>
              </a:defRPr>
            </a:lvl1pPr>
            <a:lvl2pPr lvl="1" rtl="0">
              <a:spcBef>
                <a:spcPts val="1000"/>
              </a:spcBef>
              <a:spcAft>
                <a:spcPts val="0"/>
              </a:spcAft>
              <a:buClr>
                <a:srgbClr val="282828"/>
              </a:buClr>
              <a:buSzPts val="1800"/>
              <a:buNone/>
              <a:defRPr sz="1800">
                <a:solidFill>
                  <a:srgbClr val="282828"/>
                </a:solidFill>
              </a:defRPr>
            </a:lvl2pPr>
            <a:lvl3pPr lvl="2" rtl="0">
              <a:spcBef>
                <a:spcPts val="1000"/>
              </a:spcBef>
              <a:spcAft>
                <a:spcPts val="0"/>
              </a:spcAft>
              <a:buClr>
                <a:srgbClr val="282828"/>
              </a:buClr>
              <a:buSzPts val="1800"/>
              <a:buNone/>
              <a:defRPr sz="1800">
                <a:solidFill>
                  <a:srgbClr val="282828"/>
                </a:solidFill>
              </a:defRPr>
            </a:lvl3pPr>
            <a:lvl4pPr lvl="3" rtl="0">
              <a:spcBef>
                <a:spcPts val="800"/>
              </a:spcBef>
              <a:spcAft>
                <a:spcPts val="0"/>
              </a:spcAft>
              <a:buClr>
                <a:srgbClr val="282828"/>
              </a:buClr>
              <a:buSzPts val="1800"/>
              <a:buNone/>
              <a:defRPr sz="1800">
                <a:solidFill>
                  <a:srgbClr val="282828"/>
                </a:solidFill>
              </a:defRPr>
            </a:lvl4pPr>
            <a:lvl5pPr lvl="4" rtl="0">
              <a:spcBef>
                <a:spcPts val="800"/>
              </a:spcBef>
              <a:spcAft>
                <a:spcPts val="0"/>
              </a:spcAft>
              <a:buClr>
                <a:srgbClr val="282828"/>
              </a:buClr>
              <a:buSzPts val="1800"/>
              <a:buNone/>
              <a:defRPr>
                <a:solidFill>
                  <a:srgbClr val="282828"/>
                </a:solidFill>
              </a:defRPr>
            </a:lvl5pPr>
            <a:lvl6pPr lvl="5" rtl="0">
              <a:spcBef>
                <a:spcPts val="600"/>
              </a:spcBef>
              <a:spcAft>
                <a:spcPts val="0"/>
              </a:spcAft>
              <a:buClr>
                <a:srgbClr val="282828"/>
              </a:buClr>
              <a:buSzPts val="1800"/>
              <a:buNone/>
              <a:defRPr>
                <a:solidFill>
                  <a:srgbClr val="282828"/>
                </a:solidFill>
              </a:defRPr>
            </a:lvl6pPr>
            <a:lvl7pPr lvl="6" rtl="0">
              <a:spcBef>
                <a:spcPts val="600"/>
              </a:spcBef>
              <a:spcAft>
                <a:spcPts val="0"/>
              </a:spcAft>
              <a:buClr>
                <a:srgbClr val="282828"/>
              </a:buClr>
              <a:buSzPts val="1800"/>
              <a:buNone/>
              <a:defRPr>
                <a:solidFill>
                  <a:srgbClr val="282828"/>
                </a:solidFill>
              </a:defRPr>
            </a:lvl7pPr>
            <a:lvl8pPr lvl="7" rtl="0">
              <a:spcBef>
                <a:spcPts val="400"/>
              </a:spcBef>
              <a:spcAft>
                <a:spcPts val="0"/>
              </a:spcAft>
              <a:buClr>
                <a:srgbClr val="282828"/>
              </a:buClr>
              <a:buSzPts val="1800"/>
              <a:buNone/>
              <a:defRPr>
                <a:solidFill>
                  <a:srgbClr val="282828"/>
                </a:solidFill>
              </a:defRPr>
            </a:lvl8pPr>
            <a:lvl9pPr lvl="8" rtl="0">
              <a:spcBef>
                <a:spcPts val="400"/>
              </a:spcBef>
              <a:spcAft>
                <a:spcPts val="200"/>
              </a:spcAft>
              <a:buClr>
                <a:srgbClr val="282828"/>
              </a:buClr>
              <a:buSzPts val="1800"/>
              <a:buFont typeface="Lexend"/>
              <a:buNone/>
              <a:defRPr>
                <a:solidFill>
                  <a:srgbClr val="282828"/>
                </a:solidFill>
                <a:latin typeface="Lexend"/>
                <a:ea typeface="Lexend"/>
                <a:cs typeface="Lexend"/>
                <a:sym typeface="Lexend"/>
              </a:defRPr>
            </a:lvl9pPr>
          </a:lstStyle>
          <a:p/>
        </p:txBody>
      </p:sp>
      <p:sp>
        <p:nvSpPr>
          <p:cNvPr id="113" name="Google Shape;113;p13"/>
          <p:cNvSpPr txBox="1"/>
          <p:nvPr>
            <p:ph idx="3" type="subTitle"/>
          </p:nvPr>
        </p:nvSpPr>
        <p:spPr>
          <a:xfrm>
            <a:off x="324000" y="2105400"/>
            <a:ext cx="2203500" cy="487200"/>
          </a:xfrm>
          <a:prstGeom prst="rect">
            <a:avLst/>
          </a:prstGeom>
        </p:spPr>
        <p:txBody>
          <a:bodyPr anchorCtr="0" anchor="t" bIns="0" lIns="0" spcFirstLastPara="1" rIns="0" wrap="square" tIns="0">
            <a:noAutofit/>
          </a:bodyPr>
          <a:lstStyle>
            <a:lvl1pPr lvl="0" rtl="0">
              <a:lnSpc>
                <a:spcPct val="115000"/>
              </a:lnSpc>
              <a:spcBef>
                <a:spcPts val="0"/>
              </a:spcBef>
              <a:spcAft>
                <a:spcPts val="0"/>
              </a:spcAft>
              <a:buClr>
                <a:srgbClr val="282828"/>
              </a:buClr>
              <a:buSzPts val="2000"/>
              <a:buFont typeface="Lexend"/>
              <a:buNone/>
              <a:defRPr b="1" sz="2000">
                <a:solidFill>
                  <a:srgbClr val="282828"/>
                </a:solidFill>
                <a:latin typeface="Lexend"/>
                <a:ea typeface="Lexend"/>
                <a:cs typeface="Lexend"/>
                <a:sym typeface="Lexend"/>
              </a:defRPr>
            </a:lvl1pPr>
            <a:lvl2pPr lvl="1" rtl="0">
              <a:spcBef>
                <a:spcPts val="1000"/>
              </a:spcBef>
              <a:spcAft>
                <a:spcPts val="0"/>
              </a:spcAft>
              <a:buClr>
                <a:srgbClr val="282828"/>
              </a:buClr>
              <a:buSzPts val="2000"/>
              <a:buFont typeface="Lexend"/>
              <a:buNone/>
              <a:defRPr sz="2000">
                <a:solidFill>
                  <a:srgbClr val="282828"/>
                </a:solidFill>
                <a:latin typeface="Lexend"/>
                <a:ea typeface="Lexend"/>
                <a:cs typeface="Lexend"/>
                <a:sym typeface="Lexend"/>
              </a:defRPr>
            </a:lvl2pPr>
            <a:lvl3pPr lvl="2" rtl="0">
              <a:spcBef>
                <a:spcPts val="1000"/>
              </a:spcBef>
              <a:spcAft>
                <a:spcPts val="0"/>
              </a:spcAft>
              <a:buClr>
                <a:srgbClr val="282828"/>
              </a:buClr>
              <a:buSzPts val="2000"/>
              <a:buFont typeface="Lexend"/>
              <a:buNone/>
              <a:defRPr>
                <a:solidFill>
                  <a:srgbClr val="282828"/>
                </a:solidFill>
                <a:latin typeface="Lexend"/>
                <a:ea typeface="Lexend"/>
                <a:cs typeface="Lexend"/>
                <a:sym typeface="Lexend"/>
              </a:defRPr>
            </a:lvl3pPr>
            <a:lvl4pPr lvl="3" rtl="0">
              <a:spcBef>
                <a:spcPts val="800"/>
              </a:spcBef>
              <a:spcAft>
                <a:spcPts val="0"/>
              </a:spcAft>
              <a:buClr>
                <a:srgbClr val="282828"/>
              </a:buClr>
              <a:buSzPts val="2000"/>
              <a:buFont typeface="Lexend"/>
              <a:buNone/>
              <a:defRPr sz="2000">
                <a:solidFill>
                  <a:srgbClr val="282828"/>
                </a:solidFill>
                <a:latin typeface="Lexend"/>
                <a:ea typeface="Lexend"/>
                <a:cs typeface="Lexend"/>
                <a:sym typeface="Lexend"/>
              </a:defRPr>
            </a:lvl4pPr>
            <a:lvl5pPr lvl="4" rtl="0">
              <a:spcBef>
                <a:spcPts val="800"/>
              </a:spcBef>
              <a:spcAft>
                <a:spcPts val="0"/>
              </a:spcAft>
              <a:buClr>
                <a:srgbClr val="282828"/>
              </a:buClr>
              <a:buSzPts val="2000"/>
              <a:buFont typeface="Lexend"/>
              <a:buNone/>
              <a:defRPr sz="2000">
                <a:solidFill>
                  <a:srgbClr val="282828"/>
                </a:solidFill>
                <a:latin typeface="Lexend"/>
                <a:ea typeface="Lexend"/>
                <a:cs typeface="Lexend"/>
                <a:sym typeface="Lexend"/>
              </a:defRPr>
            </a:lvl5pPr>
            <a:lvl6pPr lvl="5" rtl="0">
              <a:spcBef>
                <a:spcPts val="600"/>
              </a:spcBef>
              <a:spcAft>
                <a:spcPts val="0"/>
              </a:spcAft>
              <a:buClr>
                <a:srgbClr val="282828"/>
              </a:buClr>
              <a:buSzPts val="2000"/>
              <a:buFont typeface="Lexend"/>
              <a:buNone/>
              <a:defRPr sz="2000">
                <a:solidFill>
                  <a:srgbClr val="282828"/>
                </a:solidFill>
                <a:latin typeface="Lexend"/>
                <a:ea typeface="Lexend"/>
                <a:cs typeface="Lexend"/>
                <a:sym typeface="Lexend"/>
              </a:defRPr>
            </a:lvl6pPr>
            <a:lvl7pPr lvl="6" rtl="0">
              <a:spcBef>
                <a:spcPts val="600"/>
              </a:spcBef>
              <a:spcAft>
                <a:spcPts val="0"/>
              </a:spcAft>
              <a:buClr>
                <a:srgbClr val="282828"/>
              </a:buClr>
              <a:buSzPts val="2000"/>
              <a:buFont typeface="Lexend"/>
              <a:buNone/>
              <a:defRPr sz="2000">
                <a:solidFill>
                  <a:srgbClr val="282828"/>
                </a:solidFill>
                <a:latin typeface="Lexend"/>
                <a:ea typeface="Lexend"/>
                <a:cs typeface="Lexend"/>
                <a:sym typeface="Lexend"/>
              </a:defRPr>
            </a:lvl7pPr>
            <a:lvl8pPr lvl="7" rtl="0">
              <a:spcBef>
                <a:spcPts val="400"/>
              </a:spcBef>
              <a:spcAft>
                <a:spcPts val="0"/>
              </a:spcAft>
              <a:buClr>
                <a:srgbClr val="282828"/>
              </a:buClr>
              <a:buSzPts val="2000"/>
              <a:buFont typeface="Lexend"/>
              <a:buNone/>
              <a:defRPr sz="2000">
                <a:solidFill>
                  <a:srgbClr val="282828"/>
                </a:solidFill>
                <a:latin typeface="Lexend"/>
                <a:ea typeface="Lexend"/>
                <a:cs typeface="Lexend"/>
                <a:sym typeface="Lexend"/>
              </a:defRPr>
            </a:lvl8pPr>
            <a:lvl9pPr lvl="8" rtl="0">
              <a:spcBef>
                <a:spcPts val="400"/>
              </a:spcBef>
              <a:spcAft>
                <a:spcPts val="200"/>
              </a:spcAft>
              <a:buClr>
                <a:srgbClr val="282828"/>
              </a:buClr>
              <a:buSzPts val="2000"/>
              <a:buFont typeface="Lexend"/>
              <a:buNone/>
              <a:defRPr sz="2000">
                <a:solidFill>
                  <a:srgbClr val="282828"/>
                </a:solidFill>
                <a:latin typeface="Lexend"/>
                <a:ea typeface="Lexend"/>
                <a:cs typeface="Lexend"/>
                <a:sym typeface="Lexend"/>
              </a:defRPr>
            </a:lvl9pPr>
          </a:lstStyle>
          <a:p/>
        </p:txBody>
      </p:sp>
      <p:sp>
        <p:nvSpPr>
          <p:cNvPr id="114" name="Google Shape;114;p13"/>
          <p:cNvSpPr txBox="1"/>
          <p:nvPr>
            <p:ph idx="4" type="subTitle"/>
          </p:nvPr>
        </p:nvSpPr>
        <p:spPr>
          <a:xfrm>
            <a:off x="2699325" y="2105400"/>
            <a:ext cx="4047900" cy="487200"/>
          </a:xfrm>
          <a:prstGeom prst="rect">
            <a:avLst/>
          </a:prstGeom>
        </p:spPr>
        <p:txBody>
          <a:bodyPr anchorCtr="0" anchor="t" bIns="0" lIns="0" spcFirstLastPara="1" rIns="0" wrap="square" tIns="0">
            <a:noAutofit/>
          </a:bodyPr>
          <a:lstStyle>
            <a:lvl1pPr lvl="0" rtl="0">
              <a:lnSpc>
                <a:spcPct val="115000"/>
              </a:lnSpc>
              <a:spcBef>
                <a:spcPts val="0"/>
              </a:spcBef>
              <a:spcAft>
                <a:spcPts val="0"/>
              </a:spcAft>
              <a:buClr>
                <a:srgbClr val="282828"/>
              </a:buClr>
              <a:buSzPts val="1800"/>
              <a:buNone/>
              <a:defRPr sz="1800">
                <a:solidFill>
                  <a:srgbClr val="282828"/>
                </a:solidFill>
              </a:defRPr>
            </a:lvl1pPr>
            <a:lvl2pPr lvl="1" rtl="0">
              <a:spcBef>
                <a:spcPts val="1000"/>
              </a:spcBef>
              <a:spcAft>
                <a:spcPts val="0"/>
              </a:spcAft>
              <a:buClr>
                <a:srgbClr val="282828"/>
              </a:buClr>
              <a:buSzPts val="1800"/>
              <a:buNone/>
              <a:defRPr sz="1800">
                <a:solidFill>
                  <a:srgbClr val="282828"/>
                </a:solidFill>
              </a:defRPr>
            </a:lvl2pPr>
            <a:lvl3pPr lvl="2" rtl="0">
              <a:spcBef>
                <a:spcPts val="1000"/>
              </a:spcBef>
              <a:spcAft>
                <a:spcPts val="0"/>
              </a:spcAft>
              <a:buClr>
                <a:srgbClr val="282828"/>
              </a:buClr>
              <a:buSzPts val="1800"/>
              <a:buNone/>
              <a:defRPr sz="1800">
                <a:solidFill>
                  <a:srgbClr val="282828"/>
                </a:solidFill>
              </a:defRPr>
            </a:lvl3pPr>
            <a:lvl4pPr lvl="3" rtl="0">
              <a:spcBef>
                <a:spcPts val="800"/>
              </a:spcBef>
              <a:spcAft>
                <a:spcPts val="0"/>
              </a:spcAft>
              <a:buClr>
                <a:srgbClr val="282828"/>
              </a:buClr>
              <a:buSzPts val="1800"/>
              <a:buNone/>
              <a:defRPr sz="1800">
                <a:solidFill>
                  <a:srgbClr val="282828"/>
                </a:solidFill>
              </a:defRPr>
            </a:lvl4pPr>
            <a:lvl5pPr lvl="4" rtl="0">
              <a:spcBef>
                <a:spcPts val="800"/>
              </a:spcBef>
              <a:spcAft>
                <a:spcPts val="0"/>
              </a:spcAft>
              <a:buClr>
                <a:srgbClr val="282828"/>
              </a:buClr>
              <a:buSzPts val="1800"/>
              <a:buNone/>
              <a:defRPr>
                <a:solidFill>
                  <a:srgbClr val="282828"/>
                </a:solidFill>
              </a:defRPr>
            </a:lvl5pPr>
            <a:lvl6pPr lvl="5" rtl="0">
              <a:spcBef>
                <a:spcPts val="600"/>
              </a:spcBef>
              <a:spcAft>
                <a:spcPts val="0"/>
              </a:spcAft>
              <a:buClr>
                <a:srgbClr val="282828"/>
              </a:buClr>
              <a:buSzPts val="1800"/>
              <a:buNone/>
              <a:defRPr>
                <a:solidFill>
                  <a:srgbClr val="282828"/>
                </a:solidFill>
              </a:defRPr>
            </a:lvl6pPr>
            <a:lvl7pPr lvl="6" rtl="0">
              <a:spcBef>
                <a:spcPts val="600"/>
              </a:spcBef>
              <a:spcAft>
                <a:spcPts val="0"/>
              </a:spcAft>
              <a:buClr>
                <a:srgbClr val="282828"/>
              </a:buClr>
              <a:buSzPts val="1800"/>
              <a:buNone/>
              <a:defRPr>
                <a:solidFill>
                  <a:srgbClr val="282828"/>
                </a:solidFill>
              </a:defRPr>
            </a:lvl7pPr>
            <a:lvl8pPr lvl="7" rtl="0">
              <a:spcBef>
                <a:spcPts val="400"/>
              </a:spcBef>
              <a:spcAft>
                <a:spcPts val="0"/>
              </a:spcAft>
              <a:buClr>
                <a:srgbClr val="282828"/>
              </a:buClr>
              <a:buSzPts val="1800"/>
              <a:buNone/>
              <a:defRPr>
                <a:solidFill>
                  <a:srgbClr val="282828"/>
                </a:solidFill>
              </a:defRPr>
            </a:lvl8pPr>
            <a:lvl9pPr lvl="8" rtl="0">
              <a:spcBef>
                <a:spcPts val="400"/>
              </a:spcBef>
              <a:spcAft>
                <a:spcPts val="200"/>
              </a:spcAft>
              <a:buClr>
                <a:srgbClr val="282828"/>
              </a:buClr>
              <a:buSzPts val="1800"/>
              <a:buFont typeface="Lexend"/>
              <a:buNone/>
              <a:defRPr>
                <a:solidFill>
                  <a:srgbClr val="282828"/>
                </a:solidFill>
                <a:latin typeface="Lexend"/>
                <a:ea typeface="Lexend"/>
                <a:cs typeface="Lexend"/>
                <a:sym typeface="Lexend"/>
              </a:defRPr>
            </a:lvl9pPr>
          </a:lstStyle>
          <a:p/>
        </p:txBody>
      </p:sp>
      <p:sp>
        <p:nvSpPr>
          <p:cNvPr id="115" name="Google Shape;115;p13"/>
          <p:cNvSpPr txBox="1"/>
          <p:nvPr>
            <p:ph idx="5" type="subTitle"/>
          </p:nvPr>
        </p:nvSpPr>
        <p:spPr>
          <a:xfrm>
            <a:off x="324000" y="3400800"/>
            <a:ext cx="2203500" cy="487200"/>
          </a:xfrm>
          <a:prstGeom prst="rect">
            <a:avLst/>
          </a:prstGeom>
        </p:spPr>
        <p:txBody>
          <a:bodyPr anchorCtr="0" anchor="t" bIns="0" lIns="0" spcFirstLastPara="1" rIns="0" wrap="square" tIns="0">
            <a:noAutofit/>
          </a:bodyPr>
          <a:lstStyle>
            <a:lvl1pPr lvl="0" rtl="0">
              <a:lnSpc>
                <a:spcPct val="115000"/>
              </a:lnSpc>
              <a:spcBef>
                <a:spcPts val="0"/>
              </a:spcBef>
              <a:spcAft>
                <a:spcPts val="0"/>
              </a:spcAft>
              <a:buClr>
                <a:srgbClr val="282828"/>
              </a:buClr>
              <a:buSzPts val="2000"/>
              <a:buFont typeface="Lexend"/>
              <a:buNone/>
              <a:defRPr b="1" sz="2000">
                <a:solidFill>
                  <a:srgbClr val="282828"/>
                </a:solidFill>
                <a:latin typeface="Lexend"/>
                <a:ea typeface="Lexend"/>
                <a:cs typeface="Lexend"/>
                <a:sym typeface="Lexend"/>
              </a:defRPr>
            </a:lvl1pPr>
            <a:lvl2pPr lvl="1" rtl="0">
              <a:spcBef>
                <a:spcPts val="1000"/>
              </a:spcBef>
              <a:spcAft>
                <a:spcPts val="0"/>
              </a:spcAft>
              <a:buClr>
                <a:srgbClr val="282828"/>
              </a:buClr>
              <a:buSzPts val="2000"/>
              <a:buFont typeface="Lexend"/>
              <a:buNone/>
              <a:defRPr sz="2000">
                <a:solidFill>
                  <a:srgbClr val="282828"/>
                </a:solidFill>
                <a:latin typeface="Lexend"/>
                <a:ea typeface="Lexend"/>
                <a:cs typeface="Lexend"/>
                <a:sym typeface="Lexend"/>
              </a:defRPr>
            </a:lvl2pPr>
            <a:lvl3pPr lvl="2" rtl="0">
              <a:spcBef>
                <a:spcPts val="1000"/>
              </a:spcBef>
              <a:spcAft>
                <a:spcPts val="0"/>
              </a:spcAft>
              <a:buClr>
                <a:srgbClr val="282828"/>
              </a:buClr>
              <a:buSzPts val="2000"/>
              <a:buFont typeface="Lexend"/>
              <a:buNone/>
              <a:defRPr>
                <a:solidFill>
                  <a:srgbClr val="282828"/>
                </a:solidFill>
                <a:latin typeface="Lexend"/>
                <a:ea typeface="Lexend"/>
                <a:cs typeface="Lexend"/>
                <a:sym typeface="Lexend"/>
              </a:defRPr>
            </a:lvl3pPr>
            <a:lvl4pPr lvl="3" rtl="0">
              <a:spcBef>
                <a:spcPts val="800"/>
              </a:spcBef>
              <a:spcAft>
                <a:spcPts val="0"/>
              </a:spcAft>
              <a:buClr>
                <a:srgbClr val="282828"/>
              </a:buClr>
              <a:buSzPts val="2000"/>
              <a:buFont typeface="Lexend"/>
              <a:buNone/>
              <a:defRPr sz="2000">
                <a:solidFill>
                  <a:srgbClr val="282828"/>
                </a:solidFill>
                <a:latin typeface="Lexend"/>
                <a:ea typeface="Lexend"/>
                <a:cs typeface="Lexend"/>
                <a:sym typeface="Lexend"/>
              </a:defRPr>
            </a:lvl4pPr>
            <a:lvl5pPr lvl="4" rtl="0">
              <a:spcBef>
                <a:spcPts val="800"/>
              </a:spcBef>
              <a:spcAft>
                <a:spcPts val="0"/>
              </a:spcAft>
              <a:buClr>
                <a:srgbClr val="282828"/>
              </a:buClr>
              <a:buSzPts val="2000"/>
              <a:buFont typeface="Lexend"/>
              <a:buNone/>
              <a:defRPr sz="2000">
                <a:solidFill>
                  <a:srgbClr val="282828"/>
                </a:solidFill>
                <a:latin typeface="Lexend"/>
                <a:ea typeface="Lexend"/>
                <a:cs typeface="Lexend"/>
                <a:sym typeface="Lexend"/>
              </a:defRPr>
            </a:lvl5pPr>
            <a:lvl6pPr lvl="5" rtl="0">
              <a:spcBef>
                <a:spcPts val="600"/>
              </a:spcBef>
              <a:spcAft>
                <a:spcPts val="0"/>
              </a:spcAft>
              <a:buClr>
                <a:srgbClr val="282828"/>
              </a:buClr>
              <a:buSzPts val="2000"/>
              <a:buFont typeface="Lexend"/>
              <a:buNone/>
              <a:defRPr sz="2000">
                <a:solidFill>
                  <a:srgbClr val="282828"/>
                </a:solidFill>
                <a:latin typeface="Lexend"/>
                <a:ea typeface="Lexend"/>
                <a:cs typeface="Lexend"/>
                <a:sym typeface="Lexend"/>
              </a:defRPr>
            </a:lvl6pPr>
            <a:lvl7pPr lvl="6" rtl="0">
              <a:spcBef>
                <a:spcPts val="600"/>
              </a:spcBef>
              <a:spcAft>
                <a:spcPts val="0"/>
              </a:spcAft>
              <a:buClr>
                <a:srgbClr val="282828"/>
              </a:buClr>
              <a:buSzPts val="2000"/>
              <a:buFont typeface="Lexend"/>
              <a:buNone/>
              <a:defRPr sz="2000">
                <a:solidFill>
                  <a:srgbClr val="282828"/>
                </a:solidFill>
                <a:latin typeface="Lexend"/>
                <a:ea typeface="Lexend"/>
                <a:cs typeface="Lexend"/>
                <a:sym typeface="Lexend"/>
              </a:defRPr>
            </a:lvl7pPr>
            <a:lvl8pPr lvl="7" rtl="0">
              <a:spcBef>
                <a:spcPts val="400"/>
              </a:spcBef>
              <a:spcAft>
                <a:spcPts val="0"/>
              </a:spcAft>
              <a:buClr>
                <a:srgbClr val="282828"/>
              </a:buClr>
              <a:buSzPts val="2000"/>
              <a:buFont typeface="Lexend"/>
              <a:buNone/>
              <a:defRPr sz="2000">
                <a:solidFill>
                  <a:srgbClr val="282828"/>
                </a:solidFill>
                <a:latin typeface="Lexend"/>
                <a:ea typeface="Lexend"/>
                <a:cs typeface="Lexend"/>
                <a:sym typeface="Lexend"/>
              </a:defRPr>
            </a:lvl8pPr>
            <a:lvl9pPr lvl="8" rtl="0">
              <a:spcBef>
                <a:spcPts val="400"/>
              </a:spcBef>
              <a:spcAft>
                <a:spcPts val="200"/>
              </a:spcAft>
              <a:buClr>
                <a:srgbClr val="282828"/>
              </a:buClr>
              <a:buSzPts val="2000"/>
              <a:buFont typeface="Lexend"/>
              <a:buNone/>
              <a:defRPr sz="2000">
                <a:solidFill>
                  <a:srgbClr val="282828"/>
                </a:solidFill>
                <a:latin typeface="Lexend"/>
                <a:ea typeface="Lexend"/>
                <a:cs typeface="Lexend"/>
                <a:sym typeface="Lexend"/>
              </a:defRPr>
            </a:lvl9pPr>
          </a:lstStyle>
          <a:p/>
        </p:txBody>
      </p:sp>
      <p:sp>
        <p:nvSpPr>
          <p:cNvPr id="116" name="Google Shape;116;p13"/>
          <p:cNvSpPr txBox="1"/>
          <p:nvPr>
            <p:ph idx="6" type="subTitle"/>
          </p:nvPr>
        </p:nvSpPr>
        <p:spPr>
          <a:xfrm>
            <a:off x="2699325" y="3400800"/>
            <a:ext cx="4047900" cy="487200"/>
          </a:xfrm>
          <a:prstGeom prst="rect">
            <a:avLst/>
          </a:prstGeom>
        </p:spPr>
        <p:txBody>
          <a:bodyPr anchorCtr="0" anchor="t" bIns="0" lIns="0" spcFirstLastPara="1" rIns="0" wrap="square" tIns="0">
            <a:noAutofit/>
          </a:bodyPr>
          <a:lstStyle>
            <a:lvl1pPr lvl="0" rtl="0">
              <a:lnSpc>
                <a:spcPct val="115000"/>
              </a:lnSpc>
              <a:spcBef>
                <a:spcPts val="0"/>
              </a:spcBef>
              <a:spcAft>
                <a:spcPts val="0"/>
              </a:spcAft>
              <a:buClr>
                <a:srgbClr val="282828"/>
              </a:buClr>
              <a:buSzPts val="1800"/>
              <a:buNone/>
              <a:defRPr sz="1800">
                <a:solidFill>
                  <a:srgbClr val="282828"/>
                </a:solidFill>
              </a:defRPr>
            </a:lvl1pPr>
            <a:lvl2pPr lvl="1" rtl="0">
              <a:spcBef>
                <a:spcPts val="1000"/>
              </a:spcBef>
              <a:spcAft>
                <a:spcPts val="0"/>
              </a:spcAft>
              <a:buClr>
                <a:srgbClr val="282828"/>
              </a:buClr>
              <a:buSzPts val="1800"/>
              <a:buNone/>
              <a:defRPr sz="1800">
                <a:solidFill>
                  <a:srgbClr val="282828"/>
                </a:solidFill>
              </a:defRPr>
            </a:lvl2pPr>
            <a:lvl3pPr lvl="2" rtl="0">
              <a:spcBef>
                <a:spcPts val="1000"/>
              </a:spcBef>
              <a:spcAft>
                <a:spcPts val="0"/>
              </a:spcAft>
              <a:buClr>
                <a:srgbClr val="282828"/>
              </a:buClr>
              <a:buSzPts val="1800"/>
              <a:buNone/>
              <a:defRPr sz="1800">
                <a:solidFill>
                  <a:srgbClr val="282828"/>
                </a:solidFill>
              </a:defRPr>
            </a:lvl3pPr>
            <a:lvl4pPr lvl="3" rtl="0">
              <a:spcBef>
                <a:spcPts val="800"/>
              </a:spcBef>
              <a:spcAft>
                <a:spcPts val="0"/>
              </a:spcAft>
              <a:buClr>
                <a:srgbClr val="282828"/>
              </a:buClr>
              <a:buSzPts val="1800"/>
              <a:buNone/>
              <a:defRPr sz="1800">
                <a:solidFill>
                  <a:srgbClr val="282828"/>
                </a:solidFill>
              </a:defRPr>
            </a:lvl4pPr>
            <a:lvl5pPr lvl="4" rtl="0">
              <a:spcBef>
                <a:spcPts val="800"/>
              </a:spcBef>
              <a:spcAft>
                <a:spcPts val="0"/>
              </a:spcAft>
              <a:buClr>
                <a:srgbClr val="282828"/>
              </a:buClr>
              <a:buSzPts val="1800"/>
              <a:buNone/>
              <a:defRPr>
                <a:solidFill>
                  <a:srgbClr val="282828"/>
                </a:solidFill>
              </a:defRPr>
            </a:lvl5pPr>
            <a:lvl6pPr lvl="5" rtl="0">
              <a:spcBef>
                <a:spcPts val="600"/>
              </a:spcBef>
              <a:spcAft>
                <a:spcPts val="0"/>
              </a:spcAft>
              <a:buClr>
                <a:srgbClr val="282828"/>
              </a:buClr>
              <a:buSzPts val="1800"/>
              <a:buNone/>
              <a:defRPr>
                <a:solidFill>
                  <a:srgbClr val="282828"/>
                </a:solidFill>
              </a:defRPr>
            </a:lvl6pPr>
            <a:lvl7pPr lvl="6" rtl="0">
              <a:spcBef>
                <a:spcPts val="600"/>
              </a:spcBef>
              <a:spcAft>
                <a:spcPts val="0"/>
              </a:spcAft>
              <a:buClr>
                <a:srgbClr val="282828"/>
              </a:buClr>
              <a:buSzPts val="1800"/>
              <a:buNone/>
              <a:defRPr>
                <a:solidFill>
                  <a:srgbClr val="282828"/>
                </a:solidFill>
              </a:defRPr>
            </a:lvl7pPr>
            <a:lvl8pPr lvl="7" rtl="0">
              <a:spcBef>
                <a:spcPts val="400"/>
              </a:spcBef>
              <a:spcAft>
                <a:spcPts val="0"/>
              </a:spcAft>
              <a:buClr>
                <a:srgbClr val="282828"/>
              </a:buClr>
              <a:buSzPts val="1800"/>
              <a:buNone/>
              <a:defRPr>
                <a:solidFill>
                  <a:srgbClr val="282828"/>
                </a:solidFill>
              </a:defRPr>
            </a:lvl8pPr>
            <a:lvl9pPr lvl="8" rtl="0">
              <a:spcBef>
                <a:spcPts val="400"/>
              </a:spcBef>
              <a:spcAft>
                <a:spcPts val="200"/>
              </a:spcAft>
              <a:buClr>
                <a:srgbClr val="282828"/>
              </a:buClr>
              <a:buSzPts val="1800"/>
              <a:buFont typeface="Lexend"/>
              <a:buNone/>
              <a:defRPr>
                <a:solidFill>
                  <a:srgbClr val="282828"/>
                </a:solidFill>
                <a:latin typeface="Lexend"/>
                <a:ea typeface="Lexend"/>
                <a:cs typeface="Lexend"/>
                <a:sym typeface="Lexend"/>
              </a:defRPr>
            </a:lvl9pPr>
          </a:lstStyle>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9.0 Keywords (4)">
  <p:cSld name="CUSTOM_3_1_1">
    <p:spTree>
      <p:nvGrpSpPr>
        <p:cNvPr id="117" name="Shape 117"/>
        <p:cNvGrpSpPr/>
        <p:nvPr/>
      </p:nvGrpSpPr>
      <p:grpSpPr>
        <a:xfrm>
          <a:off x="0" y="0"/>
          <a:ext cx="0" cy="0"/>
          <a:chOff x="0" y="0"/>
          <a:chExt cx="0" cy="0"/>
        </a:xfrm>
      </p:grpSpPr>
      <p:sp>
        <p:nvSpPr>
          <p:cNvPr id="118" name="Google Shape;118;p14"/>
          <p:cNvSpPr/>
          <p:nvPr/>
        </p:nvSpPr>
        <p:spPr>
          <a:xfrm>
            <a:off x="0" y="1"/>
            <a:ext cx="9144300" cy="540300"/>
          </a:xfrm>
          <a:prstGeom prst="rect">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id="119" name="Google Shape;119;p14"/>
          <p:cNvPicPr preferRelativeResize="0"/>
          <p:nvPr/>
        </p:nvPicPr>
        <p:blipFill rotWithShape="1">
          <a:blip r:embed="rId2">
            <a:alphaModFix/>
          </a:blip>
          <a:srcRect b="1709" l="0" r="0" t="1699"/>
          <a:stretch/>
        </p:blipFill>
        <p:spPr>
          <a:xfrm>
            <a:off x="0" y="532525"/>
            <a:ext cx="9151202" cy="116709"/>
          </a:xfrm>
          <a:prstGeom prst="rect">
            <a:avLst/>
          </a:prstGeom>
          <a:noFill/>
          <a:ln>
            <a:noFill/>
          </a:ln>
        </p:spPr>
      </p:pic>
      <p:sp>
        <p:nvSpPr>
          <p:cNvPr id="120" name="Google Shape;120;p14"/>
          <p:cNvSpPr/>
          <p:nvPr/>
        </p:nvSpPr>
        <p:spPr>
          <a:xfrm>
            <a:off x="324000" y="114450"/>
            <a:ext cx="6671700" cy="364800"/>
          </a:xfrm>
          <a:prstGeom prst="rect">
            <a:avLst/>
          </a:prstGeom>
          <a:noFill/>
          <a:ln>
            <a:noFill/>
          </a:ln>
        </p:spPr>
        <p:txBody>
          <a:bodyPr anchorCtr="0" anchor="t" bIns="0" lIns="0" spcFirstLastPara="1" rIns="0" wrap="square" tIns="0">
            <a:noAutofit/>
          </a:bodyPr>
          <a:lstStyle/>
          <a:p>
            <a:pPr indent="0" lvl="0" marL="0" marR="0" rtl="0" algn="l">
              <a:lnSpc>
                <a:spcPct val="115000"/>
              </a:lnSpc>
              <a:spcBef>
                <a:spcPts val="0"/>
              </a:spcBef>
              <a:spcAft>
                <a:spcPts val="0"/>
              </a:spcAft>
              <a:buNone/>
            </a:pPr>
            <a:r>
              <a:rPr b="1" i="0" lang="en-GB" sz="2000" u="none" cap="none" strike="noStrike">
                <a:solidFill>
                  <a:srgbClr val="282828"/>
                </a:solidFill>
                <a:latin typeface="Lexend"/>
                <a:ea typeface="Lexend"/>
                <a:cs typeface="Lexend"/>
                <a:sym typeface="Lexend"/>
              </a:rPr>
              <a:t>Keywords</a:t>
            </a:r>
            <a:endParaRPr b="0" i="0" sz="2000" u="none" cap="none" strike="noStrike">
              <a:solidFill>
                <a:srgbClr val="282828"/>
              </a:solidFill>
              <a:latin typeface="Calibri"/>
              <a:ea typeface="Calibri"/>
              <a:cs typeface="Calibri"/>
              <a:sym typeface="Calibri"/>
            </a:endParaRPr>
          </a:p>
        </p:txBody>
      </p:sp>
      <p:sp>
        <p:nvSpPr>
          <p:cNvPr id="121" name="Google Shape;121;p14"/>
          <p:cNvSpPr txBox="1"/>
          <p:nvPr>
            <p:ph idx="1" type="subTitle"/>
          </p:nvPr>
        </p:nvSpPr>
        <p:spPr>
          <a:xfrm>
            <a:off x="324000" y="810000"/>
            <a:ext cx="2203500" cy="487200"/>
          </a:xfrm>
          <a:prstGeom prst="rect">
            <a:avLst/>
          </a:prstGeom>
        </p:spPr>
        <p:txBody>
          <a:bodyPr anchorCtr="0" anchor="t" bIns="0" lIns="0" spcFirstLastPara="1" rIns="0" wrap="square" tIns="0">
            <a:noAutofit/>
          </a:bodyPr>
          <a:lstStyle>
            <a:lvl1pPr lvl="0" rtl="0">
              <a:lnSpc>
                <a:spcPct val="115000"/>
              </a:lnSpc>
              <a:spcBef>
                <a:spcPts val="0"/>
              </a:spcBef>
              <a:spcAft>
                <a:spcPts val="0"/>
              </a:spcAft>
              <a:buClr>
                <a:srgbClr val="282828"/>
              </a:buClr>
              <a:buSzPts val="2000"/>
              <a:buFont typeface="Lexend"/>
              <a:buNone/>
              <a:defRPr b="1" sz="2000">
                <a:solidFill>
                  <a:srgbClr val="282828"/>
                </a:solidFill>
                <a:latin typeface="Lexend"/>
                <a:ea typeface="Lexend"/>
                <a:cs typeface="Lexend"/>
                <a:sym typeface="Lexend"/>
              </a:defRPr>
            </a:lvl1pPr>
            <a:lvl2pPr lvl="1" rtl="0">
              <a:spcBef>
                <a:spcPts val="1000"/>
              </a:spcBef>
              <a:spcAft>
                <a:spcPts val="0"/>
              </a:spcAft>
              <a:buClr>
                <a:srgbClr val="282828"/>
              </a:buClr>
              <a:buSzPts val="2000"/>
              <a:buFont typeface="Lexend"/>
              <a:buNone/>
              <a:defRPr sz="2000">
                <a:solidFill>
                  <a:srgbClr val="282828"/>
                </a:solidFill>
                <a:latin typeface="Lexend"/>
                <a:ea typeface="Lexend"/>
                <a:cs typeface="Lexend"/>
                <a:sym typeface="Lexend"/>
              </a:defRPr>
            </a:lvl2pPr>
            <a:lvl3pPr lvl="2" rtl="0">
              <a:spcBef>
                <a:spcPts val="1000"/>
              </a:spcBef>
              <a:spcAft>
                <a:spcPts val="0"/>
              </a:spcAft>
              <a:buClr>
                <a:srgbClr val="282828"/>
              </a:buClr>
              <a:buSzPts val="2000"/>
              <a:buFont typeface="Lexend"/>
              <a:buNone/>
              <a:defRPr>
                <a:solidFill>
                  <a:srgbClr val="282828"/>
                </a:solidFill>
                <a:latin typeface="Lexend"/>
                <a:ea typeface="Lexend"/>
                <a:cs typeface="Lexend"/>
                <a:sym typeface="Lexend"/>
              </a:defRPr>
            </a:lvl3pPr>
            <a:lvl4pPr lvl="3" rtl="0">
              <a:spcBef>
                <a:spcPts val="800"/>
              </a:spcBef>
              <a:spcAft>
                <a:spcPts val="0"/>
              </a:spcAft>
              <a:buClr>
                <a:srgbClr val="282828"/>
              </a:buClr>
              <a:buSzPts val="2000"/>
              <a:buFont typeface="Lexend"/>
              <a:buNone/>
              <a:defRPr sz="2000">
                <a:solidFill>
                  <a:srgbClr val="282828"/>
                </a:solidFill>
                <a:latin typeface="Lexend"/>
                <a:ea typeface="Lexend"/>
                <a:cs typeface="Lexend"/>
                <a:sym typeface="Lexend"/>
              </a:defRPr>
            </a:lvl4pPr>
            <a:lvl5pPr lvl="4" rtl="0">
              <a:spcBef>
                <a:spcPts val="800"/>
              </a:spcBef>
              <a:spcAft>
                <a:spcPts val="0"/>
              </a:spcAft>
              <a:buClr>
                <a:srgbClr val="282828"/>
              </a:buClr>
              <a:buSzPts val="2000"/>
              <a:buFont typeface="Lexend"/>
              <a:buNone/>
              <a:defRPr sz="2000">
                <a:solidFill>
                  <a:srgbClr val="282828"/>
                </a:solidFill>
                <a:latin typeface="Lexend"/>
                <a:ea typeface="Lexend"/>
                <a:cs typeface="Lexend"/>
                <a:sym typeface="Lexend"/>
              </a:defRPr>
            </a:lvl5pPr>
            <a:lvl6pPr lvl="5" rtl="0">
              <a:spcBef>
                <a:spcPts val="600"/>
              </a:spcBef>
              <a:spcAft>
                <a:spcPts val="0"/>
              </a:spcAft>
              <a:buClr>
                <a:srgbClr val="282828"/>
              </a:buClr>
              <a:buSzPts val="2000"/>
              <a:buFont typeface="Lexend"/>
              <a:buNone/>
              <a:defRPr sz="2000">
                <a:solidFill>
                  <a:srgbClr val="282828"/>
                </a:solidFill>
                <a:latin typeface="Lexend"/>
                <a:ea typeface="Lexend"/>
                <a:cs typeface="Lexend"/>
                <a:sym typeface="Lexend"/>
              </a:defRPr>
            </a:lvl6pPr>
            <a:lvl7pPr lvl="6" rtl="0">
              <a:spcBef>
                <a:spcPts val="600"/>
              </a:spcBef>
              <a:spcAft>
                <a:spcPts val="0"/>
              </a:spcAft>
              <a:buClr>
                <a:srgbClr val="282828"/>
              </a:buClr>
              <a:buSzPts val="2000"/>
              <a:buFont typeface="Lexend"/>
              <a:buNone/>
              <a:defRPr sz="2000">
                <a:solidFill>
                  <a:srgbClr val="282828"/>
                </a:solidFill>
                <a:latin typeface="Lexend"/>
                <a:ea typeface="Lexend"/>
                <a:cs typeface="Lexend"/>
                <a:sym typeface="Lexend"/>
              </a:defRPr>
            </a:lvl7pPr>
            <a:lvl8pPr lvl="7" rtl="0">
              <a:spcBef>
                <a:spcPts val="400"/>
              </a:spcBef>
              <a:spcAft>
                <a:spcPts val="0"/>
              </a:spcAft>
              <a:buClr>
                <a:srgbClr val="282828"/>
              </a:buClr>
              <a:buSzPts val="2000"/>
              <a:buFont typeface="Lexend"/>
              <a:buNone/>
              <a:defRPr sz="2000">
                <a:solidFill>
                  <a:srgbClr val="282828"/>
                </a:solidFill>
                <a:latin typeface="Lexend"/>
                <a:ea typeface="Lexend"/>
                <a:cs typeface="Lexend"/>
                <a:sym typeface="Lexend"/>
              </a:defRPr>
            </a:lvl8pPr>
            <a:lvl9pPr lvl="8" rtl="0">
              <a:spcBef>
                <a:spcPts val="400"/>
              </a:spcBef>
              <a:spcAft>
                <a:spcPts val="200"/>
              </a:spcAft>
              <a:buClr>
                <a:srgbClr val="282828"/>
              </a:buClr>
              <a:buSzPts val="2000"/>
              <a:buFont typeface="Lexend"/>
              <a:buNone/>
              <a:defRPr sz="2000">
                <a:solidFill>
                  <a:srgbClr val="282828"/>
                </a:solidFill>
                <a:latin typeface="Lexend"/>
                <a:ea typeface="Lexend"/>
                <a:cs typeface="Lexend"/>
                <a:sym typeface="Lexend"/>
              </a:defRPr>
            </a:lvl9pPr>
          </a:lstStyle>
          <a:p/>
        </p:txBody>
      </p:sp>
      <p:sp>
        <p:nvSpPr>
          <p:cNvPr id="122" name="Google Shape;122;p14"/>
          <p:cNvSpPr txBox="1"/>
          <p:nvPr>
            <p:ph idx="2" type="subTitle"/>
          </p:nvPr>
        </p:nvSpPr>
        <p:spPr>
          <a:xfrm>
            <a:off x="2699325" y="810000"/>
            <a:ext cx="4047900" cy="487200"/>
          </a:xfrm>
          <a:prstGeom prst="rect">
            <a:avLst/>
          </a:prstGeom>
        </p:spPr>
        <p:txBody>
          <a:bodyPr anchorCtr="0" anchor="t" bIns="0" lIns="0" spcFirstLastPara="1" rIns="0" wrap="square" tIns="0">
            <a:noAutofit/>
          </a:bodyPr>
          <a:lstStyle>
            <a:lvl1pPr lvl="0" rtl="0">
              <a:lnSpc>
                <a:spcPct val="115000"/>
              </a:lnSpc>
              <a:spcBef>
                <a:spcPts val="0"/>
              </a:spcBef>
              <a:spcAft>
                <a:spcPts val="0"/>
              </a:spcAft>
              <a:buClr>
                <a:srgbClr val="282828"/>
              </a:buClr>
              <a:buSzPts val="1800"/>
              <a:buNone/>
              <a:defRPr sz="1800">
                <a:solidFill>
                  <a:srgbClr val="282828"/>
                </a:solidFill>
              </a:defRPr>
            </a:lvl1pPr>
            <a:lvl2pPr lvl="1" rtl="0">
              <a:spcBef>
                <a:spcPts val="1000"/>
              </a:spcBef>
              <a:spcAft>
                <a:spcPts val="0"/>
              </a:spcAft>
              <a:buClr>
                <a:srgbClr val="282828"/>
              </a:buClr>
              <a:buSzPts val="1800"/>
              <a:buNone/>
              <a:defRPr sz="1800">
                <a:solidFill>
                  <a:srgbClr val="282828"/>
                </a:solidFill>
              </a:defRPr>
            </a:lvl2pPr>
            <a:lvl3pPr lvl="2" rtl="0">
              <a:spcBef>
                <a:spcPts val="1000"/>
              </a:spcBef>
              <a:spcAft>
                <a:spcPts val="0"/>
              </a:spcAft>
              <a:buClr>
                <a:srgbClr val="282828"/>
              </a:buClr>
              <a:buSzPts val="1800"/>
              <a:buNone/>
              <a:defRPr sz="1800">
                <a:solidFill>
                  <a:srgbClr val="282828"/>
                </a:solidFill>
              </a:defRPr>
            </a:lvl3pPr>
            <a:lvl4pPr lvl="3" rtl="0">
              <a:spcBef>
                <a:spcPts val="800"/>
              </a:spcBef>
              <a:spcAft>
                <a:spcPts val="0"/>
              </a:spcAft>
              <a:buClr>
                <a:srgbClr val="282828"/>
              </a:buClr>
              <a:buSzPts val="1800"/>
              <a:buNone/>
              <a:defRPr sz="1800">
                <a:solidFill>
                  <a:srgbClr val="282828"/>
                </a:solidFill>
              </a:defRPr>
            </a:lvl4pPr>
            <a:lvl5pPr lvl="4" rtl="0">
              <a:spcBef>
                <a:spcPts val="800"/>
              </a:spcBef>
              <a:spcAft>
                <a:spcPts val="0"/>
              </a:spcAft>
              <a:buClr>
                <a:srgbClr val="282828"/>
              </a:buClr>
              <a:buSzPts val="1800"/>
              <a:buNone/>
              <a:defRPr>
                <a:solidFill>
                  <a:srgbClr val="282828"/>
                </a:solidFill>
              </a:defRPr>
            </a:lvl5pPr>
            <a:lvl6pPr lvl="5" rtl="0">
              <a:spcBef>
                <a:spcPts val="600"/>
              </a:spcBef>
              <a:spcAft>
                <a:spcPts val="0"/>
              </a:spcAft>
              <a:buClr>
                <a:srgbClr val="282828"/>
              </a:buClr>
              <a:buSzPts val="1800"/>
              <a:buNone/>
              <a:defRPr>
                <a:solidFill>
                  <a:srgbClr val="282828"/>
                </a:solidFill>
              </a:defRPr>
            </a:lvl6pPr>
            <a:lvl7pPr lvl="6" rtl="0">
              <a:spcBef>
                <a:spcPts val="600"/>
              </a:spcBef>
              <a:spcAft>
                <a:spcPts val="0"/>
              </a:spcAft>
              <a:buClr>
                <a:srgbClr val="282828"/>
              </a:buClr>
              <a:buSzPts val="1800"/>
              <a:buNone/>
              <a:defRPr>
                <a:solidFill>
                  <a:srgbClr val="282828"/>
                </a:solidFill>
              </a:defRPr>
            </a:lvl7pPr>
            <a:lvl8pPr lvl="7" rtl="0">
              <a:spcBef>
                <a:spcPts val="400"/>
              </a:spcBef>
              <a:spcAft>
                <a:spcPts val="0"/>
              </a:spcAft>
              <a:buClr>
                <a:srgbClr val="282828"/>
              </a:buClr>
              <a:buSzPts val="1800"/>
              <a:buNone/>
              <a:defRPr>
                <a:solidFill>
                  <a:srgbClr val="282828"/>
                </a:solidFill>
              </a:defRPr>
            </a:lvl8pPr>
            <a:lvl9pPr lvl="8" rtl="0">
              <a:spcBef>
                <a:spcPts val="400"/>
              </a:spcBef>
              <a:spcAft>
                <a:spcPts val="200"/>
              </a:spcAft>
              <a:buClr>
                <a:srgbClr val="282828"/>
              </a:buClr>
              <a:buSzPts val="1800"/>
              <a:buFont typeface="Lexend"/>
              <a:buNone/>
              <a:defRPr>
                <a:solidFill>
                  <a:srgbClr val="282828"/>
                </a:solidFill>
                <a:latin typeface="Lexend"/>
                <a:ea typeface="Lexend"/>
                <a:cs typeface="Lexend"/>
                <a:sym typeface="Lexend"/>
              </a:defRPr>
            </a:lvl9pPr>
          </a:lstStyle>
          <a:p/>
        </p:txBody>
      </p:sp>
      <p:sp>
        <p:nvSpPr>
          <p:cNvPr id="123" name="Google Shape;123;p14"/>
          <p:cNvSpPr txBox="1"/>
          <p:nvPr>
            <p:ph idx="3" type="subTitle"/>
          </p:nvPr>
        </p:nvSpPr>
        <p:spPr>
          <a:xfrm>
            <a:off x="324000" y="1800600"/>
            <a:ext cx="2203500" cy="487200"/>
          </a:xfrm>
          <a:prstGeom prst="rect">
            <a:avLst/>
          </a:prstGeom>
        </p:spPr>
        <p:txBody>
          <a:bodyPr anchorCtr="0" anchor="t" bIns="0" lIns="0" spcFirstLastPara="1" rIns="0" wrap="square" tIns="0">
            <a:noAutofit/>
          </a:bodyPr>
          <a:lstStyle>
            <a:lvl1pPr lvl="0" rtl="0">
              <a:lnSpc>
                <a:spcPct val="115000"/>
              </a:lnSpc>
              <a:spcBef>
                <a:spcPts val="0"/>
              </a:spcBef>
              <a:spcAft>
                <a:spcPts val="0"/>
              </a:spcAft>
              <a:buClr>
                <a:srgbClr val="282828"/>
              </a:buClr>
              <a:buSzPts val="2000"/>
              <a:buFont typeface="Lexend"/>
              <a:buNone/>
              <a:defRPr b="1" sz="2000">
                <a:solidFill>
                  <a:srgbClr val="282828"/>
                </a:solidFill>
                <a:latin typeface="Lexend"/>
                <a:ea typeface="Lexend"/>
                <a:cs typeface="Lexend"/>
                <a:sym typeface="Lexend"/>
              </a:defRPr>
            </a:lvl1pPr>
            <a:lvl2pPr lvl="1" rtl="0">
              <a:spcBef>
                <a:spcPts val="1000"/>
              </a:spcBef>
              <a:spcAft>
                <a:spcPts val="0"/>
              </a:spcAft>
              <a:buClr>
                <a:srgbClr val="282828"/>
              </a:buClr>
              <a:buSzPts val="2000"/>
              <a:buFont typeface="Lexend"/>
              <a:buNone/>
              <a:defRPr sz="2000">
                <a:solidFill>
                  <a:srgbClr val="282828"/>
                </a:solidFill>
                <a:latin typeface="Lexend"/>
                <a:ea typeface="Lexend"/>
                <a:cs typeface="Lexend"/>
                <a:sym typeface="Lexend"/>
              </a:defRPr>
            </a:lvl2pPr>
            <a:lvl3pPr lvl="2" rtl="0">
              <a:spcBef>
                <a:spcPts val="1000"/>
              </a:spcBef>
              <a:spcAft>
                <a:spcPts val="0"/>
              </a:spcAft>
              <a:buClr>
                <a:srgbClr val="282828"/>
              </a:buClr>
              <a:buSzPts val="2000"/>
              <a:buFont typeface="Lexend"/>
              <a:buNone/>
              <a:defRPr>
                <a:solidFill>
                  <a:srgbClr val="282828"/>
                </a:solidFill>
                <a:latin typeface="Lexend"/>
                <a:ea typeface="Lexend"/>
                <a:cs typeface="Lexend"/>
                <a:sym typeface="Lexend"/>
              </a:defRPr>
            </a:lvl3pPr>
            <a:lvl4pPr lvl="3" rtl="0">
              <a:spcBef>
                <a:spcPts val="800"/>
              </a:spcBef>
              <a:spcAft>
                <a:spcPts val="0"/>
              </a:spcAft>
              <a:buClr>
                <a:srgbClr val="282828"/>
              </a:buClr>
              <a:buSzPts val="2000"/>
              <a:buFont typeface="Lexend"/>
              <a:buNone/>
              <a:defRPr sz="2000">
                <a:solidFill>
                  <a:srgbClr val="282828"/>
                </a:solidFill>
                <a:latin typeface="Lexend"/>
                <a:ea typeface="Lexend"/>
                <a:cs typeface="Lexend"/>
                <a:sym typeface="Lexend"/>
              </a:defRPr>
            </a:lvl4pPr>
            <a:lvl5pPr lvl="4" rtl="0">
              <a:spcBef>
                <a:spcPts val="800"/>
              </a:spcBef>
              <a:spcAft>
                <a:spcPts val="0"/>
              </a:spcAft>
              <a:buClr>
                <a:srgbClr val="282828"/>
              </a:buClr>
              <a:buSzPts val="2000"/>
              <a:buFont typeface="Lexend"/>
              <a:buNone/>
              <a:defRPr sz="2000">
                <a:solidFill>
                  <a:srgbClr val="282828"/>
                </a:solidFill>
                <a:latin typeface="Lexend"/>
                <a:ea typeface="Lexend"/>
                <a:cs typeface="Lexend"/>
                <a:sym typeface="Lexend"/>
              </a:defRPr>
            </a:lvl5pPr>
            <a:lvl6pPr lvl="5" rtl="0">
              <a:spcBef>
                <a:spcPts val="600"/>
              </a:spcBef>
              <a:spcAft>
                <a:spcPts val="0"/>
              </a:spcAft>
              <a:buClr>
                <a:srgbClr val="282828"/>
              </a:buClr>
              <a:buSzPts val="2000"/>
              <a:buFont typeface="Lexend"/>
              <a:buNone/>
              <a:defRPr sz="2000">
                <a:solidFill>
                  <a:srgbClr val="282828"/>
                </a:solidFill>
                <a:latin typeface="Lexend"/>
                <a:ea typeface="Lexend"/>
                <a:cs typeface="Lexend"/>
                <a:sym typeface="Lexend"/>
              </a:defRPr>
            </a:lvl6pPr>
            <a:lvl7pPr lvl="6" rtl="0">
              <a:spcBef>
                <a:spcPts val="600"/>
              </a:spcBef>
              <a:spcAft>
                <a:spcPts val="0"/>
              </a:spcAft>
              <a:buClr>
                <a:srgbClr val="282828"/>
              </a:buClr>
              <a:buSzPts val="2000"/>
              <a:buFont typeface="Lexend"/>
              <a:buNone/>
              <a:defRPr sz="2000">
                <a:solidFill>
                  <a:srgbClr val="282828"/>
                </a:solidFill>
                <a:latin typeface="Lexend"/>
                <a:ea typeface="Lexend"/>
                <a:cs typeface="Lexend"/>
                <a:sym typeface="Lexend"/>
              </a:defRPr>
            </a:lvl7pPr>
            <a:lvl8pPr lvl="7" rtl="0">
              <a:spcBef>
                <a:spcPts val="400"/>
              </a:spcBef>
              <a:spcAft>
                <a:spcPts val="0"/>
              </a:spcAft>
              <a:buClr>
                <a:srgbClr val="282828"/>
              </a:buClr>
              <a:buSzPts val="2000"/>
              <a:buFont typeface="Lexend"/>
              <a:buNone/>
              <a:defRPr sz="2000">
                <a:solidFill>
                  <a:srgbClr val="282828"/>
                </a:solidFill>
                <a:latin typeface="Lexend"/>
                <a:ea typeface="Lexend"/>
                <a:cs typeface="Lexend"/>
                <a:sym typeface="Lexend"/>
              </a:defRPr>
            </a:lvl8pPr>
            <a:lvl9pPr lvl="8" rtl="0">
              <a:spcBef>
                <a:spcPts val="400"/>
              </a:spcBef>
              <a:spcAft>
                <a:spcPts val="200"/>
              </a:spcAft>
              <a:buClr>
                <a:srgbClr val="282828"/>
              </a:buClr>
              <a:buSzPts val="2000"/>
              <a:buFont typeface="Lexend"/>
              <a:buNone/>
              <a:defRPr sz="2000">
                <a:solidFill>
                  <a:srgbClr val="282828"/>
                </a:solidFill>
                <a:latin typeface="Lexend"/>
                <a:ea typeface="Lexend"/>
                <a:cs typeface="Lexend"/>
                <a:sym typeface="Lexend"/>
              </a:defRPr>
            </a:lvl9pPr>
          </a:lstStyle>
          <a:p/>
        </p:txBody>
      </p:sp>
      <p:sp>
        <p:nvSpPr>
          <p:cNvPr id="124" name="Google Shape;124;p14"/>
          <p:cNvSpPr txBox="1"/>
          <p:nvPr>
            <p:ph idx="4" type="subTitle"/>
          </p:nvPr>
        </p:nvSpPr>
        <p:spPr>
          <a:xfrm>
            <a:off x="2699325" y="1800600"/>
            <a:ext cx="4047900" cy="487200"/>
          </a:xfrm>
          <a:prstGeom prst="rect">
            <a:avLst/>
          </a:prstGeom>
        </p:spPr>
        <p:txBody>
          <a:bodyPr anchorCtr="0" anchor="t" bIns="0" lIns="0" spcFirstLastPara="1" rIns="0" wrap="square" tIns="0">
            <a:noAutofit/>
          </a:bodyPr>
          <a:lstStyle>
            <a:lvl1pPr lvl="0" rtl="0">
              <a:lnSpc>
                <a:spcPct val="115000"/>
              </a:lnSpc>
              <a:spcBef>
                <a:spcPts val="0"/>
              </a:spcBef>
              <a:spcAft>
                <a:spcPts val="0"/>
              </a:spcAft>
              <a:buClr>
                <a:srgbClr val="282828"/>
              </a:buClr>
              <a:buSzPts val="1800"/>
              <a:buNone/>
              <a:defRPr sz="1800">
                <a:solidFill>
                  <a:srgbClr val="282828"/>
                </a:solidFill>
              </a:defRPr>
            </a:lvl1pPr>
            <a:lvl2pPr lvl="1" rtl="0">
              <a:spcBef>
                <a:spcPts val="1000"/>
              </a:spcBef>
              <a:spcAft>
                <a:spcPts val="0"/>
              </a:spcAft>
              <a:buClr>
                <a:srgbClr val="282828"/>
              </a:buClr>
              <a:buSzPts val="1800"/>
              <a:buNone/>
              <a:defRPr sz="1800">
                <a:solidFill>
                  <a:srgbClr val="282828"/>
                </a:solidFill>
              </a:defRPr>
            </a:lvl2pPr>
            <a:lvl3pPr lvl="2" rtl="0">
              <a:spcBef>
                <a:spcPts val="1000"/>
              </a:spcBef>
              <a:spcAft>
                <a:spcPts val="0"/>
              </a:spcAft>
              <a:buClr>
                <a:srgbClr val="282828"/>
              </a:buClr>
              <a:buSzPts val="1800"/>
              <a:buNone/>
              <a:defRPr sz="1800">
                <a:solidFill>
                  <a:srgbClr val="282828"/>
                </a:solidFill>
              </a:defRPr>
            </a:lvl3pPr>
            <a:lvl4pPr lvl="3" rtl="0">
              <a:spcBef>
                <a:spcPts val="800"/>
              </a:spcBef>
              <a:spcAft>
                <a:spcPts val="0"/>
              </a:spcAft>
              <a:buClr>
                <a:srgbClr val="282828"/>
              </a:buClr>
              <a:buSzPts val="1800"/>
              <a:buNone/>
              <a:defRPr sz="1800">
                <a:solidFill>
                  <a:srgbClr val="282828"/>
                </a:solidFill>
              </a:defRPr>
            </a:lvl4pPr>
            <a:lvl5pPr lvl="4" rtl="0">
              <a:spcBef>
                <a:spcPts val="800"/>
              </a:spcBef>
              <a:spcAft>
                <a:spcPts val="0"/>
              </a:spcAft>
              <a:buClr>
                <a:srgbClr val="282828"/>
              </a:buClr>
              <a:buSzPts val="1800"/>
              <a:buNone/>
              <a:defRPr>
                <a:solidFill>
                  <a:srgbClr val="282828"/>
                </a:solidFill>
              </a:defRPr>
            </a:lvl5pPr>
            <a:lvl6pPr lvl="5" rtl="0">
              <a:spcBef>
                <a:spcPts val="600"/>
              </a:spcBef>
              <a:spcAft>
                <a:spcPts val="0"/>
              </a:spcAft>
              <a:buClr>
                <a:srgbClr val="282828"/>
              </a:buClr>
              <a:buSzPts val="1800"/>
              <a:buNone/>
              <a:defRPr>
                <a:solidFill>
                  <a:srgbClr val="282828"/>
                </a:solidFill>
              </a:defRPr>
            </a:lvl6pPr>
            <a:lvl7pPr lvl="6" rtl="0">
              <a:spcBef>
                <a:spcPts val="600"/>
              </a:spcBef>
              <a:spcAft>
                <a:spcPts val="0"/>
              </a:spcAft>
              <a:buClr>
                <a:srgbClr val="282828"/>
              </a:buClr>
              <a:buSzPts val="1800"/>
              <a:buNone/>
              <a:defRPr>
                <a:solidFill>
                  <a:srgbClr val="282828"/>
                </a:solidFill>
              </a:defRPr>
            </a:lvl7pPr>
            <a:lvl8pPr lvl="7" rtl="0">
              <a:spcBef>
                <a:spcPts val="400"/>
              </a:spcBef>
              <a:spcAft>
                <a:spcPts val="0"/>
              </a:spcAft>
              <a:buClr>
                <a:srgbClr val="282828"/>
              </a:buClr>
              <a:buSzPts val="1800"/>
              <a:buNone/>
              <a:defRPr>
                <a:solidFill>
                  <a:srgbClr val="282828"/>
                </a:solidFill>
              </a:defRPr>
            </a:lvl8pPr>
            <a:lvl9pPr lvl="8" rtl="0">
              <a:spcBef>
                <a:spcPts val="400"/>
              </a:spcBef>
              <a:spcAft>
                <a:spcPts val="200"/>
              </a:spcAft>
              <a:buClr>
                <a:srgbClr val="282828"/>
              </a:buClr>
              <a:buSzPts val="1800"/>
              <a:buFont typeface="Lexend"/>
              <a:buNone/>
              <a:defRPr>
                <a:solidFill>
                  <a:srgbClr val="282828"/>
                </a:solidFill>
                <a:latin typeface="Lexend"/>
                <a:ea typeface="Lexend"/>
                <a:cs typeface="Lexend"/>
                <a:sym typeface="Lexend"/>
              </a:defRPr>
            </a:lvl9pPr>
          </a:lstStyle>
          <a:p/>
        </p:txBody>
      </p:sp>
      <p:sp>
        <p:nvSpPr>
          <p:cNvPr id="125" name="Google Shape;125;p14"/>
          <p:cNvSpPr txBox="1"/>
          <p:nvPr>
            <p:ph idx="5" type="subTitle"/>
          </p:nvPr>
        </p:nvSpPr>
        <p:spPr>
          <a:xfrm>
            <a:off x="324000" y="2791200"/>
            <a:ext cx="2203500" cy="487200"/>
          </a:xfrm>
          <a:prstGeom prst="rect">
            <a:avLst/>
          </a:prstGeom>
        </p:spPr>
        <p:txBody>
          <a:bodyPr anchorCtr="0" anchor="t" bIns="0" lIns="0" spcFirstLastPara="1" rIns="0" wrap="square" tIns="0">
            <a:noAutofit/>
          </a:bodyPr>
          <a:lstStyle>
            <a:lvl1pPr lvl="0" rtl="0">
              <a:lnSpc>
                <a:spcPct val="115000"/>
              </a:lnSpc>
              <a:spcBef>
                <a:spcPts val="0"/>
              </a:spcBef>
              <a:spcAft>
                <a:spcPts val="0"/>
              </a:spcAft>
              <a:buClr>
                <a:srgbClr val="282828"/>
              </a:buClr>
              <a:buSzPts val="2000"/>
              <a:buFont typeface="Lexend"/>
              <a:buNone/>
              <a:defRPr b="1" sz="2000">
                <a:solidFill>
                  <a:srgbClr val="282828"/>
                </a:solidFill>
                <a:latin typeface="Lexend"/>
                <a:ea typeface="Lexend"/>
                <a:cs typeface="Lexend"/>
                <a:sym typeface="Lexend"/>
              </a:defRPr>
            </a:lvl1pPr>
            <a:lvl2pPr lvl="1" rtl="0">
              <a:spcBef>
                <a:spcPts val="1000"/>
              </a:spcBef>
              <a:spcAft>
                <a:spcPts val="0"/>
              </a:spcAft>
              <a:buClr>
                <a:srgbClr val="282828"/>
              </a:buClr>
              <a:buSzPts val="2000"/>
              <a:buFont typeface="Lexend"/>
              <a:buNone/>
              <a:defRPr sz="2000">
                <a:solidFill>
                  <a:srgbClr val="282828"/>
                </a:solidFill>
                <a:latin typeface="Lexend"/>
                <a:ea typeface="Lexend"/>
                <a:cs typeface="Lexend"/>
                <a:sym typeface="Lexend"/>
              </a:defRPr>
            </a:lvl2pPr>
            <a:lvl3pPr lvl="2" rtl="0">
              <a:spcBef>
                <a:spcPts val="1000"/>
              </a:spcBef>
              <a:spcAft>
                <a:spcPts val="0"/>
              </a:spcAft>
              <a:buClr>
                <a:srgbClr val="282828"/>
              </a:buClr>
              <a:buSzPts val="2000"/>
              <a:buFont typeface="Lexend"/>
              <a:buNone/>
              <a:defRPr>
                <a:solidFill>
                  <a:srgbClr val="282828"/>
                </a:solidFill>
                <a:latin typeface="Lexend"/>
                <a:ea typeface="Lexend"/>
                <a:cs typeface="Lexend"/>
                <a:sym typeface="Lexend"/>
              </a:defRPr>
            </a:lvl3pPr>
            <a:lvl4pPr lvl="3" rtl="0">
              <a:spcBef>
                <a:spcPts val="800"/>
              </a:spcBef>
              <a:spcAft>
                <a:spcPts val="0"/>
              </a:spcAft>
              <a:buClr>
                <a:srgbClr val="282828"/>
              </a:buClr>
              <a:buSzPts val="2000"/>
              <a:buFont typeface="Lexend"/>
              <a:buNone/>
              <a:defRPr sz="2000">
                <a:solidFill>
                  <a:srgbClr val="282828"/>
                </a:solidFill>
                <a:latin typeface="Lexend"/>
                <a:ea typeface="Lexend"/>
                <a:cs typeface="Lexend"/>
                <a:sym typeface="Lexend"/>
              </a:defRPr>
            </a:lvl4pPr>
            <a:lvl5pPr lvl="4" rtl="0">
              <a:spcBef>
                <a:spcPts val="800"/>
              </a:spcBef>
              <a:spcAft>
                <a:spcPts val="0"/>
              </a:spcAft>
              <a:buClr>
                <a:srgbClr val="282828"/>
              </a:buClr>
              <a:buSzPts val="2000"/>
              <a:buFont typeface="Lexend"/>
              <a:buNone/>
              <a:defRPr sz="2000">
                <a:solidFill>
                  <a:srgbClr val="282828"/>
                </a:solidFill>
                <a:latin typeface="Lexend"/>
                <a:ea typeface="Lexend"/>
                <a:cs typeface="Lexend"/>
                <a:sym typeface="Lexend"/>
              </a:defRPr>
            </a:lvl5pPr>
            <a:lvl6pPr lvl="5" rtl="0">
              <a:spcBef>
                <a:spcPts val="600"/>
              </a:spcBef>
              <a:spcAft>
                <a:spcPts val="0"/>
              </a:spcAft>
              <a:buClr>
                <a:srgbClr val="282828"/>
              </a:buClr>
              <a:buSzPts val="2000"/>
              <a:buFont typeface="Lexend"/>
              <a:buNone/>
              <a:defRPr sz="2000">
                <a:solidFill>
                  <a:srgbClr val="282828"/>
                </a:solidFill>
                <a:latin typeface="Lexend"/>
                <a:ea typeface="Lexend"/>
                <a:cs typeface="Lexend"/>
                <a:sym typeface="Lexend"/>
              </a:defRPr>
            </a:lvl6pPr>
            <a:lvl7pPr lvl="6" rtl="0">
              <a:spcBef>
                <a:spcPts val="600"/>
              </a:spcBef>
              <a:spcAft>
                <a:spcPts val="0"/>
              </a:spcAft>
              <a:buClr>
                <a:srgbClr val="282828"/>
              </a:buClr>
              <a:buSzPts val="2000"/>
              <a:buFont typeface="Lexend"/>
              <a:buNone/>
              <a:defRPr sz="2000">
                <a:solidFill>
                  <a:srgbClr val="282828"/>
                </a:solidFill>
                <a:latin typeface="Lexend"/>
                <a:ea typeface="Lexend"/>
                <a:cs typeface="Lexend"/>
                <a:sym typeface="Lexend"/>
              </a:defRPr>
            </a:lvl7pPr>
            <a:lvl8pPr lvl="7" rtl="0">
              <a:spcBef>
                <a:spcPts val="400"/>
              </a:spcBef>
              <a:spcAft>
                <a:spcPts val="0"/>
              </a:spcAft>
              <a:buClr>
                <a:srgbClr val="282828"/>
              </a:buClr>
              <a:buSzPts val="2000"/>
              <a:buFont typeface="Lexend"/>
              <a:buNone/>
              <a:defRPr sz="2000">
                <a:solidFill>
                  <a:srgbClr val="282828"/>
                </a:solidFill>
                <a:latin typeface="Lexend"/>
                <a:ea typeface="Lexend"/>
                <a:cs typeface="Lexend"/>
                <a:sym typeface="Lexend"/>
              </a:defRPr>
            </a:lvl8pPr>
            <a:lvl9pPr lvl="8" rtl="0">
              <a:spcBef>
                <a:spcPts val="400"/>
              </a:spcBef>
              <a:spcAft>
                <a:spcPts val="200"/>
              </a:spcAft>
              <a:buClr>
                <a:srgbClr val="282828"/>
              </a:buClr>
              <a:buSzPts val="2000"/>
              <a:buFont typeface="Lexend"/>
              <a:buNone/>
              <a:defRPr sz="2000">
                <a:solidFill>
                  <a:srgbClr val="282828"/>
                </a:solidFill>
                <a:latin typeface="Lexend"/>
                <a:ea typeface="Lexend"/>
                <a:cs typeface="Lexend"/>
                <a:sym typeface="Lexend"/>
              </a:defRPr>
            </a:lvl9pPr>
          </a:lstStyle>
          <a:p/>
        </p:txBody>
      </p:sp>
      <p:sp>
        <p:nvSpPr>
          <p:cNvPr id="126" name="Google Shape;126;p14"/>
          <p:cNvSpPr txBox="1"/>
          <p:nvPr>
            <p:ph idx="6" type="subTitle"/>
          </p:nvPr>
        </p:nvSpPr>
        <p:spPr>
          <a:xfrm>
            <a:off x="2699325" y="2791200"/>
            <a:ext cx="4047900" cy="487200"/>
          </a:xfrm>
          <a:prstGeom prst="rect">
            <a:avLst/>
          </a:prstGeom>
        </p:spPr>
        <p:txBody>
          <a:bodyPr anchorCtr="0" anchor="t" bIns="0" lIns="0" spcFirstLastPara="1" rIns="0" wrap="square" tIns="0">
            <a:noAutofit/>
          </a:bodyPr>
          <a:lstStyle>
            <a:lvl1pPr lvl="0" rtl="0">
              <a:lnSpc>
                <a:spcPct val="115000"/>
              </a:lnSpc>
              <a:spcBef>
                <a:spcPts val="0"/>
              </a:spcBef>
              <a:spcAft>
                <a:spcPts val="0"/>
              </a:spcAft>
              <a:buClr>
                <a:srgbClr val="282828"/>
              </a:buClr>
              <a:buSzPts val="1800"/>
              <a:buNone/>
              <a:defRPr sz="1800">
                <a:solidFill>
                  <a:srgbClr val="282828"/>
                </a:solidFill>
              </a:defRPr>
            </a:lvl1pPr>
            <a:lvl2pPr lvl="1" rtl="0">
              <a:spcBef>
                <a:spcPts val="1000"/>
              </a:spcBef>
              <a:spcAft>
                <a:spcPts val="0"/>
              </a:spcAft>
              <a:buClr>
                <a:srgbClr val="282828"/>
              </a:buClr>
              <a:buSzPts val="1800"/>
              <a:buNone/>
              <a:defRPr sz="1800">
                <a:solidFill>
                  <a:srgbClr val="282828"/>
                </a:solidFill>
              </a:defRPr>
            </a:lvl2pPr>
            <a:lvl3pPr lvl="2" rtl="0">
              <a:spcBef>
                <a:spcPts val="1000"/>
              </a:spcBef>
              <a:spcAft>
                <a:spcPts val="0"/>
              </a:spcAft>
              <a:buClr>
                <a:srgbClr val="282828"/>
              </a:buClr>
              <a:buSzPts val="1800"/>
              <a:buNone/>
              <a:defRPr sz="1800">
                <a:solidFill>
                  <a:srgbClr val="282828"/>
                </a:solidFill>
              </a:defRPr>
            </a:lvl3pPr>
            <a:lvl4pPr lvl="3" rtl="0">
              <a:spcBef>
                <a:spcPts val="800"/>
              </a:spcBef>
              <a:spcAft>
                <a:spcPts val="0"/>
              </a:spcAft>
              <a:buClr>
                <a:srgbClr val="282828"/>
              </a:buClr>
              <a:buSzPts val="1800"/>
              <a:buNone/>
              <a:defRPr sz="1800">
                <a:solidFill>
                  <a:srgbClr val="282828"/>
                </a:solidFill>
              </a:defRPr>
            </a:lvl4pPr>
            <a:lvl5pPr lvl="4" rtl="0">
              <a:spcBef>
                <a:spcPts val="800"/>
              </a:spcBef>
              <a:spcAft>
                <a:spcPts val="0"/>
              </a:spcAft>
              <a:buClr>
                <a:srgbClr val="282828"/>
              </a:buClr>
              <a:buSzPts val="1800"/>
              <a:buNone/>
              <a:defRPr>
                <a:solidFill>
                  <a:srgbClr val="282828"/>
                </a:solidFill>
              </a:defRPr>
            </a:lvl5pPr>
            <a:lvl6pPr lvl="5" rtl="0">
              <a:spcBef>
                <a:spcPts val="600"/>
              </a:spcBef>
              <a:spcAft>
                <a:spcPts val="0"/>
              </a:spcAft>
              <a:buClr>
                <a:srgbClr val="282828"/>
              </a:buClr>
              <a:buSzPts val="1800"/>
              <a:buNone/>
              <a:defRPr>
                <a:solidFill>
                  <a:srgbClr val="282828"/>
                </a:solidFill>
              </a:defRPr>
            </a:lvl6pPr>
            <a:lvl7pPr lvl="6" rtl="0">
              <a:spcBef>
                <a:spcPts val="600"/>
              </a:spcBef>
              <a:spcAft>
                <a:spcPts val="0"/>
              </a:spcAft>
              <a:buClr>
                <a:srgbClr val="282828"/>
              </a:buClr>
              <a:buSzPts val="1800"/>
              <a:buNone/>
              <a:defRPr>
                <a:solidFill>
                  <a:srgbClr val="282828"/>
                </a:solidFill>
              </a:defRPr>
            </a:lvl7pPr>
            <a:lvl8pPr lvl="7" rtl="0">
              <a:spcBef>
                <a:spcPts val="400"/>
              </a:spcBef>
              <a:spcAft>
                <a:spcPts val="0"/>
              </a:spcAft>
              <a:buClr>
                <a:srgbClr val="282828"/>
              </a:buClr>
              <a:buSzPts val="1800"/>
              <a:buNone/>
              <a:defRPr>
                <a:solidFill>
                  <a:srgbClr val="282828"/>
                </a:solidFill>
              </a:defRPr>
            </a:lvl8pPr>
            <a:lvl9pPr lvl="8" rtl="0">
              <a:spcBef>
                <a:spcPts val="400"/>
              </a:spcBef>
              <a:spcAft>
                <a:spcPts val="200"/>
              </a:spcAft>
              <a:buClr>
                <a:srgbClr val="282828"/>
              </a:buClr>
              <a:buSzPts val="1800"/>
              <a:buFont typeface="Lexend"/>
              <a:buNone/>
              <a:defRPr>
                <a:solidFill>
                  <a:srgbClr val="282828"/>
                </a:solidFill>
                <a:latin typeface="Lexend"/>
                <a:ea typeface="Lexend"/>
                <a:cs typeface="Lexend"/>
                <a:sym typeface="Lexend"/>
              </a:defRPr>
            </a:lvl9pPr>
          </a:lstStyle>
          <a:p/>
        </p:txBody>
      </p:sp>
      <p:sp>
        <p:nvSpPr>
          <p:cNvPr id="127" name="Google Shape;127;p14"/>
          <p:cNvSpPr txBox="1"/>
          <p:nvPr>
            <p:ph idx="7" type="subTitle"/>
          </p:nvPr>
        </p:nvSpPr>
        <p:spPr>
          <a:xfrm>
            <a:off x="324000" y="3781800"/>
            <a:ext cx="2203500" cy="487200"/>
          </a:xfrm>
          <a:prstGeom prst="rect">
            <a:avLst/>
          </a:prstGeom>
        </p:spPr>
        <p:txBody>
          <a:bodyPr anchorCtr="0" anchor="t" bIns="0" lIns="0" spcFirstLastPara="1" rIns="0" wrap="square" tIns="0">
            <a:noAutofit/>
          </a:bodyPr>
          <a:lstStyle>
            <a:lvl1pPr lvl="0" rtl="0">
              <a:lnSpc>
                <a:spcPct val="115000"/>
              </a:lnSpc>
              <a:spcBef>
                <a:spcPts val="0"/>
              </a:spcBef>
              <a:spcAft>
                <a:spcPts val="0"/>
              </a:spcAft>
              <a:buClr>
                <a:srgbClr val="282828"/>
              </a:buClr>
              <a:buSzPts val="2000"/>
              <a:buFont typeface="Lexend"/>
              <a:buNone/>
              <a:defRPr b="1" sz="2000">
                <a:solidFill>
                  <a:srgbClr val="282828"/>
                </a:solidFill>
                <a:latin typeface="Lexend"/>
                <a:ea typeface="Lexend"/>
                <a:cs typeface="Lexend"/>
                <a:sym typeface="Lexend"/>
              </a:defRPr>
            </a:lvl1pPr>
            <a:lvl2pPr lvl="1" rtl="0">
              <a:spcBef>
                <a:spcPts val="1000"/>
              </a:spcBef>
              <a:spcAft>
                <a:spcPts val="0"/>
              </a:spcAft>
              <a:buClr>
                <a:srgbClr val="282828"/>
              </a:buClr>
              <a:buSzPts val="2000"/>
              <a:buFont typeface="Lexend"/>
              <a:buNone/>
              <a:defRPr sz="2000">
                <a:solidFill>
                  <a:srgbClr val="282828"/>
                </a:solidFill>
                <a:latin typeface="Lexend"/>
                <a:ea typeface="Lexend"/>
                <a:cs typeface="Lexend"/>
                <a:sym typeface="Lexend"/>
              </a:defRPr>
            </a:lvl2pPr>
            <a:lvl3pPr lvl="2" rtl="0">
              <a:spcBef>
                <a:spcPts val="1000"/>
              </a:spcBef>
              <a:spcAft>
                <a:spcPts val="0"/>
              </a:spcAft>
              <a:buClr>
                <a:srgbClr val="282828"/>
              </a:buClr>
              <a:buSzPts val="2000"/>
              <a:buFont typeface="Lexend"/>
              <a:buNone/>
              <a:defRPr>
                <a:solidFill>
                  <a:srgbClr val="282828"/>
                </a:solidFill>
                <a:latin typeface="Lexend"/>
                <a:ea typeface="Lexend"/>
                <a:cs typeface="Lexend"/>
                <a:sym typeface="Lexend"/>
              </a:defRPr>
            </a:lvl3pPr>
            <a:lvl4pPr lvl="3" rtl="0">
              <a:spcBef>
                <a:spcPts val="800"/>
              </a:spcBef>
              <a:spcAft>
                <a:spcPts val="0"/>
              </a:spcAft>
              <a:buClr>
                <a:srgbClr val="282828"/>
              </a:buClr>
              <a:buSzPts val="2000"/>
              <a:buFont typeface="Lexend"/>
              <a:buNone/>
              <a:defRPr sz="2000">
                <a:solidFill>
                  <a:srgbClr val="282828"/>
                </a:solidFill>
                <a:latin typeface="Lexend"/>
                <a:ea typeface="Lexend"/>
                <a:cs typeface="Lexend"/>
                <a:sym typeface="Lexend"/>
              </a:defRPr>
            </a:lvl4pPr>
            <a:lvl5pPr lvl="4" rtl="0">
              <a:spcBef>
                <a:spcPts val="800"/>
              </a:spcBef>
              <a:spcAft>
                <a:spcPts val="0"/>
              </a:spcAft>
              <a:buClr>
                <a:srgbClr val="282828"/>
              </a:buClr>
              <a:buSzPts val="2000"/>
              <a:buFont typeface="Lexend"/>
              <a:buNone/>
              <a:defRPr sz="2000">
                <a:solidFill>
                  <a:srgbClr val="282828"/>
                </a:solidFill>
                <a:latin typeface="Lexend"/>
                <a:ea typeface="Lexend"/>
                <a:cs typeface="Lexend"/>
                <a:sym typeface="Lexend"/>
              </a:defRPr>
            </a:lvl5pPr>
            <a:lvl6pPr lvl="5" rtl="0">
              <a:spcBef>
                <a:spcPts val="600"/>
              </a:spcBef>
              <a:spcAft>
                <a:spcPts val="0"/>
              </a:spcAft>
              <a:buClr>
                <a:srgbClr val="282828"/>
              </a:buClr>
              <a:buSzPts val="2000"/>
              <a:buFont typeface="Lexend"/>
              <a:buNone/>
              <a:defRPr sz="2000">
                <a:solidFill>
                  <a:srgbClr val="282828"/>
                </a:solidFill>
                <a:latin typeface="Lexend"/>
                <a:ea typeface="Lexend"/>
                <a:cs typeface="Lexend"/>
                <a:sym typeface="Lexend"/>
              </a:defRPr>
            </a:lvl6pPr>
            <a:lvl7pPr lvl="6" rtl="0">
              <a:spcBef>
                <a:spcPts val="600"/>
              </a:spcBef>
              <a:spcAft>
                <a:spcPts val="0"/>
              </a:spcAft>
              <a:buClr>
                <a:srgbClr val="282828"/>
              </a:buClr>
              <a:buSzPts val="2000"/>
              <a:buFont typeface="Lexend"/>
              <a:buNone/>
              <a:defRPr sz="2000">
                <a:solidFill>
                  <a:srgbClr val="282828"/>
                </a:solidFill>
                <a:latin typeface="Lexend"/>
                <a:ea typeface="Lexend"/>
                <a:cs typeface="Lexend"/>
                <a:sym typeface="Lexend"/>
              </a:defRPr>
            </a:lvl7pPr>
            <a:lvl8pPr lvl="7" rtl="0">
              <a:spcBef>
                <a:spcPts val="400"/>
              </a:spcBef>
              <a:spcAft>
                <a:spcPts val="0"/>
              </a:spcAft>
              <a:buClr>
                <a:srgbClr val="282828"/>
              </a:buClr>
              <a:buSzPts val="2000"/>
              <a:buFont typeface="Lexend"/>
              <a:buNone/>
              <a:defRPr sz="2000">
                <a:solidFill>
                  <a:srgbClr val="282828"/>
                </a:solidFill>
                <a:latin typeface="Lexend"/>
                <a:ea typeface="Lexend"/>
                <a:cs typeface="Lexend"/>
                <a:sym typeface="Lexend"/>
              </a:defRPr>
            </a:lvl8pPr>
            <a:lvl9pPr lvl="8" rtl="0">
              <a:spcBef>
                <a:spcPts val="400"/>
              </a:spcBef>
              <a:spcAft>
                <a:spcPts val="200"/>
              </a:spcAft>
              <a:buClr>
                <a:srgbClr val="282828"/>
              </a:buClr>
              <a:buSzPts val="2000"/>
              <a:buFont typeface="Lexend"/>
              <a:buNone/>
              <a:defRPr sz="2000">
                <a:solidFill>
                  <a:srgbClr val="282828"/>
                </a:solidFill>
                <a:latin typeface="Lexend"/>
                <a:ea typeface="Lexend"/>
                <a:cs typeface="Lexend"/>
                <a:sym typeface="Lexend"/>
              </a:defRPr>
            </a:lvl9pPr>
          </a:lstStyle>
          <a:p/>
        </p:txBody>
      </p:sp>
      <p:sp>
        <p:nvSpPr>
          <p:cNvPr id="128" name="Google Shape;128;p14"/>
          <p:cNvSpPr txBox="1"/>
          <p:nvPr>
            <p:ph idx="8" type="subTitle"/>
          </p:nvPr>
        </p:nvSpPr>
        <p:spPr>
          <a:xfrm>
            <a:off x="2699325" y="3781800"/>
            <a:ext cx="4047900" cy="487200"/>
          </a:xfrm>
          <a:prstGeom prst="rect">
            <a:avLst/>
          </a:prstGeom>
        </p:spPr>
        <p:txBody>
          <a:bodyPr anchorCtr="0" anchor="t" bIns="0" lIns="0" spcFirstLastPara="1" rIns="0" wrap="square" tIns="0">
            <a:noAutofit/>
          </a:bodyPr>
          <a:lstStyle>
            <a:lvl1pPr lvl="0" rtl="0">
              <a:lnSpc>
                <a:spcPct val="115000"/>
              </a:lnSpc>
              <a:spcBef>
                <a:spcPts val="0"/>
              </a:spcBef>
              <a:spcAft>
                <a:spcPts val="0"/>
              </a:spcAft>
              <a:buClr>
                <a:srgbClr val="282828"/>
              </a:buClr>
              <a:buSzPts val="1800"/>
              <a:buNone/>
              <a:defRPr sz="1800">
                <a:solidFill>
                  <a:srgbClr val="282828"/>
                </a:solidFill>
              </a:defRPr>
            </a:lvl1pPr>
            <a:lvl2pPr lvl="1" rtl="0">
              <a:spcBef>
                <a:spcPts val="1000"/>
              </a:spcBef>
              <a:spcAft>
                <a:spcPts val="0"/>
              </a:spcAft>
              <a:buClr>
                <a:srgbClr val="282828"/>
              </a:buClr>
              <a:buSzPts val="1800"/>
              <a:buNone/>
              <a:defRPr sz="1800">
                <a:solidFill>
                  <a:srgbClr val="282828"/>
                </a:solidFill>
              </a:defRPr>
            </a:lvl2pPr>
            <a:lvl3pPr lvl="2" rtl="0">
              <a:spcBef>
                <a:spcPts val="1000"/>
              </a:spcBef>
              <a:spcAft>
                <a:spcPts val="0"/>
              </a:spcAft>
              <a:buClr>
                <a:srgbClr val="282828"/>
              </a:buClr>
              <a:buSzPts val="1800"/>
              <a:buNone/>
              <a:defRPr sz="1800">
                <a:solidFill>
                  <a:srgbClr val="282828"/>
                </a:solidFill>
              </a:defRPr>
            </a:lvl3pPr>
            <a:lvl4pPr lvl="3" rtl="0">
              <a:spcBef>
                <a:spcPts val="800"/>
              </a:spcBef>
              <a:spcAft>
                <a:spcPts val="0"/>
              </a:spcAft>
              <a:buClr>
                <a:srgbClr val="282828"/>
              </a:buClr>
              <a:buSzPts val="1800"/>
              <a:buNone/>
              <a:defRPr sz="1800">
                <a:solidFill>
                  <a:srgbClr val="282828"/>
                </a:solidFill>
              </a:defRPr>
            </a:lvl4pPr>
            <a:lvl5pPr lvl="4" rtl="0">
              <a:spcBef>
                <a:spcPts val="800"/>
              </a:spcBef>
              <a:spcAft>
                <a:spcPts val="0"/>
              </a:spcAft>
              <a:buClr>
                <a:srgbClr val="282828"/>
              </a:buClr>
              <a:buSzPts val="1800"/>
              <a:buNone/>
              <a:defRPr>
                <a:solidFill>
                  <a:srgbClr val="282828"/>
                </a:solidFill>
              </a:defRPr>
            </a:lvl5pPr>
            <a:lvl6pPr lvl="5" rtl="0">
              <a:spcBef>
                <a:spcPts val="600"/>
              </a:spcBef>
              <a:spcAft>
                <a:spcPts val="0"/>
              </a:spcAft>
              <a:buClr>
                <a:srgbClr val="282828"/>
              </a:buClr>
              <a:buSzPts val="1800"/>
              <a:buNone/>
              <a:defRPr>
                <a:solidFill>
                  <a:srgbClr val="282828"/>
                </a:solidFill>
              </a:defRPr>
            </a:lvl6pPr>
            <a:lvl7pPr lvl="6" rtl="0">
              <a:spcBef>
                <a:spcPts val="600"/>
              </a:spcBef>
              <a:spcAft>
                <a:spcPts val="0"/>
              </a:spcAft>
              <a:buClr>
                <a:srgbClr val="282828"/>
              </a:buClr>
              <a:buSzPts val="1800"/>
              <a:buNone/>
              <a:defRPr>
                <a:solidFill>
                  <a:srgbClr val="282828"/>
                </a:solidFill>
              </a:defRPr>
            </a:lvl7pPr>
            <a:lvl8pPr lvl="7" rtl="0">
              <a:spcBef>
                <a:spcPts val="400"/>
              </a:spcBef>
              <a:spcAft>
                <a:spcPts val="0"/>
              </a:spcAft>
              <a:buClr>
                <a:srgbClr val="282828"/>
              </a:buClr>
              <a:buSzPts val="1800"/>
              <a:buNone/>
              <a:defRPr>
                <a:solidFill>
                  <a:srgbClr val="282828"/>
                </a:solidFill>
              </a:defRPr>
            </a:lvl8pPr>
            <a:lvl9pPr lvl="8" rtl="0">
              <a:spcBef>
                <a:spcPts val="400"/>
              </a:spcBef>
              <a:spcAft>
                <a:spcPts val="200"/>
              </a:spcAft>
              <a:buClr>
                <a:srgbClr val="282828"/>
              </a:buClr>
              <a:buSzPts val="1800"/>
              <a:buFont typeface="Lexend"/>
              <a:buNone/>
              <a:defRPr>
                <a:solidFill>
                  <a:srgbClr val="282828"/>
                </a:solidFill>
                <a:latin typeface="Lexend"/>
                <a:ea typeface="Lexend"/>
                <a:cs typeface="Lexend"/>
                <a:sym typeface="Lexend"/>
              </a:defRPr>
            </a:lvl9pPr>
          </a:lstStyle>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9.0 Keywords (5)">
  <p:cSld name="CUSTOM_3_1_1_1">
    <p:spTree>
      <p:nvGrpSpPr>
        <p:cNvPr id="129" name="Shape 129"/>
        <p:cNvGrpSpPr/>
        <p:nvPr/>
      </p:nvGrpSpPr>
      <p:grpSpPr>
        <a:xfrm>
          <a:off x="0" y="0"/>
          <a:ext cx="0" cy="0"/>
          <a:chOff x="0" y="0"/>
          <a:chExt cx="0" cy="0"/>
        </a:xfrm>
      </p:grpSpPr>
      <p:sp>
        <p:nvSpPr>
          <p:cNvPr id="130" name="Google Shape;130;p15"/>
          <p:cNvSpPr/>
          <p:nvPr/>
        </p:nvSpPr>
        <p:spPr>
          <a:xfrm>
            <a:off x="0" y="1"/>
            <a:ext cx="9144300" cy="540300"/>
          </a:xfrm>
          <a:prstGeom prst="rect">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id="131" name="Google Shape;131;p15"/>
          <p:cNvPicPr preferRelativeResize="0"/>
          <p:nvPr/>
        </p:nvPicPr>
        <p:blipFill rotWithShape="1">
          <a:blip r:embed="rId2">
            <a:alphaModFix/>
          </a:blip>
          <a:srcRect b="1709" l="0" r="0" t="1699"/>
          <a:stretch/>
        </p:blipFill>
        <p:spPr>
          <a:xfrm>
            <a:off x="0" y="532525"/>
            <a:ext cx="9151202" cy="116709"/>
          </a:xfrm>
          <a:prstGeom prst="rect">
            <a:avLst/>
          </a:prstGeom>
          <a:noFill/>
          <a:ln>
            <a:noFill/>
          </a:ln>
        </p:spPr>
      </p:pic>
      <p:sp>
        <p:nvSpPr>
          <p:cNvPr id="132" name="Google Shape;132;p15"/>
          <p:cNvSpPr/>
          <p:nvPr/>
        </p:nvSpPr>
        <p:spPr>
          <a:xfrm>
            <a:off x="324000" y="114450"/>
            <a:ext cx="6671700" cy="364800"/>
          </a:xfrm>
          <a:prstGeom prst="rect">
            <a:avLst/>
          </a:prstGeom>
          <a:noFill/>
          <a:ln>
            <a:noFill/>
          </a:ln>
        </p:spPr>
        <p:txBody>
          <a:bodyPr anchorCtr="0" anchor="t" bIns="0" lIns="0" spcFirstLastPara="1" rIns="0" wrap="square" tIns="0">
            <a:noAutofit/>
          </a:bodyPr>
          <a:lstStyle/>
          <a:p>
            <a:pPr indent="0" lvl="0" marL="0" marR="0" rtl="0" algn="l">
              <a:lnSpc>
                <a:spcPct val="115000"/>
              </a:lnSpc>
              <a:spcBef>
                <a:spcPts val="0"/>
              </a:spcBef>
              <a:spcAft>
                <a:spcPts val="0"/>
              </a:spcAft>
              <a:buNone/>
            </a:pPr>
            <a:r>
              <a:rPr b="1" i="0" lang="en-GB" sz="2000" u="none" cap="none" strike="noStrike">
                <a:solidFill>
                  <a:srgbClr val="282828"/>
                </a:solidFill>
                <a:latin typeface="Lexend"/>
                <a:ea typeface="Lexend"/>
                <a:cs typeface="Lexend"/>
                <a:sym typeface="Lexend"/>
              </a:rPr>
              <a:t>Keywords</a:t>
            </a:r>
            <a:endParaRPr b="0" i="0" sz="2000" u="none" cap="none" strike="noStrike">
              <a:solidFill>
                <a:srgbClr val="282828"/>
              </a:solidFill>
              <a:latin typeface="Calibri"/>
              <a:ea typeface="Calibri"/>
              <a:cs typeface="Calibri"/>
              <a:sym typeface="Calibri"/>
            </a:endParaRPr>
          </a:p>
        </p:txBody>
      </p:sp>
      <p:sp>
        <p:nvSpPr>
          <p:cNvPr id="133" name="Google Shape;133;p15"/>
          <p:cNvSpPr txBox="1"/>
          <p:nvPr>
            <p:ph idx="1" type="subTitle"/>
          </p:nvPr>
        </p:nvSpPr>
        <p:spPr>
          <a:xfrm>
            <a:off x="324000" y="810000"/>
            <a:ext cx="2203500" cy="487200"/>
          </a:xfrm>
          <a:prstGeom prst="rect">
            <a:avLst/>
          </a:prstGeom>
        </p:spPr>
        <p:txBody>
          <a:bodyPr anchorCtr="0" anchor="t" bIns="0" lIns="0" spcFirstLastPara="1" rIns="0" wrap="square" tIns="0">
            <a:noAutofit/>
          </a:bodyPr>
          <a:lstStyle>
            <a:lvl1pPr lvl="0" rtl="0">
              <a:lnSpc>
                <a:spcPct val="115000"/>
              </a:lnSpc>
              <a:spcBef>
                <a:spcPts val="0"/>
              </a:spcBef>
              <a:spcAft>
                <a:spcPts val="0"/>
              </a:spcAft>
              <a:buClr>
                <a:srgbClr val="282828"/>
              </a:buClr>
              <a:buSzPts val="2000"/>
              <a:buFont typeface="Lexend"/>
              <a:buNone/>
              <a:defRPr b="1" sz="2000">
                <a:solidFill>
                  <a:srgbClr val="282828"/>
                </a:solidFill>
                <a:latin typeface="Lexend"/>
                <a:ea typeface="Lexend"/>
                <a:cs typeface="Lexend"/>
                <a:sym typeface="Lexend"/>
              </a:defRPr>
            </a:lvl1pPr>
            <a:lvl2pPr lvl="1" rtl="0">
              <a:spcBef>
                <a:spcPts val="1000"/>
              </a:spcBef>
              <a:spcAft>
                <a:spcPts val="0"/>
              </a:spcAft>
              <a:buClr>
                <a:srgbClr val="282828"/>
              </a:buClr>
              <a:buSzPts val="2000"/>
              <a:buFont typeface="Lexend"/>
              <a:buNone/>
              <a:defRPr sz="2000">
                <a:solidFill>
                  <a:srgbClr val="282828"/>
                </a:solidFill>
                <a:latin typeface="Lexend"/>
                <a:ea typeface="Lexend"/>
                <a:cs typeface="Lexend"/>
                <a:sym typeface="Lexend"/>
              </a:defRPr>
            </a:lvl2pPr>
            <a:lvl3pPr lvl="2" rtl="0">
              <a:spcBef>
                <a:spcPts val="1000"/>
              </a:spcBef>
              <a:spcAft>
                <a:spcPts val="0"/>
              </a:spcAft>
              <a:buClr>
                <a:srgbClr val="282828"/>
              </a:buClr>
              <a:buSzPts val="2000"/>
              <a:buFont typeface="Lexend"/>
              <a:buNone/>
              <a:defRPr>
                <a:solidFill>
                  <a:srgbClr val="282828"/>
                </a:solidFill>
                <a:latin typeface="Lexend"/>
                <a:ea typeface="Lexend"/>
                <a:cs typeface="Lexend"/>
                <a:sym typeface="Lexend"/>
              </a:defRPr>
            </a:lvl3pPr>
            <a:lvl4pPr lvl="3" rtl="0">
              <a:spcBef>
                <a:spcPts val="800"/>
              </a:spcBef>
              <a:spcAft>
                <a:spcPts val="0"/>
              </a:spcAft>
              <a:buClr>
                <a:srgbClr val="282828"/>
              </a:buClr>
              <a:buSzPts val="2000"/>
              <a:buFont typeface="Lexend"/>
              <a:buNone/>
              <a:defRPr sz="2000">
                <a:solidFill>
                  <a:srgbClr val="282828"/>
                </a:solidFill>
                <a:latin typeface="Lexend"/>
                <a:ea typeface="Lexend"/>
                <a:cs typeface="Lexend"/>
                <a:sym typeface="Lexend"/>
              </a:defRPr>
            </a:lvl4pPr>
            <a:lvl5pPr lvl="4" rtl="0">
              <a:spcBef>
                <a:spcPts val="800"/>
              </a:spcBef>
              <a:spcAft>
                <a:spcPts val="0"/>
              </a:spcAft>
              <a:buClr>
                <a:srgbClr val="282828"/>
              </a:buClr>
              <a:buSzPts val="2000"/>
              <a:buFont typeface="Lexend"/>
              <a:buNone/>
              <a:defRPr sz="2000">
                <a:solidFill>
                  <a:srgbClr val="282828"/>
                </a:solidFill>
                <a:latin typeface="Lexend"/>
                <a:ea typeface="Lexend"/>
                <a:cs typeface="Lexend"/>
                <a:sym typeface="Lexend"/>
              </a:defRPr>
            </a:lvl5pPr>
            <a:lvl6pPr lvl="5" rtl="0">
              <a:spcBef>
                <a:spcPts val="600"/>
              </a:spcBef>
              <a:spcAft>
                <a:spcPts val="0"/>
              </a:spcAft>
              <a:buClr>
                <a:srgbClr val="282828"/>
              </a:buClr>
              <a:buSzPts val="2000"/>
              <a:buFont typeface="Lexend"/>
              <a:buNone/>
              <a:defRPr sz="2000">
                <a:solidFill>
                  <a:srgbClr val="282828"/>
                </a:solidFill>
                <a:latin typeface="Lexend"/>
                <a:ea typeface="Lexend"/>
                <a:cs typeface="Lexend"/>
                <a:sym typeface="Lexend"/>
              </a:defRPr>
            </a:lvl6pPr>
            <a:lvl7pPr lvl="6" rtl="0">
              <a:spcBef>
                <a:spcPts val="600"/>
              </a:spcBef>
              <a:spcAft>
                <a:spcPts val="0"/>
              </a:spcAft>
              <a:buClr>
                <a:srgbClr val="282828"/>
              </a:buClr>
              <a:buSzPts val="2000"/>
              <a:buFont typeface="Lexend"/>
              <a:buNone/>
              <a:defRPr sz="2000">
                <a:solidFill>
                  <a:srgbClr val="282828"/>
                </a:solidFill>
                <a:latin typeface="Lexend"/>
                <a:ea typeface="Lexend"/>
                <a:cs typeface="Lexend"/>
                <a:sym typeface="Lexend"/>
              </a:defRPr>
            </a:lvl7pPr>
            <a:lvl8pPr lvl="7" rtl="0">
              <a:spcBef>
                <a:spcPts val="400"/>
              </a:spcBef>
              <a:spcAft>
                <a:spcPts val="0"/>
              </a:spcAft>
              <a:buClr>
                <a:srgbClr val="282828"/>
              </a:buClr>
              <a:buSzPts val="2000"/>
              <a:buFont typeface="Lexend"/>
              <a:buNone/>
              <a:defRPr sz="2000">
                <a:solidFill>
                  <a:srgbClr val="282828"/>
                </a:solidFill>
                <a:latin typeface="Lexend"/>
                <a:ea typeface="Lexend"/>
                <a:cs typeface="Lexend"/>
                <a:sym typeface="Lexend"/>
              </a:defRPr>
            </a:lvl8pPr>
            <a:lvl9pPr lvl="8" rtl="0">
              <a:spcBef>
                <a:spcPts val="400"/>
              </a:spcBef>
              <a:spcAft>
                <a:spcPts val="200"/>
              </a:spcAft>
              <a:buClr>
                <a:srgbClr val="282828"/>
              </a:buClr>
              <a:buSzPts val="2000"/>
              <a:buFont typeface="Lexend"/>
              <a:buNone/>
              <a:defRPr sz="2000">
                <a:solidFill>
                  <a:srgbClr val="282828"/>
                </a:solidFill>
                <a:latin typeface="Lexend"/>
                <a:ea typeface="Lexend"/>
                <a:cs typeface="Lexend"/>
                <a:sym typeface="Lexend"/>
              </a:defRPr>
            </a:lvl9pPr>
          </a:lstStyle>
          <a:p/>
        </p:txBody>
      </p:sp>
      <p:sp>
        <p:nvSpPr>
          <p:cNvPr id="134" name="Google Shape;134;p15"/>
          <p:cNvSpPr txBox="1"/>
          <p:nvPr>
            <p:ph idx="2" type="subTitle"/>
          </p:nvPr>
        </p:nvSpPr>
        <p:spPr>
          <a:xfrm>
            <a:off x="2699325" y="810000"/>
            <a:ext cx="4047900" cy="487200"/>
          </a:xfrm>
          <a:prstGeom prst="rect">
            <a:avLst/>
          </a:prstGeom>
        </p:spPr>
        <p:txBody>
          <a:bodyPr anchorCtr="0" anchor="t" bIns="0" lIns="0" spcFirstLastPara="1" rIns="0" wrap="square" tIns="0">
            <a:noAutofit/>
          </a:bodyPr>
          <a:lstStyle>
            <a:lvl1pPr lvl="0" rtl="0">
              <a:lnSpc>
                <a:spcPct val="115000"/>
              </a:lnSpc>
              <a:spcBef>
                <a:spcPts val="0"/>
              </a:spcBef>
              <a:spcAft>
                <a:spcPts val="0"/>
              </a:spcAft>
              <a:buClr>
                <a:srgbClr val="282828"/>
              </a:buClr>
              <a:buSzPts val="1800"/>
              <a:buNone/>
              <a:defRPr sz="1800">
                <a:solidFill>
                  <a:srgbClr val="282828"/>
                </a:solidFill>
              </a:defRPr>
            </a:lvl1pPr>
            <a:lvl2pPr lvl="1" rtl="0">
              <a:spcBef>
                <a:spcPts val="1000"/>
              </a:spcBef>
              <a:spcAft>
                <a:spcPts val="0"/>
              </a:spcAft>
              <a:buClr>
                <a:srgbClr val="282828"/>
              </a:buClr>
              <a:buSzPts val="1800"/>
              <a:buNone/>
              <a:defRPr sz="1800">
                <a:solidFill>
                  <a:srgbClr val="282828"/>
                </a:solidFill>
              </a:defRPr>
            </a:lvl2pPr>
            <a:lvl3pPr lvl="2" rtl="0">
              <a:spcBef>
                <a:spcPts val="1000"/>
              </a:spcBef>
              <a:spcAft>
                <a:spcPts val="0"/>
              </a:spcAft>
              <a:buClr>
                <a:srgbClr val="282828"/>
              </a:buClr>
              <a:buSzPts val="1800"/>
              <a:buNone/>
              <a:defRPr sz="1800">
                <a:solidFill>
                  <a:srgbClr val="282828"/>
                </a:solidFill>
              </a:defRPr>
            </a:lvl3pPr>
            <a:lvl4pPr lvl="3" rtl="0">
              <a:spcBef>
                <a:spcPts val="800"/>
              </a:spcBef>
              <a:spcAft>
                <a:spcPts val="0"/>
              </a:spcAft>
              <a:buClr>
                <a:srgbClr val="282828"/>
              </a:buClr>
              <a:buSzPts val="1800"/>
              <a:buNone/>
              <a:defRPr sz="1800">
                <a:solidFill>
                  <a:srgbClr val="282828"/>
                </a:solidFill>
              </a:defRPr>
            </a:lvl4pPr>
            <a:lvl5pPr lvl="4" rtl="0">
              <a:spcBef>
                <a:spcPts val="800"/>
              </a:spcBef>
              <a:spcAft>
                <a:spcPts val="0"/>
              </a:spcAft>
              <a:buClr>
                <a:srgbClr val="282828"/>
              </a:buClr>
              <a:buSzPts val="1800"/>
              <a:buNone/>
              <a:defRPr>
                <a:solidFill>
                  <a:srgbClr val="282828"/>
                </a:solidFill>
              </a:defRPr>
            </a:lvl5pPr>
            <a:lvl6pPr lvl="5" rtl="0">
              <a:spcBef>
                <a:spcPts val="600"/>
              </a:spcBef>
              <a:spcAft>
                <a:spcPts val="0"/>
              </a:spcAft>
              <a:buClr>
                <a:srgbClr val="282828"/>
              </a:buClr>
              <a:buSzPts val="1800"/>
              <a:buNone/>
              <a:defRPr>
                <a:solidFill>
                  <a:srgbClr val="282828"/>
                </a:solidFill>
              </a:defRPr>
            </a:lvl6pPr>
            <a:lvl7pPr lvl="6" rtl="0">
              <a:spcBef>
                <a:spcPts val="600"/>
              </a:spcBef>
              <a:spcAft>
                <a:spcPts val="0"/>
              </a:spcAft>
              <a:buClr>
                <a:srgbClr val="282828"/>
              </a:buClr>
              <a:buSzPts val="1800"/>
              <a:buNone/>
              <a:defRPr>
                <a:solidFill>
                  <a:srgbClr val="282828"/>
                </a:solidFill>
              </a:defRPr>
            </a:lvl7pPr>
            <a:lvl8pPr lvl="7" rtl="0">
              <a:spcBef>
                <a:spcPts val="400"/>
              </a:spcBef>
              <a:spcAft>
                <a:spcPts val="0"/>
              </a:spcAft>
              <a:buClr>
                <a:srgbClr val="282828"/>
              </a:buClr>
              <a:buSzPts val="1800"/>
              <a:buNone/>
              <a:defRPr>
                <a:solidFill>
                  <a:srgbClr val="282828"/>
                </a:solidFill>
              </a:defRPr>
            </a:lvl8pPr>
            <a:lvl9pPr lvl="8" rtl="0">
              <a:spcBef>
                <a:spcPts val="400"/>
              </a:spcBef>
              <a:spcAft>
                <a:spcPts val="200"/>
              </a:spcAft>
              <a:buClr>
                <a:srgbClr val="282828"/>
              </a:buClr>
              <a:buSzPts val="1800"/>
              <a:buFont typeface="Lexend"/>
              <a:buNone/>
              <a:defRPr>
                <a:solidFill>
                  <a:srgbClr val="282828"/>
                </a:solidFill>
                <a:latin typeface="Lexend"/>
                <a:ea typeface="Lexend"/>
                <a:cs typeface="Lexend"/>
                <a:sym typeface="Lexend"/>
              </a:defRPr>
            </a:lvl9pPr>
          </a:lstStyle>
          <a:p/>
        </p:txBody>
      </p:sp>
      <p:sp>
        <p:nvSpPr>
          <p:cNvPr id="135" name="Google Shape;135;p15"/>
          <p:cNvSpPr txBox="1"/>
          <p:nvPr>
            <p:ph idx="3" type="subTitle"/>
          </p:nvPr>
        </p:nvSpPr>
        <p:spPr>
          <a:xfrm>
            <a:off x="324000" y="2486400"/>
            <a:ext cx="2203500" cy="487200"/>
          </a:xfrm>
          <a:prstGeom prst="rect">
            <a:avLst/>
          </a:prstGeom>
        </p:spPr>
        <p:txBody>
          <a:bodyPr anchorCtr="0" anchor="t" bIns="0" lIns="0" spcFirstLastPara="1" rIns="0" wrap="square" tIns="0">
            <a:noAutofit/>
          </a:bodyPr>
          <a:lstStyle>
            <a:lvl1pPr lvl="0" rtl="0">
              <a:lnSpc>
                <a:spcPct val="115000"/>
              </a:lnSpc>
              <a:spcBef>
                <a:spcPts val="0"/>
              </a:spcBef>
              <a:spcAft>
                <a:spcPts val="0"/>
              </a:spcAft>
              <a:buClr>
                <a:srgbClr val="282828"/>
              </a:buClr>
              <a:buSzPts val="2000"/>
              <a:buFont typeface="Lexend"/>
              <a:buNone/>
              <a:defRPr b="1" sz="2000">
                <a:solidFill>
                  <a:srgbClr val="282828"/>
                </a:solidFill>
                <a:latin typeface="Lexend"/>
                <a:ea typeface="Lexend"/>
                <a:cs typeface="Lexend"/>
                <a:sym typeface="Lexend"/>
              </a:defRPr>
            </a:lvl1pPr>
            <a:lvl2pPr lvl="1" rtl="0">
              <a:spcBef>
                <a:spcPts val="1000"/>
              </a:spcBef>
              <a:spcAft>
                <a:spcPts val="0"/>
              </a:spcAft>
              <a:buClr>
                <a:srgbClr val="282828"/>
              </a:buClr>
              <a:buSzPts val="2000"/>
              <a:buFont typeface="Lexend"/>
              <a:buNone/>
              <a:defRPr sz="2000">
                <a:solidFill>
                  <a:srgbClr val="282828"/>
                </a:solidFill>
                <a:latin typeface="Lexend"/>
                <a:ea typeface="Lexend"/>
                <a:cs typeface="Lexend"/>
                <a:sym typeface="Lexend"/>
              </a:defRPr>
            </a:lvl2pPr>
            <a:lvl3pPr lvl="2" rtl="0">
              <a:spcBef>
                <a:spcPts val="1000"/>
              </a:spcBef>
              <a:spcAft>
                <a:spcPts val="0"/>
              </a:spcAft>
              <a:buClr>
                <a:srgbClr val="282828"/>
              </a:buClr>
              <a:buSzPts val="2000"/>
              <a:buFont typeface="Lexend"/>
              <a:buNone/>
              <a:defRPr>
                <a:solidFill>
                  <a:srgbClr val="282828"/>
                </a:solidFill>
                <a:latin typeface="Lexend"/>
                <a:ea typeface="Lexend"/>
                <a:cs typeface="Lexend"/>
                <a:sym typeface="Lexend"/>
              </a:defRPr>
            </a:lvl3pPr>
            <a:lvl4pPr lvl="3" rtl="0">
              <a:spcBef>
                <a:spcPts val="800"/>
              </a:spcBef>
              <a:spcAft>
                <a:spcPts val="0"/>
              </a:spcAft>
              <a:buClr>
                <a:srgbClr val="282828"/>
              </a:buClr>
              <a:buSzPts val="2000"/>
              <a:buFont typeface="Lexend"/>
              <a:buNone/>
              <a:defRPr sz="2000">
                <a:solidFill>
                  <a:srgbClr val="282828"/>
                </a:solidFill>
                <a:latin typeface="Lexend"/>
                <a:ea typeface="Lexend"/>
                <a:cs typeface="Lexend"/>
                <a:sym typeface="Lexend"/>
              </a:defRPr>
            </a:lvl4pPr>
            <a:lvl5pPr lvl="4" rtl="0">
              <a:spcBef>
                <a:spcPts val="800"/>
              </a:spcBef>
              <a:spcAft>
                <a:spcPts val="0"/>
              </a:spcAft>
              <a:buClr>
                <a:srgbClr val="282828"/>
              </a:buClr>
              <a:buSzPts val="2000"/>
              <a:buFont typeface="Lexend"/>
              <a:buNone/>
              <a:defRPr sz="2000">
                <a:solidFill>
                  <a:srgbClr val="282828"/>
                </a:solidFill>
                <a:latin typeface="Lexend"/>
                <a:ea typeface="Lexend"/>
                <a:cs typeface="Lexend"/>
                <a:sym typeface="Lexend"/>
              </a:defRPr>
            </a:lvl5pPr>
            <a:lvl6pPr lvl="5" rtl="0">
              <a:spcBef>
                <a:spcPts val="600"/>
              </a:spcBef>
              <a:spcAft>
                <a:spcPts val="0"/>
              </a:spcAft>
              <a:buClr>
                <a:srgbClr val="282828"/>
              </a:buClr>
              <a:buSzPts val="2000"/>
              <a:buFont typeface="Lexend"/>
              <a:buNone/>
              <a:defRPr sz="2000">
                <a:solidFill>
                  <a:srgbClr val="282828"/>
                </a:solidFill>
                <a:latin typeface="Lexend"/>
                <a:ea typeface="Lexend"/>
                <a:cs typeface="Lexend"/>
                <a:sym typeface="Lexend"/>
              </a:defRPr>
            </a:lvl6pPr>
            <a:lvl7pPr lvl="6" rtl="0">
              <a:spcBef>
                <a:spcPts val="600"/>
              </a:spcBef>
              <a:spcAft>
                <a:spcPts val="0"/>
              </a:spcAft>
              <a:buClr>
                <a:srgbClr val="282828"/>
              </a:buClr>
              <a:buSzPts val="2000"/>
              <a:buFont typeface="Lexend"/>
              <a:buNone/>
              <a:defRPr sz="2000">
                <a:solidFill>
                  <a:srgbClr val="282828"/>
                </a:solidFill>
                <a:latin typeface="Lexend"/>
                <a:ea typeface="Lexend"/>
                <a:cs typeface="Lexend"/>
                <a:sym typeface="Lexend"/>
              </a:defRPr>
            </a:lvl7pPr>
            <a:lvl8pPr lvl="7" rtl="0">
              <a:spcBef>
                <a:spcPts val="400"/>
              </a:spcBef>
              <a:spcAft>
                <a:spcPts val="0"/>
              </a:spcAft>
              <a:buClr>
                <a:srgbClr val="282828"/>
              </a:buClr>
              <a:buSzPts val="2000"/>
              <a:buFont typeface="Lexend"/>
              <a:buNone/>
              <a:defRPr sz="2000">
                <a:solidFill>
                  <a:srgbClr val="282828"/>
                </a:solidFill>
                <a:latin typeface="Lexend"/>
                <a:ea typeface="Lexend"/>
                <a:cs typeface="Lexend"/>
                <a:sym typeface="Lexend"/>
              </a:defRPr>
            </a:lvl8pPr>
            <a:lvl9pPr lvl="8" rtl="0">
              <a:spcBef>
                <a:spcPts val="400"/>
              </a:spcBef>
              <a:spcAft>
                <a:spcPts val="200"/>
              </a:spcAft>
              <a:buClr>
                <a:srgbClr val="282828"/>
              </a:buClr>
              <a:buSzPts val="2000"/>
              <a:buFont typeface="Lexend"/>
              <a:buNone/>
              <a:defRPr sz="2000">
                <a:solidFill>
                  <a:srgbClr val="282828"/>
                </a:solidFill>
                <a:latin typeface="Lexend"/>
                <a:ea typeface="Lexend"/>
                <a:cs typeface="Lexend"/>
                <a:sym typeface="Lexend"/>
              </a:defRPr>
            </a:lvl9pPr>
          </a:lstStyle>
          <a:p/>
        </p:txBody>
      </p:sp>
      <p:sp>
        <p:nvSpPr>
          <p:cNvPr id="136" name="Google Shape;136;p15"/>
          <p:cNvSpPr txBox="1"/>
          <p:nvPr>
            <p:ph idx="4" type="subTitle"/>
          </p:nvPr>
        </p:nvSpPr>
        <p:spPr>
          <a:xfrm>
            <a:off x="2699325" y="2486400"/>
            <a:ext cx="4047900" cy="487200"/>
          </a:xfrm>
          <a:prstGeom prst="rect">
            <a:avLst/>
          </a:prstGeom>
        </p:spPr>
        <p:txBody>
          <a:bodyPr anchorCtr="0" anchor="t" bIns="0" lIns="0" spcFirstLastPara="1" rIns="0" wrap="square" tIns="0">
            <a:noAutofit/>
          </a:bodyPr>
          <a:lstStyle>
            <a:lvl1pPr lvl="0" rtl="0">
              <a:lnSpc>
                <a:spcPct val="115000"/>
              </a:lnSpc>
              <a:spcBef>
                <a:spcPts val="0"/>
              </a:spcBef>
              <a:spcAft>
                <a:spcPts val="0"/>
              </a:spcAft>
              <a:buClr>
                <a:srgbClr val="282828"/>
              </a:buClr>
              <a:buSzPts val="1800"/>
              <a:buNone/>
              <a:defRPr sz="1800">
                <a:solidFill>
                  <a:srgbClr val="282828"/>
                </a:solidFill>
              </a:defRPr>
            </a:lvl1pPr>
            <a:lvl2pPr lvl="1" rtl="0">
              <a:spcBef>
                <a:spcPts val="1000"/>
              </a:spcBef>
              <a:spcAft>
                <a:spcPts val="0"/>
              </a:spcAft>
              <a:buClr>
                <a:srgbClr val="282828"/>
              </a:buClr>
              <a:buSzPts val="1800"/>
              <a:buNone/>
              <a:defRPr sz="1800">
                <a:solidFill>
                  <a:srgbClr val="282828"/>
                </a:solidFill>
              </a:defRPr>
            </a:lvl2pPr>
            <a:lvl3pPr lvl="2" rtl="0">
              <a:spcBef>
                <a:spcPts val="1000"/>
              </a:spcBef>
              <a:spcAft>
                <a:spcPts val="0"/>
              </a:spcAft>
              <a:buClr>
                <a:srgbClr val="282828"/>
              </a:buClr>
              <a:buSzPts val="1800"/>
              <a:buNone/>
              <a:defRPr sz="1800">
                <a:solidFill>
                  <a:srgbClr val="282828"/>
                </a:solidFill>
              </a:defRPr>
            </a:lvl3pPr>
            <a:lvl4pPr lvl="3" rtl="0">
              <a:spcBef>
                <a:spcPts val="800"/>
              </a:spcBef>
              <a:spcAft>
                <a:spcPts val="0"/>
              </a:spcAft>
              <a:buClr>
                <a:srgbClr val="282828"/>
              </a:buClr>
              <a:buSzPts val="1800"/>
              <a:buNone/>
              <a:defRPr sz="1800">
                <a:solidFill>
                  <a:srgbClr val="282828"/>
                </a:solidFill>
              </a:defRPr>
            </a:lvl4pPr>
            <a:lvl5pPr lvl="4" rtl="0">
              <a:spcBef>
                <a:spcPts val="800"/>
              </a:spcBef>
              <a:spcAft>
                <a:spcPts val="0"/>
              </a:spcAft>
              <a:buClr>
                <a:srgbClr val="282828"/>
              </a:buClr>
              <a:buSzPts val="1800"/>
              <a:buNone/>
              <a:defRPr>
                <a:solidFill>
                  <a:srgbClr val="282828"/>
                </a:solidFill>
              </a:defRPr>
            </a:lvl5pPr>
            <a:lvl6pPr lvl="5" rtl="0">
              <a:spcBef>
                <a:spcPts val="600"/>
              </a:spcBef>
              <a:spcAft>
                <a:spcPts val="0"/>
              </a:spcAft>
              <a:buClr>
                <a:srgbClr val="282828"/>
              </a:buClr>
              <a:buSzPts val="1800"/>
              <a:buNone/>
              <a:defRPr>
                <a:solidFill>
                  <a:srgbClr val="282828"/>
                </a:solidFill>
              </a:defRPr>
            </a:lvl6pPr>
            <a:lvl7pPr lvl="6" rtl="0">
              <a:spcBef>
                <a:spcPts val="600"/>
              </a:spcBef>
              <a:spcAft>
                <a:spcPts val="0"/>
              </a:spcAft>
              <a:buClr>
                <a:srgbClr val="282828"/>
              </a:buClr>
              <a:buSzPts val="1800"/>
              <a:buNone/>
              <a:defRPr>
                <a:solidFill>
                  <a:srgbClr val="282828"/>
                </a:solidFill>
              </a:defRPr>
            </a:lvl7pPr>
            <a:lvl8pPr lvl="7" rtl="0">
              <a:spcBef>
                <a:spcPts val="400"/>
              </a:spcBef>
              <a:spcAft>
                <a:spcPts val="0"/>
              </a:spcAft>
              <a:buClr>
                <a:srgbClr val="282828"/>
              </a:buClr>
              <a:buSzPts val="1800"/>
              <a:buNone/>
              <a:defRPr>
                <a:solidFill>
                  <a:srgbClr val="282828"/>
                </a:solidFill>
              </a:defRPr>
            </a:lvl8pPr>
            <a:lvl9pPr lvl="8" rtl="0">
              <a:spcBef>
                <a:spcPts val="400"/>
              </a:spcBef>
              <a:spcAft>
                <a:spcPts val="200"/>
              </a:spcAft>
              <a:buClr>
                <a:srgbClr val="282828"/>
              </a:buClr>
              <a:buSzPts val="1800"/>
              <a:buFont typeface="Lexend"/>
              <a:buNone/>
              <a:defRPr>
                <a:solidFill>
                  <a:srgbClr val="282828"/>
                </a:solidFill>
                <a:latin typeface="Lexend"/>
                <a:ea typeface="Lexend"/>
                <a:cs typeface="Lexend"/>
                <a:sym typeface="Lexend"/>
              </a:defRPr>
            </a:lvl9pPr>
          </a:lstStyle>
          <a:p/>
        </p:txBody>
      </p:sp>
      <p:sp>
        <p:nvSpPr>
          <p:cNvPr id="137" name="Google Shape;137;p15"/>
          <p:cNvSpPr txBox="1"/>
          <p:nvPr>
            <p:ph idx="5" type="subTitle"/>
          </p:nvPr>
        </p:nvSpPr>
        <p:spPr>
          <a:xfrm>
            <a:off x="324000" y="4162800"/>
            <a:ext cx="2203500" cy="487200"/>
          </a:xfrm>
          <a:prstGeom prst="rect">
            <a:avLst/>
          </a:prstGeom>
        </p:spPr>
        <p:txBody>
          <a:bodyPr anchorCtr="0" anchor="t" bIns="0" lIns="0" spcFirstLastPara="1" rIns="0" wrap="square" tIns="0">
            <a:noAutofit/>
          </a:bodyPr>
          <a:lstStyle>
            <a:lvl1pPr lvl="0" rtl="0">
              <a:lnSpc>
                <a:spcPct val="115000"/>
              </a:lnSpc>
              <a:spcBef>
                <a:spcPts val="0"/>
              </a:spcBef>
              <a:spcAft>
                <a:spcPts val="0"/>
              </a:spcAft>
              <a:buClr>
                <a:srgbClr val="282828"/>
              </a:buClr>
              <a:buSzPts val="2000"/>
              <a:buFont typeface="Lexend"/>
              <a:buNone/>
              <a:defRPr b="1" sz="2000">
                <a:solidFill>
                  <a:srgbClr val="282828"/>
                </a:solidFill>
                <a:latin typeface="Lexend"/>
                <a:ea typeface="Lexend"/>
                <a:cs typeface="Lexend"/>
                <a:sym typeface="Lexend"/>
              </a:defRPr>
            </a:lvl1pPr>
            <a:lvl2pPr lvl="1" rtl="0">
              <a:spcBef>
                <a:spcPts val="1000"/>
              </a:spcBef>
              <a:spcAft>
                <a:spcPts val="0"/>
              </a:spcAft>
              <a:buClr>
                <a:srgbClr val="282828"/>
              </a:buClr>
              <a:buSzPts val="2000"/>
              <a:buFont typeface="Lexend"/>
              <a:buNone/>
              <a:defRPr sz="2000">
                <a:solidFill>
                  <a:srgbClr val="282828"/>
                </a:solidFill>
                <a:latin typeface="Lexend"/>
                <a:ea typeface="Lexend"/>
                <a:cs typeface="Lexend"/>
                <a:sym typeface="Lexend"/>
              </a:defRPr>
            </a:lvl2pPr>
            <a:lvl3pPr lvl="2" rtl="0">
              <a:spcBef>
                <a:spcPts val="1000"/>
              </a:spcBef>
              <a:spcAft>
                <a:spcPts val="0"/>
              </a:spcAft>
              <a:buClr>
                <a:srgbClr val="282828"/>
              </a:buClr>
              <a:buSzPts val="2000"/>
              <a:buFont typeface="Lexend"/>
              <a:buNone/>
              <a:defRPr>
                <a:solidFill>
                  <a:srgbClr val="282828"/>
                </a:solidFill>
                <a:latin typeface="Lexend"/>
                <a:ea typeface="Lexend"/>
                <a:cs typeface="Lexend"/>
                <a:sym typeface="Lexend"/>
              </a:defRPr>
            </a:lvl3pPr>
            <a:lvl4pPr lvl="3" rtl="0">
              <a:spcBef>
                <a:spcPts val="800"/>
              </a:spcBef>
              <a:spcAft>
                <a:spcPts val="0"/>
              </a:spcAft>
              <a:buClr>
                <a:srgbClr val="282828"/>
              </a:buClr>
              <a:buSzPts val="2000"/>
              <a:buFont typeface="Lexend"/>
              <a:buNone/>
              <a:defRPr sz="2000">
                <a:solidFill>
                  <a:srgbClr val="282828"/>
                </a:solidFill>
                <a:latin typeface="Lexend"/>
                <a:ea typeface="Lexend"/>
                <a:cs typeface="Lexend"/>
                <a:sym typeface="Lexend"/>
              </a:defRPr>
            </a:lvl4pPr>
            <a:lvl5pPr lvl="4" rtl="0">
              <a:spcBef>
                <a:spcPts val="800"/>
              </a:spcBef>
              <a:spcAft>
                <a:spcPts val="0"/>
              </a:spcAft>
              <a:buClr>
                <a:srgbClr val="282828"/>
              </a:buClr>
              <a:buSzPts val="2000"/>
              <a:buFont typeface="Lexend"/>
              <a:buNone/>
              <a:defRPr sz="2000">
                <a:solidFill>
                  <a:srgbClr val="282828"/>
                </a:solidFill>
                <a:latin typeface="Lexend"/>
                <a:ea typeface="Lexend"/>
                <a:cs typeface="Lexend"/>
                <a:sym typeface="Lexend"/>
              </a:defRPr>
            </a:lvl5pPr>
            <a:lvl6pPr lvl="5" rtl="0">
              <a:spcBef>
                <a:spcPts val="600"/>
              </a:spcBef>
              <a:spcAft>
                <a:spcPts val="0"/>
              </a:spcAft>
              <a:buClr>
                <a:srgbClr val="282828"/>
              </a:buClr>
              <a:buSzPts val="2000"/>
              <a:buFont typeface="Lexend"/>
              <a:buNone/>
              <a:defRPr sz="2000">
                <a:solidFill>
                  <a:srgbClr val="282828"/>
                </a:solidFill>
                <a:latin typeface="Lexend"/>
                <a:ea typeface="Lexend"/>
                <a:cs typeface="Lexend"/>
                <a:sym typeface="Lexend"/>
              </a:defRPr>
            </a:lvl6pPr>
            <a:lvl7pPr lvl="6" rtl="0">
              <a:spcBef>
                <a:spcPts val="600"/>
              </a:spcBef>
              <a:spcAft>
                <a:spcPts val="0"/>
              </a:spcAft>
              <a:buClr>
                <a:srgbClr val="282828"/>
              </a:buClr>
              <a:buSzPts val="2000"/>
              <a:buFont typeface="Lexend"/>
              <a:buNone/>
              <a:defRPr sz="2000">
                <a:solidFill>
                  <a:srgbClr val="282828"/>
                </a:solidFill>
                <a:latin typeface="Lexend"/>
                <a:ea typeface="Lexend"/>
                <a:cs typeface="Lexend"/>
                <a:sym typeface="Lexend"/>
              </a:defRPr>
            </a:lvl7pPr>
            <a:lvl8pPr lvl="7" rtl="0">
              <a:spcBef>
                <a:spcPts val="400"/>
              </a:spcBef>
              <a:spcAft>
                <a:spcPts val="0"/>
              </a:spcAft>
              <a:buClr>
                <a:srgbClr val="282828"/>
              </a:buClr>
              <a:buSzPts val="2000"/>
              <a:buFont typeface="Lexend"/>
              <a:buNone/>
              <a:defRPr sz="2000">
                <a:solidFill>
                  <a:srgbClr val="282828"/>
                </a:solidFill>
                <a:latin typeface="Lexend"/>
                <a:ea typeface="Lexend"/>
                <a:cs typeface="Lexend"/>
                <a:sym typeface="Lexend"/>
              </a:defRPr>
            </a:lvl8pPr>
            <a:lvl9pPr lvl="8" rtl="0">
              <a:spcBef>
                <a:spcPts val="400"/>
              </a:spcBef>
              <a:spcAft>
                <a:spcPts val="200"/>
              </a:spcAft>
              <a:buClr>
                <a:srgbClr val="282828"/>
              </a:buClr>
              <a:buSzPts val="2000"/>
              <a:buFont typeface="Lexend"/>
              <a:buNone/>
              <a:defRPr sz="2000">
                <a:solidFill>
                  <a:srgbClr val="282828"/>
                </a:solidFill>
                <a:latin typeface="Lexend"/>
                <a:ea typeface="Lexend"/>
                <a:cs typeface="Lexend"/>
                <a:sym typeface="Lexend"/>
              </a:defRPr>
            </a:lvl9pPr>
          </a:lstStyle>
          <a:p/>
        </p:txBody>
      </p:sp>
      <p:sp>
        <p:nvSpPr>
          <p:cNvPr id="138" name="Google Shape;138;p15"/>
          <p:cNvSpPr txBox="1"/>
          <p:nvPr>
            <p:ph idx="6" type="subTitle"/>
          </p:nvPr>
        </p:nvSpPr>
        <p:spPr>
          <a:xfrm>
            <a:off x="2699325" y="4162800"/>
            <a:ext cx="4047900" cy="487200"/>
          </a:xfrm>
          <a:prstGeom prst="rect">
            <a:avLst/>
          </a:prstGeom>
        </p:spPr>
        <p:txBody>
          <a:bodyPr anchorCtr="0" anchor="t" bIns="0" lIns="0" spcFirstLastPara="1" rIns="0" wrap="square" tIns="0">
            <a:noAutofit/>
          </a:bodyPr>
          <a:lstStyle>
            <a:lvl1pPr lvl="0" rtl="0">
              <a:lnSpc>
                <a:spcPct val="115000"/>
              </a:lnSpc>
              <a:spcBef>
                <a:spcPts val="0"/>
              </a:spcBef>
              <a:spcAft>
                <a:spcPts val="0"/>
              </a:spcAft>
              <a:buClr>
                <a:srgbClr val="282828"/>
              </a:buClr>
              <a:buSzPts val="1800"/>
              <a:buNone/>
              <a:defRPr sz="1800">
                <a:solidFill>
                  <a:srgbClr val="282828"/>
                </a:solidFill>
              </a:defRPr>
            </a:lvl1pPr>
            <a:lvl2pPr lvl="1" rtl="0">
              <a:spcBef>
                <a:spcPts val="1000"/>
              </a:spcBef>
              <a:spcAft>
                <a:spcPts val="0"/>
              </a:spcAft>
              <a:buClr>
                <a:srgbClr val="282828"/>
              </a:buClr>
              <a:buSzPts val="1800"/>
              <a:buNone/>
              <a:defRPr sz="1800">
                <a:solidFill>
                  <a:srgbClr val="282828"/>
                </a:solidFill>
              </a:defRPr>
            </a:lvl2pPr>
            <a:lvl3pPr lvl="2" rtl="0">
              <a:spcBef>
                <a:spcPts val="1000"/>
              </a:spcBef>
              <a:spcAft>
                <a:spcPts val="0"/>
              </a:spcAft>
              <a:buClr>
                <a:srgbClr val="282828"/>
              </a:buClr>
              <a:buSzPts val="1800"/>
              <a:buNone/>
              <a:defRPr sz="1800">
                <a:solidFill>
                  <a:srgbClr val="282828"/>
                </a:solidFill>
              </a:defRPr>
            </a:lvl3pPr>
            <a:lvl4pPr lvl="3" rtl="0">
              <a:spcBef>
                <a:spcPts val="800"/>
              </a:spcBef>
              <a:spcAft>
                <a:spcPts val="0"/>
              </a:spcAft>
              <a:buClr>
                <a:srgbClr val="282828"/>
              </a:buClr>
              <a:buSzPts val="1800"/>
              <a:buNone/>
              <a:defRPr sz="1800">
                <a:solidFill>
                  <a:srgbClr val="282828"/>
                </a:solidFill>
              </a:defRPr>
            </a:lvl4pPr>
            <a:lvl5pPr lvl="4" rtl="0">
              <a:spcBef>
                <a:spcPts val="800"/>
              </a:spcBef>
              <a:spcAft>
                <a:spcPts val="0"/>
              </a:spcAft>
              <a:buClr>
                <a:srgbClr val="282828"/>
              </a:buClr>
              <a:buSzPts val="1800"/>
              <a:buNone/>
              <a:defRPr>
                <a:solidFill>
                  <a:srgbClr val="282828"/>
                </a:solidFill>
              </a:defRPr>
            </a:lvl5pPr>
            <a:lvl6pPr lvl="5" rtl="0">
              <a:spcBef>
                <a:spcPts val="600"/>
              </a:spcBef>
              <a:spcAft>
                <a:spcPts val="0"/>
              </a:spcAft>
              <a:buClr>
                <a:srgbClr val="282828"/>
              </a:buClr>
              <a:buSzPts val="1800"/>
              <a:buNone/>
              <a:defRPr>
                <a:solidFill>
                  <a:srgbClr val="282828"/>
                </a:solidFill>
              </a:defRPr>
            </a:lvl6pPr>
            <a:lvl7pPr lvl="6" rtl="0">
              <a:spcBef>
                <a:spcPts val="600"/>
              </a:spcBef>
              <a:spcAft>
                <a:spcPts val="0"/>
              </a:spcAft>
              <a:buClr>
                <a:srgbClr val="282828"/>
              </a:buClr>
              <a:buSzPts val="1800"/>
              <a:buNone/>
              <a:defRPr>
                <a:solidFill>
                  <a:srgbClr val="282828"/>
                </a:solidFill>
              </a:defRPr>
            </a:lvl7pPr>
            <a:lvl8pPr lvl="7" rtl="0">
              <a:spcBef>
                <a:spcPts val="400"/>
              </a:spcBef>
              <a:spcAft>
                <a:spcPts val="0"/>
              </a:spcAft>
              <a:buClr>
                <a:srgbClr val="282828"/>
              </a:buClr>
              <a:buSzPts val="1800"/>
              <a:buNone/>
              <a:defRPr>
                <a:solidFill>
                  <a:srgbClr val="282828"/>
                </a:solidFill>
              </a:defRPr>
            </a:lvl8pPr>
            <a:lvl9pPr lvl="8" rtl="0">
              <a:spcBef>
                <a:spcPts val="400"/>
              </a:spcBef>
              <a:spcAft>
                <a:spcPts val="200"/>
              </a:spcAft>
              <a:buClr>
                <a:srgbClr val="282828"/>
              </a:buClr>
              <a:buSzPts val="1800"/>
              <a:buFont typeface="Lexend"/>
              <a:buNone/>
              <a:defRPr>
                <a:solidFill>
                  <a:srgbClr val="282828"/>
                </a:solidFill>
                <a:latin typeface="Lexend"/>
                <a:ea typeface="Lexend"/>
                <a:cs typeface="Lexend"/>
                <a:sym typeface="Lexend"/>
              </a:defRPr>
            </a:lvl9pPr>
          </a:lstStyle>
          <a:p/>
        </p:txBody>
      </p:sp>
      <p:sp>
        <p:nvSpPr>
          <p:cNvPr id="139" name="Google Shape;139;p15"/>
          <p:cNvSpPr txBox="1"/>
          <p:nvPr>
            <p:ph idx="7" type="subTitle"/>
          </p:nvPr>
        </p:nvSpPr>
        <p:spPr>
          <a:xfrm>
            <a:off x="324000" y="1648200"/>
            <a:ext cx="2203500" cy="487200"/>
          </a:xfrm>
          <a:prstGeom prst="rect">
            <a:avLst/>
          </a:prstGeom>
        </p:spPr>
        <p:txBody>
          <a:bodyPr anchorCtr="0" anchor="t" bIns="0" lIns="0" spcFirstLastPara="1" rIns="0" wrap="square" tIns="0">
            <a:noAutofit/>
          </a:bodyPr>
          <a:lstStyle>
            <a:lvl1pPr lvl="0" rtl="0">
              <a:lnSpc>
                <a:spcPct val="115000"/>
              </a:lnSpc>
              <a:spcBef>
                <a:spcPts val="0"/>
              </a:spcBef>
              <a:spcAft>
                <a:spcPts val="0"/>
              </a:spcAft>
              <a:buClr>
                <a:srgbClr val="282828"/>
              </a:buClr>
              <a:buSzPts val="2000"/>
              <a:buFont typeface="Lexend"/>
              <a:buNone/>
              <a:defRPr b="1" sz="2000">
                <a:solidFill>
                  <a:srgbClr val="282828"/>
                </a:solidFill>
                <a:latin typeface="Lexend"/>
                <a:ea typeface="Lexend"/>
                <a:cs typeface="Lexend"/>
                <a:sym typeface="Lexend"/>
              </a:defRPr>
            </a:lvl1pPr>
            <a:lvl2pPr lvl="1" rtl="0">
              <a:spcBef>
                <a:spcPts val="1000"/>
              </a:spcBef>
              <a:spcAft>
                <a:spcPts val="0"/>
              </a:spcAft>
              <a:buClr>
                <a:srgbClr val="282828"/>
              </a:buClr>
              <a:buSzPts val="2000"/>
              <a:buFont typeface="Lexend"/>
              <a:buNone/>
              <a:defRPr sz="2000">
                <a:solidFill>
                  <a:srgbClr val="282828"/>
                </a:solidFill>
                <a:latin typeface="Lexend"/>
                <a:ea typeface="Lexend"/>
                <a:cs typeface="Lexend"/>
                <a:sym typeface="Lexend"/>
              </a:defRPr>
            </a:lvl2pPr>
            <a:lvl3pPr lvl="2" rtl="0">
              <a:spcBef>
                <a:spcPts val="1000"/>
              </a:spcBef>
              <a:spcAft>
                <a:spcPts val="0"/>
              </a:spcAft>
              <a:buClr>
                <a:srgbClr val="282828"/>
              </a:buClr>
              <a:buSzPts val="2000"/>
              <a:buFont typeface="Lexend"/>
              <a:buNone/>
              <a:defRPr>
                <a:solidFill>
                  <a:srgbClr val="282828"/>
                </a:solidFill>
                <a:latin typeface="Lexend"/>
                <a:ea typeface="Lexend"/>
                <a:cs typeface="Lexend"/>
                <a:sym typeface="Lexend"/>
              </a:defRPr>
            </a:lvl3pPr>
            <a:lvl4pPr lvl="3" rtl="0">
              <a:spcBef>
                <a:spcPts val="800"/>
              </a:spcBef>
              <a:spcAft>
                <a:spcPts val="0"/>
              </a:spcAft>
              <a:buClr>
                <a:srgbClr val="282828"/>
              </a:buClr>
              <a:buSzPts val="2000"/>
              <a:buFont typeface="Lexend"/>
              <a:buNone/>
              <a:defRPr sz="2000">
                <a:solidFill>
                  <a:srgbClr val="282828"/>
                </a:solidFill>
                <a:latin typeface="Lexend"/>
                <a:ea typeface="Lexend"/>
                <a:cs typeface="Lexend"/>
                <a:sym typeface="Lexend"/>
              </a:defRPr>
            </a:lvl4pPr>
            <a:lvl5pPr lvl="4" rtl="0">
              <a:spcBef>
                <a:spcPts val="800"/>
              </a:spcBef>
              <a:spcAft>
                <a:spcPts val="0"/>
              </a:spcAft>
              <a:buClr>
                <a:srgbClr val="282828"/>
              </a:buClr>
              <a:buSzPts val="2000"/>
              <a:buFont typeface="Lexend"/>
              <a:buNone/>
              <a:defRPr sz="2000">
                <a:solidFill>
                  <a:srgbClr val="282828"/>
                </a:solidFill>
                <a:latin typeface="Lexend"/>
                <a:ea typeface="Lexend"/>
                <a:cs typeface="Lexend"/>
                <a:sym typeface="Lexend"/>
              </a:defRPr>
            </a:lvl5pPr>
            <a:lvl6pPr lvl="5" rtl="0">
              <a:spcBef>
                <a:spcPts val="600"/>
              </a:spcBef>
              <a:spcAft>
                <a:spcPts val="0"/>
              </a:spcAft>
              <a:buClr>
                <a:srgbClr val="282828"/>
              </a:buClr>
              <a:buSzPts val="2000"/>
              <a:buFont typeface="Lexend"/>
              <a:buNone/>
              <a:defRPr sz="2000">
                <a:solidFill>
                  <a:srgbClr val="282828"/>
                </a:solidFill>
                <a:latin typeface="Lexend"/>
                <a:ea typeface="Lexend"/>
                <a:cs typeface="Lexend"/>
                <a:sym typeface="Lexend"/>
              </a:defRPr>
            </a:lvl6pPr>
            <a:lvl7pPr lvl="6" rtl="0">
              <a:spcBef>
                <a:spcPts val="600"/>
              </a:spcBef>
              <a:spcAft>
                <a:spcPts val="0"/>
              </a:spcAft>
              <a:buClr>
                <a:srgbClr val="282828"/>
              </a:buClr>
              <a:buSzPts val="2000"/>
              <a:buFont typeface="Lexend"/>
              <a:buNone/>
              <a:defRPr sz="2000">
                <a:solidFill>
                  <a:srgbClr val="282828"/>
                </a:solidFill>
                <a:latin typeface="Lexend"/>
                <a:ea typeface="Lexend"/>
                <a:cs typeface="Lexend"/>
                <a:sym typeface="Lexend"/>
              </a:defRPr>
            </a:lvl7pPr>
            <a:lvl8pPr lvl="7" rtl="0">
              <a:spcBef>
                <a:spcPts val="400"/>
              </a:spcBef>
              <a:spcAft>
                <a:spcPts val="0"/>
              </a:spcAft>
              <a:buClr>
                <a:srgbClr val="282828"/>
              </a:buClr>
              <a:buSzPts val="2000"/>
              <a:buFont typeface="Lexend"/>
              <a:buNone/>
              <a:defRPr sz="2000">
                <a:solidFill>
                  <a:srgbClr val="282828"/>
                </a:solidFill>
                <a:latin typeface="Lexend"/>
                <a:ea typeface="Lexend"/>
                <a:cs typeface="Lexend"/>
                <a:sym typeface="Lexend"/>
              </a:defRPr>
            </a:lvl8pPr>
            <a:lvl9pPr lvl="8" rtl="0">
              <a:spcBef>
                <a:spcPts val="400"/>
              </a:spcBef>
              <a:spcAft>
                <a:spcPts val="200"/>
              </a:spcAft>
              <a:buClr>
                <a:srgbClr val="282828"/>
              </a:buClr>
              <a:buSzPts val="2000"/>
              <a:buFont typeface="Lexend"/>
              <a:buNone/>
              <a:defRPr sz="2000">
                <a:solidFill>
                  <a:srgbClr val="282828"/>
                </a:solidFill>
                <a:latin typeface="Lexend"/>
                <a:ea typeface="Lexend"/>
                <a:cs typeface="Lexend"/>
                <a:sym typeface="Lexend"/>
              </a:defRPr>
            </a:lvl9pPr>
          </a:lstStyle>
          <a:p/>
        </p:txBody>
      </p:sp>
      <p:sp>
        <p:nvSpPr>
          <p:cNvPr id="140" name="Google Shape;140;p15"/>
          <p:cNvSpPr txBox="1"/>
          <p:nvPr>
            <p:ph idx="8" type="subTitle"/>
          </p:nvPr>
        </p:nvSpPr>
        <p:spPr>
          <a:xfrm>
            <a:off x="2699325" y="1648200"/>
            <a:ext cx="4047900" cy="487200"/>
          </a:xfrm>
          <a:prstGeom prst="rect">
            <a:avLst/>
          </a:prstGeom>
        </p:spPr>
        <p:txBody>
          <a:bodyPr anchorCtr="0" anchor="t" bIns="0" lIns="0" spcFirstLastPara="1" rIns="0" wrap="square" tIns="0">
            <a:noAutofit/>
          </a:bodyPr>
          <a:lstStyle>
            <a:lvl1pPr lvl="0" rtl="0">
              <a:lnSpc>
                <a:spcPct val="115000"/>
              </a:lnSpc>
              <a:spcBef>
                <a:spcPts val="0"/>
              </a:spcBef>
              <a:spcAft>
                <a:spcPts val="0"/>
              </a:spcAft>
              <a:buClr>
                <a:srgbClr val="282828"/>
              </a:buClr>
              <a:buSzPts val="1800"/>
              <a:buNone/>
              <a:defRPr sz="1800">
                <a:solidFill>
                  <a:srgbClr val="282828"/>
                </a:solidFill>
              </a:defRPr>
            </a:lvl1pPr>
            <a:lvl2pPr lvl="1" rtl="0">
              <a:spcBef>
                <a:spcPts val="1000"/>
              </a:spcBef>
              <a:spcAft>
                <a:spcPts val="0"/>
              </a:spcAft>
              <a:buClr>
                <a:srgbClr val="282828"/>
              </a:buClr>
              <a:buSzPts val="1800"/>
              <a:buNone/>
              <a:defRPr sz="1800">
                <a:solidFill>
                  <a:srgbClr val="282828"/>
                </a:solidFill>
              </a:defRPr>
            </a:lvl2pPr>
            <a:lvl3pPr lvl="2" rtl="0">
              <a:spcBef>
                <a:spcPts val="1000"/>
              </a:spcBef>
              <a:spcAft>
                <a:spcPts val="0"/>
              </a:spcAft>
              <a:buClr>
                <a:srgbClr val="282828"/>
              </a:buClr>
              <a:buSzPts val="1800"/>
              <a:buNone/>
              <a:defRPr sz="1800">
                <a:solidFill>
                  <a:srgbClr val="282828"/>
                </a:solidFill>
              </a:defRPr>
            </a:lvl3pPr>
            <a:lvl4pPr lvl="3" rtl="0">
              <a:spcBef>
                <a:spcPts val="800"/>
              </a:spcBef>
              <a:spcAft>
                <a:spcPts val="0"/>
              </a:spcAft>
              <a:buClr>
                <a:srgbClr val="282828"/>
              </a:buClr>
              <a:buSzPts val="1800"/>
              <a:buNone/>
              <a:defRPr sz="1800">
                <a:solidFill>
                  <a:srgbClr val="282828"/>
                </a:solidFill>
              </a:defRPr>
            </a:lvl4pPr>
            <a:lvl5pPr lvl="4" rtl="0">
              <a:spcBef>
                <a:spcPts val="800"/>
              </a:spcBef>
              <a:spcAft>
                <a:spcPts val="0"/>
              </a:spcAft>
              <a:buClr>
                <a:srgbClr val="282828"/>
              </a:buClr>
              <a:buSzPts val="1800"/>
              <a:buNone/>
              <a:defRPr>
                <a:solidFill>
                  <a:srgbClr val="282828"/>
                </a:solidFill>
              </a:defRPr>
            </a:lvl5pPr>
            <a:lvl6pPr lvl="5" rtl="0">
              <a:spcBef>
                <a:spcPts val="600"/>
              </a:spcBef>
              <a:spcAft>
                <a:spcPts val="0"/>
              </a:spcAft>
              <a:buClr>
                <a:srgbClr val="282828"/>
              </a:buClr>
              <a:buSzPts val="1800"/>
              <a:buNone/>
              <a:defRPr>
                <a:solidFill>
                  <a:srgbClr val="282828"/>
                </a:solidFill>
              </a:defRPr>
            </a:lvl6pPr>
            <a:lvl7pPr lvl="6" rtl="0">
              <a:spcBef>
                <a:spcPts val="600"/>
              </a:spcBef>
              <a:spcAft>
                <a:spcPts val="0"/>
              </a:spcAft>
              <a:buClr>
                <a:srgbClr val="282828"/>
              </a:buClr>
              <a:buSzPts val="1800"/>
              <a:buNone/>
              <a:defRPr>
                <a:solidFill>
                  <a:srgbClr val="282828"/>
                </a:solidFill>
              </a:defRPr>
            </a:lvl7pPr>
            <a:lvl8pPr lvl="7" rtl="0">
              <a:spcBef>
                <a:spcPts val="400"/>
              </a:spcBef>
              <a:spcAft>
                <a:spcPts val="0"/>
              </a:spcAft>
              <a:buClr>
                <a:srgbClr val="282828"/>
              </a:buClr>
              <a:buSzPts val="1800"/>
              <a:buNone/>
              <a:defRPr>
                <a:solidFill>
                  <a:srgbClr val="282828"/>
                </a:solidFill>
              </a:defRPr>
            </a:lvl8pPr>
            <a:lvl9pPr lvl="8" rtl="0">
              <a:spcBef>
                <a:spcPts val="400"/>
              </a:spcBef>
              <a:spcAft>
                <a:spcPts val="200"/>
              </a:spcAft>
              <a:buClr>
                <a:srgbClr val="282828"/>
              </a:buClr>
              <a:buSzPts val="1800"/>
              <a:buFont typeface="Lexend"/>
              <a:buNone/>
              <a:defRPr>
                <a:solidFill>
                  <a:srgbClr val="282828"/>
                </a:solidFill>
                <a:latin typeface="Lexend"/>
                <a:ea typeface="Lexend"/>
                <a:cs typeface="Lexend"/>
                <a:sym typeface="Lexend"/>
              </a:defRPr>
            </a:lvl9pPr>
          </a:lstStyle>
          <a:p/>
        </p:txBody>
      </p:sp>
      <p:sp>
        <p:nvSpPr>
          <p:cNvPr id="141" name="Google Shape;141;p15"/>
          <p:cNvSpPr txBox="1"/>
          <p:nvPr>
            <p:ph idx="9" type="subTitle"/>
          </p:nvPr>
        </p:nvSpPr>
        <p:spPr>
          <a:xfrm>
            <a:off x="324000" y="3324600"/>
            <a:ext cx="2203500" cy="487200"/>
          </a:xfrm>
          <a:prstGeom prst="rect">
            <a:avLst/>
          </a:prstGeom>
        </p:spPr>
        <p:txBody>
          <a:bodyPr anchorCtr="0" anchor="t" bIns="0" lIns="0" spcFirstLastPara="1" rIns="0" wrap="square" tIns="0">
            <a:noAutofit/>
          </a:bodyPr>
          <a:lstStyle>
            <a:lvl1pPr lvl="0" rtl="0">
              <a:lnSpc>
                <a:spcPct val="115000"/>
              </a:lnSpc>
              <a:spcBef>
                <a:spcPts val="0"/>
              </a:spcBef>
              <a:spcAft>
                <a:spcPts val="0"/>
              </a:spcAft>
              <a:buClr>
                <a:srgbClr val="282828"/>
              </a:buClr>
              <a:buSzPts val="2000"/>
              <a:buFont typeface="Lexend"/>
              <a:buNone/>
              <a:defRPr b="1" sz="2000">
                <a:solidFill>
                  <a:srgbClr val="282828"/>
                </a:solidFill>
                <a:latin typeface="Lexend"/>
                <a:ea typeface="Lexend"/>
                <a:cs typeface="Lexend"/>
                <a:sym typeface="Lexend"/>
              </a:defRPr>
            </a:lvl1pPr>
            <a:lvl2pPr lvl="1" rtl="0">
              <a:spcBef>
                <a:spcPts val="1000"/>
              </a:spcBef>
              <a:spcAft>
                <a:spcPts val="0"/>
              </a:spcAft>
              <a:buClr>
                <a:srgbClr val="282828"/>
              </a:buClr>
              <a:buSzPts val="2000"/>
              <a:buFont typeface="Lexend"/>
              <a:buNone/>
              <a:defRPr sz="2000">
                <a:solidFill>
                  <a:srgbClr val="282828"/>
                </a:solidFill>
                <a:latin typeface="Lexend"/>
                <a:ea typeface="Lexend"/>
                <a:cs typeface="Lexend"/>
                <a:sym typeface="Lexend"/>
              </a:defRPr>
            </a:lvl2pPr>
            <a:lvl3pPr lvl="2" rtl="0">
              <a:spcBef>
                <a:spcPts val="1000"/>
              </a:spcBef>
              <a:spcAft>
                <a:spcPts val="0"/>
              </a:spcAft>
              <a:buClr>
                <a:srgbClr val="282828"/>
              </a:buClr>
              <a:buSzPts val="2000"/>
              <a:buFont typeface="Lexend"/>
              <a:buNone/>
              <a:defRPr>
                <a:solidFill>
                  <a:srgbClr val="282828"/>
                </a:solidFill>
                <a:latin typeface="Lexend"/>
                <a:ea typeface="Lexend"/>
                <a:cs typeface="Lexend"/>
                <a:sym typeface="Lexend"/>
              </a:defRPr>
            </a:lvl3pPr>
            <a:lvl4pPr lvl="3" rtl="0">
              <a:spcBef>
                <a:spcPts val="800"/>
              </a:spcBef>
              <a:spcAft>
                <a:spcPts val="0"/>
              </a:spcAft>
              <a:buClr>
                <a:srgbClr val="282828"/>
              </a:buClr>
              <a:buSzPts val="2000"/>
              <a:buFont typeface="Lexend"/>
              <a:buNone/>
              <a:defRPr sz="2000">
                <a:solidFill>
                  <a:srgbClr val="282828"/>
                </a:solidFill>
                <a:latin typeface="Lexend"/>
                <a:ea typeface="Lexend"/>
                <a:cs typeface="Lexend"/>
                <a:sym typeface="Lexend"/>
              </a:defRPr>
            </a:lvl4pPr>
            <a:lvl5pPr lvl="4" rtl="0">
              <a:spcBef>
                <a:spcPts val="800"/>
              </a:spcBef>
              <a:spcAft>
                <a:spcPts val="0"/>
              </a:spcAft>
              <a:buClr>
                <a:srgbClr val="282828"/>
              </a:buClr>
              <a:buSzPts val="2000"/>
              <a:buFont typeface="Lexend"/>
              <a:buNone/>
              <a:defRPr sz="2000">
                <a:solidFill>
                  <a:srgbClr val="282828"/>
                </a:solidFill>
                <a:latin typeface="Lexend"/>
                <a:ea typeface="Lexend"/>
                <a:cs typeface="Lexend"/>
                <a:sym typeface="Lexend"/>
              </a:defRPr>
            </a:lvl5pPr>
            <a:lvl6pPr lvl="5" rtl="0">
              <a:spcBef>
                <a:spcPts val="600"/>
              </a:spcBef>
              <a:spcAft>
                <a:spcPts val="0"/>
              </a:spcAft>
              <a:buClr>
                <a:srgbClr val="282828"/>
              </a:buClr>
              <a:buSzPts val="2000"/>
              <a:buFont typeface="Lexend"/>
              <a:buNone/>
              <a:defRPr sz="2000">
                <a:solidFill>
                  <a:srgbClr val="282828"/>
                </a:solidFill>
                <a:latin typeface="Lexend"/>
                <a:ea typeface="Lexend"/>
                <a:cs typeface="Lexend"/>
                <a:sym typeface="Lexend"/>
              </a:defRPr>
            </a:lvl6pPr>
            <a:lvl7pPr lvl="6" rtl="0">
              <a:spcBef>
                <a:spcPts val="600"/>
              </a:spcBef>
              <a:spcAft>
                <a:spcPts val="0"/>
              </a:spcAft>
              <a:buClr>
                <a:srgbClr val="282828"/>
              </a:buClr>
              <a:buSzPts val="2000"/>
              <a:buFont typeface="Lexend"/>
              <a:buNone/>
              <a:defRPr sz="2000">
                <a:solidFill>
                  <a:srgbClr val="282828"/>
                </a:solidFill>
                <a:latin typeface="Lexend"/>
                <a:ea typeface="Lexend"/>
                <a:cs typeface="Lexend"/>
                <a:sym typeface="Lexend"/>
              </a:defRPr>
            </a:lvl7pPr>
            <a:lvl8pPr lvl="7" rtl="0">
              <a:spcBef>
                <a:spcPts val="400"/>
              </a:spcBef>
              <a:spcAft>
                <a:spcPts val="0"/>
              </a:spcAft>
              <a:buClr>
                <a:srgbClr val="282828"/>
              </a:buClr>
              <a:buSzPts val="2000"/>
              <a:buFont typeface="Lexend"/>
              <a:buNone/>
              <a:defRPr sz="2000">
                <a:solidFill>
                  <a:srgbClr val="282828"/>
                </a:solidFill>
                <a:latin typeface="Lexend"/>
                <a:ea typeface="Lexend"/>
                <a:cs typeface="Lexend"/>
                <a:sym typeface="Lexend"/>
              </a:defRPr>
            </a:lvl8pPr>
            <a:lvl9pPr lvl="8" rtl="0">
              <a:spcBef>
                <a:spcPts val="400"/>
              </a:spcBef>
              <a:spcAft>
                <a:spcPts val="200"/>
              </a:spcAft>
              <a:buClr>
                <a:srgbClr val="282828"/>
              </a:buClr>
              <a:buSzPts val="2000"/>
              <a:buFont typeface="Lexend"/>
              <a:buNone/>
              <a:defRPr sz="2000">
                <a:solidFill>
                  <a:srgbClr val="282828"/>
                </a:solidFill>
                <a:latin typeface="Lexend"/>
                <a:ea typeface="Lexend"/>
                <a:cs typeface="Lexend"/>
                <a:sym typeface="Lexend"/>
              </a:defRPr>
            </a:lvl9pPr>
          </a:lstStyle>
          <a:p/>
        </p:txBody>
      </p:sp>
      <p:sp>
        <p:nvSpPr>
          <p:cNvPr id="142" name="Google Shape;142;p15"/>
          <p:cNvSpPr txBox="1"/>
          <p:nvPr>
            <p:ph idx="13" type="subTitle"/>
          </p:nvPr>
        </p:nvSpPr>
        <p:spPr>
          <a:xfrm>
            <a:off x="2699325" y="3324600"/>
            <a:ext cx="4047900" cy="487200"/>
          </a:xfrm>
          <a:prstGeom prst="rect">
            <a:avLst/>
          </a:prstGeom>
        </p:spPr>
        <p:txBody>
          <a:bodyPr anchorCtr="0" anchor="t" bIns="0" lIns="0" spcFirstLastPara="1" rIns="0" wrap="square" tIns="0">
            <a:noAutofit/>
          </a:bodyPr>
          <a:lstStyle>
            <a:lvl1pPr lvl="0" rtl="0">
              <a:lnSpc>
                <a:spcPct val="115000"/>
              </a:lnSpc>
              <a:spcBef>
                <a:spcPts val="0"/>
              </a:spcBef>
              <a:spcAft>
                <a:spcPts val="0"/>
              </a:spcAft>
              <a:buClr>
                <a:srgbClr val="282828"/>
              </a:buClr>
              <a:buSzPts val="1800"/>
              <a:buNone/>
              <a:defRPr sz="1800">
                <a:solidFill>
                  <a:srgbClr val="282828"/>
                </a:solidFill>
              </a:defRPr>
            </a:lvl1pPr>
            <a:lvl2pPr lvl="1" rtl="0">
              <a:spcBef>
                <a:spcPts val="1000"/>
              </a:spcBef>
              <a:spcAft>
                <a:spcPts val="0"/>
              </a:spcAft>
              <a:buClr>
                <a:srgbClr val="282828"/>
              </a:buClr>
              <a:buSzPts val="1800"/>
              <a:buNone/>
              <a:defRPr sz="1800">
                <a:solidFill>
                  <a:srgbClr val="282828"/>
                </a:solidFill>
              </a:defRPr>
            </a:lvl2pPr>
            <a:lvl3pPr lvl="2" rtl="0">
              <a:spcBef>
                <a:spcPts val="1000"/>
              </a:spcBef>
              <a:spcAft>
                <a:spcPts val="0"/>
              </a:spcAft>
              <a:buClr>
                <a:srgbClr val="282828"/>
              </a:buClr>
              <a:buSzPts val="1800"/>
              <a:buNone/>
              <a:defRPr sz="1800">
                <a:solidFill>
                  <a:srgbClr val="282828"/>
                </a:solidFill>
              </a:defRPr>
            </a:lvl3pPr>
            <a:lvl4pPr lvl="3" rtl="0">
              <a:spcBef>
                <a:spcPts val="800"/>
              </a:spcBef>
              <a:spcAft>
                <a:spcPts val="0"/>
              </a:spcAft>
              <a:buClr>
                <a:srgbClr val="282828"/>
              </a:buClr>
              <a:buSzPts val="1800"/>
              <a:buNone/>
              <a:defRPr sz="1800">
                <a:solidFill>
                  <a:srgbClr val="282828"/>
                </a:solidFill>
              </a:defRPr>
            </a:lvl4pPr>
            <a:lvl5pPr lvl="4" rtl="0">
              <a:spcBef>
                <a:spcPts val="800"/>
              </a:spcBef>
              <a:spcAft>
                <a:spcPts val="0"/>
              </a:spcAft>
              <a:buClr>
                <a:srgbClr val="282828"/>
              </a:buClr>
              <a:buSzPts val="1800"/>
              <a:buNone/>
              <a:defRPr>
                <a:solidFill>
                  <a:srgbClr val="282828"/>
                </a:solidFill>
              </a:defRPr>
            </a:lvl5pPr>
            <a:lvl6pPr lvl="5" rtl="0">
              <a:spcBef>
                <a:spcPts val="600"/>
              </a:spcBef>
              <a:spcAft>
                <a:spcPts val="0"/>
              </a:spcAft>
              <a:buClr>
                <a:srgbClr val="282828"/>
              </a:buClr>
              <a:buSzPts val="1800"/>
              <a:buNone/>
              <a:defRPr>
                <a:solidFill>
                  <a:srgbClr val="282828"/>
                </a:solidFill>
              </a:defRPr>
            </a:lvl6pPr>
            <a:lvl7pPr lvl="6" rtl="0">
              <a:spcBef>
                <a:spcPts val="600"/>
              </a:spcBef>
              <a:spcAft>
                <a:spcPts val="0"/>
              </a:spcAft>
              <a:buClr>
                <a:srgbClr val="282828"/>
              </a:buClr>
              <a:buSzPts val="1800"/>
              <a:buNone/>
              <a:defRPr>
                <a:solidFill>
                  <a:srgbClr val="282828"/>
                </a:solidFill>
              </a:defRPr>
            </a:lvl7pPr>
            <a:lvl8pPr lvl="7" rtl="0">
              <a:spcBef>
                <a:spcPts val="400"/>
              </a:spcBef>
              <a:spcAft>
                <a:spcPts val="0"/>
              </a:spcAft>
              <a:buClr>
                <a:srgbClr val="282828"/>
              </a:buClr>
              <a:buSzPts val="1800"/>
              <a:buNone/>
              <a:defRPr>
                <a:solidFill>
                  <a:srgbClr val="282828"/>
                </a:solidFill>
              </a:defRPr>
            </a:lvl8pPr>
            <a:lvl9pPr lvl="8" rtl="0">
              <a:spcBef>
                <a:spcPts val="400"/>
              </a:spcBef>
              <a:spcAft>
                <a:spcPts val="200"/>
              </a:spcAft>
              <a:buClr>
                <a:srgbClr val="282828"/>
              </a:buClr>
              <a:buSzPts val="1800"/>
              <a:buFont typeface="Lexend"/>
              <a:buNone/>
              <a:defRPr>
                <a:solidFill>
                  <a:srgbClr val="282828"/>
                </a:solidFill>
                <a:latin typeface="Lexend"/>
                <a:ea typeface="Lexend"/>
                <a:cs typeface="Lexend"/>
                <a:sym typeface="Lexend"/>
              </a:defRPr>
            </a:lvl9pPr>
          </a:lstStyle>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9.0 Keywords (p2, 2)">
  <p:cSld name="CUSTOM_3_1_1_1_1">
    <p:spTree>
      <p:nvGrpSpPr>
        <p:cNvPr id="143" name="Shape 143"/>
        <p:cNvGrpSpPr/>
        <p:nvPr/>
      </p:nvGrpSpPr>
      <p:grpSpPr>
        <a:xfrm>
          <a:off x="0" y="0"/>
          <a:ext cx="0" cy="0"/>
          <a:chOff x="0" y="0"/>
          <a:chExt cx="0" cy="0"/>
        </a:xfrm>
      </p:grpSpPr>
      <p:sp>
        <p:nvSpPr>
          <p:cNvPr id="144" name="Google Shape;144;p16"/>
          <p:cNvSpPr/>
          <p:nvPr/>
        </p:nvSpPr>
        <p:spPr>
          <a:xfrm>
            <a:off x="0" y="1"/>
            <a:ext cx="9144300" cy="540300"/>
          </a:xfrm>
          <a:prstGeom prst="rect">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id="145" name="Google Shape;145;p16"/>
          <p:cNvPicPr preferRelativeResize="0"/>
          <p:nvPr/>
        </p:nvPicPr>
        <p:blipFill rotWithShape="1">
          <a:blip r:embed="rId2">
            <a:alphaModFix/>
          </a:blip>
          <a:srcRect b="1709" l="0" r="0" t="1699"/>
          <a:stretch/>
        </p:blipFill>
        <p:spPr>
          <a:xfrm>
            <a:off x="0" y="532525"/>
            <a:ext cx="9151202" cy="116709"/>
          </a:xfrm>
          <a:prstGeom prst="rect">
            <a:avLst/>
          </a:prstGeom>
          <a:noFill/>
          <a:ln>
            <a:noFill/>
          </a:ln>
        </p:spPr>
      </p:pic>
      <p:sp>
        <p:nvSpPr>
          <p:cNvPr id="146" name="Google Shape;146;p16"/>
          <p:cNvSpPr/>
          <p:nvPr/>
        </p:nvSpPr>
        <p:spPr>
          <a:xfrm>
            <a:off x="324000" y="114450"/>
            <a:ext cx="6671700" cy="364800"/>
          </a:xfrm>
          <a:prstGeom prst="rect">
            <a:avLst/>
          </a:prstGeom>
          <a:noFill/>
          <a:ln>
            <a:noFill/>
          </a:ln>
        </p:spPr>
        <p:txBody>
          <a:bodyPr anchorCtr="0" anchor="t" bIns="0" lIns="0" spcFirstLastPara="1" rIns="0" wrap="square" tIns="0">
            <a:noAutofit/>
          </a:bodyPr>
          <a:lstStyle/>
          <a:p>
            <a:pPr indent="0" lvl="0" marL="0" marR="0" rtl="0" algn="l">
              <a:lnSpc>
                <a:spcPct val="115000"/>
              </a:lnSpc>
              <a:spcBef>
                <a:spcPts val="0"/>
              </a:spcBef>
              <a:spcAft>
                <a:spcPts val="0"/>
              </a:spcAft>
              <a:buNone/>
            </a:pPr>
            <a:r>
              <a:rPr b="1" i="0" lang="en-GB" sz="2000" u="none" cap="none" strike="noStrike">
                <a:solidFill>
                  <a:srgbClr val="282828"/>
                </a:solidFill>
                <a:latin typeface="Lexend"/>
                <a:ea typeface="Lexend"/>
                <a:cs typeface="Lexend"/>
                <a:sym typeface="Lexend"/>
              </a:rPr>
              <a:t>Keywords</a:t>
            </a:r>
            <a:endParaRPr b="0" i="0" sz="2000" u="none" cap="none" strike="noStrike">
              <a:solidFill>
                <a:srgbClr val="282828"/>
              </a:solidFill>
              <a:latin typeface="Calibri"/>
              <a:ea typeface="Calibri"/>
              <a:cs typeface="Calibri"/>
              <a:sym typeface="Calibri"/>
            </a:endParaRPr>
          </a:p>
        </p:txBody>
      </p:sp>
      <p:sp>
        <p:nvSpPr>
          <p:cNvPr id="147" name="Google Shape;147;p16"/>
          <p:cNvSpPr txBox="1"/>
          <p:nvPr>
            <p:ph idx="1" type="subTitle"/>
          </p:nvPr>
        </p:nvSpPr>
        <p:spPr>
          <a:xfrm>
            <a:off x="324000" y="810000"/>
            <a:ext cx="2203500" cy="487200"/>
          </a:xfrm>
          <a:prstGeom prst="rect">
            <a:avLst/>
          </a:prstGeom>
        </p:spPr>
        <p:txBody>
          <a:bodyPr anchorCtr="0" anchor="t" bIns="0" lIns="0" spcFirstLastPara="1" rIns="0" wrap="square" tIns="0">
            <a:noAutofit/>
          </a:bodyPr>
          <a:lstStyle>
            <a:lvl1pPr lvl="0" rtl="0">
              <a:lnSpc>
                <a:spcPct val="115000"/>
              </a:lnSpc>
              <a:spcBef>
                <a:spcPts val="0"/>
              </a:spcBef>
              <a:spcAft>
                <a:spcPts val="0"/>
              </a:spcAft>
              <a:buClr>
                <a:srgbClr val="282828"/>
              </a:buClr>
              <a:buSzPts val="2000"/>
              <a:buFont typeface="Lexend"/>
              <a:buNone/>
              <a:defRPr b="1" sz="2000">
                <a:solidFill>
                  <a:srgbClr val="282828"/>
                </a:solidFill>
                <a:latin typeface="Lexend"/>
                <a:ea typeface="Lexend"/>
                <a:cs typeface="Lexend"/>
                <a:sym typeface="Lexend"/>
              </a:defRPr>
            </a:lvl1pPr>
            <a:lvl2pPr lvl="1" rtl="0">
              <a:spcBef>
                <a:spcPts val="1000"/>
              </a:spcBef>
              <a:spcAft>
                <a:spcPts val="0"/>
              </a:spcAft>
              <a:buClr>
                <a:srgbClr val="282828"/>
              </a:buClr>
              <a:buSzPts val="2000"/>
              <a:buFont typeface="Lexend"/>
              <a:buNone/>
              <a:defRPr sz="2000">
                <a:solidFill>
                  <a:srgbClr val="282828"/>
                </a:solidFill>
                <a:latin typeface="Lexend"/>
                <a:ea typeface="Lexend"/>
                <a:cs typeface="Lexend"/>
                <a:sym typeface="Lexend"/>
              </a:defRPr>
            </a:lvl2pPr>
            <a:lvl3pPr lvl="2" rtl="0">
              <a:spcBef>
                <a:spcPts val="1000"/>
              </a:spcBef>
              <a:spcAft>
                <a:spcPts val="0"/>
              </a:spcAft>
              <a:buClr>
                <a:srgbClr val="282828"/>
              </a:buClr>
              <a:buSzPts val="2000"/>
              <a:buFont typeface="Lexend"/>
              <a:buNone/>
              <a:defRPr>
                <a:solidFill>
                  <a:srgbClr val="282828"/>
                </a:solidFill>
                <a:latin typeface="Lexend"/>
                <a:ea typeface="Lexend"/>
                <a:cs typeface="Lexend"/>
                <a:sym typeface="Lexend"/>
              </a:defRPr>
            </a:lvl3pPr>
            <a:lvl4pPr lvl="3" rtl="0">
              <a:spcBef>
                <a:spcPts val="800"/>
              </a:spcBef>
              <a:spcAft>
                <a:spcPts val="0"/>
              </a:spcAft>
              <a:buClr>
                <a:srgbClr val="282828"/>
              </a:buClr>
              <a:buSzPts val="2000"/>
              <a:buFont typeface="Lexend"/>
              <a:buNone/>
              <a:defRPr sz="2000">
                <a:solidFill>
                  <a:srgbClr val="282828"/>
                </a:solidFill>
                <a:latin typeface="Lexend"/>
                <a:ea typeface="Lexend"/>
                <a:cs typeface="Lexend"/>
                <a:sym typeface="Lexend"/>
              </a:defRPr>
            </a:lvl4pPr>
            <a:lvl5pPr lvl="4" rtl="0">
              <a:spcBef>
                <a:spcPts val="800"/>
              </a:spcBef>
              <a:spcAft>
                <a:spcPts val="0"/>
              </a:spcAft>
              <a:buClr>
                <a:srgbClr val="282828"/>
              </a:buClr>
              <a:buSzPts val="2000"/>
              <a:buFont typeface="Lexend"/>
              <a:buNone/>
              <a:defRPr sz="2000">
                <a:solidFill>
                  <a:srgbClr val="282828"/>
                </a:solidFill>
                <a:latin typeface="Lexend"/>
                <a:ea typeface="Lexend"/>
                <a:cs typeface="Lexend"/>
                <a:sym typeface="Lexend"/>
              </a:defRPr>
            </a:lvl5pPr>
            <a:lvl6pPr lvl="5" rtl="0">
              <a:spcBef>
                <a:spcPts val="600"/>
              </a:spcBef>
              <a:spcAft>
                <a:spcPts val="0"/>
              </a:spcAft>
              <a:buClr>
                <a:srgbClr val="282828"/>
              </a:buClr>
              <a:buSzPts val="2000"/>
              <a:buFont typeface="Lexend"/>
              <a:buNone/>
              <a:defRPr sz="2000">
                <a:solidFill>
                  <a:srgbClr val="282828"/>
                </a:solidFill>
                <a:latin typeface="Lexend"/>
                <a:ea typeface="Lexend"/>
                <a:cs typeface="Lexend"/>
                <a:sym typeface="Lexend"/>
              </a:defRPr>
            </a:lvl6pPr>
            <a:lvl7pPr lvl="6" rtl="0">
              <a:spcBef>
                <a:spcPts val="600"/>
              </a:spcBef>
              <a:spcAft>
                <a:spcPts val="0"/>
              </a:spcAft>
              <a:buClr>
                <a:srgbClr val="282828"/>
              </a:buClr>
              <a:buSzPts val="2000"/>
              <a:buFont typeface="Lexend"/>
              <a:buNone/>
              <a:defRPr sz="2000">
                <a:solidFill>
                  <a:srgbClr val="282828"/>
                </a:solidFill>
                <a:latin typeface="Lexend"/>
                <a:ea typeface="Lexend"/>
                <a:cs typeface="Lexend"/>
                <a:sym typeface="Lexend"/>
              </a:defRPr>
            </a:lvl7pPr>
            <a:lvl8pPr lvl="7" rtl="0">
              <a:spcBef>
                <a:spcPts val="400"/>
              </a:spcBef>
              <a:spcAft>
                <a:spcPts val="0"/>
              </a:spcAft>
              <a:buClr>
                <a:srgbClr val="282828"/>
              </a:buClr>
              <a:buSzPts val="2000"/>
              <a:buFont typeface="Lexend"/>
              <a:buNone/>
              <a:defRPr sz="2000">
                <a:solidFill>
                  <a:srgbClr val="282828"/>
                </a:solidFill>
                <a:latin typeface="Lexend"/>
                <a:ea typeface="Lexend"/>
                <a:cs typeface="Lexend"/>
                <a:sym typeface="Lexend"/>
              </a:defRPr>
            </a:lvl8pPr>
            <a:lvl9pPr lvl="8" rtl="0">
              <a:spcBef>
                <a:spcPts val="400"/>
              </a:spcBef>
              <a:spcAft>
                <a:spcPts val="200"/>
              </a:spcAft>
              <a:buClr>
                <a:srgbClr val="282828"/>
              </a:buClr>
              <a:buSzPts val="2000"/>
              <a:buFont typeface="Lexend"/>
              <a:buNone/>
              <a:defRPr sz="2000">
                <a:solidFill>
                  <a:srgbClr val="282828"/>
                </a:solidFill>
                <a:latin typeface="Lexend"/>
                <a:ea typeface="Lexend"/>
                <a:cs typeface="Lexend"/>
                <a:sym typeface="Lexend"/>
              </a:defRPr>
            </a:lvl9pPr>
          </a:lstStyle>
          <a:p/>
        </p:txBody>
      </p:sp>
      <p:sp>
        <p:nvSpPr>
          <p:cNvPr id="148" name="Google Shape;148;p16"/>
          <p:cNvSpPr txBox="1"/>
          <p:nvPr>
            <p:ph idx="2" type="subTitle"/>
          </p:nvPr>
        </p:nvSpPr>
        <p:spPr>
          <a:xfrm>
            <a:off x="2699325" y="810000"/>
            <a:ext cx="4047900" cy="487200"/>
          </a:xfrm>
          <a:prstGeom prst="rect">
            <a:avLst/>
          </a:prstGeom>
        </p:spPr>
        <p:txBody>
          <a:bodyPr anchorCtr="0" anchor="t" bIns="0" lIns="0" spcFirstLastPara="1" rIns="0" wrap="square" tIns="0">
            <a:noAutofit/>
          </a:bodyPr>
          <a:lstStyle>
            <a:lvl1pPr lvl="0" rtl="0">
              <a:lnSpc>
                <a:spcPct val="115000"/>
              </a:lnSpc>
              <a:spcBef>
                <a:spcPts val="0"/>
              </a:spcBef>
              <a:spcAft>
                <a:spcPts val="0"/>
              </a:spcAft>
              <a:buClr>
                <a:srgbClr val="282828"/>
              </a:buClr>
              <a:buSzPts val="1800"/>
              <a:buNone/>
              <a:defRPr sz="1800">
                <a:solidFill>
                  <a:srgbClr val="282828"/>
                </a:solidFill>
              </a:defRPr>
            </a:lvl1pPr>
            <a:lvl2pPr lvl="1" rtl="0">
              <a:spcBef>
                <a:spcPts val="1000"/>
              </a:spcBef>
              <a:spcAft>
                <a:spcPts val="0"/>
              </a:spcAft>
              <a:buClr>
                <a:srgbClr val="282828"/>
              </a:buClr>
              <a:buSzPts val="1800"/>
              <a:buNone/>
              <a:defRPr sz="1800">
                <a:solidFill>
                  <a:srgbClr val="282828"/>
                </a:solidFill>
              </a:defRPr>
            </a:lvl2pPr>
            <a:lvl3pPr lvl="2" rtl="0">
              <a:spcBef>
                <a:spcPts val="1000"/>
              </a:spcBef>
              <a:spcAft>
                <a:spcPts val="0"/>
              </a:spcAft>
              <a:buClr>
                <a:srgbClr val="282828"/>
              </a:buClr>
              <a:buSzPts val="1800"/>
              <a:buNone/>
              <a:defRPr sz="1800">
                <a:solidFill>
                  <a:srgbClr val="282828"/>
                </a:solidFill>
              </a:defRPr>
            </a:lvl3pPr>
            <a:lvl4pPr lvl="3" rtl="0">
              <a:spcBef>
                <a:spcPts val="800"/>
              </a:spcBef>
              <a:spcAft>
                <a:spcPts val="0"/>
              </a:spcAft>
              <a:buClr>
                <a:srgbClr val="282828"/>
              </a:buClr>
              <a:buSzPts val="1800"/>
              <a:buNone/>
              <a:defRPr sz="1800">
                <a:solidFill>
                  <a:srgbClr val="282828"/>
                </a:solidFill>
              </a:defRPr>
            </a:lvl4pPr>
            <a:lvl5pPr lvl="4" rtl="0">
              <a:spcBef>
                <a:spcPts val="800"/>
              </a:spcBef>
              <a:spcAft>
                <a:spcPts val="0"/>
              </a:spcAft>
              <a:buClr>
                <a:srgbClr val="282828"/>
              </a:buClr>
              <a:buSzPts val="1800"/>
              <a:buNone/>
              <a:defRPr>
                <a:solidFill>
                  <a:srgbClr val="282828"/>
                </a:solidFill>
              </a:defRPr>
            </a:lvl5pPr>
            <a:lvl6pPr lvl="5" rtl="0">
              <a:spcBef>
                <a:spcPts val="600"/>
              </a:spcBef>
              <a:spcAft>
                <a:spcPts val="0"/>
              </a:spcAft>
              <a:buClr>
                <a:srgbClr val="282828"/>
              </a:buClr>
              <a:buSzPts val="1800"/>
              <a:buNone/>
              <a:defRPr>
                <a:solidFill>
                  <a:srgbClr val="282828"/>
                </a:solidFill>
              </a:defRPr>
            </a:lvl6pPr>
            <a:lvl7pPr lvl="6" rtl="0">
              <a:spcBef>
                <a:spcPts val="600"/>
              </a:spcBef>
              <a:spcAft>
                <a:spcPts val="0"/>
              </a:spcAft>
              <a:buClr>
                <a:srgbClr val="282828"/>
              </a:buClr>
              <a:buSzPts val="1800"/>
              <a:buNone/>
              <a:defRPr>
                <a:solidFill>
                  <a:srgbClr val="282828"/>
                </a:solidFill>
              </a:defRPr>
            </a:lvl7pPr>
            <a:lvl8pPr lvl="7" rtl="0">
              <a:spcBef>
                <a:spcPts val="400"/>
              </a:spcBef>
              <a:spcAft>
                <a:spcPts val="0"/>
              </a:spcAft>
              <a:buClr>
                <a:srgbClr val="282828"/>
              </a:buClr>
              <a:buSzPts val="1800"/>
              <a:buNone/>
              <a:defRPr>
                <a:solidFill>
                  <a:srgbClr val="282828"/>
                </a:solidFill>
              </a:defRPr>
            </a:lvl8pPr>
            <a:lvl9pPr lvl="8" rtl="0">
              <a:spcBef>
                <a:spcPts val="400"/>
              </a:spcBef>
              <a:spcAft>
                <a:spcPts val="200"/>
              </a:spcAft>
              <a:buClr>
                <a:srgbClr val="282828"/>
              </a:buClr>
              <a:buSzPts val="1800"/>
              <a:buFont typeface="Lexend"/>
              <a:buNone/>
              <a:defRPr>
                <a:solidFill>
                  <a:srgbClr val="282828"/>
                </a:solidFill>
                <a:latin typeface="Lexend"/>
                <a:ea typeface="Lexend"/>
                <a:cs typeface="Lexend"/>
                <a:sym typeface="Lexend"/>
              </a:defRPr>
            </a:lvl9pPr>
          </a:lstStyle>
          <a:p/>
        </p:txBody>
      </p:sp>
      <p:sp>
        <p:nvSpPr>
          <p:cNvPr id="149" name="Google Shape;149;p16"/>
          <p:cNvSpPr txBox="1"/>
          <p:nvPr>
            <p:ph idx="3" type="subTitle"/>
          </p:nvPr>
        </p:nvSpPr>
        <p:spPr>
          <a:xfrm>
            <a:off x="324000" y="2562600"/>
            <a:ext cx="2203500" cy="487200"/>
          </a:xfrm>
          <a:prstGeom prst="rect">
            <a:avLst/>
          </a:prstGeom>
        </p:spPr>
        <p:txBody>
          <a:bodyPr anchorCtr="0" anchor="t" bIns="0" lIns="0" spcFirstLastPara="1" rIns="0" wrap="square" tIns="0">
            <a:noAutofit/>
          </a:bodyPr>
          <a:lstStyle>
            <a:lvl1pPr lvl="0" rtl="0">
              <a:lnSpc>
                <a:spcPct val="115000"/>
              </a:lnSpc>
              <a:spcBef>
                <a:spcPts val="0"/>
              </a:spcBef>
              <a:spcAft>
                <a:spcPts val="0"/>
              </a:spcAft>
              <a:buClr>
                <a:srgbClr val="282828"/>
              </a:buClr>
              <a:buSzPts val="2000"/>
              <a:buFont typeface="Lexend"/>
              <a:buNone/>
              <a:defRPr b="1" sz="2000">
                <a:solidFill>
                  <a:srgbClr val="282828"/>
                </a:solidFill>
                <a:latin typeface="Lexend"/>
                <a:ea typeface="Lexend"/>
                <a:cs typeface="Lexend"/>
                <a:sym typeface="Lexend"/>
              </a:defRPr>
            </a:lvl1pPr>
            <a:lvl2pPr lvl="1" rtl="0">
              <a:spcBef>
                <a:spcPts val="1000"/>
              </a:spcBef>
              <a:spcAft>
                <a:spcPts val="0"/>
              </a:spcAft>
              <a:buClr>
                <a:srgbClr val="282828"/>
              </a:buClr>
              <a:buSzPts val="2000"/>
              <a:buFont typeface="Lexend"/>
              <a:buNone/>
              <a:defRPr sz="2000">
                <a:solidFill>
                  <a:srgbClr val="282828"/>
                </a:solidFill>
                <a:latin typeface="Lexend"/>
                <a:ea typeface="Lexend"/>
                <a:cs typeface="Lexend"/>
                <a:sym typeface="Lexend"/>
              </a:defRPr>
            </a:lvl2pPr>
            <a:lvl3pPr lvl="2" rtl="0">
              <a:spcBef>
                <a:spcPts val="1000"/>
              </a:spcBef>
              <a:spcAft>
                <a:spcPts val="0"/>
              </a:spcAft>
              <a:buClr>
                <a:srgbClr val="282828"/>
              </a:buClr>
              <a:buSzPts val="2000"/>
              <a:buFont typeface="Lexend"/>
              <a:buNone/>
              <a:defRPr>
                <a:solidFill>
                  <a:srgbClr val="282828"/>
                </a:solidFill>
                <a:latin typeface="Lexend"/>
                <a:ea typeface="Lexend"/>
                <a:cs typeface="Lexend"/>
                <a:sym typeface="Lexend"/>
              </a:defRPr>
            </a:lvl3pPr>
            <a:lvl4pPr lvl="3" rtl="0">
              <a:spcBef>
                <a:spcPts val="800"/>
              </a:spcBef>
              <a:spcAft>
                <a:spcPts val="0"/>
              </a:spcAft>
              <a:buClr>
                <a:srgbClr val="282828"/>
              </a:buClr>
              <a:buSzPts val="2000"/>
              <a:buFont typeface="Lexend"/>
              <a:buNone/>
              <a:defRPr sz="2000">
                <a:solidFill>
                  <a:srgbClr val="282828"/>
                </a:solidFill>
                <a:latin typeface="Lexend"/>
                <a:ea typeface="Lexend"/>
                <a:cs typeface="Lexend"/>
                <a:sym typeface="Lexend"/>
              </a:defRPr>
            </a:lvl4pPr>
            <a:lvl5pPr lvl="4" rtl="0">
              <a:spcBef>
                <a:spcPts val="800"/>
              </a:spcBef>
              <a:spcAft>
                <a:spcPts val="0"/>
              </a:spcAft>
              <a:buClr>
                <a:srgbClr val="282828"/>
              </a:buClr>
              <a:buSzPts val="2000"/>
              <a:buFont typeface="Lexend"/>
              <a:buNone/>
              <a:defRPr sz="2000">
                <a:solidFill>
                  <a:srgbClr val="282828"/>
                </a:solidFill>
                <a:latin typeface="Lexend"/>
                <a:ea typeface="Lexend"/>
                <a:cs typeface="Lexend"/>
                <a:sym typeface="Lexend"/>
              </a:defRPr>
            </a:lvl5pPr>
            <a:lvl6pPr lvl="5" rtl="0">
              <a:spcBef>
                <a:spcPts val="600"/>
              </a:spcBef>
              <a:spcAft>
                <a:spcPts val="0"/>
              </a:spcAft>
              <a:buClr>
                <a:srgbClr val="282828"/>
              </a:buClr>
              <a:buSzPts val="2000"/>
              <a:buFont typeface="Lexend"/>
              <a:buNone/>
              <a:defRPr sz="2000">
                <a:solidFill>
                  <a:srgbClr val="282828"/>
                </a:solidFill>
                <a:latin typeface="Lexend"/>
                <a:ea typeface="Lexend"/>
                <a:cs typeface="Lexend"/>
                <a:sym typeface="Lexend"/>
              </a:defRPr>
            </a:lvl6pPr>
            <a:lvl7pPr lvl="6" rtl="0">
              <a:spcBef>
                <a:spcPts val="600"/>
              </a:spcBef>
              <a:spcAft>
                <a:spcPts val="0"/>
              </a:spcAft>
              <a:buClr>
                <a:srgbClr val="282828"/>
              </a:buClr>
              <a:buSzPts val="2000"/>
              <a:buFont typeface="Lexend"/>
              <a:buNone/>
              <a:defRPr sz="2000">
                <a:solidFill>
                  <a:srgbClr val="282828"/>
                </a:solidFill>
                <a:latin typeface="Lexend"/>
                <a:ea typeface="Lexend"/>
                <a:cs typeface="Lexend"/>
                <a:sym typeface="Lexend"/>
              </a:defRPr>
            </a:lvl7pPr>
            <a:lvl8pPr lvl="7" rtl="0">
              <a:spcBef>
                <a:spcPts val="400"/>
              </a:spcBef>
              <a:spcAft>
                <a:spcPts val="0"/>
              </a:spcAft>
              <a:buClr>
                <a:srgbClr val="282828"/>
              </a:buClr>
              <a:buSzPts val="2000"/>
              <a:buFont typeface="Lexend"/>
              <a:buNone/>
              <a:defRPr sz="2000">
                <a:solidFill>
                  <a:srgbClr val="282828"/>
                </a:solidFill>
                <a:latin typeface="Lexend"/>
                <a:ea typeface="Lexend"/>
                <a:cs typeface="Lexend"/>
                <a:sym typeface="Lexend"/>
              </a:defRPr>
            </a:lvl8pPr>
            <a:lvl9pPr lvl="8" rtl="0">
              <a:spcBef>
                <a:spcPts val="400"/>
              </a:spcBef>
              <a:spcAft>
                <a:spcPts val="200"/>
              </a:spcAft>
              <a:buClr>
                <a:srgbClr val="282828"/>
              </a:buClr>
              <a:buSzPts val="2000"/>
              <a:buFont typeface="Lexend"/>
              <a:buNone/>
              <a:defRPr sz="2000">
                <a:solidFill>
                  <a:srgbClr val="282828"/>
                </a:solidFill>
                <a:latin typeface="Lexend"/>
                <a:ea typeface="Lexend"/>
                <a:cs typeface="Lexend"/>
                <a:sym typeface="Lexend"/>
              </a:defRPr>
            </a:lvl9pPr>
          </a:lstStyle>
          <a:p/>
        </p:txBody>
      </p:sp>
      <p:sp>
        <p:nvSpPr>
          <p:cNvPr id="150" name="Google Shape;150;p16"/>
          <p:cNvSpPr txBox="1"/>
          <p:nvPr>
            <p:ph idx="4" type="subTitle"/>
          </p:nvPr>
        </p:nvSpPr>
        <p:spPr>
          <a:xfrm>
            <a:off x="2699325" y="2562600"/>
            <a:ext cx="4047900" cy="487200"/>
          </a:xfrm>
          <a:prstGeom prst="rect">
            <a:avLst/>
          </a:prstGeom>
        </p:spPr>
        <p:txBody>
          <a:bodyPr anchorCtr="0" anchor="t" bIns="0" lIns="0" spcFirstLastPara="1" rIns="0" wrap="square" tIns="0">
            <a:noAutofit/>
          </a:bodyPr>
          <a:lstStyle>
            <a:lvl1pPr lvl="0" rtl="0">
              <a:lnSpc>
                <a:spcPct val="115000"/>
              </a:lnSpc>
              <a:spcBef>
                <a:spcPts val="0"/>
              </a:spcBef>
              <a:spcAft>
                <a:spcPts val="0"/>
              </a:spcAft>
              <a:buClr>
                <a:srgbClr val="282828"/>
              </a:buClr>
              <a:buSzPts val="1800"/>
              <a:buNone/>
              <a:defRPr sz="1800">
                <a:solidFill>
                  <a:srgbClr val="282828"/>
                </a:solidFill>
              </a:defRPr>
            </a:lvl1pPr>
            <a:lvl2pPr lvl="1" rtl="0">
              <a:spcBef>
                <a:spcPts val="1000"/>
              </a:spcBef>
              <a:spcAft>
                <a:spcPts val="0"/>
              </a:spcAft>
              <a:buClr>
                <a:srgbClr val="282828"/>
              </a:buClr>
              <a:buSzPts val="1800"/>
              <a:buNone/>
              <a:defRPr sz="1800">
                <a:solidFill>
                  <a:srgbClr val="282828"/>
                </a:solidFill>
              </a:defRPr>
            </a:lvl2pPr>
            <a:lvl3pPr lvl="2" rtl="0">
              <a:spcBef>
                <a:spcPts val="1000"/>
              </a:spcBef>
              <a:spcAft>
                <a:spcPts val="0"/>
              </a:spcAft>
              <a:buClr>
                <a:srgbClr val="282828"/>
              </a:buClr>
              <a:buSzPts val="1800"/>
              <a:buNone/>
              <a:defRPr sz="1800">
                <a:solidFill>
                  <a:srgbClr val="282828"/>
                </a:solidFill>
              </a:defRPr>
            </a:lvl3pPr>
            <a:lvl4pPr lvl="3" rtl="0">
              <a:spcBef>
                <a:spcPts val="800"/>
              </a:spcBef>
              <a:spcAft>
                <a:spcPts val="0"/>
              </a:spcAft>
              <a:buClr>
                <a:srgbClr val="282828"/>
              </a:buClr>
              <a:buSzPts val="1800"/>
              <a:buNone/>
              <a:defRPr sz="1800">
                <a:solidFill>
                  <a:srgbClr val="282828"/>
                </a:solidFill>
              </a:defRPr>
            </a:lvl4pPr>
            <a:lvl5pPr lvl="4" rtl="0">
              <a:spcBef>
                <a:spcPts val="800"/>
              </a:spcBef>
              <a:spcAft>
                <a:spcPts val="0"/>
              </a:spcAft>
              <a:buClr>
                <a:srgbClr val="282828"/>
              </a:buClr>
              <a:buSzPts val="1800"/>
              <a:buNone/>
              <a:defRPr>
                <a:solidFill>
                  <a:srgbClr val="282828"/>
                </a:solidFill>
              </a:defRPr>
            </a:lvl5pPr>
            <a:lvl6pPr lvl="5" rtl="0">
              <a:spcBef>
                <a:spcPts val="600"/>
              </a:spcBef>
              <a:spcAft>
                <a:spcPts val="0"/>
              </a:spcAft>
              <a:buClr>
                <a:srgbClr val="282828"/>
              </a:buClr>
              <a:buSzPts val="1800"/>
              <a:buNone/>
              <a:defRPr>
                <a:solidFill>
                  <a:srgbClr val="282828"/>
                </a:solidFill>
              </a:defRPr>
            </a:lvl6pPr>
            <a:lvl7pPr lvl="6" rtl="0">
              <a:spcBef>
                <a:spcPts val="600"/>
              </a:spcBef>
              <a:spcAft>
                <a:spcPts val="0"/>
              </a:spcAft>
              <a:buClr>
                <a:srgbClr val="282828"/>
              </a:buClr>
              <a:buSzPts val="1800"/>
              <a:buNone/>
              <a:defRPr>
                <a:solidFill>
                  <a:srgbClr val="282828"/>
                </a:solidFill>
              </a:defRPr>
            </a:lvl7pPr>
            <a:lvl8pPr lvl="7" rtl="0">
              <a:spcBef>
                <a:spcPts val="400"/>
              </a:spcBef>
              <a:spcAft>
                <a:spcPts val="0"/>
              </a:spcAft>
              <a:buClr>
                <a:srgbClr val="282828"/>
              </a:buClr>
              <a:buSzPts val="1800"/>
              <a:buNone/>
              <a:defRPr>
                <a:solidFill>
                  <a:srgbClr val="282828"/>
                </a:solidFill>
              </a:defRPr>
            </a:lvl8pPr>
            <a:lvl9pPr lvl="8" rtl="0">
              <a:spcBef>
                <a:spcPts val="400"/>
              </a:spcBef>
              <a:spcAft>
                <a:spcPts val="200"/>
              </a:spcAft>
              <a:buClr>
                <a:srgbClr val="282828"/>
              </a:buClr>
              <a:buSzPts val="1800"/>
              <a:buFont typeface="Lexend"/>
              <a:buNone/>
              <a:defRPr>
                <a:solidFill>
                  <a:srgbClr val="282828"/>
                </a:solidFill>
                <a:latin typeface="Lexend"/>
                <a:ea typeface="Lexend"/>
                <a:cs typeface="Lexend"/>
                <a:sym typeface="Lexend"/>
              </a:defRPr>
            </a:lvl9pPr>
          </a:lstStyle>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9.3 Lesson outline (2)">
  <p:cSld name="CUSTOM_3">
    <p:spTree>
      <p:nvGrpSpPr>
        <p:cNvPr id="151" name="Shape 151"/>
        <p:cNvGrpSpPr/>
        <p:nvPr/>
      </p:nvGrpSpPr>
      <p:grpSpPr>
        <a:xfrm>
          <a:off x="0" y="0"/>
          <a:ext cx="0" cy="0"/>
          <a:chOff x="0" y="0"/>
          <a:chExt cx="0" cy="0"/>
        </a:xfrm>
      </p:grpSpPr>
      <p:sp>
        <p:nvSpPr>
          <p:cNvPr id="152" name="Google Shape;152;p17"/>
          <p:cNvSpPr/>
          <p:nvPr/>
        </p:nvSpPr>
        <p:spPr>
          <a:xfrm>
            <a:off x="0" y="0"/>
            <a:ext cx="9144300" cy="485700"/>
          </a:xfrm>
          <a:prstGeom prst="rect">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id="153" name="Google Shape;153;p17"/>
          <p:cNvPicPr preferRelativeResize="0"/>
          <p:nvPr/>
        </p:nvPicPr>
        <p:blipFill rotWithShape="1">
          <a:blip r:embed="rId2">
            <a:alphaModFix/>
          </a:blip>
          <a:srcRect b="3669" l="0" r="0" t="3678"/>
          <a:stretch/>
        </p:blipFill>
        <p:spPr>
          <a:xfrm>
            <a:off x="863550" y="2926472"/>
            <a:ext cx="7439126" cy="572078"/>
          </a:xfrm>
          <a:prstGeom prst="rect">
            <a:avLst/>
          </a:prstGeom>
          <a:noFill/>
          <a:ln>
            <a:noFill/>
          </a:ln>
        </p:spPr>
      </p:pic>
      <p:pic>
        <p:nvPicPr>
          <p:cNvPr id="154" name="Google Shape;154;p17"/>
          <p:cNvPicPr preferRelativeResize="0"/>
          <p:nvPr/>
        </p:nvPicPr>
        <p:blipFill rotWithShape="1">
          <a:blip r:embed="rId3">
            <a:alphaModFix/>
          </a:blip>
          <a:srcRect b="3669" l="0" r="0" t="3678"/>
          <a:stretch/>
        </p:blipFill>
        <p:spPr>
          <a:xfrm>
            <a:off x="863550" y="1989425"/>
            <a:ext cx="7439126" cy="572078"/>
          </a:xfrm>
          <a:prstGeom prst="rect">
            <a:avLst/>
          </a:prstGeom>
          <a:noFill/>
          <a:ln>
            <a:noFill/>
          </a:ln>
        </p:spPr>
      </p:pic>
      <p:pic>
        <p:nvPicPr>
          <p:cNvPr id="155" name="Google Shape;155;p17"/>
          <p:cNvPicPr preferRelativeResize="0"/>
          <p:nvPr/>
        </p:nvPicPr>
        <p:blipFill rotWithShape="1">
          <a:blip r:embed="rId4">
            <a:alphaModFix/>
          </a:blip>
          <a:srcRect b="0" l="74623" r="0" t="0"/>
          <a:stretch/>
        </p:blipFill>
        <p:spPr>
          <a:xfrm>
            <a:off x="863550" y="1954586"/>
            <a:ext cx="145900" cy="645874"/>
          </a:xfrm>
          <a:prstGeom prst="rect">
            <a:avLst/>
          </a:prstGeom>
          <a:noFill/>
          <a:ln>
            <a:noFill/>
          </a:ln>
        </p:spPr>
      </p:pic>
      <p:cxnSp>
        <p:nvCxnSpPr>
          <p:cNvPr id="156" name="Google Shape;156;p17"/>
          <p:cNvCxnSpPr>
            <a:endCxn id="157" idx="2"/>
          </p:cNvCxnSpPr>
          <p:nvPr/>
        </p:nvCxnSpPr>
        <p:spPr>
          <a:xfrm flipH="1">
            <a:off x="645063" y="2017282"/>
            <a:ext cx="2700" cy="1480500"/>
          </a:xfrm>
          <a:prstGeom prst="straightConnector1">
            <a:avLst/>
          </a:prstGeom>
          <a:noFill/>
          <a:ln cap="flat" cmpd="sng" w="38100">
            <a:solidFill>
              <a:srgbClr val="282828"/>
            </a:solidFill>
            <a:prstDash val="solid"/>
            <a:round/>
            <a:headEnd len="med" w="med" type="none"/>
            <a:tailEnd len="med" w="med" type="none"/>
          </a:ln>
        </p:spPr>
      </p:cxnSp>
      <p:pic>
        <p:nvPicPr>
          <p:cNvPr id="158" name="Google Shape;158;p17"/>
          <p:cNvPicPr preferRelativeResize="0"/>
          <p:nvPr/>
        </p:nvPicPr>
        <p:blipFill>
          <a:blip r:embed="rId5">
            <a:alphaModFix/>
          </a:blip>
          <a:stretch>
            <a:fillRect/>
          </a:stretch>
        </p:blipFill>
        <p:spPr>
          <a:xfrm>
            <a:off x="363482" y="1993619"/>
            <a:ext cx="563185" cy="572092"/>
          </a:xfrm>
          <a:prstGeom prst="rect">
            <a:avLst/>
          </a:prstGeom>
          <a:noFill/>
          <a:ln>
            <a:noFill/>
          </a:ln>
        </p:spPr>
      </p:pic>
      <p:sp>
        <p:nvSpPr>
          <p:cNvPr id="159" name="Google Shape;159;p17"/>
          <p:cNvSpPr txBox="1"/>
          <p:nvPr>
            <p:ph type="title"/>
          </p:nvPr>
        </p:nvSpPr>
        <p:spPr>
          <a:xfrm>
            <a:off x="1225225" y="2090813"/>
            <a:ext cx="6852300" cy="369300"/>
          </a:xfrm>
          <a:prstGeom prst="rect">
            <a:avLst/>
          </a:prstGeom>
        </p:spPr>
        <p:txBody>
          <a:bodyPr anchorCtr="0" anchor="ctr" bIns="0" lIns="0" spcFirstLastPara="1" rIns="0" wrap="square" tIns="0">
            <a:noAutofit/>
          </a:bodyPr>
          <a:lstStyle>
            <a:lvl1pPr lvl="0" rtl="0">
              <a:spcBef>
                <a:spcPts val="0"/>
              </a:spcBef>
              <a:spcAft>
                <a:spcPts val="0"/>
              </a:spcAft>
              <a:buClr>
                <a:schemeClr val="lt1"/>
              </a:buClr>
              <a:buSzPts val="1800"/>
              <a:buFont typeface="Lexend"/>
              <a:buNone/>
              <a:defRPr b="0" sz="1800">
                <a:solidFill>
                  <a:schemeClr val="lt1"/>
                </a:solidFill>
                <a:latin typeface="Lexend"/>
                <a:ea typeface="Lexend"/>
                <a:cs typeface="Lexend"/>
                <a:sym typeface="Lexend"/>
              </a:defRPr>
            </a:lvl1pPr>
            <a:lvl2pPr lvl="1" rtl="0">
              <a:spcBef>
                <a:spcPts val="0"/>
              </a:spcBef>
              <a:spcAft>
                <a:spcPts val="0"/>
              </a:spcAft>
              <a:buSzPts val="1800"/>
              <a:buNone/>
              <a:defRPr sz="1800"/>
            </a:lvl2pPr>
            <a:lvl3pPr lvl="2" rtl="0">
              <a:spcBef>
                <a:spcPts val="0"/>
              </a:spcBef>
              <a:spcAft>
                <a:spcPts val="0"/>
              </a:spcAft>
              <a:buSzPts val="1800"/>
              <a:buNone/>
              <a:defRPr sz="1800"/>
            </a:lvl3pPr>
            <a:lvl4pPr lvl="3" rtl="0">
              <a:spcBef>
                <a:spcPts val="0"/>
              </a:spcBef>
              <a:spcAft>
                <a:spcPts val="0"/>
              </a:spcAft>
              <a:buSzPts val="1800"/>
              <a:buNone/>
              <a:defRPr sz="1800"/>
            </a:lvl4pPr>
            <a:lvl5pPr lvl="4" rtl="0">
              <a:spcBef>
                <a:spcPts val="0"/>
              </a:spcBef>
              <a:spcAft>
                <a:spcPts val="0"/>
              </a:spcAft>
              <a:buSzPts val="1800"/>
              <a:buNone/>
              <a:defRPr sz="1800"/>
            </a:lvl5pPr>
            <a:lvl6pPr lvl="5" rtl="0">
              <a:spcBef>
                <a:spcPts val="0"/>
              </a:spcBef>
              <a:spcAft>
                <a:spcPts val="0"/>
              </a:spcAft>
              <a:buSzPts val="1800"/>
              <a:buNone/>
              <a:defRPr sz="1800"/>
            </a:lvl6pPr>
            <a:lvl7pPr lvl="6" rtl="0">
              <a:spcBef>
                <a:spcPts val="0"/>
              </a:spcBef>
              <a:spcAft>
                <a:spcPts val="0"/>
              </a:spcAft>
              <a:buSzPts val="1800"/>
              <a:buNone/>
              <a:defRPr sz="1800"/>
            </a:lvl7pPr>
            <a:lvl8pPr lvl="7" rtl="0">
              <a:spcBef>
                <a:spcPts val="0"/>
              </a:spcBef>
              <a:spcAft>
                <a:spcPts val="0"/>
              </a:spcAft>
              <a:buSzPts val="1800"/>
              <a:buNone/>
              <a:defRPr sz="1800"/>
            </a:lvl8pPr>
            <a:lvl9pPr lvl="8" rtl="0">
              <a:spcBef>
                <a:spcPts val="0"/>
              </a:spcBef>
              <a:spcAft>
                <a:spcPts val="0"/>
              </a:spcAft>
              <a:buSzPts val="1800"/>
              <a:buNone/>
              <a:defRPr sz="1800"/>
            </a:lvl9pPr>
          </a:lstStyle>
          <a:p/>
        </p:txBody>
      </p:sp>
      <p:sp>
        <p:nvSpPr>
          <p:cNvPr id="160" name="Google Shape;160;p17"/>
          <p:cNvSpPr txBox="1"/>
          <p:nvPr>
            <p:ph idx="2" type="title"/>
          </p:nvPr>
        </p:nvSpPr>
        <p:spPr>
          <a:xfrm>
            <a:off x="1225225" y="3027088"/>
            <a:ext cx="6852300" cy="369300"/>
          </a:xfrm>
          <a:prstGeom prst="rect">
            <a:avLst/>
          </a:prstGeom>
        </p:spPr>
        <p:txBody>
          <a:bodyPr anchorCtr="0" anchor="ctr" bIns="0" lIns="0" spcFirstLastPara="1" rIns="0" wrap="square" tIns="0">
            <a:noAutofit/>
          </a:bodyPr>
          <a:lstStyle>
            <a:lvl1pPr lvl="0" rtl="0">
              <a:spcBef>
                <a:spcPts val="0"/>
              </a:spcBef>
              <a:spcAft>
                <a:spcPts val="0"/>
              </a:spcAft>
              <a:buClr>
                <a:schemeClr val="lt1"/>
              </a:buClr>
              <a:buSzPts val="1800"/>
              <a:buFont typeface="Lexend"/>
              <a:buNone/>
              <a:defRPr b="0" sz="1800">
                <a:solidFill>
                  <a:schemeClr val="lt1"/>
                </a:solidFill>
                <a:latin typeface="Lexend"/>
                <a:ea typeface="Lexend"/>
                <a:cs typeface="Lexend"/>
                <a:sym typeface="Lexend"/>
              </a:defRPr>
            </a:lvl1pPr>
            <a:lvl2pPr lvl="1" rtl="0">
              <a:spcBef>
                <a:spcPts val="0"/>
              </a:spcBef>
              <a:spcAft>
                <a:spcPts val="0"/>
              </a:spcAft>
              <a:buSzPts val="1800"/>
              <a:buNone/>
              <a:defRPr sz="1800"/>
            </a:lvl2pPr>
            <a:lvl3pPr lvl="2" rtl="0">
              <a:spcBef>
                <a:spcPts val="0"/>
              </a:spcBef>
              <a:spcAft>
                <a:spcPts val="0"/>
              </a:spcAft>
              <a:buSzPts val="1800"/>
              <a:buNone/>
              <a:defRPr sz="1800"/>
            </a:lvl3pPr>
            <a:lvl4pPr lvl="3" rtl="0">
              <a:spcBef>
                <a:spcPts val="0"/>
              </a:spcBef>
              <a:spcAft>
                <a:spcPts val="0"/>
              </a:spcAft>
              <a:buSzPts val="1800"/>
              <a:buNone/>
              <a:defRPr sz="1800"/>
            </a:lvl4pPr>
            <a:lvl5pPr lvl="4" rtl="0">
              <a:spcBef>
                <a:spcPts val="0"/>
              </a:spcBef>
              <a:spcAft>
                <a:spcPts val="0"/>
              </a:spcAft>
              <a:buSzPts val="1800"/>
              <a:buNone/>
              <a:defRPr sz="1800"/>
            </a:lvl5pPr>
            <a:lvl6pPr lvl="5" rtl="0">
              <a:spcBef>
                <a:spcPts val="0"/>
              </a:spcBef>
              <a:spcAft>
                <a:spcPts val="0"/>
              </a:spcAft>
              <a:buSzPts val="1800"/>
              <a:buNone/>
              <a:defRPr sz="1800"/>
            </a:lvl6pPr>
            <a:lvl7pPr lvl="6" rtl="0">
              <a:spcBef>
                <a:spcPts val="0"/>
              </a:spcBef>
              <a:spcAft>
                <a:spcPts val="0"/>
              </a:spcAft>
              <a:buSzPts val="1800"/>
              <a:buNone/>
              <a:defRPr sz="1800"/>
            </a:lvl7pPr>
            <a:lvl8pPr lvl="7" rtl="0">
              <a:spcBef>
                <a:spcPts val="0"/>
              </a:spcBef>
              <a:spcAft>
                <a:spcPts val="0"/>
              </a:spcAft>
              <a:buSzPts val="1800"/>
              <a:buNone/>
              <a:defRPr sz="1800"/>
            </a:lvl8pPr>
            <a:lvl9pPr lvl="8" rtl="0">
              <a:spcBef>
                <a:spcPts val="0"/>
              </a:spcBef>
              <a:spcAft>
                <a:spcPts val="0"/>
              </a:spcAft>
              <a:buSzPts val="1800"/>
              <a:buNone/>
              <a:defRPr sz="1800"/>
            </a:lvl9pPr>
          </a:lstStyle>
          <a:p/>
        </p:txBody>
      </p:sp>
      <p:pic>
        <p:nvPicPr>
          <p:cNvPr id="157" name="Google Shape;157;p17"/>
          <p:cNvPicPr preferRelativeResize="0"/>
          <p:nvPr/>
        </p:nvPicPr>
        <p:blipFill>
          <a:blip r:embed="rId6">
            <a:alphaModFix/>
          </a:blip>
          <a:stretch>
            <a:fillRect/>
          </a:stretch>
        </p:blipFill>
        <p:spPr>
          <a:xfrm>
            <a:off x="363340" y="2925705"/>
            <a:ext cx="563446" cy="572077"/>
          </a:xfrm>
          <a:prstGeom prst="rect">
            <a:avLst/>
          </a:prstGeom>
          <a:noFill/>
          <a:ln>
            <a:noFill/>
          </a:ln>
        </p:spPr>
      </p:pic>
      <p:pic>
        <p:nvPicPr>
          <p:cNvPr id="161" name="Google Shape;161;p17"/>
          <p:cNvPicPr preferRelativeResize="0"/>
          <p:nvPr/>
        </p:nvPicPr>
        <p:blipFill rotWithShape="1">
          <a:blip r:embed="rId7">
            <a:alphaModFix/>
          </a:blip>
          <a:srcRect b="1709" l="0" r="0" t="1699"/>
          <a:stretch/>
        </p:blipFill>
        <p:spPr>
          <a:xfrm>
            <a:off x="-12" y="481650"/>
            <a:ext cx="9151202" cy="116709"/>
          </a:xfrm>
          <a:prstGeom prst="rect">
            <a:avLst/>
          </a:prstGeom>
          <a:noFill/>
          <a:ln>
            <a:noFill/>
          </a:ln>
        </p:spPr>
      </p:pic>
      <p:sp>
        <p:nvSpPr>
          <p:cNvPr id="162" name="Google Shape;162;p17"/>
          <p:cNvSpPr txBox="1"/>
          <p:nvPr/>
        </p:nvSpPr>
        <p:spPr>
          <a:xfrm>
            <a:off x="324000" y="112500"/>
            <a:ext cx="2304900" cy="3078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None/>
            </a:pPr>
            <a:r>
              <a:rPr b="1" lang="en-GB" sz="2000">
                <a:solidFill>
                  <a:schemeClr val="dk1"/>
                </a:solidFill>
                <a:latin typeface="Lexend"/>
                <a:ea typeface="Lexend"/>
                <a:cs typeface="Lexend"/>
                <a:sym typeface="Lexend"/>
              </a:rPr>
              <a:t>Lesson outline</a:t>
            </a:r>
            <a:endParaRPr b="1" sz="2000">
              <a:solidFill>
                <a:schemeClr val="dk1"/>
              </a:solidFill>
              <a:latin typeface="Lexend"/>
              <a:ea typeface="Lexend"/>
              <a:cs typeface="Lexend"/>
              <a:sym typeface="Lexend"/>
            </a:endParaRPr>
          </a:p>
        </p:txBody>
      </p:sp>
      <p:sp>
        <p:nvSpPr>
          <p:cNvPr id="163" name="Google Shape;163;p17"/>
          <p:cNvSpPr txBox="1"/>
          <p:nvPr>
            <p:ph idx="3" type="title"/>
          </p:nvPr>
        </p:nvSpPr>
        <p:spPr>
          <a:xfrm>
            <a:off x="324000" y="657600"/>
            <a:ext cx="5741400" cy="615600"/>
          </a:xfrm>
          <a:prstGeom prst="rect">
            <a:avLst/>
          </a:prstGeom>
        </p:spPr>
        <p:txBody>
          <a:bodyPr anchorCtr="0" anchor="t" bIns="0" lIns="0" spcFirstLastPara="1" rIns="0" wrap="square" tIns="0">
            <a:noAutofit/>
          </a:bodyPr>
          <a:lstStyle>
            <a:lvl1pPr lvl="0" rtl="0">
              <a:spcBef>
                <a:spcPts val="0"/>
              </a:spcBef>
              <a:spcAft>
                <a:spcPts val="0"/>
              </a:spcAft>
              <a:buSzPts val="1800"/>
              <a:buFont typeface="Lexend"/>
              <a:buNone/>
              <a:defRPr b="0" sz="1800">
                <a:latin typeface="Lexend"/>
                <a:ea typeface="Lexend"/>
                <a:cs typeface="Lexend"/>
                <a:sym typeface="Lexend"/>
              </a:defRPr>
            </a:lvl1pPr>
            <a:lvl2pPr lvl="1" rtl="0">
              <a:spcBef>
                <a:spcPts val="0"/>
              </a:spcBef>
              <a:spcAft>
                <a:spcPts val="0"/>
              </a:spcAft>
              <a:buSzPts val="1800"/>
              <a:buNone/>
              <a:defRPr sz="1800"/>
            </a:lvl2pPr>
            <a:lvl3pPr lvl="2" rtl="0">
              <a:spcBef>
                <a:spcPts val="0"/>
              </a:spcBef>
              <a:spcAft>
                <a:spcPts val="0"/>
              </a:spcAft>
              <a:buSzPts val="1800"/>
              <a:buNone/>
              <a:defRPr sz="1800"/>
            </a:lvl3pPr>
            <a:lvl4pPr lvl="3" rtl="0">
              <a:spcBef>
                <a:spcPts val="0"/>
              </a:spcBef>
              <a:spcAft>
                <a:spcPts val="0"/>
              </a:spcAft>
              <a:buSzPts val="1800"/>
              <a:buNone/>
              <a:defRPr sz="1800"/>
            </a:lvl4pPr>
            <a:lvl5pPr lvl="4" rtl="0">
              <a:spcBef>
                <a:spcPts val="0"/>
              </a:spcBef>
              <a:spcAft>
                <a:spcPts val="0"/>
              </a:spcAft>
              <a:buSzPts val="1800"/>
              <a:buNone/>
              <a:defRPr sz="1800"/>
            </a:lvl5pPr>
            <a:lvl6pPr lvl="5" rtl="0">
              <a:spcBef>
                <a:spcPts val="0"/>
              </a:spcBef>
              <a:spcAft>
                <a:spcPts val="0"/>
              </a:spcAft>
              <a:buSzPts val="1800"/>
              <a:buNone/>
              <a:defRPr sz="1800"/>
            </a:lvl6pPr>
            <a:lvl7pPr lvl="6" rtl="0">
              <a:spcBef>
                <a:spcPts val="0"/>
              </a:spcBef>
              <a:spcAft>
                <a:spcPts val="0"/>
              </a:spcAft>
              <a:buSzPts val="1800"/>
              <a:buNone/>
              <a:defRPr sz="1800"/>
            </a:lvl7pPr>
            <a:lvl8pPr lvl="7" rtl="0">
              <a:spcBef>
                <a:spcPts val="0"/>
              </a:spcBef>
              <a:spcAft>
                <a:spcPts val="0"/>
              </a:spcAft>
              <a:buSzPts val="1800"/>
              <a:buNone/>
              <a:defRPr sz="1800"/>
            </a:lvl8pPr>
            <a:lvl9pPr lvl="8" rtl="0">
              <a:spcBef>
                <a:spcPts val="0"/>
              </a:spcBef>
              <a:spcAft>
                <a:spcPts val="0"/>
              </a:spcAft>
              <a:buSzPts val="1800"/>
              <a:buNone/>
              <a:defRPr sz="1800"/>
            </a:lvl9pPr>
          </a:lstStyle>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9.3 Lesson outline (3)">
  <p:cSld name="CUSTOM_3_2">
    <p:spTree>
      <p:nvGrpSpPr>
        <p:cNvPr id="164" name="Shape 164"/>
        <p:cNvGrpSpPr/>
        <p:nvPr/>
      </p:nvGrpSpPr>
      <p:grpSpPr>
        <a:xfrm>
          <a:off x="0" y="0"/>
          <a:ext cx="0" cy="0"/>
          <a:chOff x="0" y="0"/>
          <a:chExt cx="0" cy="0"/>
        </a:xfrm>
      </p:grpSpPr>
      <p:pic>
        <p:nvPicPr>
          <p:cNvPr id="165" name="Google Shape;165;p18"/>
          <p:cNvPicPr preferRelativeResize="0"/>
          <p:nvPr/>
        </p:nvPicPr>
        <p:blipFill rotWithShape="1">
          <a:blip r:embed="rId2">
            <a:alphaModFix/>
          </a:blip>
          <a:srcRect b="4438" l="0" r="0" t="4429"/>
          <a:stretch/>
        </p:blipFill>
        <p:spPr>
          <a:xfrm>
            <a:off x="863550" y="3642223"/>
            <a:ext cx="7439125" cy="563227"/>
          </a:xfrm>
          <a:prstGeom prst="rect">
            <a:avLst/>
          </a:prstGeom>
          <a:noFill/>
          <a:ln>
            <a:noFill/>
          </a:ln>
        </p:spPr>
      </p:pic>
      <p:pic>
        <p:nvPicPr>
          <p:cNvPr id="166" name="Google Shape;166;p18"/>
          <p:cNvPicPr preferRelativeResize="0"/>
          <p:nvPr/>
        </p:nvPicPr>
        <p:blipFill rotWithShape="1">
          <a:blip r:embed="rId3">
            <a:alphaModFix/>
          </a:blip>
          <a:srcRect b="0" l="74623" r="0" t="0"/>
          <a:stretch/>
        </p:blipFill>
        <p:spPr>
          <a:xfrm>
            <a:off x="863550" y="3600900"/>
            <a:ext cx="145900" cy="645874"/>
          </a:xfrm>
          <a:prstGeom prst="rect">
            <a:avLst/>
          </a:prstGeom>
          <a:noFill/>
          <a:ln>
            <a:noFill/>
          </a:ln>
        </p:spPr>
      </p:pic>
      <p:pic>
        <p:nvPicPr>
          <p:cNvPr id="167" name="Google Shape;167;p18"/>
          <p:cNvPicPr preferRelativeResize="0"/>
          <p:nvPr/>
        </p:nvPicPr>
        <p:blipFill rotWithShape="1">
          <a:blip r:embed="rId4">
            <a:alphaModFix/>
          </a:blip>
          <a:srcRect b="3669" l="0" r="0" t="3678"/>
          <a:stretch/>
        </p:blipFill>
        <p:spPr>
          <a:xfrm>
            <a:off x="863550" y="2704186"/>
            <a:ext cx="7439126" cy="572074"/>
          </a:xfrm>
          <a:prstGeom prst="rect">
            <a:avLst/>
          </a:prstGeom>
          <a:noFill/>
          <a:ln>
            <a:noFill/>
          </a:ln>
        </p:spPr>
      </p:pic>
      <p:pic>
        <p:nvPicPr>
          <p:cNvPr id="168" name="Google Shape;168;p18"/>
          <p:cNvPicPr preferRelativeResize="0"/>
          <p:nvPr/>
        </p:nvPicPr>
        <p:blipFill rotWithShape="1">
          <a:blip r:embed="rId3">
            <a:alphaModFix/>
          </a:blip>
          <a:srcRect b="0" l="74623" r="0" t="0"/>
          <a:stretch/>
        </p:blipFill>
        <p:spPr>
          <a:xfrm>
            <a:off x="863550" y="2677988"/>
            <a:ext cx="145900" cy="645874"/>
          </a:xfrm>
          <a:prstGeom prst="rect">
            <a:avLst/>
          </a:prstGeom>
          <a:noFill/>
          <a:ln>
            <a:noFill/>
          </a:ln>
        </p:spPr>
      </p:pic>
      <p:pic>
        <p:nvPicPr>
          <p:cNvPr id="169" name="Google Shape;169;p18"/>
          <p:cNvPicPr preferRelativeResize="0"/>
          <p:nvPr/>
        </p:nvPicPr>
        <p:blipFill rotWithShape="1">
          <a:blip r:embed="rId5">
            <a:alphaModFix/>
          </a:blip>
          <a:srcRect b="3669" l="0" r="0" t="3678"/>
          <a:stretch/>
        </p:blipFill>
        <p:spPr>
          <a:xfrm>
            <a:off x="863550" y="1678325"/>
            <a:ext cx="7439126" cy="572074"/>
          </a:xfrm>
          <a:prstGeom prst="rect">
            <a:avLst/>
          </a:prstGeom>
          <a:noFill/>
          <a:ln>
            <a:noFill/>
          </a:ln>
        </p:spPr>
      </p:pic>
      <p:pic>
        <p:nvPicPr>
          <p:cNvPr id="170" name="Google Shape;170;p18"/>
          <p:cNvPicPr preferRelativeResize="0"/>
          <p:nvPr/>
        </p:nvPicPr>
        <p:blipFill rotWithShape="1">
          <a:blip r:embed="rId3">
            <a:alphaModFix/>
          </a:blip>
          <a:srcRect b="0" l="74623" r="0" t="0"/>
          <a:stretch/>
        </p:blipFill>
        <p:spPr>
          <a:xfrm>
            <a:off x="863550" y="1643475"/>
            <a:ext cx="145900" cy="645874"/>
          </a:xfrm>
          <a:prstGeom prst="rect">
            <a:avLst/>
          </a:prstGeom>
          <a:noFill/>
          <a:ln>
            <a:noFill/>
          </a:ln>
        </p:spPr>
      </p:pic>
      <p:cxnSp>
        <p:nvCxnSpPr>
          <p:cNvPr id="171" name="Google Shape;171;p18"/>
          <p:cNvCxnSpPr>
            <a:endCxn id="172" idx="2"/>
          </p:cNvCxnSpPr>
          <p:nvPr/>
        </p:nvCxnSpPr>
        <p:spPr>
          <a:xfrm>
            <a:off x="647802" y="1841898"/>
            <a:ext cx="0" cy="2366400"/>
          </a:xfrm>
          <a:prstGeom prst="straightConnector1">
            <a:avLst/>
          </a:prstGeom>
          <a:noFill/>
          <a:ln cap="flat" cmpd="sng" w="38100">
            <a:solidFill>
              <a:srgbClr val="282828"/>
            </a:solidFill>
            <a:prstDash val="solid"/>
            <a:round/>
            <a:headEnd len="med" w="med" type="none"/>
            <a:tailEnd len="med" w="med" type="none"/>
          </a:ln>
        </p:spPr>
      </p:cxnSp>
      <p:pic>
        <p:nvPicPr>
          <p:cNvPr id="172" name="Google Shape;172;p18"/>
          <p:cNvPicPr preferRelativeResize="0"/>
          <p:nvPr/>
        </p:nvPicPr>
        <p:blipFill>
          <a:blip r:embed="rId6">
            <a:alphaModFix/>
          </a:blip>
          <a:stretch>
            <a:fillRect/>
          </a:stretch>
        </p:blipFill>
        <p:spPr>
          <a:xfrm>
            <a:off x="366079" y="3636220"/>
            <a:ext cx="563446" cy="572077"/>
          </a:xfrm>
          <a:prstGeom prst="rect">
            <a:avLst/>
          </a:prstGeom>
          <a:noFill/>
          <a:ln>
            <a:noFill/>
          </a:ln>
        </p:spPr>
      </p:pic>
      <p:pic>
        <p:nvPicPr>
          <p:cNvPr id="173" name="Google Shape;173;p18"/>
          <p:cNvPicPr preferRelativeResize="0"/>
          <p:nvPr/>
        </p:nvPicPr>
        <p:blipFill>
          <a:blip r:embed="rId7">
            <a:alphaModFix/>
          </a:blip>
          <a:stretch>
            <a:fillRect/>
          </a:stretch>
        </p:blipFill>
        <p:spPr>
          <a:xfrm>
            <a:off x="363482" y="1682508"/>
            <a:ext cx="563185" cy="572092"/>
          </a:xfrm>
          <a:prstGeom prst="rect">
            <a:avLst/>
          </a:prstGeom>
          <a:noFill/>
          <a:ln>
            <a:noFill/>
          </a:ln>
        </p:spPr>
      </p:pic>
      <p:sp>
        <p:nvSpPr>
          <p:cNvPr id="174" name="Google Shape;174;p18"/>
          <p:cNvSpPr txBox="1"/>
          <p:nvPr>
            <p:ph type="title"/>
          </p:nvPr>
        </p:nvSpPr>
        <p:spPr>
          <a:xfrm>
            <a:off x="1225200" y="1779713"/>
            <a:ext cx="6850800" cy="369300"/>
          </a:xfrm>
          <a:prstGeom prst="rect">
            <a:avLst/>
          </a:prstGeom>
        </p:spPr>
        <p:txBody>
          <a:bodyPr anchorCtr="0" anchor="ctr" bIns="0" lIns="0" spcFirstLastPara="1" rIns="0" wrap="square" tIns="0">
            <a:noAutofit/>
          </a:bodyPr>
          <a:lstStyle>
            <a:lvl1pPr lvl="0" rtl="0">
              <a:spcBef>
                <a:spcPts val="0"/>
              </a:spcBef>
              <a:spcAft>
                <a:spcPts val="0"/>
              </a:spcAft>
              <a:buClr>
                <a:schemeClr val="lt1"/>
              </a:buClr>
              <a:buSzPts val="1800"/>
              <a:buFont typeface="Lexend"/>
              <a:buNone/>
              <a:defRPr b="0" sz="1800">
                <a:solidFill>
                  <a:schemeClr val="lt1"/>
                </a:solidFill>
                <a:latin typeface="Lexend"/>
                <a:ea typeface="Lexend"/>
                <a:cs typeface="Lexend"/>
                <a:sym typeface="Lexend"/>
              </a:defRPr>
            </a:lvl1pPr>
            <a:lvl2pPr lvl="1" rtl="0">
              <a:spcBef>
                <a:spcPts val="0"/>
              </a:spcBef>
              <a:spcAft>
                <a:spcPts val="0"/>
              </a:spcAft>
              <a:buSzPts val="1800"/>
              <a:buNone/>
              <a:defRPr sz="1800"/>
            </a:lvl2pPr>
            <a:lvl3pPr lvl="2" rtl="0">
              <a:spcBef>
                <a:spcPts val="0"/>
              </a:spcBef>
              <a:spcAft>
                <a:spcPts val="0"/>
              </a:spcAft>
              <a:buSzPts val="1800"/>
              <a:buNone/>
              <a:defRPr sz="1800"/>
            </a:lvl3pPr>
            <a:lvl4pPr lvl="3" rtl="0">
              <a:spcBef>
                <a:spcPts val="0"/>
              </a:spcBef>
              <a:spcAft>
                <a:spcPts val="0"/>
              </a:spcAft>
              <a:buSzPts val="1800"/>
              <a:buNone/>
              <a:defRPr sz="1800"/>
            </a:lvl4pPr>
            <a:lvl5pPr lvl="4" rtl="0">
              <a:spcBef>
                <a:spcPts val="0"/>
              </a:spcBef>
              <a:spcAft>
                <a:spcPts val="0"/>
              </a:spcAft>
              <a:buSzPts val="1800"/>
              <a:buNone/>
              <a:defRPr sz="1800"/>
            </a:lvl5pPr>
            <a:lvl6pPr lvl="5" rtl="0">
              <a:spcBef>
                <a:spcPts val="0"/>
              </a:spcBef>
              <a:spcAft>
                <a:spcPts val="0"/>
              </a:spcAft>
              <a:buSzPts val="1800"/>
              <a:buNone/>
              <a:defRPr sz="1800"/>
            </a:lvl6pPr>
            <a:lvl7pPr lvl="6" rtl="0">
              <a:spcBef>
                <a:spcPts val="0"/>
              </a:spcBef>
              <a:spcAft>
                <a:spcPts val="0"/>
              </a:spcAft>
              <a:buSzPts val="1800"/>
              <a:buNone/>
              <a:defRPr sz="1800"/>
            </a:lvl7pPr>
            <a:lvl8pPr lvl="7" rtl="0">
              <a:spcBef>
                <a:spcPts val="0"/>
              </a:spcBef>
              <a:spcAft>
                <a:spcPts val="0"/>
              </a:spcAft>
              <a:buSzPts val="1800"/>
              <a:buNone/>
              <a:defRPr sz="1800"/>
            </a:lvl8pPr>
            <a:lvl9pPr lvl="8" rtl="0">
              <a:spcBef>
                <a:spcPts val="0"/>
              </a:spcBef>
              <a:spcAft>
                <a:spcPts val="0"/>
              </a:spcAft>
              <a:buSzPts val="1800"/>
              <a:buNone/>
              <a:defRPr sz="1800"/>
            </a:lvl9pPr>
          </a:lstStyle>
          <a:p/>
        </p:txBody>
      </p:sp>
      <p:sp>
        <p:nvSpPr>
          <p:cNvPr id="175" name="Google Shape;175;p18"/>
          <p:cNvSpPr txBox="1"/>
          <p:nvPr>
            <p:ph idx="2" type="title"/>
          </p:nvPr>
        </p:nvSpPr>
        <p:spPr>
          <a:xfrm>
            <a:off x="1225200" y="2804800"/>
            <a:ext cx="6850800" cy="369300"/>
          </a:xfrm>
          <a:prstGeom prst="rect">
            <a:avLst/>
          </a:prstGeom>
        </p:spPr>
        <p:txBody>
          <a:bodyPr anchorCtr="0" anchor="ctr" bIns="0" lIns="0" spcFirstLastPara="1" rIns="0" wrap="square" tIns="0">
            <a:noAutofit/>
          </a:bodyPr>
          <a:lstStyle>
            <a:lvl1pPr lvl="0" rtl="0">
              <a:spcBef>
                <a:spcPts val="0"/>
              </a:spcBef>
              <a:spcAft>
                <a:spcPts val="0"/>
              </a:spcAft>
              <a:buClr>
                <a:schemeClr val="lt1"/>
              </a:buClr>
              <a:buSzPts val="1800"/>
              <a:buFont typeface="Lexend"/>
              <a:buNone/>
              <a:defRPr b="0" sz="1800">
                <a:solidFill>
                  <a:schemeClr val="lt1"/>
                </a:solidFill>
                <a:latin typeface="Lexend"/>
                <a:ea typeface="Lexend"/>
                <a:cs typeface="Lexend"/>
                <a:sym typeface="Lexend"/>
              </a:defRPr>
            </a:lvl1pPr>
            <a:lvl2pPr lvl="1" rtl="0">
              <a:spcBef>
                <a:spcPts val="0"/>
              </a:spcBef>
              <a:spcAft>
                <a:spcPts val="0"/>
              </a:spcAft>
              <a:buSzPts val="1800"/>
              <a:buNone/>
              <a:defRPr sz="1800"/>
            </a:lvl2pPr>
            <a:lvl3pPr lvl="2" rtl="0">
              <a:spcBef>
                <a:spcPts val="0"/>
              </a:spcBef>
              <a:spcAft>
                <a:spcPts val="0"/>
              </a:spcAft>
              <a:buSzPts val="1800"/>
              <a:buNone/>
              <a:defRPr sz="1800"/>
            </a:lvl3pPr>
            <a:lvl4pPr lvl="3" rtl="0">
              <a:spcBef>
                <a:spcPts val="0"/>
              </a:spcBef>
              <a:spcAft>
                <a:spcPts val="0"/>
              </a:spcAft>
              <a:buSzPts val="1800"/>
              <a:buNone/>
              <a:defRPr sz="1800"/>
            </a:lvl4pPr>
            <a:lvl5pPr lvl="4" rtl="0">
              <a:spcBef>
                <a:spcPts val="0"/>
              </a:spcBef>
              <a:spcAft>
                <a:spcPts val="0"/>
              </a:spcAft>
              <a:buSzPts val="1800"/>
              <a:buNone/>
              <a:defRPr sz="1800"/>
            </a:lvl5pPr>
            <a:lvl6pPr lvl="5" rtl="0">
              <a:spcBef>
                <a:spcPts val="0"/>
              </a:spcBef>
              <a:spcAft>
                <a:spcPts val="0"/>
              </a:spcAft>
              <a:buSzPts val="1800"/>
              <a:buNone/>
              <a:defRPr sz="1800"/>
            </a:lvl6pPr>
            <a:lvl7pPr lvl="6" rtl="0">
              <a:spcBef>
                <a:spcPts val="0"/>
              </a:spcBef>
              <a:spcAft>
                <a:spcPts val="0"/>
              </a:spcAft>
              <a:buSzPts val="1800"/>
              <a:buNone/>
              <a:defRPr sz="1800"/>
            </a:lvl7pPr>
            <a:lvl8pPr lvl="7" rtl="0">
              <a:spcBef>
                <a:spcPts val="0"/>
              </a:spcBef>
              <a:spcAft>
                <a:spcPts val="0"/>
              </a:spcAft>
              <a:buSzPts val="1800"/>
              <a:buNone/>
              <a:defRPr sz="1800"/>
            </a:lvl8pPr>
            <a:lvl9pPr lvl="8" rtl="0">
              <a:spcBef>
                <a:spcPts val="0"/>
              </a:spcBef>
              <a:spcAft>
                <a:spcPts val="0"/>
              </a:spcAft>
              <a:buSzPts val="1800"/>
              <a:buNone/>
              <a:defRPr sz="1800"/>
            </a:lvl9pPr>
          </a:lstStyle>
          <a:p/>
        </p:txBody>
      </p:sp>
      <p:sp>
        <p:nvSpPr>
          <p:cNvPr id="176" name="Google Shape;176;p18"/>
          <p:cNvSpPr txBox="1"/>
          <p:nvPr>
            <p:ph idx="3" type="title"/>
          </p:nvPr>
        </p:nvSpPr>
        <p:spPr>
          <a:xfrm>
            <a:off x="1225200" y="3739189"/>
            <a:ext cx="6850800" cy="369300"/>
          </a:xfrm>
          <a:prstGeom prst="rect">
            <a:avLst/>
          </a:prstGeom>
        </p:spPr>
        <p:txBody>
          <a:bodyPr anchorCtr="0" anchor="ctr" bIns="0" lIns="0" spcFirstLastPara="1" rIns="0" wrap="square" tIns="0">
            <a:noAutofit/>
          </a:bodyPr>
          <a:lstStyle>
            <a:lvl1pPr lvl="0" rtl="0">
              <a:spcBef>
                <a:spcPts val="0"/>
              </a:spcBef>
              <a:spcAft>
                <a:spcPts val="0"/>
              </a:spcAft>
              <a:buClr>
                <a:schemeClr val="lt1"/>
              </a:buClr>
              <a:buSzPts val="1800"/>
              <a:buFont typeface="Lexend"/>
              <a:buNone/>
              <a:defRPr b="0" sz="1800">
                <a:solidFill>
                  <a:schemeClr val="lt1"/>
                </a:solidFill>
                <a:latin typeface="Lexend"/>
                <a:ea typeface="Lexend"/>
                <a:cs typeface="Lexend"/>
                <a:sym typeface="Lexend"/>
              </a:defRPr>
            </a:lvl1pPr>
            <a:lvl2pPr lvl="1" rtl="0">
              <a:spcBef>
                <a:spcPts val="0"/>
              </a:spcBef>
              <a:spcAft>
                <a:spcPts val="0"/>
              </a:spcAft>
              <a:buSzPts val="1800"/>
              <a:buNone/>
              <a:defRPr sz="1800"/>
            </a:lvl2pPr>
            <a:lvl3pPr lvl="2" rtl="0">
              <a:spcBef>
                <a:spcPts val="0"/>
              </a:spcBef>
              <a:spcAft>
                <a:spcPts val="0"/>
              </a:spcAft>
              <a:buSzPts val="1800"/>
              <a:buNone/>
              <a:defRPr sz="1800"/>
            </a:lvl3pPr>
            <a:lvl4pPr lvl="3" rtl="0">
              <a:spcBef>
                <a:spcPts val="0"/>
              </a:spcBef>
              <a:spcAft>
                <a:spcPts val="0"/>
              </a:spcAft>
              <a:buSzPts val="1800"/>
              <a:buNone/>
              <a:defRPr sz="1800"/>
            </a:lvl4pPr>
            <a:lvl5pPr lvl="4" rtl="0">
              <a:spcBef>
                <a:spcPts val="0"/>
              </a:spcBef>
              <a:spcAft>
                <a:spcPts val="0"/>
              </a:spcAft>
              <a:buSzPts val="1800"/>
              <a:buNone/>
              <a:defRPr sz="1800"/>
            </a:lvl5pPr>
            <a:lvl6pPr lvl="5" rtl="0">
              <a:spcBef>
                <a:spcPts val="0"/>
              </a:spcBef>
              <a:spcAft>
                <a:spcPts val="0"/>
              </a:spcAft>
              <a:buSzPts val="1800"/>
              <a:buNone/>
              <a:defRPr sz="1800"/>
            </a:lvl6pPr>
            <a:lvl7pPr lvl="6" rtl="0">
              <a:spcBef>
                <a:spcPts val="0"/>
              </a:spcBef>
              <a:spcAft>
                <a:spcPts val="0"/>
              </a:spcAft>
              <a:buSzPts val="1800"/>
              <a:buNone/>
              <a:defRPr sz="1800"/>
            </a:lvl7pPr>
            <a:lvl8pPr lvl="7" rtl="0">
              <a:spcBef>
                <a:spcPts val="0"/>
              </a:spcBef>
              <a:spcAft>
                <a:spcPts val="0"/>
              </a:spcAft>
              <a:buSzPts val="1800"/>
              <a:buNone/>
              <a:defRPr sz="1800"/>
            </a:lvl8pPr>
            <a:lvl9pPr lvl="8" rtl="0">
              <a:spcBef>
                <a:spcPts val="0"/>
              </a:spcBef>
              <a:spcAft>
                <a:spcPts val="0"/>
              </a:spcAft>
              <a:buSzPts val="1800"/>
              <a:buNone/>
              <a:defRPr sz="1800"/>
            </a:lvl9pPr>
          </a:lstStyle>
          <a:p/>
        </p:txBody>
      </p:sp>
      <p:pic>
        <p:nvPicPr>
          <p:cNvPr id="177" name="Google Shape;177;p18"/>
          <p:cNvPicPr preferRelativeResize="0"/>
          <p:nvPr/>
        </p:nvPicPr>
        <p:blipFill>
          <a:blip r:embed="rId8">
            <a:alphaModFix/>
          </a:blip>
          <a:stretch>
            <a:fillRect/>
          </a:stretch>
        </p:blipFill>
        <p:spPr>
          <a:xfrm>
            <a:off x="363340" y="2703416"/>
            <a:ext cx="563446" cy="572077"/>
          </a:xfrm>
          <a:prstGeom prst="rect">
            <a:avLst/>
          </a:prstGeom>
          <a:noFill/>
          <a:ln>
            <a:noFill/>
          </a:ln>
        </p:spPr>
      </p:pic>
      <p:sp>
        <p:nvSpPr>
          <p:cNvPr id="178" name="Google Shape;178;p18"/>
          <p:cNvSpPr/>
          <p:nvPr/>
        </p:nvSpPr>
        <p:spPr>
          <a:xfrm>
            <a:off x="0" y="0"/>
            <a:ext cx="9144300" cy="485700"/>
          </a:xfrm>
          <a:prstGeom prst="rect">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id="179" name="Google Shape;179;p18"/>
          <p:cNvPicPr preferRelativeResize="0"/>
          <p:nvPr/>
        </p:nvPicPr>
        <p:blipFill rotWithShape="1">
          <a:blip r:embed="rId9">
            <a:alphaModFix/>
          </a:blip>
          <a:srcRect b="1709" l="0" r="0" t="1699"/>
          <a:stretch/>
        </p:blipFill>
        <p:spPr>
          <a:xfrm>
            <a:off x="-12" y="481650"/>
            <a:ext cx="9151202" cy="116709"/>
          </a:xfrm>
          <a:prstGeom prst="rect">
            <a:avLst/>
          </a:prstGeom>
          <a:noFill/>
          <a:ln>
            <a:noFill/>
          </a:ln>
        </p:spPr>
      </p:pic>
      <p:sp>
        <p:nvSpPr>
          <p:cNvPr id="180" name="Google Shape;180;p18"/>
          <p:cNvSpPr txBox="1"/>
          <p:nvPr/>
        </p:nvSpPr>
        <p:spPr>
          <a:xfrm>
            <a:off x="324000" y="112500"/>
            <a:ext cx="2304900" cy="3078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None/>
            </a:pPr>
            <a:r>
              <a:rPr b="1" lang="en-GB" sz="2000">
                <a:solidFill>
                  <a:schemeClr val="dk1"/>
                </a:solidFill>
                <a:latin typeface="Lexend"/>
                <a:ea typeface="Lexend"/>
                <a:cs typeface="Lexend"/>
                <a:sym typeface="Lexend"/>
              </a:rPr>
              <a:t>Lesson outline</a:t>
            </a:r>
            <a:endParaRPr b="1" sz="2000">
              <a:solidFill>
                <a:schemeClr val="dk1"/>
              </a:solidFill>
              <a:latin typeface="Lexend"/>
              <a:ea typeface="Lexend"/>
              <a:cs typeface="Lexend"/>
              <a:sym typeface="Lexend"/>
            </a:endParaRPr>
          </a:p>
        </p:txBody>
      </p:sp>
      <p:sp>
        <p:nvSpPr>
          <p:cNvPr id="181" name="Google Shape;181;p18"/>
          <p:cNvSpPr txBox="1"/>
          <p:nvPr>
            <p:ph idx="4" type="title"/>
          </p:nvPr>
        </p:nvSpPr>
        <p:spPr>
          <a:xfrm>
            <a:off x="324000" y="657600"/>
            <a:ext cx="5741400" cy="615600"/>
          </a:xfrm>
          <a:prstGeom prst="rect">
            <a:avLst/>
          </a:prstGeom>
        </p:spPr>
        <p:txBody>
          <a:bodyPr anchorCtr="0" anchor="t" bIns="0" lIns="0" spcFirstLastPara="1" rIns="0" wrap="square" tIns="0">
            <a:noAutofit/>
          </a:bodyPr>
          <a:lstStyle>
            <a:lvl1pPr lvl="0" rtl="0">
              <a:spcBef>
                <a:spcPts val="0"/>
              </a:spcBef>
              <a:spcAft>
                <a:spcPts val="0"/>
              </a:spcAft>
              <a:buSzPts val="1800"/>
              <a:buFont typeface="Lexend"/>
              <a:buNone/>
              <a:defRPr b="0" sz="1800">
                <a:latin typeface="Lexend"/>
                <a:ea typeface="Lexend"/>
                <a:cs typeface="Lexend"/>
                <a:sym typeface="Lexend"/>
              </a:defRPr>
            </a:lvl1pPr>
            <a:lvl2pPr lvl="1" rtl="0">
              <a:spcBef>
                <a:spcPts val="0"/>
              </a:spcBef>
              <a:spcAft>
                <a:spcPts val="0"/>
              </a:spcAft>
              <a:buSzPts val="1800"/>
              <a:buNone/>
              <a:defRPr sz="1800"/>
            </a:lvl2pPr>
            <a:lvl3pPr lvl="2" rtl="0">
              <a:spcBef>
                <a:spcPts val="0"/>
              </a:spcBef>
              <a:spcAft>
                <a:spcPts val="0"/>
              </a:spcAft>
              <a:buSzPts val="1800"/>
              <a:buNone/>
              <a:defRPr sz="1800"/>
            </a:lvl3pPr>
            <a:lvl4pPr lvl="3" rtl="0">
              <a:spcBef>
                <a:spcPts val="0"/>
              </a:spcBef>
              <a:spcAft>
                <a:spcPts val="0"/>
              </a:spcAft>
              <a:buSzPts val="1800"/>
              <a:buNone/>
              <a:defRPr sz="1800"/>
            </a:lvl4pPr>
            <a:lvl5pPr lvl="4" rtl="0">
              <a:spcBef>
                <a:spcPts val="0"/>
              </a:spcBef>
              <a:spcAft>
                <a:spcPts val="0"/>
              </a:spcAft>
              <a:buSzPts val="1800"/>
              <a:buNone/>
              <a:defRPr sz="1800"/>
            </a:lvl5pPr>
            <a:lvl6pPr lvl="5" rtl="0">
              <a:spcBef>
                <a:spcPts val="0"/>
              </a:spcBef>
              <a:spcAft>
                <a:spcPts val="0"/>
              </a:spcAft>
              <a:buSzPts val="1800"/>
              <a:buNone/>
              <a:defRPr sz="1800"/>
            </a:lvl6pPr>
            <a:lvl7pPr lvl="6" rtl="0">
              <a:spcBef>
                <a:spcPts val="0"/>
              </a:spcBef>
              <a:spcAft>
                <a:spcPts val="0"/>
              </a:spcAft>
              <a:buSzPts val="1800"/>
              <a:buNone/>
              <a:defRPr sz="1800"/>
            </a:lvl7pPr>
            <a:lvl8pPr lvl="7" rtl="0">
              <a:spcBef>
                <a:spcPts val="0"/>
              </a:spcBef>
              <a:spcAft>
                <a:spcPts val="0"/>
              </a:spcAft>
              <a:buSzPts val="1800"/>
              <a:buNone/>
              <a:defRPr sz="1800"/>
            </a:lvl8pPr>
            <a:lvl9pPr lvl="8" rtl="0">
              <a:spcBef>
                <a:spcPts val="0"/>
              </a:spcBef>
              <a:spcAft>
                <a:spcPts val="0"/>
              </a:spcAft>
              <a:buSzPts val="1800"/>
              <a:buNone/>
              <a:defRPr sz="1800"/>
            </a:lvl9pPr>
          </a:lstStyle>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9.3 Lesson outline (4)">
  <p:cSld name="CUSTOM_4">
    <p:spTree>
      <p:nvGrpSpPr>
        <p:cNvPr id="182" name="Shape 182"/>
        <p:cNvGrpSpPr/>
        <p:nvPr/>
      </p:nvGrpSpPr>
      <p:grpSpPr>
        <a:xfrm>
          <a:off x="0" y="0"/>
          <a:ext cx="0" cy="0"/>
          <a:chOff x="0" y="0"/>
          <a:chExt cx="0" cy="0"/>
        </a:xfrm>
      </p:grpSpPr>
      <p:pic>
        <p:nvPicPr>
          <p:cNvPr id="183" name="Google Shape;183;p19"/>
          <p:cNvPicPr preferRelativeResize="0"/>
          <p:nvPr/>
        </p:nvPicPr>
        <p:blipFill rotWithShape="1">
          <a:blip r:embed="rId2">
            <a:alphaModFix/>
          </a:blip>
          <a:srcRect b="4438" l="0" r="0" t="4429"/>
          <a:stretch/>
        </p:blipFill>
        <p:spPr>
          <a:xfrm>
            <a:off x="863550" y="3146932"/>
            <a:ext cx="7439125" cy="563230"/>
          </a:xfrm>
          <a:prstGeom prst="rect">
            <a:avLst/>
          </a:prstGeom>
          <a:noFill/>
          <a:ln>
            <a:noFill/>
          </a:ln>
        </p:spPr>
      </p:pic>
      <p:pic>
        <p:nvPicPr>
          <p:cNvPr id="184" name="Google Shape;184;p19"/>
          <p:cNvPicPr preferRelativeResize="0"/>
          <p:nvPr/>
        </p:nvPicPr>
        <p:blipFill rotWithShape="1">
          <a:blip r:embed="rId3">
            <a:alphaModFix/>
          </a:blip>
          <a:srcRect b="0" l="74623" r="0" t="0"/>
          <a:stretch/>
        </p:blipFill>
        <p:spPr>
          <a:xfrm>
            <a:off x="863550" y="3105610"/>
            <a:ext cx="145900" cy="645874"/>
          </a:xfrm>
          <a:prstGeom prst="rect">
            <a:avLst/>
          </a:prstGeom>
          <a:noFill/>
          <a:ln>
            <a:noFill/>
          </a:ln>
        </p:spPr>
      </p:pic>
      <p:pic>
        <p:nvPicPr>
          <p:cNvPr id="185" name="Google Shape;185;p19"/>
          <p:cNvPicPr preferRelativeResize="0"/>
          <p:nvPr/>
        </p:nvPicPr>
        <p:blipFill rotWithShape="1">
          <a:blip r:embed="rId4">
            <a:alphaModFix/>
          </a:blip>
          <a:srcRect b="4396" l="0" r="0" t="4387"/>
          <a:stretch/>
        </p:blipFill>
        <p:spPr>
          <a:xfrm>
            <a:off x="863550" y="3971358"/>
            <a:ext cx="7439126" cy="563217"/>
          </a:xfrm>
          <a:prstGeom prst="rect">
            <a:avLst/>
          </a:prstGeom>
          <a:noFill/>
          <a:ln>
            <a:noFill/>
          </a:ln>
        </p:spPr>
      </p:pic>
      <p:pic>
        <p:nvPicPr>
          <p:cNvPr id="186" name="Google Shape;186;p19"/>
          <p:cNvPicPr preferRelativeResize="0"/>
          <p:nvPr/>
        </p:nvPicPr>
        <p:blipFill rotWithShape="1">
          <a:blip r:embed="rId3">
            <a:alphaModFix/>
          </a:blip>
          <a:srcRect b="0" l="74623" r="0" t="0"/>
          <a:stretch/>
        </p:blipFill>
        <p:spPr>
          <a:xfrm>
            <a:off x="863550" y="3939648"/>
            <a:ext cx="145900" cy="645874"/>
          </a:xfrm>
          <a:prstGeom prst="rect">
            <a:avLst/>
          </a:prstGeom>
          <a:noFill/>
          <a:ln>
            <a:noFill/>
          </a:ln>
        </p:spPr>
      </p:pic>
      <p:pic>
        <p:nvPicPr>
          <p:cNvPr id="187" name="Google Shape;187;p19"/>
          <p:cNvPicPr preferRelativeResize="0"/>
          <p:nvPr/>
        </p:nvPicPr>
        <p:blipFill rotWithShape="1">
          <a:blip r:embed="rId5">
            <a:alphaModFix/>
          </a:blip>
          <a:srcRect b="3669" l="0" r="0" t="3678"/>
          <a:stretch/>
        </p:blipFill>
        <p:spPr>
          <a:xfrm>
            <a:off x="863550" y="2292191"/>
            <a:ext cx="7439126" cy="572077"/>
          </a:xfrm>
          <a:prstGeom prst="rect">
            <a:avLst/>
          </a:prstGeom>
          <a:noFill/>
          <a:ln>
            <a:noFill/>
          </a:ln>
        </p:spPr>
      </p:pic>
      <p:pic>
        <p:nvPicPr>
          <p:cNvPr id="188" name="Google Shape;188;p19"/>
          <p:cNvPicPr preferRelativeResize="0"/>
          <p:nvPr/>
        </p:nvPicPr>
        <p:blipFill rotWithShape="1">
          <a:blip r:embed="rId3">
            <a:alphaModFix/>
          </a:blip>
          <a:srcRect b="0" l="74623" r="0" t="0"/>
          <a:stretch/>
        </p:blipFill>
        <p:spPr>
          <a:xfrm>
            <a:off x="863550" y="2265998"/>
            <a:ext cx="145900" cy="645874"/>
          </a:xfrm>
          <a:prstGeom prst="rect">
            <a:avLst/>
          </a:prstGeom>
          <a:noFill/>
          <a:ln>
            <a:noFill/>
          </a:ln>
        </p:spPr>
      </p:pic>
      <p:pic>
        <p:nvPicPr>
          <p:cNvPr id="189" name="Google Shape;189;p19"/>
          <p:cNvPicPr preferRelativeResize="0"/>
          <p:nvPr/>
        </p:nvPicPr>
        <p:blipFill rotWithShape="1">
          <a:blip r:embed="rId6">
            <a:alphaModFix/>
          </a:blip>
          <a:srcRect b="3669" l="0" r="0" t="3678"/>
          <a:stretch/>
        </p:blipFill>
        <p:spPr>
          <a:xfrm>
            <a:off x="863550" y="1457950"/>
            <a:ext cx="7439126" cy="572077"/>
          </a:xfrm>
          <a:prstGeom prst="rect">
            <a:avLst/>
          </a:prstGeom>
          <a:noFill/>
          <a:ln>
            <a:noFill/>
          </a:ln>
        </p:spPr>
      </p:pic>
      <p:pic>
        <p:nvPicPr>
          <p:cNvPr id="190" name="Google Shape;190;p19"/>
          <p:cNvPicPr preferRelativeResize="0"/>
          <p:nvPr/>
        </p:nvPicPr>
        <p:blipFill rotWithShape="1">
          <a:blip r:embed="rId3">
            <a:alphaModFix/>
          </a:blip>
          <a:srcRect b="0" l="74623" r="0" t="0"/>
          <a:stretch/>
        </p:blipFill>
        <p:spPr>
          <a:xfrm>
            <a:off x="863550" y="1423110"/>
            <a:ext cx="145900" cy="645874"/>
          </a:xfrm>
          <a:prstGeom prst="rect">
            <a:avLst/>
          </a:prstGeom>
          <a:noFill/>
          <a:ln>
            <a:noFill/>
          </a:ln>
        </p:spPr>
      </p:pic>
      <p:cxnSp>
        <p:nvCxnSpPr>
          <p:cNvPr id="191" name="Google Shape;191;p19"/>
          <p:cNvCxnSpPr/>
          <p:nvPr/>
        </p:nvCxnSpPr>
        <p:spPr>
          <a:xfrm>
            <a:off x="647802" y="1725234"/>
            <a:ext cx="600" cy="2679900"/>
          </a:xfrm>
          <a:prstGeom prst="straightConnector1">
            <a:avLst/>
          </a:prstGeom>
          <a:noFill/>
          <a:ln cap="flat" cmpd="sng" w="38100">
            <a:solidFill>
              <a:srgbClr val="282828"/>
            </a:solidFill>
            <a:prstDash val="solid"/>
            <a:round/>
            <a:headEnd len="med" w="med" type="none"/>
            <a:tailEnd len="med" w="med" type="none"/>
          </a:ln>
        </p:spPr>
      </p:cxnSp>
      <p:pic>
        <p:nvPicPr>
          <p:cNvPr id="192" name="Google Shape;192;p19"/>
          <p:cNvPicPr preferRelativeResize="0"/>
          <p:nvPr/>
        </p:nvPicPr>
        <p:blipFill>
          <a:blip r:embed="rId7">
            <a:alphaModFix/>
          </a:blip>
          <a:stretch>
            <a:fillRect/>
          </a:stretch>
        </p:blipFill>
        <p:spPr>
          <a:xfrm>
            <a:off x="366079" y="3134650"/>
            <a:ext cx="563446" cy="572077"/>
          </a:xfrm>
          <a:prstGeom prst="rect">
            <a:avLst/>
          </a:prstGeom>
          <a:noFill/>
          <a:ln>
            <a:noFill/>
          </a:ln>
        </p:spPr>
      </p:pic>
      <p:pic>
        <p:nvPicPr>
          <p:cNvPr id="193" name="Google Shape;193;p19"/>
          <p:cNvPicPr preferRelativeResize="0"/>
          <p:nvPr/>
        </p:nvPicPr>
        <p:blipFill>
          <a:blip r:embed="rId8">
            <a:alphaModFix/>
          </a:blip>
          <a:stretch>
            <a:fillRect/>
          </a:stretch>
        </p:blipFill>
        <p:spPr>
          <a:xfrm>
            <a:off x="363357" y="1462166"/>
            <a:ext cx="563185" cy="572092"/>
          </a:xfrm>
          <a:prstGeom prst="rect">
            <a:avLst/>
          </a:prstGeom>
          <a:noFill/>
          <a:ln>
            <a:noFill/>
          </a:ln>
        </p:spPr>
      </p:pic>
      <p:pic>
        <p:nvPicPr>
          <p:cNvPr id="194" name="Google Shape;194;p19"/>
          <p:cNvPicPr preferRelativeResize="0"/>
          <p:nvPr/>
        </p:nvPicPr>
        <p:blipFill>
          <a:blip r:embed="rId9">
            <a:alphaModFix/>
          </a:blip>
          <a:stretch>
            <a:fillRect/>
          </a:stretch>
        </p:blipFill>
        <p:spPr>
          <a:xfrm>
            <a:off x="363340" y="2287588"/>
            <a:ext cx="563446" cy="572077"/>
          </a:xfrm>
          <a:prstGeom prst="rect">
            <a:avLst/>
          </a:prstGeom>
          <a:noFill/>
          <a:ln>
            <a:noFill/>
          </a:ln>
        </p:spPr>
      </p:pic>
      <p:sp>
        <p:nvSpPr>
          <p:cNvPr id="195" name="Google Shape;195;p19"/>
          <p:cNvSpPr txBox="1"/>
          <p:nvPr>
            <p:ph type="title"/>
          </p:nvPr>
        </p:nvSpPr>
        <p:spPr>
          <a:xfrm>
            <a:off x="1224600" y="1466663"/>
            <a:ext cx="6850800" cy="563100"/>
          </a:xfrm>
          <a:prstGeom prst="rect">
            <a:avLst/>
          </a:prstGeom>
        </p:spPr>
        <p:txBody>
          <a:bodyPr anchorCtr="0" anchor="ctr" bIns="0" lIns="0" spcFirstLastPara="1" rIns="0" wrap="square" tIns="0">
            <a:noAutofit/>
          </a:bodyPr>
          <a:lstStyle>
            <a:lvl1pPr lvl="0" rtl="0">
              <a:spcBef>
                <a:spcPts val="0"/>
              </a:spcBef>
              <a:spcAft>
                <a:spcPts val="0"/>
              </a:spcAft>
              <a:buClr>
                <a:schemeClr val="lt1"/>
              </a:buClr>
              <a:buSzPts val="1800"/>
              <a:buFont typeface="Lexend"/>
              <a:buNone/>
              <a:defRPr b="0" sz="1800">
                <a:solidFill>
                  <a:schemeClr val="lt1"/>
                </a:solidFill>
                <a:latin typeface="Lexend"/>
                <a:ea typeface="Lexend"/>
                <a:cs typeface="Lexend"/>
                <a:sym typeface="Lexend"/>
              </a:defRPr>
            </a:lvl1pPr>
            <a:lvl2pPr lvl="1" rtl="0">
              <a:spcBef>
                <a:spcPts val="0"/>
              </a:spcBef>
              <a:spcAft>
                <a:spcPts val="0"/>
              </a:spcAft>
              <a:buSzPts val="1800"/>
              <a:buNone/>
              <a:defRPr sz="1800"/>
            </a:lvl2pPr>
            <a:lvl3pPr lvl="2" rtl="0">
              <a:spcBef>
                <a:spcPts val="0"/>
              </a:spcBef>
              <a:spcAft>
                <a:spcPts val="0"/>
              </a:spcAft>
              <a:buSzPts val="1800"/>
              <a:buNone/>
              <a:defRPr sz="1800"/>
            </a:lvl3pPr>
            <a:lvl4pPr lvl="3" rtl="0">
              <a:spcBef>
                <a:spcPts val="0"/>
              </a:spcBef>
              <a:spcAft>
                <a:spcPts val="0"/>
              </a:spcAft>
              <a:buSzPts val="1800"/>
              <a:buNone/>
              <a:defRPr sz="1800"/>
            </a:lvl4pPr>
            <a:lvl5pPr lvl="4" rtl="0">
              <a:spcBef>
                <a:spcPts val="0"/>
              </a:spcBef>
              <a:spcAft>
                <a:spcPts val="0"/>
              </a:spcAft>
              <a:buSzPts val="1800"/>
              <a:buNone/>
              <a:defRPr sz="1800"/>
            </a:lvl5pPr>
            <a:lvl6pPr lvl="5" rtl="0">
              <a:spcBef>
                <a:spcPts val="0"/>
              </a:spcBef>
              <a:spcAft>
                <a:spcPts val="0"/>
              </a:spcAft>
              <a:buSzPts val="1800"/>
              <a:buNone/>
              <a:defRPr sz="1800"/>
            </a:lvl6pPr>
            <a:lvl7pPr lvl="6" rtl="0">
              <a:spcBef>
                <a:spcPts val="0"/>
              </a:spcBef>
              <a:spcAft>
                <a:spcPts val="0"/>
              </a:spcAft>
              <a:buSzPts val="1800"/>
              <a:buNone/>
              <a:defRPr sz="1800"/>
            </a:lvl7pPr>
            <a:lvl8pPr lvl="7" rtl="0">
              <a:spcBef>
                <a:spcPts val="0"/>
              </a:spcBef>
              <a:spcAft>
                <a:spcPts val="0"/>
              </a:spcAft>
              <a:buSzPts val="1800"/>
              <a:buNone/>
              <a:defRPr sz="1800"/>
            </a:lvl8pPr>
            <a:lvl9pPr lvl="8" rtl="0">
              <a:spcBef>
                <a:spcPts val="0"/>
              </a:spcBef>
              <a:spcAft>
                <a:spcPts val="0"/>
              </a:spcAft>
              <a:buSzPts val="1800"/>
              <a:buNone/>
              <a:defRPr sz="1800"/>
            </a:lvl9pPr>
          </a:lstStyle>
          <a:p/>
        </p:txBody>
      </p:sp>
      <p:sp>
        <p:nvSpPr>
          <p:cNvPr id="196" name="Google Shape;196;p19"/>
          <p:cNvSpPr txBox="1"/>
          <p:nvPr>
            <p:ph idx="2" type="title"/>
          </p:nvPr>
        </p:nvSpPr>
        <p:spPr>
          <a:xfrm>
            <a:off x="1224600" y="2285700"/>
            <a:ext cx="6850800" cy="572100"/>
          </a:xfrm>
          <a:prstGeom prst="rect">
            <a:avLst/>
          </a:prstGeom>
        </p:spPr>
        <p:txBody>
          <a:bodyPr anchorCtr="0" anchor="ctr" bIns="0" lIns="0" spcFirstLastPara="1" rIns="0" wrap="square" tIns="0">
            <a:noAutofit/>
          </a:bodyPr>
          <a:lstStyle>
            <a:lvl1pPr lvl="0" rtl="0">
              <a:spcBef>
                <a:spcPts val="0"/>
              </a:spcBef>
              <a:spcAft>
                <a:spcPts val="0"/>
              </a:spcAft>
              <a:buClr>
                <a:schemeClr val="lt1"/>
              </a:buClr>
              <a:buSzPts val="1800"/>
              <a:buFont typeface="Lexend"/>
              <a:buNone/>
              <a:defRPr b="0" sz="1800">
                <a:solidFill>
                  <a:schemeClr val="lt1"/>
                </a:solidFill>
                <a:latin typeface="Lexend"/>
                <a:ea typeface="Lexend"/>
                <a:cs typeface="Lexend"/>
                <a:sym typeface="Lexend"/>
              </a:defRPr>
            </a:lvl1pPr>
            <a:lvl2pPr lvl="1" rtl="0">
              <a:spcBef>
                <a:spcPts val="0"/>
              </a:spcBef>
              <a:spcAft>
                <a:spcPts val="0"/>
              </a:spcAft>
              <a:buSzPts val="1800"/>
              <a:buNone/>
              <a:defRPr sz="1800"/>
            </a:lvl2pPr>
            <a:lvl3pPr lvl="2" rtl="0">
              <a:spcBef>
                <a:spcPts val="0"/>
              </a:spcBef>
              <a:spcAft>
                <a:spcPts val="0"/>
              </a:spcAft>
              <a:buSzPts val="1800"/>
              <a:buNone/>
              <a:defRPr sz="1800"/>
            </a:lvl3pPr>
            <a:lvl4pPr lvl="3" rtl="0">
              <a:spcBef>
                <a:spcPts val="0"/>
              </a:spcBef>
              <a:spcAft>
                <a:spcPts val="0"/>
              </a:spcAft>
              <a:buSzPts val="1800"/>
              <a:buNone/>
              <a:defRPr sz="1800"/>
            </a:lvl4pPr>
            <a:lvl5pPr lvl="4" rtl="0">
              <a:spcBef>
                <a:spcPts val="0"/>
              </a:spcBef>
              <a:spcAft>
                <a:spcPts val="0"/>
              </a:spcAft>
              <a:buSzPts val="1800"/>
              <a:buNone/>
              <a:defRPr sz="1800"/>
            </a:lvl5pPr>
            <a:lvl6pPr lvl="5" rtl="0">
              <a:spcBef>
                <a:spcPts val="0"/>
              </a:spcBef>
              <a:spcAft>
                <a:spcPts val="0"/>
              </a:spcAft>
              <a:buSzPts val="1800"/>
              <a:buNone/>
              <a:defRPr sz="1800"/>
            </a:lvl6pPr>
            <a:lvl7pPr lvl="6" rtl="0">
              <a:spcBef>
                <a:spcPts val="0"/>
              </a:spcBef>
              <a:spcAft>
                <a:spcPts val="0"/>
              </a:spcAft>
              <a:buSzPts val="1800"/>
              <a:buNone/>
              <a:defRPr sz="1800"/>
            </a:lvl7pPr>
            <a:lvl8pPr lvl="7" rtl="0">
              <a:spcBef>
                <a:spcPts val="0"/>
              </a:spcBef>
              <a:spcAft>
                <a:spcPts val="0"/>
              </a:spcAft>
              <a:buSzPts val="1800"/>
              <a:buNone/>
              <a:defRPr sz="1800"/>
            </a:lvl8pPr>
            <a:lvl9pPr lvl="8" rtl="0">
              <a:spcBef>
                <a:spcPts val="0"/>
              </a:spcBef>
              <a:spcAft>
                <a:spcPts val="0"/>
              </a:spcAft>
              <a:buSzPts val="1800"/>
              <a:buNone/>
              <a:defRPr sz="1800"/>
            </a:lvl9pPr>
          </a:lstStyle>
          <a:p/>
        </p:txBody>
      </p:sp>
      <p:sp>
        <p:nvSpPr>
          <p:cNvPr id="197" name="Google Shape;197;p19"/>
          <p:cNvSpPr txBox="1"/>
          <p:nvPr>
            <p:ph idx="3" type="title"/>
          </p:nvPr>
        </p:nvSpPr>
        <p:spPr>
          <a:xfrm>
            <a:off x="1224600" y="3160338"/>
            <a:ext cx="6850800" cy="536400"/>
          </a:xfrm>
          <a:prstGeom prst="rect">
            <a:avLst/>
          </a:prstGeom>
        </p:spPr>
        <p:txBody>
          <a:bodyPr anchorCtr="0" anchor="ctr" bIns="0" lIns="0" spcFirstLastPara="1" rIns="0" wrap="square" tIns="0">
            <a:noAutofit/>
          </a:bodyPr>
          <a:lstStyle>
            <a:lvl1pPr lvl="0" rtl="0">
              <a:spcBef>
                <a:spcPts val="0"/>
              </a:spcBef>
              <a:spcAft>
                <a:spcPts val="0"/>
              </a:spcAft>
              <a:buClr>
                <a:schemeClr val="lt1"/>
              </a:buClr>
              <a:buSzPts val="1800"/>
              <a:buFont typeface="Lexend"/>
              <a:buNone/>
              <a:defRPr b="0" sz="1800">
                <a:solidFill>
                  <a:schemeClr val="lt1"/>
                </a:solidFill>
                <a:latin typeface="Lexend"/>
                <a:ea typeface="Lexend"/>
                <a:cs typeface="Lexend"/>
                <a:sym typeface="Lexend"/>
              </a:defRPr>
            </a:lvl1pPr>
            <a:lvl2pPr lvl="1" rtl="0">
              <a:spcBef>
                <a:spcPts val="0"/>
              </a:spcBef>
              <a:spcAft>
                <a:spcPts val="0"/>
              </a:spcAft>
              <a:buSzPts val="1800"/>
              <a:buNone/>
              <a:defRPr sz="1800"/>
            </a:lvl2pPr>
            <a:lvl3pPr lvl="2" rtl="0">
              <a:spcBef>
                <a:spcPts val="0"/>
              </a:spcBef>
              <a:spcAft>
                <a:spcPts val="0"/>
              </a:spcAft>
              <a:buSzPts val="1800"/>
              <a:buNone/>
              <a:defRPr sz="1800"/>
            </a:lvl3pPr>
            <a:lvl4pPr lvl="3" rtl="0">
              <a:spcBef>
                <a:spcPts val="0"/>
              </a:spcBef>
              <a:spcAft>
                <a:spcPts val="0"/>
              </a:spcAft>
              <a:buSzPts val="1800"/>
              <a:buNone/>
              <a:defRPr sz="1800"/>
            </a:lvl4pPr>
            <a:lvl5pPr lvl="4" rtl="0">
              <a:spcBef>
                <a:spcPts val="0"/>
              </a:spcBef>
              <a:spcAft>
                <a:spcPts val="0"/>
              </a:spcAft>
              <a:buSzPts val="1800"/>
              <a:buNone/>
              <a:defRPr sz="1800"/>
            </a:lvl5pPr>
            <a:lvl6pPr lvl="5" rtl="0">
              <a:spcBef>
                <a:spcPts val="0"/>
              </a:spcBef>
              <a:spcAft>
                <a:spcPts val="0"/>
              </a:spcAft>
              <a:buSzPts val="1800"/>
              <a:buNone/>
              <a:defRPr sz="1800"/>
            </a:lvl6pPr>
            <a:lvl7pPr lvl="6" rtl="0">
              <a:spcBef>
                <a:spcPts val="0"/>
              </a:spcBef>
              <a:spcAft>
                <a:spcPts val="0"/>
              </a:spcAft>
              <a:buSzPts val="1800"/>
              <a:buNone/>
              <a:defRPr sz="1800"/>
            </a:lvl7pPr>
            <a:lvl8pPr lvl="7" rtl="0">
              <a:spcBef>
                <a:spcPts val="0"/>
              </a:spcBef>
              <a:spcAft>
                <a:spcPts val="0"/>
              </a:spcAft>
              <a:buSzPts val="1800"/>
              <a:buNone/>
              <a:defRPr sz="1800"/>
            </a:lvl8pPr>
            <a:lvl9pPr lvl="8" rtl="0">
              <a:spcBef>
                <a:spcPts val="0"/>
              </a:spcBef>
              <a:spcAft>
                <a:spcPts val="0"/>
              </a:spcAft>
              <a:buSzPts val="1800"/>
              <a:buNone/>
              <a:defRPr sz="1800"/>
            </a:lvl9pPr>
          </a:lstStyle>
          <a:p/>
        </p:txBody>
      </p:sp>
      <p:sp>
        <p:nvSpPr>
          <p:cNvPr id="198" name="Google Shape;198;p19"/>
          <p:cNvSpPr txBox="1"/>
          <p:nvPr>
            <p:ph idx="4" type="title"/>
          </p:nvPr>
        </p:nvSpPr>
        <p:spPr>
          <a:xfrm>
            <a:off x="1224600" y="3971414"/>
            <a:ext cx="6850800" cy="563100"/>
          </a:xfrm>
          <a:prstGeom prst="rect">
            <a:avLst/>
          </a:prstGeom>
        </p:spPr>
        <p:txBody>
          <a:bodyPr anchorCtr="0" anchor="ctr" bIns="0" lIns="0" spcFirstLastPara="1" rIns="0" wrap="square" tIns="0">
            <a:noAutofit/>
          </a:bodyPr>
          <a:lstStyle>
            <a:lvl1pPr lvl="0" rtl="0">
              <a:spcBef>
                <a:spcPts val="0"/>
              </a:spcBef>
              <a:spcAft>
                <a:spcPts val="0"/>
              </a:spcAft>
              <a:buClr>
                <a:schemeClr val="lt1"/>
              </a:buClr>
              <a:buSzPts val="1800"/>
              <a:buFont typeface="Lexend"/>
              <a:buNone/>
              <a:defRPr b="0" sz="1800">
                <a:solidFill>
                  <a:schemeClr val="lt1"/>
                </a:solidFill>
                <a:latin typeface="Lexend"/>
                <a:ea typeface="Lexend"/>
                <a:cs typeface="Lexend"/>
                <a:sym typeface="Lexend"/>
              </a:defRPr>
            </a:lvl1pPr>
            <a:lvl2pPr lvl="1" rtl="0">
              <a:spcBef>
                <a:spcPts val="0"/>
              </a:spcBef>
              <a:spcAft>
                <a:spcPts val="0"/>
              </a:spcAft>
              <a:buSzPts val="1800"/>
              <a:buNone/>
              <a:defRPr sz="1800"/>
            </a:lvl2pPr>
            <a:lvl3pPr lvl="2" rtl="0">
              <a:spcBef>
                <a:spcPts val="0"/>
              </a:spcBef>
              <a:spcAft>
                <a:spcPts val="0"/>
              </a:spcAft>
              <a:buSzPts val="1800"/>
              <a:buNone/>
              <a:defRPr sz="1800"/>
            </a:lvl3pPr>
            <a:lvl4pPr lvl="3" rtl="0">
              <a:spcBef>
                <a:spcPts val="0"/>
              </a:spcBef>
              <a:spcAft>
                <a:spcPts val="0"/>
              </a:spcAft>
              <a:buSzPts val="1800"/>
              <a:buNone/>
              <a:defRPr sz="1800"/>
            </a:lvl4pPr>
            <a:lvl5pPr lvl="4" rtl="0">
              <a:spcBef>
                <a:spcPts val="0"/>
              </a:spcBef>
              <a:spcAft>
                <a:spcPts val="0"/>
              </a:spcAft>
              <a:buSzPts val="1800"/>
              <a:buNone/>
              <a:defRPr sz="1800"/>
            </a:lvl5pPr>
            <a:lvl6pPr lvl="5" rtl="0">
              <a:spcBef>
                <a:spcPts val="0"/>
              </a:spcBef>
              <a:spcAft>
                <a:spcPts val="0"/>
              </a:spcAft>
              <a:buSzPts val="1800"/>
              <a:buNone/>
              <a:defRPr sz="1800"/>
            </a:lvl6pPr>
            <a:lvl7pPr lvl="6" rtl="0">
              <a:spcBef>
                <a:spcPts val="0"/>
              </a:spcBef>
              <a:spcAft>
                <a:spcPts val="0"/>
              </a:spcAft>
              <a:buSzPts val="1800"/>
              <a:buNone/>
              <a:defRPr sz="1800"/>
            </a:lvl7pPr>
            <a:lvl8pPr lvl="7" rtl="0">
              <a:spcBef>
                <a:spcPts val="0"/>
              </a:spcBef>
              <a:spcAft>
                <a:spcPts val="0"/>
              </a:spcAft>
              <a:buSzPts val="1800"/>
              <a:buNone/>
              <a:defRPr sz="1800"/>
            </a:lvl8pPr>
            <a:lvl9pPr lvl="8" rtl="0">
              <a:spcBef>
                <a:spcPts val="0"/>
              </a:spcBef>
              <a:spcAft>
                <a:spcPts val="0"/>
              </a:spcAft>
              <a:buSzPts val="1800"/>
              <a:buNone/>
              <a:defRPr sz="1800"/>
            </a:lvl9pPr>
          </a:lstStyle>
          <a:p/>
        </p:txBody>
      </p:sp>
      <p:pic>
        <p:nvPicPr>
          <p:cNvPr id="199" name="Google Shape;199;p19"/>
          <p:cNvPicPr preferRelativeResize="0"/>
          <p:nvPr/>
        </p:nvPicPr>
        <p:blipFill>
          <a:blip r:embed="rId10">
            <a:alphaModFix/>
          </a:blip>
          <a:stretch>
            <a:fillRect/>
          </a:stretch>
        </p:blipFill>
        <p:spPr>
          <a:xfrm>
            <a:off x="363341" y="3969363"/>
            <a:ext cx="563446" cy="572077"/>
          </a:xfrm>
          <a:prstGeom prst="rect">
            <a:avLst/>
          </a:prstGeom>
          <a:noFill/>
          <a:ln>
            <a:noFill/>
          </a:ln>
        </p:spPr>
      </p:pic>
      <p:sp>
        <p:nvSpPr>
          <p:cNvPr id="200" name="Google Shape;200;p19"/>
          <p:cNvSpPr/>
          <p:nvPr/>
        </p:nvSpPr>
        <p:spPr>
          <a:xfrm>
            <a:off x="0" y="0"/>
            <a:ext cx="9144300" cy="485700"/>
          </a:xfrm>
          <a:prstGeom prst="rect">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id="201" name="Google Shape;201;p19"/>
          <p:cNvPicPr preferRelativeResize="0"/>
          <p:nvPr/>
        </p:nvPicPr>
        <p:blipFill rotWithShape="1">
          <a:blip r:embed="rId11">
            <a:alphaModFix/>
          </a:blip>
          <a:srcRect b="1709" l="0" r="0" t="1699"/>
          <a:stretch/>
        </p:blipFill>
        <p:spPr>
          <a:xfrm>
            <a:off x="-12" y="481650"/>
            <a:ext cx="9151202" cy="116709"/>
          </a:xfrm>
          <a:prstGeom prst="rect">
            <a:avLst/>
          </a:prstGeom>
          <a:noFill/>
          <a:ln>
            <a:noFill/>
          </a:ln>
        </p:spPr>
      </p:pic>
      <p:sp>
        <p:nvSpPr>
          <p:cNvPr id="202" name="Google Shape;202;p19"/>
          <p:cNvSpPr txBox="1"/>
          <p:nvPr/>
        </p:nvSpPr>
        <p:spPr>
          <a:xfrm>
            <a:off x="324000" y="112500"/>
            <a:ext cx="2304900" cy="3078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None/>
            </a:pPr>
            <a:r>
              <a:rPr b="1" lang="en-GB" sz="2000">
                <a:solidFill>
                  <a:schemeClr val="dk1"/>
                </a:solidFill>
                <a:latin typeface="Lexend"/>
                <a:ea typeface="Lexend"/>
                <a:cs typeface="Lexend"/>
                <a:sym typeface="Lexend"/>
              </a:rPr>
              <a:t>Lesson outline</a:t>
            </a:r>
            <a:endParaRPr b="1" sz="2000">
              <a:solidFill>
                <a:schemeClr val="dk1"/>
              </a:solidFill>
              <a:latin typeface="Lexend"/>
              <a:ea typeface="Lexend"/>
              <a:cs typeface="Lexend"/>
              <a:sym typeface="Lexend"/>
            </a:endParaRPr>
          </a:p>
        </p:txBody>
      </p:sp>
      <p:sp>
        <p:nvSpPr>
          <p:cNvPr id="203" name="Google Shape;203;p19"/>
          <p:cNvSpPr txBox="1"/>
          <p:nvPr>
            <p:ph idx="5" type="title"/>
          </p:nvPr>
        </p:nvSpPr>
        <p:spPr>
          <a:xfrm>
            <a:off x="324000" y="657600"/>
            <a:ext cx="5741400" cy="615600"/>
          </a:xfrm>
          <a:prstGeom prst="rect">
            <a:avLst/>
          </a:prstGeom>
        </p:spPr>
        <p:txBody>
          <a:bodyPr anchorCtr="0" anchor="t" bIns="0" lIns="0" spcFirstLastPara="1" rIns="0" wrap="square" tIns="0">
            <a:noAutofit/>
          </a:bodyPr>
          <a:lstStyle>
            <a:lvl1pPr lvl="0" rtl="0">
              <a:spcBef>
                <a:spcPts val="0"/>
              </a:spcBef>
              <a:spcAft>
                <a:spcPts val="0"/>
              </a:spcAft>
              <a:buSzPts val="1800"/>
              <a:buFont typeface="Lexend"/>
              <a:buNone/>
              <a:defRPr b="0" sz="1800">
                <a:latin typeface="Lexend"/>
                <a:ea typeface="Lexend"/>
                <a:cs typeface="Lexend"/>
                <a:sym typeface="Lexend"/>
              </a:defRPr>
            </a:lvl1pPr>
            <a:lvl2pPr lvl="1" rtl="0">
              <a:spcBef>
                <a:spcPts val="0"/>
              </a:spcBef>
              <a:spcAft>
                <a:spcPts val="0"/>
              </a:spcAft>
              <a:buSzPts val="1800"/>
              <a:buNone/>
              <a:defRPr sz="1800"/>
            </a:lvl2pPr>
            <a:lvl3pPr lvl="2" rtl="0">
              <a:spcBef>
                <a:spcPts val="0"/>
              </a:spcBef>
              <a:spcAft>
                <a:spcPts val="0"/>
              </a:spcAft>
              <a:buSzPts val="1800"/>
              <a:buNone/>
              <a:defRPr sz="1800"/>
            </a:lvl3pPr>
            <a:lvl4pPr lvl="3" rtl="0">
              <a:spcBef>
                <a:spcPts val="0"/>
              </a:spcBef>
              <a:spcAft>
                <a:spcPts val="0"/>
              </a:spcAft>
              <a:buSzPts val="1800"/>
              <a:buNone/>
              <a:defRPr sz="1800"/>
            </a:lvl4pPr>
            <a:lvl5pPr lvl="4" rtl="0">
              <a:spcBef>
                <a:spcPts val="0"/>
              </a:spcBef>
              <a:spcAft>
                <a:spcPts val="0"/>
              </a:spcAft>
              <a:buSzPts val="1800"/>
              <a:buNone/>
              <a:defRPr sz="1800"/>
            </a:lvl5pPr>
            <a:lvl6pPr lvl="5" rtl="0">
              <a:spcBef>
                <a:spcPts val="0"/>
              </a:spcBef>
              <a:spcAft>
                <a:spcPts val="0"/>
              </a:spcAft>
              <a:buSzPts val="1800"/>
              <a:buNone/>
              <a:defRPr sz="1800"/>
            </a:lvl6pPr>
            <a:lvl7pPr lvl="6" rtl="0">
              <a:spcBef>
                <a:spcPts val="0"/>
              </a:spcBef>
              <a:spcAft>
                <a:spcPts val="0"/>
              </a:spcAft>
              <a:buSzPts val="1800"/>
              <a:buNone/>
              <a:defRPr sz="1800"/>
            </a:lvl7pPr>
            <a:lvl8pPr lvl="7" rtl="0">
              <a:spcBef>
                <a:spcPts val="0"/>
              </a:spcBef>
              <a:spcAft>
                <a:spcPts val="0"/>
              </a:spcAft>
              <a:buSzPts val="1800"/>
              <a:buNone/>
              <a:defRPr sz="1800"/>
            </a:lvl8pPr>
            <a:lvl9pPr lvl="8" rtl="0">
              <a:spcBef>
                <a:spcPts val="0"/>
              </a:spcBef>
              <a:spcAft>
                <a:spcPts val="0"/>
              </a:spcAft>
              <a:buSzPts val="1800"/>
              <a:buNone/>
              <a:defRPr sz="1800"/>
            </a:lvl9pPr>
          </a:lstStyle>
          <a:p/>
        </p:txBody>
      </p:sp>
    </p:spTree>
  </p:cSld>
  <p:clrMapOvr>
    <a:masterClrMapping/>
  </p:clrMapOvr>
</p:sldLayout>
</file>

<file path=ppt/slideLayouts/slideLayout1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00 Explanation blank - purple ">
  <p:cSld name="TITLE_AND_TWO_COLUMNS_1_1_6_2_1_4">
    <p:spTree>
      <p:nvGrpSpPr>
        <p:cNvPr id="204" name="Shape 204"/>
        <p:cNvGrpSpPr/>
        <p:nvPr/>
      </p:nvGrpSpPr>
      <p:grpSpPr>
        <a:xfrm>
          <a:off x="0" y="0"/>
          <a:ext cx="0" cy="0"/>
          <a:chOff x="0" y="0"/>
          <a:chExt cx="0" cy="0"/>
        </a:xfrm>
      </p:grpSpPr>
      <p:pic>
        <p:nvPicPr>
          <p:cNvPr id="205" name="Google Shape;205;p20"/>
          <p:cNvPicPr preferRelativeResize="0"/>
          <p:nvPr/>
        </p:nvPicPr>
        <p:blipFill>
          <a:blip r:embed="rId2">
            <a:alphaModFix/>
          </a:blip>
          <a:stretch>
            <a:fillRect/>
          </a:stretch>
        </p:blipFill>
        <p:spPr>
          <a:xfrm>
            <a:off x="0" y="532525"/>
            <a:ext cx="9151202" cy="116700"/>
          </a:xfrm>
          <a:prstGeom prst="rect">
            <a:avLst/>
          </a:prstGeom>
          <a:noFill/>
          <a:ln>
            <a:noFill/>
          </a:ln>
        </p:spPr>
      </p:pic>
      <p:sp>
        <p:nvSpPr>
          <p:cNvPr id="206" name="Google Shape;206;p20"/>
          <p:cNvSpPr/>
          <p:nvPr/>
        </p:nvSpPr>
        <p:spPr>
          <a:xfrm>
            <a:off x="-1" y="-2"/>
            <a:ext cx="9147600" cy="540300"/>
          </a:xfrm>
          <a:prstGeom prst="rect">
            <a:avLst/>
          </a:pr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7" name="Google Shape;207;p20"/>
          <p:cNvSpPr txBox="1"/>
          <p:nvPr>
            <p:ph idx="1" type="body"/>
          </p:nvPr>
        </p:nvSpPr>
        <p:spPr>
          <a:xfrm>
            <a:off x="324000" y="759300"/>
            <a:ext cx="8237700" cy="3020700"/>
          </a:xfrm>
          <a:prstGeom prst="rect">
            <a:avLst/>
          </a:prstGeom>
        </p:spPr>
        <p:txBody>
          <a:bodyPr anchorCtr="0" anchor="t" bIns="0" lIns="0" spcFirstLastPara="1" rIns="0" wrap="square" tIns="0">
            <a:noAutofit/>
          </a:bodyPr>
          <a:lstStyle>
            <a:lvl1pPr indent="-368300" lvl="0" marL="457200" rtl="0">
              <a:lnSpc>
                <a:spcPct val="115000"/>
              </a:lnSpc>
              <a:spcBef>
                <a:spcPts val="0"/>
              </a:spcBef>
              <a:spcAft>
                <a:spcPts val="0"/>
              </a:spcAft>
              <a:buSzPts val="2200"/>
              <a:buFont typeface="Lexend"/>
              <a:buChar char="●"/>
              <a:defRPr sz="2200">
                <a:latin typeface="Lexend"/>
                <a:ea typeface="Lexend"/>
                <a:cs typeface="Lexend"/>
                <a:sym typeface="Lexend"/>
              </a:defRPr>
            </a:lvl1pPr>
            <a:lvl2pPr indent="-368300" lvl="1" marL="914400" rtl="0">
              <a:spcBef>
                <a:spcPts val="1000"/>
              </a:spcBef>
              <a:spcAft>
                <a:spcPts val="0"/>
              </a:spcAft>
              <a:buSzPts val="2200"/>
              <a:buFont typeface="Lexend"/>
              <a:buChar char="–"/>
              <a:defRPr sz="2200">
                <a:latin typeface="Lexend"/>
                <a:ea typeface="Lexend"/>
                <a:cs typeface="Lexend"/>
                <a:sym typeface="Lexend"/>
              </a:defRPr>
            </a:lvl2pPr>
            <a:lvl3pPr indent="-355600" lvl="2" marL="1371600" rtl="0">
              <a:spcBef>
                <a:spcPts val="1000"/>
              </a:spcBef>
              <a:spcAft>
                <a:spcPts val="0"/>
              </a:spcAft>
              <a:buSzPts val="2000"/>
              <a:buFont typeface="Lexend"/>
              <a:buChar char="–"/>
              <a:defRPr>
                <a:latin typeface="Lexend"/>
                <a:ea typeface="Lexend"/>
                <a:cs typeface="Lexend"/>
                <a:sym typeface="Lexend"/>
              </a:defRPr>
            </a:lvl3pPr>
            <a:lvl4pPr indent="-368300" lvl="3" marL="1828800" rtl="0">
              <a:spcBef>
                <a:spcPts val="800"/>
              </a:spcBef>
              <a:spcAft>
                <a:spcPts val="0"/>
              </a:spcAft>
              <a:buSzPts val="2200"/>
              <a:buFont typeface="Lexend"/>
              <a:buChar char="–"/>
              <a:defRPr sz="2200">
                <a:latin typeface="Lexend"/>
                <a:ea typeface="Lexend"/>
                <a:cs typeface="Lexend"/>
                <a:sym typeface="Lexend"/>
              </a:defRPr>
            </a:lvl4pPr>
            <a:lvl5pPr indent="-342900" lvl="4" marL="2286000" rtl="0">
              <a:spcBef>
                <a:spcPts val="800"/>
              </a:spcBef>
              <a:spcAft>
                <a:spcPts val="0"/>
              </a:spcAft>
              <a:buSzPts val="1800"/>
              <a:buFont typeface="Lexend"/>
              <a:buChar char="–"/>
              <a:defRPr>
                <a:latin typeface="Lexend"/>
                <a:ea typeface="Lexend"/>
                <a:cs typeface="Lexend"/>
                <a:sym typeface="Lexend"/>
              </a:defRPr>
            </a:lvl5pPr>
            <a:lvl6pPr indent="-342900" lvl="5" marL="2743200" rtl="0">
              <a:spcBef>
                <a:spcPts val="600"/>
              </a:spcBef>
              <a:spcAft>
                <a:spcPts val="0"/>
              </a:spcAft>
              <a:buSzPts val="1800"/>
              <a:buFont typeface="Lexend"/>
              <a:buChar char="–"/>
              <a:defRPr sz="1800">
                <a:latin typeface="Lexend"/>
                <a:ea typeface="Lexend"/>
                <a:cs typeface="Lexend"/>
                <a:sym typeface="Lexend"/>
              </a:defRPr>
            </a:lvl6pPr>
            <a:lvl7pPr indent="-342900" lvl="6" marL="3200400" rtl="0">
              <a:spcBef>
                <a:spcPts val="600"/>
              </a:spcBef>
              <a:spcAft>
                <a:spcPts val="0"/>
              </a:spcAft>
              <a:buSzPts val="1800"/>
              <a:buFont typeface="Lexend"/>
              <a:buChar char="–"/>
              <a:defRPr>
                <a:latin typeface="Lexend"/>
                <a:ea typeface="Lexend"/>
                <a:cs typeface="Lexend"/>
                <a:sym typeface="Lexend"/>
              </a:defRPr>
            </a:lvl7pPr>
            <a:lvl8pPr indent="-342900" lvl="7" marL="3657600" rtl="0">
              <a:spcBef>
                <a:spcPts val="400"/>
              </a:spcBef>
              <a:spcAft>
                <a:spcPts val="0"/>
              </a:spcAft>
              <a:buSzPts val="1800"/>
              <a:buFont typeface="Lexend"/>
              <a:buChar char="–"/>
              <a:defRPr>
                <a:latin typeface="Lexend"/>
                <a:ea typeface="Lexend"/>
                <a:cs typeface="Lexend"/>
                <a:sym typeface="Lexend"/>
              </a:defRPr>
            </a:lvl8pPr>
            <a:lvl9pPr indent="-342900" lvl="8" marL="4114800" rtl="0">
              <a:spcBef>
                <a:spcPts val="400"/>
              </a:spcBef>
              <a:spcAft>
                <a:spcPts val="200"/>
              </a:spcAft>
              <a:buSzPts val="1800"/>
              <a:buFont typeface="Lexend"/>
              <a:buChar char="–"/>
              <a:defRPr>
                <a:latin typeface="Lexend"/>
                <a:ea typeface="Lexend"/>
                <a:cs typeface="Lexend"/>
                <a:sym typeface="Lexend"/>
              </a:defRPr>
            </a:lvl9pPr>
          </a:lstStyle>
          <a:p/>
        </p:txBody>
      </p:sp>
      <p:sp>
        <p:nvSpPr>
          <p:cNvPr id="208" name="Google Shape;208;p20"/>
          <p:cNvSpPr txBox="1"/>
          <p:nvPr>
            <p:ph type="title"/>
          </p:nvPr>
        </p:nvSpPr>
        <p:spPr>
          <a:xfrm>
            <a:off x="324000" y="0"/>
            <a:ext cx="7885200" cy="613500"/>
          </a:xfrm>
          <a:prstGeom prst="rect">
            <a:avLst/>
          </a:prstGeom>
        </p:spPr>
        <p:txBody>
          <a:bodyPr anchorCtr="0" anchor="ctr" bIns="0" lIns="0" spcFirstLastPara="1" rIns="0" wrap="square" tIns="0">
            <a:noAutofit/>
          </a:bodyPr>
          <a:lstStyle>
            <a:lvl1pPr lvl="0" rtl="0">
              <a:lnSpc>
                <a:spcPct val="100000"/>
              </a:lnSpc>
              <a:spcBef>
                <a:spcPts val="0"/>
              </a:spcBef>
              <a:spcAft>
                <a:spcPts val="0"/>
              </a:spcAft>
              <a:buClr>
                <a:schemeClr val="lt1"/>
              </a:buClr>
              <a:buSzPts val="2000"/>
              <a:buFont typeface="Lexend"/>
              <a:buNone/>
              <a:defRPr sz="2000">
                <a:solidFill>
                  <a:schemeClr val="lt1"/>
                </a:solidFill>
                <a:latin typeface="Lexend"/>
                <a:ea typeface="Lexend"/>
                <a:cs typeface="Lexend"/>
                <a:sym typeface="Lexend"/>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pic>
        <p:nvPicPr>
          <p:cNvPr id="209" name="Google Shape;209;p20"/>
          <p:cNvPicPr preferRelativeResize="0"/>
          <p:nvPr/>
        </p:nvPicPr>
        <p:blipFill rotWithShape="1">
          <a:blip r:embed="rId3">
            <a:alphaModFix/>
          </a:blip>
          <a:srcRect b="0" l="0" r="0" t="0"/>
          <a:stretch/>
        </p:blipFill>
        <p:spPr>
          <a:xfrm>
            <a:off x="8426950" y="-562"/>
            <a:ext cx="499700" cy="499700"/>
          </a:xfrm>
          <a:prstGeom prst="rect">
            <a:avLst/>
          </a:prstGeom>
          <a:noFill/>
          <a:ln>
            <a:noFill/>
          </a:ln>
        </p:spPr>
      </p:pic>
      <p:sp>
        <p:nvSpPr>
          <p:cNvPr id="210" name="Google Shape;210;p20"/>
          <p:cNvSpPr txBox="1"/>
          <p:nvPr/>
        </p:nvSpPr>
        <p:spPr>
          <a:xfrm>
            <a:off x="8209250" y="438760"/>
            <a:ext cx="935100" cy="138600"/>
          </a:xfrm>
          <a:prstGeom prst="rect">
            <a:avLst/>
          </a:prstGeom>
          <a:noFill/>
          <a:ln>
            <a:noFill/>
          </a:ln>
        </p:spPr>
        <p:txBody>
          <a:bodyPr anchorCtr="0" anchor="t" bIns="0" lIns="0" spcFirstLastPara="1" rIns="0" wrap="square" tIns="0">
            <a:spAutoFit/>
          </a:bodyPr>
          <a:lstStyle/>
          <a:p>
            <a:pPr indent="0" lvl="0" marL="0" rtl="0" algn="ctr">
              <a:spcBef>
                <a:spcPts val="0"/>
              </a:spcBef>
              <a:spcAft>
                <a:spcPts val="0"/>
              </a:spcAft>
              <a:buNone/>
            </a:pPr>
            <a:r>
              <a:rPr b="1" lang="en-GB" sz="900">
                <a:solidFill>
                  <a:srgbClr val="F3EEFB"/>
                </a:solidFill>
                <a:latin typeface="Lexend"/>
                <a:ea typeface="Lexend"/>
                <a:cs typeface="Lexend"/>
                <a:sym typeface="Lexend"/>
              </a:rPr>
              <a:t>Explanation</a:t>
            </a:r>
            <a:endParaRPr b="1" sz="900">
              <a:solidFill>
                <a:srgbClr val="F3EEFB"/>
              </a:solidFill>
              <a:latin typeface="Lexend"/>
              <a:ea typeface="Lexend"/>
              <a:cs typeface="Lexend"/>
              <a:sym typeface="Lexend"/>
            </a:endParaRPr>
          </a:p>
        </p:txBody>
      </p:sp>
    </p:spTree>
  </p:cSld>
  <p:clrMapOvr>
    <a:masterClrMapping/>
  </p:clrMapOvr>
</p:sldLayout>
</file>

<file path=ppt/slideLayouts/slideLayout2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2.00 Explanation blank - jade">
  <p:cSld name="TITLE_AND_TWO_COLUMNS_1_1_6_2_1_2">
    <p:spTree>
      <p:nvGrpSpPr>
        <p:cNvPr id="211" name="Shape 211"/>
        <p:cNvGrpSpPr/>
        <p:nvPr/>
      </p:nvGrpSpPr>
      <p:grpSpPr>
        <a:xfrm>
          <a:off x="0" y="0"/>
          <a:ext cx="0" cy="0"/>
          <a:chOff x="0" y="0"/>
          <a:chExt cx="0" cy="0"/>
        </a:xfrm>
      </p:grpSpPr>
      <p:pic>
        <p:nvPicPr>
          <p:cNvPr id="212" name="Google Shape;212;p21"/>
          <p:cNvPicPr preferRelativeResize="0"/>
          <p:nvPr/>
        </p:nvPicPr>
        <p:blipFill rotWithShape="1">
          <a:blip r:embed="rId2">
            <a:alphaModFix/>
          </a:blip>
          <a:srcRect b="1672" l="0" r="0" t="1662"/>
          <a:stretch/>
        </p:blipFill>
        <p:spPr>
          <a:xfrm>
            <a:off x="0" y="532525"/>
            <a:ext cx="9151202" cy="116709"/>
          </a:xfrm>
          <a:prstGeom prst="rect">
            <a:avLst/>
          </a:prstGeom>
          <a:noFill/>
          <a:ln>
            <a:noFill/>
          </a:ln>
        </p:spPr>
      </p:pic>
      <p:sp>
        <p:nvSpPr>
          <p:cNvPr id="213" name="Google Shape;213;p21"/>
          <p:cNvSpPr/>
          <p:nvPr/>
        </p:nvSpPr>
        <p:spPr>
          <a:xfrm>
            <a:off x="-1" y="-2"/>
            <a:ext cx="9144300" cy="540300"/>
          </a:xfrm>
          <a:prstGeom prst="rect">
            <a:avLst/>
          </a:pr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4" name="Google Shape;214;p21"/>
          <p:cNvSpPr txBox="1"/>
          <p:nvPr>
            <p:ph idx="1" type="body"/>
          </p:nvPr>
        </p:nvSpPr>
        <p:spPr>
          <a:xfrm>
            <a:off x="324000" y="759300"/>
            <a:ext cx="8237700" cy="3020700"/>
          </a:xfrm>
          <a:prstGeom prst="rect">
            <a:avLst/>
          </a:prstGeom>
        </p:spPr>
        <p:txBody>
          <a:bodyPr anchorCtr="0" anchor="t" bIns="0" lIns="0" spcFirstLastPara="1" rIns="0" wrap="square" tIns="0">
            <a:noAutofit/>
          </a:bodyPr>
          <a:lstStyle>
            <a:lvl1pPr indent="-368300" lvl="0" marL="457200" rtl="0">
              <a:lnSpc>
                <a:spcPct val="115000"/>
              </a:lnSpc>
              <a:spcBef>
                <a:spcPts val="0"/>
              </a:spcBef>
              <a:spcAft>
                <a:spcPts val="0"/>
              </a:spcAft>
              <a:buSzPts val="2200"/>
              <a:buFont typeface="Lexend"/>
              <a:buChar char="●"/>
              <a:defRPr sz="2200">
                <a:latin typeface="Lexend"/>
                <a:ea typeface="Lexend"/>
                <a:cs typeface="Lexend"/>
                <a:sym typeface="Lexend"/>
              </a:defRPr>
            </a:lvl1pPr>
            <a:lvl2pPr indent="-368300" lvl="1" marL="914400" rtl="0">
              <a:spcBef>
                <a:spcPts val="1000"/>
              </a:spcBef>
              <a:spcAft>
                <a:spcPts val="0"/>
              </a:spcAft>
              <a:buSzPts val="2200"/>
              <a:buFont typeface="Lexend"/>
              <a:buChar char="–"/>
              <a:defRPr sz="2200">
                <a:latin typeface="Lexend"/>
                <a:ea typeface="Lexend"/>
                <a:cs typeface="Lexend"/>
                <a:sym typeface="Lexend"/>
              </a:defRPr>
            </a:lvl2pPr>
            <a:lvl3pPr indent="-355600" lvl="2" marL="1371600" rtl="0">
              <a:spcBef>
                <a:spcPts val="1000"/>
              </a:spcBef>
              <a:spcAft>
                <a:spcPts val="0"/>
              </a:spcAft>
              <a:buSzPts val="2000"/>
              <a:buFont typeface="Lexend"/>
              <a:buChar char="–"/>
              <a:defRPr>
                <a:latin typeface="Lexend"/>
                <a:ea typeface="Lexend"/>
                <a:cs typeface="Lexend"/>
                <a:sym typeface="Lexend"/>
              </a:defRPr>
            </a:lvl3pPr>
            <a:lvl4pPr indent="-368300" lvl="3" marL="1828800" rtl="0">
              <a:spcBef>
                <a:spcPts val="800"/>
              </a:spcBef>
              <a:spcAft>
                <a:spcPts val="0"/>
              </a:spcAft>
              <a:buSzPts val="2200"/>
              <a:buFont typeface="Lexend"/>
              <a:buChar char="–"/>
              <a:defRPr sz="2200">
                <a:latin typeface="Lexend"/>
                <a:ea typeface="Lexend"/>
                <a:cs typeface="Lexend"/>
                <a:sym typeface="Lexend"/>
              </a:defRPr>
            </a:lvl4pPr>
            <a:lvl5pPr indent="-342900" lvl="4" marL="2286000" rtl="0">
              <a:spcBef>
                <a:spcPts val="800"/>
              </a:spcBef>
              <a:spcAft>
                <a:spcPts val="0"/>
              </a:spcAft>
              <a:buSzPts val="1800"/>
              <a:buFont typeface="Lexend"/>
              <a:buChar char="–"/>
              <a:defRPr>
                <a:latin typeface="Lexend"/>
                <a:ea typeface="Lexend"/>
                <a:cs typeface="Lexend"/>
                <a:sym typeface="Lexend"/>
              </a:defRPr>
            </a:lvl5pPr>
            <a:lvl6pPr indent="-342900" lvl="5" marL="2743200" rtl="0">
              <a:spcBef>
                <a:spcPts val="600"/>
              </a:spcBef>
              <a:spcAft>
                <a:spcPts val="0"/>
              </a:spcAft>
              <a:buSzPts val="1800"/>
              <a:buFont typeface="Lexend"/>
              <a:buChar char="–"/>
              <a:defRPr sz="1800">
                <a:latin typeface="Lexend"/>
                <a:ea typeface="Lexend"/>
                <a:cs typeface="Lexend"/>
                <a:sym typeface="Lexend"/>
              </a:defRPr>
            </a:lvl6pPr>
            <a:lvl7pPr indent="-342900" lvl="6" marL="3200400" rtl="0">
              <a:spcBef>
                <a:spcPts val="600"/>
              </a:spcBef>
              <a:spcAft>
                <a:spcPts val="0"/>
              </a:spcAft>
              <a:buSzPts val="1800"/>
              <a:buFont typeface="Lexend"/>
              <a:buChar char="–"/>
              <a:defRPr>
                <a:latin typeface="Lexend"/>
                <a:ea typeface="Lexend"/>
                <a:cs typeface="Lexend"/>
                <a:sym typeface="Lexend"/>
              </a:defRPr>
            </a:lvl7pPr>
            <a:lvl8pPr indent="-342900" lvl="7" marL="3657600" rtl="0">
              <a:spcBef>
                <a:spcPts val="400"/>
              </a:spcBef>
              <a:spcAft>
                <a:spcPts val="0"/>
              </a:spcAft>
              <a:buSzPts val="1800"/>
              <a:buFont typeface="Lexend"/>
              <a:buChar char="–"/>
              <a:defRPr>
                <a:latin typeface="Lexend"/>
                <a:ea typeface="Lexend"/>
                <a:cs typeface="Lexend"/>
                <a:sym typeface="Lexend"/>
              </a:defRPr>
            </a:lvl8pPr>
            <a:lvl9pPr indent="-342900" lvl="8" marL="4114800" rtl="0">
              <a:spcBef>
                <a:spcPts val="400"/>
              </a:spcBef>
              <a:spcAft>
                <a:spcPts val="200"/>
              </a:spcAft>
              <a:buSzPts val="1800"/>
              <a:buFont typeface="Lexend"/>
              <a:buChar char="–"/>
              <a:defRPr>
                <a:latin typeface="Lexend"/>
                <a:ea typeface="Lexend"/>
                <a:cs typeface="Lexend"/>
                <a:sym typeface="Lexend"/>
              </a:defRPr>
            </a:lvl9pPr>
          </a:lstStyle>
          <a:p/>
        </p:txBody>
      </p:sp>
      <p:sp>
        <p:nvSpPr>
          <p:cNvPr id="215" name="Google Shape;215;p21"/>
          <p:cNvSpPr txBox="1"/>
          <p:nvPr/>
        </p:nvSpPr>
        <p:spPr>
          <a:xfrm>
            <a:off x="8209250" y="438760"/>
            <a:ext cx="935100" cy="138600"/>
          </a:xfrm>
          <a:prstGeom prst="rect">
            <a:avLst/>
          </a:prstGeom>
          <a:noFill/>
          <a:ln>
            <a:noFill/>
          </a:ln>
        </p:spPr>
        <p:txBody>
          <a:bodyPr anchorCtr="0" anchor="t" bIns="0" lIns="0" spcFirstLastPara="1" rIns="0" wrap="square" tIns="0">
            <a:spAutoFit/>
          </a:bodyPr>
          <a:lstStyle/>
          <a:p>
            <a:pPr indent="0" lvl="0" marL="0" rtl="0" algn="ctr">
              <a:spcBef>
                <a:spcPts val="0"/>
              </a:spcBef>
              <a:spcAft>
                <a:spcPts val="0"/>
              </a:spcAft>
              <a:buNone/>
            </a:pPr>
            <a:r>
              <a:rPr b="1" lang="en-GB" sz="900">
                <a:solidFill>
                  <a:srgbClr val="E6F2F2"/>
                </a:solidFill>
                <a:latin typeface="Lexend"/>
                <a:ea typeface="Lexend"/>
                <a:cs typeface="Lexend"/>
                <a:sym typeface="Lexend"/>
              </a:rPr>
              <a:t>Explanation</a:t>
            </a:r>
            <a:endParaRPr b="1" sz="900">
              <a:solidFill>
                <a:srgbClr val="E6F2F2"/>
              </a:solidFill>
              <a:latin typeface="Lexend"/>
              <a:ea typeface="Lexend"/>
              <a:cs typeface="Lexend"/>
              <a:sym typeface="Lexend"/>
            </a:endParaRPr>
          </a:p>
        </p:txBody>
      </p:sp>
      <p:sp>
        <p:nvSpPr>
          <p:cNvPr id="216" name="Google Shape;216;p21"/>
          <p:cNvSpPr txBox="1"/>
          <p:nvPr>
            <p:ph type="title"/>
          </p:nvPr>
        </p:nvSpPr>
        <p:spPr>
          <a:xfrm>
            <a:off x="324000" y="0"/>
            <a:ext cx="7885200" cy="613500"/>
          </a:xfrm>
          <a:prstGeom prst="rect">
            <a:avLst/>
          </a:prstGeom>
        </p:spPr>
        <p:txBody>
          <a:bodyPr anchorCtr="0" anchor="ctr" bIns="0" lIns="0" spcFirstLastPara="1" rIns="0" wrap="square" tIns="0">
            <a:noAutofit/>
          </a:bodyPr>
          <a:lstStyle>
            <a:lvl1pPr lvl="0" rtl="0">
              <a:lnSpc>
                <a:spcPct val="100000"/>
              </a:lnSpc>
              <a:spcBef>
                <a:spcPts val="0"/>
              </a:spcBef>
              <a:spcAft>
                <a:spcPts val="0"/>
              </a:spcAft>
              <a:buClr>
                <a:schemeClr val="lt1"/>
              </a:buClr>
              <a:buSzPts val="2000"/>
              <a:buFont typeface="Lexend"/>
              <a:buNone/>
              <a:defRPr sz="2000">
                <a:solidFill>
                  <a:schemeClr val="lt1"/>
                </a:solidFill>
                <a:latin typeface="Lexend"/>
                <a:ea typeface="Lexend"/>
                <a:cs typeface="Lexend"/>
                <a:sym typeface="Lexend"/>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pic>
        <p:nvPicPr>
          <p:cNvPr id="217" name="Google Shape;217;p21"/>
          <p:cNvPicPr preferRelativeResize="0"/>
          <p:nvPr/>
        </p:nvPicPr>
        <p:blipFill rotWithShape="1">
          <a:blip r:embed="rId3">
            <a:alphaModFix/>
          </a:blip>
          <a:srcRect b="0" l="0" r="0" t="0"/>
          <a:stretch/>
        </p:blipFill>
        <p:spPr>
          <a:xfrm>
            <a:off x="8426950" y="-562"/>
            <a:ext cx="499700" cy="499700"/>
          </a:xfrm>
          <a:prstGeom prst="rect">
            <a:avLst/>
          </a:prstGeom>
          <a:noFill/>
          <a:ln>
            <a:noFill/>
          </a:ln>
        </p:spPr>
      </p:pic>
    </p:spTree>
  </p:cSld>
  <p:clrMapOvr>
    <a:masterClrMapping/>
  </p:clrMapOvr>
</p:sldLayout>
</file>

<file path=ppt/slideLayouts/slideLayout2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3.00 Explanation blank - blue ">
  <p:cSld name="TITLE_AND_TWO_COLUMNS_1_1_6_2_2">
    <p:spTree>
      <p:nvGrpSpPr>
        <p:cNvPr id="218" name="Shape 218"/>
        <p:cNvGrpSpPr/>
        <p:nvPr/>
      </p:nvGrpSpPr>
      <p:grpSpPr>
        <a:xfrm>
          <a:off x="0" y="0"/>
          <a:ext cx="0" cy="0"/>
          <a:chOff x="0" y="0"/>
          <a:chExt cx="0" cy="0"/>
        </a:xfrm>
      </p:grpSpPr>
      <p:pic>
        <p:nvPicPr>
          <p:cNvPr id="219" name="Google Shape;219;p22"/>
          <p:cNvPicPr preferRelativeResize="0"/>
          <p:nvPr/>
        </p:nvPicPr>
        <p:blipFill rotWithShape="1">
          <a:blip r:embed="rId2">
            <a:alphaModFix/>
          </a:blip>
          <a:srcRect b="1672" l="0" r="0" t="1662"/>
          <a:stretch/>
        </p:blipFill>
        <p:spPr>
          <a:xfrm>
            <a:off x="0" y="532525"/>
            <a:ext cx="9151202" cy="116709"/>
          </a:xfrm>
          <a:prstGeom prst="rect">
            <a:avLst/>
          </a:prstGeom>
          <a:noFill/>
          <a:ln>
            <a:noFill/>
          </a:ln>
        </p:spPr>
      </p:pic>
      <p:sp>
        <p:nvSpPr>
          <p:cNvPr id="220" name="Google Shape;220;p22"/>
          <p:cNvSpPr/>
          <p:nvPr/>
        </p:nvSpPr>
        <p:spPr>
          <a:xfrm>
            <a:off x="-1" y="-2"/>
            <a:ext cx="9144300" cy="540300"/>
          </a:xfrm>
          <a:prstGeom prst="rect">
            <a:avLst/>
          </a:pr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1" name="Google Shape;221;p22"/>
          <p:cNvSpPr txBox="1"/>
          <p:nvPr>
            <p:ph idx="1" type="body"/>
          </p:nvPr>
        </p:nvSpPr>
        <p:spPr>
          <a:xfrm>
            <a:off x="324000" y="759300"/>
            <a:ext cx="8237700" cy="3020700"/>
          </a:xfrm>
          <a:prstGeom prst="rect">
            <a:avLst/>
          </a:prstGeom>
        </p:spPr>
        <p:txBody>
          <a:bodyPr anchorCtr="0" anchor="t" bIns="0" lIns="0" spcFirstLastPara="1" rIns="0" wrap="square" tIns="0">
            <a:noAutofit/>
          </a:bodyPr>
          <a:lstStyle>
            <a:lvl1pPr indent="-368300" lvl="0" marL="457200" rtl="0">
              <a:lnSpc>
                <a:spcPct val="115000"/>
              </a:lnSpc>
              <a:spcBef>
                <a:spcPts val="0"/>
              </a:spcBef>
              <a:spcAft>
                <a:spcPts val="0"/>
              </a:spcAft>
              <a:buSzPts val="2200"/>
              <a:buFont typeface="Lexend"/>
              <a:buChar char="●"/>
              <a:defRPr sz="2200">
                <a:latin typeface="Lexend"/>
                <a:ea typeface="Lexend"/>
                <a:cs typeface="Lexend"/>
                <a:sym typeface="Lexend"/>
              </a:defRPr>
            </a:lvl1pPr>
            <a:lvl2pPr indent="-368300" lvl="1" marL="914400" rtl="0">
              <a:spcBef>
                <a:spcPts val="1000"/>
              </a:spcBef>
              <a:spcAft>
                <a:spcPts val="0"/>
              </a:spcAft>
              <a:buSzPts val="2200"/>
              <a:buFont typeface="Lexend"/>
              <a:buChar char="–"/>
              <a:defRPr sz="2200">
                <a:latin typeface="Lexend"/>
                <a:ea typeface="Lexend"/>
                <a:cs typeface="Lexend"/>
                <a:sym typeface="Lexend"/>
              </a:defRPr>
            </a:lvl2pPr>
            <a:lvl3pPr indent="-355600" lvl="2" marL="1371600" rtl="0">
              <a:spcBef>
                <a:spcPts val="1000"/>
              </a:spcBef>
              <a:spcAft>
                <a:spcPts val="0"/>
              </a:spcAft>
              <a:buSzPts val="2000"/>
              <a:buFont typeface="Lexend"/>
              <a:buChar char="–"/>
              <a:defRPr>
                <a:latin typeface="Lexend"/>
                <a:ea typeface="Lexend"/>
                <a:cs typeface="Lexend"/>
                <a:sym typeface="Lexend"/>
              </a:defRPr>
            </a:lvl3pPr>
            <a:lvl4pPr indent="-368300" lvl="3" marL="1828800" rtl="0">
              <a:spcBef>
                <a:spcPts val="800"/>
              </a:spcBef>
              <a:spcAft>
                <a:spcPts val="0"/>
              </a:spcAft>
              <a:buSzPts val="2200"/>
              <a:buFont typeface="Lexend"/>
              <a:buChar char="–"/>
              <a:defRPr sz="2200">
                <a:latin typeface="Lexend"/>
                <a:ea typeface="Lexend"/>
                <a:cs typeface="Lexend"/>
                <a:sym typeface="Lexend"/>
              </a:defRPr>
            </a:lvl4pPr>
            <a:lvl5pPr indent="-342900" lvl="4" marL="2286000" rtl="0">
              <a:spcBef>
                <a:spcPts val="800"/>
              </a:spcBef>
              <a:spcAft>
                <a:spcPts val="0"/>
              </a:spcAft>
              <a:buSzPts val="1800"/>
              <a:buFont typeface="Lexend"/>
              <a:buChar char="–"/>
              <a:defRPr>
                <a:latin typeface="Lexend"/>
                <a:ea typeface="Lexend"/>
                <a:cs typeface="Lexend"/>
                <a:sym typeface="Lexend"/>
              </a:defRPr>
            </a:lvl5pPr>
            <a:lvl6pPr indent="-342900" lvl="5" marL="2743200" rtl="0">
              <a:spcBef>
                <a:spcPts val="600"/>
              </a:spcBef>
              <a:spcAft>
                <a:spcPts val="0"/>
              </a:spcAft>
              <a:buSzPts val="1800"/>
              <a:buFont typeface="Lexend"/>
              <a:buChar char="–"/>
              <a:defRPr sz="1800">
                <a:latin typeface="Lexend"/>
                <a:ea typeface="Lexend"/>
                <a:cs typeface="Lexend"/>
                <a:sym typeface="Lexend"/>
              </a:defRPr>
            </a:lvl6pPr>
            <a:lvl7pPr indent="-342900" lvl="6" marL="3200400" rtl="0">
              <a:spcBef>
                <a:spcPts val="600"/>
              </a:spcBef>
              <a:spcAft>
                <a:spcPts val="0"/>
              </a:spcAft>
              <a:buSzPts val="1800"/>
              <a:buFont typeface="Lexend"/>
              <a:buChar char="–"/>
              <a:defRPr>
                <a:latin typeface="Lexend"/>
                <a:ea typeface="Lexend"/>
                <a:cs typeface="Lexend"/>
                <a:sym typeface="Lexend"/>
              </a:defRPr>
            </a:lvl7pPr>
            <a:lvl8pPr indent="-342900" lvl="7" marL="3657600" rtl="0">
              <a:spcBef>
                <a:spcPts val="400"/>
              </a:spcBef>
              <a:spcAft>
                <a:spcPts val="0"/>
              </a:spcAft>
              <a:buSzPts val="1800"/>
              <a:buFont typeface="Lexend"/>
              <a:buChar char="–"/>
              <a:defRPr>
                <a:latin typeface="Lexend"/>
                <a:ea typeface="Lexend"/>
                <a:cs typeface="Lexend"/>
                <a:sym typeface="Lexend"/>
              </a:defRPr>
            </a:lvl8pPr>
            <a:lvl9pPr indent="-342900" lvl="8" marL="4114800" rtl="0">
              <a:spcBef>
                <a:spcPts val="400"/>
              </a:spcBef>
              <a:spcAft>
                <a:spcPts val="200"/>
              </a:spcAft>
              <a:buSzPts val="1800"/>
              <a:buFont typeface="Lexend"/>
              <a:buChar char="–"/>
              <a:defRPr>
                <a:latin typeface="Lexend"/>
                <a:ea typeface="Lexend"/>
                <a:cs typeface="Lexend"/>
                <a:sym typeface="Lexend"/>
              </a:defRPr>
            </a:lvl9pPr>
          </a:lstStyle>
          <a:p/>
        </p:txBody>
      </p:sp>
      <p:sp>
        <p:nvSpPr>
          <p:cNvPr id="222" name="Google Shape;222;p22"/>
          <p:cNvSpPr txBox="1"/>
          <p:nvPr/>
        </p:nvSpPr>
        <p:spPr>
          <a:xfrm>
            <a:off x="8209250" y="438760"/>
            <a:ext cx="935100" cy="138600"/>
          </a:xfrm>
          <a:prstGeom prst="rect">
            <a:avLst/>
          </a:prstGeom>
          <a:noFill/>
          <a:ln>
            <a:noFill/>
          </a:ln>
        </p:spPr>
        <p:txBody>
          <a:bodyPr anchorCtr="0" anchor="t" bIns="0" lIns="0" spcFirstLastPara="1" rIns="0" wrap="square" tIns="0">
            <a:spAutoFit/>
          </a:bodyPr>
          <a:lstStyle/>
          <a:p>
            <a:pPr indent="0" lvl="0" marL="0" rtl="0" algn="ctr">
              <a:spcBef>
                <a:spcPts val="0"/>
              </a:spcBef>
              <a:spcAft>
                <a:spcPts val="0"/>
              </a:spcAft>
              <a:buNone/>
            </a:pPr>
            <a:r>
              <a:rPr b="1" lang="en-GB" sz="900">
                <a:solidFill>
                  <a:srgbClr val="EBEDFE"/>
                </a:solidFill>
                <a:latin typeface="Lexend"/>
                <a:ea typeface="Lexend"/>
                <a:cs typeface="Lexend"/>
                <a:sym typeface="Lexend"/>
              </a:rPr>
              <a:t>Explanation</a:t>
            </a:r>
            <a:endParaRPr b="1" sz="900">
              <a:solidFill>
                <a:srgbClr val="EBEDFE"/>
              </a:solidFill>
              <a:latin typeface="Lexend"/>
              <a:ea typeface="Lexend"/>
              <a:cs typeface="Lexend"/>
              <a:sym typeface="Lexend"/>
            </a:endParaRPr>
          </a:p>
        </p:txBody>
      </p:sp>
      <p:sp>
        <p:nvSpPr>
          <p:cNvPr id="223" name="Google Shape;223;p22"/>
          <p:cNvSpPr txBox="1"/>
          <p:nvPr>
            <p:ph type="title"/>
          </p:nvPr>
        </p:nvSpPr>
        <p:spPr>
          <a:xfrm>
            <a:off x="324000" y="0"/>
            <a:ext cx="7885200" cy="613500"/>
          </a:xfrm>
          <a:prstGeom prst="rect">
            <a:avLst/>
          </a:prstGeom>
        </p:spPr>
        <p:txBody>
          <a:bodyPr anchorCtr="0" anchor="ctr" bIns="0" lIns="0" spcFirstLastPara="1" rIns="0" wrap="square" tIns="0">
            <a:noAutofit/>
          </a:bodyPr>
          <a:lstStyle>
            <a:lvl1pPr lvl="0" rtl="0">
              <a:lnSpc>
                <a:spcPct val="100000"/>
              </a:lnSpc>
              <a:spcBef>
                <a:spcPts val="0"/>
              </a:spcBef>
              <a:spcAft>
                <a:spcPts val="0"/>
              </a:spcAft>
              <a:buClr>
                <a:schemeClr val="lt1"/>
              </a:buClr>
              <a:buSzPts val="2000"/>
              <a:buFont typeface="Lexend"/>
              <a:buNone/>
              <a:defRPr sz="2000">
                <a:solidFill>
                  <a:schemeClr val="lt1"/>
                </a:solidFill>
                <a:latin typeface="Lexend"/>
                <a:ea typeface="Lexend"/>
                <a:cs typeface="Lexend"/>
                <a:sym typeface="Lexend"/>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pic>
        <p:nvPicPr>
          <p:cNvPr id="224" name="Google Shape;224;p22"/>
          <p:cNvPicPr preferRelativeResize="0"/>
          <p:nvPr/>
        </p:nvPicPr>
        <p:blipFill rotWithShape="1">
          <a:blip r:embed="rId3">
            <a:alphaModFix/>
          </a:blip>
          <a:srcRect b="0" l="0" r="0" t="0"/>
          <a:stretch/>
        </p:blipFill>
        <p:spPr>
          <a:xfrm>
            <a:off x="8426950" y="-562"/>
            <a:ext cx="499700" cy="499700"/>
          </a:xfrm>
          <a:prstGeom prst="rect">
            <a:avLst/>
          </a:prstGeom>
          <a:noFill/>
          <a:ln>
            <a:noFill/>
          </a:ln>
        </p:spPr>
      </p:pic>
    </p:spTree>
  </p:cSld>
  <p:clrMapOvr>
    <a:masterClrMapping/>
  </p:clrMapOvr>
</p:sldLayout>
</file>

<file path=ppt/slideLayouts/slideLayout2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4.00 Explanation blank - pink ">
  <p:cSld name="TITLE_AND_TWO_COLUMNS_1_1_6_2_1_1">
    <p:spTree>
      <p:nvGrpSpPr>
        <p:cNvPr id="225" name="Shape 225"/>
        <p:cNvGrpSpPr/>
        <p:nvPr/>
      </p:nvGrpSpPr>
      <p:grpSpPr>
        <a:xfrm>
          <a:off x="0" y="0"/>
          <a:ext cx="0" cy="0"/>
          <a:chOff x="0" y="0"/>
          <a:chExt cx="0" cy="0"/>
        </a:xfrm>
      </p:grpSpPr>
      <p:pic>
        <p:nvPicPr>
          <p:cNvPr id="226" name="Google Shape;226;p23"/>
          <p:cNvPicPr preferRelativeResize="0"/>
          <p:nvPr/>
        </p:nvPicPr>
        <p:blipFill rotWithShape="1">
          <a:blip r:embed="rId2">
            <a:alphaModFix/>
          </a:blip>
          <a:srcRect b="1672" l="0" r="0" t="1662"/>
          <a:stretch/>
        </p:blipFill>
        <p:spPr>
          <a:xfrm>
            <a:off x="0" y="532525"/>
            <a:ext cx="9151202" cy="116709"/>
          </a:xfrm>
          <a:prstGeom prst="rect">
            <a:avLst/>
          </a:prstGeom>
          <a:noFill/>
          <a:ln>
            <a:noFill/>
          </a:ln>
        </p:spPr>
      </p:pic>
      <p:sp>
        <p:nvSpPr>
          <p:cNvPr id="227" name="Google Shape;227;p23"/>
          <p:cNvSpPr/>
          <p:nvPr/>
        </p:nvSpPr>
        <p:spPr>
          <a:xfrm>
            <a:off x="0" y="1"/>
            <a:ext cx="9144300" cy="540300"/>
          </a:xfrm>
          <a:prstGeom prst="rect">
            <a:avLst/>
          </a:pr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8" name="Google Shape;228;p23"/>
          <p:cNvSpPr txBox="1"/>
          <p:nvPr>
            <p:ph idx="1" type="body"/>
          </p:nvPr>
        </p:nvSpPr>
        <p:spPr>
          <a:xfrm>
            <a:off x="324000" y="759300"/>
            <a:ext cx="8237700" cy="3020700"/>
          </a:xfrm>
          <a:prstGeom prst="rect">
            <a:avLst/>
          </a:prstGeom>
        </p:spPr>
        <p:txBody>
          <a:bodyPr anchorCtr="0" anchor="t" bIns="0" lIns="0" spcFirstLastPara="1" rIns="0" wrap="square" tIns="0">
            <a:noAutofit/>
          </a:bodyPr>
          <a:lstStyle>
            <a:lvl1pPr indent="-368300" lvl="0" marL="457200" rtl="0">
              <a:lnSpc>
                <a:spcPct val="115000"/>
              </a:lnSpc>
              <a:spcBef>
                <a:spcPts val="0"/>
              </a:spcBef>
              <a:spcAft>
                <a:spcPts val="0"/>
              </a:spcAft>
              <a:buSzPts val="2200"/>
              <a:buFont typeface="Lexend"/>
              <a:buChar char="●"/>
              <a:defRPr sz="2200">
                <a:latin typeface="Lexend"/>
                <a:ea typeface="Lexend"/>
                <a:cs typeface="Lexend"/>
                <a:sym typeface="Lexend"/>
              </a:defRPr>
            </a:lvl1pPr>
            <a:lvl2pPr indent="-368300" lvl="1" marL="914400" rtl="0">
              <a:spcBef>
                <a:spcPts val="1000"/>
              </a:spcBef>
              <a:spcAft>
                <a:spcPts val="0"/>
              </a:spcAft>
              <a:buSzPts val="2200"/>
              <a:buFont typeface="Lexend"/>
              <a:buChar char="–"/>
              <a:defRPr sz="2200">
                <a:latin typeface="Lexend"/>
                <a:ea typeface="Lexend"/>
                <a:cs typeface="Lexend"/>
                <a:sym typeface="Lexend"/>
              </a:defRPr>
            </a:lvl2pPr>
            <a:lvl3pPr indent="-355600" lvl="2" marL="1371600" rtl="0">
              <a:spcBef>
                <a:spcPts val="1000"/>
              </a:spcBef>
              <a:spcAft>
                <a:spcPts val="0"/>
              </a:spcAft>
              <a:buSzPts val="2000"/>
              <a:buFont typeface="Lexend"/>
              <a:buChar char="–"/>
              <a:defRPr>
                <a:latin typeface="Lexend"/>
                <a:ea typeface="Lexend"/>
                <a:cs typeface="Lexend"/>
                <a:sym typeface="Lexend"/>
              </a:defRPr>
            </a:lvl3pPr>
            <a:lvl4pPr indent="-368300" lvl="3" marL="1828800" rtl="0">
              <a:spcBef>
                <a:spcPts val="800"/>
              </a:spcBef>
              <a:spcAft>
                <a:spcPts val="0"/>
              </a:spcAft>
              <a:buSzPts val="2200"/>
              <a:buFont typeface="Lexend"/>
              <a:buChar char="–"/>
              <a:defRPr sz="2200">
                <a:latin typeface="Lexend"/>
                <a:ea typeface="Lexend"/>
                <a:cs typeface="Lexend"/>
                <a:sym typeface="Lexend"/>
              </a:defRPr>
            </a:lvl4pPr>
            <a:lvl5pPr indent="-342900" lvl="4" marL="2286000" rtl="0">
              <a:spcBef>
                <a:spcPts val="800"/>
              </a:spcBef>
              <a:spcAft>
                <a:spcPts val="0"/>
              </a:spcAft>
              <a:buSzPts val="1800"/>
              <a:buFont typeface="Lexend"/>
              <a:buChar char="–"/>
              <a:defRPr>
                <a:latin typeface="Lexend"/>
                <a:ea typeface="Lexend"/>
                <a:cs typeface="Lexend"/>
                <a:sym typeface="Lexend"/>
              </a:defRPr>
            </a:lvl5pPr>
            <a:lvl6pPr indent="-342900" lvl="5" marL="2743200" rtl="0">
              <a:spcBef>
                <a:spcPts val="600"/>
              </a:spcBef>
              <a:spcAft>
                <a:spcPts val="0"/>
              </a:spcAft>
              <a:buSzPts val="1800"/>
              <a:buFont typeface="Lexend"/>
              <a:buChar char="–"/>
              <a:defRPr sz="1800">
                <a:latin typeface="Lexend"/>
                <a:ea typeface="Lexend"/>
                <a:cs typeface="Lexend"/>
                <a:sym typeface="Lexend"/>
              </a:defRPr>
            </a:lvl6pPr>
            <a:lvl7pPr indent="-342900" lvl="6" marL="3200400" rtl="0">
              <a:spcBef>
                <a:spcPts val="600"/>
              </a:spcBef>
              <a:spcAft>
                <a:spcPts val="0"/>
              </a:spcAft>
              <a:buSzPts val="1800"/>
              <a:buFont typeface="Lexend"/>
              <a:buChar char="–"/>
              <a:defRPr>
                <a:latin typeface="Lexend"/>
                <a:ea typeface="Lexend"/>
                <a:cs typeface="Lexend"/>
                <a:sym typeface="Lexend"/>
              </a:defRPr>
            </a:lvl7pPr>
            <a:lvl8pPr indent="-342900" lvl="7" marL="3657600" rtl="0">
              <a:spcBef>
                <a:spcPts val="400"/>
              </a:spcBef>
              <a:spcAft>
                <a:spcPts val="0"/>
              </a:spcAft>
              <a:buSzPts val="1800"/>
              <a:buFont typeface="Lexend"/>
              <a:buChar char="–"/>
              <a:defRPr>
                <a:latin typeface="Lexend"/>
                <a:ea typeface="Lexend"/>
                <a:cs typeface="Lexend"/>
                <a:sym typeface="Lexend"/>
              </a:defRPr>
            </a:lvl8pPr>
            <a:lvl9pPr indent="-342900" lvl="8" marL="4114800" rtl="0">
              <a:spcBef>
                <a:spcPts val="400"/>
              </a:spcBef>
              <a:spcAft>
                <a:spcPts val="200"/>
              </a:spcAft>
              <a:buSzPts val="1800"/>
              <a:buFont typeface="Lexend"/>
              <a:buChar char="–"/>
              <a:defRPr>
                <a:latin typeface="Lexend"/>
                <a:ea typeface="Lexend"/>
                <a:cs typeface="Lexend"/>
                <a:sym typeface="Lexend"/>
              </a:defRPr>
            </a:lvl9pPr>
          </a:lstStyle>
          <a:p/>
        </p:txBody>
      </p:sp>
      <p:sp>
        <p:nvSpPr>
          <p:cNvPr id="229" name="Google Shape;229;p23"/>
          <p:cNvSpPr txBox="1"/>
          <p:nvPr/>
        </p:nvSpPr>
        <p:spPr>
          <a:xfrm>
            <a:off x="8209250" y="438760"/>
            <a:ext cx="935100" cy="138600"/>
          </a:xfrm>
          <a:prstGeom prst="rect">
            <a:avLst/>
          </a:prstGeom>
          <a:noFill/>
          <a:ln>
            <a:noFill/>
          </a:ln>
        </p:spPr>
        <p:txBody>
          <a:bodyPr anchorCtr="0" anchor="t" bIns="0" lIns="0" spcFirstLastPara="1" rIns="0" wrap="square" tIns="0">
            <a:spAutoFit/>
          </a:bodyPr>
          <a:lstStyle/>
          <a:p>
            <a:pPr indent="0" lvl="0" marL="0" rtl="0" algn="ctr">
              <a:spcBef>
                <a:spcPts val="0"/>
              </a:spcBef>
              <a:spcAft>
                <a:spcPts val="0"/>
              </a:spcAft>
              <a:buNone/>
            </a:pPr>
            <a:r>
              <a:rPr b="1" lang="en-GB" sz="900">
                <a:solidFill>
                  <a:srgbClr val="FAEAF6"/>
                </a:solidFill>
                <a:latin typeface="Lexend"/>
                <a:ea typeface="Lexend"/>
                <a:cs typeface="Lexend"/>
                <a:sym typeface="Lexend"/>
              </a:rPr>
              <a:t>Explanation</a:t>
            </a:r>
            <a:endParaRPr b="1" sz="900">
              <a:solidFill>
                <a:srgbClr val="FAEAF6"/>
              </a:solidFill>
              <a:latin typeface="Lexend"/>
              <a:ea typeface="Lexend"/>
              <a:cs typeface="Lexend"/>
              <a:sym typeface="Lexend"/>
            </a:endParaRPr>
          </a:p>
        </p:txBody>
      </p:sp>
      <p:sp>
        <p:nvSpPr>
          <p:cNvPr id="230" name="Google Shape;230;p23"/>
          <p:cNvSpPr txBox="1"/>
          <p:nvPr>
            <p:ph type="title"/>
          </p:nvPr>
        </p:nvSpPr>
        <p:spPr>
          <a:xfrm>
            <a:off x="324000" y="0"/>
            <a:ext cx="7885200" cy="613500"/>
          </a:xfrm>
          <a:prstGeom prst="rect">
            <a:avLst/>
          </a:prstGeom>
        </p:spPr>
        <p:txBody>
          <a:bodyPr anchorCtr="0" anchor="ctr" bIns="0" lIns="0" spcFirstLastPara="1" rIns="0" wrap="square" tIns="0">
            <a:noAutofit/>
          </a:bodyPr>
          <a:lstStyle>
            <a:lvl1pPr lvl="0" rtl="0">
              <a:lnSpc>
                <a:spcPct val="100000"/>
              </a:lnSpc>
              <a:spcBef>
                <a:spcPts val="0"/>
              </a:spcBef>
              <a:spcAft>
                <a:spcPts val="0"/>
              </a:spcAft>
              <a:buClr>
                <a:schemeClr val="lt1"/>
              </a:buClr>
              <a:buSzPts val="2000"/>
              <a:buFont typeface="Lexend"/>
              <a:buNone/>
              <a:defRPr sz="2000">
                <a:solidFill>
                  <a:schemeClr val="lt1"/>
                </a:solidFill>
                <a:latin typeface="Lexend"/>
                <a:ea typeface="Lexend"/>
                <a:cs typeface="Lexend"/>
                <a:sym typeface="Lexend"/>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pic>
        <p:nvPicPr>
          <p:cNvPr id="231" name="Google Shape;231;p23"/>
          <p:cNvPicPr preferRelativeResize="0"/>
          <p:nvPr/>
        </p:nvPicPr>
        <p:blipFill rotWithShape="1">
          <a:blip r:embed="rId3">
            <a:alphaModFix/>
          </a:blip>
          <a:srcRect b="0" l="0" r="0" t="0"/>
          <a:stretch/>
        </p:blipFill>
        <p:spPr>
          <a:xfrm>
            <a:off x="8426950" y="-562"/>
            <a:ext cx="499700" cy="499700"/>
          </a:xfrm>
          <a:prstGeom prst="rect">
            <a:avLst/>
          </a:prstGeom>
          <a:noFill/>
          <a:ln>
            <a:noFill/>
          </a:ln>
        </p:spPr>
      </p:pic>
    </p:spTree>
  </p:cSld>
  <p:clrMapOvr>
    <a:masterClrMapping/>
  </p:clrMapOvr>
</p:sldLayout>
</file>

<file path=ppt/slideLayouts/slideLayout2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01 I do We do - purple">
  <p:cSld name="TITLE_AND_TWO_COLUMNS_1_1_9_2_2">
    <p:bg>
      <p:bgPr>
        <a:solidFill>
          <a:srgbClr val="F3EEFB"/>
        </a:solidFill>
      </p:bgPr>
    </p:bg>
    <p:spTree>
      <p:nvGrpSpPr>
        <p:cNvPr id="232" name="Shape 232"/>
        <p:cNvGrpSpPr/>
        <p:nvPr/>
      </p:nvGrpSpPr>
      <p:grpSpPr>
        <a:xfrm>
          <a:off x="0" y="0"/>
          <a:ext cx="0" cy="0"/>
          <a:chOff x="0" y="0"/>
          <a:chExt cx="0" cy="0"/>
        </a:xfrm>
      </p:grpSpPr>
      <p:sp>
        <p:nvSpPr>
          <p:cNvPr id="233" name="Google Shape;233;p24"/>
          <p:cNvSpPr/>
          <p:nvPr/>
        </p:nvSpPr>
        <p:spPr>
          <a:xfrm>
            <a:off x="0" y="18750"/>
            <a:ext cx="4572300" cy="5143500"/>
          </a:xfrm>
          <a:prstGeom prst="rect">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id="234" name="Google Shape;234;p24"/>
          <p:cNvPicPr preferRelativeResize="0"/>
          <p:nvPr/>
        </p:nvPicPr>
        <p:blipFill>
          <a:blip r:embed="rId2">
            <a:alphaModFix/>
          </a:blip>
          <a:stretch>
            <a:fillRect/>
          </a:stretch>
        </p:blipFill>
        <p:spPr>
          <a:xfrm>
            <a:off x="0" y="532525"/>
            <a:ext cx="9151202" cy="116700"/>
          </a:xfrm>
          <a:prstGeom prst="rect">
            <a:avLst/>
          </a:prstGeom>
          <a:noFill/>
          <a:ln>
            <a:noFill/>
          </a:ln>
        </p:spPr>
      </p:pic>
      <p:sp>
        <p:nvSpPr>
          <p:cNvPr id="235" name="Google Shape;235;p24"/>
          <p:cNvSpPr/>
          <p:nvPr/>
        </p:nvSpPr>
        <p:spPr>
          <a:xfrm>
            <a:off x="-1" y="-2"/>
            <a:ext cx="9144300" cy="540300"/>
          </a:xfrm>
          <a:prstGeom prst="rect">
            <a:avLst/>
          </a:pr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6" name="Google Shape;236;p24"/>
          <p:cNvSpPr txBox="1"/>
          <p:nvPr>
            <p:ph idx="1" type="subTitle"/>
          </p:nvPr>
        </p:nvSpPr>
        <p:spPr>
          <a:xfrm>
            <a:off x="337825" y="810000"/>
            <a:ext cx="3982200" cy="4010400"/>
          </a:xfrm>
          <a:prstGeom prst="rect">
            <a:avLst/>
          </a:prstGeom>
        </p:spPr>
        <p:txBody>
          <a:bodyPr anchorCtr="0" anchor="t" bIns="0" lIns="0" spcFirstLastPara="1" rIns="0" wrap="square" tIns="0">
            <a:noAutofit/>
          </a:bodyPr>
          <a:lstStyle>
            <a:lvl1pPr lvl="0" rtl="0">
              <a:spcBef>
                <a:spcPts val="0"/>
              </a:spcBef>
              <a:spcAft>
                <a:spcPts val="0"/>
              </a:spcAft>
              <a:buSzPts val="1800"/>
              <a:buNone/>
              <a:defRPr sz="1800"/>
            </a:lvl1pPr>
            <a:lvl2pPr lvl="1" rtl="0">
              <a:spcBef>
                <a:spcPts val="1000"/>
              </a:spcBef>
              <a:spcAft>
                <a:spcPts val="0"/>
              </a:spcAft>
              <a:buSzPts val="2100"/>
              <a:buNone/>
              <a:defRPr/>
            </a:lvl2pPr>
            <a:lvl3pPr lvl="2" rtl="0">
              <a:spcBef>
                <a:spcPts val="1000"/>
              </a:spcBef>
              <a:spcAft>
                <a:spcPts val="0"/>
              </a:spcAft>
              <a:buSzPts val="2000"/>
              <a:buNone/>
              <a:defRPr/>
            </a:lvl3pPr>
            <a:lvl4pPr lvl="3" rtl="0">
              <a:spcBef>
                <a:spcPts val="800"/>
              </a:spcBef>
              <a:spcAft>
                <a:spcPts val="0"/>
              </a:spcAft>
              <a:buSzPts val="1900"/>
              <a:buNone/>
              <a:defRPr/>
            </a:lvl4pPr>
            <a:lvl5pPr lvl="4" rtl="0">
              <a:spcBef>
                <a:spcPts val="800"/>
              </a:spcBef>
              <a:spcAft>
                <a:spcPts val="0"/>
              </a:spcAft>
              <a:buSzPts val="1800"/>
              <a:buNone/>
              <a:defRPr/>
            </a:lvl5pPr>
            <a:lvl6pPr lvl="5" rtl="0">
              <a:spcBef>
                <a:spcPts val="600"/>
              </a:spcBef>
              <a:spcAft>
                <a:spcPts val="0"/>
              </a:spcAft>
              <a:buSzPts val="1800"/>
              <a:buNone/>
              <a:defRPr/>
            </a:lvl6pPr>
            <a:lvl7pPr lvl="6" rtl="0">
              <a:spcBef>
                <a:spcPts val="600"/>
              </a:spcBef>
              <a:spcAft>
                <a:spcPts val="0"/>
              </a:spcAft>
              <a:buSzPts val="1800"/>
              <a:buNone/>
              <a:defRPr/>
            </a:lvl7pPr>
            <a:lvl8pPr lvl="7" rtl="0">
              <a:spcBef>
                <a:spcPts val="400"/>
              </a:spcBef>
              <a:spcAft>
                <a:spcPts val="0"/>
              </a:spcAft>
              <a:buSzPts val="1800"/>
              <a:buNone/>
              <a:defRPr/>
            </a:lvl8pPr>
            <a:lvl9pPr lvl="8" rtl="0">
              <a:spcBef>
                <a:spcPts val="400"/>
              </a:spcBef>
              <a:spcAft>
                <a:spcPts val="200"/>
              </a:spcAft>
              <a:buSzPts val="1800"/>
              <a:buNone/>
              <a:defRPr/>
            </a:lvl9pPr>
          </a:lstStyle>
          <a:p/>
        </p:txBody>
      </p:sp>
      <p:sp>
        <p:nvSpPr>
          <p:cNvPr id="237" name="Google Shape;237;p24"/>
          <p:cNvSpPr txBox="1"/>
          <p:nvPr>
            <p:ph idx="2" type="subTitle"/>
          </p:nvPr>
        </p:nvSpPr>
        <p:spPr>
          <a:xfrm>
            <a:off x="4824000" y="810000"/>
            <a:ext cx="3982200" cy="4010400"/>
          </a:xfrm>
          <a:prstGeom prst="rect">
            <a:avLst/>
          </a:prstGeom>
        </p:spPr>
        <p:txBody>
          <a:bodyPr anchorCtr="0" anchor="t" bIns="0" lIns="0" spcFirstLastPara="1" rIns="0" wrap="square" tIns="0">
            <a:noAutofit/>
          </a:bodyPr>
          <a:lstStyle>
            <a:lvl1pPr lvl="0" rtl="0">
              <a:spcBef>
                <a:spcPts val="0"/>
              </a:spcBef>
              <a:spcAft>
                <a:spcPts val="0"/>
              </a:spcAft>
              <a:buSzPts val="1800"/>
              <a:buNone/>
              <a:defRPr sz="1800"/>
            </a:lvl1pPr>
            <a:lvl2pPr lvl="1" rtl="0">
              <a:spcBef>
                <a:spcPts val="1000"/>
              </a:spcBef>
              <a:spcAft>
                <a:spcPts val="0"/>
              </a:spcAft>
              <a:buSzPts val="2100"/>
              <a:buNone/>
              <a:defRPr/>
            </a:lvl2pPr>
            <a:lvl3pPr lvl="2" rtl="0">
              <a:spcBef>
                <a:spcPts val="1000"/>
              </a:spcBef>
              <a:spcAft>
                <a:spcPts val="0"/>
              </a:spcAft>
              <a:buSzPts val="2000"/>
              <a:buNone/>
              <a:defRPr/>
            </a:lvl3pPr>
            <a:lvl4pPr lvl="3" rtl="0">
              <a:spcBef>
                <a:spcPts val="800"/>
              </a:spcBef>
              <a:spcAft>
                <a:spcPts val="0"/>
              </a:spcAft>
              <a:buSzPts val="1900"/>
              <a:buNone/>
              <a:defRPr/>
            </a:lvl4pPr>
            <a:lvl5pPr lvl="4" rtl="0">
              <a:spcBef>
                <a:spcPts val="800"/>
              </a:spcBef>
              <a:spcAft>
                <a:spcPts val="0"/>
              </a:spcAft>
              <a:buSzPts val="1800"/>
              <a:buNone/>
              <a:defRPr/>
            </a:lvl5pPr>
            <a:lvl6pPr lvl="5" rtl="0">
              <a:spcBef>
                <a:spcPts val="600"/>
              </a:spcBef>
              <a:spcAft>
                <a:spcPts val="0"/>
              </a:spcAft>
              <a:buSzPts val="1800"/>
              <a:buNone/>
              <a:defRPr/>
            </a:lvl6pPr>
            <a:lvl7pPr lvl="6" rtl="0">
              <a:spcBef>
                <a:spcPts val="600"/>
              </a:spcBef>
              <a:spcAft>
                <a:spcPts val="0"/>
              </a:spcAft>
              <a:buSzPts val="1800"/>
              <a:buNone/>
              <a:defRPr/>
            </a:lvl7pPr>
            <a:lvl8pPr lvl="7" rtl="0">
              <a:spcBef>
                <a:spcPts val="400"/>
              </a:spcBef>
              <a:spcAft>
                <a:spcPts val="0"/>
              </a:spcAft>
              <a:buSzPts val="1800"/>
              <a:buNone/>
              <a:defRPr/>
            </a:lvl8pPr>
            <a:lvl9pPr lvl="8" rtl="0">
              <a:spcBef>
                <a:spcPts val="400"/>
              </a:spcBef>
              <a:spcAft>
                <a:spcPts val="200"/>
              </a:spcAft>
              <a:buSzPts val="1800"/>
              <a:buNone/>
              <a:defRPr/>
            </a:lvl9pPr>
          </a:lstStyle>
          <a:p/>
        </p:txBody>
      </p:sp>
      <p:sp>
        <p:nvSpPr>
          <p:cNvPr id="238" name="Google Shape;238;p24"/>
          <p:cNvSpPr txBox="1"/>
          <p:nvPr>
            <p:ph type="title"/>
          </p:nvPr>
        </p:nvSpPr>
        <p:spPr>
          <a:xfrm>
            <a:off x="324000" y="0"/>
            <a:ext cx="7450500" cy="613500"/>
          </a:xfrm>
          <a:prstGeom prst="rect">
            <a:avLst/>
          </a:prstGeom>
        </p:spPr>
        <p:txBody>
          <a:bodyPr anchorCtr="0" anchor="ctr" bIns="0" lIns="0" spcFirstLastPara="1" rIns="0" wrap="square" tIns="0">
            <a:noAutofit/>
          </a:bodyPr>
          <a:lstStyle>
            <a:lvl1pPr lvl="0" rtl="0">
              <a:lnSpc>
                <a:spcPct val="100000"/>
              </a:lnSpc>
              <a:spcBef>
                <a:spcPts val="0"/>
              </a:spcBef>
              <a:spcAft>
                <a:spcPts val="0"/>
              </a:spcAft>
              <a:buClr>
                <a:schemeClr val="lt1"/>
              </a:buClr>
              <a:buSzPts val="2000"/>
              <a:buFont typeface="Lexend"/>
              <a:buNone/>
              <a:defRPr sz="2000">
                <a:solidFill>
                  <a:schemeClr val="lt1"/>
                </a:solidFill>
                <a:latin typeface="Lexend"/>
                <a:ea typeface="Lexend"/>
                <a:cs typeface="Lexend"/>
                <a:sym typeface="Lexend"/>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grpSp>
        <p:nvGrpSpPr>
          <p:cNvPr id="239" name="Google Shape;239;p24"/>
          <p:cNvGrpSpPr/>
          <p:nvPr/>
        </p:nvGrpSpPr>
        <p:grpSpPr>
          <a:xfrm>
            <a:off x="7834231" y="1285"/>
            <a:ext cx="828900" cy="576065"/>
            <a:chOff x="7801496" y="1285"/>
            <a:chExt cx="828900" cy="576065"/>
          </a:xfrm>
        </p:grpSpPr>
        <p:pic>
          <p:nvPicPr>
            <p:cNvPr id="240" name="Google Shape;240;p24"/>
            <p:cNvPicPr preferRelativeResize="0"/>
            <p:nvPr/>
          </p:nvPicPr>
          <p:blipFill rotWithShape="1">
            <a:blip r:embed="rId3">
              <a:alphaModFix/>
            </a:blip>
            <a:srcRect b="0" l="0" r="0" t="0"/>
            <a:stretch/>
          </p:blipFill>
          <p:spPr>
            <a:xfrm>
              <a:off x="7966096" y="1285"/>
              <a:ext cx="499700" cy="499700"/>
            </a:xfrm>
            <a:prstGeom prst="rect">
              <a:avLst/>
            </a:prstGeom>
            <a:noFill/>
            <a:ln>
              <a:noFill/>
            </a:ln>
          </p:spPr>
        </p:pic>
        <p:sp>
          <p:nvSpPr>
            <p:cNvPr id="241" name="Google Shape;241;p24"/>
            <p:cNvSpPr txBox="1"/>
            <p:nvPr/>
          </p:nvSpPr>
          <p:spPr>
            <a:xfrm>
              <a:off x="7801496" y="438750"/>
              <a:ext cx="828900" cy="138600"/>
            </a:xfrm>
            <a:prstGeom prst="rect">
              <a:avLst/>
            </a:prstGeom>
            <a:noFill/>
            <a:ln>
              <a:noFill/>
            </a:ln>
          </p:spPr>
          <p:txBody>
            <a:bodyPr anchorCtr="0" anchor="t" bIns="0" lIns="0" spcFirstLastPara="1" rIns="0" wrap="square" tIns="0">
              <a:spAutoFit/>
            </a:bodyPr>
            <a:lstStyle/>
            <a:p>
              <a:pPr indent="0" lvl="0" marL="0" rtl="0" algn="ctr">
                <a:spcBef>
                  <a:spcPts val="0"/>
                </a:spcBef>
                <a:spcAft>
                  <a:spcPts val="0"/>
                </a:spcAft>
                <a:buNone/>
              </a:pPr>
              <a:r>
                <a:rPr b="1" lang="en-GB" sz="900">
                  <a:solidFill>
                    <a:srgbClr val="EBEDFE"/>
                  </a:solidFill>
                  <a:latin typeface="Lexend"/>
                  <a:ea typeface="Lexend"/>
                  <a:cs typeface="Lexend"/>
                  <a:sym typeface="Lexend"/>
                </a:rPr>
                <a:t>Explanation</a:t>
              </a:r>
              <a:endParaRPr b="1" sz="900">
                <a:solidFill>
                  <a:srgbClr val="EBEDFE"/>
                </a:solidFill>
                <a:latin typeface="Lexend"/>
                <a:ea typeface="Lexend"/>
                <a:cs typeface="Lexend"/>
                <a:sym typeface="Lexend"/>
              </a:endParaRPr>
            </a:p>
          </p:txBody>
        </p:sp>
      </p:grpSp>
      <p:grpSp>
        <p:nvGrpSpPr>
          <p:cNvPr id="242" name="Google Shape;242;p24"/>
          <p:cNvGrpSpPr/>
          <p:nvPr/>
        </p:nvGrpSpPr>
        <p:grpSpPr>
          <a:xfrm>
            <a:off x="8635663" y="1285"/>
            <a:ext cx="499700" cy="576065"/>
            <a:chOff x="8635663" y="1285"/>
            <a:chExt cx="499700" cy="576065"/>
          </a:xfrm>
        </p:grpSpPr>
        <p:pic>
          <p:nvPicPr>
            <p:cNvPr id="243" name="Google Shape;243;p24"/>
            <p:cNvPicPr preferRelativeResize="0"/>
            <p:nvPr/>
          </p:nvPicPr>
          <p:blipFill rotWithShape="1">
            <a:blip r:embed="rId4">
              <a:alphaModFix/>
            </a:blip>
            <a:srcRect b="0" l="0" r="0" t="0"/>
            <a:stretch/>
          </p:blipFill>
          <p:spPr>
            <a:xfrm>
              <a:off x="8635663" y="1285"/>
              <a:ext cx="499700" cy="499700"/>
            </a:xfrm>
            <a:prstGeom prst="rect">
              <a:avLst/>
            </a:prstGeom>
            <a:noFill/>
            <a:ln>
              <a:noFill/>
            </a:ln>
          </p:spPr>
        </p:pic>
        <p:sp>
          <p:nvSpPr>
            <p:cNvPr id="244" name="Google Shape;244;p24"/>
            <p:cNvSpPr txBox="1"/>
            <p:nvPr/>
          </p:nvSpPr>
          <p:spPr>
            <a:xfrm>
              <a:off x="8662913" y="438750"/>
              <a:ext cx="445200" cy="138600"/>
            </a:xfrm>
            <a:prstGeom prst="rect">
              <a:avLst/>
            </a:prstGeom>
            <a:noFill/>
            <a:ln>
              <a:noFill/>
            </a:ln>
          </p:spPr>
          <p:txBody>
            <a:bodyPr anchorCtr="0" anchor="t" bIns="0" lIns="0" spcFirstLastPara="1" rIns="0" wrap="square" tIns="0">
              <a:spAutoFit/>
            </a:bodyPr>
            <a:lstStyle/>
            <a:p>
              <a:pPr indent="0" lvl="0" marL="0" rtl="0" algn="ctr">
                <a:spcBef>
                  <a:spcPts val="0"/>
                </a:spcBef>
                <a:spcAft>
                  <a:spcPts val="0"/>
                </a:spcAft>
                <a:buNone/>
              </a:pPr>
              <a:r>
                <a:rPr b="1" lang="en-GB" sz="900">
                  <a:solidFill>
                    <a:srgbClr val="EBEDFE"/>
                  </a:solidFill>
                  <a:latin typeface="Lexend"/>
                  <a:ea typeface="Lexend"/>
                  <a:cs typeface="Lexend"/>
                  <a:sym typeface="Lexend"/>
                </a:rPr>
                <a:t>Check</a:t>
              </a:r>
              <a:endParaRPr b="1" sz="900">
                <a:solidFill>
                  <a:srgbClr val="EBEDFE"/>
                </a:solidFill>
                <a:latin typeface="Lexend"/>
                <a:ea typeface="Lexend"/>
                <a:cs typeface="Lexend"/>
                <a:sym typeface="Lexend"/>
              </a:endParaRPr>
            </a:p>
          </p:txBody>
        </p:sp>
      </p:grpSp>
    </p:spTree>
  </p:cSld>
  <p:clrMapOvr>
    <a:masterClrMapping/>
  </p:clrMapOvr>
</p:sldLayout>
</file>

<file path=ppt/slideLayouts/slideLayout2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2.01 I do We do - jade">
  <p:cSld name="TITLE_AND_TWO_COLUMNS_1_1_9_2_2_1_1">
    <p:bg>
      <p:bgPr>
        <a:solidFill>
          <a:srgbClr val="E6F2F2"/>
        </a:solidFill>
      </p:bgPr>
    </p:bg>
    <p:spTree>
      <p:nvGrpSpPr>
        <p:cNvPr id="245" name="Shape 245"/>
        <p:cNvGrpSpPr/>
        <p:nvPr/>
      </p:nvGrpSpPr>
      <p:grpSpPr>
        <a:xfrm>
          <a:off x="0" y="0"/>
          <a:ext cx="0" cy="0"/>
          <a:chOff x="0" y="0"/>
          <a:chExt cx="0" cy="0"/>
        </a:xfrm>
      </p:grpSpPr>
      <p:sp>
        <p:nvSpPr>
          <p:cNvPr id="246" name="Google Shape;246;p25"/>
          <p:cNvSpPr/>
          <p:nvPr/>
        </p:nvSpPr>
        <p:spPr>
          <a:xfrm>
            <a:off x="0" y="18750"/>
            <a:ext cx="4572300" cy="5143500"/>
          </a:xfrm>
          <a:prstGeom prst="rect">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id="247" name="Google Shape;247;p25"/>
          <p:cNvPicPr preferRelativeResize="0"/>
          <p:nvPr/>
        </p:nvPicPr>
        <p:blipFill rotWithShape="1">
          <a:blip r:embed="rId2">
            <a:alphaModFix/>
          </a:blip>
          <a:srcRect b="1672" l="0" r="0" t="1662"/>
          <a:stretch/>
        </p:blipFill>
        <p:spPr>
          <a:xfrm>
            <a:off x="0" y="532525"/>
            <a:ext cx="9151202" cy="116709"/>
          </a:xfrm>
          <a:prstGeom prst="rect">
            <a:avLst/>
          </a:prstGeom>
          <a:noFill/>
          <a:ln>
            <a:noFill/>
          </a:ln>
        </p:spPr>
      </p:pic>
      <p:sp>
        <p:nvSpPr>
          <p:cNvPr id="248" name="Google Shape;248;p25"/>
          <p:cNvSpPr/>
          <p:nvPr/>
        </p:nvSpPr>
        <p:spPr>
          <a:xfrm>
            <a:off x="-1" y="-2"/>
            <a:ext cx="9144300" cy="540300"/>
          </a:xfrm>
          <a:prstGeom prst="rect">
            <a:avLst/>
          </a:pr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9" name="Google Shape;249;p25"/>
          <p:cNvSpPr txBox="1"/>
          <p:nvPr>
            <p:ph idx="1" type="subTitle"/>
          </p:nvPr>
        </p:nvSpPr>
        <p:spPr>
          <a:xfrm>
            <a:off x="337825" y="810000"/>
            <a:ext cx="3982200" cy="4010400"/>
          </a:xfrm>
          <a:prstGeom prst="rect">
            <a:avLst/>
          </a:prstGeom>
        </p:spPr>
        <p:txBody>
          <a:bodyPr anchorCtr="0" anchor="t" bIns="0" lIns="0" spcFirstLastPara="1" rIns="0" wrap="square" tIns="0">
            <a:noAutofit/>
          </a:bodyPr>
          <a:lstStyle>
            <a:lvl1pPr lvl="0" rtl="0">
              <a:spcBef>
                <a:spcPts val="0"/>
              </a:spcBef>
              <a:spcAft>
                <a:spcPts val="0"/>
              </a:spcAft>
              <a:buSzPts val="1800"/>
              <a:buNone/>
              <a:defRPr sz="1800"/>
            </a:lvl1pPr>
            <a:lvl2pPr lvl="1" rtl="0">
              <a:spcBef>
                <a:spcPts val="1000"/>
              </a:spcBef>
              <a:spcAft>
                <a:spcPts val="0"/>
              </a:spcAft>
              <a:buSzPts val="2100"/>
              <a:buNone/>
              <a:defRPr/>
            </a:lvl2pPr>
            <a:lvl3pPr lvl="2" rtl="0">
              <a:spcBef>
                <a:spcPts val="1000"/>
              </a:spcBef>
              <a:spcAft>
                <a:spcPts val="0"/>
              </a:spcAft>
              <a:buSzPts val="2000"/>
              <a:buNone/>
              <a:defRPr/>
            </a:lvl3pPr>
            <a:lvl4pPr lvl="3" rtl="0">
              <a:spcBef>
                <a:spcPts val="800"/>
              </a:spcBef>
              <a:spcAft>
                <a:spcPts val="0"/>
              </a:spcAft>
              <a:buSzPts val="1900"/>
              <a:buNone/>
              <a:defRPr/>
            </a:lvl4pPr>
            <a:lvl5pPr lvl="4" rtl="0">
              <a:spcBef>
                <a:spcPts val="800"/>
              </a:spcBef>
              <a:spcAft>
                <a:spcPts val="0"/>
              </a:spcAft>
              <a:buSzPts val="1800"/>
              <a:buNone/>
              <a:defRPr/>
            </a:lvl5pPr>
            <a:lvl6pPr lvl="5" rtl="0">
              <a:spcBef>
                <a:spcPts val="600"/>
              </a:spcBef>
              <a:spcAft>
                <a:spcPts val="0"/>
              </a:spcAft>
              <a:buSzPts val="1800"/>
              <a:buNone/>
              <a:defRPr/>
            </a:lvl6pPr>
            <a:lvl7pPr lvl="6" rtl="0">
              <a:spcBef>
                <a:spcPts val="600"/>
              </a:spcBef>
              <a:spcAft>
                <a:spcPts val="0"/>
              </a:spcAft>
              <a:buSzPts val="1800"/>
              <a:buNone/>
              <a:defRPr/>
            </a:lvl7pPr>
            <a:lvl8pPr lvl="7" rtl="0">
              <a:spcBef>
                <a:spcPts val="400"/>
              </a:spcBef>
              <a:spcAft>
                <a:spcPts val="0"/>
              </a:spcAft>
              <a:buSzPts val="1800"/>
              <a:buNone/>
              <a:defRPr/>
            </a:lvl8pPr>
            <a:lvl9pPr lvl="8" rtl="0">
              <a:spcBef>
                <a:spcPts val="400"/>
              </a:spcBef>
              <a:spcAft>
                <a:spcPts val="200"/>
              </a:spcAft>
              <a:buSzPts val="1800"/>
              <a:buNone/>
              <a:defRPr/>
            </a:lvl9pPr>
          </a:lstStyle>
          <a:p/>
        </p:txBody>
      </p:sp>
      <p:sp>
        <p:nvSpPr>
          <p:cNvPr id="250" name="Google Shape;250;p25"/>
          <p:cNvSpPr txBox="1"/>
          <p:nvPr>
            <p:ph idx="2" type="subTitle"/>
          </p:nvPr>
        </p:nvSpPr>
        <p:spPr>
          <a:xfrm>
            <a:off x="4824000" y="810000"/>
            <a:ext cx="3982200" cy="4010400"/>
          </a:xfrm>
          <a:prstGeom prst="rect">
            <a:avLst/>
          </a:prstGeom>
        </p:spPr>
        <p:txBody>
          <a:bodyPr anchorCtr="0" anchor="t" bIns="0" lIns="0" spcFirstLastPara="1" rIns="0" wrap="square" tIns="0">
            <a:noAutofit/>
          </a:bodyPr>
          <a:lstStyle>
            <a:lvl1pPr lvl="0" rtl="0">
              <a:spcBef>
                <a:spcPts val="0"/>
              </a:spcBef>
              <a:spcAft>
                <a:spcPts val="0"/>
              </a:spcAft>
              <a:buSzPts val="1800"/>
              <a:buNone/>
              <a:defRPr sz="1800"/>
            </a:lvl1pPr>
            <a:lvl2pPr lvl="1" rtl="0">
              <a:spcBef>
                <a:spcPts val="1000"/>
              </a:spcBef>
              <a:spcAft>
                <a:spcPts val="0"/>
              </a:spcAft>
              <a:buSzPts val="2100"/>
              <a:buNone/>
              <a:defRPr/>
            </a:lvl2pPr>
            <a:lvl3pPr lvl="2" rtl="0">
              <a:spcBef>
                <a:spcPts val="1000"/>
              </a:spcBef>
              <a:spcAft>
                <a:spcPts val="0"/>
              </a:spcAft>
              <a:buSzPts val="2000"/>
              <a:buNone/>
              <a:defRPr/>
            </a:lvl3pPr>
            <a:lvl4pPr lvl="3" rtl="0">
              <a:spcBef>
                <a:spcPts val="800"/>
              </a:spcBef>
              <a:spcAft>
                <a:spcPts val="0"/>
              </a:spcAft>
              <a:buSzPts val="1900"/>
              <a:buNone/>
              <a:defRPr/>
            </a:lvl4pPr>
            <a:lvl5pPr lvl="4" rtl="0">
              <a:spcBef>
                <a:spcPts val="800"/>
              </a:spcBef>
              <a:spcAft>
                <a:spcPts val="0"/>
              </a:spcAft>
              <a:buSzPts val="1800"/>
              <a:buNone/>
              <a:defRPr/>
            </a:lvl5pPr>
            <a:lvl6pPr lvl="5" rtl="0">
              <a:spcBef>
                <a:spcPts val="600"/>
              </a:spcBef>
              <a:spcAft>
                <a:spcPts val="0"/>
              </a:spcAft>
              <a:buSzPts val="1800"/>
              <a:buNone/>
              <a:defRPr/>
            </a:lvl6pPr>
            <a:lvl7pPr lvl="6" rtl="0">
              <a:spcBef>
                <a:spcPts val="600"/>
              </a:spcBef>
              <a:spcAft>
                <a:spcPts val="0"/>
              </a:spcAft>
              <a:buSzPts val="1800"/>
              <a:buNone/>
              <a:defRPr/>
            </a:lvl7pPr>
            <a:lvl8pPr lvl="7" rtl="0">
              <a:spcBef>
                <a:spcPts val="400"/>
              </a:spcBef>
              <a:spcAft>
                <a:spcPts val="0"/>
              </a:spcAft>
              <a:buSzPts val="1800"/>
              <a:buNone/>
              <a:defRPr/>
            </a:lvl8pPr>
            <a:lvl9pPr lvl="8" rtl="0">
              <a:spcBef>
                <a:spcPts val="400"/>
              </a:spcBef>
              <a:spcAft>
                <a:spcPts val="200"/>
              </a:spcAft>
              <a:buSzPts val="1800"/>
              <a:buNone/>
              <a:defRPr/>
            </a:lvl9pPr>
          </a:lstStyle>
          <a:p/>
        </p:txBody>
      </p:sp>
      <p:sp>
        <p:nvSpPr>
          <p:cNvPr id="251" name="Google Shape;251;p25"/>
          <p:cNvSpPr txBox="1"/>
          <p:nvPr>
            <p:ph type="title"/>
          </p:nvPr>
        </p:nvSpPr>
        <p:spPr>
          <a:xfrm>
            <a:off x="324000" y="0"/>
            <a:ext cx="7885200" cy="613500"/>
          </a:xfrm>
          <a:prstGeom prst="rect">
            <a:avLst/>
          </a:prstGeom>
        </p:spPr>
        <p:txBody>
          <a:bodyPr anchorCtr="0" anchor="ctr" bIns="0" lIns="0" spcFirstLastPara="1" rIns="0" wrap="square" tIns="0">
            <a:noAutofit/>
          </a:bodyPr>
          <a:lstStyle>
            <a:lvl1pPr lvl="0" rtl="0">
              <a:lnSpc>
                <a:spcPct val="100000"/>
              </a:lnSpc>
              <a:spcBef>
                <a:spcPts val="0"/>
              </a:spcBef>
              <a:spcAft>
                <a:spcPts val="0"/>
              </a:spcAft>
              <a:buClr>
                <a:schemeClr val="lt1"/>
              </a:buClr>
              <a:buSzPts val="2000"/>
              <a:buFont typeface="Lexend"/>
              <a:buNone/>
              <a:defRPr sz="2000">
                <a:solidFill>
                  <a:schemeClr val="lt1"/>
                </a:solidFill>
                <a:latin typeface="Lexend"/>
                <a:ea typeface="Lexend"/>
                <a:cs typeface="Lexend"/>
                <a:sym typeface="Lexend"/>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grpSp>
        <p:nvGrpSpPr>
          <p:cNvPr id="252" name="Google Shape;252;p25"/>
          <p:cNvGrpSpPr/>
          <p:nvPr/>
        </p:nvGrpSpPr>
        <p:grpSpPr>
          <a:xfrm>
            <a:off x="7834231" y="1285"/>
            <a:ext cx="828900" cy="576065"/>
            <a:chOff x="7801496" y="1285"/>
            <a:chExt cx="828900" cy="576065"/>
          </a:xfrm>
        </p:grpSpPr>
        <p:pic>
          <p:nvPicPr>
            <p:cNvPr id="253" name="Google Shape;253;p25"/>
            <p:cNvPicPr preferRelativeResize="0"/>
            <p:nvPr/>
          </p:nvPicPr>
          <p:blipFill rotWithShape="1">
            <a:blip r:embed="rId3">
              <a:alphaModFix/>
            </a:blip>
            <a:srcRect b="0" l="0" r="0" t="0"/>
            <a:stretch/>
          </p:blipFill>
          <p:spPr>
            <a:xfrm>
              <a:off x="7966096" y="1285"/>
              <a:ext cx="499700" cy="499700"/>
            </a:xfrm>
            <a:prstGeom prst="rect">
              <a:avLst/>
            </a:prstGeom>
            <a:noFill/>
            <a:ln>
              <a:noFill/>
            </a:ln>
          </p:spPr>
        </p:pic>
        <p:sp>
          <p:nvSpPr>
            <p:cNvPr id="254" name="Google Shape;254;p25"/>
            <p:cNvSpPr txBox="1"/>
            <p:nvPr/>
          </p:nvSpPr>
          <p:spPr>
            <a:xfrm>
              <a:off x="7801496" y="438750"/>
              <a:ext cx="828900" cy="138600"/>
            </a:xfrm>
            <a:prstGeom prst="rect">
              <a:avLst/>
            </a:prstGeom>
            <a:noFill/>
            <a:ln>
              <a:noFill/>
            </a:ln>
          </p:spPr>
          <p:txBody>
            <a:bodyPr anchorCtr="0" anchor="t" bIns="0" lIns="0" spcFirstLastPara="1" rIns="0" wrap="square" tIns="0">
              <a:spAutoFit/>
            </a:bodyPr>
            <a:lstStyle/>
            <a:p>
              <a:pPr indent="0" lvl="0" marL="0" rtl="0" algn="ctr">
                <a:spcBef>
                  <a:spcPts val="0"/>
                </a:spcBef>
                <a:spcAft>
                  <a:spcPts val="0"/>
                </a:spcAft>
                <a:buNone/>
              </a:pPr>
              <a:r>
                <a:rPr b="1" lang="en-GB" sz="900">
                  <a:solidFill>
                    <a:srgbClr val="E6F2F2"/>
                  </a:solidFill>
                  <a:latin typeface="Lexend"/>
                  <a:ea typeface="Lexend"/>
                  <a:cs typeface="Lexend"/>
                  <a:sym typeface="Lexend"/>
                </a:rPr>
                <a:t>Explanation</a:t>
              </a:r>
              <a:endParaRPr b="1" sz="900">
                <a:solidFill>
                  <a:srgbClr val="E6F2F2"/>
                </a:solidFill>
                <a:latin typeface="Lexend"/>
                <a:ea typeface="Lexend"/>
                <a:cs typeface="Lexend"/>
                <a:sym typeface="Lexend"/>
              </a:endParaRPr>
            </a:p>
          </p:txBody>
        </p:sp>
      </p:grpSp>
      <p:grpSp>
        <p:nvGrpSpPr>
          <p:cNvPr id="255" name="Google Shape;255;p25"/>
          <p:cNvGrpSpPr/>
          <p:nvPr/>
        </p:nvGrpSpPr>
        <p:grpSpPr>
          <a:xfrm>
            <a:off x="8635663" y="1285"/>
            <a:ext cx="499700" cy="576065"/>
            <a:chOff x="8635663" y="1285"/>
            <a:chExt cx="499700" cy="576065"/>
          </a:xfrm>
        </p:grpSpPr>
        <p:pic>
          <p:nvPicPr>
            <p:cNvPr id="256" name="Google Shape;256;p25"/>
            <p:cNvPicPr preferRelativeResize="0"/>
            <p:nvPr/>
          </p:nvPicPr>
          <p:blipFill rotWithShape="1">
            <a:blip r:embed="rId4">
              <a:alphaModFix/>
            </a:blip>
            <a:srcRect b="0" l="0" r="0" t="0"/>
            <a:stretch/>
          </p:blipFill>
          <p:spPr>
            <a:xfrm>
              <a:off x="8635663" y="1285"/>
              <a:ext cx="499700" cy="499700"/>
            </a:xfrm>
            <a:prstGeom prst="rect">
              <a:avLst/>
            </a:prstGeom>
            <a:noFill/>
            <a:ln>
              <a:noFill/>
            </a:ln>
          </p:spPr>
        </p:pic>
        <p:sp>
          <p:nvSpPr>
            <p:cNvPr id="257" name="Google Shape;257;p25"/>
            <p:cNvSpPr txBox="1"/>
            <p:nvPr/>
          </p:nvSpPr>
          <p:spPr>
            <a:xfrm>
              <a:off x="8662913" y="438750"/>
              <a:ext cx="445200" cy="138600"/>
            </a:xfrm>
            <a:prstGeom prst="rect">
              <a:avLst/>
            </a:prstGeom>
            <a:noFill/>
            <a:ln>
              <a:noFill/>
            </a:ln>
          </p:spPr>
          <p:txBody>
            <a:bodyPr anchorCtr="0" anchor="t" bIns="0" lIns="0" spcFirstLastPara="1" rIns="0" wrap="square" tIns="0">
              <a:spAutoFit/>
            </a:bodyPr>
            <a:lstStyle/>
            <a:p>
              <a:pPr indent="0" lvl="0" marL="0" rtl="0" algn="ctr">
                <a:spcBef>
                  <a:spcPts val="0"/>
                </a:spcBef>
                <a:spcAft>
                  <a:spcPts val="0"/>
                </a:spcAft>
                <a:buNone/>
              </a:pPr>
              <a:r>
                <a:rPr b="1" lang="en-GB" sz="900">
                  <a:solidFill>
                    <a:srgbClr val="E6F2F2"/>
                  </a:solidFill>
                  <a:latin typeface="Lexend"/>
                  <a:ea typeface="Lexend"/>
                  <a:cs typeface="Lexend"/>
                  <a:sym typeface="Lexend"/>
                </a:rPr>
                <a:t>Check</a:t>
              </a:r>
              <a:endParaRPr b="1" sz="900">
                <a:solidFill>
                  <a:srgbClr val="E6F2F2"/>
                </a:solidFill>
                <a:latin typeface="Lexend"/>
                <a:ea typeface="Lexend"/>
                <a:cs typeface="Lexend"/>
                <a:sym typeface="Lexend"/>
              </a:endParaRPr>
            </a:p>
          </p:txBody>
        </p:sp>
      </p:grpSp>
    </p:spTree>
  </p:cSld>
  <p:clrMapOvr>
    <a:masterClrMapping/>
  </p:clrMapOvr>
</p:sldLayout>
</file>

<file path=ppt/slideLayouts/slideLayout2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3.01 I do We do - blue">
  <p:cSld name="TITLE_AND_TWO_COLUMNS_1_1_9_2_3">
    <p:bg>
      <p:bgPr>
        <a:solidFill>
          <a:srgbClr val="EBEDFE"/>
        </a:solidFill>
      </p:bgPr>
    </p:bg>
    <p:spTree>
      <p:nvGrpSpPr>
        <p:cNvPr id="258" name="Shape 258"/>
        <p:cNvGrpSpPr/>
        <p:nvPr/>
      </p:nvGrpSpPr>
      <p:grpSpPr>
        <a:xfrm>
          <a:off x="0" y="0"/>
          <a:ext cx="0" cy="0"/>
          <a:chOff x="0" y="0"/>
          <a:chExt cx="0" cy="0"/>
        </a:xfrm>
      </p:grpSpPr>
      <p:sp>
        <p:nvSpPr>
          <p:cNvPr id="259" name="Google Shape;259;p26"/>
          <p:cNvSpPr/>
          <p:nvPr/>
        </p:nvSpPr>
        <p:spPr>
          <a:xfrm>
            <a:off x="0" y="18750"/>
            <a:ext cx="4572300" cy="5124900"/>
          </a:xfrm>
          <a:prstGeom prst="rect">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id="260" name="Google Shape;260;p26"/>
          <p:cNvPicPr preferRelativeResize="0"/>
          <p:nvPr/>
        </p:nvPicPr>
        <p:blipFill rotWithShape="1">
          <a:blip r:embed="rId2">
            <a:alphaModFix/>
          </a:blip>
          <a:srcRect b="1672" l="0" r="0" t="1662"/>
          <a:stretch/>
        </p:blipFill>
        <p:spPr>
          <a:xfrm>
            <a:off x="0" y="532525"/>
            <a:ext cx="9151202" cy="116709"/>
          </a:xfrm>
          <a:prstGeom prst="rect">
            <a:avLst/>
          </a:prstGeom>
          <a:noFill/>
          <a:ln>
            <a:noFill/>
          </a:ln>
        </p:spPr>
      </p:pic>
      <p:sp>
        <p:nvSpPr>
          <p:cNvPr id="261" name="Google Shape;261;p26"/>
          <p:cNvSpPr/>
          <p:nvPr/>
        </p:nvSpPr>
        <p:spPr>
          <a:xfrm>
            <a:off x="-1" y="-2"/>
            <a:ext cx="9144300" cy="540300"/>
          </a:xfrm>
          <a:prstGeom prst="rect">
            <a:avLst/>
          </a:pr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2" name="Google Shape;262;p26"/>
          <p:cNvSpPr txBox="1"/>
          <p:nvPr>
            <p:ph idx="1" type="subTitle"/>
          </p:nvPr>
        </p:nvSpPr>
        <p:spPr>
          <a:xfrm>
            <a:off x="337825" y="810000"/>
            <a:ext cx="3982200" cy="4010400"/>
          </a:xfrm>
          <a:prstGeom prst="rect">
            <a:avLst/>
          </a:prstGeom>
        </p:spPr>
        <p:txBody>
          <a:bodyPr anchorCtr="0" anchor="t" bIns="0" lIns="0" spcFirstLastPara="1" rIns="0" wrap="square" tIns="0">
            <a:noAutofit/>
          </a:bodyPr>
          <a:lstStyle>
            <a:lvl1pPr lvl="0" rtl="0">
              <a:spcBef>
                <a:spcPts val="0"/>
              </a:spcBef>
              <a:spcAft>
                <a:spcPts val="0"/>
              </a:spcAft>
              <a:buSzPts val="1800"/>
              <a:buNone/>
              <a:defRPr sz="1800"/>
            </a:lvl1pPr>
            <a:lvl2pPr lvl="1" rtl="0">
              <a:spcBef>
                <a:spcPts val="1000"/>
              </a:spcBef>
              <a:spcAft>
                <a:spcPts val="0"/>
              </a:spcAft>
              <a:buSzPts val="2100"/>
              <a:buNone/>
              <a:defRPr/>
            </a:lvl2pPr>
            <a:lvl3pPr lvl="2" rtl="0">
              <a:spcBef>
                <a:spcPts val="1000"/>
              </a:spcBef>
              <a:spcAft>
                <a:spcPts val="0"/>
              </a:spcAft>
              <a:buSzPts val="2000"/>
              <a:buNone/>
              <a:defRPr/>
            </a:lvl3pPr>
            <a:lvl4pPr lvl="3" rtl="0">
              <a:spcBef>
                <a:spcPts val="800"/>
              </a:spcBef>
              <a:spcAft>
                <a:spcPts val="0"/>
              </a:spcAft>
              <a:buSzPts val="1900"/>
              <a:buNone/>
              <a:defRPr/>
            </a:lvl4pPr>
            <a:lvl5pPr lvl="4" rtl="0">
              <a:spcBef>
                <a:spcPts val="800"/>
              </a:spcBef>
              <a:spcAft>
                <a:spcPts val="0"/>
              </a:spcAft>
              <a:buSzPts val="1800"/>
              <a:buNone/>
              <a:defRPr/>
            </a:lvl5pPr>
            <a:lvl6pPr lvl="5" rtl="0">
              <a:spcBef>
                <a:spcPts val="600"/>
              </a:spcBef>
              <a:spcAft>
                <a:spcPts val="0"/>
              </a:spcAft>
              <a:buSzPts val="1800"/>
              <a:buNone/>
              <a:defRPr/>
            </a:lvl6pPr>
            <a:lvl7pPr lvl="6" rtl="0">
              <a:spcBef>
                <a:spcPts val="600"/>
              </a:spcBef>
              <a:spcAft>
                <a:spcPts val="0"/>
              </a:spcAft>
              <a:buSzPts val="1800"/>
              <a:buNone/>
              <a:defRPr/>
            </a:lvl7pPr>
            <a:lvl8pPr lvl="7" rtl="0">
              <a:spcBef>
                <a:spcPts val="400"/>
              </a:spcBef>
              <a:spcAft>
                <a:spcPts val="0"/>
              </a:spcAft>
              <a:buSzPts val="1800"/>
              <a:buNone/>
              <a:defRPr/>
            </a:lvl8pPr>
            <a:lvl9pPr lvl="8" rtl="0">
              <a:spcBef>
                <a:spcPts val="400"/>
              </a:spcBef>
              <a:spcAft>
                <a:spcPts val="200"/>
              </a:spcAft>
              <a:buSzPts val="1800"/>
              <a:buNone/>
              <a:defRPr/>
            </a:lvl9pPr>
          </a:lstStyle>
          <a:p/>
        </p:txBody>
      </p:sp>
      <p:sp>
        <p:nvSpPr>
          <p:cNvPr id="263" name="Google Shape;263;p26"/>
          <p:cNvSpPr txBox="1"/>
          <p:nvPr>
            <p:ph idx="2" type="subTitle"/>
          </p:nvPr>
        </p:nvSpPr>
        <p:spPr>
          <a:xfrm>
            <a:off x="4824000" y="810000"/>
            <a:ext cx="3982200" cy="4010400"/>
          </a:xfrm>
          <a:prstGeom prst="rect">
            <a:avLst/>
          </a:prstGeom>
        </p:spPr>
        <p:txBody>
          <a:bodyPr anchorCtr="0" anchor="t" bIns="0" lIns="0" spcFirstLastPara="1" rIns="0" wrap="square" tIns="0">
            <a:noAutofit/>
          </a:bodyPr>
          <a:lstStyle>
            <a:lvl1pPr lvl="0" rtl="0">
              <a:spcBef>
                <a:spcPts val="0"/>
              </a:spcBef>
              <a:spcAft>
                <a:spcPts val="0"/>
              </a:spcAft>
              <a:buSzPts val="1800"/>
              <a:buNone/>
              <a:defRPr sz="1800"/>
            </a:lvl1pPr>
            <a:lvl2pPr lvl="1" rtl="0">
              <a:spcBef>
                <a:spcPts val="1000"/>
              </a:spcBef>
              <a:spcAft>
                <a:spcPts val="0"/>
              </a:spcAft>
              <a:buSzPts val="2100"/>
              <a:buNone/>
              <a:defRPr/>
            </a:lvl2pPr>
            <a:lvl3pPr lvl="2" rtl="0">
              <a:spcBef>
                <a:spcPts val="1000"/>
              </a:spcBef>
              <a:spcAft>
                <a:spcPts val="0"/>
              </a:spcAft>
              <a:buSzPts val="2000"/>
              <a:buNone/>
              <a:defRPr/>
            </a:lvl3pPr>
            <a:lvl4pPr lvl="3" rtl="0">
              <a:spcBef>
                <a:spcPts val="800"/>
              </a:spcBef>
              <a:spcAft>
                <a:spcPts val="0"/>
              </a:spcAft>
              <a:buSzPts val="1900"/>
              <a:buNone/>
              <a:defRPr/>
            </a:lvl4pPr>
            <a:lvl5pPr lvl="4" rtl="0">
              <a:spcBef>
                <a:spcPts val="800"/>
              </a:spcBef>
              <a:spcAft>
                <a:spcPts val="0"/>
              </a:spcAft>
              <a:buSzPts val="1800"/>
              <a:buNone/>
              <a:defRPr/>
            </a:lvl5pPr>
            <a:lvl6pPr lvl="5" rtl="0">
              <a:spcBef>
                <a:spcPts val="600"/>
              </a:spcBef>
              <a:spcAft>
                <a:spcPts val="0"/>
              </a:spcAft>
              <a:buSzPts val="1800"/>
              <a:buNone/>
              <a:defRPr/>
            </a:lvl6pPr>
            <a:lvl7pPr lvl="6" rtl="0">
              <a:spcBef>
                <a:spcPts val="600"/>
              </a:spcBef>
              <a:spcAft>
                <a:spcPts val="0"/>
              </a:spcAft>
              <a:buSzPts val="1800"/>
              <a:buNone/>
              <a:defRPr/>
            </a:lvl7pPr>
            <a:lvl8pPr lvl="7" rtl="0">
              <a:spcBef>
                <a:spcPts val="400"/>
              </a:spcBef>
              <a:spcAft>
                <a:spcPts val="0"/>
              </a:spcAft>
              <a:buSzPts val="1800"/>
              <a:buNone/>
              <a:defRPr/>
            </a:lvl8pPr>
            <a:lvl9pPr lvl="8" rtl="0">
              <a:spcBef>
                <a:spcPts val="400"/>
              </a:spcBef>
              <a:spcAft>
                <a:spcPts val="200"/>
              </a:spcAft>
              <a:buSzPts val="1800"/>
              <a:buNone/>
              <a:defRPr/>
            </a:lvl9pPr>
          </a:lstStyle>
          <a:p/>
        </p:txBody>
      </p:sp>
      <p:sp>
        <p:nvSpPr>
          <p:cNvPr id="264" name="Google Shape;264;p26"/>
          <p:cNvSpPr txBox="1"/>
          <p:nvPr>
            <p:ph type="title"/>
          </p:nvPr>
        </p:nvSpPr>
        <p:spPr>
          <a:xfrm>
            <a:off x="324000" y="0"/>
            <a:ext cx="7885200" cy="613500"/>
          </a:xfrm>
          <a:prstGeom prst="rect">
            <a:avLst/>
          </a:prstGeom>
        </p:spPr>
        <p:txBody>
          <a:bodyPr anchorCtr="0" anchor="ctr" bIns="0" lIns="0" spcFirstLastPara="1" rIns="0" wrap="square" tIns="0">
            <a:noAutofit/>
          </a:bodyPr>
          <a:lstStyle>
            <a:lvl1pPr lvl="0" rtl="0">
              <a:lnSpc>
                <a:spcPct val="100000"/>
              </a:lnSpc>
              <a:spcBef>
                <a:spcPts val="0"/>
              </a:spcBef>
              <a:spcAft>
                <a:spcPts val="0"/>
              </a:spcAft>
              <a:buClr>
                <a:schemeClr val="lt1"/>
              </a:buClr>
              <a:buSzPts val="2000"/>
              <a:buFont typeface="Lexend"/>
              <a:buNone/>
              <a:defRPr sz="2000">
                <a:solidFill>
                  <a:schemeClr val="lt1"/>
                </a:solidFill>
                <a:latin typeface="Lexend"/>
                <a:ea typeface="Lexend"/>
                <a:cs typeface="Lexend"/>
                <a:sym typeface="Lexend"/>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grpSp>
        <p:nvGrpSpPr>
          <p:cNvPr id="265" name="Google Shape;265;p26"/>
          <p:cNvGrpSpPr/>
          <p:nvPr/>
        </p:nvGrpSpPr>
        <p:grpSpPr>
          <a:xfrm>
            <a:off x="7834231" y="1285"/>
            <a:ext cx="828900" cy="576065"/>
            <a:chOff x="7801496" y="1285"/>
            <a:chExt cx="828900" cy="576065"/>
          </a:xfrm>
        </p:grpSpPr>
        <p:pic>
          <p:nvPicPr>
            <p:cNvPr id="266" name="Google Shape;266;p26"/>
            <p:cNvPicPr preferRelativeResize="0"/>
            <p:nvPr/>
          </p:nvPicPr>
          <p:blipFill rotWithShape="1">
            <a:blip r:embed="rId3">
              <a:alphaModFix/>
            </a:blip>
            <a:srcRect b="0" l="0" r="0" t="0"/>
            <a:stretch/>
          </p:blipFill>
          <p:spPr>
            <a:xfrm>
              <a:off x="7966096" y="1285"/>
              <a:ext cx="499700" cy="499700"/>
            </a:xfrm>
            <a:prstGeom prst="rect">
              <a:avLst/>
            </a:prstGeom>
            <a:noFill/>
            <a:ln>
              <a:noFill/>
            </a:ln>
          </p:spPr>
        </p:pic>
        <p:sp>
          <p:nvSpPr>
            <p:cNvPr id="267" name="Google Shape;267;p26"/>
            <p:cNvSpPr txBox="1"/>
            <p:nvPr/>
          </p:nvSpPr>
          <p:spPr>
            <a:xfrm>
              <a:off x="7801496" y="438750"/>
              <a:ext cx="828900" cy="138600"/>
            </a:xfrm>
            <a:prstGeom prst="rect">
              <a:avLst/>
            </a:prstGeom>
            <a:noFill/>
            <a:ln>
              <a:noFill/>
            </a:ln>
          </p:spPr>
          <p:txBody>
            <a:bodyPr anchorCtr="0" anchor="t" bIns="0" lIns="0" spcFirstLastPara="1" rIns="0" wrap="square" tIns="0">
              <a:spAutoFit/>
            </a:bodyPr>
            <a:lstStyle/>
            <a:p>
              <a:pPr indent="0" lvl="0" marL="0" rtl="0" algn="ctr">
                <a:spcBef>
                  <a:spcPts val="0"/>
                </a:spcBef>
                <a:spcAft>
                  <a:spcPts val="0"/>
                </a:spcAft>
                <a:buNone/>
              </a:pPr>
              <a:r>
                <a:rPr b="1" lang="en-GB" sz="900">
                  <a:solidFill>
                    <a:srgbClr val="E6F2F2"/>
                  </a:solidFill>
                  <a:latin typeface="Lexend"/>
                  <a:ea typeface="Lexend"/>
                  <a:cs typeface="Lexend"/>
                  <a:sym typeface="Lexend"/>
                </a:rPr>
                <a:t>Explanation</a:t>
              </a:r>
              <a:endParaRPr b="1" sz="900">
                <a:solidFill>
                  <a:srgbClr val="E6F2F2"/>
                </a:solidFill>
                <a:latin typeface="Lexend"/>
                <a:ea typeface="Lexend"/>
                <a:cs typeface="Lexend"/>
                <a:sym typeface="Lexend"/>
              </a:endParaRPr>
            </a:p>
          </p:txBody>
        </p:sp>
      </p:grpSp>
      <p:grpSp>
        <p:nvGrpSpPr>
          <p:cNvPr id="268" name="Google Shape;268;p26"/>
          <p:cNvGrpSpPr/>
          <p:nvPr/>
        </p:nvGrpSpPr>
        <p:grpSpPr>
          <a:xfrm>
            <a:off x="8635663" y="1285"/>
            <a:ext cx="499700" cy="576065"/>
            <a:chOff x="8635663" y="1285"/>
            <a:chExt cx="499700" cy="576065"/>
          </a:xfrm>
        </p:grpSpPr>
        <p:pic>
          <p:nvPicPr>
            <p:cNvPr id="269" name="Google Shape;269;p26"/>
            <p:cNvPicPr preferRelativeResize="0"/>
            <p:nvPr/>
          </p:nvPicPr>
          <p:blipFill rotWithShape="1">
            <a:blip r:embed="rId4">
              <a:alphaModFix/>
            </a:blip>
            <a:srcRect b="0" l="0" r="0" t="0"/>
            <a:stretch/>
          </p:blipFill>
          <p:spPr>
            <a:xfrm>
              <a:off x="8635663" y="1285"/>
              <a:ext cx="499700" cy="499700"/>
            </a:xfrm>
            <a:prstGeom prst="rect">
              <a:avLst/>
            </a:prstGeom>
            <a:noFill/>
            <a:ln>
              <a:noFill/>
            </a:ln>
          </p:spPr>
        </p:pic>
        <p:sp>
          <p:nvSpPr>
            <p:cNvPr id="270" name="Google Shape;270;p26"/>
            <p:cNvSpPr txBox="1"/>
            <p:nvPr/>
          </p:nvSpPr>
          <p:spPr>
            <a:xfrm>
              <a:off x="8662913" y="438750"/>
              <a:ext cx="445200" cy="138600"/>
            </a:xfrm>
            <a:prstGeom prst="rect">
              <a:avLst/>
            </a:prstGeom>
            <a:noFill/>
            <a:ln>
              <a:noFill/>
            </a:ln>
          </p:spPr>
          <p:txBody>
            <a:bodyPr anchorCtr="0" anchor="t" bIns="0" lIns="0" spcFirstLastPara="1" rIns="0" wrap="square" tIns="0">
              <a:spAutoFit/>
            </a:bodyPr>
            <a:lstStyle/>
            <a:p>
              <a:pPr indent="0" lvl="0" marL="0" rtl="0" algn="ctr">
                <a:spcBef>
                  <a:spcPts val="0"/>
                </a:spcBef>
                <a:spcAft>
                  <a:spcPts val="0"/>
                </a:spcAft>
                <a:buNone/>
              </a:pPr>
              <a:r>
                <a:rPr b="1" lang="en-GB" sz="900">
                  <a:solidFill>
                    <a:srgbClr val="E6F2F2"/>
                  </a:solidFill>
                  <a:latin typeface="Lexend"/>
                  <a:ea typeface="Lexend"/>
                  <a:cs typeface="Lexend"/>
                  <a:sym typeface="Lexend"/>
                </a:rPr>
                <a:t>Check</a:t>
              </a:r>
              <a:endParaRPr b="1" sz="900">
                <a:solidFill>
                  <a:srgbClr val="E6F2F2"/>
                </a:solidFill>
                <a:latin typeface="Lexend"/>
                <a:ea typeface="Lexend"/>
                <a:cs typeface="Lexend"/>
                <a:sym typeface="Lexend"/>
              </a:endParaRPr>
            </a:p>
          </p:txBody>
        </p:sp>
      </p:grpSp>
    </p:spTree>
  </p:cSld>
  <p:clrMapOvr>
    <a:masterClrMapping/>
  </p:clrMapOvr>
</p:sldLayout>
</file>

<file path=ppt/slideLayouts/slideLayout2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4.01 I do We do - pink">
  <p:cSld name="TITLE_AND_TWO_COLUMNS_1_1_9_2_2_1_1_1">
    <p:bg>
      <p:bgPr>
        <a:solidFill>
          <a:srgbClr val="FAEAF6"/>
        </a:solidFill>
      </p:bgPr>
    </p:bg>
    <p:spTree>
      <p:nvGrpSpPr>
        <p:cNvPr id="271" name="Shape 271"/>
        <p:cNvGrpSpPr/>
        <p:nvPr/>
      </p:nvGrpSpPr>
      <p:grpSpPr>
        <a:xfrm>
          <a:off x="0" y="0"/>
          <a:ext cx="0" cy="0"/>
          <a:chOff x="0" y="0"/>
          <a:chExt cx="0" cy="0"/>
        </a:xfrm>
      </p:grpSpPr>
      <p:sp>
        <p:nvSpPr>
          <p:cNvPr id="272" name="Google Shape;272;p27"/>
          <p:cNvSpPr/>
          <p:nvPr/>
        </p:nvSpPr>
        <p:spPr>
          <a:xfrm>
            <a:off x="0" y="18750"/>
            <a:ext cx="4572300" cy="5143500"/>
          </a:xfrm>
          <a:prstGeom prst="rect">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id="273" name="Google Shape;273;p27"/>
          <p:cNvPicPr preferRelativeResize="0"/>
          <p:nvPr/>
        </p:nvPicPr>
        <p:blipFill rotWithShape="1">
          <a:blip r:embed="rId2">
            <a:alphaModFix/>
          </a:blip>
          <a:srcRect b="1672" l="0" r="0" t="1662"/>
          <a:stretch/>
        </p:blipFill>
        <p:spPr>
          <a:xfrm>
            <a:off x="0" y="532525"/>
            <a:ext cx="9151202" cy="116709"/>
          </a:xfrm>
          <a:prstGeom prst="rect">
            <a:avLst/>
          </a:prstGeom>
          <a:noFill/>
          <a:ln>
            <a:noFill/>
          </a:ln>
        </p:spPr>
      </p:pic>
      <p:sp>
        <p:nvSpPr>
          <p:cNvPr id="274" name="Google Shape;274;p27"/>
          <p:cNvSpPr/>
          <p:nvPr/>
        </p:nvSpPr>
        <p:spPr>
          <a:xfrm>
            <a:off x="0" y="1"/>
            <a:ext cx="9144300" cy="540300"/>
          </a:xfrm>
          <a:prstGeom prst="rect">
            <a:avLst/>
          </a:pr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5" name="Google Shape;275;p27"/>
          <p:cNvSpPr txBox="1"/>
          <p:nvPr>
            <p:ph idx="1" type="subTitle"/>
          </p:nvPr>
        </p:nvSpPr>
        <p:spPr>
          <a:xfrm>
            <a:off x="337825" y="810000"/>
            <a:ext cx="3982200" cy="4010400"/>
          </a:xfrm>
          <a:prstGeom prst="rect">
            <a:avLst/>
          </a:prstGeom>
        </p:spPr>
        <p:txBody>
          <a:bodyPr anchorCtr="0" anchor="t" bIns="0" lIns="0" spcFirstLastPara="1" rIns="0" wrap="square" tIns="0">
            <a:noAutofit/>
          </a:bodyPr>
          <a:lstStyle>
            <a:lvl1pPr lvl="0" rtl="0">
              <a:spcBef>
                <a:spcPts val="0"/>
              </a:spcBef>
              <a:spcAft>
                <a:spcPts val="0"/>
              </a:spcAft>
              <a:buSzPts val="1800"/>
              <a:buNone/>
              <a:defRPr sz="1800"/>
            </a:lvl1pPr>
            <a:lvl2pPr lvl="1" rtl="0">
              <a:spcBef>
                <a:spcPts val="1000"/>
              </a:spcBef>
              <a:spcAft>
                <a:spcPts val="0"/>
              </a:spcAft>
              <a:buSzPts val="2100"/>
              <a:buNone/>
              <a:defRPr/>
            </a:lvl2pPr>
            <a:lvl3pPr lvl="2" rtl="0">
              <a:spcBef>
                <a:spcPts val="1000"/>
              </a:spcBef>
              <a:spcAft>
                <a:spcPts val="0"/>
              </a:spcAft>
              <a:buSzPts val="2000"/>
              <a:buNone/>
              <a:defRPr/>
            </a:lvl3pPr>
            <a:lvl4pPr lvl="3" rtl="0">
              <a:spcBef>
                <a:spcPts val="800"/>
              </a:spcBef>
              <a:spcAft>
                <a:spcPts val="0"/>
              </a:spcAft>
              <a:buSzPts val="1900"/>
              <a:buNone/>
              <a:defRPr/>
            </a:lvl4pPr>
            <a:lvl5pPr lvl="4" rtl="0">
              <a:spcBef>
                <a:spcPts val="800"/>
              </a:spcBef>
              <a:spcAft>
                <a:spcPts val="0"/>
              </a:spcAft>
              <a:buSzPts val="1800"/>
              <a:buNone/>
              <a:defRPr/>
            </a:lvl5pPr>
            <a:lvl6pPr lvl="5" rtl="0">
              <a:spcBef>
                <a:spcPts val="600"/>
              </a:spcBef>
              <a:spcAft>
                <a:spcPts val="0"/>
              </a:spcAft>
              <a:buSzPts val="1800"/>
              <a:buNone/>
              <a:defRPr/>
            </a:lvl6pPr>
            <a:lvl7pPr lvl="6" rtl="0">
              <a:spcBef>
                <a:spcPts val="600"/>
              </a:spcBef>
              <a:spcAft>
                <a:spcPts val="0"/>
              </a:spcAft>
              <a:buSzPts val="1800"/>
              <a:buNone/>
              <a:defRPr/>
            </a:lvl7pPr>
            <a:lvl8pPr lvl="7" rtl="0">
              <a:spcBef>
                <a:spcPts val="400"/>
              </a:spcBef>
              <a:spcAft>
                <a:spcPts val="0"/>
              </a:spcAft>
              <a:buSzPts val="1800"/>
              <a:buNone/>
              <a:defRPr/>
            </a:lvl8pPr>
            <a:lvl9pPr lvl="8" rtl="0">
              <a:spcBef>
                <a:spcPts val="400"/>
              </a:spcBef>
              <a:spcAft>
                <a:spcPts val="200"/>
              </a:spcAft>
              <a:buSzPts val="1800"/>
              <a:buNone/>
              <a:defRPr/>
            </a:lvl9pPr>
          </a:lstStyle>
          <a:p/>
        </p:txBody>
      </p:sp>
      <p:sp>
        <p:nvSpPr>
          <p:cNvPr id="276" name="Google Shape;276;p27"/>
          <p:cNvSpPr txBox="1"/>
          <p:nvPr>
            <p:ph idx="2" type="subTitle"/>
          </p:nvPr>
        </p:nvSpPr>
        <p:spPr>
          <a:xfrm>
            <a:off x="4824000" y="810000"/>
            <a:ext cx="3982200" cy="4010400"/>
          </a:xfrm>
          <a:prstGeom prst="rect">
            <a:avLst/>
          </a:prstGeom>
        </p:spPr>
        <p:txBody>
          <a:bodyPr anchorCtr="0" anchor="t" bIns="0" lIns="0" spcFirstLastPara="1" rIns="0" wrap="square" tIns="0">
            <a:noAutofit/>
          </a:bodyPr>
          <a:lstStyle>
            <a:lvl1pPr lvl="0" rtl="0">
              <a:spcBef>
                <a:spcPts val="0"/>
              </a:spcBef>
              <a:spcAft>
                <a:spcPts val="0"/>
              </a:spcAft>
              <a:buSzPts val="1800"/>
              <a:buNone/>
              <a:defRPr sz="1800"/>
            </a:lvl1pPr>
            <a:lvl2pPr lvl="1" rtl="0">
              <a:spcBef>
                <a:spcPts val="1000"/>
              </a:spcBef>
              <a:spcAft>
                <a:spcPts val="0"/>
              </a:spcAft>
              <a:buSzPts val="2100"/>
              <a:buNone/>
              <a:defRPr/>
            </a:lvl2pPr>
            <a:lvl3pPr lvl="2" rtl="0">
              <a:spcBef>
                <a:spcPts val="1000"/>
              </a:spcBef>
              <a:spcAft>
                <a:spcPts val="0"/>
              </a:spcAft>
              <a:buSzPts val="2000"/>
              <a:buNone/>
              <a:defRPr/>
            </a:lvl3pPr>
            <a:lvl4pPr lvl="3" rtl="0">
              <a:spcBef>
                <a:spcPts val="800"/>
              </a:spcBef>
              <a:spcAft>
                <a:spcPts val="0"/>
              </a:spcAft>
              <a:buSzPts val="1900"/>
              <a:buNone/>
              <a:defRPr/>
            </a:lvl4pPr>
            <a:lvl5pPr lvl="4" rtl="0">
              <a:spcBef>
                <a:spcPts val="800"/>
              </a:spcBef>
              <a:spcAft>
                <a:spcPts val="0"/>
              </a:spcAft>
              <a:buSzPts val="1800"/>
              <a:buNone/>
              <a:defRPr/>
            </a:lvl5pPr>
            <a:lvl6pPr lvl="5" rtl="0">
              <a:spcBef>
                <a:spcPts val="600"/>
              </a:spcBef>
              <a:spcAft>
                <a:spcPts val="0"/>
              </a:spcAft>
              <a:buSzPts val="1800"/>
              <a:buNone/>
              <a:defRPr/>
            </a:lvl6pPr>
            <a:lvl7pPr lvl="6" rtl="0">
              <a:spcBef>
                <a:spcPts val="600"/>
              </a:spcBef>
              <a:spcAft>
                <a:spcPts val="0"/>
              </a:spcAft>
              <a:buSzPts val="1800"/>
              <a:buNone/>
              <a:defRPr/>
            </a:lvl7pPr>
            <a:lvl8pPr lvl="7" rtl="0">
              <a:spcBef>
                <a:spcPts val="400"/>
              </a:spcBef>
              <a:spcAft>
                <a:spcPts val="0"/>
              </a:spcAft>
              <a:buSzPts val="1800"/>
              <a:buNone/>
              <a:defRPr/>
            </a:lvl8pPr>
            <a:lvl9pPr lvl="8" rtl="0">
              <a:spcBef>
                <a:spcPts val="400"/>
              </a:spcBef>
              <a:spcAft>
                <a:spcPts val="200"/>
              </a:spcAft>
              <a:buSzPts val="1800"/>
              <a:buNone/>
              <a:defRPr/>
            </a:lvl9pPr>
          </a:lstStyle>
          <a:p/>
        </p:txBody>
      </p:sp>
      <p:sp>
        <p:nvSpPr>
          <p:cNvPr id="277" name="Google Shape;277;p27"/>
          <p:cNvSpPr txBox="1"/>
          <p:nvPr>
            <p:ph type="title"/>
          </p:nvPr>
        </p:nvSpPr>
        <p:spPr>
          <a:xfrm>
            <a:off x="324000" y="0"/>
            <a:ext cx="7885200" cy="613500"/>
          </a:xfrm>
          <a:prstGeom prst="rect">
            <a:avLst/>
          </a:prstGeom>
        </p:spPr>
        <p:txBody>
          <a:bodyPr anchorCtr="0" anchor="ctr" bIns="0" lIns="0" spcFirstLastPara="1" rIns="0" wrap="square" tIns="0">
            <a:noAutofit/>
          </a:bodyPr>
          <a:lstStyle>
            <a:lvl1pPr lvl="0" rtl="0">
              <a:lnSpc>
                <a:spcPct val="100000"/>
              </a:lnSpc>
              <a:spcBef>
                <a:spcPts val="0"/>
              </a:spcBef>
              <a:spcAft>
                <a:spcPts val="0"/>
              </a:spcAft>
              <a:buClr>
                <a:schemeClr val="lt1"/>
              </a:buClr>
              <a:buSzPts val="2000"/>
              <a:buFont typeface="Lexend"/>
              <a:buNone/>
              <a:defRPr sz="2000">
                <a:solidFill>
                  <a:schemeClr val="lt1"/>
                </a:solidFill>
                <a:latin typeface="Lexend"/>
                <a:ea typeface="Lexend"/>
                <a:cs typeface="Lexend"/>
                <a:sym typeface="Lexend"/>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grpSp>
        <p:nvGrpSpPr>
          <p:cNvPr id="278" name="Google Shape;278;p27"/>
          <p:cNvGrpSpPr/>
          <p:nvPr/>
        </p:nvGrpSpPr>
        <p:grpSpPr>
          <a:xfrm>
            <a:off x="7834231" y="1285"/>
            <a:ext cx="828900" cy="576065"/>
            <a:chOff x="7801496" y="1285"/>
            <a:chExt cx="828900" cy="576065"/>
          </a:xfrm>
        </p:grpSpPr>
        <p:pic>
          <p:nvPicPr>
            <p:cNvPr id="279" name="Google Shape;279;p27"/>
            <p:cNvPicPr preferRelativeResize="0"/>
            <p:nvPr/>
          </p:nvPicPr>
          <p:blipFill rotWithShape="1">
            <a:blip r:embed="rId3">
              <a:alphaModFix/>
            </a:blip>
            <a:srcRect b="0" l="0" r="0" t="0"/>
            <a:stretch/>
          </p:blipFill>
          <p:spPr>
            <a:xfrm>
              <a:off x="7966096" y="1285"/>
              <a:ext cx="499700" cy="499700"/>
            </a:xfrm>
            <a:prstGeom prst="rect">
              <a:avLst/>
            </a:prstGeom>
            <a:noFill/>
            <a:ln>
              <a:noFill/>
            </a:ln>
          </p:spPr>
        </p:pic>
        <p:sp>
          <p:nvSpPr>
            <p:cNvPr id="280" name="Google Shape;280;p27"/>
            <p:cNvSpPr txBox="1"/>
            <p:nvPr/>
          </p:nvSpPr>
          <p:spPr>
            <a:xfrm>
              <a:off x="7801496" y="438750"/>
              <a:ext cx="828900" cy="138600"/>
            </a:xfrm>
            <a:prstGeom prst="rect">
              <a:avLst/>
            </a:prstGeom>
            <a:noFill/>
            <a:ln>
              <a:noFill/>
            </a:ln>
          </p:spPr>
          <p:txBody>
            <a:bodyPr anchorCtr="0" anchor="t" bIns="0" lIns="0" spcFirstLastPara="1" rIns="0" wrap="square" tIns="0">
              <a:spAutoFit/>
            </a:bodyPr>
            <a:lstStyle/>
            <a:p>
              <a:pPr indent="0" lvl="0" marL="0" rtl="0" algn="ctr">
                <a:spcBef>
                  <a:spcPts val="0"/>
                </a:spcBef>
                <a:spcAft>
                  <a:spcPts val="0"/>
                </a:spcAft>
                <a:buNone/>
              </a:pPr>
              <a:r>
                <a:rPr b="1" lang="en-GB" sz="900">
                  <a:solidFill>
                    <a:srgbClr val="FAEAF6"/>
                  </a:solidFill>
                  <a:latin typeface="Lexend"/>
                  <a:ea typeface="Lexend"/>
                  <a:cs typeface="Lexend"/>
                  <a:sym typeface="Lexend"/>
                </a:rPr>
                <a:t>Explanation</a:t>
              </a:r>
              <a:endParaRPr b="1" sz="900">
                <a:solidFill>
                  <a:srgbClr val="FAEAF6"/>
                </a:solidFill>
                <a:latin typeface="Lexend"/>
                <a:ea typeface="Lexend"/>
                <a:cs typeface="Lexend"/>
                <a:sym typeface="Lexend"/>
              </a:endParaRPr>
            </a:p>
          </p:txBody>
        </p:sp>
      </p:grpSp>
      <p:grpSp>
        <p:nvGrpSpPr>
          <p:cNvPr id="281" name="Google Shape;281;p27"/>
          <p:cNvGrpSpPr/>
          <p:nvPr/>
        </p:nvGrpSpPr>
        <p:grpSpPr>
          <a:xfrm>
            <a:off x="8635663" y="1285"/>
            <a:ext cx="499700" cy="576065"/>
            <a:chOff x="8635663" y="1285"/>
            <a:chExt cx="499700" cy="576065"/>
          </a:xfrm>
        </p:grpSpPr>
        <p:pic>
          <p:nvPicPr>
            <p:cNvPr id="282" name="Google Shape;282;p27"/>
            <p:cNvPicPr preferRelativeResize="0"/>
            <p:nvPr/>
          </p:nvPicPr>
          <p:blipFill rotWithShape="1">
            <a:blip r:embed="rId4">
              <a:alphaModFix/>
            </a:blip>
            <a:srcRect b="0" l="0" r="0" t="0"/>
            <a:stretch/>
          </p:blipFill>
          <p:spPr>
            <a:xfrm>
              <a:off x="8635663" y="1285"/>
              <a:ext cx="499700" cy="499700"/>
            </a:xfrm>
            <a:prstGeom prst="rect">
              <a:avLst/>
            </a:prstGeom>
            <a:noFill/>
            <a:ln>
              <a:noFill/>
            </a:ln>
          </p:spPr>
        </p:pic>
        <p:sp>
          <p:nvSpPr>
            <p:cNvPr id="283" name="Google Shape;283;p27"/>
            <p:cNvSpPr txBox="1"/>
            <p:nvPr/>
          </p:nvSpPr>
          <p:spPr>
            <a:xfrm>
              <a:off x="8662913" y="438750"/>
              <a:ext cx="445200" cy="138600"/>
            </a:xfrm>
            <a:prstGeom prst="rect">
              <a:avLst/>
            </a:prstGeom>
            <a:noFill/>
            <a:ln>
              <a:noFill/>
            </a:ln>
          </p:spPr>
          <p:txBody>
            <a:bodyPr anchorCtr="0" anchor="t" bIns="0" lIns="0" spcFirstLastPara="1" rIns="0" wrap="square" tIns="0">
              <a:spAutoFit/>
            </a:bodyPr>
            <a:lstStyle/>
            <a:p>
              <a:pPr indent="0" lvl="0" marL="0" rtl="0" algn="ctr">
                <a:spcBef>
                  <a:spcPts val="0"/>
                </a:spcBef>
                <a:spcAft>
                  <a:spcPts val="0"/>
                </a:spcAft>
                <a:buNone/>
              </a:pPr>
              <a:r>
                <a:rPr b="1" lang="en-GB" sz="900">
                  <a:solidFill>
                    <a:srgbClr val="FAEAF6"/>
                  </a:solidFill>
                  <a:latin typeface="Lexend"/>
                  <a:ea typeface="Lexend"/>
                  <a:cs typeface="Lexend"/>
                  <a:sym typeface="Lexend"/>
                </a:rPr>
                <a:t>Check</a:t>
              </a:r>
              <a:endParaRPr b="1" sz="900">
                <a:solidFill>
                  <a:srgbClr val="FAEAF6"/>
                </a:solidFill>
                <a:latin typeface="Lexend"/>
                <a:ea typeface="Lexend"/>
                <a:cs typeface="Lexend"/>
                <a:sym typeface="Lexend"/>
              </a:endParaRPr>
            </a:p>
          </p:txBody>
        </p:sp>
      </p:grpSp>
    </p:spTree>
  </p:cSld>
  <p:clrMapOvr>
    <a:masterClrMapping/>
  </p:clrMapOvr>
</p:sldLayout>
</file>

<file path=ppt/slideLayouts/slideLayout2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02 CfU true/false justify - purple">
  <p:cSld name="TITLE_AND_TWO_COLUMNS_1_1_9_1_3_1">
    <p:bg>
      <p:bgPr>
        <a:solidFill>
          <a:srgbClr val="F3EEFB"/>
        </a:solidFill>
      </p:bgPr>
    </p:bg>
    <p:spTree>
      <p:nvGrpSpPr>
        <p:cNvPr id="284" name="Shape 284"/>
        <p:cNvGrpSpPr/>
        <p:nvPr/>
      </p:nvGrpSpPr>
      <p:grpSpPr>
        <a:xfrm>
          <a:off x="0" y="0"/>
          <a:ext cx="0" cy="0"/>
          <a:chOff x="0" y="0"/>
          <a:chExt cx="0" cy="0"/>
        </a:xfrm>
      </p:grpSpPr>
      <p:pic>
        <p:nvPicPr>
          <p:cNvPr id="285" name="Google Shape;285;p28"/>
          <p:cNvPicPr preferRelativeResize="0"/>
          <p:nvPr/>
        </p:nvPicPr>
        <p:blipFill>
          <a:blip r:embed="rId2">
            <a:alphaModFix/>
          </a:blip>
          <a:stretch>
            <a:fillRect/>
          </a:stretch>
        </p:blipFill>
        <p:spPr>
          <a:xfrm>
            <a:off x="2429763" y="1780516"/>
            <a:ext cx="457425" cy="457425"/>
          </a:xfrm>
          <a:prstGeom prst="rect">
            <a:avLst/>
          </a:prstGeom>
          <a:noFill/>
          <a:ln>
            <a:noFill/>
          </a:ln>
        </p:spPr>
      </p:pic>
      <p:pic>
        <p:nvPicPr>
          <p:cNvPr id="286" name="Google Shape;286;p28"/>
          <p:cNvPicPr preferRelativeResize="0"/>
          <p:nvPr/>
        </p:nvPicPr>
        <p:blipFill>
          <a:blip r:embed="rId2">
            <a:alphaModFix/>
          </a:blip>
          <a:stretch>
            <a:fillRect/>
          </a:stretch>
        </p:blipFill>
        <p:spPr>
          <a:xfrm>
            <a:off x="4823988" y="1780516"/>
            <a:ext cx="457425" cy="457425"/>
          </a:xfrm>
          <a:prstGeom prst="rect">
            <a:avLst/>
          </a:prstGeom>
          <a:noFill/>
          <a:ln>
            <a:noFill/>
          </a:ln>
        </p:spPr>
      </p:pic>
      <p:pic>
        <p:nvPicPr>
          <p:cNvPr id="287" name="Google Shape;287;p28"/>
          <p:cNvPicPr preferRelativeResize="0"/>
          <p:nvPr/>
        </p:nvPicPr>
        <p:blipFill>
          <a:blip r:embed="rId3">
            <a:alphaModFix/>
          </a:blip>
          <a:stretch>
            <a:fillRect/>
          </a:stretch>
        </p:blipFill>
        <p:spPr>
          <a:xfrm>
            <a:off x="0" y="532525"/>
            <a:ext cx="9151202" cy="116709"/>
          </a:xfrm>
          <a:prstGeom prst="rect">
            <a:avLst/>
          </a:prstGeom>
          <a:noFill/>
          <a:ln>
            <a:noFill/>
          </a:ln>
        </p:spPr>
      </p:pic>
      <p:sp>
        <p:nvSpPr>
          <p:cNvPr id="288" name="Google Shape;288;p28"/>
          <p:cNvSpPr/>
          <p:nvPr/>
        </p:nvSpPr>
        <p:spPr>
          <a:xfrm>
            <a:off x="-1" y="-2"/>
            <a:ext cx="9144300" cy="540300"/>
          </a:xfrm>
          <a:prstGeom prst="rect">
            <a:avLst/>
          </a:pr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9" name="Google Shape;289;p28"/>
          <p:cNvSpPr txBox="1"/>
          <p:nvPr/>
        </p:nvSpPr>
        <p:spPr>
          <a:xfrm>
            <a:off x="3025325" y="1839875"/>
            <a:ext cx="1289100" cy="3387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None/>
            </a:pPr>
            <a:r>
              <a:rPr b="1" lang="en-GB" sz="2200">
                <a:solidFill>
                  <a:schemeClr val="dk1"/>
                </a:solidFill>
                <a:latin typeface="Lexend"/>
                <a:ea typeface="Lexend"/>
                <a:cs typeface="Lexend"/>
                <a:sym typeface="Lexend"/>
              </a:rPr>
              <a:t>True</a:t>
            </a:r>
            <a:endParaRPr b="1" sz="2200">
              <a:solidFill>
                <a:schemeClr val="dk1"/>
              </a:solidFill>
              <a:latin typeface="Lexend"/>
              <a:ea typeface="Lexend"/>
              <a:cs typeface="Lexend"/>
              <a:sym typeface="Lexend"/>
            </a:endParaRPr>
          </a:p>
        </p:txBody>
      </p:sp>
      <p:sp>
        <p:nvSpPr>
          <p:cNvPr id="290" name="Google Shape;290;p28"/>
          <p:cNvSpPr txBox="1"/>
          <p:nvPr/>
        </p:nvSpPr>
        <p:spPr>
          <a:xfrm>
            <a:off x="5431100" y="1817150"/>
            <a:ext cx="1060200" cy="3387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None/>
            </a:pPr>
            <a:r>
              <a:rPr b="1" lang="en-GB" sz="2200">
                <a:solidFill>
                  <a:schemeClr val="dk1"/>
                </a:solidFill>
                <a:latin typeface="Lexend"/>
                <a:ea typeface="Lexend"/>
                <a:cs typeface="Lexend"/>
                <a:sym typeface="Lexend"/>
              </a:rPr>
              <a:t>False</a:t>
            </a:r>
            <a:endParaRPr b="1" sz="2200">
              <a:solidFill>
                <a:schemeClr val="dk1"/>
              </a:solidFill>
              <a:latin typeface="Lexend"/>
              <a:ea typeface="Lexend"/>
              <a:cs typeface="Lexend"/>
              <a:sym typeface="Lexend"/>
            </a:endParaRPr>
          </a:p>
        </p:txBody>
      </p:sp>
      <p:sp>
        <p:nvSpPr>
          <p:cNvPr id="291" name="Google Shape;291;p28"/>
          <p:cNvSpPr txBox="1"/>
          <p:nvPr/>
        </p:nvSpPr>
        <p:spPr>
          <a:xfrm>
            <a:off x="324000" y="2623800"/>
            <a:ext cx="3968400" cy="3387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None/>
            </a:pPr>
            <a:r>
              <a:rPr b="1" lang="en-GB" sz="2200">
                <a:solidFill>
                  <a:schemeClr val="dk1"/>
                </a:solidFill>
                <a:latin typeface="Lexend"/>
                <a:ea typeface="Lexend"/>
                <a:cs typeface="Lexend"/>
                <a:sym typeface="Lexend"/>
              </a:rPr>
              <a:t>Justify your answer</a:t>
            </a:r>
            <a:endParaRPr b="1" sz="2200">
              <a:solidFill>
                <a:schemeClr val="dk1"/>
              </a:solidFill>
              <a:latin typeface="Lexend"/>
              <a:ea typeface="Lexend"/>
              <a:cs typeface="Lexend"/>
              <a:sym typeface="Lexend"/>
            </a:endParaRPr>
          </a:p>
        </p:txBody>
      </p:sp>
      <p:sp>
        <p:nvSpPr>
          <p:cNvPr id="292" name="Google Shape;292;p28"/>
          <p:cNvSpPr txBox="1"/>
          <p:nvPr>
            <p:ph idx="1" type="subTitle"/>
          </p:nvPr>
        </p:nvSpPr>
        <p:spPr>
          <a:xfrm>
            <a:off x="980575" y="3196113"/>
            <a:ext cx="7452600" cy="730800"/>
          </a:xfrm>
          <a:prstGeom prst="rect">
            <a:avLst/>
          </a:prstGeom>
        </p:spPr>
        <p:txBody>
          <a:bodyPr anchorCtr="0" anchor="t" bIns="0" lIns="0" spcFirstLastPara="1" rIns="0" wrap="square" tIns="0">
            <a:noAutofit/>
          </a:bodyPr>
          <a:lstStyle>
            <a:lvl1pPr lvl="0" rtl="0">
              <a:spcBef>
                <a:spcPts val="0"/>
              </a:spcBef>
              <a:spcAft>
                <a:spcPts val="0"/>
              </a:spcAft>
              <a:buSzPts val="2200"/>
              <a:buFont typeface="Lexend"/>
              <a:buNone/>
              <a:defRPr sz="2200">
                <a:latin typeface="Lexend"/>
                <a:ea typeface="Lexend"/>
                <a:cs typeface="Lexend"/>
                <a:sym typeface="Lexend"/>
              </a:defRPr>
            </a:lvl1pPr>
            <a:lvl2pPr lvl="1" rtl="0">
              <a:spcBef>
                <a:spcPts val="1000"/>
              </a:spcBef>
              <a:spcAft>
                <a:spcPts val="0"/>
              </a:spcAft>
              <a:buSzPts val="2100"/>
              <a:buNone/>
              <a:defRPr/>
            </a:lvl2pPr>
            <a:lvl3pPr lvl="2" rtl="0">
              <a:spcBef>
                <a:spcPts val="1000"/>
              </a:spcBef>
              <a:spcAft>
                <a:spcPts val="0"/>
              </a:spcAft>
              <a:buSzPts val="2000"/>
              <a:buNone/>
              <a:defRPr/>
            </a:lvl3pPr>
            <a:lvl4pPr lvl="3" rtl="0">
              <a:spcBef>
                <a:spcPts val="800"/>
              </a:spcBef>
              <a:spcAft>
                <a:spcPts val="0"/>
              </a:spcAft>
              <a:buSzPts val="1900"/>
              <a:buNone/>
              <a:defRPr/>
            </a:lvl4pPr>
            <a:lvl5pPr lvl="4" rtl="0">
              <a:spcBef>
                <a:spcPts val="800"/>
              </a:spcBef>
              <a:spcAft>
                <a:spcPts val="0"/>
              </a:spcAft>
              <a:buSzPts val="1800"/>
              <a:buNone/>
              <a:defRPr/>
            </a:lvl5pPr>
            <a:lvl6pPr lvl="5" rtl="0">
              <a:spcBef>
                <a:spcPts val="600"/>
              </a:spcBef>
              <a:spcAft>
                <a:spcPts val="0"/>
              </a:spcAft>
              <a:buSzPts val="1800"/>
              <a:buNone/>
              <a:defRPr/>
            </a:lvl6pPr>
            <a:lvl7pPr lvl="6" rtl="0">
              <a:spcBef>
                <a:spcPts val="600"/>
              </a:spcBef>
              <a:spcAft>
                <a:spcPts val="0"/>
              </a:spcAft>
              <a:buSzPts val="1800"/>
              <a:buNone/>
              <a:defRPr/>
            </a:lvl7pPr>
            <a:lvl8pPr lvl="7" rtl="0">
              <a:spcBef>
                <a:spcPts val="400"/>
              </a:spcBef>
              <a:spcAft>
                <a:spcPts val="0"/>
              </a:spcAft>
              <a:buSzPts val="1800"/>
              <a:buNone/>
              <a:defRPr/>
            </a:lvl8pPr>
            <a:lvl9pPr lvl="8" rtl="0">
              <a:spcBef>
                <a:spcPts val="400"/>
              </a:spcBef>
              <a:spcAft>
                <a:spcPts val="200"/>
              </a:spcAft>
              <a:buSzPts val="1800"/>
              <a:buNone/>
              <a:defRPr/>
            </a:lvl9pPr>
          </a:lstStyle>
          <a:p/>
        </p:txBody>
      </p:sp>
      <p:sp>
        <p:nvSpPr>
          <p:cNvPr id="293" name="Google Shape;293;p28"/>
          <p:cNvSpPr txBox="1"/>
          <p:nvPr>
            <p:ph idx="2" type="subTitle"/>
          </p:nvPr>
        </p:nvSpPr>
        <p:spPr>
          <a:xfrm>
            <a:off x="324000" y="1080000"/>
            <a:ext cx="6722400" cy="250500"/>
          </a:xfrm>
          <a:prstGeom prst="rect">
            <a:avLst/>
          </a:prstGeom>
        </p:spPr>
        <p:txBody>
          <a:bodyPr anchorCtr="0" anchor="t" bIns="0" lIns="0" spcFirstLastPara="1" rIns="0" wrap="square" tIns="0">
            <a:noAutofit/>
          </a:bodyPr>
          <a:lstStyle>
            <a:lvl1pPr lvl="0" rtl="0">
              <a:spcBef>
                <a:spcPts val="0"/>
              </a:spcBef>
              <a:spcAft>
                <a:spcPts val="0"/>
              </a:spcAft>
              <a:buSzPts val="2200"/>
              <a:buFont typeface="Lexend"/>
              <a:buNone/>
              <a:defRPr sz="2200">
                <a:latin typeface="Lexend"/>
                <a:ea typeface="Lexend"/>
                <a:cs typeface="Lexend"/>
                <a:sym typeface="Lexend"/>
              </a:defRPr>
            </a:lvl1pPr>
            <a:lvl2pPr lvl="1" rtl="0">
              <a:spcBef>
                <a:spcPts val="1000"/>
              </a:spcBef>
              <a:spcAft>
                <a:spcPts val="0"/>
              </a:spcAft>
              <a:buSzPts val="2100"/>
              <a:buNone/>
              <a:defRPr/>
            </a:lvl2pPr>
            <a:lvl3pPr lvl="2" rtl="0">
              <a:spcBef>
                <a:spcPts val="1000"/>
              </a:spcBef>
              <a:spcAft>
                <a:spcPts val="0"/>
              </a:spcAft>
              <a:buSzPts val="2000"/>
              <a:buNone/>
              <a:defRPr/>
            </a:lvl3pPr>
            <a:lvl4pPr lvl="3" rtl="0">
              <a:spcBef>
                <a:spcPts val="800"/>
              </a:spcBef>
              <a:spcAft>
                <a:spcPts val="0"/>
              </a:spcAft>
              <a:buSzPts val="1900"/>
              <a:buNone/>
              <a:defRPr/>
            </a:lvl4pPr>
            <a:lvl5pPr lvl="4" rtl="0">
              <a:spcBef>
                <a:spcPts val="800"/>
              </a:spcBef>
              <a:spcAft>
                <a:spcPts val="0"/>
              </a:spcAft>
              <a:buSzPts val="1800"/>
              <a:buNone/>
              <a:defRPr/>
            </a:lvl5pPr>
            <a:lvl6pPr lvl="5" rtl="0">
              <a:spcBef>
                <a:spcPts val="600"/>
              </a:spcBef>
              <a:spcAft>
                <a:spcPts val="0"/>
              </a:spcAft>
              <a:buSzPts val="1800"/>
              <a:buNone/>
              <a:defRPr/>
            </a:lvl6pPr>
            <a:lvl7pPr lvl="6" rtl="0">
              <a:spcBef>
                <a:spcPts val="600"/>
              </a:spcBef>
              <a:spcAft>
                <a:spcPts val="0"/>
              </a:spcAft>
              <a:buSzPts val="1800"/>
              <a:buNone/>
              <a:defRPr/>
            </a:lvl7pPr>
            <a:lvl8pPr lvl="7" rtl="0">
              <a:spcBef>
                <a:spcPts val="400"/>
              </a:spcBef>
              <a:spcAft>
                <a:spcPts val="0"/>
              </a:spcAft>
              <a:buSzPts val="1800"/>
              <a:buNone/>
              <a:defRPr/>
            </a:lvl8pPr>
            <a:lvl9pPr lvl="8" rtl="0">
              <a:spcBef>
                <a:spcPts val="400"/>
              </a:spcBef>
              <a:spcAft>
                <a:spcPts val="200"/>
              </a:spcAft>
              <a:buSzPts val="1800"/>
              <a:buNone/>
              <a:defRPr/>
            </a:lvl9pPr>
          </a:lstStyle>
          <a:p/>
        </p:txBody>
      </p:sp>
      <p:sp>
        <p:nvSpPr>
          <p:cNvPr id="294" name="Google Shape;294;p28"/>
          <p:cNvSpPr txBox="1"/>
          <p:nvPr/>
        </p:nvSpPr>
        <p:spPr>
          <a:xfrm>
            <a:off x="324000" y="660750"/>
            <a:ext cx="2189100" cy="3693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None/>
            </a:pPr>
            <a:r>
              <a:rPr b="1" lang="en-GB" sz="2200">
                <a:solidFill>
                  <a:schemeClr val="dk1"/>
                </a:solidFill>
                <a:latin typeface="Lexend"/>
                <a:ea typeface="Lexend"/>
                <a:cs typeface="Lexend"/>
                <a:sym typeface="Lexend"/>
              </a:rPr>
              <a:t>True or false?</a:t>
            </a:r>
            <a:r>
              <a:rPr lang="en-GB" sz="2400">
                <a:solidFill>
                  <a:schemeClr val="dk1"/>
                </a:solidFill>
                <a:latin typeface="ABeeZee"/>
                <a:ea typeface="ABeeZee"/>
                <a:cs typeface="ABeeZee"/>
                <a:sym typeface="ABeeZee"/>
              </a:rPr>
              <a:t> </a:t>
            </a:r>
            <a:endParaRPr sz="2400">
              <a:solidFill>
                <a:schemeClr val="dk1"/>
              </a:solidFill>
              <a:latin typeface="ABeeZee"/>
              <a:ea typeface="ABeeZee"/>
              <a:cs typeface="ABeeZee"/>
              <a:sym typeface="ABeeZee"/>
            </a:endParaRPr>
          </a:p>
        </p:txBody>
      </p:sp>
      <p:sp>
        <p:nvSpPr>
          <p:cNvPr id="295" name="Google Shape;295;p28"/>
          <p:cNvSpPr txBox="1"/>
          <p:nvPr>
            <p:ph idx="3" type="subTitle"/>
          </p:nvPr>
        </p:nvSpPr>
        <p:spPr>
          <a:xfrm>
            <a:off x="980575" y="4040345"/>
            <a:ext cx="7452600" cy="730800"/>
          </a:xfrm>
          <a:prstGeom prst="rect">
            <a:avLst/>
          </a:prstGeom>
        </p:spPr>
        <p:txBody>
          <a:bodyPr anchorCtr="0" anchor="t" bIns="0" lIns="0" spcFirstLastPara="1" rIns="0" wrap="square" tIns="0">
            <a:noAutofit/>
          </a:bodyPr>
          <a:lstStyle>
            <a:lvl1pPr lvl="0" rtl="0">
              <a:spcBef>
                <a:spcPts val="0"/>
              </a:spcBef>
              <a:spcAft>
                <a:spcPts val="0"/>
              </a:spcAft>
              <a:buSzPts val="2200"/>
              <a:buFont typeface="Lexend"/>
              <a:buNone/>
              <a:defRPr sz="2200">
                <a:latin typeface="Lexend"/>
                <a:ea typeface="Lexend"/>
                <a:cs typeface="Lexend"/>
                <a:sym typeface="Lexend"/>
              </a:defRPr>
            </a:lvl1pPr>
            <a:lvl2pPr lvl="1" rtl="0">
              <a:spcBef>
                <a:spcPts val="1000"/>
              </a:spcBef>
              <a:spcAft>
                <a:spcPts val="0"/>
              </a:spcAft>
              <a:buSzPts val="2100"/>
              <a:buNone/>
              <a:defRPr/>
            </a:lvl2pPr>
            <a:lvl3pPr lvl="2" rtl="0">
              <a:spcBef>
                <a:spcPts val="1000"/>
              </a:spcBef>
              <a:spcAft>
                <a:spcPts val="0"/>
              </a:spcAft>
              <a:buSzPts val="2000"/>
              <a:buNone/>
              <a:defRPr/>
            </a:lvl3pPr>
            <a:lvl4pPr lvl="3" rtl="0">
              <a:spcBef>
                <a:spcPts val="800"/>
              </a:spcBef>
              <a:spcAft>
                <a:spcPts val="0"/>
              </a:spcAft>
              <a:buSzPts val="1900"/>
              <a:buNone/>
              <a:defRPr/>
            </a:lvl4pPr>
            <a:lvl5pPr lvl="4" rtl="0">
              <a:spcBef>
                <a:spcPts val="800"/>
              </a:spcBef>
              <a:spcAft>
                <a:spcPts val="0"/>
              </a:spcAft>
              <a:buSzPts val="1800"/>
              <a:buNone/>
              <a:defRPr/>
            </a:lvl5pPr>
            <a:lvl6pPr lvl="5" rtl="0">
              <a:spcBef>
                <a:spcPts val="600"/>
              </a:spcBef>
              <a:spcAft>
                <a:spcPts val="0"/>
              </a:spcAft>
              <a:buSzPts val="1800"/>
              <a:buNone/>
              <a:defRPr/>
            </a:lvl6pPr>
            <a:lvl7pPr lvl="6" rtl="0">
              <a:spcBef>
                <a:spcPts val="600"/>
              </a:spcBef>
              <a:spcAft>
                <a:spcPts val="0"/>
              </a:spcAft>
              <a:buSzPts val="1800"/>
              <a:buNone/>
              <a:defRPr/>
            </a:lvl7pPr>
            <a:lvl8pPr lvl="7" rtl="0">
              <a:spcBef>
                <a:spcPts val="400"/>
              </a:spcBef>
              <a:spcAft>
                <a:spcPts val="0"/>
              </a:spcAft>
              <a:buSzPts val="1800"/>
              <a:buNone/>
              <a:defRPr/>
            </a:lvl8pPr>
            <a:lvl9pPr lvl="8" rtl="0">
              <a:spcBef>
                <a:spcPts val="400"/>
              </a:spcBef>
              <a:spcAft>
                <a:spcPts val="200"/>
              </a:spcAft>
              <a:buSzPts val="1800"/>
              <a:buNone/>
              <a:defRPr/>
            </a:lvl9pPr>
          </a:lstStyle>
          <a:p/>
        </p:txBody>
      </p:sp>
      <p:sp>
        <p:nvSpPr>
          <p:cNvPr id="296" name="Google Shape;296;p28"/>
          <p:cNvSpPr txBox="1"/>
          <p:nvPr/>
        </p:nvSpPr>
        <p:spPr>
          <a:xfrm>
            <a:off x="2454488" y="1870613"/>
            <a:ext cx="408000" cy="2772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GB" sz="1800">
                <a:solidFill>
                  <a:schemeClr val="lt1"/>
                </a:solidFill>
                <a:latin typeface="Lexend"/>
                <a:ea typeface="Lexend"/>
                <a:cs typeface="Lexend"/>
                <a:sym typeface="Lexend"/>
              </a:rPr>
              <a:t>T</a:t>
            </a:r>
            <a:endParaRPr b="1" sz="1800">
              <a:solidFill>
                <a:schemeClr val="lt1"/>
              </a:solidFill>
              <a:latin typeface="Lexend"/>
              <a:ea typeface="Lexend"/>
              <a:cs typeface="Lexend"/>
              <a:sym typeface="Lexend"/>
            </a:endParaRPr>
          </a:p>
        </p:txBody>
      </p:sp>
      <p:sp>
        <p:nvSpPr>
          <p:cNvPr id="297" name="Google Shape;297;p28"/>
          <p:cNvSpPr txBox="1"/>
          <p:nvPr/>
        </p:nvSpPr>
        <p:spPr>
          <a:xfrm>
            <a:off x="4848713" y="1870613"/>
            <a:ext cx="408000" cy="2772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GB" sz="1800">
                <a:solidFill>
                  <a:schemeClr val="lt1"/>
                </a:solidFill>
                <a:latin typeface="Lexend"/>
                <a:ea typeface="Lexend"/>
                <a:cs typeface="Lexend"/>
                <a:sym typeface="Lexend"/>
              </a:rPr>
              <a:t>F</a:t>
            </a:r>
            <a:endParaRPr b="1" sz="1800">
              <a:solidFill>
                <a:schemeClr val="lt1"/>
              </a:solidFill>
              <a:latin typeface="Lexend"/>
              <a:ea typeface="Lexend"/>
              <a:cs typeface="Lexend"/>
              <a:sym typeface="Lexend"/>
            </a:endParaRPr>
          </a:p>
        </p:txBody>
      </p:sp>
      <p:pic>
        <p:nvPicPr>
          <p:cNvPr id="298" name="Google Shape;298;p28"/>
          <p:cNvPicPr preferRelativeResize="0"/>
          <p:nvPr/>
        </p:nvPicPr>
        <p:blipFill rotWithShape="1">
          <a:blip r:embed="rId4">
            <a:alphaModFix/>
          </a:blip>
          <a:srcRect b="0" l="0" r="0" t="0"/>
          <a:stretch/>
        </p:blipFill>
        <p:spPr>
          <a:xfrm>
            <a:off x="8528585" y="-11474"/>
            <a:ext cx="499700" cy="499700"/>
          </a:xfrm>
          <a:prstGeom prst="rect">
            <a:avLst/>
          </a:prstGeom>
          <a:noFill/>
          <a:ln>
            <a:noFill/>
          </a:ln>
        </p:spPr>
      </p:pic>
      <p:sp>
        <p:nvSpPr>
          <p:cNvPr id="299" name="Google Shape;299;p28"/>
          <p:cNvSpPr txBox="1"/>
          <p:nvPr/>
        </p:nvSpPr>
        <p:spPr>
          <a:xfrm>
            <a:off x="8476560" y="438750"/>
            <a:ext cx="603900" cy="138600"/>
          </a:xfrm>
          <a:prstGeom prst="rect">
            <a:avLst/>
          </a:prstGeom>
          <a:noFill/>
          <a:ln>
            <a:noFill/>
          </a:ln>
        </p:spPr>
        <p:txBody>
          <a:bodyPr anchorCtr="0" anchor="t" bIns="0" lIns="0" spcFirstLastPara="1" rIns="0" wrap="square" tIns="0">
            <a:spAutoFit/>
          </a:bodyPr>
          <a:lstStyle/>
          <a:p>
            <a:pPr indent="0" lvl="0" marL="0" rtl="0" algn="ctr">
              <a:spcBef>
                <a:spcPts val="0"/>
              </a:spcBef>
              <a:spcAft>
                <a:spcPts val="0"/>
              </a:spcAft>
              <a:buNone/>
            </a:pPr>
            <a:r>
              <a:rPr b="1" lang="en-GB" sz="900">
                <a:solidFill>
                  <a:srgbClr val="F3EEFB"/>
                </a:solidFill>
                <a:latin typeface="Lexend"/>
                <a:ea typeface="Lexend"/>
                <a:cs typeface="Lexend"/>
                <a:sym typeface="Lexend"/>
              </a:rPr>
              <a:t>Check</a:t>
            </a:r>
            <a:endParaRPr b="1" sz="900">
              <a:solidFill>
                <a:srgbClr val="F3EEFB"/>
              </a:solidFill>
              <a:latin typeface="Lexend"/>
              <a:ea typeface="Lexend"/>
              <a:cs typeface="Lexend"/>
              <a:sym typeface="Lexend"/>
            </a:endParaRPr>
          </a:p>
        </p:txBody>
      </p:sp>
      <p:sp>
        <p:nvSpPr>
          <p:cNvPr id="300" name="Google Shape;300;p28"/>
          <p:cNvSpPr txBox="1"/>
          <p:nvPr>
            <p:ph type="title"/>
          </p:nvPr>
        </p:nvSpPr>
        <p:spPr>
          <a:xfrm>
            <a:off x="324000" y="0"/>
            <a:ext cx="7885200" cy="613500"/>
          </a:xfrm>
          <a:prstGeom prst="rect">
            <a:avLst/>
          </a:prstGeom>
        </p:spPr>
        <p:txBody>
          <a:bodyPr anchorCtr="0" anchor="ctr" bIns="0" lIns="0" spcFirstLastPara="1" rIns="0" wrap="square" tIns="0">
            <a:noAutofit/>
          </a:bodyPr>
          <a:lstStyle>
            <a:lvl1pPr lvl="0" rtl="0">
              <a:lnSpc>
                <a:spcPct val="100000"/>
              </a:lnSpc>
              <a:spcBef>
                <a:spcPts val="0"/>
              </a:spcBef>
              <a:spcAft>
                <a:spcPts val="0"/>
              </a:spcAft>
              <a:buClr>
                <a:schemeClr val="lt1"/>
              </a:buClr>
              <a:buSzPts val="2000"/>
              <a:buFont typeface="Lexend"/>
              <a:buNone/>
              <a:defRPr sz="2000">
                <a:solidFill>
                  <a:schemeClr val="lt1"/>
                </a:solidFill>
                <a:latin typeface="Lexend"/>
                <a:ea typeface="Lexend"/>
                <a:cs typeface="Lexend"/>
                <a:sym typeface="Lexend"/>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grpSp>
        <p:nvGrpSpPr>
          <p:cNvPr id="301" name="Google Shape;301;p28"/>
          <p:cNvGrpSpPr/>
          <p:nvPr/>
        </p:nvGrpSpPr>
        <p:grpSpPr>
          <a:xfrm>
            <a:off x="324128" y="3139463"/>
            <a:ext cx="457200" cy="457200"/>
            <a:chOff x="1020916" y="1442088"/>
            <a:chExt cx="457200" cy="457200"/>
          </a:xfrm>
        </p:grpSpPr>
        <p:pic>
          <p:nvPicPr>
            <p:cNvPr id="302" name="Google Shape;302;p28"/>
            <p:cNvPicPr preferRelativeResize="0"/>
            <p:nvPr/>
          </p:nvPicPr>
          <p:blipFill>
            <a:blip r:embed="rId5">
              <a:alphaModFix/>
            </a:blip>
            <a:stretch>
              <a:fillRect/>
            </a:stretch>
          </p:blipFill>
          <p:spPr>
            <a:xfrm>
              <a:off x="1020916" y="1442088"/>
              <a:ext cx="457200" cy="457200"/>
            </a:xfrm>
            <a:prstGeom prst="rect">
              <a:avLst/>
            </a:prstGeom>
            <a:noFill/>
            <a:ln>
              <a:noFill/>
            </a:ln>
          </p:spPr>
        </p:pic>
        <p:sp>
          <p:nvSpPr>
            <p:cNvPr id="303" name="Google Shape;303;p28"/>
            <p:cNvSpPr txBox="1"/>
            <p:nvPr/>
          </p:nvSpPr>
          <p:spPr>
            <a:xfrm>
              <a:off x="1045528" y="1526400"/>
              <a:ext cx="408000" cy="2772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GB" sz="1800">
                  <a:solidFill>
                    <a:srgbClr val="FFFFFF"/>
                  </a:solidFill>
                  <a:latin typeface="Lexend"/>
                  <a:ea typeface="Lexend"/>
                  <a:cs typeface="Lexend"/>
                  <a:sym typeface="Lexend"/>
                </a:rPr>
                <a:t>a</a:t>
              </a:r>
              <a:endParaRPr b="1" sz="1800">
                <a:solidFill>
                  <a:srgbClr val="FFFFFF"/>
                </a:solidFill>
                <a:latin typeface="Lexend"/>
                <a:ea typeface="Lexend"/>
                <a:cs typeface="Lexend"/>
                <a:sym typeface="Lexend"/>
              </a:endParaRPr>
            </a:p>
          </p:txBody>
        </p:sp>
      </p:grpSp>
      <p:grpSp>
        <p:nvGrpSpPr>
          <p:cNvPr id="304" name="Google Shape;304;p28"/>
          <p:cNvGrpSpPr/>
          <p:nvPr/>
        </p:nvGrpSpPr>
        <p:grpSpPr>
          <a:xfrm>
            <a:off x="324128" y="3987825"/>
            <a:ext cx="457200" cy="457200"/>
            <a:chOff x="1020916" y="1442088"/>
            <a:chExt cx="457200" cy="457200"/>
          </a:xfrm>
        </p:grpSpPr>
        <p:pic>
          <p:nvPicPr>
            <p:cNvPr id="305" name="Google Shape;305;p28"/>
            <p:cNvPicPr preferRelativeResize="0"/>
            <p:nvPr/>
          </p:nvPicPr>
          <p:blipFill>
            <a:blip r:embed="rId5">
              <a:alphaModFix/>
            </a:blip>
            <a:stretch>
              <a:fillRect/>
            </a:stretch>
          </p:blipFill>
          <p:spPr>
            <a:xfrm>
              <a:off x="1020916" y="1442088"/>
              <a:ext cx="457200" cy="457200"/>
            </a:xfrm>
            <a:prstGeom prst="rect">
              <a:avLst/>
            </a:prstGeom>
            <a:noFill/>
            <a:ln>
              <a:noFill/>
            </a:ln>
          </p:spPr>
        </p:pic>
        <p:sp>
          <p:nvSpPr>
            <p:cNvPr id="306" name="Google Shape;306;p28"/>
            <p:cNvSpPr txBox="1"/>
            <p:nvPr/>
          </p:nvSpPr>
          <p:spPr>
            <a:xfrm>
              <a:off x="1045528" y="1526400"/>
              <a:ext cx="408000" cy="2772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GB" sz="1800">
                  <a:solidFill>
                    <a:srgbClr val="FFFFFF"/>
                  </a:solidFill>
                  <a:latin typeface="Lexend"/>
                  <a:ea typeface="Lexend"/>
                  <a:cs typeface="Lexend"/>
                  <a:sym typeface="Lexend"/>
                </a:rPr>
                <a:t>b</a:t>
              </a:r>
              <a:endParaRPr b="1" sz="1800">
                <a:solidFill>
                  <a:srgbClr val="FFFFFF"/>
                </a:solidFill>
                <a:latin typeface="Lexend"/>
                <a:ea typeface="Lexend"/>
                <a:cs typeface="Lexend"/>
                <a:sym typeface="Lexend"/>
              </a:endParaRPr>
            </a:p>
          </p:txBody>
        </p:sp>
      </p:grpSp>
    </p:spTree>
  </p:cSld>
  <p:clrMapOvr>
    <a:masterClrMapping/>
  </p:clrMapOvr>
</p:sldLayout>
</file>

<file path=ppt/slideLayouts/slideLayout2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2.02 CfU true/false justify - jade">
  <p:cSld name="TITLE_AND_TWO_COLUMNS_1_1_9_1_3_1_1_1">
    <p:bg>
      <p:bgPr>
        <a:solidFill>
          <a:srgbClr val="E6F2F2"/>
        </a:solidFill>
      </p:bgPr>
    </p:bg>
    <p:spTree>
      <p:nvGrpSpPr>
        <p:cNvPr id="307" name="Shape 307"/>
        <p:cNvGrpSpPr/>
        <p:nvPr/>
      </p:nvGrpSpPr>
      <p:grpSpPr>
        <a:xfrm>
          <a:off x="0" y="0"/>
          <a:ext cx="0" cy="0"/>
          <a:chOff x="0" y="0"/>
          <a:chExt cx="0" cy="0"/>
        </a:xfrm>
      </p:grpSpPr>
      <p:pic>
        <p:nvPicPr>
          <p:cNvPr id="308" name="Google Shape;308;p29"/>
          <p:cNvPicPr preferRelativeResize="0"/>
          <p:nvPr/>
        </p:nvPicPr>
        <p:blipFill rotWithShape="1">
          <a:blip r:embed="rId2">
            <a:alphaModFix/>
          </a:blip>
          <a:srcRect b="1672" l="0" r="0" t="1662"/>
          <a:stretch/>
        </p:blipFill>
        <p:spPr>
          <a:xfrm>
            <a:off x="0" y="532525"/>
            <a:ext cx="9151202" cy="116709"/>
          </a:xfrm>
          <a:prstGeom prst="rect">
            <a:avLst/>
          </a:prstGeom>
          <a:noFill/>
          <a:ln>
            <a:noFill/>
          </a:ln>
        </p:spPr>
      </p:pic>
      <p:sp>
        <p:nvSpPr>
          <p:cNvPr id="309" name="Google Shape;309;p29"/>
          <p:cNvSpPr/>
          <p:nvPr/>
        </p:nvSpPr>
        <p:spPr>
          <a:xfrm>
            <a:off x="-1" y="-2"/>
            <a:ext cx="9144300" cy="540300"/>
          </a:xfrm>
          <a:prstGeom prst="rect">
            <a:avLst/>
          </a:pr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0" name="Google Shape;310;p29"/>
          <p:cNvSpPr txBox="1"/>
          <p:nvPr/>
        </p:nvSpPr>
        <p:spPr>
          <a:xfrm>
            <a:off x="3025325" y="1839875"/>
            <a:ext cx="1289100" cy="3387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None/>
            </a:pPr>
            <a:r>
              <a:rPr b="1" lang="en-GB" sz="2200">
                <a:solidFill>
                  <a:schemeClr val="dk1"/>
                </a:solidFill>
                <a:latin typeface="Lexend"/>
                <a:ea typeface="Lexend"/>
                <a:cs typeface="Lexend"/>
                <a:sym typeface="Lexend"/>
              </a:rPr>
              <a:t>True</a:t>
            </a:r>
            <a:endParaRPr b="1" sz="2200">
              <a:solidFill>
                <a:schemeClr val="dk1"/>
              </a:solidFill>
              <a:latin typeface="Lexend"/>
              <a:ea typeface="Lexend"/>
              <a:cs typeface="Lexend"/>
              <a:sym typeface="Lexend"/>
            </a:endParaRPr>
          </a:p>
        </p:txBody>
      </p:sp>
      <p:sp>
        <p:nvSpPr>
          <p:cNvPr id="311" name="Google Shape;311;p29"/>
          <p:cNvSpPr txBox="1"/>
          <p:nvPr/>
        </p:nvSpPr>
        <p:spPr>
          <a:xfrm>
            <a:off x="5431100" y="1817150"/>
            <a:ext cx="1060200" cy="3387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None/>
            </a:pPr>
            <a:r>
              <a:rPr b="1" lang="en-GB" sz="2200">
                <a:solidFill>
                  <a:schemeClr val="dk1"/>
                </a:solidFill>
                <a:latin typeface="Lexend"/>
                <a:ea typeface="Lexend"/>
                <a:cs typeface="Lexend"/>
                <a:sym typeface="Lexend"/>
              </a:rPr>
              <a:t>False</a:t>
            </a:r>
            <a:endParaRPr b="1" sz="2200">
              <a:solidFill>
                <a:schemeClr val="dk1"/>
              </a:solidFill>
              <a:latin typeface="Lexend"/>
              <a:ea typeface="Lexend"/>
              <a:cs typeface="Lexend"/>
              <a:sym typeface="Lexend"/>
            </a:endParaRPr>
          </a:p>
        </p:txBody>
      </p:sp>
      <p:sp>
        <p:nvSpPr>
          <p:cNvPr id="312" name="Google Shape;312;p29"/>
          <p:cNvSpPr txBox="1"/>
          <p:nvPr/>
        </p:nvSpPr>
        <p:spPr>
          <a:xfrm>
            <a:off x="324000" y="2623800"/>
            <a:ext cx="3968400" cy="3387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None/>
            </a:pPr>
            <a:r>
              <a:rPr b="1" lang="en-GB" sz="2200">
                <a:solidFill>
                  <a:schemeClr val="dk1"/>
                </a:solidFill>
                <a:latin typeface="Lexend"/>
                <a:ea typeface="Lexend"/>
                <a:cs typeface="Lexend"/>
                <a:sym typeface="Lexend"/>
              </a:rPr>
              <a:t>Justify your answer</a:t>
            </a:r>
            <a:endParaRPr b="1" sz="2200">
              <a:solidFill>
                <a:schemeClr val="dk1"/>
              </a:solidFill>
              <a:latin typeface="Lexend"/>
              <a:ea typeface="Lexend"/>
              <a:cs typeface="Lexend"/>
              <a:sym typeface="Lexend"/>
            </a:endParaRPr>
          </a:p>
        </p:txBody>
      </p:sp>
      <p:sp>
        <p:nvSpPr>
          <p:cNvPr id="313" name="Google Shape;313;p29"/>
          <p:cNvSpPr txBox="1"/>
          <p:nvPr>
            <p:ph idx="1" type="subTitle"/>
          </p:nvPr>
        </p:nvSpPr>
        <p:spPr>
          <a:xfrm>
            <a:off x="324000" y="1080000"/>
            <a:ext cx="6722400" cy="250500"/>
          </a:xfrm>
          <a:prstGeom prst="rect">
            <a:avLst/>
          </a:prstGeom>
        </p:spPr>
        <p:txBody>
          <a:bodyPr anchorCtr="0" anchor="t" bIns="0" lIns="0" spcFirstLastPara="1" rIns="0" wrap="square" tIns="0">
            <a:noAutofit/>
          </a:bodyPr>
          <a:lstStyle>
            <a:lvl1pPr lvl="0" rtl="0">
              <a:spcBef>
                <a:spcPts val="0"/>
              </a:spcBef>
              <a:spcAft>
                <a:spcPts val="0"/>
              </a:spcAft>
              <a:buSzPts val="2200"/>
              <a:buFont typeface="Lexend"/>
              <a:buNone/>
              <a:defRPr sz="2200">
                <a:latin typeface="Lexend"/>
                <a:ea typeface="Lexend"/>
                <a:cs typeface="Lexend"/>
                <a:sym typeface="Lexend"/>
              </a:defRPr>
            </a:lvl1pPr>
            <a:lvl2pPr lvl="1" rtl="0">
              <a:spcBef>
                <a:spcPts val="1000"/>
              </a:spcBef>
              <a:spcAft>
                <a:spcPts val="0"/>
              </a:spcAft>
              <a:buSzPts val="2100"/>
              <a:buNone/>
              <a:defRPr/>
            </a:lvl2pPr>
            <a:lvl3pPr lvl="2" rtl="0">
              <a:spcBef>
                <a:spcPts val="1000"/>
              </a:spcBef>
              <a:spcAft>
                <a:spcPts val="0"/>
              </a:spcAft>
              <a:buSzPts val="2000"/>
              <a:buNone/>
              <a:defRPr/>
            </a:lvl3pPr>
            <a:lvl4pPr lvl="3" rtl="0">
              <a:spcBef>
                <a:spcPts val="800"/>
              </a:spcBef>
              <a:spcAft>
                <a:spcPts val="0"/>
              </a:spcAft>
              <a:buSzPts val="1900"/>
              <a:buNone/>
              <a:defRPr/>
            </a:lvl4pPr>
            <a:lvl5pPr lvl="4" rtl="0">
              <a:spcBef>
                <a:spcPts val="800"/>
              </a:spcBef>
              <a:spcAft>
                <a:spcPts val="0"/>
              </a:spcAft>
              <a:buSzPts val="1800"/>
              <a:buNone/>
              <a:defRPr/>
            </a:lvl5pPr>
            <a:lvl6pPr lvl="5" rtl="0">
              <a:spcBef>
                <a:spcPts val="600"/>
              </a:spcBef>
              <a:spcAft>
                <a:spcPts val="0"/>
              </a:spcAft>
              <a:buSzPts val="1800"/>
              <a:buNone/>
              <a:defRPr/>
            </a:lvl6pPr>
            <a:lvl7pPr lvl="6" rtl="0">
              <a:spcBef>
                <a:spcPts val="600"/>
              </a:spcBef>
              <a:spcAft>
                <a:spcPts val="0"/>
              </a:spcAft>
              <a:buSzPts val="1800"/>
              <a:buNone/>
              <a:defRPr/>
            </a:lvl7pPr>
            <a:lvl8pPr lvl="7" rtl="0">
              <a:spcBef>
                <a:spcPts val="400"/>
              </a:spcBef>
              <a:spcAft>
                <a:spcPts val="0"/>
              </a:spcAft>
              <a:buSzPts val="1800"/>
              <a:buNone/>
              <a:defRPr/>
            </a:lvl8pPr>
            <a:lvl9pPr lvl="8" rtl="0">
              <a:spcBef>
                <a:spcPts val="400"/>
              </a:spcBef>
              <a:spcAft>
                <a:spcPts val="200"/>
              </a:spcAft>
              <a:buSzPts val="1800"/>
              <a:buNone/>
              <a:defRPr/>
            </a:lvl9pPr>
          </a:lstStyle>
          <a:p/>
        </p:txBody>
      </p:sp>
      <p:sp>
        <p:nvSpPr>
          <p:cNvPr id="314" name="Google Shape;314;p29"/>
          <p:cNvSpPr txBox="1"/>
          <p:nvPr/>
        </p:nvSpPr>
        <p:spPr>
          <a:xfrm>
            <a:off x="324000" y="660750"/>
            <a:ext cx="2189100" cy="3693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None/>
            </a:pPr>
            <a:r>
              <a:rPr b="1" lang="en-GB" sz="2200">
                <a:solidFill>
                  <a:schemeClr val="dk1"/>
                </a:solidFill>
                <a:latin typeface="Lexend"/>
                <a:ea typeface="Lexend"/>
                <a:cs typeface="Lexend"/>
                <a:sym typeface="Lexend"/>
              </a:rPr>
              <a:t>True or false?</a:t>
            </a:r>
            <a:r>
              <a:rPr lang="en-GB" sz="2400">
                <a:solidFill>
                  <a:schemeClr val="dk1"/>
                </a:solidFill>
                <a:latin typeface="ABeeZee"/>
                <a:ea typeface="ABeeZee"/>
                <a:cs typeface="ABeeZee"/>
                <a:sym typeface="ABeeZee"/>
              </a:rPr>
              <a:t> </a:t>
            </a:r>
            <a:endParaRPr sz="2400">
              <a:solidFill>
                <a:schemeClr val="dk1"/>
              </a:solidFill>
              <a:latin typeface="ABeeZee"/>
              <a:ea typeface="ABeeZee"/>
              <a:cs typeface="ABeeZee"/>
              <a:sym typeface="ABeeZee"/>
            </a:endParaRPr>
          </a:p>
        </p:txBody>
      </p:sp>
      <p:pic>
        <p:nvPicPr>
          <p:cNvPr id="315" name="Google Shape;315;p29"/>
          <p:cNvPicPr preferRelativeResize="0"/>
          <p:nvPr/>
        </p:nvPicPr>
        <p:blipFill rotWithShape="1">
          <a:blip r:embed="rId3">
            <a:alphaModFix/>
          </a:blip>
          <a:srcRect b="0" l="0" r="0" t="0"/>
          <a:stretch/>
        </p:blipFill>
        <p:spPr>
          <a:xfrm>
            <a:off x="8528585" y="-11474"/>
            <a:ext cx="499700" cy="499700"/>
          </a:xfrm>
          <a:prstGeom prst="rect">
            <a:avLst/>
          </a:prstGeom>
          <a:noFill/>
          <a:ln>
            <a:noFill/>
          </a:ln>
        </p:spPr>
      </p:pic>
      <p:sp>
        <p:nvSpPr>
          <p:cNvPr id="316" name="Google Shape;316;p29"/>
          <p:cNvSpPr txBox="1"/>
          <p:nvPr/>
        </p:nvSpPr>
        <p:spPr>
          <a:xfrm>
            <a:off x="8476560" y="438750"/>
            <a:ext cx="603900" cy="138600"/>
          </a:xfrm>
          <a:prstGeom prst="rect">
            <a:avLst/>
          </a:prstGeom>
          <a:noFill/>
          <a:ln>
            <a:noFill/>
          </a:ln>
        </p:spPr>
        <p:txBody>
          <a:bodyPr anchorCtr="0" anchor="t" bIns="0" lIns="0" spcFirstLastPara="1" rIns="0" wrap="square" tIns="0">
            <a:spAutoFit/>
          </a:bodyPr>
          <a:lstStyle/>
          <a:p>
            <a:pPr indent="0" lvl="0" marL="0" rtl="0" algn="ctr">
              <a:spcBef>
                <a:spcPts val="0"/>
              </a:spcBef>
              <a:spcAft>
                <a:spcPts val="0"/>
              </a:spcAft>
              <a:buNone/>
            </a:pPr>
            <a:r>
              <a:rPr b="1" lang="en-GB" sz="900">
                <a:solidFill>
                  <a:srgbClr val="E6F2F2"/>
                </a:solidFill>
                <a:latin typeface="Lexend"/>
                <a:ea typeface="Lexend"/>
                <a:cs typeface="Lexend"/>
                <a:sym typeface="Lexend"/>
              </a:rPr>
              <a:t>Check</a:t>
            </a:r>
            <a:endParaRPr b="1" sz="900">
              <a:solidFill>
                <a:srgbClr val="E6F2F2"/>
              </a:solidFill>
              <a:latin typeface="Lexend"/>
              <a:ea typeface="Lexend"/>
              <a:cs typeface="Lexend"/>
              <a:sym typeface="Lexend"/>
            </a:endParaRPr>
          </a:p>
        </p:txBody>
      </p:sp>
      <p:sp>
        <p:nvSpPr>
          <p:cNvPr id="317" name="Google Shape;317;p29"/>
          <p:cNvSpPr txBox="1"/>
          <p:nvPr>
            <p:ph type="title"/>
          </p:nvPr>
        </p:nvSpPr>
        <p:spPr>
          <a:xfrm>
            <a:off x="324000" y="0"/>
            <a:ext cx="7885200" cy="613500"/>
          </a:xfrm>
          <a:prstGeom prst="rect">
            <a:avLst/>
          </a:prstGeom>
        </p:spPr>
        <p:txBody>
          <a:bodyPr anchorCtr="0" anchor="ctr" bIns="0" lIns="0" spcFirstLastPara="1" rIns="0" wrap="square" tIns="0">
            <a:noAutofit/>
          </a:bodyPr>
          <a:lstStyle>
            <a:lvl1pPr lvl="0" rtl="0">
              <a:lnSpc>
                <a:spcPct val="100000"/>
              </a:lnSpc>
              <a:spcBef>
                <a:spcPts val="0"/>
              </a:spcBef>
              <a:spcAft>
                <a:spcPts val="0"/>
              </a:spcAft>
              <a:buClr>
                <a:schemeClr val="lt1"/>
              </a:buClr>
              <a:buSzPts val="2000"/>
              <a:buFont typeface="Lexend"/>
              <a:buNone/>
              <a:defRPr sz="2000">
                <a:solidFill>
                  <a:schemeClr val="lt1"/>
                </a:solidFill>
                <a:latin typeface="Lexend"/>
                <a:ea typeface="Lexend"/>
                <a:cs typeface="Lexend"/>
                <a:sym typeface="Lexend"/>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
        <p:nvSpPr>
          <p:cNvPr id="318" name="Google Shape;318;p29"/>
          <p:cNvSpPr txBox="1"/>
          <p:nvPr>
            <p:ph idx="2" type="subTitle"/>
          </p:nvPr>
        </p:nvSpPr>
        <p:spPr>
          <a:xfrm>
            <a:off x="980575" y="3196113"/>
            <a:ext cx="7452600" cy="730800"/>
          </a:xfrm>
          <a:prstGeom prst="rect">
            <a:avLst/>
          </a:prstGeom>
        </p:spPr>
        <p:txBody>
          <a:bodyPr anchorCtr="0" anchor="t" bIns="0" lIns="0" spcFirstLastPara="1" rIns="0" wrap="square" tIns="0">
            <a:noAutofit/>
          </a:bodyPr>
          <a:lstStyle>
            <a:lvl1pPr lvl="0" rtl="0">
              <a:spcBef>
                <a:spcPts val="0"/>
              </a:spcBef>
              <a:spcAft>
                <a:spcPts val="0"/>
              </a:spcAft>
              <a:buSzPts val="2200"/>
              <a:buFont typeface="Lexend"/>
              <a:buNone/>
              <a:defRPr sz="2200">
                <a:latin typeface="Lexend"/>
                <a:ea typeface="Lexend"/>
                <a:cs typeface="Lexend"/>
                <a:sym typeface="Lexend"/>
              </a:defRPr>
            </a:lvl1pPr>
            <a:lvl2pPr lvl="1" rtl="0">
              <a:spcBef>
                <a:spcPts val="1000"/>
              </a:spcBef>
              <a:spcAft>
                <a:spcPts val="0"/>
              </a:spcAft>
              <a:buSzPts val="2100"/>
              <a:buNone/>
              <a:defRPr/>
            </a:lvl2pPr>
            <a:lvl3pPr lvl="2" rtl="0">
              <a:spcBef>
                <a:spcPts val="1000"/>
              </a:spcBef>
              <a:spcAft>
                <a:spcPts val="0"/>
              </a:spcAft>
              <a:buSzPts val="2000"/>
              <a:buNone/>
              <a:defRPr/>
            </a:lvl3pPr>
            <a:lvl4pPr lvl="3" rtl="0">
              <a:spcBef>
                <a:spcPts val="800"/>
              </a:spcBef>
              <a:spcAft>
                <a:spcPts val="0"/>
              </a:spcAft>
              <a:buSzPts val="1900"/>
              <a:buNone/>
              <a:defRPr/>
            </a:lvl4pPr>
            <a:lvl5pPr lvl="4" rtl="0">
              <a:spcBef>
                <a:spcPts val="800"/>
              </a:spcBef>
              <a:spcAft>
                <a:spcPts val="0"/>
              </a:spcAft>
              <a:buSzPts val="1800"/>
              <a:buNone/>
              <a:defRPr/>
            </a:lvl5pPr>
            <a:lvl6pPr lvl="5" rtl="0">
              <a:spcBef>
                <a:spcPts val="600"/>
              </a:spcBef>
              <a:spcAft>
                <a:spcPts val="0"/>
              </a:spcAft>
              <a:buSzPts val="1800"/>
              <a:buNone/>
              <a:defRPr/>
            </a:lvl6pPr>
            <a:lvl7pPr lvl="6" rtl="0">
              <a:spcBef>
                <a:spcPts val="600"/>
              </a:spcBef>
              <a:spcAft>
                <a:spcPts val="0"/>
              </a:spcAft>
              <a:buSzPts val="1800"/>
              <a:buNone/>
              <a:defRPr/>
            </a:lvl7pPr>
            <a:lvl8pPr lvl="7" rtl="0">
              <a:spcBef>
                <a:spcPts val="400"/>
              </a:spcBef>
              <a:spcAft>
                <a:spcPts val="0"/>
              </a:spcAft>
              <a:buSzPts val="1800"/>
              <a:buNone/>
              <a:defRPr/>
            </a:lvl8pPr>
            <a:lvl9pPr lvl="8" rtl="0">
              <a:spcBef>
                <a:spcPts val="400"/>
              </a:spcBef>
              <a:spcAft>
                <a:spcPts val="200"/>
              </a:spcAft>
              <a:buSzPts val="1800"/>
              <a:buNone/>
              <a:defRPr/>
            </a:lvl9pPr>
          </a:lstStyle>
          <a:p/>
        </p:txBody>
      </p:sp>
      <p:sp>
        <p:nvSpPr>
          <p:cNvPr id="319" name="Google Shape;319;p29"/>
          <p:cNvSpPr txBox="1"/>
          <p:nvPr>
            <p:ph idx="3" type="subTitle"/>
          </p:nvPr>
        </p:nvSpPr>
        <p:spPr>
          <a:xfrm>
            <a:off x="980575" y="4040345"/>
            <a:ext cx="7452600" cy="730800"/>
          </a:xfrm>
          <a:prstGeom prst="rect">
            <a:avLst/>
          </a:prstGeom>
        </p:spPr>
        <p:txBody>
          <a:bodyPr anchorCtr="0" anchor="t" bIns="0" lIns="0" spcFirstLastPara="1" rIns="0" wrap="square" tIns="0">
            <a:noAutofit/>
          </a:bodyPr>
          <a:lstStyle>
            <a:lvl1pPr lvl="0" rtl="0">
              <a:spcBef>
                <a:spcPts val="0"/>
              </a:spcBef>
              <a:spcAft>
                <a:spcPts val="0"/>
              </a:spcAft>
              <a:buSzPts val="2200"/>
              <a:buFont typeface="Lexend"/>
              <a:buNone/>
              <a:defRPr sz="2200">
                <a:latin typeface="Lexend"/>
                <a:ea typeface="Lexend"/>
                <a:cs typeface="Lexend"/>
                <a:sym typeface="Lexend"/>
              </a:defRPr>
            </a:lvl1pPr>
            <a:lvl2pPr lvl="1" rtl="0">
              <a:spcBef>
                <a:spcPts val="1000"/>
              </a:spcBef>
              <a:spcAft>
                <a:spcPts val="0"/>
              </a:spcAft>
              <a:buSzPts val="2100"/>
              <a:buNone/>
              <a:defRPr/>
            </a:lvl2pPr>
            <a:lvl3pPr lvl="2" rtl="0">
              <a:spcBef>
                <a:spcPts val="1000"/>
              </a:spcBef>
              <a:spcAft>
                <a:spcPts val="0"/>
              </a:spcAft>
              <a:buSzPts val="2000"/>
              <a:buNone/>
              <a:defRPr/>
            </a:lvl3pPr>
            <a:lvl4pPr lvl="3" rtl="0">
              <a:spcBef>
                <a:spcPts val="800"/>
              </a:spcBef>
              <a:spcAft>
                <a:spcPts val="0"/>
              </a:spcAft>
              <a:buSzPts val="1900"/>
              <a:buNone/>
              <a:defRPr/>
            </a:lvl4pPr>
            <a:lvl5pPr lvl="4" rtl="0">
              <a:spcBef>
                <a:spcPts val="800"/>
              </a:spcBef>
              <a:spcAft>
                <a:spcPts val="0"/>
              </a:spcAft>
              <a:buSzPts val="1800"/>
              <a:buNone/>
              <a:defRPr/>
            </a:lvl5pPr>
            <a:lvl6pPr lvl="5" rtl="0">
              <a:spcBef>
                <a:spcPts val="600"/>
              </a:spcBef>
              <a:spcAft>
                <a:spcPts val="0"/>
              </a:spcAft>
              <a:buSzPts val="1800"/>
              <a:buNone/>
              <a:defRPr/>
            </a:lvl6pPr>
            <a:lvl7pPr lvl="6" rtl="0">
              <a:spcBef>
                <a:spcPts val="600"/>
              </a:spcBef>
              <a:spcAft>
                <a:spcPts val="0"/>
              </a:spcAft>
              <a:buSzPts val="1800"/>
              <a:buNone/>
              <a:defRPr/>
            </a:lvl7pPr>
            <a:lvl8pPr lvl="7" rtl="0">
              <a:spcBef>
                <a:spcPts val="400"/>
              </a:spcBef>
              <a:spcAft>
                <a:spcPts val="0"/>
              </a:spcAft>
              <a:buSzPts val="1800"/>
              <a:buNone/>
              <a:defRPr/>
            </a:lvl8pPr>
            <a:lvl9pPr lvl="8" rtl="0">
              <a:spcBef>
                <a:spcPts val="400"/>
              </a:spcBef>
              <a:spcAft>
                <a:spcPts val="200"/>
              </a:spcAft>
              <a:buSzPts val="1800"/>
              <a:buNone/>
              <a:defRPr/>
            </a:lvl9pPr>
          </a:lstStyle>
          <a:p/>
        </p:txBody>
      </p:sp>
      <p:grpSp>
        <p:nvGrpSpPr>
          <p:cNvPr id="320" name="Google Shape;320;p29"/>
          <p:cNvGrpSpPr/>
          <p:nvPr/>
        </p:nvGrpSpPr>
        <p:grpSpPr>
          <a:xfrm>
            <a:off x="324128" y="3139463"/>
            <a:ext cx="457200" cy="457200"/>
            <a:chOff x="1020916" y="1442088"/>
            <a:chExt cx="457200" cy="457200"/>
          </a:xfrm>
        </p:grpSpPr>
        <p:pic>
          <p:nvPicPr>
            <p:cNvPr id="321" name="Google Shape;321;p29"/>
            <p:cNvPicPr preferRelativeResize="0"/>
            <p:nvPr/>
          </p:nvPicPr>
          <p:blipFill>
            <a:blip r:embed="rId4">
              <a:alphaModFix/>
            </a:blip>
            <a:stretch>
              <a:fillRect/>
            </a:stretch>
          </p:blipFill>
          <p:spPr>
            <a:xfrm>
              <a:off x="1020916" y="1442088"/>
              <a:ext cx="457200" cy="457200"/>
            </a:xfrm>
            <a:prstGeom prst="rect">
              <a:avLst/>
            </a:prstGeom>
            <a:noFill/>
            <a:ln>
              <a:noFill/>
            </a:ln>
          </p:spPr>
        </p:pic>
        <p:sp>
          <p:nvSpPr>
            <p:cNvPr id="322" name="Google Shape;322;p29"/>
            <p:cNvSpPr txBox="1"/>
            <p:nvPr/>
          </p:nvSpPr>
          <p:spPr>
            <a:xfrm>
              <a:off x="1045528" y="1526400"/>
              <a:ext cx="408000" cy="2772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GB" sz="1800">
                  <a:solidFill>
                    <a:srgbClr val="FFFFFF"/>
                  </a:solidFill>
                  <a:latin typeface="Lexend"/>
                  <a:ea typeface="Lexend"/>
                  <a:cs typeface="Lexend"/>
                  <a:sym typeface="Lexend"/>
                </a:rPr>
                <a:t>a</a:t>
              </a:r>
              <a:endParaRPr b="1" sz="1800">
                <a:solidFill>
                  <a:srgbClr val="FFFFFF"/>
                </a:solidFill>
                <a:latin typeface="Lexend"/>
                <a:ea typeface="Lexend"/>
                <a:cs typeface="Lexend"/>
                <a:sym typeface="Lexend"/>
              </a:endParaRPr>
            </a:p>
          </p:txBody>
        </p:sp>
      </p:grpSp>
      <p:grpSp>
        <p:nvGrpSpPr>
          <p:cNvPr id="323" name="Google Shape;323;p29"/>
          <p:cNvGrpSpPr/>
          <p:nvPr/>
        </p:nvGrpSpPr>
        <p:grpSpPr>
          <a:xfrm>
            <a:off x="324128" y="3987825"/>
            <a:ext cx="457200" cy="457200"/>
            <a:chOff x="1020916" y="1442088"/>
            <a:chExt cx="457200" cy="457200"/>
          </a:xfrm>
        </p:grpSpPr>
        <p:pic>
          <p:nvPicPr>
            <p:cNvPr id="324" name="Google Shape;324;p29"/>
            <p:cNvPicPr preferRelativeResize="0"/>
            <p:nvPr/>
          </p:nvPicPr>
          <p:blipFill>
            <a:blip r:embed="rId4">
              <a:alphaModFix/>
            </a:blip>
            <a:stretch>
              <a:fillRect/>
            </a:stretch>
          </p:blipFill>
          <p:spPr>
            <a:xfrm>
              <a:off x="1020916" y="1442088"/>
              <a:ext cx="457200" cy="457200"/>
            </a:xfrm>
            <a:prstGeom prst="rect">
              <a:avLst/>
            </a:prstGeom>
            <a:noFill/>
            <a:ln>
              <a:noFill/>
            </a:ln>
          </p:spPr>
        </p:pic>
        <p:sp>
          <p:nvSpPr>
            <p:cNvPr id="325" name="Google Shape;325;p29"/>
            <p:cNvSpPr txBox="1"/>
            <p:nvPr/>
          </p:nvSpPr>
          <p:spPr>
            <a:xfrm>
              <a:off x="1045528" y="1526400"/>
              <a:ext cx="408000" cy="2772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GB" sz="1800">
                  <a:solidFill>
                    <a:srgbClr val="FFFFFF"/>
                  </a:solidFill>
                  <a:latin typeface="Lexend"/>
                  <a:ea typeface="Lexend"/>
                  <a:cs typeface="Lexend"/>
                  <a:sym typeface="Lexend"/>
                </a:rPr>
                <a:t>b</a:t>
              </a:r>
              <a:endParaRPr b="1" sz="1800">
                <a:solidFill>
                  <a:srgbClr val="FFFFFF"/>
                </a:solidFill>
                <a:latin typeface="Lexend"/>
                <a:ea typeface="Lexend"/>
                <a:cs typeface="Lexend"/>
                <a:sym typeface="Lexend"/>
              </a:endParaRPr>
            </a:p>
          </p:txBody>
        </p:sp>
      </p:grpSp>
      <p:pic>
        <p:nvPicPr>
          <p:cNvPr id="326" name="Google Shape;326;p29"/>
          <p:cNvPicPr preferRelativeResize="0"/>
          <p:nvPr/>
        </p:nvPicPr>
        <p:blipFill>
          <a:blip r:embed="rId5">
            <a:alphaModFix/>
          </a:blip>
          <a:stretch>
            <a:fillRect/>
          </a:stretch>
        </p:blipFill>
        <p:spPr>
          <a:xfrm>
            <a:off x="2429763" y="1780516"/>
            <a:ext cx="457425" cy="457425"/>
          </a:xfrm>
          <a:prstGeom prst="rect">
            <a:avLst/>
          </a:prstGeom>
          <a:noFill/>
          <a:ln>
            <a:noFill/>
          </a:ln>
        </p:spPr>
      </p:pic>
      <p:pic>
        <p:nvPicPr>
          <p:cNvPr id="327" name="Google Shape;327;p29"/>
          <p:cNvPicPr preferRelativeResize="0"/>
          <p:nvPr/>
        </p:nvPicPr>
        <p:blipFill>
          <a:blip r:embed="rId5">
            <a:alphaModFix/>
          </a:blip>
          <a:stretch>
            <a:fillRect/>
          </a:stretch>
        </p:blipFill>
        <p:spPr>
          <a:xfrm>
            <a:off x="4823988" y="1780516"/>
            <a:ext cx="457425" cy="457425"/>
          </a:xfrm>
          <a:prstGeom prst="rect">
            <a:avLst/>
          </a:prstGeom>
          <a:noFill/>
          <a:ln>
            <a:noFill/>
          </a:ln>
        </p:spPr>
      </p:pic>
      <p:sp>
        <p:nvSpPr>
          <p:cNvPr id="328" name="Google Shape;328;p29"/>
          <p:cNvSpPr txBox="1"/>
          <p:nvPr/>
        </p:nvSpPr>
        <p:spPr>
          <a:xfrm>
            <a:off x="2454488" y="1870613"/>
            <a:ext cx="408000" cy="2772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GB" sz="1800">
                <a:solidFill>
                  <a:schemeClr val="lt1"/>
                </a:solidFill>
                <a:latin typeface="Lexend"/>
                <a:ea typeface="Lexend"/>
                <a:cs typeface="Lexend"/>
                <a:sym typeface="Lexend"/>
              </a:rPr>
              <a:t>T</a:t>
            </a:r>
            <a:endParaRPr b="1" sz="1800">
              <a:solidFill>
                <a:schemeClr val="lt1"/>
              </a:solidFill>
              <a:latin typeface="Lexend"/>
              <a:ea typeface="Lexend"/>
              <a:cs typeface="Lexend"/>
              <a:sym typeface="Lexend"/>
            </a:endParaRPr>
          </a:p>
        </p:txBody>
      </p:sp>
      <p:sp>
        <p:nvSpPr>
          <p:cNvPr id="329" name="Google Shape;329;p29"/>
          <p:cNvSpPr txBox="1"/>
          <p:nvPr/>
        </p:nvSpPr>
        <p:spPr>
          <a:xfrm>
            <a:off x="4848713" y="1870613"/>
            <a:ext cx="408000" cy="2772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GB" sz="1800">
                <a:solidFill>
                  <a:schemeClr val="lt1"/>
                </a:solidFill>
                <a:latin typeface="Lexend"/>
                <a:ea typeface="Lexend"/>
                <a:cs typeface="Lexend"/>
                <a:sym typeface="Lexend"/>
              </a:rPr>
              <a:t>F</a:t>
            </a:r>
            <a:endParaRPr b="1" sz="1800">
              <a:solidFill>
                <a:schemeClr val="lt1"/>
              </a:solidFill>
              <a:latin typeface="Lexend"/>
              <a:ea typeface="Lexend"/>
              <a:cs typeface="Lexend"/>
              <a:sym typeface="Lexend"/>
            </a:endParaRPr>
          </a:p>
        </p:txBody>
      </p:sp>
    </p:spTree>
  </p:cSld>
  <p:clrMapOvr>
    <a:masterClrMapping/>
  </p:clrMapOvr>
</p:sldLayout>
</file>

<file path=ppt/slideLayouts/slideLayout2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3.02 CfU true/false justify - blue">
  <p:cSld name="TITLE_AND_TWO_COLUMNS_1_1_9_1_3_2">
    <p:bg>
      <p:bgPr>
        <a:solidFill>
          <a:srgbClr val="EBEDFE"/>
        </a:solidFill>
      </p:bgPr>
    </p:bg>
    <p:spTree>
      <p:nvGrpSpPr>
        <p:cNvPr id="330" name="Shape 330"/>
        <p:cNvGrpSpPr/>
        <p:nvPr/>
      </p:nvGrpSpPr>
      <p:grpSpPr>
        <a:xfrm>
          <a:off x="0" y="0"/>
          <a:ext cx="0" cy="0"/>
          <a:chOff x="0" y="0"/>
          <a:chExt cx="0" cy="0"/>
        </a:xfrm>
      </p:grpSpPr>
      <p:pic>
        <p:nvPicPr>
          <p:cNvPr id="331" name="Google Shape;331;p30"/>
          <p:cNvPicPr preferRelativeResize="0"/>
          <p:nvPr/>
        </p:nvPicPr>
        <p:blipFill rotWithShape="1">
          <a:blip r:embed="rId2">
            <a:alphaModFix/>
          </a:blip>
          <a:srcRect b="1672" l="0" r="0" t="1662"/>
          <a:stretch/>
        </p:blipFill>
        <p:spPr>
          <a:xfrm>
            <a:off x="0" y="532525"/>
            <a:ext cx="9151202" cy="116709"/>
          </a:xfrm>
          <a:prstGeom prst="rect">
            <a:avLst/>
          </a:prstGeom>
          <a:noFill/>
          <a:ln>
            <a:noFill/>
          </a:ln>
        </p:spPr>
      </p:pic>
      <p:sp>
        <p:nvSpPr>
          <p:cNvPr id="332" name="Google Shape;332;p30"/>
          <p:cNvSpPr/>
          <p:nvPr/>
        </p:nvSpPr>
        <p:spPr>
          <a:xfrm>
            <a:off x="-1" y="-2"/>
            <a:ext cx="9144300" cy="540300"/>
          </a:xfrm>
          <a:prstGeom prst="rect">
            <a:avLst/>
          </a:pr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3" name="Google Shape;333;p30"/>
          <p:cNvSpPr txBox="1"/>
          <p:nvPr/>
        </p:nvSpPr>
        <p:spPr>
          <a:xfrm>
            <a:off x="3025325" y="1839875"/>
            <a:ext cx="1289100" cy="3387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None/>
            </a:pPr>
            <a:r>
              <a:rPr b="1" lang="en-GB" sz="2200">
                <a:solidFill>
                  <a:schemeClr val="dk1"/>
                </a:solidFill>
                <a:latin typeface="Lexend"/>
                <a:ea typeface="Lexend"/>
                <a:cs typeface="Lexend"/>
                <a:sym typeface="Lexend"/>
              </a:rPr>
              <a:t>True</a:t>
            </a:r>
            <a:endParaRPr b="1" sz="2200">
              <a:solidFill>
                <a:schemeClr val="dk1"/>
              </a:solidFill>
              <a:latin typeface="Lexend"/>
              <a:ea typeface="Lexend"/>
              <a:cs typeface="Lexend"/>
              <a:sym typeface="Lexend"/>
            </a:endParaRPr>
          </a:p>
        </p:txBody>
      </p:sp>
      <p:sp>
        <p:nvSpPr>
          <p:cNvPr id="334" name="Google Shape;334;p30"/>
          <p:cNvSpPr txBox="1"/>
          <p:nvPr/>
        </p:nvSpPr>
        <p:spPr>
          <a:xfrm>
            <a:off x="5431100" y="1817150"/>
            <a:ext cx="1060200" cy="3387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None/>
            </a:pPr>
            <a:r>
              <a:rPr b="1" lang="en-GB" sz="2200">
                <a:solidFill>
                  <a:schemeClr val="dk1"/>
                </a:solidFill>
                <a:latin typeface="Lexend"/>
                <a:ea typeface="Lexend"/>
                <a:cs typeface="Lexend"/>
                <a:sym typeface="Lexend"/>
              </a:rPr>
              <a:t>False</a:t>
            </a:r>
            <a:endParaRPr b="1" sz="2200">
              <a:solidFill>
                <a:schemeClr val="dk1"/>
              </a:solidFill>
              <a:latin typeface="Lexend"/>
              <a:ea typeface="Lexend"/>
              <a:cs typeface="Lexend"/>
              <a:sym typeface="Lexend"/>
            </a:endParaRPr>
          </a:p>
        </p:txBody>
      </p:sp>
      <p:sp>
        <p:nvSpPr>
          <p:cNvPr id="335" name="Google Shape;335;p30"/>
          <p:cNvSpPr txBox="1"/>
          <p:nvPr/>
        </p:nvSpPr>
        <p:spPr>
          <a:xfrm>
            <a:off x="324000" y="2623800"/>
            <a:ext cx="3968400" cy="3387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None/>
            </a:pPr>
            <a:r>
              <a:rPr b="1" lang="en-GB" sz="2200">
                <a:solidFill>
                  <a:schemeClr val="dk1"/>
                </a:solidFill>
                <a:latin typeface="Lexend"/>
                <a:ea typeface="Lexend"/>
                <a:cs typeface="Lexend"/>
                <a:sym typeface="Lexend"/>
              </a:rPr>
              <a:t>Justify your answer</a:t>
            </a:r>
            <a:endParaRPr b="1" sz="2200">
              <a:solidFill>
                <a:schemeClr val="dk1"/>
              </a:solidFill>
              <a:latin typeface="Lexend"/>
              <a:ea typeface="Lexend"/>
              <a:cs typeface="Lexend"/>
              <a:sym typeface="Lexend"/>
            </a:endParaRPr>
          </a:p>
        </p:txBody>
      </p:sp>
      <p:sp>
        <p:nvSpPr>
          <p:cNvPr id="336" name="Google Shape;336;p30"/>
          <p:cNvSpPr txBox="1"/>
          <p:nvPr>
            <p:ph idx="1" type="subTitle"/>
          </p:nvPr>
        </p:nvSpPr>
        <p:spPr>
          <a:xfrm>
            <a:off x="324000" y="1080000"/>
            <a:ext cx="6722400" cy="250500"/>
          </a:xfrm>
          <a:prstGeom prst="rect">
            <a:avLst/>
          </a:prstGeom>
        </p:spPr>
        <p:txBody>
          <a:bodyPr anchorCtr="0" anchor="t" bIns="0" lIns="0" spcFirstLastPara="1" rIns="0" wrap="square" tIns="0">
            <a:noAutofit/>
          </a:bodyPr>
          <a:lstStyle>
            <a:lvl1pPr lvl="0" rtl="0">
              <a:spcBef>
                <a:spcPts val="0"/>
              </a:spcBef>
              <a:spcAft>
                <a:spcPts val="0"/>
              </a:spcAft>
              <a:buSzPts val="2200"/>
              <a:buFont typeface="Lexend"/>
              <a:buNone/>
              <a:defRPr sz="2200">
                <a:latin typeface="Lexend"/>
                <a:ea typeface="Lexend"/>
                <a:cs typeface="Lexend"/>
                <a:sym typeface="Lexend"/>
              </a:defRPr>
            </a:lvl1pPr>
            <a:lvl2pPr lvl="1" rtl="0">
              <a:spcBef>
                <a:spcPts val="1000"/>
              </a:spcBef>
              <a:spcAft>
                <a:spcPts val="0"/>
              </a:spcAft>
              <a:buSzPts val="2100"/>
              <a:buNone/>
              <a:defRPr/>
            </a:lvl2pPr>
            <a:lvl3pPr lvl="2" rtl="0">
              <a:spcBef>
                <a:spcPts val="1000"/>
              </a:spcBef>
              <a:spcAft>
                <a:spcPts val="0"/>
              </a:spcAft>
              <a:buSzPts val="2000"/>
              <a:buNone/>
              <a:defRPr/>
            </a:lvl3pPr>
            <a:lvl4pPr lvl="3" rtl="0">
              <a:spcBef>
                <a:spcPts val="800"/>
              </a:spcBef>
              <a:spcAft>
                <a:spcPts val="0"/>
              </a:spcAft>
              <a:buSzPts val="1900"/>
              <a:buNone/>
              <a:defRPr/>
            </a:lvl4pPr>
            <a:lvl5pPr lvl="4" rtl="0">
              <a:spcBef>
                <a:spcPts val="800"/>
              </a:spcBef>
              <a:spcAft>
                <a:spcPts val="0"/>
              </a:spcAft>
              <a:buSzPts val="1800"/>
              <a:buNone/>
              <a:defRPr/>
            </a:lvl5pPr>
            <a:lvl6pPr lvl="5" rtl="0">
              <a:spcBef>
                <a:spcPts val="600"/>
              </a:spcBef>
              <a:spcAft>
                <a:spcPts val="0"/>
              </a:spcAft>
              <a:buSzPts val="1800"/>
              <a:buNone/>
              <a:defRPr/>
            </a:lvl6pPr>
            <a:lvl7pPr lvl="6" rtl="0">
              <a:spcBef>
                <a:spcPts val="600"/>
              </a:spcBef>
              <a:spcAft>
                <a:spcPts val="0"/>
              </a:spcAft>
              <a:buSzPts val="1800"/>
              <a:buNone/>
              <a:defRPr/>
            </a:lvl7pPr>
            <a:lvl8pPr lvl="7" rtl="0">
              <a:spcBef>
                <a:spcPts val="400"/>
              </a:spcBef>
              <a:spcAft>
                <a:spcPts val="0"/>
              </a:spcAft>
              <a:buSzPts val="1800"/>
              <a:buNone/>
              <a:defRPr/>
            </a:lvl8pPr>
            <a:lvl9pPr lvl="8" rtl="0">
              <a:spcBef>
                <a:spcPts val="400"/>
              </a:spcBef>
              <a:spcAft>
                <a:spcPts val="200"/>
              </a:spcAft>
              <a:buSzPts val="1800"/>
              <a:buNone/>
              <a:defRPr/>
            </a:lvl9pPr>
          </a:lstStyle>
          <a:p/>
        </p:txBody>
      </p:sp>
      <p:sp>
        <p:nvSpPr>
          <p:cNvPr id="337" name="Google Shape;337;p30"/>
          <p:cNvSpPr txBox="1"/>
          <p:nvPr/>
        </p:nvSpPr>
        <p:spPr>
          <a:xfrm>
            <a:off x="324000" y="660750"/>
            <a:ext cx="2189100" cy="3693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None/>
            </a:pPr>
            <a:r>
              <a:rPr b="1" lang="en-GB" sz="2200">
                <a:solidFill>
                  <a:schemeClr val="dk1"/>
                </a:solidFill>
                <a:latin typeface="Lexend"/>
                <a:ea typeface="Lexend"/>
                <a:cs typeface="Lexend"/>
                <a:sym typeface="Lexend"/>
              </a:rPr>
              <a:t>True or false?</a:t>
            </a:r>
            <a:r>
              <a:rPr lang="en-GB" sz="2400">
                <a:solidFill>
                  <a:schemeClr val="dk1"/>
                </a:solidFill>
                <a:latin typeface="ABeeZee"/>
                <a:ea typeface="ABeeZee"/>
                <a:cs typeface="ABeeZee"/>
                <a:sym typeface="ABeeZee"/>
              </a:rPr>
              <a:t> </a:t>
            </a:r>
            <a:endParaRPr sz="2400">
              <a:solidFill>
                <a:schemeClr val="dk1"/>
              </a:solidFill>
              <a:latin typeface="ABeeZee"/>
              <a:ea typeface="ABeeZee"/>
              <a:cs typeface="ABeeZee"/>
              <a:sym typeface="ABeeZee"/>
            </a:endParaRPr>
          </a:p>
        </p:txBody>
      </p:sp>
      <p:pic>
        <p:nvPicPr>
          <p:cNvPr id="338" name="Google Shape;338;p30"/>
          <p:cNvPicPr preferRelativeResize="0"/>
          <p:nvPr/>
        </p:nvPicPr>
        <p:blipFill rotWithShape="1">
          <a:blip r:embed="rId3">
            <a:alphaModFix/>
          </a:blip>
          <a:srcRect b="0" l="0" r="0" t="0"/>
          <a:stretch/>
        </p:blipFill>
        <p:spPr>
          <a:xfrm>
            <a:off x="8528585" y="-11474"/>
            <a:ext cx="499700" cy="499700"/>
          </a:xfrm>
          <a:prstGeom prst="rect">
            <a:avLst/>
          </a:prstGeom>
          <a:noFill/>
          <a:ln>
            <a:noFill/>
          </a:ln>
        </p:spPr>
      </p:pic>
      <p:sp>
        <p:nvSpPr>
          <p:cNvPr id="339" name="Google Shape;339;p30"/>
          <p:cNvSpPr txBox="1"/>
          <p:nvPr/>
        </p:nvSpPr>
        <p:spPr>
          <a:xfrm>
            <a:off x="8476560" y="438750"/>
            <a:ext cx="603900" cy="138600"/>
          </a:xfrm>
          <a:prstGeom prst="rect">
            <a:avLst/>
          </a:prstGeom>
          <a:noFill/>
          <a:ln>
            <a:noFill/>
          </a:ln>
        </p:spPr>
        <p:txBody>
          <a:bodyPr anchorCtr="0" anchor="t" bIns="0" lIns="0" spcFirstLastPara="1" rIns="0" wrap="square" tIns="0">
            <a:spAutoFit/>
          </a:bodyPr>
          <a:lstStyle/>
          <a:p>
            <a:pPr indent="0" lvl="0" marL="0" rtl="0" algn="ctr">
              <a:spcBef>
                <a:spcPts val="0"/>
              </a:spcBef>
              <a:spcAft>
                <a:spcPts val="0"/>
              </a:spcAft>
              <a:buNone/>
            </a:pPr>
            <a:r>
              <a:rPr b="1" lang="en-GB" sz="900">
                <a:solidFill>
                  <a:srgbClr val="EBEDFE"/>
                </a:solidFill>
                <a:latin typeface="Lexend"/>
                <a:ea typeface="Lexend"/>
                <a:cs typeface="Lexend"/>
                <a:sym typeface="Lexend"/>
              </a:rPr>
              <a:t>Check</a:t>
            </a:r>
            <a:endParaRPr b="1" sz="900">
              <a:solidFill>
                <a:srgbClr val="EBEDFE"/>
              </a:solidFill>
              <a:latin typeface="Lexend"/>
              <a:ea typeface="Lexend"/>
              <a:cs typeface="Lexend"/>
              <a:sym typeface="Lexend"/>
            </a:endParaRPr>
          </a:p>
        </p:txBody>
      </p:sp>
      <p:sp>
        <p:nvSpPr>
          <p:cNvPr id="340" name="Google Shape;340;p30"/>
          <p:cNvSpPr txBox="1"/>
          <p:nvPr>
            <p:ph type="title"/>
          </p:nvPr>
        </p:nvSpPr>
        <p:spPr>
          <a:xfrm>
            <a:off x="324000" y="0"/>
            <a:ext cx="7885200" cy="613500"/>
          </a:xfrm>
          <a:prstGeom prst="rect">
            <a:avLst/>
          </a:prstGeom>
        </p:spPr>
        <p:txBody>
          <a:bodyPr anchorCtr="0" anchor="ctr" bIns="0" lIns="0" spcFirstLastPara="1" rIns="0" wrap="square" tIns="0">
            <a:noAutofit/>
          </a:bodyPr>
          <a:lstStyle>
            <a:lvl1pPr lvl="0" rtl="0">
              <a:lnSpc>
                <a:spcPct val="100000"/>
              </a:lnSpc>
              <a:spcBef>
                <a:spcPts val="0"/>
              </a:spcBef>
              <a:spcAft>
                <a:spcPts val="0"/>
              </a:spcAft>
              <a:buClr>
                <a:schemeClr val="lt1"/>
              </a:buClr>
              <a:buSzPts val="2000"/>
              <a:buFont typeface="Lexend"/>
              <a:buNone/>
              <a:defRPr sz="2000">
                <a:solidFill>
                  <a:schemeClr val="lt1"/>
                </a:solidFill>
                <a:latin typeface="Lexend"/>
                <a:ea typeface="Lexend"/>
                <a:cs typeface="Lexend"/>
                <a:sym typeface="Lexend"/>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
        <p:nvSpPr>
          <p:cNvPr id="341" name="Google Shape;341;p30"/>
          <p:cNvSpPr txBox="1"/>
          <p:nvPr>
            <p:ph idx="2" type="subTitle"/>
          </p:nvPr>
        </p:nvSpPr>
        <p:spPr>
          <a:xfrm>
            <a:off x="980575" y="3196113"/>
            <a:ext cx="7452600" cy="730800"/>
          </a:xfrm>
          <a:prstGeom prst="rect">
            <a:avLst/>
          </a:prstGeom>
        </p:spPr>
        <p:txBody>
          <a:bodyPr anchorCtr="0" anchor="t" bIns="0" lIns="0" spcFirstLastPara="1" rIns="0" wrap="square" tIns="0">
            <a:noAutofit/>
          </a:bodyPr>
          <a:lstStyle>
            <a:lvl1pPr lvl="0" rtl="0">
              <a:spcBef>
                <a:spcPts val="0"/>
              </a:spcBef>
              <a:spcAft>
                <a:spcPts val="0"/>
              </a:spcAft>
              <a:buSzPts val="2200"/>
              <a:buFont typeface="Lexend"/>
              <a:buNone/>
              <a:defRPr sz="2200">
                <a:latin typeface="Lexend"/>
                <a:ea typeface="Lexend"/>
                <a:cs typeface="Lexend"/>
                <a:sym typeface="Lexend"/>
              </a:defRPr>
            </a:lvl1pPr>
            <a:lvl2pPr lvl="1" rtl="0">
              <a:spcBef>
                <a:spcPts val="1000"/>
              </a:spcBef>
              <a:spcAft>
                <a:spcPts val="0"/>
              </a:spcAft>
              <a:buSzPts val="2100"/>
              <a:buNone/>
              <a:defRPr/>
            </a:lvl2pPr>
            <a:lvl3pPr lvl="2" rtl="0">
              <a:spcBef>
                <a:spcPts val="1000"/>
              </a:spcBef>
              <a:spcAft>
                <a:spcPts val="0"/>
              </a:spcAft>
              <a:buSzPts val="2000"/>
              <a:buNone/>
              <a:defRPr/>
            </a:lvl3pPr>
            <a:lvl4pPr lvl="3" rtl="0">
              <a:spcBef>
                <a:spcPts val="800"/>
              </a:spcBef>
              <a:spcAft>
                <a:spcPts val="0"/>
              </a:spcAft>
              <a:buSzPts val="1900"/>
              <a:buNone/>
              <a:defRPr/>
            </a:lvl4pPr>
            <a:lvl5pPr lvl="4" rtl="0">
              <a:spcBef>
                <a:spcPts val="800"/>
              </a:spcBef>
              <a:spcAft>
                <a:spcPts val="0"/>
              </a:spcAft>
              <a:buSzPts val="1800"/>
              <a:buNone/>
              <a:defRPr/>
            </a:lvl5pPr>
            <a:lvl6pPr lvl="5" rtl="0">
              <a:spcBef>
                <a:spcPts val="600"/>
              </a:spcBef>
              <a:spcAft>
                <a:spcPts val="0"/>
              </a:spcAft>
              <a:buSzPts val="1800"/>
              <a:buNone/>
              <a:defRPr/>
            </a:lvl6pPr>
            <a:lvl7pPr lvl="6" rtl="0">
              <a:spcBef>
                <a:spcPts val="600"/>
              </a:spcBef>
              <a:spcAft>
                <a:spcPts val="0"/>
              </a:spcAft>
              <a:buSzPts val="1800"/>
              <a:buNone/>
              <a:defRPr/>
            </a:lvl7pPr>
            <a:lvl8pPr lvl="7" rtl="0">
              <a:spcBef>
                <a:spcPts val="400"/>
              </a:spcBef>
              <a:spcAft>
                <a:spcPts val="0"/>
              </a:spcAft>
              <a:buSzPts val="1800"/>
              <a:buNone/>
              <a:defRPr/>
            </a:lvl8pPr>
            <a:lvl9pPr lvl="8" rtl="0">
              <a:spcBef>
                <a:spcPts val="400"/>
              </a:spcBef>
              <a:spcAft>
                <a:spcPts val="200"/>
              </a:spcAft>
              <a:buSzPts val="1800"/>
              <a:buNone/>
              <a:defRPr/>
            </a:lvl9pPr>
          </a:lstStyle>
          <a:p/>
        </p:txBody>
      </p:sp>
      <p:sp>
        <p:nvSpPr>
          <p:cNvPr id="342" name="Google Shape;342;p30"/>
          <p:cNvSpPr txBox="1"/>
          <p:nvPr>
            <p:ph idx="3" type="subTitle"/>
          </p:nvPr>
        </p:nvSpPr>
        <p:spPr>
          <a:xfrm>
            <a:off x="980575" y="4040345"/>
            <a:ext cx="7452600" cy="730800"/>
          </a:xfrm>
          <a:prstGeom prst="rect">
            <a:avLst/>
          </a:prstGeom>
        </p:spPr>
        <p:txBody>
          <a:bodyPr anchorCtr="0" anchor="t" bIns="0" lIns="0" spcFirstLastPara="1" rIns="0" wrap="square" tIns="0">
            <a:noAutofit/>
          </a:bodyPr>
          <a:lstStyle>
            <a:lvl1pPr lvl="0" rtl="0">
              <a:spcBef>
                <a:spcPts val="0"/>
              </a:spcBef>
              <a:spcAft>
                <a:spcPts val="0"/>
              </a:spcAft>
              <a:buSzPts val="2200"/>
              <a:buFont typeface="Lexend"/>
              <a:buNone/>
              <a:defRPr sz="2200">
                <a:latin typeface="Lexend"/>
                <a:ea typeface="Lexend"/>
                <a:cs typeface="Lexend"/>
                <a:sym typeface="Lexend"/>
              </a:defRPr>
            </a:lvl1pPr>
            <a:lvl2pPr lvl="1" rtl="0">
              <a:spcBef>
                <a:spcPts val="1000"/>
              </a:spcBef>
              <a:spcAft>
                <a:spcPts val="0"/>
              </a:spcAft>
              <a:buSzPts val="2100"/>
              <a:buNone/>
              <a:defRPr/>
            </a:lvl2pPr>
            <a:lvl3pPr lvl="2" rtl="0">
              <a:spcBef>
                <a:spcPts val="1000"/>
              </a:spcBef>
              <a:spcAft>
                <a:spcPts val="0"/>
              </a:spcAft>
              <a:buSzPts val="2000"/>
              <a:buNone/>
              <a:defRPr/>
            </a:lvl3pPr>
            <a:lvl4pPr lvl="3" rtl="0">
              <a:spcBef>
                <a:spcPts val="800"/>
              </a:spcBef>
              <a:spcAft>
                <a:spcPts val="0"/>
              </a:spcAft>
              <a:buSzPts val="1900"/>
              <a:buNone/>
              <a:defRPr/>
            </a:lvl4pPr>
            <a:lvl5pPr lvl="4" rtl="0">
              <a:spcBef>
                <a:spcPts val="800"/>
              </a:spcBef>
              <a:spcAft>
                <a:spcPts val="0"/>
              </a:spcAft>
              <a:buSzPts val="1800"/>
              <a:buNone/>
              <a:defRPr/>
            </a:lvl5pPr>
            <a:lvl6pPr lvl="5" rtl="0">
              <a:spcBef>
                <a:spcPts val="600"/>
              </a:spcBef>
              <a:spcAft>
                <a:spcPts val="0"/>
              </a:spcAft>
              <a:buSzPts val="1800"/>
              <a:buNone/>
              <a:defRPr/>
            </a:lvl6pPr>
            <a:lvl7pPr lvl="6" rtl="0">
              <a:spcBef>
                <a:spcPts val="600"/>
              </a:spcBef>
              <a:spcAft>
                <a:spcPts val="0"/>
              </a:spcAft>
              <a:buSzPts val="1800"/>
              <a:buNone/>
              <a:defRPr/>
            </a:lvl7pPr>
            <a:lvl8pPr lvl="7" rtl="0">
              <a:spcBef>
                <a:spcPts val="400"/>
              </a:spcBef>
              <a:spcAft>
                <a:spcPts val="0"/>
              </a:spcAft>
              <a:buSzPts val="1800"/>
              <a:buNone/>
              <a:defRPr/>
            </a:lvl8pPr>
            <a:lvl9pPr lvl="8" rtl="0">
              <a:spcBef>
                <a:spcPts val="400"/>
              </a:spcBef>
              <a:spcAft>
                <a:spcPts val="200"/>
              </a:spcAft>
              <a:buSzPts val="1800"/>
              <a:buNone/>
              <a:defRPr/>
            </a:lvl9pPr>
          </a:lstStyle>
          <a:p/>
        </p:txBody>
      </p:sp>
      <p:grpSp>
        <p:nvGrpSpPr>
          <p:cNvPr id="343" name="Google Shape;343;p30"/>
          <p:cNvGrpSpPr/>
          <p:nvPr/>
        </p:nvGrpSpPr>
        <p:grpSpPr>
          <a:xfrm>
            <a:off x="324128" y="3139463"/>
            <a:ext cx="457200" cy="457200"/>
            <a:chOff x="1020916" y="1442088"/>
            <a:chExt cx="457200" cy="457200"/>
          </a:xfrm>
        </p:grpSpPr>
        <p:pic>
          <p:nvPicPr>
            <p:cNvPr id="344" name="Google Shape;344;p30"/>
            <p:cNvPicPr preferRelativeResize="0"/>
            <p:nvPr/>
          </p:nvPicPr>
          <p:blipFill>
            <a:blip r:embed="rId4">
              <a:alphaModFix/>
            </a:blip>
            <a:stretch>
              <a:fillRect/>
            </a:stretch>
          </p:blipFill>
          <p:spPr>
            <a:xfrm>
              <a:off x="1020916" y="1442088"/>
              <a:ext cx="457200" cy="457200"/>
            </a:xfrm>
            <a:prstGeom prst="rect">
              <a:avLst/>
            </a:prstGeom>
            <a:noFill/>
            <a:ln>
              <a:noFill/>
            </a:ln>
          </p:spPr>
        </p:pic>
        <p:sp>
          <p:nvSpPr>
            <p:cNvPr id="345" name="Google Shape;345;p30"/>
            <p:cNvSpPr txBox="1"/>
            <p:nvPr/>
          </p:nvSpPr>
          <p:spPr>
            <a:xfrm>
              <a:off x="1045528" y="1526400"/>
              <a:ext cx="408000" cy="2772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GB" sz="1800">
                  <a:solidFill>
                    <a:srgbClr val="FFFFFF"/>
                  </a:solidFill>
                  <a:latin typeface="Lexend"/>
                  <a:ea typeface="Lexend"/>
                  <a:cs typeface="Lexend"/>
                  <a:sym typeface="Lexend"/>
                </a:rPr>
                <a:t>a</a:t>
              </a:r>
              <a:endParaRPr b="1" sz="1800">
                <a:solidFill>
                  <a:srgbClr val="FFFFFF"/>
                </a:solidFill>
                <a:latin typeface="Lexend"/>
                <a:ea typeface="Lexend"/>
                <a:cs typeface="Lexend"/>
                <a:sym typeface="Lexend"/>
              </a:endParaRPr>
            </a:p>
          </p:txBody>
        </p:sp>
      </p:grpSp>
      <p:grpSp>
        <p:nvGrpSpPr>
          <p:cNvPr id="346" name="Google Shape;346;p30"/>
          <p:cNvGrpSpPr/>
          <p:nvPr/>
        </p:nvGrpSpPr>
        <p:grpSpPr>
          <a:xfrm>
            <a:off x="324128" y="3987825"/>
            <a:ext cx="457200" cy="457200"/>
            <a:chOff x="1020916" y="1442088"/>
            <a:chExt cx="457200" cy="457200"/>
          </a:xfrm>
        </p:grpSpPr>
        <p:pic>
          <p:nvPicPr>
            <p:cNvPr id="347" name="Google Shape;347;p30"/>
            <p:cNvPicPr preferRelativeResize="0"/>
            <p:nvPr/>
          </p:nvPicPr>
          <p:blipFill>
            <a:blip r:embed="rId4">
              <a:alphaModFix/>
            </a:blip>
            <a:stretch>
              <a:fillRect/>
            </a:stretch>
          </p:blipFill>
          <p:spPr>
            <a:xfrm>
              <a:off x="1020916" y="1442088"/>
              <a:ext cx="457200" cy="457200"/>
            </a:xfrm>
            <a:prstGeom prst="rect">
              <a:avLst/>
            </a:prstGeom>
            <a:noFill/>
            <a:ln>
              <a:noFill/>
            </a:ln>
          </p:spPr>
        </p:pic>
        <p:sp>
          <p:nvSpPr>
            <p:cNvPr id="348" name="Google Shape;348;p30"/>
            <p:cNvSpPr txBox="1"/>
            <p:nvPr/>
          </p:nvSpPr>
          <p:spPr>
            <a:xfrm>
              <a:off x="1045528" y="1526400"/>
              <a:ext cx="408000" cy="2772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GB" sz="1800">
                  <a:solidFill>
                    <a:srgbClr val="FFFFFF"/>
                  </a:solidFill>
                  <a:latin typeface="Lexend"/>
                  <a:ea typeface="Lexend"/>
                  <a:cs typeface="Lexend"/>
                  <a:sym typeface="Lexend"/>
                </a:rPr>
                <a:t>b</a:t>
              </a:r>
              <a:endParaRPr b="1" sz="1800">
                <a:solidFill>
                  <a:srgbClr val="FFFFFF"/>
                </a:solidFill>
                <a:latin typeface="Lexend"/>
                <a:ea typeface="Lexend"/>
                <a:cs typeface="Lexend"/>
                <a:sym typeface="Lexend"/>
              </a:endParaRPr>
            </a:p>
          </p:txBody>
        </p:sp>
      </p:grpSp>
      <p:pic>
        <p:nvPicPr>
          <p:cNvPr id="349" name="Google Shape;349;p30"/>
          <p:cNvPicPr preferRelativeResize="0"/>
          <p:nvPr/>
        </p:nvPicPr>
        <p:blipFill>
          <a:blip r:embed="rId5">
            <a:alphaModFix/>
          </a:blip>
          <a:stretch>
            <a:fillRect/>
          </a:stretch>
        </p:blipFill>
        <p:spPr>
          <a:xfrm>
            <a:off x="2429763" y="1780516"/>
            <a:ext cx="457425" cy="457425"/>
          </a:xfrm>
          <a:prstGeom prst="rect">
            <a:avLst/>
          </a:prstGeom>
          <a:noFill/>
          <a:ln>
            <a:noFill/>
          </a:ln>
        </p:spPr>
      </p:pic>
      <p:pic>
        <p:nvPicPr>
          <p:cNvPr id="350" name="Google Shape;350;p30"/>
          <p:cNvPicPr preferRelativeResize="0"/>
          <p:nvPr/>
        </p:nvPicPr>
        <p:blipFill>
          <a:blip r:embed="rId5">
            <a:alphaModFix/>
          </a:blip>
          <a:stretch>
            <a:fillRect/>
          </a:stretch>
        </p:blipFill>
        <p:spPr>
          <a:xfrm>
            <a:off x="4823988" y="1780516"/>
            <a:ext cx="457425" cy="457425"/>
          </a:xfrm>
          <a:prstGeom prst="rect">
            <a:avLst/>
          </a:prstGeom>
          <a:noFill/>
          <a:ln>
            <a:noFill/>
          </a:ln>
        </p:spPr>
      </p:pic>
      <p:sp>
        <p:nvSpPr>
          <p:cNvPr id="351" name="Google Shape;351;p30"/>
          <p:cNvSpPr txBox="1"/>
          <p:nvPr/>
        </p:nvSpPr>
        <p:spPr>
          <a:xfrm>
            <a:off x="2454488" y="1870613"/>
            <a:ext cx="408000" cy="2772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GB" sz="1800">
                <a:solidFill>
                  <a:schemeClr val="lt1"/>
                </a:solidFill>
                <a:latin typeface="Lexend"/>
                <a:ea typeface="Lexend"/>
                <a:cs typeface="Lexend"/>
                <a:sym typeface="Lexend"/>
              </a:rPr>
              <a:t>T</a:t>
            </a:r>
            <a:endParaRPr b="1" sz="1800">
              <a:solidFill>
                <a:schemeClr val="lt1"/>
              </a:solidFill>
              <a:latin typeface="Lexend"/>
              <a:ea typeface="Lexend"/>
              <a:cs typeface="Lexend"/>
              <a:sym typeface="Lexend"/>
            </a:endParaRPr>
          </a:p>
        </p:txBody>
      </p:sp>
      <p:sp>
        <p:nvSpPr>
          <p:cNvPr id="352" name="Google Shape;352;p30"/>
          <p:cNvSpPr txBox="1"/>
          <p:nvPr/>
        </p:nvSpPr>
        <p:spPr>
          <a:xfrm>
            <a:off x="4848713" y="1870613"/>
            <a:ext cx="408000" cy="2772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GB" sz="1800">
                <a:solidFill>
                  <a:schemeClr val="lt1"/>
                </a:solidFill>
                <a:latin typeface="Lexend"/>
                <a:ea typeface="Lexend"/>
                <a:cs typeface="Lexend"/>
                <a:sym typeface="Lexend"/>
              </a:rPr>
              <a:t>F</a:t>
            </a:r>
            <a:endParaRPr b="1" sz="1800">
              <a:solidFill>
                <a:schemeClr val="lt1"/>
              </a:solidFill>
              <a:latin typeface="Lexend"/>
              <a:ea typeface="Lexend"/>
              <a:cs typeface="Lexend"/>
              <a:sym typeface="Lexend"/>
            </a:endParaRPr>
          </a:p>
        </p:txBody>
      </p:sp>
    </p:spTree>
  </p:cSld>
  <p:clrMapOvr>
    <a:masterClrMapping/>
  </p:clrMapOvr>
</p:sldLayout>
</file>

<file path=ppt/slideLayouts/slideLayout3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4.02 CfU true/false justify - pink">
  <p:cSld name="TITLE_AND_TWO_COLUMNS_1_1_9_1_3_1_1_1_1">
    <p:bg>
      <p:bgPr>
        <a:solidFill>
          <a:srgbClr val="FAEAF6"/>
        </a:solidFill>
      </p:bgPr>
    </p:bg>
    <p:spTree>
      <p:nvGrpSpPr>
        <p:cNvPr id="353" name="Shape 353"/>
        <p:cNvGrpSpPr/>
        <p:nvPr/>
      </p:nvGrpSpPr>
      <p:grpSpPr>
        <a:xfrm>
          <a:off x="0" y="0"/>
          <a:ext cx="0" cy="0"/>
          <a:chOff x="0" y="0"/>
          <a:chExt cx="0" cy="0"/>
        </a:xfrm>
      </p:grpSpPr>
      <p:pic>
        <p:nvPicPr>
          <p:cNvPr id="354" name="Google Shape;354;p31"/>
          <p:cNvPicPr preferRelativeResize="0"/>
          <p:nvPr/>
        </p:nvPicPr>
        <p:blipFill rotWithShape="1">
          <a:blip r:embed="rId2">
            <a:alphaModFix/>
          </a:blip>
          <a:srcRect b="1672" l="0" r="0" t="1662"/>
          <a:stretch/>
        </p:blipFill>
        <p:spPr>
          <a:xfrm>
            <a:off x="0" y="532525"/>
            <a:ext cx="9151202" cy="116709"/>
          </a:xfrm>
          <a:prstGeom prst="rect">
            <a:avLst/>
          </a:prstGeom>
          <a:noFill/>
          <a:ln>
            <a:noFill/>
          </a:ln>
        </p:spPr>
      </p:pic>
      <p:sp>
        <p:nvSpPr>
          <p:cNvPr id="355" name="Google Shape;355;p31"/>
          <p:cNvSpPr/>
          <p:nvPr/>
        </p:nvSpPr>
        <p:spPr>
          <a:xfrm>
            <a:off x="0" y="1"/>
            <a:ext cx="9144300" cy="540300"/>
          </a:xfrm>
          <a:prstGeom prst="rect">
            <a:avLst/>
          </a:pr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6" name="Google Shape;356;p31"/>
          <p:cNvSpPr txBox="1"/>
          <p:nvPr/>
        </p:nvSpPr>
        <p:spPr>
          <a:xfrm>
            <a:off x="3025325" y="1839875"/>
            <a:ext cx="1289100" cy="3387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None/>
            </a:pPr>
            <a:r>
              <a:rPr b="1" lang="en-GB" sz="2200">
                <a:solidFill>
                  <a:schemeClr val="dk1"/>
                </a:solidFill>
                <a:latin typeface="Lexend"/>
                <a:ea typeface="Lexend"/>
                <a:cs typeface="Lexend"/>
                <a:sym typeface="Lexend"/>
              </a:rPr>
              <a:t>True</a:t>
            </a:r>
            <a:endParaRPr b="1" sz="2200">
              <a:solidFill>
                <a:schemeClr val="dk1"/>
              </a:solidFill>
              <a:latin typeface="Lexend"/>
              <a:ea typeface="Lexend"/>
              <a:cs typeface="Lexend"/>
              <a:sym typeface="Lexend"/>
            </a:endParaRPr>
          </a:p>
        </p:txBody>
      </p:sp>
      <p:sp>
        <p:nvSpPr>
          <p:cNvPr id="357" name="Google Shape;357;p31"/>
          <p:cNvSpPr txBox="1"/>
          <p:nvPr/>
        </p:nvSpPr>
        <p:spPr>
          <a:xfrm>
            <a:off x="5431100" y="1817150"/>
            <a:ext cx="1060200" cy="3387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None/>
            </a:pPr>
            <a:r>
              <a:rPr b="1" lang="en-GB" sz="2200">
                <a:solidFill>
                  <a:schemeClr val="dk1"/>
                </a:solidFill>
                <a:latin typeface="Lexend"/>
                <a:ea typeface="Lexend"/>
                <a:cs typeface="Lexend"/>
                <a:sym typeface="Lexend"/>
              </a:rPr>
              <a:t>False</a:t>
            </a:r>
            <a:endParaRPr b="1" sz="2200">
              <a:solidFill>
                <a:schemeClr val="dk1"/>
              </a:solidFill>
              <a:latin typeface="Lexend"/>
              <a:ea typeface="Lexend"/>
              <a:cs typeface="Lexend"/>
              <a:sym typeface="Lexend"/>
            </a:endParaRPr>
          </a:p>
        </p:txBody>
      </p:sp>
      <p:sp>
        <p:nvSpPr>
          <p:cNvPr id="358" name="Google Shape;358;p31"/>
          <p:cNvSpPr txBox="1"/>
          <p:nvPr/>
        </p:nvSpPr>
        <p:spPr>
          <a:xfrm>
            <a:off x="324000" y="2623800"/>
            <a:ext cx="3968400" cy="3387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None/>
            </a:pPr>
            <a:r>
              <a:rPr b="1" lang="en-GB" sz="2200">
                <a:solidFill>
                  <a:schemeClr val="dk1"/>
                </a:solidFill>
                <a:latin typeface="Lexend"/>
                <a:ea typeface="Lexend"/>
                <a:cs typeface="Lexend"/>
                <a:sym typeface="Lexend"/>
              </a:rPr>
              <a:t>Justify your answer</a:t>
            </a:r>
            <a:endParaRPr b="1" sz="2200">
              <a:solidFill>
                <a:schemeClr val="dk1"/>
              </a:solidFill>
              <a:latin typeface="Lexend"/>
              <a:ea typeface="Lexend"/>
              <a:cs typeface="Lexend"/>
              <a:sym typeface="Lexend"/>
            </a:endParaRPr>
          </a:p>
        </p:txBody>
      </p:sp>
      <p:sp>
        <p:nvSpPr>
          <p:cNvPr id="359" name="Google Shape;359;p31"/>
          <p:cNvSpPr txBox="1"/>
          <p:nvPr>
            <p:ph idx="1" type="subTitle"/>
          </p:nvPr>
        </p:nvSpPr>
        <p:spPr>
          <a:xfrm>
            <a:off x="324000" y="1080000"/>
            <a:ext cx="6722400" cy="250500"/>
          </a:xfrm>
          <a:prstGeom prst="rect">
            <a:avLst/>
          </a:prstGeom>
        </p:spPr>
        <p:txBody>
          <a:bodyPr anchorCtr="0" anchor="t" bIns="0" lIns="0" spcFirstLastPara="1" rIns="0" wrap="square" tIns="0">
            <a:noAutofit/>
          </a:bodyPr>
          <a:lstStyle>
            <a:lvl1pPr lvl="0" rtl="0">
              <a:spcBef>
                <a:spcPts val="0"/>
              </a:spcBef>
              <a:spcAft>
                <a:spcPts val="0"/>
              </a:spcAft>
              <a:buSzPts val="2200"/>
              <a:buFont typeface="Lexend"/>
              <a:buNone/>
              <a:defRPr sz="2200">
                <a:latin typeface="Lexend"/>
                <a:ea typeface="Lexend"/>
                <a:cs typeface="Lexend"/>
                <a:sym typeface="Lexend"/>
              </a:defRPr>
            </a:lvl1pPr>
            <a:lvl2pPr lvl="1" rtl="0">
              <a:spcBef>
                <a:spcPts val="1000"/>
              </a:spcBef>
              <a:spcAft>
                <a:spcPts val="0"/>
              </a:spcAft>
              <a:buSzPts val="2100"/>
              <a:buNone/>
              <a:defRPr/>
            </a:lvl2pPr>
            <a:lvl3pPr lvl="2" rtl="0">
              <a:spcBef>
                <a:spcPts val="1000"/>
              </a:spcBef>
              <a:spcAft>
                <a:spcPts val="0"/>
              </a:spcAft>
              <a:buSzPts val="2000"/>
              <a:buNone/>
              <a:defRPr/>
            </a:lvl3pPr>
            <a:lvl4pPr lvl="3" rtl="0">
              <a:spcBef>
                <a:spcPts val="800"/>
              </a:spcBef>
              <a:spcAft>
                <a:spcPts val="0"/>
              </a:spcAft>
              <a:buSzPts val="1900"/>
              <a:buNone/>
              <a:defRPr/>
            </a:lvl4pPr>
            <a:lvl5pPr lvl="4" rtl="0">
              <a:spcBef>
                <a:spcPts val="800"/>
              </a:spcBef>
              <a:spcAft>
                <a:spcPts val="0"/>
              </a:spcAft>
              <a:buSzPts val="1800"/>
              <a:buNone/>
              <a:defRPr/>
            </a:lvl5pPr>
            <a:lvl6pPr lvl="5" rtl="0">
              <a:spcBef>
                <a:spcPts val="600"/>
              </a:spcBef>
              <a:spcAft>
                <a:spcPts val="0"/>
              </a:spcAft>
              <a:buSzPts val="1800"/>
              <a:buNone/>
              <a:defRPr/>
            </a:lvl6pPr>
            <a:lvl7pPr lvl="6" rtl="0">
              <a:spcBef>
                <a:spcPts val="600"/>
              </a:spcBef>
              <a:spcAft>
                <a:spcPts val="0"/>
              </a:spcAft>
              <a:buSzPts val="1800"/>
              <a:buNone/>
              <a:defRPr/>
            </a:lvl7pPr>
            <a:lvl8pPr lvl="7" rtl="0">
              <a:spcBef>
                <a:spcPts val="400"/>
              </a:spcBef>
              <a:spcAft>
                <a:spcPts val="0"/>
              </a:spcAft>
              <a:buSzPts val="1800"/>
              <a:buNone/>
              <a:defRPr/>
            </a:lvl8pPr>
            <a:lvl9pPr lvl="8" rtl="0">
              <a:spcBef>
                <a:spcPts val="400"/>
              </a:spcBef>
              <a:spcAft>
                <a:spcPts val="200"/>
              </a:spcAft>
              <a:buSzPts val="1800"/>
              <a:buNone/>
              <a:defRPr/>
            </a:lvl9pPr>
          </a:lstStyle>
          <a:p/>
        </p:txBody>
      </p:sp>
      <p:sp>
        <p:nvSpPr>
          <p:cNvPr id="360" name="Google Shape;360;p31"/>
          <p:cNvSpPr txBox="1"/>
          <p:nvPr/>
        </p:nvSpPr>
        <p:spPr>
          <a:xfrm>
            <a:off x="324000" y="660750"/>
            <a:ext cx="2189100" cy="3693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None/>
            </a:pPr>
            <a:r>
              <a:rPr b="1" lang="en-GB" sz="2200">
                <a:solidFill>
                  <a:schemeClr val="dk1"/>
                </a:solidFill>
                <a:latin typeface="Lexend"/>
                <a:ea typeface="Lexend"/>
                <a:cs typeface="Lexend"/>
                <a:sym typeface="Lexend"/>
              </a:rPr>
              <a:t>True or false?</a:t>
            </a:r>
            <a:r>
              <a:rPr lang="en-GB" sz="2400">
                <a:solidFill>
                  <a:schemeClr val="dk1"/>
                </a:solidFill>
                <a:latin typeface="ABeeZee"/>
                <a:ea typeface="ABeeZee"/>
                <a:cs typeface="ABeeZee"/>
                <a:sym typeface="ABeeZee"/>
              </a:rPr>
              <a:t> </a:t>
            </a:r>
            <a:endParaRPr sz="2400">
              <a:solidFill>
                <a:schemeClr val="dk1"/>
              </a:solidFill>
              <a:latin typeface="ABeeZee"/>
              <a:ea typeface="ABeeZee"/>
              <a:cs typeface="ABeeZee"/>
              <a:sym typeface="ABeeZee"/>
            </a:endParaRPr>
          </a:p>
        </p:txBody>
      </p:sp>
      <p:pic>
        <p:nvPicPr>
          <p:cNvPr id="361" name="Google Shape;361;p31"/>
          <p:cNvPicPr preferRelativeResize="0"/>
          <p:nvPr/>
        </p:nvPicPr>
        <p:blipFill rotWithShape="1">
          <a:blip r:embed="rId3">
            <a:alphaModFix/>
          </a:blip>
          <a:srcRect b="0" l="0" r="0" t="0"/>
          <a:stretch/>
        </p:blipFill>
        <p:spPr>
          <a:xfrm>
            <a:off x="8528585" y="-11474"/>
            <a:ext cx="499700" cy="499700"/>
          </a:xfrm>
          <a:prstGeom prst="rect">
            <a:avLst/>
          </a:prstGeom>
          <a:noFill/>
          <a:ln>
            <a:noFill/>
          </a:ln>
        </p:spPr>
      </p:pic>
      <p:sp>
        <p:nvSpPr>
          <p:cNvPr id="362" name="Google Shape;362;p31"/>
          <p:cNvSpPr txBox="1"/>
          <p:nvPr/>
        </p:nvSpPr>
        <p:spPr>
          <a:xfrm>
            <a:off x="8476560" y="438750"/>
            <a:ext cx="603900" cy="138600"/>
          </a:xfrm>
          <a:prstGeom prst="rect">
            <a:avLst/>
          </a:prstGeom>
          <a:noFill/>
          <a:ln>
            <a:noFill/>
          </a:ln>
        </p:spPr>
        <p:txBody>
          <a:bodyPr anchorCtr="0" anchor="t" bIns="0" lIns="0" spcFirstLastPara="1" rIns="0" wrap="square" tIns="0">
            <a:spAutoFit/>
          </a:bodyPr>
          <a:lstStyle/>
          <a:p>
            <a:pPr indent="0" lvl="0" marL="0" rtl="0" algn="ctr">
              <a:spcBef>
                <a:spcPts val="0"/>
              </a:spcBef>
              <a:spcAft>
                <a:spcPts val="0"/>
              </a:spcAft>
              <a:buNone/>
            </a:pPr>
            <a:r>
              <a:rPr b="1" lang="en-GB" sz="900">
                <a:solidFill>
                  <a:srgbClr val="FAEAF6"/>
                </a:solidFill>
                <a:latin typeface="Lexend"/>
                <a:ea typeface="Lexend"/>
                <a:cs typeface="Lexend"/>
                <a:sym typeface="Lexend"/>
              </a:rPr>
              <a:t>Check</a:t>
            </a:r>
            <a:endParaRPr b="1" sz="900">
              <a:solidFill>
                <a:srgbClr val="FAEAF6"/>
              </a:solidFill>
              <a:latin typeface="Lexend"/>
              <a:ea typeface="Lexend"/>
              <a:cs typeface="Lexend"/>
              <a:sym typeface="Lexend"/>
            </a:endParaRPr>
          </a:p>
        </p:txBody>
      </p:sp>
      <p:sp>
        <p:nvSpPr>
          <p:cNvPr id="363" name="Google Shape;363;p31"/>
          <p:cNvSpPr txBox="1"/>
          <p:nvPr>
            <p:ph type="title"/>
          </p:nvPr>
        </p:nvSpPr>
        <p:spPr>
          <a:xfrm>
            <a:off x="324000" y="0"/>
            <a:ext cx="7885200" cy="613500"/>
          </a:xfrm>
          <a:prstGeom prst="rect">
            <a:avLst/>
          </a:prstGeom>
        </p:spPr>
        <p:txBody>
          <a:bodyPr anchorCtr="0" anchor="ctr" bIns="0" lIns="0" spcFirstLastPara="1" rIns="0" wrap="square" tIns="0">
            <a:noAutofit/>
          </a:bodyPr>
          <a:lstStyle>
            <a:lvl1pPr lvl="0" rtl="0">
              <a:lnSpc>
                <a:spcPct val="100000"/>
              </a:lnSpc>
              <a:spcBef>
                <a:spcPts val="0"/>
              </a:spcBef>
              <a:spcAft>
                <a:spcPts val="0"/>
              </a:spcAft>
              <a:buClr>
                <a:schemeClr val="lt1"/>
              </a:buClr>
              <a:buSzPts val="2000"/>
              <a:buFont typeface="Lexend"/>
              <a:buNone/>
              <a:defRPr sz="2000">
                <a:solidFill>
                  <a:schemeClr val="lt1"/>
                </a:solidFill>
                <a:latin typeface="Lexend"/>
                <a:ea typeface="Lexend"/>
                <a:cs typeface="Lexend"/>
                <a:sym typeface="Lexend"/>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
        <p:nvSpPr>
          <p:cNvPr id="364" name="Google Shape;364;p31"/>
          <p:cNvSpPr txBox="1"/>
          <p:nvPr>
            <p:ph idx="2" type="subTitle"/>
          </p:nvPr>
        </p:nvSpPr>
        <p:spPr>
          <a:xfrm>
            <a:off x="980575" y="3196113"/>
            <a:ext cx="7452600" cy="730800"/>
          </a:xfrm>
          <a:prstGeom prst="rect">
            <a:avLst/>
          </a:prstGeom>
        </p:spPr>
        <p:txBody>
          <a:bodyPr anchorCtr="0" anchor="t" bIns="0" lIns="0" spcFirstLastPara="1" rIns="0" wrap="square" tIns="0">
            <a:noAutofit/>
          </a:bodyPr>
          <a:lstStyle>
            <a:lvl1pPr lvl="0" rtl="0">
              <a:spcBef>
                <a:spcPts val="0"/>
              </a:spcBef>
              <a:spcAft>
                <a:spcPts val="0"/>
              </a:spcAft>
              <a:buSzPts val="2200"/>
              <a:buFont typeface="Lexend"/>
              <a:buNone/>
              <a:defRPr sz="2200">
                <a:latin typeface="Lexend"/>
                <a:ea typeface="Lexend"/>
                <a:cs typeface="Lexend"/>
                <a:sym typeface="Lexend"/>
              </a:defRPr>
            </a:lvl1pPr>
            <a:lvl2pPr lvl="1" rtl="0">
              <a:spcBef>
                <a:spcPts val="1000"/>
              </a:spcBef>
              <a:spcAft>
                <a:spcPts val="0"/>
              </a:spcAft>
              <a:buSzPts val="2100"/>
              <a:buNone/>
              <a:defRPr/>
            </a:lvl2pPr>
            <a:lvl3pPr lvl="2" rtl="0">
              <a:spcBef>
                <a:spcPts val="1000"/>
              </a:spcBef>
              <a:spcAft>
                <a:spcPts val="0"/>
              </a:spcAft>
              <a:buSzPts val="2000"/>
              <a:buNone/>
              <a:defRPr/>
            </a:lvl3pPr>
            <a:lvl4pPr lvl="3" rtl="0">
              <a:spcBef>
                <a:spcPts val="800"/>
              </a:spcBef>
              <a:spcAft>
                <a:spcPts val="0"/>
              </a:spcAft>
              <a:buSzPts val="1900"/>
              <a:buNone/>
              <a:defRPr/>
            </a:lvl4pPr>
            <a:lvl5pPr lvl="4" rtl="0">
              <a:spcBef>
                <a:spcPts val="800"/>
              </a:spcBef>
              <a:spcAft>
                <a:spcPts val="0"/>
              </a:spcAft>
              <a:buSzPts val="1800"/>
              <a:buNone/>
              <a:defRPr/>
            </a:lvl5pPr>
            <a:lvl6pPr lvl="5" rtl="0">
              <a:spcBef>
                <a:spcPts val="600"/>
              </a:spcBef>
              <a:spcAft>
                <a:spcPts val="0"/>
              </a:spcAft>
              <a:buSzPts val="1800"/>
              <a:buNone/>
              <a:defRPr/>
            </a:lvl6pPr>
            <a:lvl7pPr lvl="6" rtl="0">
              <a:spcBef>
                <a:spcPts val="600"/>
              </a:spcBef>
              <a:spcAft>
                <a:spcPts val="0"/>
              </a:spcAft>
              <a:buSzPts val="1800"/>
              <a:buNone/>
              <a:defRPr/>
            </a:lvl7pPr>
            <a:lvl8pPr lvl="7" rtl="0">
              <a:spcBef>
                <a:spcPts val="400"/>
              </a:spcBef>
              <a:spcAft>
                <a:spcPts val="0"/>
              </a:spcAft>
              <a:buSzPts val="1800"/>
              <a:buNone/>
              <a:defRPr/>
            </a:lvl8pPr>
            <a:lvl9pPr lvl="8" rtl="0">
              <a:spcBef>
                <a:spcPts val="400"/>
              </a:spcBef>
              <a:spcAft>
                <a:spcPts val="200"/>
              </a:spcAft>
              <a:buSzPts val="1800"/>
              <a:buNone/>
              <a:defRPr/>
            </a:lvl9pPr>
          </a:lstStyle>
          <a:p/>
        </p:txBody>
      </p:sp>
      <p:sp>
        <p:nvSpPr>
          <p:cNvPr id="365" name="Google Shape;365;p31"/>
          <p:cNvSpPr txBox="1"/>
          <p:nvPr>
            <p:ph idx="3" type="subTitle"/>
          </p:nvPr>
        </p:nvSpPr>
        <p:spPr>
          <a:xfrm>
            <a:off x="980575" y="4040345"/>
            <a:ext cx="7452600" cy="730800"/>
          </a:xfrm>
          <a:prstGeom prst="rect">
            <a:avLst/>
          </a:prstGeom>
        </p:spPr>
        <p:txBody>
          <a:bodyPr anchorCtr="0" anchor="t" bIns="0" lIns="0" spcFirstLastPara="1" rIns="0" wrap="square" tIns="0">
            <a:noAutofit/>
          </a:bodyPr>
          <a:lstStyle>
            <a:lvl1pPr lvl="0" rtl="0">
              <a:spcBef>
                <a:spcPts val="0"/>
              </a:spcBef>
              <a:spcAft>
                <a:spcPts val="0"/>
              </a:spcAft>
              <a:buSzPts val="2200"/>
              <a:buFont typeface="Lexend"/>
              <a:buNone/>
              <a:defRPr sz="2200">
                <a:latin typeface="Lexend"/>
                <a:ea typeface="Lexend"/>
                <a:cs typeface="Lexend"/>
                <a:sym typeface="Lexend"/>
              </a:defRPr>
            </a:lvl1pPr>
            <a:lvl2pPr lvl="1" rtl="0">
              <a:spcBef>
                <a:spcPts val="1000"/>
              </a:spcBef>
              <a:spcAft>
                <a:spcPts val="0"/>
              </a:spcAft>
              <a:buSzPts val="2100"/>
              <a:buNone/>
              <a:defRPr/>
            </a:lvl2pPr>
            <a:lvl3pPr lvl="2" rtl="0">
              <a:spcBef>
                <a:spcPts val="1000"/>
              </a:spcBef>
              <a:spcAft>
                <a:spcPts val="0"/>
              </a:spcAft>
              <a:buSzPts val="2000"/>
              <a:buNone/>
              <a:defRPr/>
            </a:lvl3pPr>
            <a:lvl4pPr lvl="3" rtl="0">
              <a:spcBef>
                <a:spcPts val="800"/>
              </a:spcBef>
              <a:spcAft>
                <a:spcPts val="0"/>
              </a:spcAft>
              <a:buSzPts val="1900"/>
              <a:buNone/>
              <a:defRPr/>
            </a:lvl4pPr>
            <a:lvl5pPr lvl="4" rtl="0">
              <a:spcBef>
                <a:spcPts val="800"/>
              </a:spcBef>
              <a:spcAft>
                <a:spcPts val="0"/>
              </a:spcAft>
              <a:buSzPts val="1800"/>
              <a:buNone/>
              <a:defRPr/>
            </a:lvl5pPr>
            <a:lvl6pPr lvl="5" rtl="0">
              <a:spcBef>
                <a:spcPts val="600"/>
              </a:spcBef>
              <a:spcAft>
                <a:spcPts val="0"/>
              </a:spcAft>
              <a:buSzPts val="1800"/>
              <a:buNone/>
              <a:defRPr/>
            </a:lvl6pPr>
            <a:lvl7pPr lvl="6" rtl="0">
              <a:spcBef>
                <a:spcPts val="600"/>
              </a:spcBef>
              <a:spcAft>
                <a:spcPts val="0"/>
              </a:spcAft>
              <a:buSzPts val="1800"/>
              <a:buNone/>
              <a:defRPr/>
            </a:lvl7pPr>
            <a:lvl8pPr lvl="7" rtl="0">
              <a:spcBef>
                <a:spcPts val="400"/>
              </a:spcBef>
              <a:spcAft>
                <a:spcPts val="0"/>
              </a:spcAft>
              <a:buSzPts val="1800"/>
              <a:buNone/>
              <a:defRPr/>
            </a:lvl8pPr>
            <a:lvl9pPr lvl="8" rtl="0">
              <a:spcBef>
                <a:spcPts val="400"/>
              </a:spcBef>
              <a:spcAft>
                <a:spcPts val="200"/>
              </a:spcAft>
              <a:buSzPts val="1800"/>
              <a:buNone/>
              <a:defRPr/>
            </a:lvl9pPr>
          </a:lstStyle>
          <a:p/>
        </p:txBody>
      </p:sp>
      <p:grpSp>
        <p:nvGrpSpPr>
          <p:cNvPr id="366" name="Google Shape;366;p31"/>
          <p:cNvGrpSpPr/>
          <p:nvPr/>
        </p:nvGrpSpPr>
        <p:grpSpPr>
          <a:xfrm>
            <a:off x="324128" y="3139463"/>
            <a:ext cx="457200" cy="457200"/>
            <a:chOff x="1020916" y="1442088"/>
            <a:chExt cx="457200" cy="457200"/>
          </a:xfrm>
        </p:grpSpPr>
        <p:pic>
          <p:nvPicPr>
            <p:cNvPr id="367" name="Google Shape;367;p31"/>
            <p:cNvPicPr preferRelativeResize="0"/>
            <p:nvPr/>
          </p:nvPicPr>
          <p:blipFill>
            <a:blip r:embed="rId4">
              <a:alphaModFix/>
            </a:blip>
            <a:stretch>
              <a:fillRect/>
            </a:stretch>
          </p:blipFill>
          <p:spPr>
            <a:xfrm>
              <a:off x="1020916" y="1442088"/>
              <a:ext cx="457200" cy="457200"/>
            </a:xfrm>
            <a:prstGeom prst="rect">
              <a:avLst/>
            </a:prstGeom>
            <a:noFill/>
            <a:ln>
              <a:noFill/>
            </a:ln>
          </p:spPr>
        </p:pic>
        <p:sp>
          <p:nvSpPr>
            <p:cNvPr id="368" name="Google Shape;368;p31"/>
            <p:cNvSpPr txBox="1"/>
            <p:nvPr/>
          </p:nvSpPr>
          <p:spPr>
            <a:xfrm>
              <a:off x="1045528" y="1526400"/>
              <a:ext cx="408000" cy="2772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GB" sz="1800">
                  <a:solidFill>
                    <a:srgbClr val="FFFFFF"/>
                  </a:solidFill>
                  <a:latin typeface="Lexend"/>
                  <a:ea typeface="Lexend"/>
                  <a:cs typeface="Lexend"/>
                  <a:sym typeface="Lexend"/>
                </a:rPr>
                <a:t>a</a:t>
              </a:r>
              <a:endParaRPr b="1" sz="1800">
                <a:solidFill>
                  <a:srgbClr val="FFFFFF"/>
                </a:solidFill>
                <a:latin typeface="Lexend"/>
                <a:ea typeface="Lexend"/>
                <a:cs typeface="Lexend"/>
                <a:sym typeface="Lexend"/>
              </a:endParaRPr>
            </a:p>
          </p:txBody>
        </p:sp>
      </p:grpSp>
      <p:grpSp>
        <p:nvGrpSpPr>
          <p:cNvPr id="369" name="Google Shape;369;p31"/>
          <p:cNvGrpSpPr/>
          <p:nvPr/>
        </p:nvGrpSpPr>
        <p:grpSpPr>
          <a:xfrm>
            <a:off x="324128" y="3987825"/>
            <a:ext cx="457200" cy="457200"/>
            <a:chOff x="1020916" y="1442088"/>
            <a:chExt cx="457200" cy="457200"/>
          </a:xfrm>
        </p:grpSpPr>
        <p:pic>
          <p:nvPicPr>
            <p:cNvPr id="370" name="Google Shape;370;p31"/>
            <p:cNvPicPr preferRelativeResize="0"/>
            <p:nvPr/>
          </p:nvPicPr>
          <p:blipFill>
            <a:blip r:embed="rId4">
              <a:alphaModFix/>
            </a:blip>
            <a:stretch>
              <a:fillRect/>
            </a:stretch>
          </p:blipFill>
          <p:spPr>
            <a:xfrm>
              <a:off x="1020916" y="1442088"/>
              <a:ext cx="457200" cy="457200"/>
            </a:xfrm>
            <a:prstGeom prst="rect">
              <a:avLst/>
            </a:prstGeom>
            <a:noFill/>
            <a:ln>
              <a:noFill/>
            </a:ln>
          </p:spPr>
        </p:pic>
        <p:sp>
          <p:nvSpPr>
            <p:cNvPr id="371" name="Google Shape;371;p31"/>
            <p:cNvSpPr txBox="1"/>
            <p:nvPr/>
          </p:nvSpPr>
          <p:spPr>
            <a:xfrm>
              <a:off x="1045528" y="1526400"/>
              <a:ext cx="408000" cy="2772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GB" sz="1800">
                  <a:solidFill>
                    <a:srgbClr val="FFFFFF"/>
                  </a:solidFill>
                  <a:latin typeface="Lexend"/>
                  <a:ea typeface="Lexend"/>
                  <a:cs typeface="Lexend"/>
                  <a:sym typeface="Lexend"/>
                </a:rPr>
                <a:t>b</a:t>
              </a:r>
              <a:endParaRPr b="1" sz="1800">
                <a:solidFill>
                  <a:srgbClr val="FFFFFF"/>
                </a:solidFill>
                <a:latin typeface="Lexend"/>
                <a:ea typeface="Lexend"/>
                <a:cs typeface="Lexend"/>
                <a:sym typeface="Lexend"/>
              </a:endParaRPr>
            </a:p>
          </p:txBody>
        </p:sp>
      </p:grpSp>
      <p:pic>
        <p:nvPicPr>
          <p:cNvPr id="372" name="Google Shape;372;p31"/>
          <p:cNvPicPr preferRelativeResize="0"/>
          <p:nvPr/>
        </p:nvPicPr>
        <p:blipFill>
          <a:blip r:embed="rId5">
            <a:alphaModFix/>
          </a:blip>
          <a:stretch>
            <a:fillRect/>
          </a:stretch>
        </p:blipFill>
        <p:spPr>
          <a:xfrm>
            <a:off x="2429763" y="1780516"/>
            <a:ext cx="457425" cy="457425"/>
          </a:xfrm>
          <a:prstGeom prst="rect">
            <a:avLst/>
          </a:prstGeom>
          <a:noFill/>
          <a:ln>
            <a:noFill/>
          </a:ln>
        </p:spPr>
      </p:pic>
      <p:pic>
        <p:nvPicPr>
          <p:cNvPr id="373" name="Google Shape;373;p31"/>
          <p:cNvPicPr preferRelativeResize="0"/>
          <p:nvPr/>
        </p:nvPicPr>
        <p:blipFill>
          <a:blip r:embed="rId5">
            <a:alphaModFix/>
          </a:blip>
          <a:stretch>
            <a:fillRect/>
          </a:stretch>
        </p:blipFill>
        <p:spPr>
          <a:xfrm>
            <a:off x="4823988" y="1780516"/>
            <a:ext cx="457425" cy="457425"/>
          </a:xfrm>
          <a:prstGeom prst="rect">
            <a:avLst/>
          </a:prstGeom>
          <a:noFill/>
          <a:ln>
            <a:noFill/>
          </a:ln>
        </p:spPr>
      </p:pic>
      <p:sp>
        <p:nvSpPr>
          <p:cNvPr id="374" name="Google Shape;374;p31"/>
          <p:cNvSpPr txBox="1"/>
          <p:nvPr/>
        </p:nvSpPr>
        <p:spPr>
          <a:xfrm>
            <a:off x="2454488" y="1870613"/>
            <a:ext cx="408000" cy="2772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GB" sz="1800">
                <a:solidFill>
                  <a:schemeClr val="lt1"/>
                </a:solidFill>
                <a:latin typeface="Lexend"/>
                <a:ea typeface="Lexend"/>
                <a:cs typeface="Lexend"/>
                <a:sym typeface="Lexend"/>
              </a:rPr>
              <a:t>T</a:t>
            </a:r>
            <a:endParaRPr b="1" sz="1800">
              <a:solidFill>
                <a:schemeClr val="lt1"/>
              </a:solidFill>
              <a:latin typeface="Lexend"/>
              <a:ea typeface="Lexend"/>
              <a:cs typeface="Lexend"/>
              <a:sym typeface="Lexend"/>
            </a:endParaRPr>
          </a:p>
        </p:txBody>
      </p:sp>
      <p:sp>
        <p:nvSpPr>
          <p:cNvPr id="375" name="Google Shape;375;p31"/>
          <p:cNvSpPr txBox="1"/>
          <p:nvPr/>
        </p:nvSpPr>
        <p:spPr>
          <a:xfrm>
            <a:off x="4848713" y="1870613"/>
            <a:ext cx="408000" cy="2772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GB" sz="1800">
                <a:solidFill>
                  <a:schemeClr val="lt1"/>
                </a:solidFill>
                <a:latin typeface="Lexend"/>
                <a:ea typeface="Lexend"/>
                <a:cs typeface="Lexend"/>
                <a:sym typeface="Lexend"/>
              </a:rPr>
              <a:t>F</a:t>
            </a:r>
            <a:endParaRPr b="1" sz="1800">
              <a:solidFill>
                <a:schemeClr val="lt1"/>
              </a:solidFill>
              <a:latin typeface="Lexend"/>
              <a:ea typeface="Lexend"/>
              <a:cs typeface="Lexend"/>
              <a:sym typeface="Lexend"/>
            </a:endParaRPr>
          </a:p>
        </p:txBody>
      </p:sp>
    </p:spTree>
  </p:cSld>
  <p:clrMapOvr>
    <a:masterClrMapping/>
  </p:clrMapOvr>
</p:sldLayout>
</file>

<file path=ppt/slideLayouts/slideLayout3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03 CfU 3 options - purple">
  <p:cSld name="TITLE_AND_TWO_COLUMNS_1_1_7_1">
    <p:bg>
      <p:bgPr>
        <a:solidFill>
          <a:srgbClr val="F3EEFB"/>
        </a:solidFill>
      </p:bgPr>
    </p:bg>
    <p:spTree>
      <p:nvGrpSpPr>
        <p:cNvPr id="376" name="Shape 376"/>
        <p:cNvGrpSpPr/>
        <p:nvPr/>
      </p:nvGrpSpPr>
      <p:grpSpPr>
        <a:xfrm>
          <a:off x="0" y="0"/>
          <a:ext cx="0" cy="0"/>
          <a:chOff x="0" y="0"/>
          <a:chExt cx="0" cy="0"/>
        </a:xfrm>
      </p:grpSpPr>
      <p:pic>
        <p:nvPicPr>
          <p:cNvPr id="377" name="Google Shape;377;p32"/>
          <p:cNvPicPr preferRelativeResize="0"/>
          <p:nvPr/>
        </p:nvPicPr>
        <p:blipFill>
          <a:blip r:embed="rId2">
            <a:alphaModFix/>
          </a:blip>
          <a:stretch>
            <a:fillRect/>
          </a:stretch>
        </p:blipFill>
        <p:spPr>
          <a:xfrm>
            <a:off x="0" y="532525"/>
            <a:ext cx="9151202" cy="116709"/>
          </a:xfrm>
          <a:prstGeom prst="rect">
            <a:avLst/>
          </a:prstGeom>
          <a:noFill/>
          <a:ln>
            <a:noFill/>
          </a:ln>
        </p:spPr>
      </p:pic>
      <p:sp>
        <p:nvSpPr>
          <p:cNvPr id="378" name="Google Shape;378;p32"/>
          <p:cNvSpPr/>
          <p:nvPr/>
        </p:nvSpPr>
        <p:spPr>
          <a:xfrm>
            <a:off x="-1" y="-2"/>
            <a:ext cx="9144300" cy="540300"/>
          </a:xfrm>
          <a:prstGeom prst="rect">
            <a:avLst/>
          </a:pr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9" name="Google Shape;379;p32"/>
          <p:cNvSpPr txBox="1"/>
          <p:nvPr>
            <p:ph type="title"/>
          </p:nvPr>
        </p:nvSpPr>
        <p:spPr>
          <a:xfrm>
            <a:off x="324000" y="748763"/>
            <a:ext cx="8179200" cy="489600"/>
          </a:xfrm>
          <a:prstGeom prst="rect">
            <a:avLst/>
          </a:prstGeom>
        </p:spPr>
        <p:txBody>
          <a:bodyPr anchorCtr="0" anchor="t" bIns="0" lIns="0" spcFirstLastPara="1" rIns="0" wrap="square" tIns="0">
            <a:noAutofit/>
          </a:bodyPr>
          <a:lstStyle>
            <a:lvl1pPr lvl="0" rtl="0">
              <a:spcBef>
                <a:spcPts val="0"/>
              </a:spcBef>
              <a:spcAft>
                <a:spcPts val="0"/>
              </a:spcAft>
              <a:buSzPts val="2200"/>
              <a:buFont typeface="Lexend"/>
              <a:buNone/>
              <a:defRPr b="0" sz="2200">
                <a:latin typeface="Lexend"/>
                <a:ea typeface="Lexend"/>
                <a:cs typeface="Lexend"/>
                <a:sym typeface="Lexend"/>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pic>
        <p:nvPicPr>
          <p:cNvPr id="380" name="Google Shape;380;p32"/>
          <p:cNvPicPr preferRelativeResize="0"/>
          <p:nvPr/>
        </p:nvPicPr>
        <p:blipFill rotWithShape="1">
          <a:blip r:embed="rId3">
            <a:alphaModFix/>
          </a:blip>
          <a:srcRect b="0" l="0" r="0" t="0"/>
          <a:stretch/>
        </p:blipFill>
        <p:spPr>
          <a:xfrm>
            <a:off x="8528585" y="-11474"/>
            <a:ext cx="499700" cy="499700"/>
          </a:xfrm>
          <a:prstGeom prst="rect">
            <a:avLst/>
          </a:prstGeom>
          <a:noFill/>
          <a:ln>
            <a:noFill/>
          </a:ln>
        </p:spPr>
      </p:pic>
      <p:sp>
        <p:nvSpPr>
          <p:cNvPr id="381" name="Google Shape;381;p32"/>
          <p:cNvSpPr txBox="1"/>
          <p:nvPr/>
        </p:nvSpPr>
        <p:spPr>
          <a:xfrm>
            <a:off x="8476560" y="438750"/>
            <a:ext cx="603900" cy="138600"/>
          </a:xfrm>
          <a:prstGeom prst="rect">
            <a:avLst/>
          </a:prstGeom>
          <a:noFill/>
          <a:ln>
            <a:noFill/>
          </a:ln>
        </p:spPr>
        <p:txBody>
          <a:bodyPr anchorCtr="0" anchor="t" bIns="0" lIns="0" spcFirstLastPara="1" rIns="0" wrap="square" tIns="0">
            <a:spAutoFit/>
          </a:bodyPr>
          <a:lstStyle/>
          <a:p>
            <a:pPr indent="0" lvl="0" marL="0" rtl="0" algn="ctr">
              <a:spcBef>
                <a:spcPts val="0"/>
              </a:spcBef>
              <a:spcAft>
                <a:spcPts val="0"/>
              </a:spcAft>
              <a:buNone/>
            </a:pPr>
            <a:r>
              <a:rPr b="1" lang="en-GB" sz="900">
                <a:solidFill>
                  <a:srgbClr val="EBEDFE"/>
                </a:solidFill>
                <a:latin typeface="Lexend"/>
                <a:ea typeface="Lexend"/>
                <a:cs typeface="Lexend"/>
                <a:sym typeface="Lexend"/>
              </a:rPr>
              <a:t>Check</a:t>
            </a:r>
            <a:endParaRPr b="1" sz="900">
              <a:solidFill>
                <a:srgbClr val="EBEDFE"/>
              </a:solidFill>
              <a:latin typeface="Lexend"/>
              <a:ea typeface="Lexend"/>
              <a:cs typeface="Lexend"/>
              <a:sym typeface="Lexend"/>
            </a:endParaRPr>
          </a:p>
        </p:txBody>
      </p:sp>
      <p:sp>
        <p:nvSpPr>
          <p:cNvPr id="382" name="Google Shape;382;p32"/>
          <p:cNvSpPr txBox="1"/>
          <p:nvPr>
            <p:ph idx="2" type="title"/>
          </p:nvPr>
        </p:nvSpPr>
        <p:spPr>
          <a:xfrm>
            <a:off x="324000" y="0"/>
            <a:ext cx="7885200" cy="613500"/>
          </a:xfrm>
          <a:prstGeom prst="rect">
            <a:avLst/>
          </a:prstGeom>
        </p:spPr>
        <p:txBody>
          <a:bodyPr anchorCtr="0" anchor="ctr" bIns="0" lIns="0" spcFirstLastPara="1" rIns="0" wrap="square" tIns="0">
            <a:noAutofit/>
          </a:bodyPr>
          <a:lstStyle>
            <a:lvl1pPr lvl="0" rtl="0">
              <a:lnSpc>
                <a:spcPct val="100000"/>
              </a:lnSpc>
              <a:spcBef>
                <a:spcPts val="0"/>
              </a:spcBef>
              <a:spcAft>
                <a:spcPts val="0"/>
              </a:spcAft>
              <a:buClr>
                <a:schemeClr val="lt1"/>
              </a:buClr>
              <a:buSzPts val="2000"/>
              <a:buFont typeface="Lexend"/>
              <a:buNone/>
              <a:defRPr sz="2000">
                <a:solidFill>
                  <a:schemeClr val="lt1"/>
                </a:solidFill>
                <a:latin typeface="Lexend"/>
                <a:ea typeface="Lexend"/>
                <a:cs typeface="Lexend"/>
                <a:sym typeface="Lexend"/>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
        <p:nvSpPr>
          <p:cNvPr id="383" name="Google Shape;383;p32"/>
          <p:cNvSpPr txBox="1"/>
          <p:nvPr>
            <p:ph idx="1" type="subTitle"/>
          </p:nvPr>
        </p:nvSpPr>
        <p:spPr>
          <a:xfrm>
            <a:off x="1034425" y="1837775"/>
            <a:ext cx="7506600" cy="324600"/>
          </a:xfrm>
          <a:prstGeom prst="rect">
            <a:avLst/>
          </a:prstGeom>
        </p:spPr>
        <p:txBody>
          <a:bodyPr anchorCtr="0" anchor="t" bIns="0" lIns="0" spcFirstLastPara="1" rIns="0" wrap="square" tIns="0">
            <a:noAutofit/>
          </a:bodyPr>
          <a:lstStyle>
            <a:lvl1pPr lvl="0" rtl="0">
              <a:spcBef>
                <a:spcPts val="0"/>
              </a:spcBef>
              <a:spcAft>
                <a:spcPts val="0"/>
              </a:spcAft>
              <a:buSzPts val="2200"/>
              <a:buFont typeface="Lexend"/>
              <a:buNone/>
              <a:defRPr sz="2200">
                <a:latin typeface="Lexend"/>
                <a:ea typeface="Lexend"/>
                <a:cs typeface="Lexend"/>
                <a:sym typeface="Lexend"/>
              </a:defRPr>
            </a:lvl1pPr>
            <a:lvl2pPr lvl="1" rtl="0">
              <a:spcBef>
                <a:spcPts val="1000"/>
              </a:spcBef>
              <a:spcAft>
                <a:spcPts val="0"/>
              </a:spcAft>
              <a:buSzPts val="2100"/>
              <a:buNone/>
              <a:defRPr/>
            </a:lvl2pPr>
            <a:lvl3pPr lvl="2" rtl="0">
              <a:spcBef>
                <a:spcPts val="1000"/>
              </a:spcBef>
              <a:spcAft>
                <a:spcPts val="0"/>
              </a:spcAft>
              <a:buSzPts val="2000"/>
              <a:buNone/>
              <a:defRPr/>
            </a:lvl3pPr>
            <a:lvl4pPr lvl="3" rtl="0">
              <a:spcBef>
                <a:spcPts val="800"/>
              </a:spcBef>
              <a:spcAft>
                <a:spcPts val="0"/>
              </a:spcAft>
              <a:buSzPts val="1900"/>
              <a:buNone/>
              <a:defRPr/>
            </a:lvl4pPr>
            <a:lvl5pPr lvl="4" rtl="0">
              <a:spcBef>
                <a:spcPts val="800"/>
              </a:spcBef>
              <a:spcAft>
                <a:spcPts val="0"/>
              </a:spcAft>
              <a:buSzPts val="1800"/>
              <a:buNone/>
              <a:defRPr/>
            </a:lvl5pPr>
            <a:lvl6pPr lvl="5" rtl="0">
              <a:spcBef>
                <a:spcPts val="600"/>
              </a:spcBef>
              <a:spcAft>
                <a:spcPts val="0"/>
              </a:spcAft>
              <a:buSzPts val="1800"/>
              <a:buNone/>
              <a:defRPr/>
            </a:lvl6pPr>
            <a:lvl7pPr lvl="6" rtl="0">
              <a:spcBef>
                <a:spcPts val="600"/>
              </a:spcBef>
              <a:spcAft>
                <a:spcPts val="0"/>
              </a:spcAft>
              <a:buSzPts val="1800"/>
              <a:buNone/>
              <a:defRPr/>
            </a:lvl7pPr>
            <a:lvl8pPr lvl="7" rtl="0">
              <a:spcBef>
                <a:spcPts val="400"/>
              </a:spcBef>
              <a:spcAft>
                <a:spcPts val="0"/>
              </a:spcAft>
              <a:buSzPts val="1800"/>
              <a:buNone/>
              <a:defRPr/>
            </a:lvl8pPr>
            <a:lvl9pPr lvl="8" rtl="0">
              <a:spcBef>
                <a:spcPts val="400"/>
              </a:spcBef>
              <a:spcAft>
                <a:spcPts val="200"/>
              </a:spcAft>
              <a:buSzPts val="1800"/>
              <a:buNone/>
              <a:defRPr/>
            </a:lvl9pPr>
          </a:lstStyle>
          <a:p/>
        </p:txBody>
      </p:sp>
      <p:sp>
        <p:nvSpPr>
          <p:cNvPr id="384" name="Google Shape;384;p32"/>
          <p:cNvSpPr txBox="1"/>
          <p:nvPr>
            <p:ph idx="3" type="subTitle"/>
          </p:nvPr>
        </p:nvSpPr>
        <p:spPr>
          <a:xfrm>
            <a:off x="1034425" y="2794247"/>
            <a:ext cx="7506600" cy="389100"/>
          </a:xfrm>
          <a:prstGeom prst="rect">
            <a:avLst/>
          </a:prstGeom>
        </p:spPr>
        <p:txBody>
          <a:bodyPr anchorCtr="0" anchor="t" bIns="0" lIns="0" spcFirstLastPara="1" rIns="0" wrap="square" tIns="0">
            <a:noAutofit/>
          </a:bodyPr>
          <a:lstStyle>
            <a:lvl1pPr lvl="0" rtl="0">
              <a:spcBef>
                <a:spcPts val="0"/>
              </a:spcBef>
              <a:spcAft>
                <a:spcPts val="0"/>
              </a:spcAft>
              <a:buSzPts val="2200"/>
              <a:buFont typeface="Lexend"/>
              <a:buNone/>
              <a:defRPr sz="2200">
                <a:latin typeface="Lexend"/>
                <a:ea typeface="Lexend"/>
                <a:cs typeface="Lexend"/>
                <a:sym typeface="Lexend"/>
              </a:defRPr>
            </a:lvl1pPr>
            <a:lvl2pPr lvl="1" rtl="0">
              <a:spcBef>
                <a:spcPts val="1000"/>
              </a:spcBef>
              <a:spcAft>
                <a:spcPts val="0"/>
              </a:spcAft>
              <a:buSzPts val="2100"/>
              <a:buNone/>
              <a:defRPr/>
            </a:lvl2pPr>
            <a:lvl3pPr lvl="2" rtl="0">
              <a:spcBef>
                <a:spcPts val="1000"/>
              </a:spcBef>
              <a:spcAft>
                <a:spcPts val="0"/>
              </a:spcAft>
              <a:buSzPts val="2000"/>
              <a:buNone/>
              <a:defRPr/>
            </a:lvl3pPr>
            <a:lvl4pPr lvl="3" rtl="0">
              <a:spcBef>
                <a:spcPts val="800"/>
              </a:spcBef>
              <a:spcAft>
                <a:spcPts val="0"/>
              </a:spcAft>
              <a:buSzPts val="1900"/>
              <a:buNone/>
              <a:defRPr/>
            </a:lvl4pPr>
            <a:lvl5pPr lvl="4" rtl="0">
              <a:spcBef>
                <a:spcPts val="800"/>
              </a:spcBef>
              <a:spcAft>
                <a:spcPts val="0"/>
              </a:spcAft>
              <a:buSzPts val="1800"/>
              <a:buNone/>
              <a:defRPr/>
            </a:lvl5pPr>
            <a:lvl6pPr lvl="5" rtl="0">
              <a:spcBef>
                <a:spcPts val="600"/>
              </a:spcBef>
              <a:spcAft>
                <a:spcPts val="0"/>
              </a:spcAft>
              <a:buSzPts val="1800"/>
              <a:buNone/>
              <a:defRPr/>
            </a:lvl6pPr>
            <a:lvl7pPr lvl="6" rtl="0">
              <a:spcBef>
                <a:spcPts val="600"/>
              </a:spcBef>
              <a:spcAft>
                <a:spcPts val="0"/>
              </a:spcAft>
              <a:buSzPts val="1800"/>
              <a:buNone/>
              <a:defRPr/>
            </a:lvl7pPr>
            <a:lvl8pPr lvl="7" rtl="0">
              <a:spcBef>
                <a:spcPts val="400"/>
              </a:spcBef>
              <a:spcAft>
                <a:spcPts val="0"/>
              </a:spcAft>
              <a:buSzPts val="1800"/>
              <a:buNone/>
              <a:defRPr/>
            </a:lvl8pPr>
            <a:lvl9pPr lvl="8" rtl="0">
              <a:spcBef>
                <a:spcPts val="400"/>
              </a:spcBef>
              <a:spcAft>
                <a:spcPts val="200"/>
              </a:spcAft>
              <a:buSzPts val="1800"/>
              <a:buNone/>
              <a:defRPr/>
            </a:lvl9pPr>
          </a:lstStyle>
          <a:p/>
        </p:txBody>
      </p:sp>
      <p:sp>
        <p:nvSpPr>
          <p:cNvPr id="385" name="Google Shape;385;p32"/>
          <p:cNvSpPr txBox="1"/>
          <p:nvPr>
            <p:ph idx="4" type="subTitle"/>
          </p:nvPr>
        </p:nvSpPr>
        <p:spPr>
          <a:xfrm>
            <a:off x="1034425" y="3766965"/>
            <a:ext cx="7464600" cy="324600"/>
          </a:xfrm>
          <a:prstGeom prst="rect">
            <a:avLst/>
          </a:prstGeom>
        </p:spPr>
        <p:txBody>
          <a:bodyPr anchorCtr="0" anchor="t" bIns="0" lIns="0" spcFirstLastPara="1" rIns="0" wrap="square" tIns="0">
            <a:noAutofit/>
          </a:bodyPr>
          <a:lstStyle>
            <a:lvl1pPr lvl="0" rtl="0">
              <a:spcBef>
                <a:spcPts val="0"/>
              </a:spcBef>
              <a:spcAft>
                <a:spcPts val="0"/>
              </a:spcAft>
              <a:buSzPts val="2200"/>
              <a:buFont typeface="Lexend"/>
              <a:buNone/>
              <a:defRPr sz="2200">
                <a:latin typeface="Lexend"/>
                <a:ea typeface="Lexend"/>
                <a:cs typeface="Lexend"/>
                <a:sym typeface="Lexend"/>
              </a:defRPr>
            </a:lvl1pPr>
            <a:lvl2pPr lvl="1" rtl="0">
              <a:spcBef>
                <a:spcPts val="1000"/>
              </a:spcBef>
              <a:spcAft>
                <a:spcPts val="0"/>
              </a:spcAft>
              <a:buSzPts val="2100"/>
              <a:buNone/>
              <a:defRPr/>
            </a:lvl2pPr>
            <a:lvl3pPr lvl="2" rtl="0">
              <a:spcBef>
                <a:spcPts val="1000"/>
              </a:spcBef>
              <a:spcAft>
                <a:spcPts val="0"/>
              </a:spcAft>
              <a:buSzPts val="2000"/>
              <a:buNone/>
              <a:defRPr/>
            </a:lvl3pPr>
            <a:lvl4pPr lvl="3" rtl="0">
              <a:spcBef>
                <a:spcPts val="800"/>
              </a:spcBef>
              <a:spcAft>
                <a:spcPts val="0"/>
              </a:spcAft>
              <a:buSzPts val="1900"/>
              <a:buNone/>
              <a:defRPr/>
            </a:lvl4pPr>
            <a:lvl5pPr lvl="4" rtl="0">
              <a:spcBef>
                <a:spcPts val="800"/>
              </a:spcBef>
              <a:spcAft>
                <a:spcPts val="0"/>
              </a:spcAft>
              <a:buSzPts val="1800"/>
              <a:buNone/>
              <a:defRPr/>
            </a:lvl5pPr>
            <a:lvl6pPr lvl="5" rtl="0">
              <a:spcBef>
                <a:spcPts val="600"/>
              </a:spcBef>
              <a:spcAft>
                <a:spcPts val="0"/>
              </a:spcAft>
              <a:buSzPts val="1800"/>
              <a:buNone/>
              <a:defRPr/>
            </a:lvl6pPr>
            <a:lvl7pPr lvl="6" rtl="0">
              <a:spcBef>
                <a:spcPts val="600"/>
              </a:spcBef>
              <a:spcAft>
                <a:spcPts val="0"/>
              </a:spcAft>
              <a:buSzPts val="1800"/>
              <a:buNone/>
              <a:defRPr/>
            </a:lvl7pPr>
            <a:lvl8pPr lvl="7" rtl="0">
              <a:spcBef>
                <a:spcPts val="400"/>
              </a:spcBef>
              <a:spcAft>
                <a:spcPts val="0"/>
              </a:spcAft>
              <a:buSzPts val="1800"/>
              <a:buNone/>
              <a:defRPr/>
            </a:lvl8pPr>
            <a:lvl9pPr lvl="8" rtl="0">
              <a:spcBef>
                <a:spcPts val="400"/>
              </a:spcBef>
              <a:spcAft>
                <a:spcPts val="200"/>
              </a:spcAft>
              <a:buSzPts val="1800"/>
              <a:buNone/>
              <a:defRPr/>
            </a:lvl9pPr>
          </a:lstStyle>
          <a:p/>
        </p:txBody>
      </p:sp>
      <p:grpSp>
        <p:nvGrpSpPr>
          <p:cNvPr id="386" name="Google Shape;386;p32"/>
          <p:cNvGrpSpPr/>
          <p:nvPr/>
        </p:nvGrpSpPr>
        <p:grpSpPr>
          <a:xfrm>
            <a:off x="323653" y="1804438"/>
            <a:ext cx="457200" cy="457200"/>
            <a:chOff x="1020916" y="1442088"/>
            <a:chExt cx="457200" cy="457200"/>
          </a:xfrm>
        </p:grpSpPr>
        <p:pic>
          <p:nvPicPr>
            <p:cNvPr id="387" name="Google Shape;387;p32"/>
            <p:cNvPicPr preferRelativeResize="0"/>
            <p:nvPr/>
          </p:nvPicPr>
          <p:blipFill>
            <a:blip r:embed="rId4">
              <a:alphaModFix/>
            </a:blip>
            <a:stretch>
              <a:fillRect/>
            </a:stretch>
          </p:blipFill>
          <p:spPr>
            <a:xfrm>
              <a:off x="1020916" y="1442088"/>
              <a:ext cx="457200" cy="457200"/>
            </a:xfrm>
            <a:prstGeom prst="rect">
              <a:avLst/>
            </a:prstGeom>
            <a:noFill/>
            <a:ln>
              <a:noFill/>
            </a:ln>
          </p:spPr>
        </p:pic>
        <p:sp>
          <p:nvSpPr>
            <p:cNvPr id="388" name="Google Shape;388;p32"/>
            <p:cNvSpPr txBox="1"/>
            <p:nvPr/>
          </p:nvSpPr>
          <p:spPr>
            <a:xfrm>
              <a:off x="1045528" y="1526400"/>
              <a:ext cx="408000" cy="2772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GB" sz="1800">
                  <a:solidFill>
                    <a:srgbClr val="FFFFFF"/>
                  </a:solidFill>
                  <a:latin typeface="Lexend"/>
                  <a:ea typeface="Lexend"/>
                  <a:cs typeface="Lexend"/>
                  <a:sym typeface="Lexend"/>
                </a:rPr>
                <a:t>a</a:t>
              </a:r>
              <a:endParaRPr b="1" sz="1800">
                <a:solidFill>
                  <a:srgbClr val="FFFFFF"/>
                </a:solidFill>
                <a:latin typeface="Lexend"/>
                <a:ea typeface="Lexend"/>
                <a:cs typeface="Lexend"/>
                <a:sym typeface="Lexend"/>
              </a:endParaRPr>
            </a:p>
          </p:txBody>
        </p:sp>
      </p:grpSp>
      <p:grpSp>
        <p:nvGrpSpPr>
          <p:cNvPr id="389" name="Google Shape;389;p32"/>
          <p:cNvGrpSpPr/>
          <p:nvPr/>
        </p:nvGrpSpPr>
        <p:grpSpPr>
          <a:xfrm>
            <a:off x="323653" y="2766575"/>
            <a:ext cx="457200" cy="457200"/>
            <a:chOff x="1020916" y="1442088"/>
            <a:chExt cx="457200" cy="457200"/>
          </a:xfrm>
        </p:grpSpPr>
        <p:pic>
          <p:nvPicPr>
            <p:cNvPr id="390" name="Google Shape;390;p32"/>
            <p:cNvPicPr preferRelativeResize="0"/>
            <p:nvPr/>
          </p:nvPicPr>
          <p:blipFill>
            <a:blip r:embed="rId4">
              <a:alphaModFix/>
            </a:blip>
            <a:stretch>
              <a:fillRect/>
            </a:stretch>
          </p:blipFill>
          <p:spPr>
            <a:xfrm>
              <a:off x="1020916" y="1442088"/>
              <a:ext cx="457200" cy="457200"/>
            </a:xfrm>
            <a:prstGeom prst="rect">
              <a:avLst/>
            </a:prstGeom>
            <a:noFill/>
            <a:ln>
              <a:noFill/>
            </a:ln>
          </p:spPr>
        </p:pic>
        <p:sp>
          <p:nvSpPr>
            <p:cNvPr id="391" name="Google Shape;391;p32"/>
            <p:cNvSpPr txBox="1"/>
            <p:nvPr/>
          </p:nvSpPr>
          <p:spPr>
            <a:xfrm>
              <a:off x="1045528" y="1526400"/>
              <a:ext cx="408000" cy="2772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GB" sz="1800">
                  <a:solidFill>
                    <a:srgbClr val="FFFFFF"/>
                  </a:solidFill>
                  <a:latin typeface="Lexend"/>
                  <a:ea typeface="Lexend"/>
                  <a:cs typeface="Lexend"/>
                  <a:sym typeface="Lexend"/>
                </a:rPr>
                <a:t>b</a:t>
              </a:r>
              <a:endParaRPr b="1" sz="1800">
                <a:solidFill>
                  <a:srgbClr val="FFFFFF"/>
                </a:solidFill>
                <a:latin typeface="Lexend"/>
                <a:ea typeface="Lexend"/>
                <a:cs typeface="Lexend"/>
                <a:sym typeface="Lexend"/>
              </a:endParaRPr>
            </a:p>
          </p:txBody>
        </p:sp>
      </p:grpSp>
      <p:grpSp>
        <p:nvGrpSpPr>
          <p:cNvPr id="392" name="Google Shape;392;p32"/>
          <p:cNvGrpSpPr/>
          <p:nvPr/>
        </p:nvGrpSpPr>
        <p:grpSpPr>
          <a:xfrm>
            <a:off x="323641" y="3729038"/>
            <a:ext cx="457200" cy="457200"/>
            <a:chOff x="1020916" y="1442088"/>
            <a:chExt cx="457200" cy="457200"/>
          </a:xfrm>
        </p:grpSpPr>
        <p:pic>
          <p:nvPicPr>
            <p:cNvPr id="393" name="Google Shape;393;p32"/>
            <p:cNvPicPr preferRelativeResize="0"/>
            <p:nvPr/>
          </p:nvPicPr>
          <p:blipFill>
            <a:blip r:embed="rId4">
              <a:alphaModFix/>
            </a:blip>
            <a:stretch>
              <a:fillRect/>
            </a:stretch>
          </p:blipFill>
          <p:spPr>
            <a:xfrm>
              <a:off x="1020916" y="1442088"/>
              <a:ext cx="457200" cy="457200"/>
            </a:xfrm>
            <a:prstGeom prst="rect">
              <a:avLst/>
            </a:prstGeom>
            <a:noFill/>
            <a:ln>
              <a:noFill/>
            </a:ln>
          </p:spPr>
        </p:pic>
        <p:sp>
          <p:nvSpPr>
            <p:cNvPr id="394" name="Google Shape;394;p32"/>
            <p:cNvSpPr txBox="1"/>
            <p:nvPr/>
          </p:nvSpPr>
          <p:spPr>
            <a:xfrm>
              <a:off x="1045528" y="1526400"/>
              <a:ext cx="408000" cy="2772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GB" sz="1800">
                  <a:solidFill>
                    <a:srgbClr val="FFFFFF"/>
                  </a:solidFill>
                  <a:latin typeface="Lexend"/>
                  <a:ea typeface="Lexend"/>
                  <a:cs typeface="Lexend"/>
                  <a:sym typeface="Lexend"/>
                </a:rPr>
                <a:t>c</a:t>
              </a:r>
              <a:endParaRPr b="1" sz="1800">
                <a:solidFill>
                  <a:srgbClr val="FFFFFF"/>
                </a:solidFill>
                <a:latin typeface="Lexend"/>
                <a:ea typeface="Lexend"/>
                <a:cs typeface="Lexend"/>
                <a:sym typeface="Lexend"/>
              </a:endParaRPr>
            </a:p>
          </p:txBody>
        </p:sp>
      </p:grpSp>
    </p:spTree>
  </p:cSld>
  <p:clrMapOvr>
    <a:masterClrMapping/>
  </p:clrMapOvr>
</p:sldLayout>
</file>

<file path=ppt/slideLayouts/slideLayout3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2.03 CfU 3 options - jade">
  <p:cSld name="TITLE_AND_TWO_COLUMNS_1_1_7_1_1_1">
    <p:bg>
      <p:bgPr>
        <a:solidFill>
          <a:srgbClr val="E6F2F2"/>
        </a:solidFill>
      </p:bgPr>
    </p:bg>
    <p:spTree>
      <p:nvGrpSpPr>
        <p:cNvPr id="395" name="Shape 395"/>
        <p:cNvGrpSpPr/>
        <p:nvPr/>
      </p:nvGrpSpPr>
      <p:grpSpPr>
        <a:xfrm>
          <a:off x="0" y="0"/>
          <a:ext cx="0" cy="0"/>
          <a:chOff x="0" y="0"/>
          <a:chExt cx="0" cy="0"/>
        </a:xfrm>
      </p:grpSpPr>
      <p:pic>
        <p:nvPicPr>
          <p:cNvPr id="396" name="Google Shape;396;p33"/>
          <p:cNvPicPr preferRelativeResize="0"/>
          <p:nvPr/>
        </p:nvPicPr>
        <p:blipFill rotWithShape="1">
          <a:blip r:embed="rId2">
            <a:alphaModFix/>
          </a:blip>
          <a:srcRect b="1672" l="0" r="0" t="1662"/>
          <a:stretch/>
        </p:blipFill>
        <p:spPr>
          <a:xfrm>
            <a:off x="0" y="532525"/>
            <a:ext cx="9151202" cy="116709"/>
          </a:xfrm>
          <a:prstGeom prst="rect">
            <a:avLst/>
          </a:prstGeom>
          <a:noFill/>
          <a:ln>
            <a:noFill/>
          </a:ln>
        </p:spPr>
      </p:pic>
      <p:sp>
        <p:nvSpPr>
          <p:cNvPr id="397" name="Google Shape;397;p33"/>
          <p:cNvSpPr/>
          <p:nvPr/>
        </p:nvSpPr>
        <p:spPr>
          <a:xfrm>
            <a:off x="-1" y="-2"/>
            <a:ext cx="9144300" cy="540300"/>
          </a:xfrm>
          <a:prstGeom prst="rect">
            <a:avLst/>
          </a:pr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8" name="Google Shape;398;p33"/>
          <p:cNvSpPr txBox="1"/>
          <p:nvPr>
            <p:ph type="title"/>
          </p:nvPr>
        </p:nvSpPr>
        <p:spPr>
          <a:xfrm>
            <a:off x="324000" y="748763"/>
            <a:ext cx="8179200" cy="489600"/>
          </a:xfrm>
          <a:prstGeom prst="rect">
            <a:avLst/>
          </a:prstGeom>
        </p:spPr>
        <p:txBody>
          <a:bodyPr anchorCtr="0" anchor="t" bIns="0" lIns="0" spcFirstLastPara="1" rIns="0" wrap="square" tIns="0">
            <a:noAutofit/>
          </a:bodyPr>
          <a:lstStyle>
            <a:lvl1pPr lvl="0" rtl="0">
              <a:spcBef>
                <a:spcPts val="0"/>
              </a:spcBef>
              <a:spcAft>
                <a:spcPts val="0"/>
              </a:spcAft>
              <a:buSzPts val="2200"/>
              <a:buFont typeface="Lexend"/>
              <a:buNone/>
              <a:defRPr b="0" sz="2200">
                <a:latin typeface="Lexend"/>
                <a:ea typeface="Lexend"/>
                <a:cs typeface="Lexend"/>
                <a:sym typeface="Lexend"/>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pic>
        <p:nvPicPr>
          <p:cNvPr id="399" name="Google Shape;399;p33"/>
          <p:cNvPicPr preferRelativeResize="0"/>
          <p:nvPr/>
        </p:nvPicPr>
        <p:blipFill rotWithShape="1">
          <a:blip r:embed="rId3">
            <a:alphaModFix/>
          </a:blip>
          <a:srcRect b="0" l="0" r="0" t="0"/>
          <a:stretch/>
        </p:blipFill>
        <p:spPr>
          <a:xfrm>
            <a:off x="8528585" y="-11474"/>
            <a:ext cx="499700" cy="499700"/>
          </a:xfrm>
          <a:prstGeom prst="rect">
            <a:avLst/>
          </a:prstGeom>
          <a:noFill/>
          <a:ln>
            <a:noFill/>
          </a:ln>
        </p:spPr>
      </p:pic>
      <p:sp>
        <p:nvSpPr>
          <p:cNvPr id="400" name="Google Shape;400;p33"/>
          <p:cNvSpPr txBox="1"/>
          <p:nvPr/>
        </p:nvSpPr>
        <p:spPr>
          <a:xfrm>
            <a:off x="8476560" y="438750"/>
            <a:ext cx="603900" cy="138600"/>
          </a:xfrm>
          <a:prstGeom prst="rect">
            <a:avLst/>
          </a:prstGeom>
          <a:noFill/>
          <a:ln>
            <a:noFill/>
          </a:ln>
        </p:spPr>
        <p:txBody>
          <a:bodyPr anchorCtr="0" anchor="t" bIns="0" lIns="0" spcFirstLastPara="1" rIns="0" wrap="square" tIns="0">
            <a:spAutoFit/>
          </a:bodyPr>
          <a:lstStyle/>
          <a:p>
            <a:pPr indent="0" lvl="0" marL="0" rtl="0" algn="ctr">
              <a:spcBef>
                <a:spcPts val="0"/>
              </a:spcBef>
              <a:spcAft>
                <a:spcPts val="0"/>
              </a:spcAft>
              <a:buNone/>
            </a:pPr>
            <a:r>
              <a:rPr b="1" lang="en-GB" sz="900">
                <a:solidFill>
                  <a:srgbClr val="E6F2F2"/>
                </a:solidFill>
                <a:latin typeface="Lexend"/>
                <a:ea typeface="Lexend"/>
                <a:cs typeface="Lexend"/>
                <a:sym typeface="Lexend"/>
              </a:rPr>
              <a:t>Check</a:t>
            </a:r>
            <a:endParaRPr b="1" sz="900">
              <a:solidFill>
                <a:srgbClr val="E6F2F2"/>
              </a:solidFill>
              <a:latin typeface="Lexend"/>
              <a:ea typeface="Lexend"/>
              <a:cs typeface="Lexend"/>
              <a:sym typeface="Lexend"/>
            </a:endParaRPr>
          </a:p>
        </p:txBody>
      </p:sp>
      <p:sp>
        <p:nvSpPr>
          <p:cNvPr id="401" name="Google Shape;401;p33"/>
          <p:cNvSpPr txBox="1"/>
          <p:nvPr>
            <p:ph idx="2" type="title"/>
          </p:nvPr>
        </p:nvSpPr>
        <p:spPr>
          <a:xfrm>
            <a:off x="324000" y="0"/>
            <a:ext cx="7885200" cy="613500"/>
          </a:xfrm>
          <a:prstGeom prst="rect">
            <a:avLst/>
          </a:prstGeom>
        </p:spPr>
        <p:txBody>
          <a:bodyPr anchorCtr="0" anchor="ctr" bIns="0" lIns="0" spcFirstLastPara="1" rIns="0" wrap="square" tIns="0">
            <a:noAutofit/>
          </a:bodyPr>
          <a:lstStyle>
            <a:lvl1pPr lvl="0" rtl="0">
              <a:lnSpc>
                <a:spcPct val="100000"/>
              </a:lnSpc>
              <a:spcBef>
                <a:spcPts val="0"/>
              </a:spcBef>
              <a:spcAft>
                <a:spcPts val="0"/>
              </a:spcAft>
              <a:buClr>
                <a:schemeClr val="lt1"/>
              </a:buClr>
              <a:buSzPts val="2000"/>
              <a:buFont typeface="Lexend"/>
              <a:buNone/>
              <a:defRPr sz="2000">
                <a:solidFill>
                  <a:schemeClr val="lt1"/>
                </a:solidFill>
                <a:latin typeface="Lexend"/>
                <a:ea typeface="Lexend"/>
                <a:cs typeface="Lexend"/>
                <a:sym typeface="Lexend"/>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
        <p:nvSpPr>
          <p:cNvPr id="402" name="Google Shape;402;p33"/>
          <p:cNvSpPr txBox="1"/>
          <p:nvPr>
            <p:ph idx="1" type="subTitle"/>
          </p:nvPr>
        </p:nvSpPr>
        <p:spPr>
          <a:xfrm>
            <a:off x="1034425" y="1837775"/>
            <a:ext cx="7506600" cy="324600"/>
          </a:xfrm>
          <a:prstGeom prst="rect">
            <a:avLst/>
          </a:prstGeom>
        </p:spPr>
        <p:txBody>
          <a:bodyPr anchorCtr="0" anchor="t" bIns="0" lIns="0" spcFirstLastPara="1" rIns="0" wrap="square" tIns="0">
            <a:noAutofit/>
          </a:bodyPr>
          <a:lstStyle>
            <a:lvl1pPr lvl="0" rtl="0">
              <a:spcBef>
                <a:spcPts val="0"/>
              </a:spcBef>
              <a:spcAft>
                <a:spcPts val="0"/>
              </a:spcAft>
              <a:buSzPts val="2200"/>
              <a:buFont typeface="Lexend"/>
              <a:buNone/>
              <a:defRPr sz="2200">
                <a:latin typeface="Lexend"/>
                <a:ea typeface="Lexend"/>
                <a:cs typeface="Lexend"/>
                <a:sym typeface="Lexend"/>
              </a:defRPr>
            </a:lvl1pPr>
            <a:lvl2pPr lvl="1" rtl="0">
              <a:spcBef>
                <a:spcPts val="1000"/>
              </a:spcBef>
              <a:spcAft>
                <a:spcPts val="0"/>
              </a:spcAft>
              <a:buSzPts val="2100"/>
              <a:buNone/>
              <a:defRPr/>
            </a:lvl2pPr>
            <a:lvl3pPr lvl="2" rtl="0">
              <a:spcBef>
                <a:spcPts val="1000"/>
              </a:spcBef>
              <a:spcAft>
                <a:spcPts val="0"/>
              </a:spcAft>
              <a:buSzPts val="2000"/>
              <a:buNone/>
              <a:defRPr/>
            </a:lvl3pPr>
            <a:lvl4pPr lvl="3" rtl="0">
              <a:spcBef>
                <a:spcPts val="800"/>
              </a:spcBef>
              <a:spcAft>
                <a:spcPts val="0"/>
              </a:spcAft>
              <a:buSzPts val="1900"/>
              <a:buNone/>
              <a:defRPr/>
            </a:lvl4pPr>
            <a:lvl5pPr lvl="4" rtl="0">
              <a:spcBef>
                <a:spcPts val="800"/>
              </a:spcBef>
              <a:spcAft>
                <a:spcPts val="0"/>
              </a:spcAft>
              <a:buSzPts val="1800"/>
              <a:buNone/>
              <a:defRPr/>
            </a:lvl5pPr>
            <a:lvl6pPr lvl="5" rtl="0">
              <a:spcBef>
                <a:spcPts val="600"/>
              </a:spcBef>
              <a:spcAft>
                <a:spcPts val="0"/>
              </a:spcAft>
              <a:buSzPts val="1800"/>
              <a:buNone/>
              <a:defRPr/>
            </a:lvl6pPr>
            <a:lvl7pPr lvl="6" rtl="0">
              <a:spcBef>
                <a:spcPts val="600"/>
              </a:spcBef>
              <a:spcAft>
                <a:spcPts val="0"/>
              </a:spcAft>
              <a:buSzPts val="1800"/>
              <a:buNone/>
              <a:defRPr/>
            </a:lvl7pPr>
            <a:lvl8pPr lvl="7" rtl="0">
              <a:spcBef>
                <a:spcPts val="400"/>
              </a:spcBef>
              <a:spcAft>
                <a:spcPts val="0"/>
              </a:spcAft>
              <a:buSzPts val="1800"/>
              <a:buNone/>
              <a:defRPr/>
            </a:lvl8pPr>
            <a:lvl9pPr lvl="8" rtl="0">
              <a:spcBef>
                <a:spcPts val="400"/>
              </a:spcBef>
              <a:spcAft>
                <a:spcPts val="200"/>
              </a:spcAft>
              <a:buSzPts val="1800"/>
              <a:buNone/>
              <a:defRPr/>
            </a:lvl9pPr>
          </a:lstStyle>
          <a:p/>
        </p:txBody>
      </p:sp>
      <p:sp>
        <p:nvSpPr>
          <p:cNvPr id="403" name="Google Shape;403;p33"/>
          <p:cNvSpPr txBox="1"/>
          <p:nvPr>
            <p:ph idx="3" type="subTitle"/>
          </p:nvPr>
        </p:nvSpPr>
        <p:spPr>
          <a:xfrm>
            <a:off x="1034425" y="2794247"/>
            <a:ext cx="7506600" cy="389100"/>
          </a:xfrm>
          <a:prstGeom prst="rect">
            <a:avLst/>
          </a:prstGeom>
        </p:spPr>
        <p:txBody>
          <a:bodyPr anchorCtr="0" anchor="t" bIns="0" lIns="0" spcFirstLastPara="1" rIns="0" wrap="square" tIns="0">
            <a:noAutofit/>
          </a:bodyPr>
          <a:lstStyle>
            <a:lvl1pPr lvl="0" rtl="0">
              <a:spcBef>
                <a:spcPts val="0"/>
              </a:spcBef>
              <a:spcAft>
                <a:spcPts val="0"/>
              </a:spcAft>
              <a:buSzPts val="2200"/>
              <a:buFont typeface="Lexend"/>
              <a:buNone/>
              <a:defRPr sz="2200">
                <a:latin typeface="Lexend"/>
                <a:ea typeface="Lexend"/>
                <a:cs typeface="Lexend"/>
                <a:sym typeface="Lexend"/>
              </a:defRPr>
            </a:lvl1pPr>
            <a:lvl2pPr lvl="1" rtl="0">
              <a:spcBef>
                <a:spcPts val="1000"/>
              </a:spcBef>
              <a:spcAft>
                <a:spcPts val="0"/>
              </a:spcAft>
              <a:buSzPts val="2100"/>
              <a:buNone/>
              <a:defRPr/>
            </a:lvl2pPr>
            <a:lvl3pPr lvl="2" rtl="0">
              <a:spcBef>
                <a:spcPts val="1000"/>
              </a:spcBef>
              <a:spcAft>
                <a:spcPts val="0"/>
              </a:spcAft>
              <a:buSzPts val="2000"/>
              <a:buNone/>
              <a:defRPr/>
            </a:lvl3pPr>
            <a:lvl4pPr lvl="3" rtl="0">
              <a:spcBef>
                <a:spcPts val="800"/>
              </a:spcBef>
              <a:spcAft>
                <a:spcPts val="0"/>
              </a:spcAft>
              <a:buSzPts val="1900"/>
              <a:buNone/>
              <a:defRPr/>
            </a:lvl4pPr>
            <a:lvl5pPr lvl="4" rtl="0">
              <a:spcBef>
                <a:spcPts val="800"/>
              </a:spcBef>
              <a:spcAft>
                <a:spcPts val="0"/>
              </a:spcAft>
              <a:buSzPts val="1800"/>
              <a:buNone/>
              <a:defRPr/>
            </a:lvl5pPr>
            <a:lvl6pPr lvl="5" rtl="0">
              <a:spcBef>
                <a:spcPts val="600"/>
              </a:spcBef>
              <a:spcAft>
                <a:spcPts val="0"/>
              </a:spcAft>
              <a:buSzPts val="1800"/>
              <a:buNone/>
              <a:defRPr/>
            </a:lvl6pPr>
            <a:lvl7pPr lvl="6" rtl="0">
              <a:spcBef>
                <a:spcPts val="600"/>
              </a:spcBef>
              <a:spcAft>
                <a:spcPts val="0"/>
              </a:spcAft>
              <a:buSzPts val="1800"/>
              <a:buNone/>
              <a:defRPr/>
            </a:lvl7pPr>
            <a:lvl8pPr lvl="7" rtl="0">
              <a:spcBef>
                <a:spcPts val="400"/>
              </a:spcBef>
              <a:spcAft>
                <a:spcPts val="0"/>
              </a:spcAft>
              <a:buSzPts val="1800"/>
              <a:buNone/>
              <a:defRPr/>
            </a:lvl8pPr>
            <a:lvl9pPr lvl="8" rtl="0">
              <a:spcBef>
                <a:spcPts val="400"/>
              </a:spcBef>
              <a:spcAft>
                <a:spcPts val="200"/>
              </a:spcAft>
              <a:buSzPts val="1800"/>
              <a:buNone/>
              <a:defRPr/>
            </a:lvl9pPr>
          </a:lstStyle>
          <a:p/>
        </p:txBody>
      </p:sp>
      <p:sp>
        <p:nvSpPr>
          <p:cNvPr id="404" name="Google Shape;404;p33"/>
          <p:cNvSpPr txBox="1"/>
          <p:nvPr>
            <p:ph idx="4" type="subTitle"/>
          </p:nvPr>
        </p:nvSpPr>
        <p:spPr>
          <a:xfrm>
            <a:off x="1034425" y="3766965"/>
            <a:ext cx="7464600" cy="324600"/>
          </a:xfrm>
          <a:prstGeom prst="rect">
            <a:avLst/>
          </a:prstGeom>
        </p:spPr>
        <p:txBody>
          <a:bodyPr anchorCtr="0" anchor="t" bIns="0" lIns="0" spcFirstLastPara="1" rIns="0" wrap="square" tIns="0">
            <a:noAutofit/>
          </a:bodyPr>
          <a:lstStyle>
            <a:lvl1pPr lvl="0" rtl="0">
              <a:spcBef>
                <a:spcPts val="0"/>
              </a:spcBef>
              <a:spcAft>
                <a:spcPts val="0"/>
              </a:spcAft>
              <a:buSzPts val="2200"/>
              <a:buFont typeface="Lexend"/>
              <a:buNone/>
              <a:defRPr sz="2200">
                <a:latin typeface="Lexend"/>
                <a:ea typeface="Lexend"/>
                <a:cs typeface="Lexend"/>
                <a:sym typeface="Lexend"/>
              </a:defRPr>
            </a:lvl1pPr>
            <a:lvl2pPr lvl="1" rtl="0">
              <a:spcBef>
                <a:spcPts val="1000"/>
              </a:spcBef>
              <a:spcAft>
                <a:spcPts val="0"/>
              </a:spcAft>
              <a:buSzPts val="2100"/>
              <a:buNone/>
              <a:defRPr/>
            </a:lvl2pPr>
            <a:lvl3pPr lvl="2" rtl="0">
              <a:spcBef>
                <a:spcPts val="1000"/>
              </a:spcBef>
              <a:spcAft>
                <a:spcPts val="0"/>
              </a:spcAft>
              <a:buSzPts val="2000"/>
              <a:buNone/>
              <a:defRPr/>
            </a:lvl3pPr>
            <a:lvl4pPr lvl="3" rtl="0">
              <a:spcBef>
                <a:spcPts val="800"/>
              </a:spcBef>
              <a:spcAft>
                <a:spcPts val="0"/>
              </a:spcAft>
              <a:buSzPts val="1900"/>
              <a:buNone/>
              <a:defRPr/>
            </a:lvl4pPr>
            <a:lvl5pPr lvl="4" rtl="0">
              <a:spcBef>
                <a:spcPts val="800"/>
              </a:spcBef>
              <a:spcAft>
                <a:spcPts val="0"/>
              </a:spcAft>
              <a:buSzPts val="1800"/>
              <a:buNone/>
              <a:defRPr/>
            </a:lvl5pPr>
            <a:lvl6pPr lvl="5" rtl="0">
              <a:spcBef>
                <a:spcPts val="600"/>
              </a:spcBef>
              <a:spcAft>
                <a:spcPts val="0"/>
              </a:spcAft>
              <a:buSzPts val="1800"/>
              <a:buNone/>
              <a:defRPr/>
            </a:lvl6pPr>
            <a:lvl7pPr lvl="6" rtl="0">
              <a:spcBef>
                <a:spcPts val="600"/>
              </a:spcBef>
              <a:spcAft>
                <a:spcPts val="0"/>
              </a:spcAft>
              <a:buSzPts val="1800"/>
              <a:buNone/>
              <a:defRPr/>
            </a:lvl7pPr>
            <a:lvl8pPr lvl="7" rtl="0">
              <a:spcBef>
                <a:spcPts val="400"/>
              </a:spcBef>
              <a:spcAft>
                <a:spcPts val="0"/>
              </a:spcAft>
              <a:buSzPts val="1800"/>
              <a:buNone/>
              <a:defRPr/>
            </a:lvl8pPr>
            <a:lvl9pPr lvl="8" rtl="0">
              <a:spcBef>
                <a:spcPts val="400"/>
              </a:spcBef>
              <a:spcAft>
                <a:spcPts val="200"/>
              </a:spcAft>
              <a:buSzPts val="1800"/>
              <a:buNone/>
              <a:defRPr/>
            </a:lvl9pPr>
          </a:lstStyle>
          <a:p/>
        </p:txBody>
      </p:sp>
      <p:grpSp>
        <p:nvGrpSpPr>
          <p:cNvPr id="405" name="Google Shape;405;p33"/>
          <p:cNvGrpSpPr/>
          <p:nvPr/>
        </p:nvGrpSpPr>
        <p:grpSpPr>
          <a:xfrm>
            <a:off x="323653" y="1804438"/>
            <a:ext cx="457200" cy="457200"/>
            <a:chOff x="1020916" y="1442088"/>
            <a:chExt cx="457200" cy="457200"/>
          </a:xfrm>
        </p:grpSpPr>
        <p:pic>
          <p:nvPicPr>
            <p:cNvPr id="406" name="Google Shape;406;p33"/>
            <p:cNvPicPr preferRelativeResize="0"/>
            <p:nvPr/>
          </p:nvPicPr>
          <p:blipFill>
            <a:blip r:embed="rId4">
              <a:alphaModFix/>
            </a:blip>
            <a:stretch>
              <a:fillRect/>
            </a:stretch>
          </p:blipFill>
          <p:spPr>
            <a:xfrm>
              <a:off x="1020916" y="1442088"/>
              <a:ext cx="457200" cy="457200"/>
            </a:xfrm>
            <a:prstGeom prst="rect">
              <a:avLst/>
            </a:prstGeom>
            <a:noFill/>
            <a:ln>
              <a:noFill/>
            </a:ln>
          </p:spPr>
        </p:pic>
        <p:sp>
          <p:nvSpPr>
            <p:cNvPr id="407" name="Google Shape;407;p33"/>
            <p:cNvSpPr txBox="1"/>
            <p:nvPr/>
          </p:nvSpPr>
          <p:spPr>
            <a:xfrm>
              <a:off x="1045528" y="1526400"/>
              <a:ext cx="408000" cy="2772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GB" sz="1800">
                  <a:solidFill>
                    <a:srgbClr val="FFFFFF"/>
                  </a:solidFill>
                  <a:latin typeface="Lexend"/>
                  <a:ea typeface="Lexend"/>
                  <a:cs typeface="Lexend"/>
                  <a:sym typeface="Lexend"/>
                </a:rPr>
                <a:t>a</a:t>
              </a:r>
              <a:endParaRPr b="1" sz="1800">
                <a:solidFill>
                  <a:srgbClr val="FFFFFF"/>
                </a:solidFill>
                <a:latin typeface="Lexend"/>
                <a:ea typeface="Lexend"/>
                <a:cs typeface="Lexend"/>
                <a:sym typeface="Lexend"/>
              </a:endParaRPr>
            </a:p>
          </p:txBody>
        </p:sp>
      </p:grpSp>
      <p:grpSp>
        <p:nvGrpSpPr>
          <p:cNvPr id="408" name="Google Shape;408;p33"/>
          <p:cNvGrpSpPr/>
          <p:nvPr/>
        </p:nvGrpSpPr>
        <p:grpSpPr>
          <a:xfrm>
            <a:off x="323653" y="2766575"/>
            <a:ext cx="457200" cy="457200"/>
            <a:chOff x="1020916" y="1442088"/>
            <a:chExt cx="457200" cy="457200"/>
          </a:xfrm>
        </p:grpSpPr>
        <p:pic>
          <p:nvPicPr>
            <p:cNvPr id="409" name="Google Shape;409;p33"/>
            <p:cNvPicPr preferRelativeResize="0"/>
            <p:nvPr/>
          </p:nvPicPr>
          <p:blipFill>
            <a:blip r:embed="rId4">
              <a:alphaModFix/>
            </a:blip>
            <a:stretch>
              <a:fillRect/>
            </a:stretch>
          </p:blipFill>
          <p:spPr>
            <a:xfrm>
              <a:off x="1020916" y="1442088"/>
              <a:ext cx="457200" cy="457200"/>
            </a:xfrm>
            <a:prstGeom prst="rect">
              <a:avLst/>
            </a:prstGeom>
            <a:noFill/>
            <a:ln>
              <a:noFill/>
            </a:ln>
          </p:spPr>
        </p:pic>
        <p:sp>
          <p:nvSpPr>
            <p:cNvPr id="410" name="Google Shape;410;p33"/>
            <p:cNvSpPr txBox="1"/>
            <p:nvPr/>
          </p:nvSpPr>
          <p:spPr>
            <a:xfrm>
              <a:off x="1045528" y="1526400"/>
              <a:ext cx="408000" cy="2772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GB" sz="1800">
                  <a:solidFill>
                    <a:srgbClr val="FFFFFF"/>
                  </a:solidFill>
                  <a:latin typeface="Lexend"/>
                  <a:ea typeface="Lexend"/>
                  <a:cs typeface="Lexend"/>
                  <a:sym typeface="Lexend"/>
                </a:rPr>
                <a:t>b</a:t>
              </a:r>
              <a:endParaRPr b="1" sz="1800">
                <a:solidFill>
                  <a:srgbClr val="FFFFFF"/>
                </a:solidFill>
                <a:latin typeface="Lexend"/>
                <a:ea typeface="Lexend"/>
                <a:cs typeface="Lexend"/>
                <a:sym typeface="Lexend"/>
              </a:endParaRPr>
            </a:p>
          </p:txBody>
        </p:sp>
      </p:grpSp>
      <p:grpSp>
        <p:nvGrpSpPr>
          <p:cNvPr id="411" name="Google Shape;411;p33"/>
          <p:cNvGrpSpPr/>
          <p:nvPr/>
        </p:nvGrpSpPr>
        <p:grpSpPr>
          <a:xfrm>
            <a:off x="323641" y="3729038"/>
            <a:ext cx="457200" cy="457200"/>
            <a:chOff x="1020916" y="1442088"/>
            <a:chExt cx="457200" cy="457200"/>
          </a:xfrm>
        </p:grpSpPr>
        <p:pic>
          <p:nvPicPr>
            <p:cNvPr id="412" name="Google Shape;412;p33"/>
            <p:cNvPicPr preferRelativeResize="0"/>
            <p:nvPr/>
          </p:nvPicPr>
          <p:blipFill>
            <a:blip r:embed="rId4">
              <a:alphaModFix/>
            </a:blip>
            <a:stretch>
              <a:fillRect/>
            </a:stretch>
          </p:blipFill>
          <p:spPr>
            <a:xfrm>
              <a:off x="1020916" y="1442088"/>
              <a:ext cx="457200" cy="457200"/>
            </a:xfrm>
            <a:prstGeom prst="rect">
              <a:avLst/>
            </a:prstGeom>
            <a:noFill/>
            <a:ln>
              <a:noFill/>
            </a:ln>
          </p:spPr>
        </p:pic>
        <p:sp>
          <p:nvSpPr>
            <p:cNvPr id="413" name="Google Shape;413;p33"/>
            <p:cNvSpPr txBox="1"/>
            <p:nvPr/>
          </p:nvSpPr>
          <p:spPr>
            <a:xfrm>
              <a:off x="1045528" y="1526400"/>
              <a:ext cx="408000" cy="2772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GB" sz="1800">
                  <a:solidFill>
                    <a:srgbClr val="FFFFFF"/>
                  </a:solidFill>
                  <a:latin typeface="Lexend"/>
                  <a:ea typeface="Lexend"/>
                  <a:cs typeface="Lexend"/>
                  <a:sym typeface="Lexend"/>
                </a:rPr>
                <a:t>c</a:t>
              </a:r>
              <a:endParaRPr b="1" sz="1800">
                <a:solidFill>
                  <a:srgbClr val="FFFFFF"/>
                </a:solidFill>
                <a:latin typeface="Lexend"/>
                <a:ea typeface="Lexend"/>
                <a:cs typeface="Lexend"/>
                <a:sym typeface="Lexend"/>
              </a:endParaRPr>
            </a:p>
          </p:txBody>
        </p:sp>
      </p:grpSp>
    </p:spTree>
  </p:cSld>
  <p:clrMapOvr>
    <a:masterClrMapping/>
  </p:clrMapOvr>
</p:sldLayout>
</file>

<file path=ppt/slideLayouts/slideLayout3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3.03 CfU 3 options - blue">
  <p:cSld name="TITLE_AND_TWO_COLUMNS_1_1_7_2">
    <p:bg>
      <p:bgPr>
        <a:solidFill>
          <a:srgbClr val="EBEDFE"/>
        </a:solidFill>
      </p:bgPr>
    </p:bg>
    <p:spTree>
      <p:nvGrpSpPr>
        <p:cNvPr id="414" name="Shape 414"/>
        <p:cNvGrpSpPr/>
        <p:nvPr/>
      </p:nvGrpSpPr>
      <p:grpSpPr>
        <a:xfrm>
          <a:off x="0" y="0"/>
          <a:ext cx="0" cy="0"/>
          <a:chOff x="0" y="0"/>
          <a:chExt cx="0" cy="0"/>
        </a:xfrm>
      </p:grpSpPr>
      <p:pic>
        <p:nvPicPr>
          <p:cNvPr id="415" name="Google Shape;415;p34"/>
          <p:cNvPicPr preferRelativeResize="0"/>
          <p:nvPr/>
        </p:nvPicPr>
        <p:blipFill rotWithShape="1">
          <a:blip r:embed="rId2">
            <a:alphaModFix/>
          </a:blip>
          <a:srcRect b="1672" l="0" r="0" t="1662"/>
          <a:stretch/>
        </p:blipFill>
        <p:spPr>
          <a:xfrm>
            <a:off x="0" y="532525"/>
            <a:ext cx="9151202" cy="116709"/>
          </a:xfrm>
          <a:prstGeom prst="rect">
            <a:avLst/>
          </a:prstGeom>
          <a:noFill/>
          <a:ln>
            <a:noFill/>
          </a:ln>
        </p:spPr>
      </p:pic>
      <p:sp>
        <p:nvSpPr>
          <p:cNvPr id="416" name="Google Shape;416;p34"/>
          <p:cNvSpPr/>
          <p:nvPr/>
        </p:nvSpPr>
        <p:spPr>
          <a:xfrm>
            <a:off x="-1" y="-2"/>
            <a:ext cx="9144300" cy="540300"/>
          </a:xfrm>
          <a:prstGeom prst="rect">
            <a:avLst/>
          </a:pr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17" name="Google Shape;417;p34"/>
          <p:cNvSpPr txBox="1"/>
          <p:nvPr>
            <p:ph type="title"/>
          </p:nvPr>
        </p:nvSpPr>
        <p:spPr>
          <a:xfrm>
            <a:off x="324000" y="748763"/>
            <a:ext cx="8179200" cy="489600"/>
          </a:xfrm>
          <a:prstGeom prst="rect">
            <a:avLst/>
          </a:prstGeom>
        </p:spPr>
        <p:txBody>
          <a:bodyPr anchorCtr="0" anchor="t" bIns="0" lIns="0" spcFirstLastPara="1" rIns="0" wrap="square" tIns="0">
            <a:noAutofit/>
          </a:bodyPr>
          <a:lstStyle>
            <a:lvl1pPr lvl="0" rtl="0">
              <a:spcBef>
                <a:spcPts val="0"/>
              </a:spcBef>
              <a:spcAft>
                <a:spcPts val="0"/>
              </a:spcAft>
              <a:buSzPts val="2200"/>
              <a:buFont typeface="Lexend"/>
              <a:buNone/>
              <a:defRPr b="0" sz="2200">
                <a:latin typeface="Lexend"/>
                <a:ea typeface="Lexend"/>
                <a:cs typeface="Lexend"/>
                <a:sym typeface="Lexend"/>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pic>
        <p:nvPicPr>
          <p:cNvPr id="418" name="Google Shape;418;p34"/>
          <p:cNvPicPr preferRelativeResize="0"/>
          <p:nvPr/>
        </p:nvPicPr>
        <p:blipFill rotWithShape="1">
          <a:blip r:embed="rId3">
            <a:alphaModFix/>
          </a:blip>
          <a:srcRect b="0" l="0" r="0" t="0"/>
          <a:stretch/>
        </p:blipFill>
        <p:spPr>
          <a:xfrm>
            <a:off x="8528585" y="-11474"/>
            <a:ext cx="499700" cy="499700"/>
          </a:xfrm>
          <a:prstGeom prst="rect">
            <a:avLst/>
          </a:prstGeom>
          <a:noFill/>
          <a:ln>
            <a:noFill/>
          </a:ln>
        </p:spPr>
      </p:pic>
      <p:sp>
        <p:nvSpPr>
          <p:cNvPr id="419" name="Google Shape;419;p34"/>
          <p:cNvSpPr txBox="1"/>
          <p:nvPr/>
        </p:nvSpPr>
        <p:spPr>
          <a:xfrm>
            <a:off x="8476560" y="438750"/>
            <a:ext cx="603900" cy="138600"/>
          </a:xfrm>
          <a:prstGeom prst="rect">
            <a:avLst/>
          </a:prstGeom>
          <a:noFill/>
          <a:ln>
            <a:noFill/>
          </a:ln>
        </p:spPr>
        <p:txBody>
          <a:bodyPr anchorCtr="0" anchor="t" bIns="0" lIns="0" spcFirstLastPara="1" rIns="0" wrap="square" tIns="0">
            <a:spAutoFit/>
          </a:bodyPr>
          <a:lstStyle/>
          <a:p>
            <a:pPr indent="0" lvl="0" marL="0" rtl="0" algn="ctr">
              <a:spcBef>
                <a:spcPts val="0"/>
              </a:spcBef>
              <a:spcAft>
                <a:spcPts val="0"/>
              </a:spcAft>
              <a:buNone/>
            </a:pPr>
            <a:r>
              <a:rPr b="1" lang="en-GB" sz="900">
                <a:solidFill>
                  <a:srgbClr val="EBEDFE"/>
                </a:solidFill>
                <a:latin typeface="Lexend"/>
                <a:ea typeface="Lexend"/>
                <a:cs typeface="Lexend"/>
                <a:sym typeface="Lexend"/>
              </a:rPr>
              <a:t>Check</a:t>
            </a:r>
            <a:endParaRPr b="1" sz="900">
              <a:solidFill>
                <a:srgbClr val="EBEDFE"/>
              </a:solidFill>
              <a:latin typeface="Lexend"/>
              <a:ea typeface="Lexend"/>
              <a:cs typeface="Lexend"/>
              <a:sym typeface="Lexend"/>
            </a:endParaRPr>
          </a:p>
        </p:txBody>
      </p:sp>
      <p:sp>
        <p:nvSpPr>
          <p:cNvPr id="420" name="Google Shape;420;p34"/>
          <p:cNvSpPr txBox="1"/>
          <p:nvPr>
            <p:ph idx="2" type="title"/>
          </p:nvPr>
        </p:nvSpPr>
        <p:spPr>
          <a:xfrm>
            <a:off x="324000" y="0"/>
            <a:ext cx="7885200" cy="613500"/>
          </a:xfrm>
          <a:prstGeom prst="rect">
            <a:avLst/>
          </a:prstGeom>
        </p:spPr>
        <p:txBody>
          <a:bodyPr anchorCtr="0" anchor="ctr" bIns="0" lIns="0" spcFirstLastPara="1" rIns="0" wrap="square" tIns="0">
            <a:noAutofit/>
          </a:bodyPr>
          <a:lstStyle>
            <a:lvl1pPr lvl="0" rtl="0">
              <a:lnSpc>
                <a:spcPct val="100000"/>
              </a:lnSpc>
              <a:spcBef>
                <a:spcPts val="0"/>
              </a:spcBef>
              <a:spcAft>
                <a:spcPts val="0"/>
              </a:spcAft>
              <a:buClr>
                <a:schemeClr val="lt1"/>
              </a:buClr>
              <a:buSzPts val="2000"/>
              <a:buFont typeface="Lexend"/>
              <a:buNone/>
              <a:defRPr sz="2000">
                <a:solidFill>
                  <a:schemeClr val="lt1"/>
                </a:solidFill>
                <a:latin typeface="Lexend"/>
                <a:ea typeface="Lexend"/>
                <a:cs typeface="Lexend"/>
                <a:sym typeface="Lexend"/>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
        <p:nvSpPr>
          <p:cNvPr id="421" name="Google Shape;421;p34"/>
          <p:cNvSpPr txBox="1"/>
          <p:nvPr>
            <p:ph idx="1" type="subTitle"/>
          </p:nvPr>
        </p:nvSpPr>
        <p:spPr>
          <a:xfrm>
            <a:off x="1034425" y="1837775"/>
            <a:ext cx="7506600" cy="324600"/>
          </a:xfrm>
          <a:prstGeom prst="rect">
            <a:avLst/>
          </a:prstGeom>
        </p:spPr>
        <p:txBody>
          <a:bodyPr anchorCtr="0" anchor="t" bIns="0" lIns="0" spcFirstLastPara="1" rIns="0" wrap="square" tIns="0">
            <a:noAutofit/>
          </a:bodyPr>
          <a:lstStyle>
            <a:lvl1pPr lvl="0" rtl="0">
              <a:spcBef>
                <a:spcPts val="0"/>
              </a:spcBef>
              <a:spcAft>
                <a:spcPts val="0"/>
              </a:spcAft>
              <a:buSzPts val="2200"/>
              <a:buFont typeface="Lexend"/>
              <a:buNone/>
              <a:defRPr sz="2200">
                <a:latin typeface="Lexend"/>
                <a:ea typeface="Lexend"/>
                <a:cs typeface="Lexend"/>
                <a:sym typeface="Lexend"/>
              </a:defRPr>
            </a:lvl1pPr>
            <a:lvl2pPr lvl="1" rtl="0">
              <a:spcBef>
                <a:spcPts val="1000"/>
              </a:spcBef>
              <a:spcAft>
                <a:spcPts val="0"/>
              </a:spcAft>
              <a:buSzPts val="2100"/>
              <a:buNone/>
              <a:defRPr/>
            </a:lvl2pPr>
            <a:lvl3pPr lvl="2" rtl="0">
              <a:spcBef>
                <a:spcPts val="1000"/>
              </a:spcBef>
              <a:spcAft>
                <a:spcPts val="0"/>
              </a:spcAft>
              <a:buSzPts val="2000"/>
              <a:buNone/>
              <a:defRPr/>
            </a:lvl3pPr>
            <a:lvl4pPr lvl="3" rtl="0">
              <a:spcBef>
                <a:spcPts val="800"/>
              </a:spcBef>
              <a:spcAft>
                <a:spcPts val="0"/>
              </a:spcAft>
              <a:buSzPts val="1900"/>
              <a:buNone/>
              <a:defRPr/>
            </a:lvl4pPr>
            <a:lvl5pPr lvl="4" rtl="0">
              <a:spcBef>
                <a:spcPts val="800"/>
              </a:spcBef>
              <a:spcAft>
                <a:spcPts val="0"/>
              </a:spcAft>
              <a:buSzPts val="1800"/>
              <a:buNone/>
              <a:defRPr/>
            </a:lvl5pPr>
            <a:lvl6pPr lvl="5" rtl="0">
              <a:spcBef>
                <a:spcPts val="600"/>
              </a:spcBef>
              <a:spcAft>
                <a:spcPts val="0"/>
              </a:spcAft>
              <a:buSzPts val="1800"/>
              <a:buNone/>
              <a:defRPr/>
            </a:lvl6pPr>
            <a:lvl7pPr lvl="6" rtl="0">
              <a:spcBef>
                <a:spcPts val="600"/>
              </a:spcBef>
              <a:spcAft>
                <a:spcPts val="0"/>
              </a:spcAft>
              <a:buSzPts val="1800"/>
              <a:buNone/>
              <a:defRPr/>
            </a:lvl7pPr>
            <a:lvl8pPr lvl="7" rtl="0">
              <a:spcBef>
                <a:spcPts val="400"/>
              </a:spcBef>
              <a:spcAft>
                <a:spcPts val="0"/>
              </a:spcAft>
              <a:buSzPts val="1800"/>
              <a:buNone/>
              <a:defRPr/>
            </a:lvl8pPr>
            <a:lvl9pPr lvl="8" rtl="0">
              <a:spcBef>
                <a:spcPts val="400"/>
              </a:spcBef>
              <a:spcAft>
                <a:spcPts val="200"/>
              </a:spcAft>
              <a:buSzPts val="1800"/>
              <a:buNone/>
              <a:defRPr/>
            </a:lvl9pPr>
          </a:lstStyle>
          <a:p/>
        </p:txBody>
      </p:sp>
      <p:sp>
        <p:nvSpPr>
          <p:cNvPr id="422" name="Google Shape;422;p34"/>
          <p:cNvSpPr txBox="1"/>
          <p:nvPr>
            <p:ph idx="3" type="subTitle"/>
          </p:nvPr>
        </p:nvSpPr>
        <p:spPr>
          <a:xfrm>
            <a:off x="1034425" y="2794247"/>
            <a:ext cx="7506600" cy="389100"/>
          </a:xfrm>
          <a:prstGeom prst="rect">
            <a:avLst/>
          </a:prstGeom>
        </p:spPr>
        <p:txBody>
          <a:bodyPr anchorCtr="0" anchor="t" bIns="0" lIns="0" spcFirstLastPara="1" rIns="0" wrap="square" tIns="0">
            <a:noAutofit/>
          </a:bodyPr>
          <a:lstStyle>
            <a:lvl1pPr lvl="0" rtl="0">
              <a:spcBef>
                <a:spcPts val="0"/>
              </a:spcBef>
              <a:spcAft>
                <a:spcPts val="0"/>
              </a:spcAft>
              <a:buSzPts val="2200"/>
              <a:buFont typeface="Lexend"/>
              <a:buNone/>
              <a:defRPr sz="2200">
                <a:latin typeface="Lexend"/>
                <a:ea typeface="Lexend"/>
                <a:cs typeface="Lexend"/>
                <a:sym typeface="Lexend"/>
              </a:defRPr>
            </a:lvl1pPr>
            <a:lvl2pPr lvl="1" rtl="0">
              <a:spcBef>
                <a:spcPts val="1000"/>
              </a:spcBef>
              <a:spcAft>
                <a:spcPts val="0"/>
              </a:spcAft>
              <a:buSzPts val="2100"/>
              <a:buNone/>
              <a:defRPr/>
            </a:lvl2pPr>
            <a:lvl3pPr lvl="2" rtl="0">
              <a:spcBef>
                <a:spcPts val="1000"/>
              </a:spcBef>
              <a:spcAft>
                <a:spcPts val="0"/>
              </a:spcAft>
              <a:buSzPts val="2000"/>
              <a:buNone/>
              <a:defRPr/>
            </a:lvl3pPr>
            <a:lvl4pPr lvl="3" rtl="0">
              <a:spcBef>
                <a:spcPts val="800"/>
              </a:spcBef>
              <a:spcAft>
                <a:spcPts val="0"/>
              </a:spcAft>
              <a:buSzPts val="1900"/>
              <a:buNone/>
              <a:defRPr/>
            </a:lvl4pPr>
            <a:lvl5pPr lvl="4" rtl="0">
              <a:spcBef>
                <a:spcPts val="800"/>
              </a:spcBef>
              <a:spcAft>
                <a:spcPts val="0"/>
              </a:spcAft>
              <a:buSzPts val="1800"/>
              <a:buNone/>
              <a:defRPr/>
            </a:lvl5pPr>
            <a:lvl6pPr lvl="5" rtl="0">
              <a:spcBef>
                <a:spcPts val="600"/>
              </a:spcBef>
              <a:spcAft>
                <a:spcPts val="0"/>
              </a:spcAft>
              <a:buSzPts val="1800"/>
              <a:buNone/>
              <a:defRPr/>
            </a:lvl6pPr>
            <a:lvl7pPr lvl="6" rtl="0">
              <a:spcBef>
                <a:spcPts val="600"/>
              </a:spcBef>
              <a:spcAft>
                <a:spcPts val="0"/>
              </a:spcAft>
              <a:buSzPts val="1800"/>
              <a:buNone/>
              <a:defRPr/>
            </a:lvl7pPr>
            <a:lvl8pPr lvl="7" rtl="0">
              <a:spcBef>
                <a:spcPts val="400"/>
              </a:spcBef>
              <a:spcAft>
                <a:spcPts val="0"/>
              </a:spcAft>
              <a:buSzPts val="1800"/>
              <a:buNone/>
              <a:defRPr/>
            </a:lvl8pPr>
            <a:lvl9pPr lvl="8" rtl="0">
              <a:spcBef>
                <a:spcPts val="400"/>
              </a:spcBef>
              <a:spcAft>
                <a:spcPts val="200"/>
              </a:spcAft>
              <a:buSzPts val="1800"/>
              <a:buNone/>
              <a:defRPr/>
            </a:lvl9pPr>
          </a:lstStyle>
          <a:p/>
        </p:txBody>
      </p:sp>
      <p:sp>
        <p:nvSpPr>
          <p:cNvPr id="423" name="Google Shape;423;p34"/>
          <p:cNvSpPr txBox="1"/>
          <p:nvPr>
            <p:ph idx="4" type="subTitle"/>
          </p:nvPr>
        </p:nvSpPr>
        <p:spPr>
          <a:xfrm>
            <a:off x="1034425" y="3766965"/>
            <a:ext cx="7464600" cy="324600"/>
          </a:xfrm>
          <a:prstGeom prst="rect">
            <a:avLst/>
          </a:prstGeom>
        </p:spPr>
        <p:txBody>
          <a:bodyPr anchorCtr="0" anchor="t" bIns="0" lIns="0" spcFirstLastPara="1" rIns="0" wrap="square" tIns="0">
            <a:noAutofit/>
          </a:bodyPr>
          <a:lstStyle>
            <a:lvl1pPr lvl="0" rtl="0">
              <a:spcBef>
                <a:spcPts val="0"/>
              </a:spcBef>
              <a:spcAft>
                <a:spcPts val="0"/>
              </a:spcAft>
              <a:buSzPts val="2200"/>
              <a:buFont typeface="Lexend"/>
              <a:buNone/>
              <a:defRPr sz="2200">
                <a:latin typeface="Lexend"/>
                <a:ea typeface="Lexend"/>
                <a:cs typeface="Lexend"/>
                <a:sym typeface="Lexend"/>
              </a:defRPr>
            </a:lvl1pPr>
            <a:lvl2pPr lvl="1" rtl="0">
              <a:spcBef>
                <a:spcPts val="1000"/>
              </a:spcBef>
              <a:spcAft>
                <a:spcPts val="0"/>
              </a:spcAft>
              <a:buSzPts val="2100"/>
              <a:buNone/>
              <a:defRPr/>
            </a:lvl2pPr>
            <a:lvl3pPr lvl="2" rtl="0">
              <a:spcBef>
                <a:spcPts val="1000"/>
              </a:spcBef>
              <a:spcAft>
                <a:spcPts val="0"/>
              </a:spcAft>
              <a:buSzPts val="2000"/>
              <a:buNone/>
              <a:defRPr/>
            </a:lvl3pPr>
            <a:lvl4pPr lvl="3" rtl="0">
              <a:spcBef>
                <a:spcPts val="800"/>
              </a:spcBef>
              <a:spcAft>
                <a:spcPts val="0"/>
              </a:spcAft>
              <a:buSzPts val="1900"/>
              <a:buNone/>
              <a:defRPr/>
            </a:lvl4pPr>
            <a:lvl5pPr lvl="4" rtl="0">
              <a:spcBef>
                <a:spcPts val="800"/>
              </a:spcBef>
              <a:spcAft>
                <a:spcPts val="0"/>
              </a:spcAft>
              <a:buSzPts val="1800"/>
              <a:buNone/>
              <a:defRPr/>
            </a:lvl5pPr>
            <a:lvl6pPr lvl="5" rtl="0">
              <a:spcBef>
                <a:spcPts val="600"/>
              </a:spcBef>
              <a:spcAft>
                <a:spcPts val="0"/>
              </a:spcAft>
              <a:buSzPts val="1800"/>
              <a:buNone/>
              <a:defRPr/>
            </a:lvl6pPr>
            <a:lvl7pPr lvl="6" rtl="0">
              <a:spcBef>
                <a:spcPts val="600"/>
              </a:spcBef>
              <a:spcAft>
                <a:spcPts val="0"/>
              </a:spcAft>
              <a:buSzPts val="1800"/>
              <a:buNone/>
              <a:defRPr/>
            </a:lvl7pPr>
            <a:lvl8pPr lvl="7" rtl="0">
              <a:spcBef>
                <a:spcPts val="400"/>
              </a:spcBef>
              <a:spcAft>
                <a:spcPts val="0"/>
              </a:spcAft>
              <a:buSzPts val="1800"/>
              <a:buNone/>
              <a:defRPr/>
            </a:lvl8pPr>
            <a:lvl9pPr lvl="8" rtl="0">
              <a:spcBef>
                <a:spcPts val="400"/>
              </a:spcBef>
              <a:spcAft>
                <a:spcPts val="200"/>
              </a:spcAft>
              <a:buSzPts val="1800"/>
              <a:buNone/>
              <a:defRPr/>
            </a:lvl9pPr>
          </a:lstStyle>
          <a:p/>
        </p:txBody>
      </p:sp>
      <p:grpSp>
        <p:nvGrpSpPr>
          <p:cNvPr id="424" name="Google Shape;424;p34"/>
          <p:cNvGrpSpPr/>
          <p:nvPr/>
        </p:nvGrpSpPr>
        <p:grpSpPr>
          <a:xfrm>
            <a:off x="323653" y="1804438"/>
            <a:ext cx="457200" cy="457200"/>
            <a:chOff x="1020916" y="1442088"/>
            <a:chExt cx="457200" cy="457200"/>
          </a:xfrm>
        </p:grpSpPr>
        <p:pic>
          <p:nvPicPr>
            <p:cNvPr id="425" name="Google Shape;425;p34"/>
            <p:cNvPicPr preferRelativeResize="0"/>
            <p:nvPr/>
          </p:nvPicPr>
          <p:blipFill>
            <a:blip r:embed="rId4">
              <a:alphaModFix/>
            </a:blip>
            <a:stretch>
              <a:fillRect/>
            </a:stretch>
          </p:blipFill>
          <p:spPr>
            <a:xfrm>
              <a:off x="1020916" y="1442088"/>
              <a:ext cx="457200" cy="457200"/>
            </a:xfrm>
            <a:prstGeom prst="rect">
              <a:avLst/>
            </a:prstGeom>
            <a:noFill/>
            <a:ln>
              <a:noFill/>
            </a:ln>
          </p:spPr>
        </p:pic>
        <p:sp>
          <p:nvSpPr>
            <p:cNvPr id="426" name="Google Shape;426;p34"/>
            <p:cNvSpPr txBox="1"/>
            <p:nvPr/>
          </p:nvSpPr>
          <p:spPr>
            <a:xfrm>
              <a:off x="1045528" y="1526400"/>
              <a:ext cx="408000" cy="2772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GB" sz="1800">
                  <a:solidFill>
                    <a:srgbClr val="FFFFFF"/>
                  </a:solidFill>
                  <a:latin typeface="Lexend"/>
                  <a:ea typeface="Lexend"/>
                  <a:cs typeface="Lexend"/>
                  <a:sym typeface="Lexend"/>
                </a:rPr>
                <a:t>a</a:t>
              </a:r>
              <a:endParaRPr b="1" sz="1800">
                <a:solidFill>
                  <a:srgbClr val="FFFFFF"/>
                </a:solidFill>
                <a:latin typeface="Lexend"/>
                <a:ea typeface="Lexend"/>
                <a:cs typeface="Lexend"/>
                <a:sym typeface="Lexend"/>
              </a:endParaRPr>
            </a:p>
          </p:txBody>
        </p:sp>
      </p:grpSp>
      <p:grpSp>
        <p:nvGrpSpPr>
          <p:cNvPr id="427" name="Google Shape;427;p34"/>
          <p:cNvGrpSpPr/>
          <p:nvPr/>
        </p:nvGrpSpPr>
        <p:grpSpPr>
          <a:xfrm>
            <a:off x="323653" y="2766575"/>
            <a:ext cx="457200" cy="457200"/>
            <a:chOff x="1020916" y="1442088"/>
            <a:chExt cx="457200" cy="457200"/>
          </a:xfrm>
        </p:grpSpPr>
        <p:pic>
          <p:nvPicPr>
            <p:cNvPr id="428" name="Google Shape;428;p34"/>
            <p:cNvPicPr preferRelativeResize="0"/>
            <p:nvPr/>
          </p:nvPicPr>
          <p:blipFill>
            <a:blip r:embed="rId4">
              <a:alphaModFix/>
            </a:blip>
            <a:stretch>
              <a:fillRect/>
            </a:stretch>
          </p:blipFill>
          <p:spPr>
            <a:xfrm>
              <a:off x="1020916" y="1442088"/>
              <a:ext cx="457200" cy="457200"/>
            </a:xfrm>
            <a:prstGeom prst="rect">
              <a:avLst/>
            </a:prstGeom>
            <a:noFill/>
            <a:ln>
              <a:noFill/>
            </a:ln>
          </p:spPr>
        </p:pic>
        <p:sp>
          <p:nvSpPr>
            <p:cNvPr id="429" name="Google Shape;429;p34"/>
            <p:cNvSpPr txBox="1"/>
            <p:nvPr/>
          </p:nvSpPr>
          <p:spPr>
            <a:xfrm>
              <a:off x="1045528" y="1526400"/>
              <a:ext cx="408000" cy="2772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GB" sz="1800">
                  <a:solidFill>
                    <a:srgbClr val="FFFFFF"/>
                  </a:solidFill>
                  <a:latin typeface="Lexend"/>
                  <a:ea typeface="Lexend"/>
                  <a:cs typeface="Lexend"/>
                  <a:sym typeface="Lexend"/>
                </a:rPr>
                <a:t>b</a:t>
              </a:r>
              <a:endParaRPr b="1" sz="1800">
                <a:solidFill>
                  <a:srgbClr val="FFFFFF"/>
                </a:solidFill>
                <a:latin typeface="Lexend"/>
                <a:ea typeface="Lexend"/>
                <a:cs typeface="Lexend"/>
                <a:sym typeface="Lexend"/>
              </a:endParaRPr>
            </a:p>
          </p:txBody>
        </p:sp>
      </p:grpSp>
      <p:grpSp>
        <p:nvGrpSpPr>
          <p:cNvPr id="430" name="Google Shape;430;p34"/>
          <p:cNvGrpSpPr/>
          <p:nvPr/>
        </p:nvGrpSpPr>
        <p:grpSpPr>
          <a:xfrm>
            <a:off x="323641" y="3729038"/>
            <a:ext cx="457200" cy="457200"/>
            <a:chOff x="1020916" y="1442088"/>
            <a:chExt cx="457200" cy="457200"/>
          </a:xfrm>
        </p:grpSpPr>
        <p:pic>
          <p:nvPicPr>
            <p:cNvPr id="431" name="Google Shape;431;p34"/>
            <p:cNvPicPr preferRelativeResize="0"/>
            <p:nvPr/>
          </p:nvPicPr>
          <p:blipFill>
            <a:blip r:embed="rId4">
              <a:alphaModFix/>
            </a:blip>
            <a:stretch>
              <a:fillRect/>
            </a:stretch>
          </p:blipFill>
          <p:spPr>
            <a:xfrm>
              <a:off x="1020916" y="1442088"/>
              <a:ext cx="457200" cy="457200"/>
            </a:xfrm>
            <a:prstGeom prst="rect">
              <a:avLst/>
            </a:prstGeom>
            <a:noFill/>
            <a:ln>
              <a:noFill/>
            </a:ln>
          </p:spPr>
        </p:pic>
        <p:sp>
          <p:nvSpPr>
            <p:cNvPr id="432" name="Google Shape;432;p34"/>
            <p:cNvSpPr txBox="1"/>
            <p:nvPr/>
          </p:nvSpPr>
          <p:spPr>
            <a:xfrm>
              <a:off x="1045528" y="1526400"/>
              <a:ext cx="408000" cy="2772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GB" sz="1800">
                  <a:solidFill>
                    <a:srgbClr val="FFFFFF"/>
                  </a:solidFill>
                  <a:latin typeface="Lexend"/>
                  <a:ea typeface="Lexend"/>
                  <a:cs typeface="Lexend"/>
                  <a:sym typeface="Lexend"/>
                </a:rPr>
                <a:t>c</a:t>
              </a:r>
              <a:endParaRPr b="1" sz="1800">
                <a:solidFill>
                  <a:srgbClr val="FFFFFF"/>
                </a:solidFill>
                <a:latin typeface="Lexend"/>
                <a:ea typeface="Lexend"/>
                <a:cs typeface="Lexend"/>
                <a:sym typeface="Lexend"/>
              </a:endParaRPr>
            </a:p>
          </p:txBody>
        </p:sp>
      </p:grpSp>
    </p:spTree>
  </p:cSld>
  <p:clrMapOvr>
    <a:masterClrMapping/>
  </p:clrMapOvr>
</p:sldLayout>
</file>

<file path=ppt/slideLayouts/slideLayout3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4.03 CfU 3 options - pink">
  <p:cSld name="TITLE_AND_TWO_COLUMNS_1_1_7_1_1_1_1">
    <p:bg>
      <p:bgPr>
        <a:solidFill>
          <a:srgbClr val="FAEAF6"/>
        </a:solidFill>
      </p:bgPr>
    </p:bg>
    <p:spTree>
      <p:nvGrpSpPr>
        <p:cNvPr id="433" name="Shape 433"/>
        <p:cNvGrpSpPr/>
        <p:nvPr/>
      </p:nvGrpSpPr>
      <p:grpSpPr>
        <a:xfrm>
          <a:off x="0" y="0"/>
          <a:ext cx="0" cy="0"/>
          <a:chOff x="0" y="0"/>
          <a:chExt cx="0" cy="0"/>
        </a:xfrm>
      </p:grpSpPr>
      <p:pic>
        <p:nvPicPr>
          <p:cNvPr id="434" name="Google Shape;434;p35"/>
          <p:cNvPicPr preferRelativeResize="0"/>
          <p:nvPr/>
        </p:nvPicPr>
        <p:blipFill rotWithShape="1">
          <a:blip r:embed="rId2">
            <a:alphaModFix/>
          </a:blip>
          <a:srcRect b="1672" l="0" r="0" t="1662"/>
          <a:stretch/>
        </p:blipFill>
        <p:spPr>
          <a:xfrm>
            <a:off x="0" y="532525"/>
            <a:ext cx="9151202" cy="116709"/>
          </a:xfrm>
          <a:prstGeom prst="rect">
            <a:avLst/>
          </a:prstGeom>
          <a:noFill/>
          <a:ln>
            <a:noFill/>
          </a:ln>
        </p:spPr>
      </p:pic>
      <p:sp>
        <p:nvSpPr>
          <p:cNvPr id="435" name="Google Shape;435;p35"/>
          <p:cNvSpPr/>
          <p:nvPr/>
        </p:nvSpPr>
        <p:spPr>
          <a:xfrm>
            <a:off x="0" y="1"/>
            <a:ext cx="9144300" cy="540300"/>
          </a:xfrm>
          <a:prstGeom prst="rect">
            <a:avLst/>
          </a:pr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36" name="Google Shape;436;p35"/>
          <p:cNvSpPr txBox="1"/>
          <p:nvPr>
            <p:ph type="title"/>
          </p:nvPr>
        </p:nvSpPr>
        <p:spPr>
          <a:xfrm>
            <a:off x="324000" y="748763"/>
            <a:ext cx="8179200" cy="489600"/>
          </a:xfrm>
          <a:prstGeom prst="rect">
            <a:avLst/>
          </a:prstGeom>
        </p:spPr>
        <p:txBody>
          <a:bodyPr anchorCtr="0" anchor="t" bIns="0" lIns="0" spcFirstLastPara="1" rIns="0" wrap="square" tIns="0">
            <a:noAutofit/>
          </a:bodyPr>
          <a:lstStyle>
            <a:lvl1pPr lvl="0" rtl="0">
              <a:spcBef>
                <a:spcPts val="0"/>
              </a:spcBef>
              <a:spcAft>
                <a:spcPts val="0"/>
              </a:spcAft>
              <a:buSzPts val="2200"/>
              <a:buFont typeface="Lexend"/>
              <a:buNone/>
              <a:defRPr b="0" sz="2200">
                <a:latin typeface="Lexend"/>
                <a:ea typeface="Lexend"/>
                <a:cs typeface="Lexend"/>
                <a:sym typeface="Lexend"/>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pic>
        <p:nvPicPr>
          <p:cNvPr id="437" name="Google Shape;437;p35"/>
          <p:cNvPicPr preferRelativeResize="0"/>
          <p:nvPr/>
        </p:nvPicPr>
        <p:blipFill rotWithShape="1">
          <a:blip r:embed="rId3">
            <a:alphaModFix/>
          </a:blip>
          <a:srcRect b="0" l="0" r="0" t="0"/>
          <a:stretch/>
        </p:blipFill>
        <p:spPr>
          <a:xfrm>
            <a:off x="8528585" y="-11474"/>
            <a:ext cx="499700" cy="499700"/>
          </a:xfrm>
          <a:prstGeom prst="rect">
            <a:avLst/>
          </a:prstGeom>
          <a:noFill/>
          <a:ln>
            <a:noFill/>
          </a:ln>
        </p:spPr>
      </p:pic>
      <p:sp>
        <p:nvSpPr>
          <p:cNvPr id="438" name="Google Shape;438;p35"/>
          <p:cNvSpPr txBox="1"/>
          <p:nvPr/>
        </p:nvSpPr>
        <p:spPr>
          <a:xfrm>
            <a:off x="8476560" y="438750"/>
            <a:ext cx="603900" cy="138600"/>
          </a:xfrm>
          <a:prstGeom prst="rect">
            <a:avLst/>
          </a:prstGeom>
          <a:noFill/>
          <a:ln>
            <a:noFill/>
          </a:ln>
        </p:spPr>
        <p:txBody>
          <a:bodyPr anchorCtr="0" anchor="t" bIns="0" lIns="0" spcFirstLastPara="1" rIns="0" wrap="square" tIns="0">
            <a:spAutoFit/>
          </a:bodyPr>
          <a:lstStyle/>
          <a:p>
            <a:pPr indent="0" lvl="0" marL="0" rtl="0" algn="ctr">
              <a:spcBef>
                <a:spcPts val="0"/>
              </a:spcBef>
              <a:spcAft>
                <a:spcPts val="0"/>
              </a:spcAft>
              <a:buNone/>
            </a:pPr>
            <a:r>
              <a:rPr b="1" lang="en-GB" sz="900">
                <a:solidFill>
                  <a:srgbClr val="FAEAF6"/>
                </a:solidFill>
                <a:latin typeface="Lexend"/>
                <a:ea typeface="Lexend"/>
                <a:cs typeface="Lexend"/>
                <a:sym typeface="Lexend"/>
              </a:rPr>
              <a:t>Check</a:t>
            </a:r>
            <a:endParaRPr b="1" sz="900">
              <a:solidFill>
                <a:srgbClr val="FAEAF6"/>
              </a:solidFill>
              <a:latin typeface="Lexend"/>
              <a:ea typeface="Lexend"/>
              <a:cs typeface="Lexend"/>
              <a:sym typeface="Lexend"/>
            </a:endParaRPr>
          </a:p>
        </p:txBody>
      </p:sp>
      <p:sp>
        <p:nvSpPr>
          <p:cNvPr id="439" name="Google Shape;439;p35"/>
          <p:cNvSpPr txBox="1"/>
          <p:nvPr>
            <p:ph idx="2" type="title"/>
          </p:nvPr>
        </p:nvSpPr>
        <p:spPr>
          <a:xfrm>
            <a:off x="324000" y="0"/>
            <a:ext cx="7885200" cy="613500"/>
          </a:xfrm>
          <a:prstGeom prst="rect">
            <a:avLst/>
          </a:prstGeom>
        </p:spPr>
        <p:txBody>
          <a:bodyPr anchorCtr="0" anchor="ctr" bIns="0" lIns="0" spcFirstLastPara="1" rIns="0" wrap="square" tIns="0">
            <a:noAutofit/>
          </a:bodyPr>
          <a:lstStyle>
            <a:lvl1pPr lvl="0" rtl="0">
              <a:lnSpc>
                <a:spcPct val="100000"/>
              </a:lnSpc>
              <a:spcBef>
                <a:spcPts val="0"/>
              </a:spcBef>
              <a:spcAft>
                <a:spcPts val="0"/>
              </a:spcAft>
              <a:buClr>
                <a:schemeClr val="lt1"/>
              </a:buClr>
              <a:buSzPts val="2000"/>
              <a:buFont typeface="Lexend"/>
              <a:buNone/>
              <a:defRPr sz="2000">
                <a:solidFill>
                  <a:schemeClr val="lt1"/>
                </a:solidFill>
                <a:latin typeface="Lexend"/>
                <a:ea typeface="Lexend"/>
                <a:cs typeface="Lexend"/>
                <a:sym typeface="Lexend"/>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
        <p:nvSpPr>
          <p:cNvPr id="440" name="Google Shape;440;p35"/>
          <p:cNvSpPr txBox="1"/>
          <p:nvPr>
            <p:ph idx="1" type="subTitle"/>
          </p:nvPr>
        </p:nvSpPr>
        <p:spPr>
          <a:xfrm>
            <a:off x="1034425" y="1837775"/>
            <a:ext cx="7506600" cy="324600"/>
          </a:xfrm>
          <a:prstGeom prst="rect">
            <a:avLst/>
          </a:prstGeom>
        </p:spPr>
        <p:txBody>
          <a:bodyPr anchorCtr="0" anchor="t" bIns="0" lIns="0" spcFirstLastPara="1" rIns="0" wrap="square" tIns="0">
            <a:noAutofit/>
          </a:bodyPr>
          <a:lstStyle>
            <a:lvl1pPr lvl="0" rtl="0">
              <a:spcBef>
                <a:spcPts val="0"/>
              </a:spcBef>
              <a:spcAft>
                <a:spcPts val="0"/>
              </a:spcAft>
              <a:buSzPts val="2200"/>
              <a:buFont typeface="Lexend"/>
              <a:buNone/>
              <a:defRPr sz="2200">
                <a:latin typeface="Lexend"/>
                <a:ea typeface="Lexend"/>
                <a:cs typeface="Lexend"/>
                <a:sym typeface="Lexend"/>
              </a:defRPr>
            </a:lvl1pPr>
            <a:lvl2pPr lvl="1" rtl="0">
              <a:spcBef>
                <a:spcPts val="1000"/>
              </a:spcBef>
              <a:spcAft>
                <a:spcPts val="0"/>
              </a:spcAft>
              <a:buSzPts val="2100"/>
              <a:buNone/>
              <a:defRPr/>
            </a:lvl2pPr>
            <a:lvl3pPr lvl="2" rtl="0">
              <a:spcBef>
                <a:spcPts val="1000"/>
              </a:spcBef>
              <a:spcAft>
                <a:spcPts val="0"/>
              </a:spcAft>
              <a:buSzPts val="2000"/>
              <a:buNone/>
              <a:defRPr/>
            </a:lvl3pPr>
            <a:lvl4pPr lvl="3" rtl="0">
              <a:spcBef>
                <a:spcPts val="800"/>
              </a:spcBef>
              <a:spcAft>
                <a:spcPts val="0"/>
              </a:spcAft>
              <a:buSzPts val="1900"/>
              <a:buNone/>
              <a:defRPr/>
            </a:lvl4pPr>
            <a:lvl5pPr lvl="4" rtl="0">
              <a:spcBef>
                <a:spcPts val="800"/>
              </a:spcBef>
              <a:spcAft>
                <a:spcPts val="0"/>
              </a:spcAft>
              <a:buSzPts val="1800"/>
              <a:buNone/>
              <a:defRPr/>
            </a:lvl5pPr>
            <a:lvl6pPr lvl="5" rtl="0">
              <a:spcBef>
                <a:spcPts val="600"/>
              </a:spcBef>
              <a:spcAft>
                <a:spcPts val="0"/>
              </a:spcAft>
              <a:buSzPts val="1800"/>
              <a:buNone/>
              <a:defRPr/>
            </a:lvl6pPr>
            <a:lvl7pPr lvl="6" rtl="0">
              <a:spcBef>
                <a:spcPts val="600"/>
              </a:spcBef>
              <a:spcAft>
                <a:spcPts val="0"/>
              </a:spcAft>
              <a:buSzPts val="1800"/>
              <a:buNone/>
              <a:defRPr/>
            </a:lvl7pPr>
            <a:lvl8pPr lvl="7" rtl="0">
              <a:spcBef>
                <a:spcPts val="400"/>
              </a:spcBef>
              <a:spcAft>
                <a:spcPts val="0"/>
              </a:spcAft>
              <a:buSzPts val="1800"/>
              <a:buNone/>
              <a:defRPr/>
            </a:lvl8pPr>
            <a:lvl9pPr lvl="8" rtl="0">
              <a:spcBef>
                <a:spcPts val="400"/>
              </a:spcBef>
              <a:spcAft>
                <a:spcPts val="200"/>
              </a:spcAft>
              <a:buSzPts val="1800"/>
              <a:buNone/>
              <a:defRPr/>
            </a:lvl9pPr>
          </a:lstStyle>
          <a:p/>
        </p:txBody>
      </p:sp>
      <p:sp>
        <p:nvSpPr>
          <p:cNvPr id="441" name="Google Shape;441;p35"/>
          <p:cNvSpPr txBox="1"/>
          <p:nvPr>
            <p:ph idx="3" type="subTitle"/>
          </p:nvPr>
        </p:nvSpPr>
        <p:spPr>
          <a:xfrm>
            <a:off x="1034425" y="2794247"/>
            <a:ext cx="7506600" cy="389100"/>
          </a:xfrm>
          <a:prstGeom prst="rect">
            <a:avLst/>
          </a:prstGeom>
        </p:spPr>
        <p:txBody>
          <a:bodyPr anchorCtr="0" anchor="t" bIns="0" lIns="0" spcFirstLastPara="1" rIns="0" wrap="square" tIns="0">
            <a:noAutofit/>
          </a:bodyPr>
          <a:lstStyle>
            <a:lvl1pPr lvl="0" rtl="0">
              <a:spcBef>
                <a:spcPts val="0"/>
              </a:spcBef>
              <a:spcAft>
                <a:spcPts val="0"/>
              </a:spcAft>
              <a:buSzPts val="2200"/>
              <a:buFont typeface="Lexend"/>
              <a:buNone/>
              <a:defRPr sz="2200">
                <a:latin typeface="Lexend"/>
                <a:ea typeface="Lexend"/>
                <a:cs typeface="Lexend"/>
                <a:sym typeface="Lexend"/>
              </a:defRPr>
            </a:lvl1pPr>
            <a:lvl2pPr lvl="1" rtl="0">
              <a:spcBef>
                <a:spcPts val="1000"/>
              </a:spcBef>
              <a:spcAft>
                <a:spcPts val="0"/>
              </a:spcAft>
              <a:buSzPts val="2100"/>
              <a:buNone/>
              <a:defRPr/>
            </a:lvl2pPr>
            <a:lvl3pPr lvl="2" rtl="0">
              <a:spcBef>
                <a:spcPts val="1000"/>
              </a:spcBef>
              <a:spcAft>
                <a:spcPts val="0"/>
              </a:spcAft>
              <a:buSzPts val="2000"/>
              <a:buNone/>
              <a:defRPr/>
            </a:lvl3pPr>
            <a:lvl4pPr lvl="3" rtl="0">
              <a:spcBef>
                <a:spcPts val="800"/>
              </a:spcBef>
              <a:spcAft>
                <a:spcPts val="0"/>
              </a:spcAft>
              <a:buSzPts val="1900"/>
              <a:buNone/>
              <a:defRPr/>
            </a:lvl4pPr>
            <a:lvl5pPr lvl="4" rtl="0">
              <a:spcBef>
                <a:spcPts val="800"/>
              </a:spcBef>
              <a:spcAft>
                <a:spcPts val="0"/>
              </a:spcAft>
              <a:buSzPts val="1800"/>
              <a:buNone/>
              <a:defRPr/>
            </a:lvl5pPr>
            <a:lvl6pPr lvl="5" rtl="0">
              <a:spcBef>
                <a:spcPts val="600"/>
              </a:spcBef>
              <a:spcAft>
                <a:spcPts val="0"/>
              </a:spcAft>
              <a:buSzPts val="1800"/>
              <a:buNone/>
              <a:defRPr/>
            </a:lvl6pPr>
            <a:lvl7pPr lvl="6" rtl="0">
              <a:spcBef>
                <a:spcPts val="600"/>
              </a:spcBef>
              <a:spcAft>
                <a:spcPts val="0"/>
              </a:spcAft>
              <a:buSzPts val="1800"/>
              <a:buNone/>
              <a:defRPr/>
            </a:lvl7pPr>
            <a:lvl8pPr lvl="7" rtl="0">
              <a:spcBef>
                <a:spcPts val="400"/>
              </a:spcBef>
              <a:spcAft>
                <a:spcPts val="0"/>
              </a:spcAft>
              <a:buSzPts val="1800"/>
              <a:buNone/>
              <a:defRPr/>
            </a:lvl8pPr>
            <a:lvl9pPr lvl="8" rtl="0">
              <a:spcBef>
                <a:spcPts val="400"/>
              </a:spcBef>
              <a:spcAft>
                <a:spcPts val="200"/>
              </a:spcAft>
              <a:buSzPts val="1800"/>
              <a:buNone/>
              <a:defRPr/>
            </a:lvl9pPr>
          </a:lstStyle>
          <a:p/>
        </p:txBody>
      </p:sp>
      <p:sp>
        <p:nvSpPr>
          <p:cNvPr id="442" name="Google Shape;442;p35"/>
          <p:cNvSpPr txBox="1"/>
          <p:nvPr>
            <p:ph idx="4" type="subTitle"/>
          </p:nvPr>
        </p:nvSpPr>
        <p:spPr>
          <a:xfrm>
            <a:off x="1034425" y="3766965"/>
            <a:ext cx="7464600" cy="324600"/>
          </a:xfrm>
          <a:prstGeom prst="rect">
            <a:avLst/>
          </a:prstGeom>
        </p:spPr>
        <p:txBody>
          <a:bodyPr anchorCtr="0" anchor="t" bIns="0" lIns="0" spcFirstLastPara="1" rIns="0" wrap="square" tIns="0">
            <a:noAutofit/>
          </a:bodyPr>
          <a:lstStyle>
            <a:lvl1pPr lvl="0" rtl="0">
              <a:spcBef>
                <a:spcPts val="0"/>
              </a:spcBef>
              <a:spcAft>
                <a:spcPts val="0"/>
              </a:spcAft>
              <a:buSzPts val="2200"/>
              <a:buFont typeface="Lexend"/>
              <a:buNone/>
              <a:defRPr sz="2200">
                <a:latin typeface="Lexend"/>
                <a:ea typeface="Lexend"/>
                <a:cs typeface="Lexend"/>
                <a:sym typeface="Lexend"/>
              </a:defRPr>
            </a:lvl1pPr>
            <a:lvl2pPr lvl="1" rtl="0">
              <a:spcBef>
                <a:spcPts val="1000"/>
              </a:spcBef>
              <a:spcAft>
                <a:spcPts val="0"/>
              </a:spcAft>
              <a:buSzPts val="2100"/>
              <a:buNone/>
              <a:defRPr/>
            </a:lvl2pPr>
            <a:lvl3pPr lvl="2" rtl="0">
              <a:spcBef>
                <a:spcPts val="1000"/>
              </a:spcBef>
              <a:spcAft>
                <a:spcPts val="0"/>
              </a:spcAft>
              <a:buSzPts val="2000"/>
              <a:buNone/>
              <a:defRPr/>
            </a:lvl3pPr>
            <a:lvl4pPr lvl="3" rtl="0">
              <a:spcBef>
                <a:spcPts val="800"/>
              </a:spcBef>
              <a:spcAft>
                <a:spcPts val="0"/>
              </a:spcAft>
              <a:buSzPts val="1900"/>
              <a:buNone/>
              <a:defRPr/>
            </a:lvl4pPr>
            <a:lvl5pPr lvl="4" rtl="0">
              <a:spcBef>
                <a:spcPts val="800"/>
              </a:spcBef>
              <a:spcAft>
                <a:spcPts val="0"/>
              </a:spcAft>
              <a:buSzPts val="1800"/>
              <a:buNone/>
              <a:defRPr/>
            </a:lvl5pPr>
            <a:lvl6pPr lvl="5" rtl="0">
              <a:spcBef>
                <a:spcPts val="600"/>
              </a:spcBef>
              <a:spcAft>
                <a:spcPts val="0"/>
              </a:spcAft>
              <a:buSzPts val="1800"/>
              <a:buNone/>
              <a:defRPr/>
            </a:lvl6pPr>
            <a:lvl7pPr lvl="6" rtl="0">
              <a:spcBef>
                <a:spcPts val="600"/>
              </a:spcBef>
              <a:spcAft>
                <a:spcPts val="0"/>
              </a:spcAft>
              <a:buSzPts val="1800"/>
              <a:buNone/>
              <a:defRPr/>
            </a:lvl7pPr>
            <a:lvl8pPr lvl="7" rtl="0">
              <a:spcBef>
                <a:spcPts val="400"/>
              </a:spcBef>
              <a:spcAft>
                <a:spcPts val="0"/>
              </a:spcAft>
              <a:buSzPts val="1800"/>
              <a:buNone/>
              <a:defRPr/>
            </a:lvl8pPr>
            <a:lvl9pPr lvl="8" rtl="0">
              <a:spcBef>
                <a:spcPts val="400"/>
              </a:spcBef>
              <a:spcAft>
                <a:spcPts val="200"/>
              </a:spcAft>
              <a:buSzPts val="1800"/>
              <a:buNone/>
              <a:defRPr/>
            </a:lvl9pPr>
          </a:lstStyle>
          <a:p/>
        </p:txBody>
      </p:sp>
      <p:grpSp>
        <p:nvGrpSpPr>
          <p:cNvPr id="443" name="Google Shape;443;p35"/>
          <p:cNvGrpSpPr/>
          <p:nvPr/>
        </p:nvGrpSpPr>
        <p:grpSpPr>
          <a:xfrm>
            <a:off x="323653" y="1804438"/>
            <a:ext cx="457200" cy="457200"/>
            <a:chOff x="1020916" y="1442088"/>
            <a:chExt cx="457200" cy="457200"/>
          </a:xfrm>
        </p:grpSpPr>
        <p:pic>
          <p:nvPicPr>
            <p:cNvPr id="444" name="Google Shape;444;p35"/>
            <p:cNvPicPr preferRelativeResize="0"/>
            <p:nvPr/>
          </p:nvPicPr>
          <p:blipFill>
            <a:blip r:embed="rId4">
              <a:alphaModFix/>
            </a:blip>
            <a:stretch>
              <a:fillRect/>
            </a:stretch>
          </p:blipFill>
          <p:spPr>
            <a:xfrm>
              <a:off x="1020916" y="1442088"/>
              <a:ext cx="457200" cy="457200"/>
            </a:xfrm>
            <a:prstGeom prst="rect">
              <a:avLst/>
            </a:prstGeom>
            <a:noFill/>
            <a:ln>
              <a:noFill/>
            </a:ln>
          </p:spPr>
        </p:pic>
        <p:sp>
          <p:nvSpPr>
            <p:cNvPr id="445" name="Google Shape;445;p35"/>
            <p:cNvSpPr txBox="1"/>
            <p:nvPr/>
          </p:nvSpPr>
          <p:spPr>
            <a:xfrm>
              <a:off x="1045528" y="1526400"/>
              <a:ext cx="408000" cy="2772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GB" sz="1800">
                  <a:solidFill>
                    <a:srgbClr val="FFFFFF"/>
                  </a:solidFill>
                  <a:latin typeface="Lexend"/>
                  <a:ea typeface="Lexend"/>
                  <a:cs typeface="Lexend"/>
                  <a:sym typeface="Lexend"/>
                </a:rPr>
                <a:t>a</a:t>
              </a:r>
              <a:endParaRPr b="1" sz="1800">
                <a:solidFill>
                  <a:srgbClr val="FFFFFF"/>
                </a:solidFill>
                <a:latin typeface="Lexend"/>
                <a:ea typeface="Lexend"/>
                <a:cs typeface="Lexend"/>
                <a:sym typeface="Lexend"/>
              </a:endParaRPr>
            </a:p>
          </p:txBody>
        </p:sp>
      </p:grpSp>
      <p:grpSp>
        <p:nvGrpSpPr>
          <p:cNvPr id="446" name="Google Shape;446;p35"/>
          <p:cNvGrpSpPr/>
          <p:nvPr/>
        </p:nvGrpSpPr>
        <p:grpSpPr>
          <a:xfrm>
            <a:off x="323653" y="2766575"/>
            <a:ext cx="457200" cy="457200"/>
            <a:chOff x="1020916" y="1442088"/>
            <a:chExt cx="457200" cy="457200"/>
          </a:xfrm>
        </p:grpSpPr>
        <p:pic>
          <p:nvPicPr>
            <p:cNvPr id="447" name="Google Shape;447;p35"/>
            <p:cNvPicPr preferRelativeResize="0"/>
            <p:nvPr/>
          </p:nvPicPr>
          <p:blipFill>
            <a:blip r:embed="rId4">
              <a:alphaModFix/>
            </a:blip>
            <a:stretch>
              <a:fillRect/>
            </a:stretch>
          </p:blipFill>
          <p:spPr>
            <a:xfrm>
              <a:off x="1020916" y="1442088"/>
              <a:ext cx="457200" cy="457200"/>
            </a:xfrm>
            <a:prstGeom prst="rect">
              <a:avLst/>
            </a:prstGeom>
            <a:noFill/>
            <a:ln>
              <a:noFill/>
            </a:ln>
          </p:spPr>
        </p:pic>
        <p:sp>
          <p:nvSpPr>
            <p:cNvPr id="448" name="Google Shape;448;p35"/>
            <p:cNvSpPr txBox="1"/>
            <p:nvPr/>
          </p:nvSpPr>
          <p:spPr>
            <a:xfrm>
              <a:off x="1045528" y="1526400"/>
              <a:ext cx="408000" cy="2772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GB" sz="1800">
                  <a:solidFill>
                    <a:srgbClr val="FFFFFF"/>
                  </a:solidFill>
                  <a:latin typeface="Lexend"/>
                  <a:ea typeface="Lexend"/>
                  <a:cs typeface="Lexend"/>
                  <a:sym typeface="Lexend"/>
                </a:rPr>
                <a:t>b</a:t>
              </a:r>
              <a:endParaRPr b="1" sz="1800">
                <a:solidFill>
                  <a:srgbClr val="FFFFFF"/>
                </a:solidFill>
                <a:latin typeface="Lexend"/>
                <a:ea typeface="Lexend"/>
                <a:cs typeface="Lexend"/>
                <a:sym typeface="Lexend"/>
              </a:endParaRPr>
            </a:p>
          </p:txBody>
        </p:sp>
      </p:grpSp>
      <p:grpSp>
        <p:nvGrpSpPr>
          <p:cNvPr id="449" name="Google Shape;449;p35"/>
          <p:cNvGrpSpPr/>
          <p:nvPr/>
        </p:nvGrpSpPr>
        <p:grpSpPr>
          <a:xfrm>
            <a:off x="323641" y="3729038"/>
            <a:ext cx="457200" cy="457200"/>
            <a:chOff x="1020916" y="1442088"/>
            <a:chExt cx="457200" cy="457200"/>
          </a:xfrm>
        </p:grpSpPr>
        <p:pic>
          <p:nvPicPr>
            <p:cNvPr id="450" name="Google Shape;450;p35"/>
            <p:cNvPicPr preferRelativeResize="0"/>
            <p:nvPr/>
          </p:nvPicPr>
          <p:blipFill>
            <a:blip r:embed="rId4">
              <a:alphaModFix/>
            </a:blip>
            <a:stretch>
              <a:fillRect/>
            </a:stretch>
          </p:blipFill>
          <p:spPr>
            <a:xfrm>
              <a:off x="1020916" y="1442088"/>
              <a:ext cx="457200" cy="457200"/>
            </a:xfrm>
            <a:prstGeom prst="rect">
              <a:avLst/>
            </a:prstGeom>
            <a:noFill/>
            <a:ln>
              <a:noFill/>
            </a:ln>
          </p:spPr>
        </p:pic>
        <p:sp>
          <p:nvSpPr>
            <p:cNvPr id="451" name="Google Shape;451;p35"/>
            <p:cNvSpPr txBox="1"/>
            <p:nvPr/>
          </p:nvSpPr>
          <p:spPr>
            <a:xfrm>
              <a:off x="1045528" y="1526400"/>
              <a:ext cx="408000" cy="2772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GB" sz="1800">
                  <a:solidFill>
                    <a:srgbClr val="FFFFFF"/>
                  </a:solidFill>
                  <a:latin typeface="Lexend"/>
                  <a:ea typeface="Lexend"/>
                  <a:cs typeface="Lexend"/>
                  <a:sym typeface="Lexend"/>
                </a:rPr>
                <a:t>c</a:t>
              </a:r>
              <a:endParaRPr b="1" sz="1800">
                <a:solidFill>
                  <a:srgbClr val="FFFFFF"/>
                </a:solidFill>
                <a:latin typeface="Lexend"/>
                <a:ea typeface="Lexend"/>
                <a:cs typeface="Lexend"/>
                <a:sym typeface="Lexend"/>
              </a:endParaRPr>
            </a:p>
          </p:txBody>
        </p:sp>
      </p:grpSp>
    </p:spTree>
  </p:cSld>
  <p:clrMapOvr>
    <a:masterClrMapping/>
  </p:clrMapOvr>
</p:sldLayout>
</file>

<file path=ppt/slideLayouts/slideLayout3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04 CfU 4 options - purple">
  <p:cSld name="TITLE_AND_TWO_COLUMNS_1_1_8_1">
    <p:bg>
      <p:bgPr>
        <a:solidFill>
          <a:srgbClr val="F3EEFB"/>
        </a:solidFill>
      </p:bgPr>
    </p:bg>
    <p:spTree>
      <p:nvGrpSpPr>
        <p:cNvPr id="452" name="Shape 452"/>
        <p:cNvGrpSpPr/>
        <p:nvPr/>
      </p:nvGrpSpPr>
      <p:grpSpPr>
        <a:xfrm>
          <a:off x="0" y="0"/>
          <a:ext cx="0" cy="0"/>
          <a:chOff x="0" y="0"/>
          <a:chExt cx="0" cy="0"/>
        </a:xfrm>
      </p:grpSpPr>
      <p:pic>
        <p:nvPicPr>
          <p:cNvPr id="453" name="Google Shape;453;p36"/>
          <p:cNvPicPr preferRelativeResize="0"/>
          <p:nvPr/>
        </p:nvPicPr>
        <p:blipFill>
          <a:blip r:embed="rId2">
            <a:alphaModFix/>
          </a:blip>
          <a:stretch>
            <a:fillRect/>
          </a:stretch>
        </p:blipFill>
        <p:spPr>
          <a:xfrm>
            <a:off x="0" y="532525"/>
            <a:ext cx="9151202" cy="116709"/>
          </a:xfrm>
          <a:prstGeom prst="rect">
            <a:avLst/>
          </a:prstGeom>
          <a:noFill/>
          <a:ln>
            <a:noFill/>
          </a:ln>
        </p:spPr>
      </p:pic>
      <p:sp>
        <p:nvSpPr>
          <p:cNvPr id="454" name="Google Shape;454;p36"/>
          <p:cNvSpPr/>
          <p:nvPr/>
        </p:nvSpPr>
        <p:spPr>
          <a:xfrm>
            <a:off x="-1" y="-2"/>
            <a:ext cx="9144300" cy="540300"/>
          </a:xfrm>
          <a:prstGeom prst="rect">
            <a:avLst/>
          </a:pr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55" name="Google Shape;455;p36"/>
          <p:cNvSpPr txBox="1"/>
          <p:nvPr>
            <p:ph type="title"/>
          </p:nvPr>
        </p:nvSpPr>
        <p:spPr>
          <a:xfrm>
            <a:off x="324000" y="809988"/>
            <a:ext cx="8179200" cy="489600"/>
          </a:xfrm>
          <a:prstGeom prst="rect">
            <a:avLst/>
          </a:prstGeom>
        </p:spPr>
        <p:txBody>
          <a:bodyPr anchorCtr="0" anchor="t" bIns="0" lIns="0" spcFirstLastPara="1" rIns="0" wrap="square" tIns="0">
            <a:noAutofit/>
          </a:bodyPr>
          <a:lstStyle>
            <a:lvl1pPr lvl="0" rtl="0">
              <a:spcBef>
                <a:spcPts val="0"/>
              </a:spcBef>
              <a:spcAft>
                <a:spcPts val="0"/>
              </a:spcAft>
              <a:buSzPts val="2200"/>
              <a:buFont typeface="Lexend"/>
              <a:buNone/>
              <a:defRPr b="0" sz="2200">
                <a:latin typeface="Lexend"/>
                <a:ea typeface="Lexend"/>
                <a:cs typeface="Lexend"/>
                <a:sym typeface="Lexend"/>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pic>
        <p:nvPicPr>
          <p:cNvPr id="456" name="Google Shape;456;p36"/>
          <p:cNvPicPr preferRelativeResize="0"/>
          <p:nvPr/>
        </p:nvPicPr>
        <p:blipFill rotWithShape="1">
          <a:blip r:embed="rId3">
            <a:alphaModFix/>
          </a:blip>
          <a:srcRect b="0" l="0" r="0" t="0"/>
          <a:stretch/>
        </p:blipFill>
        <p:spPr>
          <a:xfrm>
            <a:off x="8528585" y="-11474"/>
            <a:ext cx="499700" cy="499700"/>
          </a:xfrm>
          <a:prstGeom prst="rect">
            <a:avLst/>
          </a:prstGeom>
          <a:noFill/>
          <a:ln>
            <a:noFill/>
          </a:ln>
        </p:spPr>
      </p:pic>
      <p:sp>
        <p:nvSpPr>
          <p:cNvPr id="457" name="Google Shape;457;p36"/>
          <p:cNvSpPr txBox="1"/>
          <p:nvPr/>
        </p:nvSpPr>
        <p:spPr>
          <a:xfrm>
            <a:off x="8476560" y="438750"/>
            <a:ext cx="603900" cy="138600"/>
          </a:xfrm>
          <a:prstGeom prst="rect">
            <a:avLst/>
          </a:prstGeom>
          <a:noFill/>
          <a:ln>
            <a:noFill/>
          </a:ln>
        </p:spPr>
        <p:txBody>
          <a:bodyPr anchorCtr="0" anchor="t" bIns="0" lIns="0" spcFirstLastPara="1" rIns="0" wrap="square" tIns="0">
            <a:spAutoFit/>
          </a:bodyPr>
          <a:lstStyle/>
          <a:p>
            <a:pPr indent="0" lvl="0" marL="0" rtl="0" algn="ctr">
              <a:spcBef>
                <a:spcPts val="0"/>
              </a:spcBef>
              <a:spcAft>
                <a:spcPts val="0"/>
              </a:spcAft>
              <a:buNone/>
            </a:pPr>
            <a:r>
              <a:rPr b="1" lang="en-GB" sz="900">
                <a:solidFill>
                  <a:srgbClr val="EBEDFE"/>
                </a:solidFill>
                <a:latin typeface="Lexend"/>
                <a:ea typeface="Lexend"/>
                <a:cs typeface="Lexend"/>
                <a:sym typeface="Lexend"/>
              </a:rPr>
              <a:t>Check</a:t>
            </a:r>
            <a:endParaRPr b="1" sz="900">
              <a:solidFill>
                <a:srgbClr val="EBEDFE"/>
              </a:solidFill>
              <a:latin typeface="Lexend"/>
              <a:ea typeface="Lexend"/>
              <a:cs typeface="Lexend"/>
              <a:sym typeface="Lexend"/>
            </a:endParaRPr>
          </a:p>
        </p:txBody>
      </p:sp>
      <p:sp>
        <p:nvSpPr>
          <p:cNvPr id="458" name="Google Shape;458;p36"/>
          <p:cNvSpPr txBox="1"/>
          <p:nvPr>
            <p:ph idx="2" type="title"/>
          </p:nvPr>
        </p:nvSpPr>
        <p:spPr>
          <a:xfrm>
            <a:off x="324000" y="0"/>
            <a:ext cx="7885200" cy="613500"/>
          </a:xfrm>
          <a:prstGeom prst="rect">
            <a:avLst/>
          </a:prstGeom>
        </p:spPr>
        <p:txBody>
          <a:bodyPr anchorCtr="0" anchor="ctr" bIns="0" lIns="0" spcFirstLastPara="1" rIns="0" wrap="square" tIns="0">
            <a:noAutofit/>
          </a:bodyPr>
          <a:lstStyle>
            <a:lvl1pPr lvl="0" rtl="0">
              <a:lnSpc>
                <a:spcPct val="100000"/>
              </a:lnSpc>
              <a:spcBef>
                <a:spcPts val="0"/>
              </a:spcBef>
              <a:spcAft>
                <a:spcPts val="0"/>
              </a:spcAft>
              <a:buClr>
                <a:schemeClr val="lt1"/>
              </a:buClr>
              <a:buSzPts val="2000"/>
              <a:buFont typeface="Lexend"/>
              <a:buNone/>
              <a:defRPr sz="2000">
                <a:solidFill>
                  <a:schemeClr val="lt1"/>
                </a:solidFill>
                <a:latin typeface="Lexend"/>
                <a:ea typeface="Lexend"/>
                <a:cs typeface="Lexend"/>
                <a:sym typeface="Lexend"/>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
        <p:nvSpPr>
          <p:cNvPr id="459" name="Google Shape;459;p36"/>
          <p:cNvSpPr txBox="1"/>
          <p:nvPr>
            <p:ph idx="1" type="subTitle"/>
          </p:nvPr>
        </p:nvSpPr>
        <p:spPr>
          <a:xfrm>
            <a:off x="1034425" y="1685375"/>
            <a:ext cx="7506600" cy="324600"/>
          </a:xfrm>
          <a:prstGeom prst="rect">
            <a:avLst/>
          </a:prstGeom>
        </p:spPr>
        <p:txBody>
          <a:bodyPr anchorCtr="0" anchor="t" bIns="0" lIns="0" spcFirstLastPara="1" rIns="0" wrap="square" tIns="0">
            <a:noAutofit/>
          </a:bodyPr>
          <a:lstStyle>
            <a:lvl1pPr lvl="0" rtl="0">
              <a:spcBef>
                <a:spcPts val="0"/>
              </a:spcBef>
              <a:spcAft>
                <a:spcPts val="0"/>
              </a:spcAft>
              <a:buSzPts val="2200"/>
              <a:buFont typeface="Lexend"/>
              <a:buNone/>
              <a:defRPr sz="2200">
                <a:latin typeface="Lexend"/>
                <a:ea typeface="Lexend"/>
                <a:cs typeface="Lexend"/>
                <a:sym typeface="Lexend"/>
              </a:defRPr>
            </a:lvl1pPr>
            <a:lvl2pPr lvl="1" rtl="0">
              <a:spcBef>
                <a:spcPts val="1000"/>
              </a:spcBef>
              <a:spcAft>
                <a:spcPts val="0"/>
              </a:spcAft>
              <a:buSzPts val="2100"/>
              <a:buNone/>
              <a:defRPr/>
            </a:lvl2pPr>
            <a:lvl3pPr lvl="2" rtl="0">
              <a:spcBef>
                <a:spcPts val="1000"/>
              </a:spcBef>
              <a:spcAft>
                <a:spcPts val="0"/>
              </a:spcAft>
              <a:buSzPts val="2000"/>
              <a:buNone/>
              <a:defRPr/>
            </a:lvl3pPr>
            <a:lvl4pPr lvl="3" rtl="0">
              <a:spcBef>
                <a:spcPts val="800"/>
              </a:spcBef>
              <a:spcAft>
                <a:spcPts val="0"/>
              </a:spcAft>
              <a:buSzPts val="1900"/>
              <a:buNone/>
              <a:defRPr/>
            </a:lvl4pPr>
            <a:lvl5pPr lvl="4" rtl="0">
              <a:spcBef>
                <a:spcPts val="800"/>
              </a:spcBef>
              <a:spcAft>
                <a:spcPts val="0"/>
              </a:spcAft>
              <a:buSzPts val="1800"/>
              <a:buNone/>
              <a:defRPr/>
            </a:lvl5pPr>
            <a:lvl6pPr lvl="5" rtl="0">
              <a:spcBef>
                <a:spcPts val="600"/>
              </a:spcBef>
              <a:spcAft>
                <a:spcPts val="0"/>
              </a:spcAft>
              <a:buSzPts val="1800"/>
              <a:buNone/>
              <a:defRPr/>
            </a:lvl6pPr>
            <a:lvl7pPr lvl="6" rtl="0">
              <a:spcBef>
                <a:spcPts val="600"/>
              </a:spcBef>
              <a:spcAft>
                <a:spcPts val="0"/>
              </a:spcAft>
              <a:buSzPts val="1800"/>
              <a:buNone/>
              <a:defRPr/>
            </a:lvl7pPr>
            <a:lvl8pPr lvl="7" rtl="0">
              <a:spcBef>
                <a:spcPts val="400"/>
              </a:spcBef>
              <a:spcAft>
                <a:spcPts val="0"/>
              </a:spcAft>
              <a:buSzPts val="1800"/>
              <a:buNone/>
              <a:defRPr/>
            </a:lvl8pPr>
            <a:lvl9pPr lvl="8" rtl="0">
              <a:spcBef>
                <a:spcPts val="400"/>
              </a:spcBef>
              <a:spcAft>
                <a:spcPts val="200"/>
              </a:spcAft>
              <a:buSzPts val="1800"/>
              <a:buNone/>
              <a:defRPr/>
            </a:lvl9pPr>
          </a:lstStyle>
          <a:p/>
        </p:txBody>
      </p:sp>
      <p:sp>
        <p:nvSpPr>
          <p:cNvPr id="460" name="Google Shape;460;p36"/>
          <p:cNvSpPr txBox="1"/>
          <p:nvPr>
            <p:ph idx="3" type="subTitle"/>
          </p:nvPr>
        </p:nvSpPr>
        <p:spPr>
          <a:xfrm>
            <a:off x="1034425" y="2489447"/>
            <a:ext cx="7506600" cy="389100"/>
          </a:xfrm>
          <a:prstGeom prst="rect">
            <a:avLst/>
          </a:prstGeom>
        </p:spPr>
        <p:txBody>
          <a:bodyPr anchorCtr="0" anchor="t" bIns="0" lIns="0" spcFirstLastPara="1" rIns="0" wrap="square" tIns="0">
            <a:noAutofit/>
          </a:bodyPr>
          <a:lstStyle>
            <a:lvl1pPr lvl="0" rtl="0">
              <a:spcBef>
                <a:spcPts val="0"/>
              </a:spcBef>
              <a:spcAft>
                <a:spcPts val="0"/>
              </a:spcAft>
              <a:buSzPts val="2200"/>
              <a:buFont typeface="Lexend"/>
              <a:buNone/>
              <a:defRPr sz="2200">
                <a:latin typeface="Lexend"/>
                <a:ea typeface="Lexend"/>
                <a:cs typeface="Lexend"/>
                <a:sym typeface="Lexend"/>
              </a:defRPr>
            </a:lvl1pPr>
            <a:lvl2pPr lvl="1" rtl="0">
              <a:spcBef>
                <a:spcPts val="1000"/>
              </a:spcBef>
              <a:spcAft>
                <a:spcPts val="0"/>
              </a:spcAft>
              <a:buSzPts val="2100"/>
              <a:buNone/>
              <a:defRPr/>
            </a:lvl2pPr>
            <a:lvl3pPr lvl="2" rtl="0">
              <a:spcBef>
                <a:spcPts val="1000"/>
              </a:spcBef>
              <a:spcAft>
                <a:spcPts val="0"/>
              </a:spcAft>
              <a:buSzPts val="2000"/>
              <a:buNone/>
              <a:defRPr/>
            </a:lvl3pPr>
            <a:lvl4pPr lvl="3" rtl="0">
              <a:spcBef>
                <a:spcPts val="800"/>
              </a:spcBef>
              <a:spcAft>
                <a:spcPts val="0"/>
              </a:spcAft>
              <a:buSzPts val="1900"/>
              <a:buNone/>
              <a:defRPr/>
            </a:lvl4pPr>
            <a:lvl5pPr lvl="4" rtl="0">
              <a:spcBef>
                <a:spcPts val="800"/>
              </a:spcBef>
              <a:spcAft>
                <a:spcPts val="0"/>
              </a:spcAft>
              <a:buSzPts val="1800"/>
              <a:buNone/>
              <a:defRPr/>
            </a:lvl5pPr>
            <a:lvl6pPr lvl="5" rtl="0">
              <a:spcBef>
                <a:spcPts val="600"/>
              </a:spcBef>
              <a:spcAft>
                <a:spcPts val="0"/>
              </a:spcAft>
              <a:buSzPts val="1800"/>
              <a:buNone/>
              <a:defRPr/>
            </a:lvl6pPr>
            <a:lvl7pPr lvl="6" rtl="0">
              <a:spcBef>
                <a:spcPts val="600"/>
              </a:spcBef>
              <a:spcAft>
                <a:spcPts val="0"/>
              </a:spcAft>
              <a:buSzPts val="1800"/>
              <a:buNone/>
              <a:defRPr/>
            </a:lvl7pPr>
            <a:lvl8pPr lvl="7" rtl="0">
              <a:spcBef>
                <a:spcPts val="400"/>
              </a:spcBef>
              <a:spcAft>
                <a:spcPts val="0"/>
              </a:spcAft>
              <a:buSzPts val="1800"/>
              <a:buNone/>
              <a:defRPr/>
            </a:lvl8pPr>
            <a:lvl9pPr lvl="8" rtl="0">
              <a:spcBef>
                <a:spcPts val="400"/>
              </a:spcBef>
              <a:spcAft>
                <a:spcPts val="200"/>
              </a:spcAft>
              <a:buSzPts val="1800"/>
              <a:buNone/>
              <a:defRPr/>
            </a:lvl9pPr>
          </a:lstStyle>
          <a:p/>
        </p:txBody>
      </p:sp>
      <p:sp>
        <p:nvSpPr>
          <p:cNvPr id="461" name="Google Shape;461;p36"/>
          <p:cNvSpPr txBox="1"/>
          <p:nvPr>
            <p:ph idx="4" type="subTitle"/>
          </p:nvPr>
        </p:nvSpPr>
        <p:spPr>
          <a:xfrm>
            <a:off x="1034425" y="3309765"/>
            <a:ext cx="7464600" cy="324600"/>
          </a:xfrm>
          <a:prstGeom prst="rect">
            <a:avLst/>
          </a:prstGeom>
        </p:spPr>
        <p:txBody>
          <a:bodyPr anchorCtr="0" anchor="t" bIns="0" lIns="0" spcFirstLastPara="1" rIns="0" wrap="square" tIns="0">
            <a:noAutofit/>
          </a:bodyPr>
          <a:lstStyle>
            <a:lvl1pPr lvl="0" rtl="0">
              <a:spcBef>
                <a:spcPts val="0"/>
              </a:spcBef>
              <a:spcAft>
                <a:spcPts val="0"/>
              </a:spcAft>
              <a:buSzPts val="2200"/>
              <a:buFont typeface="Lexend"/>
              <a:buNone/>
              <a:defRPr sz="2200">
                <a:latin typeface="Lexend"/>
                <a:ea typeface="Lexend"/>
                <a:cs typeface="Lexend"/>
                <a:sym typeface="Lexend"/>
              </a:defRPr>
            </a:lvl1pPr>
            <a:lvl2pPr lvl="1" rtl="0">
              <a:spcBef>
                <a:spcPts val="1000"/>
              </a:spcBef>
              <a:spcAft>
                <a:spcPts val="0"/>
              </a:spcAft>
              <a:buSzPts val="2100"/>
              <a:buNone/>
              <a:defRPr/>
            </a:lvl2pPr>
            <a:lvl3pPr lvl="2" rtl="0">
              <a:spcBef>
                <a:spcPts val="1000"/>
              </a:spcBef>
              <a:spcAft>
                <a:spcPts val="0"/>
              </a:spcAft>
              <a:buSzPts val="2000"/>
              <a:buNone/>
              <a:defRPr/>
            </a:lvl3pPr>
            <a:lvl4pPr lvl="3" rtl="0">
              <a:spcBef>
                <a:spcPts val="800"/>
              </a:spcBef>
              <a:spcAft>
                <a:spcPts val="0"/>
              </a:spcAft>
              <a:buSzPts val="1900"/>
              <a:buNone/>
              <a:defRPr/>
            </a:lvl4pPr>
            <a:lvl5pPr lvl="4" rtl="0">
              <a:spcBef>
                <a:spcPts val="800"/>
              </a:spcBef>
              <a:spcAft>
                <a:spcPts val="0"/>
              </a:spcAft>
              <a:buSzPts val="1800"/>
              <a:buNone/>
              <a:defRPr/>
            </a:lvl5pPr>
            <a:lvl6pPr lvl="5" rtl="0">
              <a:spcBef>
                <a:spcPts val="600"/>
              </a:spcBef>
              <a:spcAft>
                <a:spcPts val="0"/>
              </a:spcAft>
              <a:buSzPts val="1800"/>
              <a:buNone/>
              <a:defRPr/>
            </a:lvl6pPr>
            <a:lvl7pPr lvl="6" rtl="0">
              <a:spcBef>
                <a:spcPts val="600"/>
              </a:spcBef>
              <a:spcAft>
                <a:spcPts val="0"/>
              </a:spcAft>
              <a:buSzPts val="1800"/>
              <a:buNone/>
              <a:defRPr/>
            </a:lvl7pPr>
            <a:lvl8pPr lvl="7" rtl="0">
              <a:spcBef>
                <a:spcPts val="400"/>
              </a:spcBef>
              <a:spcAft>
                <a:spcPts val="0"/>
              </a:spcAft>
              <a:buSzPts val="1800"/>
              <a:buNone/>
              <a:defRPr/>
            </a:lvl8pPr>
            <a:lvl9pPr lvl="8" rtl="0">
              <a:spcBef>
                <a:spcPts val="400"/>
              </a:spcBef>
              <a:spcAft>
                <a:spcPts val="200"/>
              </a:spcAft>
              <a:buSzPts val="1800"/>
              <a:buNone/>
              <a:defRPr/>
            </a:lvl9pPr>
          </a:lstStyle>
          <a:p/>
        </p:txBody>
      </p:sp>
      <p:sp>
        <p:nvSpPr>
          <p:cNvPr id="462" name="Google Shape;462;p36"/>
          <p:cNvSpPr txBox="1"/>
          <p:nvPr>
            <p:ph idx="5" type="subTitle"/>
          </p:nvPr>
        </p:nvSpPr>
        <p:spPr>
          <a:xfrm>
            <a:off x="1034425" y="4113837"/>
            <a:ext cx="7506600" cy="360300"/>
          </a:xfrm>
          <a:prstGeom prst="rect">
            <a:avLst/>
          </a:prstGeom>
        </p:spPr>
        <p:txBody>
          <a:bodyPr anchorCtr="0" anchor="t" bIns="0" lIns="0" spcFirstLastPara="1" rIns="0" wrap="square" tIns="0">
            <a:noAutofit/>
          </a:bodyPr>
          <a:lstStyle>
            <a:lvl1pPr lvl="0" rtl="0">
              <a:spcBef>
                <a:spcPts val="0"/>
              </a:spcBef>
              <a:spcAft>
                <a:spcPts val="0"/>
              </a:spcAft>
              <a:buSzPts val="2200"/>
              <a:buFont typeface="Lexend"/>
              <a:buNone/>
              <a:defRPr sz="2200">
                <a:latin typeface="Lexend"/>
                <a:ea typeface="Lexend"/>
                <a:cs typeface="Lexend"/>
                <a:sym typeface="Lexend"/>
              </a:defRPr>
            </a:lvl1pPr>
            <a:lvl2pPr lvl="1" rtl="0">
              <a:spcBef>
                <a:spcPts val="1000"/>
              </a:spcBef>
              <a:spcAft>
                <a:spcPts val="0"/>
              </a:spcAft>
              <a:buSzPts val="2100"/>
              <a:buNone/>
              <a:defRPr/>
            </a:lvl2pPr>
            <a:lvl3pPr lvl="2" rtl="0">
              <a:spcBef>
                <a:spcPts val="1000"/>
              </a:spcBef>
              <a:spcAft>
                <a:spcPts val="0"/>
              </a:spcAft>
              <a:buSzPts val="2000"/>
              <a:buNone/>
              <a:defRPr/>
            </a:lvl3pPr>
            <a:lvl4pPr lvl="3" rtl="0">
              <a:spcBef>
                <a:spcPts val="800"/>
              </a:spcBef>
              <a:spcAft>
                <a:spcPts val="0"/>
              </a:spcAft>
              <a:buSzPts val="1900"/>
              <a:buNone/>
              <a:defRPr/>
            </a:lvl4pPr>
            <a:lvl5pPr lvl="4" rtl="0">
              <a:spcBef>
                <a:spcPts val="800"/>
              </a:spcBef>
              <a:spcAft>
                <a:spcPts val="0"/>
              </a:spcAft>
              <a:buSzPts val="1800"/>
              <a:buNone/>
              <a:defRPr/>
            </a:lvl5pPr>
            <a:lvl6pPr lvl="5" rtl="0">
              <a:spcBef>
                <a:spcPts val="600"/>
              </a:spcBef>
              <a:spcAft>
                <a:spcPts val="0"/>
              </a:spcAft>
              <a:buSzPts val="1800"/>
              <a:buNone/>
              <a:defRPr/>
            </a:lvl6pPr>
            <a:lvl7pPr lvl="6" rtl="0">
              <a:spcBef>
                <a:spcPts val="600"/>
              </a:spcBef>
              <a:spcAft>
                <a:spcPts val="0"/>
              </a:spcAft>
              <a:buSzPts val="1800"/>
              <a:buNone/>
              <a:defRPr/>
            </a:lvl7pPr>
            <a:lvl8pPr lvl="7" rtl="0">
              <a:spcBef>
                <a:spcPts val="400"/>
              </a:spcBef>
              <a:spcAft>
                <a:spcPts val="0"/>
              </a:spcAft>
              <a:buSzPts val="1800"/>
              <a:buNone/>
              <a:defRPr/>
            </a:lvl8pPr>
            <a:lvl9pPr lvl="8" rtl="0">
              <a:spcBef>
                <a:spcPts val="400"/>
              </a:spcBef>
              <a:spcAft>
                <a:spcPts val="200"/>
              </a:spcAft>
              <a:buSzPts val="1800"/>
              <a:buNone/>
              <a:defRPr/>
            </a:lvl9pPr>
          </a:lstStyle>
          <a:p/>
        </p:txBody>
      </p:sp>
      <p:grpSp>
        <p:nvGrpSpPr>
          <p:cNvPr id="463" name="Google Shape;463;p36"/>
          <p:cNvGrpSpPr/>
          <p:nvPr/>
        </p:nvGrpSpPr>
        <p:grpSpPr>
          <a:xfrm>
            <a:off x="323653" y="1652038"/>
            <a:ext cx="457200" cy="457200"/>
            <a:chOff x="1020916" y="1442088"/>
            <a:chExt cx="457200" cy="457200"/>
          </a:xfrm>
        </p:grpSpPr>
        <p:pic>
          <p:nvPicPr>
            <p:cNvPr id="464" name="Google Shape;464;p36"/>
            <p:cNvPicPr preferRelativeResize="0"/>
            <p:nvPr/>
          </p:nvPicPr>
          <p:blipFill>
            <a:blip r:embed="rId4">
              <a:alphaModFix/>
            </a:blip>
            <a:stretch>
              <a:fillRect/>
            </a:stretch>
          </p:blipFill>
          <p:spPr>
            <a:xfrm>
              <a:off x="1020916" y="1442088"/>
              <a:ext cx="457200" cy="457200"/>
            </a:xfrm>
            <a:prstGeom prst="rect">
              <a:avLst/>
            </a:prstGeom>
            <a:noFill/>
            <a:ln>
              <a:noFill/>
            </a:ln>
          </p:spPr>
        </p:pic>
        <p:sp>
          <p:nvSpPr>
            <p:cNvPr id="465" name="Google Shape;465;p36"/>
            <p:cNvSpPr txBox="1"/>
            <p:nvPr/>
          </p:nvSpPr>
          <p:spPr>
            <a:xfrm>
              <a:off x="1045528" y="1526400"/>
              <a:ext cx="408000" cy="2772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GB" sz="1800">
                  <a:solidFill>
                    <a:srgbClr val="FFFFFF"/>
                  </a:solidFill>
                  <a:latin typeface="Lexend"/>
                  <a:ea typeface="Lexend"/>
                  <a:cs typeface="Lexend"/>
                  <a:sym typeface="Lexend"/>
                </a:rPr>
                <a:t>a</a:t>
              </a:r>
              <a:endParaRPr b="1" sz="1800">
                <a:solidFill>
                  <a:srgbClr val="FFFFFF"/>
                </a:solidFill>
                <a:latin typeface="Lexend"/>
                <a:ea typeface="Lexend"/>
                <a:cs typeface="Lexend"/>
                <a:sym typeface="Lexend"/>
              </a:endParaRPr>
            </a:p>
          </p:txBody>
        </p:sp>
      </p:grpSp>
      <p:grpSp>
        <p:nvGrpSpPr>
          <p:cNvPr id="466" name="Google Shape;466;p36"/>
          <p:cNvGrpSpPr/>
          <p:nvPr/>
        </p:nvGrpSpPr>
        <p:grpSpPr>
          <a:xfrm>
            <a:off x="323653" y="2461775"/>
            <a:ext cx="457200" cy="457200"/>
            <a:chOff x="1020916" y="1442088"/>
            <a:chExt cx="457200" cy="457200"/>
          </a:xfrm>
        </p:grpSpPr>
        <p:pic>
          <p:nvPicPr>
            <p:cNvPr id="467" name="Google Shape;467;p36"/>
            <p:cNvPicPr preferRelativeResize="0"/>
            <p:nvPr/>
          </p:nvPicPr>
          <p:blipFill>
            <a:blip r:embed="rId4">
              <a:alphaModFix/>
            </a:blip>
            <a:stretch>
              <a:fillRect/>
            </a:stretch>
          </p:blipFill>
          <p:spPr>
            <a:xfrm>
              <a:off x="1020916" y="1442088"/>
              <a:ext cx="457200" cy="457200"/>
            </a:xfrm>
            <a:prstGeom prst="rect">
              <a:avLst/>
            </a:prstGeom>
            <a:noFill/>
            <a:ln>
              <a:noFill/>
            </a:ln>
          </p:spPr>
        </p:pic>
        <p:sp>
          <p:nvSpPr>
            <p:cNvPr id="468" name="Google Shape;468;p36"/>
            <p:cNvSpPr txBox="1"/>
            <p:nvPr/>
          </p:nvSpPr>
          <p:spPr>
            <a:xfrm>
              <a:off x="1045528" y="1526400"/>
              <a:ext cx="408000" cy="2772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GB" sz="1800">
                  <a:solidFill>
                    <a:srgbClr val="FFFFFF"/>
                  </a:solidFill>
                  <a:latin typeface="Lexend"/>
                  <a:ea typeface="Lexend"/>
                  <a:cs typeface="Lexend"/>
                  <a:sym typeface="Lexend"/>
                </a:rPr>
                <a:t>b</a:t>
              </a:r>
              <a:endParaRPr b="1" sz="1800">
                <a:solidFill>
                  <a:srgbClr val="FFFFFF"/>
                </a:solidFill>
                <a:latin typeface="Lexend"/>
                <a:ea typeface="Lexend"/>
                <a:cs typeface="Lexend"/>
                <a:sym typeface="Lexend"/>
              </a:endParaRPr>
            </a:p>
          </p:txBody>
        </p:sp>
      </p:grpSp>
      <p:grpSp>
        <p:nvGrpSpPr>
          <p:cNvPr id="469" name="Google Shape;469;p36"/>
          <p:cNvGrpSpPr/>
          <p:nvPr/>
        </p:nvGrpSpPr>
        <p:grpSpPr>
          <a:xfrm>
            <a:off x="323641" y="3271838"/>
            <a:ext cx="457200" cy="457200"/>
            <a:chOff x="1020916" y="1442088"/>
            <a:chExt cx="457200" cy="457200"/>
          </a:xfrm>
        </p:grpSpPr>
        <p:pic>
          <p:nvPicPr>
            <p:cNvPr id="470" name="Google Shape;470;p36"/>
            <p:cNvPicPr preferRelativeResize="0"/>
            <p:nvPr/>
          </p:nvPicPr>
          <p:blipFill>
            <a:blip r:embed="rId4">
              <a:alphaModFix/>
            </a:blip>
            <a:stretch>
              <a:fillRect/>
            </a:stretch>
          </p:blipFill>
          <p:spPr>
            <a:xfrm>
              <a:off x="1020916" y="1442088"/>
              <a:ext cx="457200" cy="457200"/>
            </a:xfrm>
            <a:prstGeom prst="rect">
              <a:avLst/>
            </a:prstGeom>
            <a:noFill/>
            <a:ln>
              <a:noFill/>
            </a:ln>
          </p:spPr>
        </p:pic>
        <p:sp>
          <p:nvSpPr>
            <p:cNvPr id="471" name="Google Shape;471;p36"/>
            <p:cNvSpPr txBox="1"/>
            <p:nvPr/>
          </p:nvSpPr>
          <p:spPr>
            <a:xfrm>
              <a:off x="1045528" y="1526400"/>
              <a:ext cx="408000" cy="2772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GB" sz="1800">
                  <a:solidFill>
                    <a:srgbClr val="FFFFFF"/>
                  </a:solidFill>
                  <a:latin typeface="Lexend"/>
                  <a:ea typeface="Lexend"/>
                  <a:cs typeface="Lexend"/>
                  <a:sym typeface="Lexend"/>
                </a:rPr>
                <a:t>c</a:t>
              </a:r>
              <a:endParaRPr b="1" sz="1800">
                <a:solidFill>
                  <a:srgbClr val="FFFFFF"/>
                </a:solidFill>
                <a:latin typeface="Lexend"/>
                <a:ea typeface="Lexend"/>
                <a:cs typeface="Lexend"/>
                <a:sym typeface="Lexend"/>
              </a:endParaRPr>
            </a:p>
          </p:txBody>
        </p:sp>
      </p:grpSp>
      <p:grpSp>
        <p:nvGrpSpPr>
          <p:cNvPr id="472" name="Google Shape;472;p36"/>
          <p:cNvGrpSpPr/>
          <p:nvPr/>
        </p:nvGrpSpPr>
        <p:grpSpPr>
          <a:xfrm>
            <a:off x="323641" y="4081763"/>
            <a:ext cx="457200" cy="457200"/>
            <a:chOff x="1020916" y="1442088"/>
            <a:chExt cx="457200" cy="457200"/>
          </a:xfrm>
        </p:grpSpPr>
        <p:pic>
          <p:nvPicPr>
            <p:cNvPr id="473" name="Google Shape;473;p36"/>
            <p:cNvPicPr preferRelativeResize="0"/>
            <p:nvPr/>
          </p:nvPicPr>
          <p:blipFill>
            <a:blip r:embed="rId4">
              <a:alphaModFix/>
            </a:blip>
            <a:stretch>
              <a:fillRect/>
            </a:stretch>
          </p:blipFill>
          <p:spPr>
            <a:xfrm>
              <a:off x="1020916" y="1442088"/>
              <a:ext cx="457200" cy="457200"/>
            </a:xfrm>
            <a:prstGeom prst="rect">
              <a:avLst/>
            </a:prstGeom>
            <a:noFill/>
            <a:ln>
              <a:noFill/>
            </a:ln>
          </p:spPr>
        </p:pic>
        <p:sp>
          <p:nvSpPr>
            <p:cNvPr id="474" name="Google Shape;474;p36"/>
            <p:cNvSpPr txBox="1"/>
            <p:nvPr/>
          </p:nvSpPr>
          <p:spPr>
            <a:xfrm>
              <a:off x="1045528" y="1526400"/>
              <a:ext cx="408000" cy="2772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GB" sz="1800">
                  <a:solidFill>
                    <a:srgbClr val="FFFFFF"/>
                  </a:solidFill>
                  <a:latin typeface="Lexend"/>
                  <a:ea typeface="Lexend"/>
                  <a:cs typeface="Lexend"/>
                  <a:sym typeface="Lexend"/>
                </a:rPr>
                <a:t>d</a:t>
              </a:r>
              <a:endParaRPr b="1" sz="1800">
                <a:solidFill>
                  <a:srgbClr val="FFFFFF"/>
                </a:solidFill>
                <a:latin typeface="Lexend"/>
                <a:ea typeface="Lexend"/>
                <a:cs typeface="Lexend"/>
                <a:sym typeface="Lexend"/>
              </a:endParaRPr>
            </a:p>
          </p:txBody>
        </p:sp>
      </p:grpSp>
    </p:spTree>
  </p:cSld>
  <p:clrMapOvr>
    <a:masterClrMapping/>
  </p:clrMapOvr>
</p:sldLayout>
</file>

<file path=ppt/slideLayouts/slideLayout3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2.04 CfU 4 options - jade">
  <p:cSld name="TITLE_AND_TWO_COLUMNS_1_1_8_1_1_1">
    <p:bg>
      <p:bgPr>
        <a:solidFill>
          <a:srgbClr val="E6F2F2"/>
        </a:solidFill>
      </p:bgPr>
    </p:bg>
    <p:spTree>
      <p:nvGrpSpPr>
        <p:cNvPr id="475" name="Shape 475"/>
        <p:cNvGrpSpPr/>
        <p:nvPr/>
      </p:nvGrpSpPr>
      <p:grpSpPr>
        <a:xfrm>
          <a:off x="0" y="0"/>
          <a:ext cx="0" cy="0"/>
          <a:chOff x="0" y="0"/>
          <a:chExt cx="0" cy="0"/>
        </a:xfrm>
      </p:grpSpPr>
      <p:pic>
        <p:nvPicPr>
          <p:cNvPr id="476" name="Google Shape;476;p37"/>
          <p:cNvPicPr preferRelativeResize="0"/>
          <p:nvPr/>
        </p:nvPicPr>
        <p:blipFill rotWithShape="1">
          <a:blip r:embed="rId2">
            <a:alphaModFix/>
          </a:blip>
          <a:srcRect b="1672" l="0" r="0" t="1662"/>
          <a:stretch/>
        </p:blipFill>
        <p:spPr>
          <a:xfrm>
            <a:off x="0" y="532525"/>
            <a:ext cx="9151202" cy="116709"/>
          </a:xfrm>
          <a:prstGeom prst="rect">
            <a:avLst/>
          </a:prstGeom>
          <a:noFill/>
          <a:ln>
            <a:noFill/>
          </a:ln>
        </p:spPr>
      </p:pic>
      <p:sp>
        <p:nvSpPr>
          <p:cNvPr id="477" name="Google Shape;477;p37"/>
          <p:cNvSpPr/>
          <p:nvPr/>
        </p:nvSpPr>
        <p:spPr>
          <a:xfrm>
            <a:off x="-1" y="-2"/>
            <a:ext cx="9144300" cy="540300"/>
          </a:xfrm>
          <a:prstGeom prst="rect">
            <a:avLst/>
          </a:pr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78" name="Google Shape;478;p37"/>
          <p:cNvSpPr txBox="1"/>
          <p:nvPr>
            <p:ph type="title"/>
          </p:nvPr>
        </p:nvSpPr>
        <p:spPr>
          <a:xfrm>
            <a:off x="324000" y="809988"/>
            <a:ext cx="8179200" cy="489600"/>
          </a:xfrm>
          <a:prstGeom prst="rect">
            <a:avLst/>
          </a:prstGeom>
        </p:spPr>
        <p:txBody>
          <a:bodyPr anchorCtr="0" anchor="t" bIns="0" lIns="0" spcFirstLastPara="1" rIns="0" wrap="square" tIns="0">
            <a:noAutofit/>
          </a:bodyPr>
          <a:lstStyle>
            <a:lvl1pPr lvl="0" rtl="0">
              <a:spcBef>
                <a:spcPts val="0"/>
              </a:spcBef>
              <a:spcAft>
                <a:spcPts val="0"/>
              </a:spcAft>
              <a:buSzPts val="2200"/>
              <a:buFont typeface="Lexend"/>
              <a:buNone/>
              <a:defRPr b="0" sz="2200">
                <a:latin typeface="Lexend"/>
                <a:ea typeface="Lexend"/>
                <a:cs typeface="Lexend"/>
                <a:sym typeface="Lexend"/>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pic>
        <p:nvPicPr>
          <p:cNvPr id="479" name="Google Shape;479;p37"/>
          <p:cNvPicPr preferRelativeResize="0"/>
          <p:nvPr/>
        </p:nvPicPr>
        <p:blipFill rotWithShape="1">
          <a:blip r:embed="rId3">
            <a:alphaModFix/>
          </a:blip>
          <a:srcRect b="0" l="0" r="0" t="0"/>
          <a:stretch/>
        </p:blipFill>
        <p:spPr>
          <a:xfrm>
            <a:off x="8528585" y="-11474"/>
            <a:ext cx="499700" cy="499700"/>
          </a:xfrm>
          <a:prstGeom prst="rect">
            <a:avLst/>
          </a:prstGeom>
          <a:noFill/>
          <a:ln>
            <a:noFill/>
          </a:ln>
        </p:spPr>
      </p:pic>
      <p:sp>
        <p:nvSpPr>
          <p:cNvPr id="480" name="Google Shape;480;p37"/>
          <p:cNvSpPr txBox="1"/>
          <p:nvPr/>
        </p:nvSpPr>
        <p:spPr>
          <a:xfrm>
            <a:off x="8476560" y="438750"/>
            <a:ext cx="603900" cy="138600"/>
          </a:xfrm>
          <a:prstGeom prst="rect">
            <a:avLst/>
          </a:prstGeom>
          <a:noFill/>
          <a:ln>
            <a:noFill/>
          </a:ln>
        </p:spPr>
        <p:txBody>
          <a:bodyPr anchorCtr="0" anchor="t" bIns="0" lIns="0" spcFirstLastPara="1" rIns="0" wrap="square" tIns="0">
            <a:spAutoFit/>
          </a:bodyPr>
          <a:lstStyle/>
          <a:p>
            <a:pPr indent="0" lvl="0" marL="0" rtl="0" algn="ctr">
              <a:spcBef>
                <a:spcPts val="0"/>
              </a:spcBef>
              <a:spcAft>
                <a:spcPts val="0"/>
              </a:spcAft>
              <a:buNone/>
            </a:pPr>
            <a:r>
              <a:rPr b="1" lang="en-GB" sz="900">
                <a:solidFill>
                  <a:srgbClr val="E6F2F2"/>
                </a:solidFill>
                <a:latin typeface="Lexend"/>
                <a:ea typeface="Lexend"/>
                <a:cs typeface="Lexend"/>
                <a:sym typeface="Lexend"/>
              </a:rPr>
              <a:t>Check</a:t>
            </a:r>
            <a:endParaRPr b="1" sz="900">
              <a:solidFill>
                <a:srgbClr val="E6F2F2"/>
              </a:solidFill>
              <a:latin typeface="Lexend"/>
              <a:ea typeface="Lexend"/>
              <a:cs typeface="Lexend"/>
              <a:sym typeface="Lexend"/>
            </a:endParaRPr>
          </a:p>
        </p:txBody>
      </p:sp>
      <p:sp>
        <p:nvSpPr>
          <p:cNvPr id="481" name="Google Shape;481;p37"/>
          <p:cNvSpPr txBox="1"/>
          <p:nvPr>
            <p:ph idx="2" type="title"/>
          </p:nvPr>
        </p:nvSpPr>
        <p:spPr>
          <a:xfrm>
            <a:off x="324000" y="0"/>
            <a:ext cx="7885200" cy="613500"/>
          </a:xfrm>
          <a:prstGeom prst="rect">
            <a:avLst/>
          </a:prstGeom>
        </p:spPr>
        <p:txBody>
          <a:bodyPr anchorCtr="0" anchor="ctr" bIns="0" lIns="0" spcFirstLastPara="1" rIns="0" wrap="square" tIns="0">
            <a:noAutofit/>
          </a:bodyPr>
          <a:lstStyle>
            <a:lvl1pPr lvl="0" rtl="0">
              <a:lnSpc>
                <a:spcPct val="100000"/>
              </a:lnSpc>
              <a:spcBef>
                <a:spcPts val="0"/>
              </a:spcBef>
              <a:spcAft>
                <a:spcPts val="0"/>
              </a:spcAft>
              <a:buClr>
                <a:schemeClr val="lt1"/>
              </a:buClr>
              <a:buSzPts val="2000"/>
              <a:buFont typeface="Lexend"/>
              <a:buNone/>
              <a:defRPr sz="2000">
                <a:solidFill>
                  <a:schemeClr val="lt1"/>
                </a:solidFill>
                <a:latin typeface="Lexend"/>
                <a:ea typeface="Lexend"/>
                <a:cs typeface="Lexend"/>
                <a:sym typeface="Lexend"/>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
        <p:nvSpPr>
          <p:cNvPr id="482" name="Google Shape;482;p37"/>
          <p:cNvSpPr txBox="1"/>
          <p:nvPr>
            <p:ph idx="1" type="subTitle"/>
          </p:nvPr>
        </p:nvSpPr>
        <p:spPr>
          <a:xfrm>
            <a:off x="1034425" y="1685375"/>
            <a:ext cx="7506600" cy="324600"/>
          </a:xfrm>
          <a:prstGeom prst="rect">
            <a:avLst/>
          </a:prstGeom>
        </p:spPr>
        <p:txBody>
          <a:bodyPr anchorCtr="0" anchor="t" bIns="0" lIns="0" spcFirstLastPara="1" rIns="0" wrap="square" tIns="0">
            <a:noAutofit/>
          </a:bodyPr>
          <a:lstStyle>
            <a:lvl1pPr lvl="0" rtl="0">
              <a:spcBef>
                <a:spcPts val="0"/>
              </a:spcBef>
              <a:spcAft>
                <a:spcPts val="0"/>
              </a:spcAft>
              <a:buSzPts val="2200"/>
              <a:buFont typeface="Lexend"/>
              <a:buNone/>
              <a:defRPr sz="2200">
                <a:latin typeface="Lexend"/>
                <a:ea typeface="Lexend"/>
                <a:cs typeface="Lexend"/>
                <a:sym typeface="Lexend"/>
              </a:defRPr>
            </a:lvl1pPr>
            <a:lvl2pPr lvl="1" rtl="0">
              <a:spcBef>
                <a:spcPts val="1000"/>
              </a:spcBef>
              <a:spcAft>
                <a:spcPts val="0"/>
              </a:spcAft>
              <a:buSzPts val="2100"/>
              <a:buNone/>
              <a:defRPr/>
            </a:lvl2pPr>
            <a:lvl3pPr lvl="2" rtl="0">
              <a:spcBef>
                <a:spcPts val="1000"/>
              </a:spcBef>
              <a:spcAft>
                <a:spcPts val="0"/>
              </a:spcAft>
              <a:buSzPts val="2000"/>
              <a:buNone/>
              <a:defRPr/>
            </a:lvl3pPr>
            <a:lvl4pPr lvl="3" rtl="0">
              <a:spcBef>
                <a:spcPts val="800"/>
              </a:spcBef>
              <a:spcAft>
                <a:spcPts val="0"/>
              </a:spcAft>
              <a:buSzPts val="1900"/>
              <a:buNone/>
              <a:defRPr/>
            </a:lvl4pPr>
            <a:lvl5pPr lvl="4" rtl="0">
              <a:spcBef>
                <a:spcPts val="800"/>
              </a:spcBef>
              <a:spcAft>
                <a:spcPts val="0"/>
              </a:spcAft>
              <a:buSzPts val="1800"/>
              <a:buNone/>
              <a:defRPr/>
            </a:lvl5pPr>
            <a:lvl6pPr lvl="5" rtl="0">
              <a:spcBef>
                <a:spcPts val="600"/>
              </a:spcBef>
              <a:spcAft>
                <a:spcPts val="0"/>
              </a:spcAft>
              <a:buSzPts val="1800"/>
              <a:buNone/>
              <a:defRPr/>
            </a:lvl6pPr>
            <a:lvl7pPr lvl="6" rtl="0">
              <a:spcBef>
                <a:spcPts val="600"/>
              </a:spcBef>
              <a:spcAft>
                <a:spcPts val="0"/>
              </a:spcAft>
              <a:buSzPts val="1800"/>
              <a:buNone/>
              <a:defRPr/>
            </a:lvl7pPr>
            <a:lvl8pPr lvl="7" rtl="0">
              <a:spcBef>
                <a:spcPts val="400"/>
              </a:spcBef>
              <a:spcAft>
                <a:spcPts val="0"/>
              </a:spcAft>
              <a:buSzPts val="1800"/>
              <a:buNone/>
              <a:defRPr/>
            </a:lvl8pPr>
            <a:lvl9pPr lvl="8" rtl="0">
              <a:spcBef>
                <a:spcPts val="400"/>
              </a:spcBef>
              <a:spcAft>
                <a:spcPts val="200"/>
              </a:spcAft>
              <a:buSzPts val="1800"/>
              <a:buNone/>
              <a:defRPr/>
            </a:lvl9pPr>
          </a:lstStyle>
          <a:p/>
        </p:txBody>
      </p:sp>
      <p:sp>
        <p:nvSpPr>
          <p:cNvPr id="483" name="Google Shape;483;p37"/>
          <p:cNvSpPr txBox="1"/>
          <p:nvPr>
            <p:ph idx="3" type="subTitle"/>
          </p:nvPr>
        </p:nvSpPr>
        <p:spPr>
          <a:xfrm>
            <a:off x="1034425" y="2489447"/>
            <a:ext cx="7506600" cy="389100"/>
          </a:xfrm>
          <a:prstGeom prst="rect">
            <a:avLst/>
          </a:prstGeom>
        </p:spPr>
        <p:txBody>
          <a:bodyPr anchorCtr="0" anchor="t" bIns="0" lIns="0" spcFirstLastPara="1" rIns="0" wrap="square" tIns="0">
            <a:noAutofit/>
          </a:bodyPr>
          <a:lstStyle>
            <a:lvl1pPr lvl="0" rtl="0">
              <a:spcBef>
                <a:spcPts val="0"/>
              </a:spcBef>
              <a:spcAft>
                <a:spcPts val="0"/>
              </a:spcAft>
              <a:buSzPts val="2200"/>
              <a:buFont typeface="Lexend"/>
              <a:buNone/>
              <a:defRPr sz="2200">
                <a:latin typeface="Lexend"/>
                <a:ea typeface="Lexend"/>
                <a:cs typeface="Lexend"/>
                <a:sym typeface="Lexend"/>
              </a:defRPr>
            </a:lvl1pPr>
            <a:lvl2pPr lvl="1" rtl="0">
              <a:spcBef>
                <a:spcPts val="1000"/>
              </a:spcBef>
              <a:spcAft>
                <a:spcPts val="0"/>
              </a:spcAft>
              <a:buSzPts val="2100"/>
              <a:buNone/>
              <a:defRPr/>
            </a:lvl2pPr>
            <a:lvl3pPr lvl="2" rtl="0">
              <a:spcBef>
                <a:spcPts val="1000"/>
              </a:spcBef>
              <a:spcAft>
                <a:spcPts val="0"/>
              </a:spcAft>
              <a:buSzPts val="2000"/>
              <a:buNone/>
              <a:defRPr/>
            </a:lvl3pPr>
            <a:lvl4pPr lvl="3" rtl="0">
              <a:spcBef>
                <a:spcPts val="800"/>
              </a:spcBef>
              <a:spcAft>
                <a:spcPts val="0"/>
              </a:spcAft>
              <a:buSzPts val="1900"/>
              <a:buNone/>
              <a:defRPr/>
            </a:lvl4pPr>
            <a:lvl5pPr lvl="4" rtl="0">
              <a:spcBef>
                <a:spcPts val="800"/>
              </a:spcBef>
              <a:spcAft>
                <a:spcPts val="0"/>
              </a:spcAft>
              <a:buSzPts val="1800"/>
              <a:buNone/>
              <a:defRPr/>
            </a:lvl5pPr>
            <a:lvl6pPr lvl="5" rtl="0">
              <a:spcBef>
                <a:spcPts val="600"/>
              </a:spcBef>
              <a:spcAft>
                <a:spcPts val="0"/>
              </a:spcAft>
              <a:buSzPts val="1800"/>
              <a:buNone/>
              <a:defRPr/>
            </a:lvl6pPr>
            <a:lvl7pPr lvl="6" rtl="0">
              <a:spcBef>
                <a:spcPts val="600"/>
              </a:spcBef>
              <a:spcAft>
                <a:spcPts val="0"/>
              </a:spcAft>
              <a:buSzPts val="1800"/>
              <a:buNone/>
              <a:defRPr/>
            </a:lvl7pPr>
            <a:lvl8pPr lvl="7" rtl="0">
              <a:spcBef>
                <a:spcPts val="400"/>
              </a:spcBef>
              <a:spcAft>
                <a:spcPts val="0"/>
              </a:spcAft>
              <a:buSzPts val="1800"/>
              <a:buNone/>
              <a:defRPr/>
            </a:lvl8pPr>
            <a:lvl9pPr lvl="8" rtl="0">
              <a:spcBef>
                <a:spcPts val="400"/>
              </a:spcBef>
              <a:spcAft>
                <a:spcPts val="200"/>
              </a:spcAft>
              <a:buSzPts val="1800"/>
              <a:buNone/>
              <a:defRPr/>
            </a:lvl9pPr>
          </a:lstStyle>
          <a:p/>
        </p:txBody>
      </p:sp>
      <p:sp>
        <p:nvSpPr>
          <p:cNvPr id="484" name="Google Shape;484;p37"/>
          <p:cNvSpPr txBox="1"/>
          <p:nvPr>
            <p:ph idx="4" type="subTitle"/>
          </p:nvPr>
        </p:nvSpPr>
        <p:spPr>
          <a:xfrm>
            <a:off x="1034425" y="3309765"/>
            <a:ext cx="7464600" cy="324600"/>
          </a:xfrm>
          <a:prstGeom prst="rect">
            <a:avLst/>
          </a:prstGeom>
        </p:spPr>
        <p:txBody>
          <a:bodyPr anchorCtr="0" anchor="t" bIns="0" lIns="0" spcFirstLastPara="1" rIns="0" wrap="square" tIns="0">
            <a:noAutofit/>
          </a:bodyPr>
          <a:lstStyle>
            <a:lvl1pPr lvl="0" rtl="0">
              <a:spcBef>
                <a:spcPts val="0"/>
              </a:spcBef>
              <a:spcAft>
                <a:spcPts val="0"/>
              </a:spcAft>
              <a:buSzPts val="2200"/>
              <a:buFont typeface="Lexend"/>
              <a:buNone/>
              <a:defRPr sz="2200">
                <a:latin typeface="Lexend"/>
                <a:ea typeface="Lexend"/>
                <a:cs typeface="Lexend"/>
                <a:sym typeface="Lexend"/>
              </a:defRPr>
            </a:lvl1pPr>
            <a:lvl2pPr lvl="1" rtl="0">
              <a:spcBef>
                <a:spcPts val="1000"/>
              </a:spcBef>
              <a:spcAft>
                <a:spcPts val="0"/>
              </a:spcAft>
              <a:buSzPts val="2100"/>
              <a:buNone/>
              <a:defRPr/>
            </a:lvl2pPr>
            <a:lvl3pPr lvl="2" rtl="0">
              <a:spcBef>
                <a:spcPts val="1000"/>
              </a:spcBef>
              <a:spcAft>
                <a:spcPts val="0"/>
              </a:spcAft>
              <a:buSzPts val="2000"/>
              <a:buNone/>
              <a:defRPr/>
            </a:lvl3pPr>
            <a:lvl4pPr lvl="3" rtl="0">
              <a:spcBef>
                <a:spcPts val="800"/>
              </a:spcBef>
              <a:spcAft>
                <a:spcPts val="0"/>
              </a:spcAft>
              <a:buSzPts val="1900"/>
              <a:buNone/>
              <a:defRPr/>
            </a:lvl4pPr>
            <a:lvl5pPr lvl="4" rtl="0">
              <a:spcBef>
                <a:spcPts val="800"/>
              </a:spcBef>
              <a:spcAft>
                <a:spcPts val="0"/>
              </a:spcAft>
              <a:buSzPts val="1800"/>
              <a:buNone/>
              <a:defRPr/>
            </a:lvl5pPr>
            <a:lvl6pPr lvl="5" rtl="0">
              <a:spcBef>
                <a:spcPts val="600"/>
              </a:spcBef>
              <a:spcAft>
                <a:spcPts val="0"/>
              </a:spcAft>
              <a:buSzPts val="1800"/>
              <a:buNone/>
              <a:defRPr/>
            </a:lvl6pPr>
            <a:lvl7pPr lvl="6" rtl="0">
              <a:spcBef>
                <a:spcPts val="600"/>
              </a:spcBef>
              <a:spcAft>
                <a:spcPts val="0"/>
              </a:spcAft>
              <a:buSzPts val="1800"/>
              <a:buNone/>
              <a:defRPr/>
            </a:lvl7pPr>
            <a:lvl8pPr lvl="7" rtl="0">
              <a:spcBef>
                <a:spcPts val="400"/>
              </a:spcBef>
              <a:spcAft>
                <a:spcPts val="0"/>
              </a:spcAft>
              <a:buSzPts val="1800"/>
              <a:buNone/>
              <a:defRPr/>
            </a:lvl8pPr>
            <a:lvl9pPr lvl="8" rtl="0">
              <a:spcBef>
                <a:spcPts val="400"/>
              </a:spcBef>
              <a:spcAft>
                <a:spcPts val="200"/>
              </a:spcAft>
              <a:buSzPts val="1800"/>
              <a:buNone/>
              <a:defRPr/>
            </a:lvl9pPr>
          </a:lstStyle>
          <a:p/>
        </p:txBody>
      </p:sp>
      <p:sp>
        <p:nvSpPr>
          <p:cNvPr id="485" name="Google Shape;485;p37"/>
          <p:cNvSpPr txBox="1"/>
          <p:nvPr>
            <p:ph idx="5" type="subTitle"/>
          </p:nvPr>
        </p:nvSpPr>
        <p:spPr>
          <a:xfrm>
            <a:off x="1034425" y="4113837"/>
            <a:ext cx="7506600" cy="360300"/>
          </a:xfrm>
          <a:prstGeom prst="rect">
            <a:avLst/>
          </a:prstGeom>
        </p:spPr>
        <p:txBody>
          <a:bodyPr anchorCtr="0" anchor="t" bIns="0" lIns="0" spcFirstLastPara="1" rIns="0" wrap="square" tIns="0">
            <a:noAutofit/>
          </a:bodyPr>
          <a:lstStyle>
            <a:lvl1pPr lvl="0" rtl="0">
              <a:spcBef>
                <a:spcPts val="0"/>
              </a:spcBef>
              <a:spcAft>
                <a:spcPts val="0"/>
              </a:spcAft>
              <a:buSzPts val="2200"/>
              <a:buFont typeface="Lexend"/>
              <a:buNone/>
              <a:defRPr sz="2200">
                <a:latin typeface="Lexend"/>
                <a:ea typeface="Lexend"/>
                <a:cs typeface="Lexend"/>
                <a:sym typeface="Lexend"/>
              </a:defRPr>
            </a:lvl1pPr>
            <a:lvl2pPr lvl="1" rtl="0">
              <a:spcBef>
                <a:spcPts val="1000"/>
              </a:spcBef>
              <a:spcAft>
                <a:spcPts val="0"/>
              </a:spcAft>
              <a:buSzPts val="2100"/>
              <a:buNone/>
              <a:defRPr/>
            </a:lvl2pPr>
            <a:lvl3pPr lvl="2" rtl="0">
              <a:spcBef>
                <a:spcPts val="1000"/>
              </a:spcBef>
              <a:spcAft>
                <a:spcPts val="0"/>
              </a:spcAft>
              <a:buSzPts val="2000"/>
              <a:buNone/>
              <a:defRPr/>
            </a:lvl3pPr>
            <a:lvl4pPr lvl="3" rtl="0">
              <a:spcBef>
                <a:spcPts val="800"/>
              </a:spcBef>
              <a:spcAft>
                <a:spcPts val="0"/>
              </a:spcAft>
              <a:buSzPts val="1900"/>
              <a:buNone/>
              <a:defRPr/>
            </a:lvl4pPr>
            <a:lvl5pPr lvl="4" rtl="0">
              <a:spcBef>
                <a:spcPts val="800"/>
              </a:spcBef>
              <a:spcAft>
                <a:spcPts val="0"/>
              </a:spcAft>
              <a:buSzPts val="1800"/>
              <a:buNone/>
              <a:defRPr/>
            </a:lvl5pPr>
            <a:lvl6pPr lvl="5" rtl="0">
              <a:spcBef>
                <a:spcPts val="600"/>
              </a:spcBef>
              <a:spcAft>
                <a:spcPts val="0"/>
              </a:spcAft>
              <a:buSzPts val="1800"/>
              <a:buNone/>
              <a:defRPr/>
            </a:lvl6pPr>
            <a:lvl7pPr lvl="6" rtl="0">
              <a:spcBef>
                <a:spcPts val="600"/>
              </a:spcBef>
              <a:spcAft>
                <a:spcPts val="0"/>
              </a:spcAft>
              <a:buSzPts val="1800"/>
              <a:buNone/>
              <a:defRPr/>
            </a:lvl7pPr>
            <a:lvl8pPr lvl="7" rtl="0">
              <a:spcBef>
                <a:spcPts val="400"/>
              </a:spcBef>
              <a:spcAft>
                <a:spcPts val="0"/>
              </a:spcAft>
              <a:buSzPts val="1800"/>
              <a:buNone/>
              <a:defRPr/>
            </a:lvl8pPr>
            <a:lvl9pPr lvl="8" rtl="0">
              <a:spcBef>
                <a:spcPts val="400"/>
              </a:spcBef>
              <a:spcAft>
                <a:spcPts val="200"/>
              </a:spcAft>
              <a:buSzPts val="1800"/>
              <a:buNone/>
              <a:defRPr/>
            </a:lvl9pPr>
          </a:lstStyle>
          <a:p/>
        </p:txBody>
      </p:sp>
      <p:grpSp>
        <p:nvGrpSpPr>
          <p:cNvPr id="486" name="Google Shape;486;p37"/>
          <p:cNvGrpSpPr/>
          <p:nvPr/>
        </p:nvGrpSpPr>
        <p:grpSpPr>
          <a:xfrm>
            <a:off x="323653" y="1652038"/>
            <a:ext cx="457200" cy="457200"/>
            <a:chOff x="1020916" y="1442088"/>
            <a:chExt cx="457200" cy="457200"/>
          </a:xfrm>
        </p:grpSpPr>
        <p:pic>
          <p:nvPicPr>
            <p:cNvPr id="487" name="Google Shape;487;p37"/>
            <p:cNvPicPr preferRelativeResize="0"/>
            <p:nvPr/>
          </p:nvPicPr>
          <p:blipFill>
            <a:blip r:embed="rId4">
              <a:alphaModFix/>
            </a:blip>
            <a:stretch>
              <a:fillRect/>
            </a:stretch>
          </p:blipFill>
          <p:spPr>
            <a:xfrm>
              <a:off x="1020916" y="1442088"/>
              <a:ext cx="457200" cy="457200"/>
            </a:xfrm>
            <a:prstGeom prst="rect">
              <a:avLst/>
            </a:prstGeom>
            <a:noFill/>
            <a:ln>
              <a:noFill/>
            </a:ln>
          </p:spPr>
        </p:pic>
        <p:sp>
          <p:nvSpPr>
            <p:cNvPr id="488" name="Google Shape;488;p37"/>
            <p:cNvSpPr txBox="1"/>
            <p:nvPr/>
          </p:nvSpPr>
          <p:spPr>
            <a:xfrm>
              <a:off x="1045528" y="1526400"/>
              <a:ext cx="408000" cy="2772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GB" sz="1800">
                  <a:solidFill>
                    <a:srgbClr val="FFFFFF"/>
                  </a:solidFill>
                  <a:latin typeface="Lexend"/>
                  <a:ea typeface="Lexend"/>
                  <a:cs typeface="Lexend"/>
                  <a:sym typeface="Lexend"/>
                </a:rPr>
                <a:t>a</a:t>
              </a:r>
              <a:endParaRPr b="1" sz="1800">
                <a:solidFill>
                  <a:srgbClr val="FFFFFF"/>
                </a:solidFill>
                <a:latin typeface="Lexend"/>
                <a:ea typeface="Lexend"/>
                <a:cs typeface="Lexend"/>
                <a:sym typeface="Lexend"/>
              </a:endParaRPr>
            </a:p>
          </p:txBody>
        </p:sp>
      </p:grpSp>
      <p:grpSp>
        <p:nvGrpSpPr>
          <p:cNvPr id="489" name="Google Shape;489;p37"/>
          <p:cNvGrpSpPr/>
          <p:nvPr/>
        </p:nvGrpSpPr>
        <p:grpSpPr>
          <a:xfrm>
            <a:off x="323653" y="2461775"/>
            <a:ext cx="457200" cy="457200"/>
            <a:chOff x="1020916" y="1442088"/>
            <a:chExt cx="457200" cy="457200"/>
          </a:xfrm>
        </p:grpSpPr>
        <p:pic>
          <p:nvPicPr>
            <p:cNvPr id="490" name="Google Shape;490;p37"/>
            <p:cNvPicPr preferRelativeResize="0"/>
            <p:nvPr/>
          </p:nvPicPr>
          <p:blipFill>
            <a:blip r:embed="rId4">
              <a:alphaModFix/>
            </a:blip>
            <a:stretch>
              <a:fillRect/>
            </a:stretch>
          </p:blipFill>
          <p:spPr>
            <a:xfrm>
              <a:off x="1020916" y="1442088"/>
              <a:ext cx="457200" cy="457200"/>
            </a:xfrm>
            <a:prstGeom prst="rect">
              <a:avLst/>
            </a:prstGeom>
            <a:noFill/>
            <a:ln>
              <a:noFill/>
            </a:ln>
          </p:spPr>
        </p:pic>
        <p:sp>
          <p:nvSpPr>
            <p:cNvPr id="491" name="Google Shape;491;p37"/>
            <p:cNvSpPr txBox="1"/>
            <p:nvPr/>
          </p:nvSpPr>
          <p:spPr>
            <a:xfrm>
              <a:off x="1045528" y="1526400"/>
              <a:ext cx="408000" cy="2772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GB" sz="1800">
                  <a:solidFill>
                    <a:srgbClr val="FFFFFF"/>
                  </a:solidFill>
                  <a:latin typeface="Lexend"/>
                  <a:ea typeface="Lexend"/>
                  <a:cs typeface="Lexend"/>
                  <a:sym typeface="Lexend"/>
                </a:rPr>
                <a:t>b</a:t>
              </a:r>
              <a:endParaRPr b="1" sz="1800">
                <a:solidFill>
                  <a:srgbClr val="FFFFFF"/>
                </a:solidFill>
                <a:latin typeface="Lexend"/>
                <a:ea typeface="Lexend"/>
                <a:cs typeface="Lexend"/>
                <a:sym typeface="Lexend"/>
              </a:endParaRPr>
            </a:p>
          </p:txBody>
        </p:sp>
      </p:grpSp>
      <p:grpSp>
        <p:nvGrpSpPr>
          <p:cNvPr id="492" name="Google Shape;492;p37"/>
          <p:cNvGrpSpPr/>
          <p:nvPr/>
        </p:nvGrpSpPr>
        <p:grpSpPr>
          <a:xfrm>
            <a:off x="323641" y="3271838"/>
            <a:ext cx="457200" cy="457200"/>
            <a:chOff x="1020916" y="1442088"/>
            <a:chExt cx="457200" cy="457200"/>
          </a:xfrm>
        </p:grpSpPr>
        <p:pic>
          <p:nvPicPr>
            <p:cNvPr id="493" name="Google Shape;493;p37"/>
            <p:cNvPicPr preferRelativeResize="0"/>
            <p:nvPr/>
          </p:nvPicPr>
          <p:blipFill>
            <a:blip r:embed="rId4">
              <a:alphaModFix/>
            </a:blip>
            <a:stretch>
              <a:fillRect/>
            </a:stretch>
          </p:blipFill>
          <p:spPr>
            <a:xfrm>
              <a:off x="1020916" y="1442088"/>
              <a:ext cx="457200" cy="457200"/>
            </a:xfrm>
            <a:prstGeom prst="rect">
              <a:avLst/>
            </a:prstGeom>
            <a:noFill/>
            <a:ln>
              <a:noFill/>
            </a:ln>
          </p:spPr>
        </p:pic>
        <p:sp>
          <p:nvSpPr>
            <p:cNvPr id="494" name="Google Shape;494;p37"/>
            <p:cNvSpPr txBox="1"/>
            <p:nvPr/>
          </p:nvSpPr>
          <p:spPr>
            <a:xfrm>
              <a:off x="1045528" y="1526400"/>
              <a:ext cx="408000" cy="2772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GB" sz="1800">
                  <a:solidFill>
                    <a:srgbClr val="FFFFFF"/>
                  </a:solidFill>
                  <a:latin typeface="Lexend"/>
                  <a:ea typeface="Lexend"/>
                  <a:cs typeface="Lexend"/>
                  <a:sym typeface="Lexend"/>
                </a:rPr>
                <a:t>c</a:t>
              </a:r>
              <a:endParaRPr b="1" sz="1800">
                <a:solidFill>
                  <a:srgbClr val="FFFFFF"/>
                </a:solidFill>
                <a:latin typeface="Lexend"/>
                <a:ea typeface="Lexend"/>
                <a:cs typeface="Lexend"/>
                <a:sym typeface="Lexend"/>
              </a:endParaRPr>
            </a:p>
          </p:txBody>
        </p:sp>
      </p:grpSp>
      <p:grpSp>
        <p:nvGrpSpPr>
          <p:cNvPr id="495" name="Google Shape;495;p37"/>
          <p:cNvGrpSpPr/>
          <p:nvPr/>
        </p:nvGrpSpPr>
        <p:grpSpPr>
          <a:xfrm>
            <a:off x="323641" y="4081763"/>
            <a:ext cx="457200" cy="457200"/>
            <a:chOff x="1020916" y="1442088"/>
            <a:chExt cx="457200" cy="457200"/>
          </a:xfrm>
        </p:grpSpPr>
        <p:pic>
          <p:nvPicPr>
            <p:cNvPr id="496" name="Google Shape;496;p37"/>
            <p:cNvPicPr preferRelativeResize="0"/>
            <p:nvPr/>
          </p:nvPicPr>
          <p:blipFill>
            <a:blip r:embed="rId4">
              <a:alphaModFix/>
            </a:blip>
            <a:stretch>
              <a:fillRect/>
            </a:stretch>
          </p:blipFill>
          <p:spPr>
            <a:xfrm>
              <a:off x="1020916" y="1442088"/>
              <a:ext cx="457200" cy="457200"/>
            </a:xfrm>
            <a:prstGeom prst="rect">
              <a:avLst/>
            </a:prstGeom>
            <a:noFill/>
            <a:ln>
              <a:noFill/>
            </a:ln>
          </p:spPr>
        </p:pic>
        <p:sp>
          <p:nvSpPr>
            <p:cNvPr id="497" name="Google Shape;497;p37"/>
            <p:cNvSpPr txBox="1"/>
            <p:nvPr/>
          </p:nvSpPr>
          <p:spPr>
            <a:xfrm>
              <a:off x="1045528" y="1526400"/>
              <a:ext cx="408000" cy="2772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GB" sz="1800">
                  <a:solidFill>
                    <a:srgbClr val="FFFFFF"/>
                  </a:solidFill>
                  <a:latin typeface="Lexend"/>
                  <a:ea typeface="Lexend"/>
                  <a:cs typeface="Lexend"/>
                  <a:sym typeface="Lexend"/>
                </a:rPr>
                <a:t>d</a:t>
              </a:r>
              <a:endParaRPr b="1" sz="1800">
                <a:solidFill>
                  <a:srgbClr val="FFFFFF"/>
                </a:solidFill>
                <a:latin typeface="Lexend"/>
                <a:ea typeface="Lexend"/>
                <a:cs typeface="Lexend"/>
                <a:sym typeface="Lexend"/>
              </a:endParaRPr>
            </a:p>
          </p:txBody>
        </p:sp>
      </p:grpSp>
    </p:spTree>
  </p:cSld>
  <p:clrMapOvr>
    <a:masterClrMapping/>
  </p:clrMapOvr>
</p:sldLayout>
</file>

<file path=ppt/slideLayouts/slideLayout3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3.04 CfU 4 options - blue">
  <p:cSld name="TITLE_AND_TWO_COLUMNS_1_1_8_2">
    <p:bg>
      <p:bgPr>
        <a:solidFill>
          <a:srgbClr val="EBEDFE"/>
        </a:solidFill>
      </p:bgPr>
    </p:bg>
    <p:spTree>
      <p:nvGrpSpPr>
        <p:cNvPr id="498" name="Shape 498"/>
        <p:cNvGrpSpPr/>
        <p:nvPr/>
      </p:nvGrpSpPr>
      <p:grpSpPr>
        <a:xfrm>
          <a:off x="0" y="0"/>
          <a:ext cx="0" cy="0"/>
          <a:chOff x="0" y="0"/>
          <a:chExt cx="0" cy="0"/>
        </a:xfrm>
      </p:grpSpPr>
      <p:pic>
        <p:nvPicPr>
          <p:cNvPr id="499" name="Google Shape;499;p38"/>
          <p:cNvPicPr preferRelativeResize="0"/>
          <p:nvPr/>
        </p:nvPicPr>
        <p:blipFill rotWithShape="1">
          <a:blip r:embed="rId2">
            <a:alphaModFix/>
          </a:blip>
          <a:srcRect b="1672" l="0" r="0" t="1662"/>
          <a:stretch/>
        </p:blipFill>
        <p:spPr>
          <a:xfrm>
            <a:off x="0" y="532525"/>
            <a:ext cx="9151202" cy="116709"/>
          </a:xfrm>
          <a:prstGeom prst="rect">
            <a:avLst/>
          </a:prstGeom>
          <a:noFill/>
          <a:ln>
            <a:noFill/>
          </a:ln>
        </p:spPr>
      </p:pic>
      <p:sp>
        <p:nvSpPr>
          <p:cNvPr id="500" name="Google Shape;500;p38"/>
          <p:cNvSpPr/>
          <p:nvPr/>
        </p:nvSpPr>
        <p:spPr>
          <a:xfrm>
            <a:off x="-1" y="-2"/>
            <a:ext cx="9144300" cy="540300"/>
          </a:xfrm>
          <a:prstGeom prst="rect">
            <a:avLst/>
          </a:pr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01" name="Google Shape;501;p38"/>
          <p:cNvSpPr txBox="1"/>
          <p:nvPr>
            <p:ph type="title"/>
          </p:nvPr>
        </p:nvSpPr>
        <p:spPr>
          <a:xfrm>
            <a:off x="324000" y="809988"/>
            <a:ext cx="8179200" cy="489600"/>
          </a:xfrm>
          <a:prstGeom prst="rect">
            <a:avLst/>
          </a:prstGeom>
        </p:spPr>
        <p:txBody>
          <a:bodyPr anchorCtr="0" anchor="t" bIns="0" lIns="0" spcFirstLastPara="1" rIns="0" wrap="square" tIns="0">
            <a:noAutofit/>
          </a:bodyPr>
          <a:lstStyle>
            <a:lvl1pPr lvl="0" rtl="0">
              <a:spcBef>
                <a:spcPts val="0"/>
              </a:spcBef>
              <a:spcAft>
                <a:spcPts val="0"/>
              </a:spcAft>
              <a:buSzPts val="2200"/>
              <a:buFont typeface="Lexend"/>
              <a:buNone/>
              <a:defRPr b="0" sz="2200">
                <a:latin typeface="Lexend"/>
                <a:ea typeface="Lexend"/>
                <a:cs typeface="Lexend"/>
                <a:sym typeface="Lexend"/>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pic>
        <p:nvPicPr>
          <p:cNvPr id="502" name="Google Shape;502;p38"/>
          <p:cNvPicPr preferRelativeResize="0"/>
          <p:nvPr/>
        </p:nvPicPr>
        <p:blipFill rotWithShape="1">
          <a:blip r:embed="rId3">
            <a:alphaModFix/>
          </a:blip>
          <a:srcRect b="0" l="0" r="0" t="0"/>
          <a:stretch/>
        </p:blipFill>
        <p:spPr>
          <a:xfrm>
            <a:off x="8528585" y="-11474"/>
            <a:ext cx="499700" cy="499700"/>
          </a:xfrm>
          <a:prstGeom prst="rect">
            <a:avLst/>
          </a:prstGeom>
          <a:noFill/>
          <a:ln>
            <a:noFill/>
          </a:ln>
        </p:spPr>
      </p:pic>
      <p:sp>
        <p:nvSpPr>
          <p:cNvPr id="503" name="Google Shape;503;p38"/>
          <p:cNvSpPr txBox="1"/>
          <p:nvPr/>
        </p:nvSpPr>
        <p:spPr>
          <a:xfrm>
            <a:off x="8476560" y="438750"/>
            <a:ext cx="603900" cy="138600"/>
          </a:xfrm>
          <a:prstGeom prst="rect">
            <a:avLst/>
          </a:prstGeom>
          <a:noFill/>
          <a:ln>
            <a:noFill/>
          </a:ln>
        </p:spPr>
        <p:txBody>
          <a:bodyPr anchorCtr="0" anchor="t" bIns="0" lIns="0" spcFirstLastPara="1" rIns="0" wrap="square" tIns="0">
            <a:spAutoFit/>
          </a:bodyPr>
          <a:lstStyle/>
          <a:p>
            <a:pPr indent="0" lvl="0" marL="0" rtl="0" algn="ctr">
              <a:spcBef>
                <a:spcPts val="0"/>
              </a:spcBef>
              <a:spcAft>
                <a:spcPts val="0"/>
              </a:spcAft>
              <a:buNone/>
            </a:pPr>
            <a:r>
              <a:rPr b="1" lang="en-GB" sz="900">
                <a:solidFill>
                  <a:srgbClr val="E6F2F2"/>
                </a:solidFill>
                <a:latin typeface="Lexend"/>
                <a:ea typeface="Lexend"/>
                <a:cs typeface="Lexend"/>
                <a:sym typeface="Lexend"/>
              </a:rPr>
              <a:t>Check</a:t>
            </a:r>
            <a:endParaRPr b="1" sz="900">
              <a:solidFill>
                <a:srgbClr val="E6F2F2"/>
              </a:solidFill>
              <a:latin typeface="Lexend"/>
              <a:ea typeface="Lexend"/>
              <a:cs typeface="Lexend"/>
              <a:sym typeface="Lexend"/>
            </a:endParaRPr>
          </a:p>
        </p:txBody>
      </p:sp>
      <p:sp>
        <p:nvSpPr>
          <p:cNvPr id="504" name="Google Shape;504;p38"/>
          <p:cNvSpPr txBox="1"/>
          <p:nvPr>
            <p:ph idx="2" type="title"/>
          </p:nvPr>
        </p:nvSpPr>
        <p:spPr>
          <a:xfrm>
            <a:off x="324000" y="0"/>
            <a:ext cx="7885200" cy="613500"/>
          </a:xfrm>
          <a:prstGeom prst="rect">
            <a:avLst/>
          </a:prstGeom>
        </p:spPr>
        <p:txBody>
          <a:bodyPr anchorCtr="0" anchor="ctr" bIns="0" lIns="0" spcFirstLastPara="1" rIns="0" wrap="square" tIns="0">
            <a:noAutofit/>
          </a:bodyPr>
          <a:lstStyle>
            <a:lvl1pPr lvl="0" rtl="0">
              <a:lnSpc>
                <a:spcPct val="100000"/>
              </a:lnSpc>
              <a:spcBef>
                <a:spcPts val="0"/>
              </a:spcBef>
              <a:spcAft>
                <a:spcPts val="0"/>
              </a:spcAft>
              <a:buClr>
                <a:schemeClr val="lt1"/>
              </a:buClr>
              <a:buSzPts val="2000"/>
              <a:buFont typeface="Lexend"/>
              <a:buNone/>
              <a:defRPr sz="2000">
                <a:solidFill>
                  <a:schemeClr val="lt1"/>
                </a:solidFill>
                <a:latin typeface="Lexend"/>
                <a:ea typeface="Lexend"/>
                <a:cs typeface="Lexend"/>
                <a:sym typeface="Lexend"/>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
        <p:nvSpPr>
          <p:cNvPr id="505" name="Google Shape;505;p38"/>
          <p:cNvSpPr txBox="1"/>
          <p:nvPr>
            <p:ph idx="1" type="subTitle"/>
          </p:nvPr>
        </p:nvSpPr>
        <p:spPr>
          <a:xfrm>
            <a:off x="1034425" y="1685375"/>
            <a:ext cx="7506600" cy="324600"/>
          </a:xfrm>
          <a:prstGeom prst="rect">
            <a:avLst/>
          </a:prstGeom>
        </p:spPr>
        <p:txBody>
          <a:bodyPr anchorCtr="0" anchor="t" bIns="0" lIns="0" spcFirstLastPara="1" rIns="0" wrap="square" tIns="0">
            <a:noAutofit/>
          </a:bodyPr>
          <a:lstStyle>
            <a:lvl1pPr lvl="0" rtl="0">
              <a:spcBef>
                <a:spcPts val="0"/>
              </a:spcBef>
              <a:spcAft>
                <a:spcPts val="0"/>
              </a:spcAft>
              <a:buSzPts val="2200"/>
              <a:buFont typeface="Lexend"/>
              <a:buNone/>
              <a:defRPr sz="2200">
                <a:latin typeface="Lexend"/>
                <a:ea typeface="Lexend"/>
                <a:cs typeface="Lexend"/>
                <a:sym typeface="Lexend"/>
              </a:defRPr>
            </a:lvl1pPr>
            <a:lvl2pPr lvl="1" rtl="0">
              <a:spcBef>
                <a:spcPts val="1000"/>
              </a:spcBef>
              <a:spcAft>
                <a:spcPts val="0"/>
              </a:spcAft>
              <a:buSzPts val="2100"/>
              <a:buNone/>
              <a:defRPr/>
            </a:lvl2pPr>
            <a:lvl3pPr lvl="2" rtl="0">
              <a:spcBef>
                <a:spcPts val="1000"/>
              </a:spcBef>
              <a:spcAft>
                <a:spcPts val="0"/>
              </a:spcAft>
              <a:buSzPts val="2000"/>
              <a:buNone/>
              <a:defRPr/>
            </a:lvl3pPr>
            <a:lvl4pPr lvl="3" rtl="0">
              <a:spcBef>
                <a:spcPts val="800"/>
              </a:spcBef>
              <a:spcAft>
                <a:spcPts val="0"/>
              </a:spcAft>
              <a:buSzPts val="1900"/>
              <a:buNone/>
              <a:defRPr/>
            </a:lvl4pPr>
            <a:lvl5pPr lvl="4" rtl="0">
              <a:spcBef>
                <a:spcPts val="800"/>
              </a:spcBef>
              <a:spcAft>
                <a:spcPts val="0"/>
              </a:spcAft>
              <a:buSzPts val="1800"/>
              <a:buNone/>
              <a:defRPr/>
            </a:lvl5pPr>
            <a:lvl6pPr lvl="5" rtl="0">
              <a:spcBef>
                <a:spcPts val="600"/>
              </a:spcBef>
              <a:spcAft>
                <a:spcPts val="0"/>
              </a:spcAft>
              <a:buSzPts val="1800"/>
              <a:buNone/>
              <a:defRPr/>
            </a:lvl6pPr>
            <a:lvl7pPr lvl="6" rtl="0">
              <a:spcBef>
                <a:spcPts val="600"/>
              </a:spcBef>
              <a:spcAft>
                <a:spcPts val="0"/>
              </a:spcAft>
              <a:buSzPts val="1800"/>
              <a:buNone/>
              <a:defRPr/>
            </a:lvl7pPr>
            <a:lvl8pPr lvl="7" rtl="0">
              <a:spcBef>
                <a:spcPts val="400"/>
              </a:spcBef>
              <a:spcAft>
                <a:spcPts val="0"/>
              </a:spcAft>
              <a:buSzPts val="1800"/>
              <a:buNone/>
              <a:defRPr/>
            </a:lvl8pPr>
            <a:lvl9pPr lvl="8" rtl="0">
              <a:spcBef>
                <a:spcPts val="400"/>
              </a:spcBef>
              <a:spcAft>
                <a:spcPts val="200"/>
              </a:spcAft>
              <a:buSzPts val="1800"/>
              <a:buNone/>
              <a:defRPr/>
            </a:lvl9pPr>
          </a:lstStyle>
          <a:p/>
        </p:txBody>
      </p:sp>
      <p:sp>
        <p:nvSpPr>
          <p:cNvPr id="506" name="Google Shape;506;p38"/>
          <p:cNvSpPr txBox="1"/>
          <p:nvPr>
            <p:ph idx="3" type="subTitle"/>
          </p:nvPr>
        </p:nvSpPr>
        <p:spPr>
          <a:xfrm>
            <a:off x="1034425" y="2489447"/>
            <a:ext cx="7506600" cy="389100"/>
          </a:xfrm>
          <a:prstGeom prst="rect">
            <a:avLst/>
          </a:prstGeom>
        </p:spPr>
        <p:txBody>
          <a:bodyPr anchorCtr="0" anchor="t" bIns="0" lIns="0" spcFirstLastPara="1" rIns="0" wrap="square" tIns="0">
            <a:noAutofit/>
          </a:bodyPr>
          <a:lstStyle>
            <a:lvl1pPr lvl="0" rtl="0">
              <a:spcBef>
                <a:spcPts val="0"/>
              </a:spcBef>
              <a:spcAft>
                <a:spcPts val="0"/>
              </a:spcAft>
              <a:buSzPts val="2200"/>
              <a:buFont typeface="Lexend"/>
              <a:buNone/>
              <a:defRPr sz="2200">
                <a:latin typeface="Lexend"/>
                <a:ea typeface="Lexend"/>
                <a:cs typeface="Lexend"/>
                <a:sym typeface="Lexend"/>
              </a:defRPr>
            </a:lvl1pPr>
            <a:lvl2pPr lvl="1" rtl="0">
              <a:spcBef>
                <a:spcPts val="1000"/>
              </a:spcBef>
              <a:spcAft>
                <a:spcPts val="0"/>
              </a:spcAft>
              <a:buSzPts val="2100"/>
              <a:buNone/>
              <a:defRPr/>
            </a:lvl2pPr>
            <a:lvl3pPr lvl="2" rtl="0">
              <a:spcBef>
                <a:spcPts val="1000"/>
              </a:spcBef>
              <a:spcAft>
                <a:spcPts val="0"/>
              </a:spcAft>
              <a:buSzPts val="2000"/>
              <a:buNone/>
              <a:defRPr/>
            </a:lvl3pPr>
            <a:lvl4pPr lvl="3" rtl="0">
              <a:spcBef>
                <a:spcPts val="800"/>
              </a:spcBef>
              <a:spcAft>
                <a:spcPts val="0"/>
              </a:spcAft>
              <a:buSzPts val="1900"/>
              <a:buNone/>
              <a:defRPr/>
            </a:lvl4pPr>
            <a:lvl5pPr lvl="4" rtl="0">
              <a:spcBef>
                <a:spcPts val="800"/>
              </a:spcBef>
              <a:spcAft>
                <a:spcPts val="0"/>
              </a:spcAft>
              <a:buSzPts val="1800"/>
              <a:buNone/>
              <a:defRPr/>
            </a:lvl5pPr>
            <a:lvl6pPr lvl="5" rtl="0">
              <a:spcBef>
                <a:spcPts val="600"/>
              </a:spcBef>
              <a:spcAft>
                <a:spcPts val="0"/>
              </a:spcAft>
              <a:buSzPts val="1800"/>
              <a:buNone/>
              <a:defRPr/>
            </a:lvl6pPr>
            <a:lvl7pPr lvl="6" rtl="0">
              <a:spcBef>
                <a:spcPts val="600"/>
              </a:spcBef>
              <a:spcAft>
                <a:spcPts val="0"/>
              </a:spcAft>
              <a:buSzPts val="1800"/>
              <a:buNone/>
              <a:defRPr/>
            </a:lvl7pPr>
            <a:lvl8pPr lvl="7" rtl="0">
              <a:spcBef>
                <a:spcPts val="400"/>
              </a:spcBef>
              <a:spcAft>
                <a:spcPts val="0"/>
              </a:spcAft>
              <a:buSzPts val="1800"/>
              <a:buNone/>
              <a:defRPr/>
            </a:lvl8pPr>
            <a:lvl9pPr lvl="8" rtl="0">
              <a:spcBef>
                <a:spcPts val="400"/>
              </a:spcBef>
              <a:spcAft>
                <a:spcPts val="200"/>
              </a:spcAft>
              <a:buSzPts val="1800"/>
              <a:buNone/>
              <a:defRPr/>
            </a:lvl9pPr>
          </a:lstStyle>
          <a:p/>
        </p:txBody>
      </p:sp>
      <p:sp>
        <p:nvSpPr>
          <p:cNvPr id="507" name="Google Shape;507;p38"/>
          <p:cNvSpPr txBox="1"/>
          <p:nvPr>
            <p:ph idx="4" type="subTitle"/>
          </p:nvPr>
        </p:nvSpPr>
        <p:spPr>
          <a:xfrm>
            <a:off x="1034425" y="3309765"/>
            <a:ext cx="7464600" cy="324600"/>
          </a:xfrm>
          <a:prstGeom prst="rect">
            <a:avLst/>
          </a:prstGeom>
        </p:spPr>
        <p:txBody>
          <a:bodyPr anchorCtr="0" anchor="t" bIns="0" lIns="0" spcFirstLastPara="1" rIns="0" wrap="square" tIns="0">
            <a:noAutofit/>
          </a:bodyPr>
          <a:lstStyle>
            <a:lvl1pPr lvl="0" rtl="0">
              <a:spcBef>
                <a:spcPts val="0"/>
              </a:spcBef>
              <a:spcAft>
                <a:spcPts val="0"/>
              </a:spcAft>
              <a:buSzPts val="2200"/>
              <a:buFont typeface="Lexend"/>
              <a:buNone/>
              <a:defRPr sz="2200">
                <a:latin typeface="Lexend"/>
                <a:ea typeface="Lexend"/>
                <a:cs typeface="Lexend"/>
                <a:sym typeface="Lexend"/>
              </a:defRPr>
            </a:lvl1pPr>
            <a:lvl2pPr lvl="1" rtl="0">
              <a:spcBef>
                <a:spcPts val="1000"/>
              </a:spcBef>
              <a:spcAft>
                <a:spcPts val="0"/>
              </a:spcAft>
              <a:buSzPts val="2100"/>
              <a:buNone/>
              <a:defRPr/>
            </a:lvl2pPr>
            <a:lvl3pPr lvl="2" rtl="0">
              <a:spcBef>
                <a:spcPts val="1000"/>
              </a:spcBef>
              <a:spcAft>
                <a:spcPts val="0"/>
              </a:spcAft>
              <a:buSzPts val="2000"/>
              <a:buNone/>
              <a:defRPr/>
            </a:lvl3pPr>
            <a:lvl4pPr lvl="3" rtl="0">
              <a:spcBef>
                <a:spcPts val="800"/>
              </a:spcBef>
              <a:spcAft>
                <a:spcPts val="0"/>
              </a:spcAft>
              <a:buSzPts val="1900"/>
              <a:buNone/>
              <a:defRPr/>
            </a:lvl4pPr>
            <a:lvl5pPr lvl="4" rtl="0">
              <a:spcBef>
                <a:spcPts val="800"/>
              </a:spcBef>
              <a:spcAft>
                <a:spcPts val="0"/>
              </a:spcAft>
              <a:buSzPts val="1800"/>
              <a:buNone/>
              <a:defRPr/>
            </a:lvl5pPr>
            <a:lvl6pPr lvl="5" rtl="0">
              <a:spcBef>
                <a:spcPts val="600"/>
              </a:spcBef>
              <a:spcAft>
                <a:spcPts val="0"/>
              </a:spcAft>
              <a:buSzPts val="1800"/>
              <a:buNone/>
              <a:defRPr/>
            </a:lvl6pPr>
            <a:lvl7pPr lvl="6" rtl="0">
              <a:spcBef>
                <a:spcPts val="600"/>
              </a:spcBef>
              <a:spcAft>
                <a:spcPts val="0"/>
              </a:spcAft>
              <a:buSzPts val="1800"/>
              <a:buNone/>
              <a:defRPr/>
            </a:lvl7pPr>
            <a:lvl8pPr lvl="7" rtl="0">
              <a:spcBef>
                <a:spcPts val="400"/>
              </a:spcBef>
              <a:spcAft>
                <a:spcPts val="0"/>
              </a:spcAft>
              <a:buSzPts val="1800"/>
              <a:buNone/>
              <a:defRPr/>
            </a:lvl8pPr>
            <a:lvl9pPr lvl="8" rtl="0">
              <a:spcBef>
                <a:spcPts val="400"/>
              </a:spcBef>
              <a:spcAft>
                <a:spcPts val="200"/>
              </a:spcAft>
              <a:buSzPts val="1800"/>
              <a:buNone/>
              <a:defRPr/>
            </a:lvl9pPr>
          </a:lstStyle>
          <a:p/>
        </p:txBody>
      </p:sp>
      <p:sp>
        <p:nvSpPr>
          <p:cNvPr id="508" name="Google Shape;508;p38"/>
          <p:cNvSpPr txBox="1"/>
          <p:nvPr>
            <p:ph idx="5" type="subTitle"/>
          </p:nvPr>
        </p:nvSpPr>
        <p:spPr>
          <a:xfrm>
            <a:off x="1034425" y="4113837"/>
            <a:ext cx="7506600" cy="360300"/>
          </a:xfrm>
          <a:prstGeom prst="rect">
            <a:avLst/>
          </a:prstGeom>
        </p:spPr>
        <p:txBody>
          <a:bodyPr anchorCtr="0" anchor="t" bIns="0" lIns="0" spcFirstLastPara="1" rIns="0" wrap="square" tIns="0">
            <a:noAutofit/>
          </a:bodyPr>
          <a:lstStyle>
            <a:lvl1pPr lvl="0" rtl="0">
              <a:spcBef>
                <a:spcPts val="0"/>
              </a:spcBef>
              <a:spcAft>
                <a:spcPts val="0"/>
              </a:spcAft>
              <a:buSzPts val="2200"/>
              <a:buFont typeface="Lexend"/>
              <a:buNone/>
              <a:defRPr sz="2200">
                <a:latin typeface="Lexend"/>
                <a:ea typeface="Lexend"/>
                <a:cs typeface="Lexend"/>
                <a:sym typeface="Lexend"/>
              </a:defRPr>
            </a:lvl1pPr>
            <a:lvl2pPr lvl="1" rtl="0">
              <a:spcBef>
                <a:spcPts val="1000"/>
              </a:spcBef>
              <a:spcAft>
                <a:spcPts val="0"/>
              </a:spcAft>
              <a:buSzPts val="2100"/>
              <a:buNone/>
              <a:defRPr/>
            </a:lvl2pPr>
            <a:lvl3pPr lvl="2" rtl="0">
              <a:spcBef>
                <a:spcPts val="1000"/>
              </a:spcBef>
              <a:spcAft>
                <a:spcPts val="0"/>
              </a:spcAft>
              <a:buSzPts val="2000"/>
              <a:buNone/>
              <a:defRPr/>
            </a:lvl3pPr>
            <a:lvl4pPr lvl="3" rtl="0">
              <a:spcBef>
                <a:spcPts val="800"/>
              </a:spcBef>
              <a:spcAft>
                <a:spcPts val="0"/>
              </a:spcAft>
              <a:buSzPts val="1900"/>
              <a:buNone/>
              <a:defRPr/>
            </a:lvl4pPr>
            <a:lvl5pPr lvl="4" rtl="0">
              <a:spcBef>
                <a:spcPts val="800"/>
              </a:spcBef>
              <a:spcAft>
                <a:spcPts val="0"/>
              </a:spcAft>
              <a:buSzPts val="1800"/>
              <a:buNone/>
              <a:defRPr/>
            </a:lvl5pPr>
            <a:lvl6pPr lvl="5" rtl="0">
              <a:spcBef>
                <a:spcPts val="600"/>
              </a:spcBef>
              <a:spcAft>
                <a:spcPts val="0"/>
              </a:spcAft>
              <a:buSzPts val="1800"/>
              <a:buNone/>
              <a:defRPr/>
            </a:lvl6pPr>
            <a:lvl7pPr lvl="6" rtl="0">
              <a:spcBef>
                <a:spcPts val="600"/>
              </a:spcBef>
              <a:spcAft>
                <a:spcPts val="0"/>
              </a:spcAft>
              <a:buSzPts val="1800"/>
              <a:buNone/>
              <a:defRPr/>
            </a:lvl7pPr>
            <a:lvl8pPr lvl="7" rtl="0">
              <a:spcBef>
                <a:spcPts val="400"/>
              </a:spcBef>
              <a:spcAft>
                <a:spcPts val="0"/>
              </a:spcAft>
              <a:buSzPts val="1800"/>
              <a:buNone/>
              <a:defRPr/>
            </a:lvl8pPr>
            <a:lvl9pPr lvl="8" rtl="0">
              <a:spcBef>
                <a:spcPts val="400"/>
              </a:spcBef>
              <a:spcAft>
                <a:spcPts val="200"/>
              </a:spcAft>
              <a:buSzPts val="1800"/>
              <a:buNone/>
              <a:defRPr/>
            </a:lvl9pPr>
          </a:lstStyle>
          <a:p/>
        </p:txBody>
      </p:sp>
      <p:grpSp>
        <p:nvGrpSpPr>
          <p:cNvPr id="509" name="Google Shape;509;p38"/>
          <p:cNvGrpSpPr/>
          <p:nvPr/>
        </p:nvGrpSpPr>
        <p:grpSpPr>
          <a:xfrm>
            <a:off x="323653" y="1652038"/>
            <a:ext cx="457200" cy="457200"/>
            <a:chOff x="1020916" y="1442088"/>
            <a:chExt cx="457200" cy="457200"/>
          </a:xfrm>
        </p:grpSpPr>
        <p:pic>
          <p:nvPicPr>
            <p:cNvPr id="510" name="Google Shape;510;p38"/>
            <p:cNvPicPr preferRelativeResize="0"/>
            <p:nvPr/>
          </p:nvPicPr>
          <p:blipFill>
            <a:blip r:embed="rId4">
              <a:alphaModFix/>
            </a:blip>
            <a:stretch>
              <a:fillRect/>
            </a:stretch>
          </p:blipFill>
          <p:spPr>
            <a:xfrm>
              <a:off x="1020916" y="1442088"/>
              <a:ext cx="457200" cy="457200"/>
            </a:xfrm>
            <a:prstGeom prst="rect">
              <a:avLst/>
            </a:prstGeom>
            <a:noFill/>
            <a:ln>
              <a:noFill/>
            </a:ln>
          </p:spPr>
        </p:pic>
        <p:sp>
          <p:nvSpPr>
            <p:cNvPr id="511" name="Google Shape;511;p38"/>
            <p:cNvSpPr txBox="1"/>
            <p:nvPr/>
          </p:nvSpPr>
          <p:spPr>
            <a:xfrm>
              <a:off x="1045528" y="1526400"/>
              <a:ext cx="408000" cy="2772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GB" sz="1800">
                  <a:solidFill>
                    <a:srgbClr val="FFFFFF"/>
                  </a:solidFill>
                  <a:latin typeface="Lexend"/>
                  <a:ea typeface="Lexend"/>
                  <a:cs typeface="Lexend"/>
                  <a:sym typeface="Lexend"/>
                </a:rPr>
                <a:t>a</a:t>
              </a:r>
              <a:endParaRPr b="1" sz="1800">
                <a:solidFill>
                  <a:srgbClr val="FFFFFF"/>
                </a:solidFill>
                <a:latin typeface="Lexend"/>
                <a:ea typeface="Lexend"/>
                <a:cs typeface="Lexend"/>
                <a:sym typeface="Lexend"/>
              </a:endParaRPr>
            </a:p>
          </p:txBody>
        </p:sp>
      </p:grpSp>
      <p:grpSp>
        <p:nvGrpSpPr>
          <p:cNvPr id="512" name="Google Shape;512;p38"/>
          <p:cNvGrpSpPr/>
          <p:nvPr/>
        </p:nvGrpSpPr>
        <p:grpSpPr>
          <a:xfrm>
            <a:off x="323653" y="2461775"/>
            <a:ext cx="457200" cy="457200"/>
            <a:chOff x="1020916" y="1442088"/>
            <a:chExt cx="457200" cy="457200"/>
          </a:xfrm>
        </p:grpSpPr>
        <p:pic>
          <p:nvPicPr>
            <p:cNvPr id="513" name="Google Shape;513;p38"/>
            <p:cNvPicPr preferRelativeResize="0"/>
            <p:nvPr/>
          </p:nvPicPr>
          <p:blipFill>
            <a:blip r:embed="rId4">
              <a:alphaModFix/>
            </a:blip>
            <a:stretch>
              <a:fillRect/>
            </a:stretch>
          </p:blipFill>
          <p:spPr>
            <a:xfrm>
              <a:off x="1020916" y="1442088"/>
              <a:ext cx="457200" cy="457200"/>
            </a:xfrm>
            <a:prstGeom prst="rect">
              <a:avLst/>
            </a:prstGeom>
            <a:noFill/>
            <a:ln>
              <a:noFill/>
            </a:ln>
          </p:spPr>
        </p:pic>
        <p:sp>
          <p:nvSpPr>
            <p:cNvPr id="514" name="Google Shape;514;p38"/>
            <p:cNvSpPr txBox="1"/>
            <p:nvPr/>
          </p:nvSpPr>
          <p:spPr>
            <a:xfrm>
              <a:off x="1045528" y="1526400"/>
              <a:ext cx="408000" cy="2772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GB" sz="1800">
                  <a:solidFill>
                    <a:srgbClr val="FFFFFF"/>
                  </a:solidFill>
                  <a:latin typeface="Lexend"/>
                  <a:ea typeface="Lexend"/>
                  <a:cs typeface="Lexend"/>
                  <a:sym typeface="Lexend"/>
                </a:rPr>
                <a:t>b</a:t>
              </a:r>
              <a:endParaRPr b="1" sz="1800">
                <a:solidFill>
                  <a:srgbClr val="FFFFFF"/>
                </a:solidFill>
                <a:latin typeface="Lexend"/>
                <a:ea typeface="Lexend"/>
                <a:cs typeface="Lexend"/>
                <a:sym typeface="Lexend"/>
              </a:endParaRPr>
            </a:p>
          </p:txBody>
        </p:sp>
      </p:grpSp>
      <p:grpSp>
        <p:nvGrpSpPr>
          <p:cNvPr id="515" name="Google Shape;515;p38"/>
          <p:cNvGrpSpPr/>
          <p:nvPr/>
        </p:nvGrpSpPr>
        <p:grpSpPr>
          <a:xfrm>
            <a:off x="323641" y="3271838"/>
            <a:ext cx="457200" cy="457200"/>
            <a:chOff x="1020916" y="1442088"/>
            <a:chExt cx="457200" cy="457200"/>
          </a:xfrm>
        </p:grpSpPr>
        <p:pic>
          <p:nvPicPr>
            <p:cNvPr id="516" name="Google Shape;516;p38"/>
            <p:cNvPicPr preferRelativeResize="0"/>
            <p:nvPr/>
          </p:nvPicPr>
          <p:blipFill>
            <a:blip r:embed="rId4">
              <a:alphaModFix/>
            </a:blip>
            <a:stretch>
              <a:fillRect/>
            </a:stretch>
          </p:blipFill>
          <p:spPr>
            <a:xfrm>
              <a:off x="1020916" y="1442088"/>
              <a:ext cx="457200" cy="457200"/>
            </a:xfrm>
            <a:prstGeom prst="rect">
              <a:avLst/>
            </a:prstGeom>
            <a:noFill/>
            <a:ln>
              <a:noFill/>
            </a:ln>
          </p:spPr>
        </p:pic>
        <p:sp>
          <p:nvSpPr>
            <p:cNvPr id="517" name="Google Shape;517;p38"/>
            <p:cNvSpPr txBox="1"/>
            <p:nvPr/>
          </p:nvSpPr>
          <p:spPr>
            <a:xfrm>
              <a:off x="1045528" y="1526400"/>
              <a:ext cx="408000" cy="2772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GB" sz="1800">
                  <a:solidFill>
                    <a:srgbClr val="FFFFFF"/>
                  </a:solidFill>
                  <a:latin typeface="Lexend"/>
                  <a:ea typeface="Lexend"/>
                  <a:cs typeface="Lexend"/>
                  <a:sym typeface="Lexend"/>
                </a:rPr>
                <a:t>c</a:t>
              </a:r>
              <a:endParaRPr b="1" sz="1800">
                <a:solidFill>
                  <a:srgbClr val="FFFFFF"/>
                </a:solidFill>
                <a:latin typeface="Lexend"/>
                <a:ea typeface="Lexend"/>
                <a:cs typeface="Lexend"/>
                <a:sym typeface="Lexend"/>
              </a:endParaRPr>
            </a:p>
          </p:txBody>
        </p:sp>
      </p:grpSp>
      <p:grpSp>
        <p:nvGrpSpPr>
          <p:cNvPr id="518" name="Google Shape;518;p38"/>
          <p:cNvGrpSpPr/>
          <p:nvPr/>
        </p:nvGrpSpPr>
        <p:grpSpPr>
          <a:xfrm>
            <a:off x="323641" y="4081763"/>
            <a:ext cx="457200" cy="457200"/>
            <a:chOff x="1020916" y="1442088"/>
            <a:chExt cx="457200" cy="457200"/>
          </a:xfrm>
        </p:grpSpPr>
        <p:pic>
          <p:nvPicPr>
            <p:cNvPr id="519" name="Google Shape;519;p38"/>
            <p:cNvPicPr preferRelativeResize="0"/>
            <p:nvPr/>
          </p:nvPicPr>
          <p:blipFill>
            <a:blip r:embed="rId4">
              <a:alphaModFix/>
            </a:blip>
            <a:stretch>
              <a:fillRect/>
            </a:stretch>
          </p:blipFill>
          <p:spPr>
            <a:xfrm>
              <a:off x="1020916" y="1442088"/>
              <a:ext cx="457200" cy="457200"/>
            </a:xfrm>
            <a:prstGeom prst="rect">
              <a:avLst/>
            </a:prstGeom>
            <a:noFill/>
            <a:ln>
              <a:noFill/>
            </a:ln>
          </p:spPr>
        </p:pic>
        <p:sp>
          <p:nvSpPr>
            <p:cNvPr id="520" name="Google Shape;520;p38"/>
            <p:cNvSpPr txBox="1"/>
            <p:nvPr/>
          </p:nvSpPr>
          <p:spPr>
            <a:xfrm>
              <a:off x="1045528" y="1526400"/>
              <a:ext cx="408000" cy="2772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GB" sz="1800">
                  <a:solidFill>
                    <a:srgbClr val="FFFFFF"/>
                  </a:solidFill>
                  <a:latin typeface="Lexend"/>
                  <a:ea typeface="Lexend"/>
                  <a:cs typeface="Lexend"/>
                  <a:sym typeface="Lexend"/>
                </a:rPr>
                <a:t>d</a:t>
              </a:r>
              <a:endParaRPr b="1" sz="1800">
                <a:solidFill>
                  <a:srgbClr val="FFFFFF"/>
                </a:solidFill>
                <a:latin typeface="Lexend"/>
                <a:ea typeface="Lexend"/>
                <a:cs typeface="Lexend"/>
                <a:sym typeface="Lexend"/>
              </a:endParaRPr>
            </a:p>
          </p:txBody>
        </p:sp>
      </p:grpSp>
    </p:spTree>
  </p:cSld>
  <p:clrMapOvr>
    <a:masterClrMapping/>
  </p:clrMapOvr>
</p:sldLayout>
</file>

<file path=ppt/slideLayouts/slideLayout3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4.04 CfU 4 options - pink">
  <p:cSld name="TITLE_AND_TWO_COLUMNS_1_1_8_1_1_1_1">
    <p:bg>
      <p:bgPr>
        <a:solidFill>
          <a:srgbClr val="FAEAF6"/>
        </a:solidFill>
      </p:bgPr>
    </p:bg>
    <p:spTree>
      <p:nvGrpSpPr>
        <p:cNvPr id="521" name="Shape 521"/>
        <p:cNvGrpSpPr/>
        <p:nvPr/>
      </p:nvGrpSpPr>
      <p:grpSpPr>
        <a:xfrm>
          <a:off x="0" y="0"/>
          <a:ext cx="0" cy="0"/>
          <a:chOff x="0" y="0"/>
          <a:chExt cx="0" cy="0"/>
        </a:xfrm>
      </p:grpSpPr>
      <p:pic>
        <p:nvPicPr>
          <p:cNvPr id="522" name="Google Shape;522;p39"/>
          <p:cNvPicPr preferRelativeResize="0"/>
          <p:nvPr/>
        </p:nvPicPr>
        <p:blipFill rotWithShape="1">
          <a:blip r:embed="rId2">
            <a:alphaModFix/>
          </a:blip>
          <a:srcRect b="1672" l="0" r="0" t="1662"/>
          <a:stretch/>
        </p:blipFill>
        <p:spPr>
          <a:xfrm>
            <a:off x="0" y="532525"/>
            <a:ext cx="9151202" cy="116709"/>
          </a:xfrm>
          <a:prstGeom prst="rect">
            <a:avLst/>
          </a:prstGeom>
          <a:noFill/>
          <a:ln>
            <a:noFill/>
          </a:ln>
        </p:spPr>
      </p:pic>
      <p:sp>
        <p:nvSpPr>
          <p:cNvPr id="523" name="Google Shape;523;p39"/>
          <p:cNvSpPr/>
          <p:nvPr/>
        </p:nvSpPr>
        <p:spPr>
          <a:xfrm>
            <a:off x="0" y="1"/>
            <a:ext cx="9144300" cy="540300"/>
          </a:xfrm>
          <a:prstGeom prst="rect">
            <a:avLst/>
          </a:pr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24" name="Google Shape;524;p39"/>
          <p:cNvSpPr txBox="1"/>
          <p:nvPr>
            <p:ph type="title"/>
          </p:nvPr>
        </p:nvSpPr>
        <p:spPr>
          <a:xfrm>
            <a:off x="324000" y="809988"/>
            <a:ext cx="8179200" cy="489600"/>
          </a:xfrm>
          <a:prstGeom prst="rect">
            <a:avLst/>
          </a:prstGeom>
        </p:spPr>
        <p:txBody>
          <a:bodyPr anchorCtr="0" anchor="t" bIns="0" lIns="0" spcFirstLastPara="1" rIns="0" wrap="square" tIns="0">
            <a:noAutofit/>
          </a:bodyPr>
          <a:lstStyle>
            <a:lvl1pPr lvl="0" rtl="0">
              <a:spcBef>
                <a:spcPts val="0"/>
              </a:spcBef>
              <a:spcAft>
                <a:spcPts val="0"/>
              </a:spcAft>
              <a:buSzPts val="2200"/>
              <a:buFont typeface="Lexend"/>
              <a:buNone/>
              <a:defRPr b="0" sz="2200">
                <a:latin typeface="Lexend"/>
                <a:ea typeface="Lexend"/>
                <a:cs typeface="Lexend"/>
                <a:sym typeface="Lexend"/>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pic>
        <p:nvPicPr>
          <p:cNvPr id="525" name="Google Shape;525;p39"/>
          <p:cNvPicPr preferRelativeResize="0"/>
          <p:nvPr/>
        </p:nvPicPr>
        <p:blipFill rotWithShape="1">
          <a:blip r:embed="rId3">
            <a:alphaModFix/>
          </a:blip>
          <a:srcRect b="0" l="0" r="0" t="0"/>
          <a:stretch/>
        </p:blipFill>
        <p:spPr>
          <a:xfrm>
            <a:off x="8528585" y="-11474"/>
            <a:ext cx="499700" cy="499700"/>
          </a:xfrm>
          <a:prstGeom prst="rect">
            <a:avLst/>
          </a:prstGeom>
          <a:noFill/>
          <a:ln>
            <a:noFill/>
          </a:ln>
        </p:spPr>
      </p:pic>
      <p:sp>
        <p:nvSpPr>
          <p:cNvPr id="526" name="Google Shape;526;p39"/>
          <p:cNvSpPr txBox="1"/>
          <p:nvPr/>
        </p:nvSpPr>
        <p:spPr>
          <a:xfrm>
            <a:off x="8476560" y="438750"/>
            <a:ext cx="603900" cy="138600"/>
          </a:xfrm>
          <a:prstGeom prst="rect">
            <a:avLst/>
          </a:prstGeom>
          <a:noFill/>
          <a:ln>
            <a:noFill/>
          </a:ln>
        </p:spPr>
        <p:txBody>
          <a:bodyPr anchorCtr="0" anchor="t" bIns="0" lIns="0" spcFirstLastPara="1" rIns="0" wrap="square" tIns="0">
            <a:spAutoFit/>
          </a:bodyPr>
          <a:lstStyle/>
          <a:p>
            <a:pPr indent="0" lvl="0" marL="0" rtl="0" algn="ctr">
              <a:spcBef>
                <a:spcPts val="0"/>
              </a:spcBef>
              <a:spcAft>
                <a:spcPts val="0"/>
              </a:spcAft>
              <a:buNone/>
            </a:pPr>
            <a:r>
              <a:rPr b="1" lang="en-GB" sz="900">
                <a:solidFill>
                  <a:srgbClr val="FAEAF6"/>
                </a:solidFill>
                <a:latin typeface="Lexend"/>
                <a:ea typeface="Lexend"/>
                <a:cs typeface="Lexend"/>
                <a:sym typeface="Lexend"/>
              </a:rPr>
              <a:t>Check</a:t>
            </a:r>
            <a:endParaRPr b="1" sz="900">
              <a:solidFill>
                <a:srgbClr val="FAEAF6"/>
              </a:solidFill>
              <a:latin typeface="Lexend"/>
              <a:ea typeface="Lexend"/>
              <a:cs typeface="Lexend"/>
              <a:sym typeface="Lexend"/>
            </a:endParaRPr>
          </a:p>
        </p:txBody>
      </p:sp>
      <p:sp>
        <p:nvSpPr>
          <p:cNvPr id="527" name="Google Shape;527;p39"/>
          <p:cNvSpPr txBox="1"/>
          <p:nvPr>
            <p:ph idx="2" type="title"/>
          </p:nvPr>
        </p:nvSpPr>
        <p:spPr>
          <a:xfrm>
            <a:off x="324000" y="0"/>
            <a:ext cx="7885200" cy="613500"/>
          </a:xfrm>
          <a:prstGeom prst="rect">
            <a:avLst/>
          </a:prstGeom>
        </p:spPr>
        <p:txBody>
          <a:bodyPr anchorCtr="0" anchor="ctr" bIns="0" lIns="0" spcFirstLastPara="1" rIns="0" wrap="square" tIns="0">
            <a:noAutofit/>
          </a:bodyPr>
          <a:lstStyle>
            <a:lvl1pPr lvl="0" rtl="0">
              <a:lnSpc>
                <a:spcPct val="100000"/>
              </a:lnSpc>
              <a:spcBef>
                <a:spcPts val="0"/>
              </a:spcBef>
              <a:spcAft>
                <a:spcPts val="0"/>
              </a:spcAft>
              <a:buClr>
                <a:schemeClr val="lt1"/>
              </a:buClr>
              <a:buSzPts val="2000"/>
              <a:buFont typeface="Lexend"/>
              <a:buNone/>
              <a:defRPr sz="2000">
                <a:solidFill>
                  <a:schemeClr val="lt1"/>
                </a:solidFill>
                <a:latin typeface="Lexend"/>
                <a:ea typeface="Lexend"/>
                <a:cs typeface="Lexend"/>
                <a:sym typeface="Lexend"/>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
        <p:nvSpPr>
          <p:cNvPr id="528" name="Google Shape;528;p39"/>
          <p:cNvSpPr txBox="1"/>
          <p:nvPr>
            <p:ph idx="1" type="subTitle"/>
          </p:nvPr>
        </p:nvSpPr>
        <p:spPr>
          <a:xfrm>
            <a:off x="1034425" y="1685375"/>
            <a:ext cx="7506600" cy="324600"/>
          </a:xfrm>
          <a:prstGeom prst="rect">
            <a:avLst/>
          </a:prstGeom>
        </p:spPr>
        <p:txBody>
          <a:bodyPr anchorCtr="0" anchor="t" bIns="0" lIns="0" spcFirstLastPara="1" rIns="0" wrap="square" tIns="0">
            <a:noAutofit/>
          </a:bodyPr>
          <a:lstStyle>
            <a:lvl1pPr lvl="0" rtl="0">
              <a:spcBef>
                <a:spcPts val="0"/>
              </a:spcBef>
              <a:spcAft>
                <a:spcPts val="0"/>
              </a:spcAft>
              <a:buSzPts val="2200"/>
              <a:buFont typeface="Lexend"/>
              <a:buNone/>
              <a:defRPr sz="2200">
                <a:latin typeface="Lexend"/>
                <a:ea typeface="Lexend"/>
                <a:cs typeface="Lexend"/>
                <a:sym typeface="Lexend"/>
              </a:defRPr>
            </a:lvl1pPr>
            <a:lvl2pPr lvl="1" rtl="0">
              <a:spcBef>
                <a:spcPts val="1000"/>
              </a:spcBef>
              <a:spcAft>
                <a:spcPts val="0"/>
              </a:spcAft>
              <a:buSzPts val="2100"/>
              <a:buNone/>
              <a:defRPr/>
            </a:lvl2pPr>
            <a:lvl3pPr lvl="2" rtl="0">
              <a:spcBef>
                <a:spcPts val="1000"/>
              </a:spcBef>
              <a:spcAft>
                <a:spcPts val="0"/>
              </a:spcAft>
              <a:buSzPts val="2000"/>
              <a:buNone/>
              <a:defRPr/>
            </a:lvl3pPr>
            <a:lvl4pPr lvl="3" rtl="0">
              <a:spcBef>
                <a:spcPts val="800"/>
              </a:spcBef>
              <a:spcAft>
                <a:spcPts val="0"/>
              </a:spcAft>
              <a:buSzPts val="1900"/>
              <a:buNone/>
              <a:defRPr/>
            </a:lvl4pPr>
            <a:lvl5pPr lvl="4" rtl="0">
              <a:spcBef>
                <a:spcPts val="800"/>
              </a:spcBef>
              <a:spcAft>
                <a:spcPts val="0"/>
              </a:spcAft>
              <a:buSzPts val="1800"/>
              <a:buNone/>
              <a:defRPr/>
            </a:lvl5pPr>
            <a:lvl6pPr lvl="5" rtl="0">
              <a:spcBef>
                <a:spcPts val="600"/>
              </a:spcBef>
              <a:spcAft>
                <a:spcPts val="0"/>
              </a:spcAft>
              <a:buSzPts val="1800"/>
              <a:buNone/>
              <a:defRPr/>
            </a:lvl6pPr>
            <a:lvl7pPr lvl="6" rtl="0">
              <a:spcBef>
                <a:spcPts val="600"/>
              </a:spcBef>
              <a:spcAft>
                <a:spcPts val="0"/>
              </a:spcAft>
              <a:buSzPts val="1800"/>
              <a:buNone/>
              <a:defRPr/>
            </a:lvl7pPr>
            <a:lvl8pPr lvl="7" rtl="0">
              <a:spcBef>
                <a:spcPts val="400"/>
              </a:spcBef>
              <a:spcAft>
                <a:spcPts val="0"/>
              </a:spcAft>
              <a:buSzPts val="1800"/>
              <a:buNone/>
              <a:defRPr/>
            </a:lvl8pPr>
            <a:lvl9pPr lvl="8" rtl="0">
              <a:spcBef>
                <a:spcPts val="400"/>
              </a:spcBef>
              <a:spcAft>
                <a:spcPts val="200"/>
              </a:spcAft>
              <a:buSzPts val="1800"/>
              <a:buNone/>
              <a:defRPr/>
            </a:lvl9pPr>
          </a:lstStyle>
          <a:p/>
        </p:txBody>
      </p:sp>
      <p:sp>
        <p:nvSpPr>
          <p:cNvPr id="529" name="Google Shape;529;p39"/>
          <p:cNvSpPr txBox="1"/>
          <p:nvPr>
            <p:ph idx="3" type="subTitle"/>
          </p:nvPr>
        </p:nvSpPr>
        <p:spPr>
          <a:xfrm>
            <a:off x="1034425" y="2489447"/>
            <a:ext cx="7506600" cy="389100"/>
          </a:xfrm>
          <a:prstGeom prst="rect">
            <a:avLst/>
          </a:prstGeom>
        </p:spPr>
        <p:txBody>
          <a:bodyPr anchorCtr="0" anchor="t" bIns="0" lIns="0" spcFirstLastPara="1" rIns="0" wrap="square" tIns="0">
            <a:noAutofit/>
          </a:bodyPr>
          <a:lstStyle>
            <a:lvl1pPr lvl="0" rtl="0">
              <a:spcBef>
                <a:spcPts val="0"/>
              </a:spcBef>
              <a:spcAft>
                <a:spcPts val="0"/>
              </a:spcAft>
              <a:buSzPts val="2200"/>
              <a:buFont typeface="Lexend"/>
              <a:buNone/>
              <a:defRPr sz="2200">
                <a:latin typeface="Lexend"/>
                <a:ea typeface="Lexend"/>
                <a:cs typeface="Lexend"/>
                <a:sym typeface="Lexend"/>
              </a:defRPr>
            </a:lvl1pPr>
            <a:lvl2pPr lvl="1" rtl="0">
              <a:spcBef>
                <a:spcPts val="1000"/>
              </a:spcBef>
              <a:spcAft>
                <a:spcPts val="0"/>
              </a:spcAft>
              <a:buSzPts val="2100"/>
              <a:buNone/>
              <a:defRPr/>
            </a:lvl2pPr>
            <a:lvl3pPr lvl="2" rtl="0">
              <a:spcBef>
                <a:spcPts val="1000"/>
              </a:spcBef>
              <a:spcAft>
                <a:spcPts val="0"/>
              </a:spcAft>
              <a:buSzPts val="2000"/>
              <a:buNone/>
              <a:defRPr/>
            </a:lvl3pPr>
            <a:lvl4pPr lvl="3" rtl="0">
              <a:spcBef>
                <a:spcPts val="800"/>
              </a:spcBef>
              <a:spcAft>
                <a:spcPts val="0"/>
              </a:spcAft>
              <a:buSzPts val="1900"/>
              <a:buNone/>
              <a:defRPr/>
            </a:lvl4pPr>
            <a:lvl5pPr lvl="4" rtl="0">
              <a:spcBef>
                <a:spcPts val="800"/>
              </a:spcBef>
              <a:spcAft>
                <a:spcPts val="0"/>
              </a:spcAft>
              <a:buSzPts val="1800"/>
              <a:buNone/>
              <a:defRPr/>
            </a:lvl5pPr>
            <a:lvl6pPr lvl="5" rtl="0">
              <a:spcBef>
                <a:spcPts val="600"/>
              </a:spcBef>
              <a:spcAft>
                <a:spcPts val="0"/>
              </a:spcAft>
              <a:buSzPts val="1800"/>
              <a:buNone/>
              <a:defRPr/>
            </a:lvl6pPr>
            <a:lvl7pPr lvl="6" rtl="0">
              <a:spcBef>
                <a:spcPts val="600"/>
              </a:spcBef>
              <a:spcAft>
                <a:spcPts val="0"/>
              </a:spcAft>
              <a:buSzPts val="1800"/>
              <a:buNone/>
              <a:defRPr/>
            </a:lvl7pPr>
            <a:lvl8pPr lvl="7" rtl="0">
              <a:spcBef>
                <a:spcPts val="400"/>
              </a:spcBef>
              <a:spcAft>
                <a:spcPts val="0"/>
              </a:spcAft>
              <a:buSzPts val="1800"/>
              <a:buNone/>
              <a:defRPr/>
            </a:lvl8pPr>
            <a:lvl9pPr lvl="8" rtl="0">
              <a:spcBef>
                <a:spcPts val="400"/>
              </a:spcBef>
              <a:spcAft>
                <a:spcPts val="200"/>
              </a:spcAft>
              <a:buSzPts val="1800"/>
              <a:buNone/>
              <a:defRPr/>
            </a:lvl9pPr>
          </a:lstStyle>
          <a:p/>
        </p:txBody>
      </p:sp>
      <p:sp>
        <p:nvSpPr>
          <p:cNvPr id="530" name="Google Shape;530;p39"/>
          <p:cNvSpPr txBox="1"/>
          <p:nvPr>
            <p:ph idx="4" type="subTitle"/>
          </p:nvPr>
        </p:nvSpPr>
        <p:spPr>
          <a:xfrm>
            <a:off x="1034425" y="3309765"/>
            <a:ext cx="7464600" cy="324600"/>
          </a:xfrm>
          <a:prstGeom prst="rect">
            <a:avLst/>
          </a:prstGeom>
        </p:spPr>
        <p:txBody>
          <a:bodyPr anchorCtr="0" anchor="t" bIns="0" lIns="0" spcFirstLastPara="1" rIns="0" wrap="square" tIns="0">
            <a:noAutofit/>
          </a:bodyPr>
          <a:lstStyle>
            <a:lvl1pPr lvl="0" rtl="0">
              <a:spcBef>
                <a:spcPts val="0"/>
              </a:spcBef>
              <a:spcAft>
                <a:spcPts val="0"/>
              </a:spcAft>
              <a:buSzPts val="2200"/>
              <a:buFont typeface="Lexend"/>
              <a:buNone/>
              <a:defRPr sz="2200">
                <a:latin typeface="Lexend"/>
                <a:ea typeface="Lexend"/>
                <a:cs typeface="Lexend"/>
                <a:sym typeface="Lexend"/>
              </a:defRPr>
            </a:lvl1pPr>
            <a:lvl2pPr lvl="1" rtl="0">
              <a:spcBef>
                <a:spcPts val="1000"/>
              </a:spcBef>
              <a:spcAft>
                <a:spcPts val="0"/>
              </a:spcAft>
              <a:buSzPts val="2100"/>
              <a:buNone/>
              <a:defRPr/>
            </a:lvl2pPr>
            <a:lvl3pPr lvl="2" rtl="0">
              <a:spcBef>
                <a:spcPts val="1000"/>
              </a:spcBef>
              <a:spcAft>
                <a:spcPts val="0"/>
              </a:spcAft>
              <a:buSzPts val="2000"/>
              <a:buNone/>
              <a:defRPr/>
            </a:lvl3pPr>
            <a:lvl4pPr lvl="3" rtl="0">
              <a:spcBef>
                <a:spcPts val="800"/>
              </a:spcBef>
              <a:spcAft>
                <a:spcPts val="0"/>
              </a:spcAft>
              <a:buSzPts val="1900"/>
              <a:buNone/>
              <a:defRPr/>
            </a:lvl4pPr>
            <a:lvl5pPr lvl="4" rtl="0">
              <a:spcBef>
                <a:spcPts val="800"/>
              </a:spcBef>
              <a:spcAft>
                <a:spcPts val="0"/>
              </a:spcAft>
              <a:buSzPts val="1800"/>
              <a:buNone/>
              <a:defRPr/>
            </a:lvl5pPr>
            <a:lvl6pPr lvl="5" rtl="0">
              <a:spcBef>
                <a:spcPts val="600"/>
              </a:spcBef>
              <a:spcAft>
                <a:spcPts val="0"/>
              </a:spcAft>
              <a:buSzPts val="1800"/>
              <a:buNone/>
              <a:defRPr/>
            </a:lvl6pPr>
            <a:lvl7pPr lvl="6" rtl="0">
              <a:spcBef>
                <a:spcPts val="600"/>
              </a:spcBef>
              <a:spcAft>
                <a:spcPts val="0"/>
              </a:spcAft>
              <a:buSzPts val="1800"/>
              <a:buNone/>
              <a:defRPr/>
            </a:lvl7pPr>
            <a:lvl8pPr lvl="7" rtl="0">
              <a:spcBef>
                <a:spcPts val="400"/>
              </a:spcBef>
              <a:spcAft>
                <a:spcPts val="0"/>
              </a:spcAft>
              <a:buSzPts val="1800"/>
              <a:buNone/>
              <a:defRPr/>
            </a:lvl8pPr>
            <a:lvl9pPr lvl="8" rtl="0">
              <a:spcBef>
                <a:spcPts val="400"/>
              </a:spcBef>
              <a:spcAft>
                <a:spcPts val="200"/>
              </a:spcAft>
              <a:buSzPts val="1800"/>
              <a:buNone/>
              <a:defRPr/>
            </a:lvl9pPr>
          </a:lstStyle>
          <a:p/>
        </p:txBody>
      </p:sp>
      <p:sp>
        <p:nvSpPr>
          <p:cNvPr id="531" name="Google Shape;531;p39"/>
          <p:cNvSpPr txBox="1"/>
          <p:nvPr>
            <p:ph idx="5" type="subTitle"/>
          </p:nvPr>
        </p:nvSpPr>
        <p:spPr>
          <a:xfrm>
            <a:off x="1034425" y="4113837"/>
            <a:ext cx="7506600" cy="360300"/>
          </a:xfrm>
          <a:prstGeom prst="rect">
            <a:avLst/>
          </a:prstGeom>
        </p:spPr>
        <p:txBody>
          <a:bodyPr anchorCtr="0" anchor="t" bIns="0" lIns="0" spcFirstLastPara="1" rIns="0" wrap="square" tIns="0">
            <a:noAutofit/>
          </a:bodyPr>
          <a:lstStyle>
            <a:lvl1pPr lvl="0" rtl="0">
              <a:spcBef>
                <a:spcPts val="0"/>
              </a:spcBef>
              <a:spcAft>
                <a:spcPts val="0"/>
              </a:spcAft>
              <a:buSzPts val="2200"/>
              <a:buFont typeface="Lexend"/>
              <a:buNone/>
              <a:defRPr sz="2200">
                <a:latin typeface="Lexend"/>
                <a:ea typeface="Lexend"/>
                <a:cs typeface="Lexend"/>
                <a:sym typeface="Lexend"/>
              </a:defRPr>
            </a:lvl1pPr>
            <a:lvl2pPr lvl="1" rtl="0">
              <a:spcBef>
                <a:spcPts val="1000"/>
              </a:spcBef>
              <a:spcAft>
                <a:spcPts val="0"/>
              </a:spcAft>
              <a:buSzPts val="2100"/>
              <a:buNone/>
              <a:defRPr/>
            </a:lvl2pPr>
            <a:lvl3pPr lvl="2" rtl="0">
              <a:spcBef>
                <a:spcPts val="1000"/>
              </a:spcBef>
              <a:spcAft>
                <a:spcPts val="0"/>
              </a:spcAft>
              <a:buSzPts val="2000"/>
              <a:buNone/>
              <a:defRPr/>
            </a:lvl3pPr>
            <a:lvl4pPr lvl="3" rtl="0">
              <a:spcBef>
                <a:spcPts val="800"/>
              </a:spcBef>
              <a:spcAft>
                <a:spcPts val="0"/>
              </a:spcAft>
              <a:buSzPts val="1900"/>
              <a:buNone/>
              <a:defRPr/>
            </a:lvl4pPr>
            <a:lvl5pPr lvl="4" rtl="0">
              <a:spcBef>
                <a:spcPts val="800"/>
              </a:spcBef>
              <a:spcAft>
                <a:spcPts val="0"/>
              </a:spcAft>
              <a:buSzPts val="1800"/>
              <a:buNone/>
              <a:defRPr/>
            </a:lvl5pPr>
            <a:lvl6pPr lvl="5" rtl="0">
              <a:spcBef>
                <a:spcPts val="600"/>
              </a:spcBef>
              <a:spcAft>
                <a:spcPts val="0"/>
              </a:spcAft>
              <a:buSzPts val="1800"/>
              <a:buNone/>
              <a:defRPr/>
            </a:lvl6pPr>
            <a:lvl7pPr lvl="6" rtl="0">
              <a:spcBef>
                <a:spcPts val="600"/>
              </a:spcBef>
              <a:spcAft>
                <a:spcPts val="0"/>
              </a:spcAft>
              <a:buSzPts val="1800"/>
              <a:buNone/>
              <a:defRPr/>
            </a:lvl7pPr>
            <a:lvl8pPr lvl="7" rtl="0">
              <a:spcBef>
                <a:spcPts val="400"/>
              </a:spcBef>
              <a:spcAft>
                <a:spcPts val="0"/>
              </a:spcAft>
              <a:buSzPts val="1800"/>
              <a:buNone/>
              <a:defRPr/>
            </a:lvl8pPr>
            <a:lvl9pPr lvl="8" rtl="0">
              <a:spcBef>
                <a:spcPts val="400"/>
              </a:spcBef>
              <a:spcAft>
                <a:spcPts val="200"/>
              </a:spcAft>
              <a:buSzPts val="1800"/>
              <a:buNone/>
              <a:defRPr/>
            </a:lvl9pPr>
          </a:lstStyle>
          <a:p/>
        </p:txBody>
      </p:sp>
      <p:grpSp>
        <p:nvGrpSpPr>
          <p:cNvPr id="532" name="Google Shape;532;p39"/>
          <p:cNvGrpSpPr/>
          <p:nvPr/>
        </p:nvGrpSpPr>
        <p:grpSpPr>
          <a:xfrm>
            <a:off x="323653" y="1652038"/>
            <a:ext cx="457200" cy="457200"/>
            <a:chOff x="1020916" y="1442088"/>
            <a:chExt cx="457200" cy="457200"/>
          </a:xfrm>
        </p:grpSpPr>
        <p:pic>
          <p:nvPicPr>
            <p:cNvPr id="533" name="Google Shape;533;p39"/>
            <p:cNvPicPr preferRelativeResize="0"/>
            <p:nvPr/>
          </p:nvPicPr>
          <p:blipFill>
            <a:blip r:embed="rId4">
              <a:alphaModFix/>
            </a:blip>
            <a:stretch>
              <a:fillRect/>
            </a:stretch>
          </p:blipFill>
          <p:spPr>
            <a:xfrm>
              <a:off x="1020916" y="1442088"/>
              <a:ext cx="457200" cy="457200"/>
            </a:xfrm>
            <a:prstGeom prst="rect">
              <a:avLst/>
            </a:prstGeom>
            <a:noFill/>
            <a:ln>
              <a:noFill/>
            </a:ln>
          </p:spPr>
        </p:pic>
        <p:sp>
          <p:nvSpPr>
            <p:cNvPr id="534" name="Google Shape;534;p39"/>
            <p:cNvSpPr txBox="1"/>
            <p:nvPr/>
          </p:nvSpPr>
          <p:spPr>
            <a:xfrm>
              <a:off x="1045528" y="1526400"/>
              <a:ext cx="408000" cy="2772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GB" sz="1800">
                  <a:solidFill>
                    <a:srgbClr val="FFFFFF"/>
                  </a:solidFill>
                  <a:latin typeface="Lexend"/>
                  <a:ea typeface="Lexend"/>
                  <a:cs typeface="Lexend"/>
                  <a:sym typeface="Lexend"/>
                </a:rPr>
                <a:t>a</a:t>
              </a:r>
              <a:endParaRPr b="1" sz="1800">
                <a:solidFill>
                  <a:srgbClr val="FFFFFF"/>
                </a:solidFill>
                <a:latin typeface="Lexend"/>
                <a:ea typeface="Lexend"/>
                <a:cs typeface="Lexend"/>
                <a:sym typeface="Lexend"/>
              </a:endParaRPr>
            </a:p>
          </p:txBody>
        </p:sp>
      </p:grpSp>
      <p:grpSp>
        <p:nvGrpSpPr>
          <p:cNvPr id="535" name="Google Shape;535;p39"/>
          <p:cNvGrpSpPr/>
          <p:nvPr/>
        </p:nvGrpSpPr>
        <p:grpSpPr>
          <a:xfrm>
            <a:off x="323653" y="2461775"/>
            <a:ext cx="457200" cy="457200"/>
            <a:chOff x="1020916" y="1442088"/>
            <a:chExt cx="457200" cy="457200"/>
          </a:xfrm>
        </p:grpSpPr>
        <p:pic>
          <p:nvPicPr>
            <p:cNvPr id="536" name="Google Shape;536;p39"/>
            <p:cNvPicPr preferRelativeResize="0"/>
            <p:nvPr/>
          </p:nvPicPr>
          <p:blipFill>
            <a:blip r:embed="rId4">
              <a:alphaModFix/>
            </a:blip>
            <a:stretch>
              <a:fillRect/>
            </a:stretch>
          </p:blipFill>
          <p:spPr>
            <a:xfrm>
              <a:off x="1020916" y="1442088"/>
              <a:ext cx="457200" cy="457200"/>
            </a:xfrm>
            <a:prstGeom prst="rect">
              <a:avLst/>
            </a:prstGeom>
            <a:noFill/>
            <a:ln>
              <a:noFill/>
            </a:ln>
          </p:spPr>
        </p:pic>
        <p:sp>
          <p:nvSpPr>
            <p:cNvPr id="537" name="Google Shape;537;p39"/>
            <p:cNvSpPr txBox="1"/>
            <p:nvPr/>
          </p:nvSpPr>
          <p:spPr>
            <a:xfrm>
              <a:off x="1045528" y="1526400"/>
              <a:ext cx="408000" cy="2772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GB" sz="1800">
                  <a:solidFill>
                    <a:srgbClr val="FFFFFF"/>
                  </a:solidFill>
                  <a:latin typeface="Lexend"/>
                  <a:ea typeface="Lexend"/>
                  <a:cs typeface="Lexend"/>
                  <a:sym typeface="Lexend"/>
                </a:rPr>
                <a:t>b</a:t>
              </a:r>
              <a:endParaRPr b="1" sz="1800">
                <a:solidFill>
                  <a:srgbClr val="FFFFFF"/>
                </a:solidFill>
                <a:latin typeface="Lexend"/>
                <a:ea typeface="Lexend"/>
                <a:cs typeface="Lexend"/>
                <a:sym typeface="Lexend"/>
              </a:endParaRPr>
            </a:p>
          </p:txBody>
        </p:sp>
      </p:grpSp>
      <p:grpSp>
        <p:nvGrpSpPr>
          <p:cNvPr id="538" name="Google Shape;538;p39"/>
          <p:cNvGrpSpPr/>
          <p:nvPr/>
        </p:nvGrpSpPr>
        <p:grpSpPr>
          <a:xfrm>
            <a:off x="323641" y="3271838"/>
            <a:ext cx="457200" cy="457200"/>
            <a:chOff x="1020916" y="1442088"/>
            <a:chExt cx="457200" cy="457200"/>
          </a:xfrm>
        </p:grpSpPr>
        <p:pic>
          <p:nvPicPr>
            <p:cNvPr id="539" name="Google Shape;539;p39"/>
            <p:cNvPicPr preferRelativeResize="0"/>
            <p:nvPr/>
          </p:nvPicPr>
          <p:blipFill>
            <a:blip r:embed="rId4">
              <a:alphaModFix/>
            </a:blip>
            <a:stretch>
              <a:fillRect/>
            </a:stretch>
          </p:blipFill>
          <p:spPr>
            <a:xfrm>
              <a:off x="1020916" y="1442088"/>
              <a:ext cx="457200" cy="457200"/>
            </a:xfrm>
            <a:prstGeom prst="rect">
              <a:avLst/>
            </a:prstGeom>
            <a:noFill/>
            <a:ln>
              <a:noFill/>
            </a:ln>
          </p:spPr>
        </p:pic>
        <p:sp>
          <p:nvSpPr>
            <p:cNvPr id="540" name="Google Shape;540;p39"/>
            <p:cNvSpPr txBox="1"/>
            <p:nvPr/>
          </p:nvSpPr>
          <p:spPr>
            <a:xfrm>
              <a:off x="1045528" y="1526400"/>
              <a:ext cx="408000" cy="2772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GB" sz="1800">
                  <a:solidFill>
                    <a:srgbClr val="FFFFFF"/>
                  </a:solidFill>
                  <a:latin typeface="Lexend"/>
                  <a:ea typeface="Lexend"/>
                  <a:cs typeface="Lexend"/>
                  <a:sym typeface="Lexend"/>
                </a:rPr>
                <a:t>c</a:t>
              </a:r>
              <a:endParaRPr b="1" sz="1800">
                <a:solidFill>
                  <a:srgbClr val="FFFFFF"/>
                </a:solidFill>
                <a:latin typeface="Lexend"/>
                <a:ea typeface="Lexend"/>
                <a:cs typeface="Lexend"/>
                <a:sym typeface="Lexend"/>
              </a:endParaRPr>
            </a:p>
          </p:txBody>
        </p:sp>
      </p:grpSp>
      <p:grpSp>
        <p:nvGrpSpPr>
          <p:cNvPr id="541" name="Google Shape;541;p39"/>
          <p:cNvGrpSpPr/>
          <p:nvPr/>
        </p:nvGrpSpPr>
        <p:grpSpPr>
          <a:xfrm>
            <a:off x="323641" y="4081763"/>
            <a:ext cx="457200" cy="457200"/>
            <a:chOff x="1020916" y="1442088"/>
            <a:chExt cx="457200" cy="457200"/>
          </a:xfrm>
        </p:grpSpPr>
        <p:pic>
          <p:nvPicPr>
            <p:cNvPr id="542" name="Google Shape;542;p39"/>
            <p:cNvPicPr preferRelativeResize="0"/>
            <p:nvPr/>
          </p:nvPicPr>
          <p:blipFill>
            <a:blip r:embed="rId4">
              <a:alphaModFix/>
            </a:blip>
            <a:stretch>
              <a:fillRect/>
            </a:stretch>
          </p:blipFill>
          <p:spPr>
            <a:xfrm>
              <a:off x="1020916" y="1442088"/>
              <a:ext cx="457200" cy="457200"/>
            </a:xfrm>
            <a:prstGeom prst="rect">
              <a:avLst/>
            </a:prstGeom>
            <a:noFill/>
            <a:ln>
              <a:noFill/>
            </a:ln>
          </p:spPr>
        </p:pic>
        <p:sp>
          <p:nvSpPr>
            <p:cNvPr id="543" name="Google Shape;543;p39"/>
            <p:cNvSpPr txBox="1"/>
            <p:nvPr/>
          </p:nvSpPr>
          <p:spPr>
            <a:xfrm>
              <a:off x="1045528" y="1526400"/>
              <a:ext cx="408000" cy="2772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GB" sz="1800">
                  <a:solidFill>
                    <a:srgbClr val="FFFFFF"/>
                  </a:solidFill>
                  <a:latin typeface="Lexend"/>
                  <a:ea typeface="Lexend"/>
                  <a:cs typeface="Lexend"/>
                  <a:sym typeface="Lexend"/>
                </a:rPr>
                <a:t>d</a:t>
              </a:r>
              <a:endParaRPr b="1" sz="1800">
                <a:solidFill>
                  <a:srgbClr val="FFFFFF"/>
                </a:solidFill>
                <a:latin typeface="Lexend"/>
                <a:ea typeface="Lexend"/>
                <a:cs typeface="Lexend"/>
                <a:sym typeface="Lexend"/>
              </a:endParaRPr>
            </a:p>
          </p:txBody>
        </p:sp>
      </p:grpSp>
    </p:spTree>
  </p:cSld>
  <p:clrMapOvr>
    <a:masterClrMapping/>
  </p:clrMapOvr>
</p:sldLayout>
</file>

<file path=ppt/slideLayouts/slideLayout3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05 CfU 3 image options - purple">
  <p:cSld name="TITLE_AND_TWO_COLUMNS_1_1_7_1_1_2">
    <p:bg>
      <p:bgPr>
        <a:solidFill>
          <a:srgbClr val="F3EEFB"/>
        </a:solidFill>
      </p:bgPr>
    </p:bg>
    <p:spTree>
      <p:nvGrpSpPr>
        <p:cNvPr id="544" name="Shape 544"/>
        <p:cNvGrpSpPr/>
        <p:nvPr/>
      </p:nvGrpSpPr>
      <p:grpSpPr>
        <a:xfrm>
          <a:off x="0" y="0"/>
          <a:ext cx="0" cy="0"/>
          <a:chOff x="0" y="0"/>
          <a:chExt cx="0" cy="0"/>
        </a:xfrm>
      </p:grpSpPr>
      <p:pic>
        <p:nvPicPr>
          <p:cNvPr id="545" name="Google Shape;545;p40"/>
          <p:cNvPicPr preferRelativeResize="0"/>
          <p:nvPr/>
        </p:nvPicPr>
        <p:blipFill>
          <a:blip r:embed="rId2">
            <a:alphaModFix/>
          </a:blip>
          <a:stretch>
            <a:fillRect/>
          </a:stretch>
        </p:blipFill>
        <p:spPr>
          <a:xfrm>
            <a:off x="0" y="532525"/>
            <a:ext cx="9151202" cy="116709"/>
          </a:xfrm>
          <a:prstGeom prst="rect">
            <a:avLst/>
          </a:prstGeom>
          <a:noFill/>
          <a:ln>
            <a:noFill/>
          </a:ln>
        </p:spPr>
      </p:pic>
      <p:sp>
        <p:nvSpPr>
          <p:cNvPr id="546" name="Google Shape;546;p40"/>
          <p:cNvSpPr/>
          <p:nvPr/>
        </p:nvSpPr>
        <p:spPr>
          <a:xfrm>
            <a:off x="-1" y="-2"/>
            <a:ext cx="9144300" cy="540300"/>
          </a:xfrm>
          <a:prstGeom prst="rect">
            <a:avLst/>
          </a:pr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47" name="Google Shape;547;p40"/>
          <p:cNvSpPr txBox="1"/>
          <p:nvPr>
            <p:ph type="title"/>
          </p:nvPr>
        </p:nvSpPr>
        <p:spPr>
          <a:xfrm>
            <a:off x="324000" y="748763"/>
            <a:ext cx="8179200" cy="489600"/>
          </a:xfrm>
          <a:prstGeom prst="rect">
            <a:avLst/>
          </a:prstGeom>
        </p:spPr>
        <p:txBody>
          <a:bodyPr anchorCtr="0" anchor="t" bIns="0" lIns="0" spcFirstLastPara="1" rIns="0" wrap="square" tIns="0">
            <a:noAutofit/>
          </a:bodyPr>
          <a:lstStyle>
            <a:lvl1pPr lvl="0" rtl="0">
              <a:spcBef>
                <a:spcPts val="0"/>
              </a:spcBef>
              <a:spcAft>
                <a:spcPts val="0"/>
              </a:spcAft>
              <a:buSzPts val="2200"/>
              <a:buFont typeface="Lexend"/>
              <a:buNone/>
              <a:defRPr b="0" sz="2200">
                <a:latin typeface="Lexend"/>
                <a:ea typeface="Lexend"/>
                <a:cs typeface="Lexend"/>
                <a:sym typeface="Lexend"/>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pic>
        <p:nvPicPr>
          <p:cNvPr id="548" name="Google Shape;548;p40"/>
          <p:cNvPicPr preferRelativeResize="0"/>
          <p:nvPr/>
        </p:nvPicPr>
        <p:blipFill rotWithShape="1">
          <a:blip r:embed="rId3">
            <a:alphaModFix/>
          </a:blip>
          <a:srcRect b="0" l="0" r="0" t="0"/>
          <a:stretch/>
        </p:blipFill>
        <p:spPr>
          <a:xfrm>
            <a:off x="8528585" y="-11474"/>
            <a:ext cx="499700" cy="499700"/>
          </a:xfrm>
          <a:prstGeom prst="rect">
            <a:avLst/>
          </a:prstGeom>
          <a:noFill/>
          <a:ln>
            <a:noFill/>
          </a:ln>
        </p:spPr>
      </p:pic>
      <p:sp>
        <p:nvSpPr>
          <p:cNvPr id="549" name="Google Shape;549;p40"/>
          <p:cNvSpPr txBox="1"/>
          <p:nvPr/>
        </p:nvSpPr>
        <p:spPr>
          <a:xfrm>
            <a:off x="8476560" y="438750"/>
            <a:ext cx="603900" cy="138600"/>
          </a:xfrm>
          <a:prstGeom prst="rect">
            <a:avLst/>
          </a:prstGeom>
          <a:noFill/>
          <a:ln>
            <a:noFill/>
          </a:ln>
        </p:spPr>
        <p:txBody>
          <a:bodyPr anchorCtr="0" anchor="t" bIns="0" lIns="0" spcFirstLastPara="1" rIns="0" wrap="square" tIns="0">
            <a:spAutoFit/>
          </a:bodyPr>
          <a:lstStyle/>
          <a:p>
            <a:pPr indent="0" lvl="0" marL="0" rtl="0" algn="ctr">
              <a:spcBef>
                <a:spcPts val="0"/>
              </a:spcBef>
              <a:spcAft>
                <a:spcPts val="0"/>
              </a:spcAft>
              <a:buNone/>
            </a:pPr>
            <a:r>
              <a:rPr b="1" lang="en-GB" sz="900">
                <a:solidFill>
                  <a:srgbClr val="EBEDFE"/>
                </a:solidFill>
                <a:latin typeface="Lexend"/>
                <a:ea typeface="Lexend"/>
                <a:cs typeface="Lexend"/>
                <a:sym typeface="Lexend"/>
              </a:rPr>
              <a:t>Check</a:t>
            </a:r>
            <a:endParaRPr b="1" sz="900">
              <a:solidFill>
                <a:srgbClr val="EBEDFE"/>
              </a:solidFill>
              <a:latin typeface="Lexend"/>
              <a:ea typeface="Lexend"/>
              <a:cs typeface="Lexend"/>
              <a:sym typeface="Lexend"/>
            </a:endParaRPr>
          </a:p>
        </p:txBody>
      </p:sp>
      <p:sp>
        <p:nvSpPr>
          <p:cNvPr id="550" name="Google Shape;550;p40"/>
          <p:cNvSpPr txBox="1"/>
          <p:nvPr>
            <p:ph idx="2" type="title"/>
          </p:nvPr>
        </p:nvSpPr>
        <p:spPr>
          <a:xfrm>
            <a:off x="324000" y="0"/>
            <a:ext cx="7885200" cy="613500"/>
          </a:xfrm>
          <a:prstGeom prst="rect">
            <a:avLst/>
          </a:prstGeom>
        </p:spPr>
        <p:txBody>
          <a:bodyPr anchorCtr="0" anchor="ctr" bIns="0" lIns="0" spcFirstLastPara="1" rIns="0" wrap="square" tIns="0">
            <a:noAutofit/>
          </a:bodyPr>
          <a:lstStyle>
            <a:lvl1pPr lvl="0" rtl="0">
              <a:lnSpc>
                <a:spcPct val="100000"/>
              </a:lnSpc>
              <a:spcBef>
                <a:spcPts val="0"/>
              </a:spcBef>
              <a:spcAft>
                <a:spcPts val="0"/>
              </a:spcAft>
              <a:buClr>
                <a:schemeClr val="lt1"/>
              </a:buClr>
              <a:buSzPts val="2000"/>
              <a:buFont typeface="Lexend"/>
              <a:buNone/>
              <a:defRPr sz="2000">
                <a:solidFill>
                  <a:schemeClr val="lt1"/>
                </a:solidFill>
                <a:latin typeface="Lexend"/>
                <a:ea typeface="Lexend"/>
                <a:cs typeface="Lexend"/>
                <a:sym typeface="Lexend"/>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
        <p:nvSpPr>
          <p:cNvPr id="551" name="Google Shape;551;p40"/>
          <p:cNvSpPr/>
          <p:nvPr>
            <p:ph idx="3" type="pic"/>
          </p:nvPr>
        </p:nvSpPr>
        <p:spPr>
          <a:xfrm>
            <a:off x="324000" y="1893950"/>
            <a:ext cx="2555400" cy="1939500"/>
          </a:xfrm>
          <a:prstGeom prst="rect">
            <a:avLst/>
          </a:prstGeom>
          <a:noFill/>
          <a:ln>
            <a:noFill/>
          </a:ln>
        </p:spPr>
      </p:sp>
      <p:sp>
        <p:nvSpPr>
          <p:cNvPr id="552" name="Google Shape;552;p40"/>
          <p:cNvSpPr/>
          <p:nvPr>
            <p:ph idx="4" type="pic"/>
          </p:nvPr>
        </p:nvSpPr>
        <p:spPr>
          <a:xfrm>
            <a:off x="6256800" y="1893950"/>
            <a:ext cx="2555400" cy="1939500"/>
          </a:xfrm>
          <a:prstGeom prst="rect">
            <a:avLst/>
          </a:prstGeom>
          <a:noFill/>
          <a:ln>
            <a:noFill/>
          </a:ln>
        </p:spPr>
      </p:sp>
      <p:sp>
        <p:nvSpPr>
          <p:cNvPr id="553" name="Google Shape;553;p40"/>
          <p:cNvSpPr/>
          <p:nvPr>
            <p:ph idx="5" type="pic"/>
          </p:nvPr>
        </p:nvSpPr>
        <p:spPr>
          <a:xfrm>
            <a:off x="3294300" y="1893950"/>
            <a:ext cx="2555400" cy="1939500"/>
          </a:xfrm>
          <a:prstGeom prst="rect">
            <a:avLst/>
          </a:prstGeom>
          <a:noFill/>
          <a:ln>
            <a:noFill/>
          </a:ln>
        </p:spPr>
      </p:sp>
      <p:grpSp>
        <p:nvGrpSpPr>
          <p:cNvPr id="554" name="Google Shape;554;p40"/>
          <p:cNvGrpSpPr/>
          <p:nvPr/>
        </p:nvGrpSpPr>
        <p:grpSpPr>
          <a:xfrm>
            <a:off x="1381028" y="4148538"/>
            <a:ext cx="457200" cy="457200"/>
            <a:chOff x="1020916" y="1442088"/>
            <a:chExt cx="457200" cy="457200"/>
          </a:xfrm>
        </p:grpSpPr>
        <p:pic>
          <p:nvPicPr>
            <p:cNvPr id="555" name="Google Shape;555;p40"/>
            <p:cNvPicPr preferRelativeResize="0"/>
            <p:nvPr/>
          </p:nvPicPr>
          <p:blipFill>
            <a:blip r:embed="rId4">
              <a:alphaModFix/>
            </a:blip>
            <a:stretch>
              <a:fillRect/>
            </a:stretch>
          </p:blipFill>
          <p:spPr>
            <a:xfrm>
              <a:off x="1020916" y="1442088"/>
              <a:ext cx="457200" cy="457200"/>
            </a:xfrm>
            <a:prstGeom prst="rect">
              <a:avLst/>
            </a:prstGeom>
            <a:noFill/>
            <a:ln>
              <a:noFill/>
            </a:ln>
          </p:spPr>
        </p:pic>
        <p:sp>
          <p:nvSpPr>
            <p:cNvPr id="556" name="Google Shape;556;p40"/>
            <p:cNvSpPr txBox="1"/>
            <p:nvPr/>
          </p:nvSpPr>
          <p:spPr>
            <a:xfrm>
              <a:off x="1045528" y="1526400"/>
              <a:ext cx="408000" cy="2772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GB" sz="1800">
                  <a:solidFill>
                    <a:srgbClr val="FFFFFF"/>
                  </a:solidFill>
                  <a:latin typeface="Lexend"/>
                  <a:ea typeface="Lexend"/>
                  <a:cs typeface="Lexend"/>
                  <a:sym typeface="Lexend"/>
                </a:rPr>
                <a:t>a</a:t>
              </a:r>
              <a:endParaRPr b="1" sz="1800">
                <a:solidFill>
                  <a:srgbClr val="FFFFFF"/>
                </a:solidFill>
                <a:latin typeface="Lexend"/>
                <a:ea typeface="Lexend"/>
                <a:cs typeface="Lexend"/>
                <a:sym typeface="Lexend"/>
              </a:endParaRPr>
            </a:p>
          </p:txBody>
        </p:sp>
      </p:grpSp>
      <p:grpSp>
        <p:nvGrpSpPr>
          <p:cNvPr id="557" name="Google Shape;557;p40"/>
          <p:cNvGrpSpPr/>
          <p:nvPr/>
        </p:nvGrpSpPr>
        <p:grpSpPr>
          <a:xfrm>
            <a:off x="4331066" y="4148550"/>
            <a:ext cx="457200" cy="457200"/>
            <a:chOff x="1020916" y="1442088"/>
            <a:chExt cx="457200" cy="457200"/>
          </a:xfrm>
        </p:grpSpPr>
        <p:pic>
          <p:nvPicPr>
            <p:cNvPr id="558" name="Google Shape;558;p40"/>
            <p:cNvPicPr preferRelativeResize="0"/>
            <p:nvPr/>
          </p:nvPicPr>
          <p:blipFill>
            <a:blip r:embed="rId4">
              <a:alphaModFix/>
            </a:blip>
            <a:stretch>
              <a:fillRect/>
            </a:stretch>
          </p:blipFill>
          <p:spPr>
            <a:xfrm>
              <a:off x="1020916" y="1442088"/>
              <a:ext cx="457200" cy="457200"/>
            </a:xfrm>
            <a:prstGeom prst="rect">
              <a:avLst/>
            </a:prstGeom>
            <a:noFill/>
            <a:ln>
              <a:noFill/>
            </a:ln>
          </p:spPr>
        </p:pic>
        <p:sp>
          <p:nvSpPr>
            <p:cNvPr id="559" name="Google Shape;559;p40"/>
            <p:cNvSpPr txBox="1"/>
            <p:nvPr/>
          </p:nvSpPr>
          <p:spPr>
            <a:xfrm>
              <a:off x="1045528" y="1526400"/>
              <a:ext cx="408000" cy="2772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GB" sz="1800">
                  <a:solidFill>
                    <a:srgbClr val="FFFFFF"/>
                  </a:solidFill>
                  <a:latin typeface="Lexend"/>
                  <a:ea typeface="Lexend"/>
                  <a:cs typeface="Lexend"/>
                  <a:sym typeface="Lexend"/>
                </a:rPr>
                <a:t>b</a:t>
              </a:r>
              <a:endParaRPr b="1" sz="1800">
                <a:solidFill>
                  <a:srgbClr val="FFFFFF"/>
                </a:solidFill>
                <a:latin typeface="Lexend"/>
                <a:ea typeface="Lexend"/>
                <a:cs typeface="Lexend"/>
                <a:sym typeface="Lexend"/>
              </a:endParaRPr>
            </a:p>
          </p:txBody>
        </p:sp>
      </p:grpSp>
      <p:grpSp>
        <p:nvGrpSpPr>
          <p:cNvPr id="560" name="Google Shape;560;p40"/>
          <p:cNvGrpSpPr/>
          <p:nvPr/>
        </p:nvGrpSpPr>
        <p:grpSpPr>
          <a:xfrm>
            <a:off x="7305791" y="4148538"/>
            <a:ext cx="457200" cy="457200"/>
            <a:chOff x="1020916" y="1442088"/>
            <a:chExt cx="457200" cy="457200"/>
          </a:xfrm>
        </p:grpSpPr>
        <p:pic>
          <p:nvPicPr>
            <p:cNvPr id="561" name="Google Shape;561;p40"/>
            <p:cNvPicPr preferRelativeResize="0"/>
            <p:nvPr/>
          </p:nvPicPr>
          <p:blipFill>
            <a:blip r:embed="rId4">
              <a:alphaModFix/>
            </a:blip>
            <a:stretch>
              <a:fillRect/>
            </a:stretch>
          </p:blipFill>
          <p:spPr>
            <a:xfrm>
              <a:off x="1020916" y="1442088"/>
              <a:ext cx="457200" cy="457200"/>
            </a:xfrm>
            <a:prstGeom prst="rect">
              <a:avLst/>
            </a:prstGeom>
            <a:noFill/>
            <a:ln>
              <a:noFill/>
            </a:ln>
          </p:spPr>
        </p:pic>
        <p:sp>
          <p:nvSpPr>
            <p:cNvPr id="562" name="Google Shape;562;p40"/>
            <p:cNvSpPr txBox="1"/>
            <p:nvPr/>
          </p:nvSpPr>
          <p:spPr>
            <a:xfrm>
              <a:off x="1045528" y="1526400"/>
              <a:ext cx="408000" cy="2772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GB" sz="1800">
                  <a:solidFill>
                    <a:srgbClr val="FFFFFF"/>
                  </a:solidFill>
                  <a:latin typeface="Lexend"/>
                  <a:ea typeface="Lexend"/>
                  <a:cs typeface="Lexend"/>
                  <a:sym typeface="Lexend"/>
                </a:rPr>
                <a:t>c</a:t>
              </a:r>
              <a:endParaRPr b="1" sz="1800">
                <a:solidFill>
                  <a:srgbClr val="FFFFFF"/>
                </a:solidFill>
                <a:latin typeface="Lexend"/>
                <a:ea typeface="Lexend"/>
                <a:cs typeface="Lexend"/>
                <a:sym typeface="Lexend"/>
              </a:endParaRPr>
            </a:p>
          </p:txBody>
        </p:sp>
      </p:grpSp>
    </p:spTree>
  </p:cSld>
  <p:clrMapOvr>
    <a:masterClrMapping/>
  </p:clrMapOvr>
</p:sldLayout>
</file>

<file path=ppt/slideLayouts/slideLayout4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2.05 CfU 3 image options - jade">
  <p:cSld name="TITLE_AND_TWO_COLUMNS_1_1_7_1_1_1_2">
    <p:bg>
      <p:bgPr>
        <a:solidFill>
          <a:srgbClr val="E6F2F2"/>
        </a:solidFill>
      </p:bgPr>
    </p:bg>
    <p:spTree>
      <p:nvGrpSpPr>
        <p:cNvPr id="563" name="Shape 563"/>
        <p:cNvGrpSpPr/>
        <p:nvPr/>
      </p:nvGrpSpPr>
      <p:grpSpPr>
        <a:xfrm>
          <a:off x="0" y="0"/>
          <a:ext cx="0" cy="0"/>
          <a:chOff x="0" y="0"/>
          <a:chExt cx="0" cy="0"/>
        </a:xfrm>
      </p:grpSpPr>
      <p:pic>
        <p:nvPicPr>
          <p:cNvPr id="564" name="Google Shape;564;p41"/>
          <p:cNvPicPr preferRelativeResize="0"/>
          <p:nvPr/>
        </p:nvPicPr>
        <p:blipFill rotWithShape="1">
          <a:blip r:embed="rId2">
            <a:alphaModFix/>
          </a:blip>
          <a:srcRect b="1672" l="0" r="0" t="1662"/>
          <a:stretch/>
        </p:blipFill>
        <p:spPr>
          <a:xfrm>
            <a:off x="0" y="532525"/>
            <a:ext cx="9151202" cy="116709"/>
          </a:xfrm>
          <a:prstGeom prst="rect">
            <a:avLst/>
          </a:prstGeom>
          <a:noFill/>
          <a:ln>
            <a:noFill/>
          </a:ln>
        </p:spPr>
      </p:pic>
      <p:sp>
        <p:nvSpPr>
          <p:cNvPr id="565" name="Google Shape;565;p41"/>
          <p:cNvSpPr/>
          <p:nvPr/>
        </p:nvSpPr>
        <p:spPr>
          <a:xfrm>
            <a:off x="-1" y="-2"/>
            <a:ext cx="9144300" cy="540300"/>
          </a:xfrm>
          <a:prstGeom prst="rect">
            <a:avLst/>
          </a:pr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66" name="Google Shape;566;p41"/>
          <p:cNvSpPr txBox="1"/>
          <p:nvPr>
            <p:ph type="title"/>
          </p:nvPr>
        </p:nvSpPr>
        <p:spPr>
          <a:xfrm>
            <a:off x="324000" y="748763"/>
            <a:ext cx="8179200" cy="489600"/>
          </a:xfrm>
          <a:prstGeom prst="rect">
            <a:avLst/>
          </a:prstGeom>
        </p:spPr>
        <p:txBody>
          <a:bodyPr anchorCtr="0" anchor="t" bIns="0" lIns="0" spcFirstLastPara="1" rIns="0" wrap="square" tIns="0">
            <a:noAutofit/>
          </a:bodyPr>
          <a:lstStyle>
            <a:lvl1pPr lvl="0" rtl="0">
              <a:spcBef>
                <a:spcPts val="0"/>
              </a:spcBef>
              <a:spcAft>
                <a:spcPts val="0"/>
              </a:spcAft>
              <a:buSzPts val="2200"/>
              <a:buFont typeface="Lexend"/>
              <a:buNone/>
              <a:defRPr b="0" sz="2200">
                <a:latin typeface="Lexend"/>
                <a:ea typeface="Lexend"/>
                <a:cs typeface="Lexend"/>
                <a:sym typeface="Lexend"/>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pic>
        <p:nvPicPr>
          <p:cNvPr id="567" name="Google Shape;567;p41"/>
          <p:cNvPicPr preferRelativeResize="0"/>
          <p:nvPr/>
        </p:nvPicPr>
        <p:blipFill rotWithShape="1">
          <a:blip r:embed="rId3">
            <a:alphaModFix/>
          </a:blip>
          <a:srcRect b="0" l="0" r="0" t="0"/>
          <a:stretch/>
        </p:blipFill>
        <p:spPr>
          <a:xfrm>
            <a:off x="8528585" y="-11474"/>
            <a:ext cx="499700" cy="499700"/>
          </a:xfrm>
          <a:prstGeom prst="rect">
            <a:avLst/>
          </a:prstGeom>
          <a:noFill/>
          <a:ln>
            <a:noFill/>
          </a:ln>
        </p:spPr>
      </p:pic>
      <p:sp>
        <p:nvSpPr>
          <p:cNvPr id="568" name="Google Shape;568;p41"/>
          <p:cNvSpPr txBox="1"/>
          <p:nvPr/>
        </p:nvSpPr>
        <p:spPr>
          <a:xfrm>
            <a:off x="8476560" y="438750"/>
            <a:ext cx="603900" cy="138600"/>
          </a:xfrm>
          <a:prstGeom prst="rect">
            <a:avLst/>
          </a:prstGeom>
          <a:noFill/>
          <a:ln>
            <a:noFill/>
          </a:ln>
        </p:spPr>
        <p:txBody>
          <a:bodyPr anchorCtr="0" anchor="t" bIns="0" lIns="0" spcFirstLastPara="1" rIns="0" wrap="square" tIns="0">
            <a:spAutoFit/>
          </a:bodyPr>
          <a:lstStyle/>
          <a:p>
            <a:pPr indent="0" lvl="0" marL="0" rtl="0" algn="ctr">
              <a:spcBef>
                <a:spcPts val="0"/>
              </a:spcBef>
              <a:spcAft>
                <a:spcPts val="0"/>
              </a:spcAft>
              <a:buNone/>
            </a:pPr>
            <a:r>
              <a:rPr b="1" lang="en-GB" sz="900">
                <a:solidFill>
                  <a:srgbClr val="E6F2F2"/>
                </a:solidFill>
                <a:latin typeface="Lexend"/>
                <a:ea typeface="Lexend"/>
                <a:cs typeface="Lexend"/>
                <a:sym typeface="Lexend"/>
              </a:rPr>
              <a:t>Check</a:t>
            </a:r>
            <a:endParaRPr b="1" sz="900">
              <a:solidFill>
                <a:srgbClr val="E6F2F2"/>
              </a:solidFill>
              <a:latin typeface="Lexend"/>
              <a:ea typeface="Lexend"/>
              <a:cs typeface="Lexend"/>
              <a:sym typeface="Lexend"/>
            </a:endParaRPr>
          </a:p>
        </p:txBody>
      </p:sp>
      <p:sp>
        <p:nvSpPr>
          <p:cNvPr id="569" name="Google Shape;569;p41"/>
          <p:cNvSpPr txBox="1"/>
          <p:nvPr>
            <p:ph idx="2" type="title"/>
          </p:nvPr>
        </p:nvSpPr>
        <p:spPr>
          <a:xfrm>
            <a:off x="324000" y="0"/>
            <a:ext cx="7885200" cy="613500"/>
          </a:xfrm>
          <a:prstGeom prst="rect">
            <a:avLst/>
          </a:prstGeom>
        </p:spPr>
        <p:txBody>
          <a:bodyPr anchorCtr="0" anchor="ctr" bIns="0" lIns="0" spcFirstLastPara="1" rIns="0" wrap="square" tIns="0">
            <a:noAutofit/>
          </a:bodyPr>
          <a:lstStyle>
            <a:lvl1pPr lvl="0" rtl="0">
              <a:lnSpc>
                <a:spcPct val="100000"/>
              </a:lnSpc>
              <a:spcBef>
                <a:spcPts val="0"/>
              </a:spcBef>
              <a:spcAft>
                <a:spcPts val="0"/>
              </a:spcAft>
              <a:buClr>
                <a:schemeClr val="lt1"/>
              </a:buClr>
              <a:buSzPts val="2000"/>
              <a:buFont typeface="Lexend"/>
              <a:buNone/>
              <a:defRPr sz="2000">
                <a:solidFill>
                  <a:schemeClr val="lt1"/>
                </a:solidFill>
                <a:latin typeface="Lexend"/>
                <a:ea typeface="Lexend"/>
                <a:cs typeface="Lexend"/>
                <a:sym typeface="Lexend"/>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
        <p:nvSpPr>
          <p:cNvPr id="570" name="Google Shape;570;p41"/>
          <p:cNvSpPr/>
          <p:nvPr>
            <p:ph idx="3" type="pic"/>
          </p:nvPr>
        </p:nvSpPr>
        <p:spPr>
          <a:xfrm>
            <a:off x="324000" y="1893950"/>
            <a:ext cx="2555400" cy="1939500"/>
          </a:xfrm>
          <a:prstGeom prst="rect">
            <a:avLst/>
          </a:prstGeom>
          <a:noFill/>
          <a:ln>
            <a:noFill/>
          </a:ln>
        </p:spPr>
      </p:sp>
      <p:sp>
        <p:nvSpPr>
          <p:cNvPr id="571" name="Google Shape;571;p41"/>
          <p:cNvSpPr/>
          <p:nvPr>
            <p:ph idx="4" type="pic"/>
          </p:nvPr>
        </p:nvSpPr>
        <p:spPr>
          <a:xfrm>
            <a:off x="6256800" y="1893950"/>
            <a:ext cx="2555400" cy="1939500"/>
          </a:xfrm>
          <a:prstGeom prst="rect">
            <a:avLst/>
          </a:prstGeom>
          <a:noFill/>
          <a:ln>
            <a:noFill/>
          </a:ln>
        </p:spPr>
      </p:sp>
      <p:sp>
        <p:nvSpPr>
          <p:cNvPr id="572" name="Google Shape;572;p41"/>
          <p:cNvSpPr/>
          <p:nvPr>
            <p:ph idx="5" type="pic"/>
          </p:nvPr>
        </p:nvSpPr>
        <p:spPr>
          <a:xfrm>
            <a:off x="3294300" y="1893950"/>
            <a:ext cx="2555400" cy="1939500"/>
          </a:xfrm>
          <a:prstGeom prst="rect">
            <a:avLst/>
          </a:prstGeom>
          <a:noFill/>
          <a:ln>
            <a:noFill/>
          </a:ln>
        </p:spPr>
      </p:sp>
      <p:grpSp>
        <p:nvGrpSpPr>
          <p:cNvPr id="573" name="Google Shape;573;p41"/>
          <p:cNvGrpSpPr/>
          <p:nvPr/>
        </p:nvGrpSpPr>
        <p:grpSpPr>
          <a:xfrm>
            <a:off x="1381028" y="4148538"/>
            <a:ext cx="457200" cy="457200"/>
            <a:chOff x="1020916" y="1442088"/>
            <a:chExt cx="457200" cy="457200"/>
          </a:xfrm>
        </p:grpSpPr>
        <p:pic>
          <p:nvPicPr>
            <p:cNvPr id="574" name="Google Shape;574;p41"/>
            <p:cNvPicPr preferRelativeResize="0"/>
            <p:nvPr/>
          </p:nvPicPr>
          <p:blipFill>
            <a:blip r:embed="rId4">
              <a:alphaModFix/>
            </a:blip>
            <a:stretch>
              <a:fillRect/>
            </a:stretch>
          </p:blipFill>
          <p:spPr>
            <a:xfrm>
              <a:off x="1020916" y="1442088"/>
              <a:ext cx="457200" cy="457200"/>
            </a:xfrm>
            <a:prstGeom prst="rect">
              <a:avLst/>
            </a:prstGeom>
            <a:noFill/>
            <a:ln>
              <a:noFill/>
            </a:ln>
          </p:spPr>
        </p:pic>
        <p:sp>
          <p:nvSpPr>
            <p:cNvPr id="575" name="Google Shape;575;p41"/>
            <p:cNvSpPr txBox="1"/>
            <p:nvPr/>
          </p:nvSpPr>
          <p:spPr>
            <a:xfrm>
              <a:off x="1045528" y="1526400"/>
              <a:ext cx="408000" cy="2772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GB" sz="1800">
                  <a:solidFill>
                    <a:srgbClr val="FFFFFF"/>
                  </a:solidFill>
                  <a:latin typeface="Lexend"/>
                  <a:ea typeface="Lexend"/>
                  <a:cs typeface="Lexend"/>
                  <a:sym typeface="Lexend"/>
                </a:rPr>
                <a:t>a</a:t>
              </a:r>
              <a:endParaRPr b="1" sz="1800">
                <a:solidFill>
                  <a:srgbClr val="FFFFFF"/>
                </a:solidFill>
                <a:latin typeface="Lexend"/>
                <a:ea typeface="Lexend"/>
                <a:cs typeface="Lexend"/>
                <a:sym typeface="Lexend"/>
              </a:endParaRPr>
            </a:p>
          </p:txBody>
        </p:sp>
      </p:grpSp>
      <p:grpSp>
        <p:nvGrpSpPr>
          <p:cNvPr id="576" name="Google Shape;576;p41"/>
          <p:cNvGrpSpPr/>
          <p:nvPr/>
        </p:nvGrpSpPr>
        <p:grpSpPr>
          <a:xfrm>
            <a:off x="4331066" y="4148550"/>
            <a:ext cx="457200" cy="457200"/>
            <a:chOff x="1020916" y="1442088"/>
            <a:chExt cx="457200" cy="457200"/>
          </a:xfrm>
        </p:grpSpPr>
        <p:pic>
          <p:nvPicPr>
            <p:cNvPr id="577" name="Google Shape;577;p41"/>
            <p:cNvPicPr preferRelativeResize="0"/>
            <p:nvPr/>
          </p:nvPicPr>
          <p:blipFill>
            <a:blip r:embed="rId4">
              <a:alphaModFix/>
            </a:blip>
            <a:stretch>
              <a:fillRect/>
            </a:stretch>
          </p:blipFill>
          <p:spPr>
            <a:xfrm>
              <a:off x="1020916" y="1442088"/>
              <a:ext cx="457200" cy="457200"/>
            </a:xfrm>
            <a:prstGeom prst="rect">
              <a:avLst/>
            </a:prstGeom>
            <a:noFill/>
            <a:ln>
              <a:noFill/>
            </a:ln>
          </p:spPr>
        </p:pic>
        <p:sp>
          <p:nvSpPr>
            <p:cNvPr id="578" name="Google Shape;578;p41"/>
            <p:cNvSpPr txBox="1"/>
            <p:nvPr/>
          </p:nvSpPr>
          <p:spPr>
            <a:xfrm>
              <a:off x="1045528" y="1526400"/>
              <a:ext cx="408000" cy="2772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GB" sz="1800">
                  <a:solidFill>
                    <a:srgbClr val="FFFFFF"/>
                  </a:solidFill>
                  <a:latin typeface="Lexend"/>
                  <a:ea typeface="Lexend"/>
                  <a:cs typeface="Lexend"/>
                  <a:sym typeface="Lexend"/>
                </a:rPr>
                <a:t>b</a:t>
              </a:r>
              <a:endParaRPr b="1" sz="1800">
                <a:solidFill>
                  <a:srgbClr val="FFFFFF"/>
                </a:solidFill>
                <a:latin typeface="Lexend"/>
                <a:ea typeface="Lexend"/>
                <a:cs typeface="Lexend"/>
                <a:sym typeface="Lexend"/>
              </a:endParaRPr>
            </a:p>
          </p:txBody>
        </p:sp>
      </p:grpSp>
      <p:grpSp>
        <p:nvGrpSpPr>
          <p:cNvPr id="579" name="Google Shape;579;p41"/>
          <p:cNvGrpSpPr/>
          <p:nvPr/>
        </p:nvGrpSpPr>
        <p:grpSpPr>
          <a:xfrm>
            <a:off x="7305791" y="4148538"/>
            <a:ext cx="457200" cy="457200"/>
            <a:chOff x="1020916" y="1442088"/>
            <a:chExt cx="457200" cy="457200"/>
          </a:xfrm>
        </p:grpSpPr>
        <p:pic>
          <p:nvPicPr>
            <p:cNvPr id="580" name="Google Shape;580;p41"/>
            <p:cNvPicPr preferRelativeResize="0"/>
            <p:nvPr/>
          </p:nvPicPr>
          <p:blipFill>
            <a:blip r:embed="rId4">
              <a:alphaModFix/>
            </a:blip>
            <a:stretch>
              <a:fillRect/>
            </a:stretch>
          </p:blipFill>
          <p:spPr>
            <a:xfrm>
              <a:off x="1020916" y="1442088"/>
              <a:ext cx="457200" cy="457200"/>
            </a:xfrm>
            <a:prstGeom prst="rect">
              <a:avLst/>
            </a:prstGeom>
            <a:noFill/>
            <a:ln>
              <a:noFill/>
            </a:ln>
          </p:spPr>
        </p:pic>
        <p:sp>
          <p:nvSpPr>
            <p:cNvPr id="581" name="Google Shape;581;p41"/>
            <p:cNvSpPr txBox="1"/>
            <p:nvPr/>
          </p:nvSpPr>
          <p:spPr>
            <a:xfrm>
              <a:off x="1045528" y="1526400"/>
              <a:ext cx="408000" cy="2772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GB" sz="1800">
                  <a:solidFill>
                    <a:srgbClr val="FFFFFF"/>
                  </a:solidFill>
                  <a:latin typeface="Lexend"/>
                  <a:ea typeface="Lexend"/>
                  <a:cs typeface="Lexend"/>
                  <a:sym typeface="Lexend"/>
                </a:rPr>
                <a:t>c</a:t>
              </a:r>
              <a:endParaRPr b="1" sz="1800">
                <a:solidFill>
                  <a:srgbClr val="FFFFFF"/>
                </a:solidFill>
                <a:latin typeface="Lexend"/>
                <a:ea typeface="Lexend"/>
                <a:cs typeface="Lexend"/>
                <a:sym typeface="Lexend"/>
              </a:endParaRPr>
            </a:p>
          </p:txBody>
        </p:sp>
      </p:grpSp>
    </p:spTree>
  </p:cSld>
  <p:clrMapOvr>
    <a:masterClrMapping/>
  </p:clrMapOvr>
</p:sldLayout>
</file>

<file path=ppt/slideLayouts/slideLayout4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3.05 CfU 3  image options - blue ">
  <p:cSld name="TITLE_AND_TWO_COLUMNS_1_1_7_2_1">
    <p:bg>
      <p:bgPr>
        <a:solidFill>
          <a:srgbClr val="EBEDFE"/>
        </a:solidFill>
      </p:bgPr>
    </p:bg>
    <p:spTree>
      <p:nvGrpSpPr>
        <p:cNvPr id="582" name="Shape 582"/>
        <p:cNvGrpSpPr/>
        <p:nvPr/>
      </p:nvGrpSpPr>
      <p:grpSpPr>
        <a:xfrm>
          <a:off x="0" y="0"/>
          <a:ext cx="0" cy="0"/>
          <a:chOff x="0" y="0"/>
          <a:chExt cx="0" cy="0"/>
        </a:xfrm>
      </p:grpSpPr>
      <p:pic>
        <p:nvPicPr>
          <p:cNvPr id="583" name="Google Shape;583;p42"/>
          <p:cNvPicPr preferRelativeResize="0"/>
          <p:nvPr/>
        </p:nvPicPr>
        <p:blipFill rotWithShape="1">
          <a:blip r:embed="rId2">
            <a:alphaModFix/>
          </a:blip>
          <a:srcRect b="1672" l="0" r="0" t="1662"/>
          <a:stretch/>
        </p:blipFill>
        <p:spPr>
          <a:xfrm>
            <a:off x="0" y="532525"/>
            <a:ext cx="9151202" cy="116709"/>
          </a:xfrm>
          <a:prstGeom prst="rect">
            <a:avLst/>
          </a:prstGeom>
          <a:noFill/>
          <a:ln>
            <a:noFill/>
          </a:ln>
        </p:spPr>
      </p:pic>
      <p:sp>
        <p:nvSpPr>
          <p:cNvPr id="584" name="Google Shape;584;p42"/>
          <p:cNvSpPr/>
          <p:nvPr/>
        </p:nvSpPr>
        <p:spPr>
          <a:xfrm>
            <a:off x="-1" y="-2"/>
            <a:ext cx="9144300" cy="540300"/>
          </a:xfrm>
          <a:prstGeom prst="rect">
            <a:avLst/>
          </a:pr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85" name="Google Shape;585;p42"/>
          <p:cNvSpPr txBox="1"/>
          <p:nvPr>
            <p:ph type="title"/>
          </p:nvPr>
        </p:nvSpPr>
        <p:spPr>
          <a:xfrm>
            <a:off x="324000" y="748763"/>
            <a:ext cx="8179200" cy="489600"/>
          </a:xfrm>
          <a:prstGeom prst="rect">
            <a:avLst/>
          </a:prstGeom>
        </p:spPr>
        <p:txBody>
          <a:bodyPr anchorCtr="0" anchor="t" bIns="0" lIns="0" spcFirstLastPara="1" rIns="0" wrap="square" tIns="0">
            <a:noAutofit/>
          </a:bodyPr>
          <a:lstStyle>
            <a:lvl1pPr lvl="0" rtl="0">
              <a:spcBef>
                <a:spcPts val="0"/>
              </a:spcBef>
              <a:spcAft>
                <a:spcPts val="0"/>
              </a:spcAft>
              <a:buSzPts val="2200"/>
              <a:buFont typeface="Lexend"/>
              <a:buNone/>
              <a:defRPr b="0" sz="2200">
                <a:latin typeface="Lexend"/>
                <a:ea typeface="Lexend"/>
                <a:cs typeface="Lexend"/>
                <a:sym typeface="Lexend"/>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pic>
        <p:nvPicPr>
          <p:cNvPr id="586" name="Google Shape;586;p42"/>
          <p:cNvPicPr preferRelativeResize="0"/>
          <p:nvPr/>
        </p:nvPicPr>
        <p:blipFill rotWithShape="1">
          <a:blip r:embed="rId3">
            <a:alphaModFix/>
          </a:blip>
          <a:srcRect b="0" l="0" r="0" t="0"/>
          <a:stretch/>
        </p:blipFill>
        <p:spPr>
          <a:xfrm>
            <a:off x="8528585" y="-11474"/>
            <a:ext cx="499700" cy="499700"/>
          </a:xfrm>
          <a:prstGeom prst="rect">
            <a:avLst/>
          </a:prstGeom>
          <a:noFill/>
          <a:ln>
            <a:noFill/>
          </a:ln>
        </p:spPr>
      </p:pic>
      <p:sp>
        <p:nvSpPr>
          <p:cNvPr id="587" name="Google Shape;587;p42"/>
          <p:cNvSpPr txBox="1"/>
          <p:nvPr/>
        </p:nvSpPr>
        <p:spPr>
          <a:xfrm>
            <a:off x="8476560" y="438750"/>
            <a:ext cx="603900" cy="138600"/>
          </a:xfrm>
          <a:prstGeom prst="rect">
            <a:avLst/>
          </a:prstGeom>
          <a:noFill/>
          <a:ln>
            <a:noFill/>
          </a:ln>
        </p:spPr>
        <p:txBody>
          <a:bodyPr anchorCtr="0" anchor="t" bIns="0" lIns="0" spcFirstLastPara="1" rIns="0" wrap="square" tIns="0">
            <a:spAutoFit/>
          </a:bodyPr>
          <a:lstStyle/>
          <a:p>
            <a:pPr indent="0" lvl="0" marL="0" rtl="0" algn="ctr">
              <a:spcBef>
                <a:spcPts val="0"/>
              </a:spcBef>
              <a:spcAft>
                <a:spcPts val="0"/>
              </a:spcAft>
              <a:buNone/>
            </a:pPr>
            <a:r>
              <a:rPr b="1" lang="en-GB" sz="900">
                <a:solidFill>
                  <a:srgbClr val="EBEDFE"/>
                </a:solidFill>
                <a:latin typeface="Lexend"/>
                <a:ea typeface="Lexend"/>
                <a:cs typeface="Lexend"/>
                <a:sym typeface="Lexend"/>
              </a:rPr>
              <a:t>Check</a:t>
            </a:r>
            <a:endParaRPr b="1" sz="900">
              <a:solidFill>
                <a:srgbClr val="EBEDFE"/>
              </a:solidFill>
              <a:latin typeface="Lexend"/>
              <a:ea typeface="Lexend"/>
              <a:cs typeface="Lexend"/>
              <a:sym typeface="Lexend"/>
            </a:endParaRPr>
          </a:p>
        </p:txBody>
      </p:sp>
      <p:sp>
        <p:nvSpPr>
          <p:cNvPr id="588" name="Google Shape;588;p42"/>
          <p:cNvSpPr txBox="1"/>
          <p:nvPr>
            <p:ph idx="2" type="title"/>
          </p:nvPr>
        </p:nvSpPr>
        <p:spPr>
          <a:xfrm>
            <a:off x="324000" y="0"/>
            <a:ext cx="7885200" cy="613500"/>
          </a:xfrm>
          <a:prstGeom prst="rect">
            <a:avLst/>
          </a:prstGeom>
        </p:spPr>
        <p:txBody>
          <a:bodyPr anchorCtr="0" anchor="ctr" bIns="0" lIns="0" spcFirstLastPara="1" rIns="0" wrap="square" tIns="0">
            <a:noAutofit/>
          </a:bodyPr>
          <a:lstStyle>
            <a:lvl1pPr lvl="0" rtl="0">
              <a:lnSpc>
                <a:spcPct val="100000"/>
              </a:lnSpc>
              <a:spcBef>
                <a:spcPts val="0"/>
              </a:spcBef>
              <a:spcAft>
                <a:spcPts val="0"/>
              </a:spcAft>
              <a:buClr>
                <a:schemeClr val="lt1"/>
              </a:buClr>
              <a:buSzPts val="2000"/>
              <a:buFont typeface="Lexend"/>
              <a:buNone/>
              <a:defRPr sz="2000">
                <a:solidFill>
                  <a:schemeClr val="lt1"/>
                </a:solidFill>
                <a:latin typeface="Lexend"/>
                <a:ea typeface="Lexend"/>
                <a:cs typeface="Lexend"/>
                <a:sym typeface="Lexend"/>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
        <p:nvSpPr>
          <p:cNvPr id="589" name="Google Shape;589;p42"/>
          <p:cNvSpPr/>
          <p:nvPr>
            <p:ph idx="3" type="pic"/>
          </p:nvPr>
        </p:nvSpPr>
        <p:spPr>
          <a:xfrm>
            <a:off x="324000" y="1893950"/>
            <a:ext cx="2555400" cy="1939500"/>
          </a:xfrm>
          <a:prstGeom prst="rect">
            <a:avLst/>
          </a:prstGeom>
          <a:noFill/>
          <a:ln>
            <a:noFill/>
          </a:ln>
        </p:spPr>
      </p:sp>
      <p:sp>
        <p:nvSpPr>
          <p:cNvPr id="590" name="Google Shape;590;p42"/>
          <p:cNvSpPr/>
          <p:nvPr>
            <p:ph idx="4" type="pic"/>
          </p:nvPr>
        </p:nvSpPr>
        <p:spPr>
          <a:xfrm>
            <a:off x="6256800" y="1893950"/>
            <a:ext cx="2555400" cy="1939500"/>
          </a:xfrm>
          <a:prstGeom prst="rect">
            <a:avLst/>
          </a:prstGeom>
          <a:noFill/>
          <a:ln>
            <a:noFill/>
          </a:ln>
        </p:spPr>
      </p:sp>
      <p:sp>
        <p:nvSpPr>
          <p:cNvPr id="591" name="Google Shape;591;p42"/>
          <p:cNvSpPr/>
          <p:nvPr>
            <p:ph idx="5" type="pic"/>
          </p:nvPr>
        </p:nvSpPr>
        <p:spPr>
          <a:xfrm>
            <a:off x="3294300" y="1893950"/>
            <a:ext cx="2555400" cy="1939500"/>
          </a:xfrm>
          <a:prstGeom prst="rect">
            <a:avLst/>
          </a:prstGeom>
          <a:noFill/>
          <a:ln>
            <a:noFill/>
          </a:ln>
        </p:spPr>
      </p:sp>
      <p:grpSp>
        <p:nvGrpSpPr>
          <p:cNvPr id="592" name="Google Shape;592;p42"/>
          <p:cNvGrpSpPr/>
          <p:nvPr/>
        </p:nvGrpSpPr>
        <p:grpSpPr>
          <a:xfrm>
            <a:off x="1381028" y="4148538"/>
            <a:ext cx="457200" cy="457200"/>
            <a:chOff x="1020916" y="1442088"/>
            <a:chExt cx="457200" cy="457200"/>
          </a:xfrm>
        </p:grpSpPr>
        <p:pic>
          <p:nvPicPr>
            <p:cNvPr id="593" name="Google Shape;593;p42"/>
            <p:cNvPicPr preferRelativeResize="0"/>
            <p:nvPr/>
          </p:nvPicPr>
          <p:blipFill>
            <a:blip r:embed="rId4">
              <a:alphaModFix/>
            </a:blip>
            <a:stretch>
              <a:fillRect/>
            </a:stretch>
          </p:blipFill>
          <p:spPr>
            <a:xfrm>
              <a:off x="1020916" y="1442088"/>
              <a:ext cx="457200" cy="457200"/>
            </a:xfrm>
            <a:prstGeom prst="rect">
              <a:avLst/>
            </a:prstGeom>
            <a:noFill/>
            <a:ln>
              <a:noFill/>
            </a:ln>
          </p:spPr>
        </p:pic>
        <p:sp>
          <p:nvSpPr>
            <p:cNvPr id="594" name="Google Shape;594;p42"/>
            <p:cNvSpPr txBox="1"/>
            <p:nvPr/>
          </p:nvSpPr>
          <p:spPr>
            <a:xfrm>
              <a:off x="1045528" y="1526400"/>
              <a:ext cx="408000" cy="2772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GB" sz="1800">
                  <a:solidFill>
                    <a:srgbClr val="FFFFFF"/>
                  </a:solidFill>
                  <a:latin typeface="Lexend"/>
                  <a:ea typeface="Lexend"/>
                  <a:cs typeface="Lexend"/>
                  <a:sym typeface="Lexend"/>
                </a:rPr>
                <a:t>a</a:t>
              </a:r>
              <a:endParaRPr b="1" sz="1800">
                <a:solidFill>
                  <a:srgbClr val="FFFFFF"/>
                </a:solidFill>
                <a:latin typeface="Lexend"/>
                <a:ea typeface="Lexend"/>
                <a:cs typeface="Lexend"/>
                <a:sym typeface="Lexend"/>
              </a:endParaRPr>
            </a:p>
          </p:txBody>
        </p:sp>
      </p:grpSp>
      <p:grpSp>
        <p:nvGrpSpPr>
          <p:cNvPr id="595" name="Google Shape;595;p42"/>
          <p:cNvGrpSpPr/>
          <p:nvPr/>
        </p:nvGrpSpPr>
        <p:grpSpPr>
          <a:xfrm>
            <a:off x="4331066" y="4148550"/>
            <a:ext cx="457200" cy="457200"/>
            <a:chOff x="1020916" y="1442088"/>
            <a:chExt cx="457200" cy="457200"/>
          </a:xfrm>
        </p:grpSpPr>
        <p:pic>
          <p:nvPicPr>
            <p:cNvPr id="596" name="Google Shape;596;p42"/>
            <p:cNvPicPr preferRelativeResize="0"/>
            <p:nvPr/>
          </p:nvPicPr>
          <p:blipFill>
            <a:blip r:embed="rId4">
              <a:alphaModFix/>
            </a:blip>
            <a:stretch>
              <a:fillRect/>
            </a:stretch>
          </p:blipFill>
          <p:spPr>
            <a:xfrm>
              <a:off x="1020916" y="1442088"/>
              <a:ext cx="457200" cy="457200"/>
            </a:xfrm>
            <a:prstGeom prst="rect">
              <a:avLst/>
            </a:prstGeom>
            <a:noFill/>
            <a:ln>
              <a:noFill/>
            </a:ln>
          </p:spPr>
        </p:pic>
        <p:sp>
          <p:nvSpPr>
            <p:cNvPr id="597" name="Google Shape;597;p42"/>
            <p:cNvSpPr txBox="1"/>
            <p:nvPr/>
          </p:nvSpPr>
          <p:spPr>
            <a:xfrm>
              <a:off x="1045528" y="1526400"/>
              <a:ext cx="408000" cy="2772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GB" sz="1800">
                  <a:solidFill>
                    <a:srgbClr val="FFFFFF"/>
                  </a:solidFill>
                  <a:latin typeface="Lexend"/>
                  <a:ea typeface="Lexend"/>
                  <a:cs typeface="Lexend"/>
                  <a:sym typeface="Lexend"/>
                </a:rPr>
                <a:t>b</a:t>
              </a:r>
              <a:endParaRPr b="1" sz="1800">
                <a:solidFill>
                  <a:srgbClr val="FFFFFF"/>
                </a:solidFill>
                <a:latin typeface="Lexend"/>
                <a:ea typeface="Lexend"/>
                <a:cs typeface="Lexend"/>
                <a:sym typeface="Lexend"/>
              </a:endParaRPr>
            </a:p>
          </p:txBody>
        </p:sp>
      </p:grpSp>
      <p:grpSp>
        <p:nvGrpSpPr>
          <p:cNvPr id="598" name="Google Shape;598;p42"/>
          <p:cNvGrpSpPr/>
          <p:nvPr/>
        </p:nvGrpSpPr>
        <p:grpSpPr>
          <a:xfrm>
            <a:off x="7305791" y="4148538"/>
            <a:ext cx="457200" cy="457200"/>
            <a:chOff x="1020916" y="1442088"/>
            <a:chExt cx="457200" cy="457200"/>
          </a:xfrm>
        </p:grpSpPr>
        <p:pic>
          <p:nvPicPr>
            <p:cNvPr id="599" name="Google Shape;599;p42"/>
            <p:cNvPicPr preferRelativeResize="0"/>
            <p:nvPr/>
          </p:nvPicPr>
          <p:blipFill>
            <a:blip r:embed="rId4">
              <a:alphaModFix/>
            </a:blip>
            <a:stretch>
              <a:fillRect/>
            </a:stretch>
          </p:blipFill>
          <p:spPr>
            <a:xfrm>
              <a:off x="1020916" y="1442088"/>
              <a:ext cx="457200" cy="457200"/>
            </a:xfrm>
            <a:prstGeom prst="rect">
              <a:avLst/>
            </a:prstGeom>
            <a:noFill/>
            <a:ln>
              <a:noFill/>
            </a:ln>
          </p:spPr>
        </p:pic>
        <p:sp>
          <p:nvSpPr>
            <p:cNvPr id="600" name="Google Shape;600;p42"/>
            <p:cNvSpPr txBox="1"/>
            <p:nvPr/>
          </p:nvSpPr>
          <p:spPr>
            <a:xfrm>
              <a:off x="1045528" y="1526400"/>
              <a:ext cx="408000" cy="2772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GB" sz="1800">
                  <a:solidFill>
                    <a:srgbClr val="FFFFFF"/>
                  </a:solidFill>
                  <a:latin typeface="Lexend"/>
                  <a:ea typeface="Lexend"/>
                  <a:cs typeface="Lexend"/>
                  <a:sym typeface="Lexend"/>
                </a:rPr>
                <a:t>c</a:t>
              </a:r>
              <a:endParaRPr b="1" sz="1800">
                <a:solidFill>
                  <a:srgbClr val="FFFFFF"/>
                </a:solidFill>
                <a:latin typeface="Lexend"/>
                <a:ea typeface="Lexend"/>
                <a:cs typeface="Lexend"/>
                <a:sym typeface="Lexend"/>
              </a:endParaRPr>
            </a:p>
          </p:txBody>
        </p:sp>
      </p:grpSp>
    </p:spTree>
  </p:cSld>
  <p:clrMapOvr>
    <a:masterClrMapping/>
  </p:clrMapOvr>
</p:sldLayout>
</file>

<file path=ppt/slideLayouts/slideLayout4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4.05 CfU 3 image options - pink">
  <p:cSld name="TITLE_AND_TWO_COLUMNS_1_1_7_1_1_1_1_1">
    <p:bg>
      <p:bgPr>
        <a:solidFill>
          <a:srgbClr val="FAEAF6"/>
        </a:solidFill>
      </p:bgPr>
    </p:bg>
    <p:spTree>
      <p:nvGrpSpPr>
        <p:cNvPr id="601" name="Shape 601"/>
        <p:cNvGrpSpPr/>
        <p:nvPr/>
      </p:nvGrpSpPr>
      <p:grpSpPr>
        <a:xfrm>
          <a:off x="0" y="0"/>
          <a:ext cx="0" cy="0"/>
          <a:chOff x="0" y="0"/>
          <a:chExt cx="0" cy="0"/>
        </a:xfrm>
      </p:grpSpPr>
      <p:pic>
        <p:nvPicPr>
          <p:cNvPr id="602" name="Google Shape;602;p43"/>
          <p:cNvPicPr preferRelativeResize="0"/>
          <p:nvPr/>
        </p:nvPicPr>
        <p:blipFill rotWithShape="1">
          <a:blip r:embed="rId2">
            <a:alphaModFix/>
          </a:blip>
          <a:srcRect b="1672" l="0" r="0" t="1662"/>
          <a:stretch/>
        </p:blipFill>
        <p:spPr>
          <a:xfrm>
            <a:off x="0" y="532525"/>
            <a:ext cx="9151202" cy="116709"/>
          </a:xfrm>
          <a:prstGeom prst="rect">
            <a:avLst/>
          </a:prstGeom>
          <a:noFill/>
          <a:ln>
            <a:noFill/>
          </a:ln>
        </p:spPr>
      </p:pic>
      <p:sp>
        <p:nvSpPr>
          <p:cNvPr id="603" name="Google Shape;603;p43"/>
          <p:cNvSpPr/>
          <p:nvPr/>
        </p:nvSpPr>
        <p:spPr>
          <a:xfrm>
            <a:off x="0" y="1"/>
            <a:ext cx="9144300" cy="540300"/>
          </a:xfrm>
          <a:prstGeom prst="rect">
            <a:avLst/>
          </a:pr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04" name="Google Shape;604;p43"/>
          <p:cNvSpPr txBox="1"/>
          <p:nvPr>
            <p:ph type="title"/>
          </p:nvPr>
        </p:nvSpPr>
        <p:spPr>
          <a:xfrm>
            <a:off x="324000" y="748763"/>
            <a:ext cx="8179200" cy="489600"/>
          </a:xfrm>
          <a:prstGeom prst="rect">
            <a:avLst/>
          </a:prstGeom>
        </p:spPr>
        <p:txBody>
          <a:bodyPr anchorCtr="0" anchor="t" bIns="0" lIns="0" spcFirstLastPara="1" rIns="0" wrap="square" tIns="0">
            <a:noAutofit/>
          </a:bodyPr>
          <a:lstStyle>
            <a:lvl1pPr lvl="0" rtl="0">
              <a:spcBef>
                <a:spcPts val="0"/>
              </a:spcBef>
              <a:spcAft>
                <a:spcPts val="0"/>
              </a:spcAft>
              <a:buSzPts val="2200"/>
              <a:buFont typeface="Lexend"/>
              <a:buNone/>
              <a:defRPr b="0" sz="2200">
                <a:latin typeface="Lexend"/>
                <a:ea typeface="Lexend"/>
                <a:cs typeface="Lexend"/>
                <a:sym typeface="Lexend"/>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pic>
        <p:nvPicPr>
          <p:cNvPr id="605" name="Google Shape;605;p43"/>
          <p:cNvPicPr preferRelativeResize="0"/>
          <p:nvPr/>
        </p:nvPicPr>
        <p:blipFill rotWithShape="1">
          <a:blip r:embed="rId3">
            <a:alphaModFix/>
          </a:blip>
          <a:srcRect b="0" l="0" r="0" t="0"/>
          <a:stretch/>
        </p:blipFill>
        <p:spPr>
          <a:xfrm>
            <a:off x="8528585" y="-11474"/>
            <a:ext cx="499700" cy="499700"/>
          </a:xfrm>
          <a:prstGeom prst="rect">
            <a:avLst/>
          </a:prstGeom>
          <a:noFill/>
          <a:ln>
            <a:noFill/>
          </a:ln>
        </p:spPr>
      </p:pic>
      <p:sp>
        <p:nvSpPr>
          <p:cNvPr id="606" name="Google Shape;606;p43"/>
          <p:cNvSpPr txBox="1"/>
          <p:nvPr/>
        </p:nvSpPr>
        <p:spPr>
          <a:xfrm>
            <a:off x="8476560" y="438750"/>
            <a:ext cx="603900" cy="138600"/>
          </a:xfrm>
          <a:prstGeom prst="rect">
            <a:avLst/>
          </a:prstGeom>
          <a:noFill/>
          <a:ln>
            <a:noFill/>
          </a:ln>
        </p:spPr>
        <p:txBody>
          <a:bodyPr anchorCtr="0" anchor="t" bIns="0" lIns="0" spcFirstLastPara="1" rIns="0" wrap="square" tIns="0">
            <a:spAutoFit/>
          </a:bodyPr>
          <a:lstStyle/>
          <a:p>
            <a:pPr indent="0" lvl="0" marL="0" rtl="0" algn="ctr">
              <a:spcBef>
                <a:spcPts val="0"/>
              </a:spcBef>
              <a:spcAft>
                <a:spcPts val="0"/>
              </a:spcAft>
              <a:buNone/>
            </a:pPr>
            <a:r>
              <a:rPr b="1" lang="en-GB" sz="900">
                <a:solidFill>
                  <a:srgbClr val="FAEAF6"/>
                </a:solidFill>
                <a:latin typeface="Lexend"/>
                <a:ea typeface="Lexend"/>
                <a:cs typeface="Lexend"/>
                <a:sym typeface="Lexend"/>
              </a:rPr>
              <a:t>Check</a:t>
            </a:r>
            <a:endParaRPr b="1" sz="900">
              <a:solidFill>
                <a:srgbClr val="FAEAF6"/>
              </a:solidFill>
              <a:latin typeface="Lexend"/>
              <a:ea typeface="Lexend"/>
              <a:cs typeface="Lexend"/>
              <a:sym typeface="Lexend"/>
            </a:endParaRPr>
          </a:p>
        </p:txBody>
      </p:sp>
      <p:sp>
        <p:nvSpPr>
          <p:cNvPr id="607" name="Google Shape;607;p43"/>
          <p:cNvSpPr txBox="1"/>
          <p:nvPr>
            <p:ph idx="2" type="title"/>
          </p:nvPr>
        </p:nvSpPr>
        <p:spPr>
          <a:xfrm>
            <a:off x="324000" y="0"/>
            <a:ext cx="7885200" cy="613500"/>
          </a:xfrm>
          <a:prstGeom prst="rect">
            <a:avLst/>
          </a:prstGeom>
        </p:spPr>
        <p:txBody>
          <a:bodyPr anchorCtr="0" anchor="ctr" bIns="0" lIns="0" spcFirstLastPara="1" rIns="0" wrap="square" tIns="0">
            <a:noAutofit/>
          </a:bodyPr>
          <a:lstStyle>
            <a:lvl1pPr lvl="0" rtl="0">
              <a:lnSpc>
                <a:spcPct val="100000"/>
              </a:lnSpc>
              <a:spcBef>
                <a:spcPts val="0"/>
              </a:spcBef>
              <a:spcAft>
                <a:spcPts val="0"/>
              </a:spcAft>
              <a:buClr>
                <a:schemeClr val="lt1"/>
              </a:buClr>
              <a:buSzPts val="2000"/>
              <a:buFont typeface="Lexend"/>
              <a:buNone/>
              <a:defRPr sz="2000">
                <a:solidFill>
                  <a:schemeClr val="lt1"/>
                </a:solidFill>
                <a:latin typeface="Lexend"/>
                <a:ea typeface="Lexend"/>
                <a:cs typeface="Lexend"/>
                <a:sym typeface="Lexend"/>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
        <p:nvSpPr>
          <p:cNvPr id="608" name="Google Shape;608;p43"/>
          <p:cNvSpPr/>
          <p:nvPr>
            <p:ph idx="3" type="pic"/>
          </p:nvPr>
        </p:nvSpPr>
        <p:spPr>
          <a:xfrm>
            <a:off x="324000" y="1893950"/>
            <a:ext cx="2555400" cy="1939500"/>
          </a:xfrm>
          <a:prstGeom prst="rect">
            <a:avLst/>
          </a:prstGeom>
          <a:noFill/>
          <a:ln>
            <a:noFill/>
          </a:ln>
        </p:spPr>
      </p:sp>
      <p:sp>
        <p:nvSpPr>
          <p:cNvPr id="609" name="Google Shape;609;p43"/>
          <p:cNvSpPr/>
          <p:nvPr>
            <p:ph idx="4" type="pic"/>
          </p:nvPr>
        </p:nvSpPr>
        <p:spPr>
          <a:xfrm>
            <a:off x="6256800" y="1893950"/>
            <a:ext cx="2555400" cy="1939500"/>
          </a:xfrm>
          <a:prstGeom prst="rect">
            <a:avLst/>
          </a:prstGeom>
          <a:noFill/>
          <a:ln>
            <a:noFill/>
          </a:ln>
        </p:spPr>
      </p:sp>
      <p:sp>
        <p:nvSpPr>
          <p:cNvPr id="610" name="Google Shape;610;p43"/>
          <p:cNvSpPr/>
          <p:nvPr>
            <p:ph idx="5" type="pic"/>
          </p:nvPr>
        </p:nvSpPr>
        <p:spPr>
          <a:xfrm>
            <a:off x="3294300" y="1893950"/>
            <a:ext cx="2555400" cy="1939500"/>
          </a:xfrm>
          <a:prstGeom prst="rect">
            <a:avLst/>
          </a:prstGeom>
          <a:noFill/>
          <a:ln>
            <a:noFill/>
          </a:ln>
        </p:spPr>
      </p:sp>
      <p:grpSp>
        <p:nvGrpSpPr>
          <p:cNvPr id="611" name="Google Shape;611;p43"/>
          <p:cNvGrpSpPr/>
          <p:nvPr/>
        </p:nvGrpSpPr>
        <p:grpSpPr>
          <a:xfrm>
            <a:off x="1381028" y="4148538"/>
            <a:ext cx="457200" cy="457200"/>
            <a:chOff x="1020916" y="1442088"/>
            <a:chExt cx="457200" cy="457200"/>
          </a:xfrm>
        </p:grpSpPr>
        <p:pic>
          <p:nvPicPr>
            <p:cNvPr id="612" name="Google Shape;612;p43"/>
            <p:cNvPicPr preferRelativeResize="0"/>
            <p:nvPr/>
          </p:nvPicPr>
          <p:blipFill>
            <a:blip r:embed="rId4">
              <a:alphaModFix/>
            </a:blip>
            <a:stretch>
              <a:fillRect/>
            </a:stretch>
          </p:blipFill>
          <p:spPr>
            <a:xfrm>
              <a:off x="1020916" y="1442088"/>
              <a:ext cx="457200" cy="457200"/>
            </a:xfrm>
            <a:prstGeom prst="rect">
              <a:avLst/>
            </a:prstGeom>
            <a:noFill/>
            <a:ln>
              <a:noFill/>
            </a:ln>
          </p:spPr>
        </p:pic>
        <p:sp>
          <p:nvSpPr>
            <p:cNvPr id="613" name="Google Shape;613;p43"/>
            <p:cNvSpPr txBox="1"/>
            <p:nvPr/>
          </p:nvSpPr>
          <p:spPr>
            <a:xfrm>
              <a:off x="1045528" y="1526400"/>
              <a:ext cx="408000" cy="2772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GB" sz="1800">
                  <a:solidFill>
                    <a:srgbClr val="FFFFFF"/>
                  </a:solidFill>
                  <a:latin typeface="Lexend"/>
                  <a:ea typeface="Lexend"/>
                  <a:cs typeface="Lexend"/>
                  <a:sym typeface="Lexend"/>
                </a:rPr>
                <a:t>a</a:t>
              </a:r>
              <a:endParaRPr b="1" sz="1800">
                <a:solidFill>
                  <a:srgbClr val="FFFFFF"/>
                </a:solidFill>
                <a:latin typeface="Lexend"/>
                <a:ea typeface="Lexend"/>
                <a:cs typeface="Lexend"/>
                <a:sym typeface="Lexend"/>
              </a:endParaRPr>
            </a:p>
          </p:txBody>
        </p:sp>
      </p:grpSp>
      <p:grpSp>
        <p:nvGrpSpPr>
          <p:cNvPr id="614" name="Google Shape;614;p43"/>
          <p:cNvGrpSpPr/>
          <p:nvPr/>
        </p:nvGrpSpPr>
        <p:grpSpPr>
          <a:xfrm>
            <a:off x="4331066" y="4148550"/>
            <a:ext cx="457200" cy="457200"/>
            <a:chOff x="1020916" y="1442088"/>
            <a:chExt cx="457200" cy="457200"/>
          </a:xfrm>
        </p:grpSpPr>
        <p:pic>
          <p:nvPicPr>
            <p:cNvPr id="615" name="Google Shape;615;p43"/>
            <p:cNvPicPr preferRelativeResize="0"/>
            <p:nvPr/>
          </p:nvPicPr>
          <p:blipFill>
            <a:blip r:embed="rId4">
              <a:alphaModFix/>
            </a:blip>
            <a:stretch>
              <a:fillRect/>
            </a:stretch>
          </p:blipFill>
          <p:spPr>
            <a:xfrm>
              <a:off x="1020916" y="1442088"/>
              <a:ext cx="457200" cy="457200"/>
            </a:xfrm>
            <a:prstGeom prst="rect">
              <a:avLst/>
            </a:prstGeom>
            <a:noFill/>
            <a:ln>
              <a:noFill/>
            </a:ln>
          </p:spPr>
        </p:pic>
        <p:sp>
          <p:nvSpPr>
            <p:cNvPr id="616" name="Google Shape;616;p43"/>
            <p:cNvSpPr txBox="1"/>
            <p:nvPr/>
          </p:nvSpPr>
          <p:spPr>
            <a:xfrm>
              <a:off x="1045528" y="1526400"/>
              <a:ext cx="408000" cy="2772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GB" sz="1800">
                  <a:solidFill>
                    <a:srgbClr val="FFFFFF"/>
                  </a:solidFill>
                  <a:latin typeface="Lexend"/>
                  <a:ea typeface="Lexend"/>
                  <a:cs typeface="Lexend"/>
                  <a:sym typeface="Lexend"/>
                </a:rPr>
                <a:t>b</a:t>
              </a:r>
              <a:endParaRPr b="1" sz="1800">
                <a:solidFill>
                  <a:srgbClr val="FFFFFF"/>
                </a:solidFill>
                <a:latin typeface="Lexend"/>
                <a:ea typeface="Lexend"/>
                <a:cs typeface="Lexend"/>
                <a:sym typeface="Lexend"/>
              </a:endParaRPr>
            </a:p>
          </p:txBody>
        </p:sp>
      </p:grpSp>
      <p:grpSp>
        <p:nvGrpSpPr>
          <p:cNvPr id="617" name="Google Shape;617;p43"/>
          <p:cNvGrpSpPr/>
          <p:nvPr/>
        </p:nvGrpSpPr>
        <p:grpSpPr>
          <a:xfrm>
            <a:off x="7305791" y="4148538"/>
            <a:ext cx="457200" cy="457200"/>
            <a:chOff x="1020916" y="1442088"/>
            <a:chExt cx="457200" cy="457200"/>
          </a:xfrm>
        </p:grpSpPr>
        <p:pic>
          <p:nvPicPr>
            <p:cNvPr id="618" name="Google Shape;618;p43"/>
            <p:cNvPicPr preferRelativeResize="0"/>
            <p:nvPr/>
          </p:nvPicPr>
          <p:blipFill>
            <a:blip r:embed="rId4">
              <a:alphaModFix/>
            </a:blip>
            <a:stretch>
              <a:fillRect/>
            </a:stretch>
          </p:blipFill>
          <p:spPr>
            <a:xfrm>
              <a:off x="1020916" y="1442088"/>
              <a:ext cx="457200" cy="457200"/>
            </a:xfrm>
            <a:prstGeom prst="rect">
              <a:avLst/>
            </a:prstGeom>
            <a:noFill/>
            <a:ln>
              <a:noFill/>
            </a:ln>
          </p:spPr>
        </p:pic>
        <p:sp>
          <p:nvSpPr>
            <p:cNvPr id="619" name="Google Shape;619;p43"/>
            <p:cNvSpPr txBox="1"/>
            <p:nvPr/>
          </p:nvSpPr>
          <p:spPr>
            <a:xfrm>
              <a:off x="1045528" y="1526400"/>
              <a:ext cx="408000" cy="2772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GB" sz="1800">
                  <a:solidFill>
                    <a:srgbClr val="FFFFFF"/>
                  </a:solidFill>
                  <a:latin typeface="Lexend"/>
                  <a:ea typeface="Lexend"/>
                  <a:cs typeface="Lexend"/>
                  <a:sym typeface="Lexend"/>
                </a:rPr>
                <a:t>c</a:t>
              </a:r>
              <a:endParaRPr b="1" sz="1800">
                <a:solidFill>
                  <a:srgbClr val="FFFFFF"/>
                </a:solidFill>
                <a:latin typeface="Lexend"/>
                <a:ea typeface="Lexend"/>
                <a:cs typeface="Lexend"/>
                <a:sym typeface="Lexend"/>
              </a:endParaRPr>
            </a:p>
          </p:txBody>
        </p:sp>
      </p:grpSp>
    </p:spTree>
  </p:cSld>
  <p:clrMapOvr>
    <a:masterClrMapping/>
  </p:clrMapOvr>
</p:sldLayout>
</file>

<file path=ppt/slideLayouts/slideLayout4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06 CfU blank - purple ">
  <p:cSld name="TITLE_AND_TWO_COLUMNS_1_1_6_2">
    <p:bg>
      <p:bgPr>
        <a:solidFill>
          <a:srgbClr val="F3EEFB"/>
        </a:solidFill>
      </p:bgPr>
    </p:bg>
    <p:spTree>
      <p:nvGrpSpPr>
        <p:cNvPr id="620" name="Shape 620"/>
        <p:cNvGrpSpPr/>
        <p:nvPr/>
      </p:nvGrpSpPr>
      <p:grpSpPr>
        <a:xfrm>
          <a:off x="0" y="0"/>
          <a:ext cx="0" cy="0"/>
          <a:chOff x="0" y="0"/>
          <a:chExt cx="0" cy="0"/>
        </a:xfrm>
      </p:grpSpPr>
      <p:pic>
        <p:nvPicPr>
          <p:cNvPr id="621" name="Google Shape;621;p44"/>
          <p:cNvPicPr preferRelativeResize="0"/>
          <p:nvPr/>
        </p:nvPicPr>
        <p:blipFill>
          <a:blip r:embed="rId2">
            <a:alphaModFix/>
          </a:blip>
          <a:stretch>
            <a:fillRect/>
          </a:stretch>
        </p:blipFill>
        <p:spPr>
          <a:xfrm>
            <a:off x="0" y="532525"/>
            <a:ext cx="9151202" cy="116709"/>
          </a:xfrm>
          <a:prstGeom prst="rect">
            <a:avLst/>
          </a:prstGeom>
          <a:noFill/>
          <a:ln>
            <a:noFill/>
          </a:ln>
        </p:spPr>
      </p:pic>
      <p:sp>
        <p:nvSpPr>
          <p:cNvPr id="622" name="Google Shape;622;p44"/>
          <p:cNvSpPr/>
          <p:nvPr/>
        </p:nvSpPr>
        <p:spPr>
          <a:xfrm>
            <a:off x="-1" y="-2"/>
            <a:ext cx="9144300" cy="540300"/>
          </a:xfrm>
          <a:prstGeom prst="rect">
            <a:avLst/>
          </a:pr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23" name="Google Shape;623;p44"/>
          <p:cNvSpPr txBox="1"/>
          <p:nvPr>
            <p:ph idx="1" type="body"/>
          </p:nvPr>
        </p:nvSpPr>
        <p:spPr>
          <a:xfrm>
            <a:off x="324000" y="759300"/>
            <a:ext cx="8237700" cy="3020700"/>
          </a:xfrm>
          <a:prstGeom prst="rect">
            <a:avLst/>
          </a:prstGeom>
        </p:spPr>
        <p:txBody>
          <a:bodyPr anchorCtr="0" anchor="t" bIns="0" lIns="0" spcFirstLastPara="1" rIns="0" wrap="square" tIns="0">
            <a:noAutofit/>
          </a:bodyPr>
          <a:lstStyle>
            <a:lvl1pPr indent="-368300" lvl="0" marL="457200" rtl="0">
              <a:lnSpc>
                <a:spcPct val="115000"/>
              </a:lnSpc>
              <a:spcBef>
                <a:spcPts val="0"/>
              </a:spcBef>
              <a:spcAft>
                <a:spcPts val="0"/>
              </a:spcAft>
              <a:buSzPts val="2200"/>
              <a:buFont typeface="Lexend"/>
              <a:buChar char="●"/>
              <a:defRPr sz="2200">
                <a:latin typeface="Lexend"/>
                <a:ea typeface="Lexend"/>
                <a:cs typeface="Lexend"/>
                <a:sym typeface="Lexend"/>
              </a:defRPr>
            </a:lvl1pPr>
            <a:lvl2pPr indent="-368300" lvl="1" marL="914400" rtl="0">
              <a:spcBef>
                <a:spcPts val="1000"/>
              </a:spcBef>
              <a:spcAft>
                <a:spcPts val="0"/>
              </a:spcAft>
              <a:buSzPts val="2200"/>
              <a:buFont typeface="Lexend"/>
              <a:buChar char="–"/>
              <a:defRPr sz="2200">
                <a:latin typeface="Lexend"/>
                <a:ea typeface="Lexend"/>
                <a:cs typeface="Lexend"/>
                <a:sym typeface="Lexend"/>
              </a:defRPr>
            </a:lvl2pPr>
            <a:lvl3pPr indent="-355600" lvl="2" marL="1371600" rtl="0">
              <a:spcBef>
                <a:spcPts val="1000"/>
              </a:spcBef>
              <a:spcAft>
                <a:spcPts val="0"/>
              </a:spcAft>
              <a:buSzPts val="2000"/>
              <a:buFont typeface="Lexend"/>
              <a:buChar char="–"/>
              <a:defRPr>
                <a:latin typeface="Lexend"/>
                <a:ea typeface="Lexend"/>
                <a:cs typeface="Lexend"/>
                <a:sym typeface="Lexend"/>
              </a:defRPr>
            </a:lvl3pPr>
            <a:lvl4pPr indent="-368300" lvl="3" marL="1828800" rtl="0">
              <a:spcBef>
                <a:spcPts val="800"/>
              </a:spcBef>
              <a:spcAft>
                <a:spcPts val="0"/>
              </a:spcAft>
              <a:buSzPts val="2200"/>
              <a:buFont typeface="Lexend"/>
              <a:buChar char="–"/>
              <a:defRPr sz="2200">
                <a:latin typeface="Lexend"/>
                <a:ea typeface="Lexend"/>
                <a:cs typeface="Lexend"/>
                <a:sym typeface="Lexend"/>
              </a:defRPr>
            </a:lvl4pPr>
            <a:lvl5pPr indent="-342900" lvl="4" marL="2286000" rtl="0">
              <a:spcBef>
                <a:spcPts val="800"/>
              </a:spcBef>
              <a:spcAft>
                <a:spcPts val="0"/>
              </a:spcAft>
              <a:buSzPts val="1800"/>
              <a:buFont typeface="Lexend"/>
              <a:buChar char="–"/>
              <a:defRPr>
                <a:latin typeface="Lexend"/>
                <a:ea typeface="Lexend"/>
                <a:cs typeface="Lexend"/>
                <a:sym typeface="Lexend"/>
              </a:defRPr>
            </a:lvl5pPr>
            <a:lvl6pPr indent="-342900" lvl="5" marL="2743200" rtl="0">
              <a:spcBef>
                <a:spcPts val="600"/>
              </a:spcBef>
              <a:spcAft>
                <a:spcPts val="0"/>
              </a:spcAft>
              <a:buSzPts val="1800"/>
              <a:buFont typeface="Lexend"/>
              <a:buChar char="–"/>
              <a:defRPr sz="1800">
                <a:latin typeface="Lexend"/>
                <a:ea typeface="Lexend"/>
                <a:cs typeface="Lexend"/>
                <a:sym typeface="Lexend"/>
              </a:defRPr>
            </a:lvl6pPr>
            <a:lvl7pPr indent="-342900" lvl="6" marL="3200400" rtl="0">
              <a:spcBef>
                <a:spcPts val="600"/>
              </a:spcBef>
              <a:spcAft>
                <a:spcPts val="0"/>
              </a:spcAft>
              <a:buSzPts val="1800"/>
              <a:buFont typeface="Lexend"/>
              <a:buChar char="–"/>
              <a:defRPr>
                <a:latin typeface="Lexend"/>
                <a:ea typeface="Lexend"/>
                <a:cs typeface="Lexend"/>
                <a:sym typeface="Lexend"/>
              </a:defRPr>
            </a:lvl7pPr>
            <a:lvl8pPr indent="-342900" lvl="7" marL="3657600" rtl="0">
              <a:spcBef>
                <a:spcPts val="400"/>
              </a:spcBef>
              <a:spcAft>
                <a:spcPts val="0"/>
              </a:spcAft>
              <a:buSzPts val="1800"/>
              <a:buFont typeface="Lexend"/>
              <a:buChar char="–"/>
              <a:defRPr>
                <a:latin typeface="Lexend"/>
                <a:ea typeface="Lexend"/>
                <a:cs typeface="Lexend"/>
                <a:sym typeface="Lexend"/>
              </a:defRPr>
            </a:lvl8pPr>
            <a:lvl9pPr indent="-342900" lvl="8" marL="4114800" rtl="0">
              <a:spcBef>
                <a:spcPts val="400"/>
              </a:spcBef>
              <a:spcAft>
                <a:spcPts val="200"/>
              </a:spcAft>
              <a:buSzPts val="1800"/>
              <a:buFont typeface="Lexend"/>
              <a:buChar char="–"/>
              <a:defRPr>
                <a:latin typeface="Lexend"/>
                <a:ea typeface="Lexend"/>
                <a:cs typeface="Lexend"/>
                <a:sym typeface="Lexend"/>
              </a:defRPr>
            </a:lvl9pPr>
          </a:lstStyle>
          <a:p/>
        </p:txBody>
      </p:sp>
      <p:pic>
        <p:nvPicPr>
          <p:cNvPr id="624" name="Google Shape;624;p44"/>
          <p:cNvPicPr preferRelativeResize="0"/>
          <p:nvPr/>
        </p:nvPicPr>
        <p:blipFill rotWithShape="1">
          <a:blip r:embed="rId3">
            <a:alphaModFix/>
          </a:blip>
          <a:srcRect b="0" l="0" r="0" t="0"/>
          <a:stretch/>
        </p:blipFill>
        <p:spPr>
          <a:xfrm>
            <a:off x="8528585" y="-11474"/>
            <a:ext cx="499700" cy="499700"/>
          </a:xfrm>
          <a:prstGeom prst="rect">
            <a:avLst/>
          </a:prstGeom>
          <a:noFill/>
          <a:ln>
            <a:noFill/>
          </a:ln>
        </p:spPr>
      </p:pic>
      <p:sp>
        <p:nvSpPr>
          <p:cNvPr id="625" name="Google Shape;625;p44"/>
          <p:cNvSpPr txBox="1"/>
          <p:nvPr/>
        </p:nvSpPr>
        <p:spPr>
          <a:xfrm>
            <a:off x="8476560" y="438750"/>
            <a:ext cx="603900" cy="138600"/>
          </a:xfrm>
          <a:prstGeom prst="rect">
            <a:avLst/>
          </a:prstGeom>
          <a:noFill/>
          <a:ln>
            <a:noFill/>
          </a:ln>
        </p:spPr>
        <p:txBody>
          <a:bodyPr anchorCtr="0" anchor="t" bIns="0" lIns="0" spcFirstLastPara="1" rIns="0" wrap="square" tIns="0">
            <a:spAutoFit/>
          </a:bodyPr>
          <a:lstStyle/>
          <a:p>
            <a:pPr indent="0" lvl="0" marL="0" rtl="0" algn="ctr">
              <a:spcBef>
                <a:spcPts val="0"/>
              </a:spcBef>
              <a:spcAft>
                <a:spcPts val="0"/>
              </a:spcAft>
              <a:buNone/>
            </a:pPr>
            <a:r>
              <a:rPr b="1" lang="en-GB" sz="900">
                <a:solidFill>
                  <a:srgbClr val="EBEDFE"/>
                </a:solidFill>
                <a:latin typeface="Lexend"/>
                <a:ea typeface="Lexend"/>
                <a:cs typeface="Lexend"/>
                <a:sym typeface="Lexend"/>
              </a:rPr>
              <a:t>Check</a:t>
            </a:r>
            <a:endParaRPr b="1" sz="900">
              <a:solidFill>
                <a:srgbClr val="EBEDFE"/>
              </a:solidFill>
              <a:latin typeface="Lexend"/>
              <a:ea typeface="Lexend"/>
              <a:cs typeface="Lexend"/>
              <a:sym typeface="Lexend"/>
            </a:endParaRPr>
          </a:p>
        </p:txBody>
      </p:sp>
      <p:sp>
        <p:nvSpPr>
          <p:cNvPr id="626" name="Google Shape;626;p44"/>
          <p:cNvSpPr txBox="1"/>
          <p:nvPr>
            <p:ph type="title"/>
          </p:nvPr>
        </p:nvSpPr>
        <p:spPr>
          <a:xfrm>
            <a:off x="324000" y="0"/>
            <a:ext cx="7885200" cy="613500"/>
          </a:xfrm>
          <a:prstGeom prst="rect">
            <a:avLst/>
          </a:prstGeom>
        </p:spPr>
        <p:txBody>
          <a:bodyPr anchorCtr="0" anchor="ctr" bIns="0" lIns="0" spcFirstLastPara="1" rIns="0" wrap="square" tIns="0">
            <a:noAutofit/>
          </a:bodyPr>
          <a:lstStyle>
            <a:lvl1pPr lvl="0" rtl="0">
              <a:lnSpc>
                <a:spcPct val="100000"/>
              </a:lnSpc>
              <a:spcBef>
                <a:spcPts val="0"/>
              </a:spcBef>
              <a:spcAft>
                <a:spcPts val="0"/>
              </a:spcAft>
              <a:buClr>
                <a:schemeClr val="lt1"/>
              </a:buClr>
              <a:buSzPts val="2000"/>
              <a:buFont typeface="Lexend"/>
              <a:buNone/>
              <a:defRPr sz="2000">
                <a:solidFill>
                  <a:schemeClr val="lt1"/>
                </a:solidFill>
                <a:latin typeface="Lexend"/>
                <a:ea typeface="Lexend"/>
                <a:cs typeface="Lexend"/>
                <a:sym typeface="Lexend"/>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Tree>
  </p:cSld>
  <p:clrMapOvr>
    <a:masterClrMapping/>
  </p:clrMapOvr>
</p:sldLayout>
</file>

<file path=ppt/slideLayouts/slideLayout4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2.06 CfU blank - jade ">
  <p:cSld name="TITLE_AND_TWO_COLUMNS_1_1_6_2_3_1">
    <p:bg>
      <p:bgPr>
        <a:solidFill>
          <a:srgbClr val="E6F2F2"/>
        </a:solidFill>
      </p:bgPr>
    </p:bg>
    <p:spTree>
      <p:nvGrpSpPr>
        <p:cNvPr id="627" name="Shape 627"/>
        <p:cNvGrpSpPr/>
        <p:nvPr/>
      </p:nvGrpSpPr>
      <p:grpSpPr>
        <a:xfrm>
          <a:off x="0" y="0"/>
          <a:ext cx="0" cy="0"/>
          <a:chOff x="0" y="0"/>
          <a:chExt cx="0" cy="0"/>
        </a:xfrm>
      </p:grpSpPr>
      <p:pic>
        <p:nvPicPr>
          <p:cNvPr id="628" name="Google Shape;628;p45"/>
          <p:cNvPicPr preferRelativeResize="0"/>
          <p:nvPr/>
        </p:nvPicPr>
        <p:blipFill rotWithShape="1">
          <a:blip r:embed="rId2">
            <a:alphaModFix/>
          </a:blip>
          <a:srcRect b="1672" l="0" r="0" t="1662"/>
          <a:stretch/>
        </p:blipFill>
        <p:spPr>
          <a:xfrm>
            <a:off x="0" y="532525"/>
            <a:ext cx="9151202" cy="116709"/>
          </a:xfrm>
          <a:prstGeom prst="rect">
            <a:avLst/>
          </a:prstGeom>
          <a:noFill/>
          <a:ln>
            <a:noFill/>
          </a:ln>
        </p:spPr>
      </p:pic>
      <p:sp>
        <p:nvSpPr>
          <p:cNvPr id="629" name="Google Shape;629;p45"/>
          <p:cNvSpPr/>
          <p:nvPr/>
        </p:nvSpPr>
        <p:spPr>
          <a:xfrm>
            <a:off x="-1" y="-2"/>
            <a:ext cx="9144300" cy="540300"/>
          </a:xfrm>
          <a:prstGeom prst="rect">
            <a:avLst/>
          </a:pr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30" name="Google Shape;630;p45"/>
          <p:cNvSpPr txBox="1"/>
          <p:nvPr>
            <p:ph idx="1" type="body"/>
          </p:nvPr>
        </p:nvSpPr>
        <p:spPr>
          <a:xfrm>
            <a:off x="324000" y="759300"/>
            <a:ext cx="8237700" cy="3020700"/>
          </a:xfrm>
          <a:prstGeom prst="rect">
            <a:avLst/>
          </a:prstGeom>
        </p:spPr>
        <p:txBody>
          <a:bodyPr anchorCtr="0" anchor="t" bIns="0" lIns="0" spcFirstLastPara="1" rIns="0" wrap="square" tIns="0">
            <a:noAutofit/>
          </a:bodyPr>
          <a:lstStyle>
            <a:lvl1pPr indent="-368300" lvl="0" marL="457200" rtl="0">
              <a:lnSpc>
                <a:spcPct val="115000"/>
              </a:lnSpc>
              <a:spcBef>
                <a:spcPts val="0"/>
              </a:spcBef>
              <a:spcAft>
                <a:spcPts val="0"/>
              </a:spcAft>
              <a:buSzPts val="2200"/>
              <a:buFont typeface="Lexend"/>
              <a:buChar char="●"/>
              <a:defRPr sz="2200">
                <a:latin typeface="Lexend"/>
                <a:ea typeface="Lexend"/>
                <a:cs typeface="Lexend"/>
                <a:sym typeface="Lexend"/>
              </a:defRPr>
            </a:lvl1pPr>
            <a:lvl2pPr indent="-368300" lvl="1" marL="914400" rtl="0">
              <a:spcBef>
                <a:spcPts val="1000"/>
              </a:spcBef>
              <a:spcAft>
                <a:spcPts val="0"/>
              </a:spcAft>
              <a:buSzPts val="2200"/>
              <a:buFont typeface="Lexend"/>
              <a:buChar char="–"/>
              <a:defRPr sz="2200">
                <a:latin typeface="Lexend"/>
                <a:ea typeface="Lexend"/>
                <a:cs typeface="Lexend"/>
                <a:sym typeface="Lexend"/>
              </a:defRPr>
            </a:lvl2pPr>
            <a:lvl3pPr indent="-355600" lvl="2" marL="1371600" rtl="0">
              <a:spcBef>
                <a:spcPts val="1000"/>
              </a:spcBef>
              <a:spcAft>
                <a:spcPts val="0"/>
              </a:spcAft>
              <a:buSzPts val="2000"/>
              <a:buFont typeface="Lexend"/>
              <a:buChar char="–"/>
              <a:defRPr>
                <a:latin typeface="Lexend"/>
                <a:ea typeface="Lexend"/>
                <a:cs typeface="Lexend"/>
                <a:sym typeface="Lexend"/>
              </a:defRPr>
            </a:lvl3pPr>
            <a:lvl4pPr indent="-368300" lvl="3" marL="1828800" rtl="0">
              <a:spcBef>
                <a:spcPts val="800"/>
              </a:spcBef>
              <a:spcAft>
                <a:spcPts val="0"/>
              </a:spcAft>
              <a:buSzPts val="2200"/>
              <a:buFont typeface="Lexend"/>
              <a:buChar char="–"/>
              <a:defRPr sz="2200">
                <a:latin typeface="Lexend"/>
                <a:ea typeface="Lexend"/>
                <a:cs typeface="Lexend"/>
                <a:sym typeface="Lexend"/>
              </a:defRPr>
            </a:lvl4pPr>
            <a:lvl5pPr indent="-342900" lvl="4" marL="2286000" rtl="0">
              <a:spcBef>
                <a:spcPts val="800"/>
              </a:spcBef>
              <a:spcAft>
                <a:spcPts val="0"/>
              </a:spcAft>
              <a:buSzPts val="1800"/>
              <a:buFont typeface="Lexend"/>
              <a:buChar char="–"/>
              <a:defRPr>
                <a:latin typeface="Lexend"/>
                <a:ea typeface="Lexend"/>
                <a:cs typeface="Lexend"/>
                <a:sym typeface="Lexend"/>
              </a:defRPr>
            </a:lvl5pPr>
            <a:lvl6pPr indent="-342900" lvl="5" marL="2743200" rtl="0">
              <a:spcBef>
                <a:spcPts val="600"/>
              </a:spcBef>
              <a:spcAft>
                <a:spcPts val="0"/>
              </a:spcAft>
              <a:buSzPts val="1800"/>
              <a:buFont typeface="Lexend"/>
              <a:buChar char="–"/>
              <a:defRPr sz="1800">
                <a:latin typeface="Lexend"/>
                <a:ea typeface="Lexend"/>
                <a:cs typeface="Lexend"/>
                <a:sym typeface="Lexend"/>
              </a:defRPr>
            </a:lvl6pPr>
            <a:lvl7pPr indent="-342900" lvl="6" marL="3200400" rtl="0">
              <a:spcBef>
                <a:spcPts val="600"/>
              </a:spcBef>
              <a:spcAft>
                <a:spcPts val="0"/>
              </a:spcAft>
              <a:buSzPts val="1800"/>
              <a:buFont typeface="Lexend"/>
              <a:buChar char="–"/>
              <a:defRPr>
                <a:latin typeface="Lexend"/>
                <a:ea typeface="Lexend"/>
                <a:cs typeface="Lexend"/>
                <a:sym typeface="Lexend"/>
              </a:defRPr>
            </a:lvl7pPr>
            <a:lvl8pPr indent="-342900" lvl="7" marL="3657600" rtl="0">
              <a:spcBef>
                <a:spcPts val="400"/>
              </a:spcBef>
              <a:spcAft>
                <a:spcPts val="0"/>
              </a:spcAft>
              <a:buSzPts val="1800"/>
              <a:buFont typeface="Lexend"/>
              <a:buChar char="–"/>
              <a:defRPr>
                <a:latin typeface="Lexend"/>
                <a:ea typeface="Lexend"/>
                <a:cs typeface="Lexend"/>
                <a:sym typeface="Lexend"/>
              </a:defRPr>
            </a:lvl8pPr>
            <a:lvl9pPr indent="-342900" lvl="8" marL="4114800" rtl="0">
              <a:spcBef>
                <a:spcPts val="400"/>
              </a:spcBef>
              <a:spcAft>
                <a:spcPts val="200"/>
              </a:spcAft>
              <a:buSzPts val="1800"/>
              <a:buFont typeface="Lexend"/>
              <a:buChar char="–"/>
              <a:defRPr>
                <a:latin typeface="Lexend"/>
                <a:ea typeface="Lexend"/>
                <a:cs typeface="Lexend"/>
                <a:sym typeface="Lexend"/>
              </a:defRPr>
            </a:lvl9pPr>
          </a:lstStyle>
          <a:p/>
        </p:txBody>
      </p:sp>
      <p:pic>
        <p:nvPicPr>
          <p:cNvPr id="631" name="Google Shape;631;p45"/>
          <p:cNvPicPr preferRelativeResize="0"/>
          <p:nvPr/>
        </p:nvPicPr>
        <p:blipFill rotWithShape="1">
          <a:blip r:embed="rId3">
            <a:alphaModFix/>
          </a:blip>
          <a:srcRect b="0" l="0" r="0" t="0"/>
          <a:stretch/>
        </p:blipFill>
        <p:spPr>
          <a:xfrm>
            <a:off x="8528585" y="-11474"/>
            <a:ext cx="499700" cy="499700"/>
          </a:xfrm>
          <a:prstGeom prst="rect">
            <a:avLst/>
          </a:prstGeom>
          <a:noFill/>
          <a:ln>
            <a:noFill/>
          </a:ln>
        </p:spPr>
      </p:pic>
      <p:sp>
        <p:nvSpPr>
          <p:cNvPr id="632" name="Google Shape;632;p45"/>
          <p:cNvSpPr txBox="1"/>
          <p:nvPr/>
        </p:nvSpPr>
        <p:spPr>
          <a:xfrm>
            <a:off x="8476560" y="438750"/>
            <a:ext cx="603900" cy="138600"/>
          </a:xfrm>
          <a:prstGeom prst="rect">
            <a:avLst/>
          </a:prstGeom>
          <a:noFill/>
          <a:ln>
            <a:noFill/>
          </a:ln>
        </p:spPr>
        <p:txBody>
          <a:bodyPr anchorCtr="0" anchor="t" bIns="0" lIns="0" spcFirstLastPara="1" rIns="0" wrap="square" tIns="0">
            <a:spAutoFit/>
          </a:bodyPr>
          <a:lstStyle/>
          <a:p>
            <a:pPr indent="0" lvl="0" marL="0" rtl="0" algn="ctr">
              <a:spcBef>
                <a:spcPts val="0"/>
              </a:spcBef>
              <a:spcAft>
                <a:spcPts val="0"/>
              </a:spcAft>
              <a:buNone/>
            </a:pPr>
            <a:r>
              <a:rPr b="1" lang="en-GB" sz="900">
                <a:solidFill>
                  <a:srgbClr val="E6F2F2"/>
                </a:solidFill>
                <a:latin typeface="Lexend"/>
                <a:ea typeface="Lexend"/>
                <a:cs typeface="Lexend"/>
                <a:sym typeface="Lexend"/>
              </a:rPr>
              <a:t>Check</a:t>
            </a:r>
            <a:endParaRPr b="1" sz="900">
              <a:solidFill>
                <a:srgbClr val="E6F2F2"/>
              </a:solidFill>
              <a:latin typeface="Lexend"/>
              <a:ea typeface="Lexend"/>
              <a:cs typeface="Lexend"/>
              <a:sym typeface="Lexend"/>
            </a:endParaRPr>
          </a:p>
        </p:txBody>
      </p:sp>
      <p:sp>
        <p:nvSpPr>
          <p:cNvPr id="633" name="Google Shape;633;p45"/>
          <p:cNvSpPr txBox="1"/>
          <p:nvPr>
            <p:ph type="title"/>
          </p:nvPr>
        </p:nvSpPr>
        <p:spPr>
          <a:xfrm>
            <a:off x="324000" y="0"/>
            <a:ext cx="7885200" cy="613500"/>
          </a:xfrm>
          <a:prstGeom prst="rect">
            <a:avLst/>
          </a:prstGeom>
        </p:spPr>
        <p:txBody>
          <a:bodyPr anchorCtr="0" anchor="ctr" bIns="0" lIns="0" spcFirstLastPara="1" rIns="0" wrap="square" tIns="0">
            <a:noAutofit/>
          </a:bodyPr>
          <a:lstStyle>
            <a:lvl1pPr lvl="0" rtl="0">
              <a:lnSpc>
                <a:spcPct val="100000"/>
              </a:lnSpc>
              <a:spcBef>
                <a:spcPts val="0"/>
              </a:spcBef>
              <a:spcAft>
                <a:spcPts val="0"/>
              </a:spcAft>
              <a:buClr>
                <a:schemeClr val="lt1"/>
              </a:buClr>
              <a:buSzPts val="2000"/>
              <a:buFont typeface="Lexend"/>
              <a:buNone/>
              <a:defRPr sz="2000">
                <a:solidFill>
                  <a:schemeClr val="lt1"/>
                </a:solidFill>
                <a:latin typeface="Lexend"/>
                <a:ea typeface="Lexend"/>
                <a:cs typeface="Lexend"/>
                <a:sym typeface="Lexend"/>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Tree>
  </p:cSld>
  <p:clrMapOvr>
    <a:masterClrMapping/>
  </p:clrMapOvr>
</p:sldLayout>
</file>

<file path=ppt/slideLayouts/slideLayout4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3.06 CfU blank - blue ">
  <p:cSld name="TITLE_AND_TWO_COLUMNS_1_1_6_3">
    <p:bg>
      <p:bgPr>
        <a:solidFill>
          <a:srgbClr val="EBEDFE"/>
        </a:solidFill>
      </p:bgPr>
    </p:bg>
    <p:spTree>
      <p:nvGrpSpPr>
        <p:cNvPr id="634" name="Shape 634"/>
        <p:cNvGrpSpPr/>
        <p:nvPr/>
      </p:nvGrpSpPr>
      <p:grpSpPr>
        <a:xfrm>
          <a:off x="0" y="0"/>
          <a:ext cx="0" cy="0"/>
          <a:chOff x="0" y="0"/>
          <a:chExt cx="0" cy="0"/>
        </a:xfrm>
      </p:grpSpPr>
      <p:pic>
        <p:nvPicPr>
          <p:cNvPr id="635" name="Google Shape;635;p46"/>
          <p:cNvPicPr preferRelativeResize="0"/>
          <p:nvPr/>
        </p:nvPicPr>
        <p:blipFill rotWithShape="1">
          <a:blip r:embed="rId2">
            <a:alphaModFix/>
          </a:blip>
          <a:srcRect b="1672" l="0" r="0" t="1662"/>
          <a:stretch/>
        </p:blipFill>
        <p:spPr>
          <a:xfrm>
            <a:off x="0" y="532525"/>
            <a:ext cx="9151202" cy="116709"/>
          </a:xfrm>
          <a:prstGeom prst="rect">
            <a:avLst/>
          </a:prstGeom>
          <a:noFill/>
          <a:ln>
            <a:noFill/>
          </a:ln>
        </p:spPr>
      </p:pic>
      <p:sp>
        <p:nvSpPr>
          <p:cNvPr id="636" name="Google Shape;636;p46"/>
          <p:cNvSpPr/>
          <p:nvPr/>
        </p:nvSpPr>
        <p:spPr>
          <a:xfrm>
            <a:off x="-1" y="-2"/>
            <a:ext cx="9144300" cy="540300"/>
          </a:xfrm>
          <a:prstGeom prst="rect">
            <a:avLst/>
          </a:pr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37" name="Google Shape;637;p46"/>
          <p:cNvSpPr txBox="1"/>
          <p:nvPr>
            <p:ph idx="1" type="body"/>
          </p:nvPr>
        </p:nvSpPr>
        <p:spPr>
          <a:xfrm>
            <a:off x="324000" y="759300"/>
            <a:ext cx="8237700" cy="3020700"/>
          </a:xfrm>
          <a:prstGeom prst="rect">
            <a:avLst/>
          </a:prstGeom>
        </p:spPr>
        <p:txBody>
          <a:bodyPr anchorCtr="0" anchor="t" bIns="0" lIns="0" spcFirstLastPara="1" rIns="0" wrap="square" tIns="0">
            <a:noAutofit/>
          </a:bodyPr>
          <a:lstStyle>
            <a:lvl1pPr indent="-368300" lvl="0" marL="457200" rtl="0">
              <a:lnSpc>
                <a:spcPct val="115000"/>
              </a:lnSpc>
              <a:spcBef>
                <a:spcPts val="0"/>
              </a:spcBef>
              <a:spcAft>
                <a:spcPts val="0"/>
              </a:spcAft>
              <a:buSzPts val="2200"/>
              <a:buFont typeface="Lexend"/>
              <a:buChar char="●"/>
              <a:defRPr sz="2200">
                <a:latin typeface="Lexend"/>
                <a:ea typeface="Lexend"/>
                <a:cs typeface="Lexend"/>
                <a:sym typeface="Lexend"/>
              </a:defRPr>
            </a:lvl1pPr>
            <a:lvl2pPr indent="-368300" lvl="1" marL="914400" rtl="0">
              <a:spcBef>
                <a:spcPts val="1000"/>
              </a:spcBef>
              <a:spcAft>
                <a:spcPts val="0"/>
              </a:spcAft>
              <a:buSzPts val="2200"/>
              <a:buFont typeface="Lexend"/>
              <a:buChar char="–"/>
              <a:defRPr sz="2200">
                <a:latin typeface="Lexend"/>
                <a:ea typeface="Lexend"/>
                <a:cs typeface="Lexend"/>
                <a:sym typeface="Lexend"/>
              </a:defRPr>
            </a:lvl2pPr>
            <a:lvl3pPr indent="-355600" lvl="2" marL="1371600" rtl="0">
              <a:spcBef>
                <a:spcPts val="1000"/>
              </a:spcBef>
              <a:spcAft>
                <a:spcPts val="0"/>
              </a:spcAft>
              <a:buSzPts val="2000"/>
              <a:buFont typeface="Lexend"/>
              <a:buChar char="–"/>
              <a:defRPr>
                <a:latin typeface="Lexend"/>
                <a:ea typeface="Lexend"/>
                <a:cs typeface="Lexend"/>
                <a:sym typeface="Lexend"/>
              </a:defRPr>
            </a:lvl3pPr>
            <a:lvl4pPr indent="-368300" lvl="3" marL="1828800" rtl="0">
              <a:spcBef>
                <a:spcPts val="800"/>
              </a:spcBef>
              <a:spcAft>
                <a:spcPts val="0"/>
              </a:spcAft>
              <a:buSzPts val="2200"/>
              <a:buFont typeface="Lexend"/>
              <a:buChar char="–"/>
              <a:defRPr sz="2200">
                <a:latin typeface="Lexend"/>
                <a:ea typeface="Lexend"/>
                <a:cs typeface="Lexend"/>
                <a:sym typeface="Lexend"/>
              </a:defRPr>
            </a:lvl4pPr>
            <a:lvl5pPr indent="-342900" lvl="4" marL="2286000" rtl="0">
              <a:spcBef>
                <a:spcPts val="800"/>
              </a:spcBef>
              <a:spcAft>
                <a:spcPts val="0"/>
              </a:spcAft>
              <a:buSzPts val="1800"/>
              <a:buFont typeface="Lexend"/>
              <a:buChar char="–"/>
              <a:defRPr>
                <a:latin typeface="Lexend"/>
                <a:ea typeface="Lexend"/>
                <a:cs typeface="Lexend"/>
                <a:sym typeface="Lexend"/>
              </a:defRPr>
            </a:lvl5pPr>
            <a:lvl6pPr indent="-342900" lvl="5" marL="2743200" rtl="0">
              <a:spcBef>
                <a:spcPts val="600"/>
              </a:spcBef>
              <a:spcAft>
                <a:spcPts val="0"/>
              </a:spcAft>
              <a:buSzPts val="1800"/>
              <a:buFont typeface="Lexend"/>
              <a:buChar char="–"/>
              <a:defRPr sz="1800">
                <a:latin typeface="Lexend"/>
                <a:ea typeface="Lexend"/>
                <a:cs typeface="Lexend"/>
                <a:sym typeface="Lexend"/>
              </a:defRPr>
            </a:lvl6pPr>
            <a:lvl7pPr indent="-342900" lvl="6" marL="3200400" rtl="0">
              <a:spcBef>
                <a:spcPts val="600"/>
              </a:spcBef>
              <a:spcAft>
                <a:spcPts val="0"/>
              </a:spcAft>
              <a:buSzPts val="1800"/>
              <a:buFont typeface="Lexend"/>
              <a:buChar char="–"/>
              <a:defRPr>
                <a:latin typeface="Lexend"/>
                <a:ea typeface="Lexend"/>
                <a:cs typeface="Lexend"/>
                <a:sym typeface="Lexend"/>
              </a:defRPr>
            </a:lvl7pPr>
            <a:lvl8pPr indent="-342900" lvl="7" marL="3657600" rtl="0">
              <a:spcBef>
                <a:spcPts val="400"/>
              </a:spcBef>
              <a:spcAft>
                <a:spcPts val="0"/>
              </a:spcAft>
              <a:buSzPts val="1800"/>
              <a:buFont typeface="Lexend"/>
              <a:buChar char="–"/>
              <a:defRPr>
                <a:latin typeface="Lexend"/>
                <a:ea typeface="Lexend"/>
                <a:cs typeface="Lexend"/>
                <a:sym typeface="Lexend"/>
              </a:defRPr>
            </a:lvl8pPr>
            <a:lvl9pPr indent="-342900" lvl="8" marL="4114800" rtl="0">
              <a:spcBef>
                <a:spcPts val="400"/>
              </a:spcBef>
              <a:spcAft>
                <a:spcPts val="200"/>
              </a:spcAft>
              <a:buSzPts val="1800"/>
              <a:buFont typeface="Lexend"/>
              <a:buChar char="–"/>
              <a:defRPr>
                <a:latin typeface="Lexend"/>
                <a:ea typeface="Lexend"/>
                <a:cs typeface="Lexend"/>
                <a:sym typeface="Lexend"/>
              </a:defRPr>
            </a:lvl9pPr>
          </a:lstStyle>
          <a:p/>
        </p:txBody>
      </p:sp>
      <p:pic>
        <p:nvPicPr>
          <p:cNvPr id="638" name="Google Shape;638;p46"/>
          <p:cNvPicPr preferRelativeResize="0"/>
          <p:nvPr/>
        </p:nvPicPr>
        <p:blipFill rotWithShape="1">
          <a:blip r:embed="rId3">
            <a:alphaModFix/>
          </a:blip>
          <a:srcRect b="0" l="0" r="0" t="0"/>
          <a:stretch/>
        </p:blipFill>
        <p:spPr>
          <a:xfrm>
            <a:off x="8528585" y="-11474"/>
            <a:ext cx="499700" cy="499700"/>
          </a:xfrm>
          <a:prstGeom prst="rect">
            <a:avLst/>
          </a:prstGeom>
          <a:noFill/>
          <a:ln>
            <a:noFill/>
          </a:ln>
        </p:spPr>
      </p:pic>
      <p:sp>
        <p:nvSpPr>
          <p:cNvPr id="639" name="Google Shape;639;p46"/>
          <p:cNvSpPr txBox="1"/>
          <p:nvPr/>
        </p:nvSpPr>
        <p:spPr>
          <a:xfrm>
            <a:off x="8476560" y="438750"/>
            <a:ext cx="603900" cy="138600"/>
          </a:xfrm>
          <a:prstGeom prst="rect">
            <a:avLst/>
          </a:prstGeom>
          <a:noFill/>
          <a:ln>
            <a:noFill/>
          </a:ln>
        </p:spPr>
        <p:txBody>
          <a:bodyPr anchorCtr="0" anchor="t" bIns="0" lIns="0" spcFirstLastPara="1" rIns="0" wrap="square" tIns="0">
            <a:spAutoFit/>
          </a:bodyPr>
          <a:lstStyle/>
          <a:p>
            <a:pPr indent="0" lvl="0" marL="0" rtl="0" algn="ctr">
              <a:spcBef>
                <a:spcPts val="0"/>
              </a:spcBef>
              <a:spcAft>
                <a:spcPts val="0"/>
              </a:spcAft>
              <a:buNone/>
            </a:pPr>
            <a:r>
              <a:rPr b="1" lang="en-GB" sz="900">
                <a:solidFill>
                  <a:srgbClr val="EBEDFE"/>
                </a:solidFill>
                <a:latin typeface="Lexend"/>
                <a:ea typeface="Lexend"/>
                <a:cs typeface="Lexend"/>
                <a:sym typeface="Lexend"/>
              </a:rPr>
              <a:t>Check</a:t>
            </a:r>
            <a:endParaRPr b="1" sz="900">
              <a:solidFill>
                <a:srgbClr val="EBEDFE"/>
              </a:solidFill>
              <a:latin typeface="Lexend"/>
              <a:ea typeface="Lexend"/>
              <a:cs typeface="Lexend"/>
              <a:sym typeface="Lexend"/>
            </a:endParaRPr>
          </a:p>
        </p:txBody>
      </p:sp>
      <p:sp>
        <p:nvSpPr>
          <p:cNvPr id="640" name="Google Shape;640;p46"/>
          <p:cNvSpPr txBox="1"/>
          <p:nvPr>
            <p:ph type="title"/>
          </p:nvPr>
        </p:nvSpPr>
        <p:spPr>
          <a:xfrm>
            <a:off x="324000" y="0"/>
            <a:ext cx="7885200" cy="613500"/>
          </a:xfrm>
          <a:prstGeom prst="rect">
            <a:avLst/>
          </a:prstGeom>
        </p:spPr>
        <p:txBody>
          <a:bodyPr anchorCtr="0" anchor="ctr" bIns="0" lIns="0" spcFirstLastPara="1" rIns="0" wrap="square" tIns="0">
            <a:noAutofit/>
          </a:bodyPr>
          <a:lstStyle>
            <a:lvl1pPr lvl="0" rtl="0">
              <a:lnSpc>
                <a:spcPct val="100000"/>
              </a:lnSpc>
              <a:spcBef>
                <a:spcPts val="0"/>
              </a:spcBef>
              <a:spcAft>
                <a:spcPts val="0"/>
              </a:spcAft>
              <a:buClr>
                <a:schemeClr val="lt1"/>
              </a:buClr>
              <a:buSzPts val="2000"/>
              <a:buFont typeface="Lexend"/>
              <a:buNone/>
              <a:defRPr sz="2000">
                <a:solidFill>
                  <a:schemeClr val="lt1"/>
                </a:solidFill>
                <a:latin typeface="Lexend"/>
                <a:ea typeface="Lexend"/>
                <a:cs typeface="Lexend"/>
                <a:sym typeface="Lexend"/>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Tree>
  </p:cSld>
  <p:clrMapOvr>
    <a:masterClrMapping/>
  </p:clrMapOvr>
</p:sldLayout>
</file>

<file path=ppt/slideLayouts/slideLayout4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4.06 CfU blank - pink ">
  <p:cSld name="TITLE_AND_TWO_COLUMNS_1_1_6_2_3_1_1">
    <p:bg>
      <p:bgPr>
        <a:solidFill>
          <a:srgbClr val="FAEAF6"/>
        </a:solidFill>
      </p:bgPr>
    </p:bg>
    <p:spTree>
      <p:nvGrpSpPr>
        <p:cNvPr id="641" name="Shape 641"/>
        <p:cNvGrpSpPr/>
        <p:nvPr/>
      </p:nvGrpSpPr>
      <p:grpSpPr>
        <a:xfrm>
          <a:off x="0" y="0"/>
          <a:ext cx="0" cy="0"/>
          <a:chOff x="0" y="0"/>
          <a:chExt cx="0" cy="0"/>
        </a:xfrm>
      </p:grpSpPr>
      <p:pic>
        <p:nvPicPr>
          <p:cNvPr id="642" name="Google Shape;642;p47"/>
          <p:cNvPicPr preferRelativeResize="0"/>
          <p:nvPr/>
        </p:nvPicPr>
        <p:blipFill rotWithShape="1">
          <a:blip r:embed="rId2">
            <a:alphaModFix/>
          </a:blip>
          <a:srcRect b="1672" l="0" r="0" t="1662"/>
          <a:stretch/>
        </p:blipFill>
        <p:spPr>
          <a:xfrm>
            <a:off x="0" y="532525"/>
            <a:ext cx="9151202" cy="116709"/>
          </a:xfrm>
          <a:prstGeom prst="rect">
            <a:avLst/>
          </a:prstGeom>
          <a:noFill/>
          <a:ln>
            <a:noFill/>
          </a:ln>
        </p:spPr>
      </p:pic>
      <p:sp>
        <p:nvSpPr>
          <p:cNvPr id="643" name="Google Shape;643;p47"/>
          <p:cNvSpPr/>
          <p:nvPr/>
        </p:nvSpPr>
        <p:spPr>
          <a:xfrm>
            <a:off x="0" y="1"/>
            <a:ext cx="9144300" cy="540300"/>
          </a:xfrm>
          <a:prstGeom prst="rect">
            <a:avLst/>
          </a:pr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44" name="Google Shape;644;p47"/>
          <p:cNvSpPr txBox="1"/>
          <p:nvPr>
            <p:ph idx="1" type="body"/>
          </p:nvPr>
        </p:nvSpPr>
        <p:spPr>
          <a:xfrm>
            <a:off x="324000" y="759300"/>
            <a:ext cx="8237700" cy="3020700"/>
          </a:xfrm>
          <a:prstGeom prst="rect">
            <a:avLst/>
          </a:prstGeom>
        </p:spPr>
        <p:txBody>
          <a:bodyPr anchorCtr="0" anchor="t" bIns="0" lIns="0" spcFirstLastPara="1" rIns="0" wrap="square" tIns="0">
            <a:noAutofit/>
          </a:bodyPr>
          <a:lstStyle>
            <a:lvl1pPr indent="-368300" lvl="0" marL="457200" rtl="0">
              <a:lnSpc>
                <a:spcPct val="115000"/>
              </a:lnSpc>
              <a:spcBef>
                <a:spcPts val="0"/>
              </a:spcBef>
              <a:spcAft>
                <a:spcPts val="0"/>
              </a:spcAft>
              <a:buSzPts val="2200"/>
              <a:buFont typeface="Lexend"/>
              <a:buChar char="●"/>
              <a:defRPr sz="2200">
                <a:latin typeface="Lexend"/>
                <a:ea typeface="Lexend"/>
                <a:cs typeface="Lexend"/>
                <a:sym typeface="Lexend"/>
              </a:defRPr>
            </a:lvl1pPr>
            <a:lvl2pPr indent="-368300" lvl="1" marL="914400" rtl="0">
              <a:spcBef>
                <a:spcPts val="1000"/>
              </a:spcBef>
              <a:spcAft>
                <a:spcPts val="0"/>
              </a:spcAft>
              <a:buSzPts val="2200"/>
              <a:buFont typeface="Lexend"/>
              <a:buChar char="–"/>
              <a:defRPr sz="2200">
                <a:latin typeface="Lexend"/>
                <a:ea typeface="Lexend"/>
                <a:cs typeface="Lexend"/>
                <a:sym typeface="Lexend"/>
              </a:defRPr>
            </a:lvl2pPr>
            <a:lvl3pPr indent="-355600" lvl="2" marL="1371600" rtl="0">
              <a:spcBef>
                <a:spcPts val="1000"/>
              </a:spcBef>
              <a:spcAft>
                <a:spcPts val="0"/>
              </a:spcAft>
              <a:buSzPts val="2000"/>
              <a:buFont typeface="Lexend"/>
              <a:buChar char="–"/>
              <a:defRPr>
                <a:latin typeface="Lexend"/>
                <a:ea typeface="Lexend"/>
                <a:cs typeface="Lexend"/>
                <a:sym typeface="Lexend"/>
              </a:defRPr>
            </a:lvl3pPr>
            <a:lvl4pPr indent="-368300" lvl="3" marL="1828800" rtl="0">
              <a:spcBef>
                <a:spcPts val="800"/>
              </a:spcBef>
              <a:spcAft>
                <a:spcPts val="0"/>
              </a:spcAft>
              <a:buSzPts val="2200"/>
              <a:buFont typeface="Lexend"/>
              <a:buChar char="–"/>
              <a:defRPr sz="2200">
                <a:latin typeface="Lexend"/>
                <a:ea typeface="Lexend"/>
                <a:cs typeface="Lexend"/>
                <a:sym typeface="Lexend"/>
              </a:defRPr>
            </a:lvl4pPr>
            <a:lvl5pPr indent="-342900" lvl="4" marL="2286000" rtl="0">
              <a:spcBef>
                <a:spcPts val="800"/>
              </a:spcBef>
              <a:spcAft>
                <a:spcPts val="0"/>
              </a:spcAft>
              <a:buSzPts val="1800"/>
              <a:buFont typeface="Lexend"/>
              <a:buChar char="–"/>
              <a:defRPr>
                <a:latin typeface="Lexend"/>
                <a:ea typeface="Lexend"/>
                <a:cs typeface="Lexend"/>
                <a:sym typeface="Lexend"/>
              </a:defRPr>
            </a:lvl5pPr>
            <a:lvl6pPr indent="-342900" lvl="5" marL="2743200" rtl="0">
              <a:spcBef>
                <a:spcPts val="600"/>
              </a:spcBef>
              <a:spcAft>
                <a:spcPts val="0"/>
              </a:spcAft>
              <a:buSzPts val="1800"/>
              <a:buFont typeface="Lexend"/>
              <a:buChar char="–"/>
              <a:defRPr sz="1800">
                <a:latin typeface="Lexend"/>
                <a:ea typeface="Lexend"/>
                <a:cs typeface="Lexend"/>
                <a:sym typeface="Lexend"/>
              </a:defRPr>
            </a:lvl6pPr>
            <a:lvl7pPr indent="-342900" lvl="6" marL="3200400" rtl="0">
              <a:spcBef>
                <a:spcPts val="600"/>
              </a:spcBef>
              <a:spcAft>
                <a:spcPts val="0"/>
              </a:spcAft>
              <a:buSzPts val="1800"/>
              <a:buFont typeface="Lexend"/>
              <a:buChar char="–"/>
              <a:defRPr>
                <a:latin typeface="Lexend"/>
                <a:ea typeface="Lexend"/>
                <a:cs typeface="Lexend"/>
                <a:sym typeface="Lexend"/>
              </a:defRPr>
            </a:lvl7pPr>
            <a:lvl8pPr indent="-342900" lvl="7" marL="3657600" rtl="0">
              <a:spcBef>
                <a:spcPts val="400"/>
              </a:spcBef>
              <a:spcAft>
                <a:spcPts val="0"/>
              </a:spcAft>
              <a:buSzPts val="1800"/>
              <a:buFont typeface="Lexend"/>
              <a:buChar char="–"/>
              <a:defRPr>
                <a:latin typeface="Lexend"/>
                <a:ea typeface="Lexend"/>
                <a:cs typeface="Lexend"/>
                <a:sym typeface="Lexend"/>
              </a:defRPr>
            </a:lvl8pPr>
            <a:lvl9pPr indent="-342900" lvl="8" marL="4114800" rtl="0">
              <a:spcBef>
                <a:spcPts val="400"/>
              </a:spcBef>
              <a:spcAft>
                <a:spcPts val="200"/>
              </a:spcAft>
              <a:buSzPts val="1800"/>
              <a:buFont typeface="Lexend"/>
              <a:buChar char="–"/>
              <a:defRPr>
                <a:latin typeface="Lexend"/>
                <a:ea typeface="Lexend"/>
                <a:cs typeface="Lexend"/>
                <a:sym typeface="Lexend"/>
              </a:defRPr>
            </a:lvl9pPr>
          </a:lstStyle>
          <a:p/>
        </p:txBody>
      </p:sp>
      <p:pic>
        <p:nvPicPr>
          <p:cNvPr id="645" name="Google Shape;645;p47"/>
          <p:cNvPicPr preferRelativeResize="0"/>
          <p:nvPr/>
        </p:nvPicPr>
        <p:blipFill rotWithShape="1">
          <a:blip r:embed="rId3">
            <a:alphaModFix/>
          </a:blip>
          <a:srcRect b="0" l="0" r="0" t="0"/>
          <a:stretch/>
        </p:blipFill>
        <p:spPr>
          <a:xfrm>
            <a:off x="8528585" y="-11474"/>
            <a:ext cx="499700" cy="499700"/>
          </a:xfrm>
          <a:prstGeom prst="rect">
            <a:avLst/>
          </a:prstGeom>
          <a:noFill/>
          <a:ln>
            <a:noFill/>
          </a:ln>
        </p:spPr>
      </p:pic>
      <p:sp>
        <p:nvSpPr>
          <p:cNvPr id="646" name="Google Shape;646;p47"/>
          <p:cNvSpPr txBox="1"/>
          <p:nvPr/>
        </p:nvSpPr>
        <p:spPr>
          <a:xfrm>
            <a:off x="8476560" y="438750"/>
            <a:ext cx="603900" cy="138600"/>
          </a:xfrm>
          <a:prstGeom prst="rect">
            <a:avLst/>
          </a:prstGeom>
          <a:noFill/>
          <a:ln>
            <a:noFill/>
          </a:ln>
        </p:spPr>
        <p:txBody>
          <a:bodyPr anchorCtr="0" anchor="t" bIns="0" lIns="0" spcFirstLastPara="1" rIns="0" wrap="square" tIns="0">
            <a:spAutoFit/>
          </a:bodyPr>
          <a:lstStyle/>
          <a:p>
            <a:pPr indent="0" lvl="0" marL="0" rtl="0" algn="ctr">
              <a:spcBef>
                <a:spcPts val="0"/>
              </a:spcBef>
              <a:spcAft>
                <a:spcPts val="0"/>
              </a:spcAft>
              <a:buNone/>
            </a:pPr>
            <a:r>
              <a:rPr b="1" lang="en-GB" sz="900">
                <a:solidFill>
                  <a:srgbClr val="FAEAF6"/>
                </a:solidFill>
                <a:latin typeface="Lexend"/>
                <a:ea typeface="Lexend"/>
                <a:cs typeface="Lexend"/>
                <a:sym typeface="Lexend"/>
              </a:rPr>
              <a:t>Check</a:t>
            </a:r>
            <a:endParaRPr b="1" sz="900">
              <a:solidFill>
                <a:srgbClr val="FAEAF6"/>
              </a:solidFill>
              <a:latin typeface="Lexend"/>
              <a:ea typeface="Lexend"/>
              <a:cs typeface="Lexend"/>
              <a:sym typeface="Lexend"/>
            </a:endParaRPr>
          </a:p>
        </p:txBody>
      </p:sp>
      <p:sp>
        <p:nvSpPr>
          <p:cNvPr id="647" name="Google Shape;647;p47"/>
          <p:cNvSpPr txBox="1"/>
          <p:nvPr>
            <p:ph type="title"/>
          </p:nvPr>
        </p:nvSpPr>
        <p:spPr>
          <a:xfrm>
            <a:off x="324000" y="0"/>
            <a:ext cx="7885200" cy="613500"/>
          </a:xfrm>
          <a:prstGeom prst="rect">
            <a:avLst/>
          </a:prstGeom>
        </p:spPr>
        <p:txBody>
          <a:bodyPr anchorCtr="0" anchor="ctr" bIns="0" lIns="0" spcFirstLastPara="1" rIns="0" wrap="square" tIns="0">
            <a:noAutofit/>
          </a:bodyPr>
          <a:lstStyle>
            <a:lvl1pPr lvl="0" rtl="0">
              <a:lnSpc>
                <a:spcPct val="100000"/>
              </a:lnSpc>
              <a:spcBef>
                <a:spcPts val="0"/>
              </a:spcBef>
              <a:spcAft>
                <a:spcPts val="0"/>
              </a:spcAft>
              <a:buClr>
                <a:schemeClr val="lt1"/>
              </a:buClr>
              <a:buSzPts val="2000"/>
              <a:buFont typeface="Lexend"/>
              <a:buNone/>
              <a:defRPr sz="2000">
                <a:solidFill>
                  <a:schemeClr val="lt1"/>
                </a:solidFill>
                <a:latin typeface="Lexend"/>
                <a:ea typeface="Lexend"/>
                <a:cs typeface="Lexend"/>
                <a:sym typeface="Lexend"/>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Tree>
  </p:cSld>
  <p:clrMapOvr>
    <a:masterClrMapping/>
  </p:clrMapOvr>
</p:sldLayout>
</file>

<file path=ppt/slideLayouts/slideLayout4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07 Practice - purple ">
  <p:cSld name="TITLE_AND_TWO_COLUMNS_1_1_5_1_3_1_1">
    <p:spTree>
      <p:nvGrpSpPr>
        <p:cNvPr id="648" name="Shape 648"/>
        <p:cNvGrpSpPr/>
        <p:nvPr/>
      </p:nvGrpSpPr>
      <p:grpSpPr>
        <a:xfrm>
          <a:off x="0" y="0"/>
          <a:ext cx="0" cy="0"/>
          <a:chOff x="0" y="0"/>
          <a:chExt cx="0" cy="0"/>
        </a:xfrm>
      </p:grpSpPr>
      <p:pic>
        <p:nvPicPr>
          <p:cNvPr id="649" name="Google Shape;649;p48"/>
          <p:cNvPicPr preferRelativeResize="0"/>
          <p:nvPr/>
        </p:nvPicPr>
        <p:blipFill>
          <a:blip r:embed="rId2">
            <a:alphaModFix/>
          </a:blip>
          <a:stretch>
            <a:fillRect/>
          </a:stretch>
        </p:blipFill>
        <p:spPr>
          <a:xfrm>
            <a:off x="0" y="532525"/>
            <a:ext cx="9151202" cy="116709"/>
          </a:xfrm>
          <a:prstGeom prst="rect">
            <a:avLst/>
          </a:prstGeom>
          <a:noFill/>
          <a:ln>
            <a:noFill/>
          </a:ln>
        </p:spPr>
      </p:pic>
      <p:sp>
        <p:nvSpPr>
          <p:cNvPr id="650" name="Google Shape;650;p48"/>
          <p:cNvSpPr/>
          <p:nvPr/>
        </p:nvSpPr>
        <p:spPr>
          <a:xfrm>
            <a:off x="-1" y="-2"/>
            <a:ext cx="9144300" cy="540300"/>
          </a:xfrm>
          <a:prstGeom prst="rect">
            <a:avLst/>
          </a:pr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51" name="Google Shape;651;p48"/>
          <p:cNvSpPr txBox="1"/>
          <p:nvPr>
            <p:ph idx="1" type="body"/>
          </p:nvPr>
        </p:nvSpPr>
        <p:spPr>
          <a:xfrm>
            <a:off x="324000" y="759300"/>
            <a:ext cx="8237700" cy="3020700"/>
          </a:xfrm>
          <a:prstGeom prst="rect">
            <a:avLst/>
          </a:prstGeom>
        </p:spPr>
        <p:txBody>
          <a:bodyPr anchorCtr="0" anchor="t" bIns="0" lIns="0" spcFirstLastPara="1" rIns="0" wrap="square" tIns="0">
            <a:noAutofit/>
          </a:bodyPr>
          <a:lstStyle>
            <a:lvl1pPr indent="-368300" lvl="0" marL="457200" rtl="0">
              <a:lnSpc>
                <a:spcPct val="115000"/>
              </a:lnSpc>
              <a:spcBef>
                <a:spcPts val="0"/>
              </a:spcBef>
              <a:spcAft>
                <a:spcPts val="0"/>
              </a:spcAft>
              <a:buSzPts val="2200"/>
              <a:buFont typeface="Lexend"/>
              <a:buChar char="●"/>
              <a:defRPr sz="2200">
                <a:latin typeface="Lexend"/>
                <a:ea typeface="Lexend"/>
                <a:cs typeface="Lexend"/>
                <a:sym typeface="Lexend"/>
              </a:defRPr>
            </a:lvl1pPr>
            <a:lvl2pPr indent="-368300" lvl="1" marL="914400" rtl="0">
              <a:spcBef>
                <a:spcPts val="1000"/>
              </a:spcBef>
              <a:spcAft>
                <a:spcPts val="0"/>
              </a:spcAft>
              <a:buSzPts val="2200"/>
              <a:buFont typeface="Lexend"/>
              <a:buChar char="–"/>
              <a:defRPr sz="2200">
                <a:latin typeface="Lexend"/>
                <a:ea typeface="Lexend"/>
                <a:cs typeface="Lexend"/>
                <a:sym typeface="Lexend"/>
              </a:defRPr>
            </a:lvl2pPr>
            <a:lvl3pPr indent="-355600" lvl="2" marL="1371600" rtl="0">
              <a:spcBef>
                <a:spcPts val="1000"/>
              </a:spcBef>
              <a:spcAft>
                <a:spcPts val="0"/>
              </a:spcAft>
              <a:buSzPts val="2000"/>
              <a:buFont typeface="Lexend"/>
              <a:buChar char="–"/>
              <a:defRPr>
                <a:latin typeface="Lexend"/>
                <a:ea typeface="Lexend"/>
                <a:cs typeface="Lexend"/>
                <a:sym typeface="Lexend"/>
              </a:defRPr>
            </a:lvl3pPr>
            <a:lvl4pPr indent="-368300" lvl="3" marL="1828800" rtl="0">
              <a:spcBef>
                <a:spcPts val="800"/>
              </a:spcBef>
              <a:spcAft>
                <a:spcPts val="0"/>
              </a:spcAft>
              <a:buSzPts val="2200"/>
              <a:buFont typeface="Lexend"/>
              <a:buChar char="–"/>
              <a:defRPr sz="2200">
                <a:latin typeface="Lexend"/>
                <a:ea typeface="Lexend"/>
                <a:cs typeface="Lexend"/>
                <a:sym typeface="Lexend"/>
              </a:defRPr>
            </a:lvl4pPr>
            <a:lvl5pPr indent="-342900" lvl="4" marL="2286000" rtl="0">
              <a:spcBef>
                <a:spcPts val="800"/>
              </a:spcBef>
              <a:spcAft>
                <a:spcPts val="0"/>
              </a:spcAft>
              <a:buSzPts val="1800"/>
              <a:buFont typeface="Lexend"/>
              <a:buChar char="–"/>
              <a:defRPr>
                <a:latin typeface="Lexend"/>
                <a:ea typeface="Lexend"/>
                <a:cs typeface="Lexend"/>
                <a:sym typeface="Lexend"/>
              </a:defRPr>
            </a:lvl5pPr>
            <a:lvl6pPr indent="-342900" lvl="5" marL="2743200" rtl="0">
              <a:spcBef>
                <a:spcPts val="600"/>
              </a:spcBef>
              <a:spcAft>
                <a:spcPts val="0"/>
              </a:spcAft>
              <a:buSzPts val="1800"/>
              <a:buFont typeface="Lexend"/>
              <a:buChar char="–"/>
              <a:defRPr sz="1800">
                <a:latin typeface="Lexend"/>
                <a:ea typeface="Lexend"/>
                <a:cs typeface="Lexend"/>
                <a:sym typeface="Lexend"/>
              </a:defRPr>
            </a:lvl6pPr>
            <a:lvl7pPr indent="-342900" lvl="6" marL="3200400" rtl="0">
              <a:spcBef>
                <a:spcPts val="600"/>
              </a:spcBef>
              <a:spcAft>
                <a:spcPts val="0"/>
              </a:spcAft>
              <a:buSzPts val="1800"/>
              <a:buFont typeface="Lexend"/>
              <a:buChar char="–"/>
              <a:defRPr>
                <a:latin typeface="Lexend"/>
                <a:ea typeface="Lexend"/>
                <a:cs typeface="Lexend"/>
                <a:sym typeface="Lexend"/>
              </a:defRPr>
            </a:lvl7pPr>
            <a:lvl8pPr indent="-342900" lvl="7" marL="3657600" rtl="0">
              <a:spcBef>
                <a:spcPts val="400"/>
              </a:spcBef>
              <a:spcAft>
                <a:spcPts val="0"/>
              </a:spcAft>
              <a:buSzPts val="1800"/>
              <a:buFont typeface="Lexend"/>
              <a:buChar char="–"/>
              <a:defRPr>
                <a:latin typeface="Lexend"/>
                <a:ea typeface="Lexend"/>
                <a:cs typeface="Lexend"/>
                <a:sym typeface="Lexend"/>
              </a:defRPr>
            </a:lvl8pPr>
            <a:lvl9pPr indent="-342900" lvl="8" marL="4114800" rtl="0">
              <a:spcBef>
                <a:spcPts val="400"/>
              </a:spcBef>
              <a:spcAft>
                <a:spcPts val="200"/>
              </a:spcAft>
              <a:buSzPts val="1800"/>
              <a:buFont typeface="Lexend"/>
              <a:buChar char="–"/>
              <a:defRPr>
                <a:latin typeface="Lexend"/>
                <a:ea typeface="Lexend"/>
                <a:cs typeface="Lexend"/>
                <a:sym typeface="Lexend"/>
              </a:defRPr>
            </a:lvl9pPr>
          </a:lstStyle>
          <a:p/>
        </p:txBody>
      </p:sp>
      <p:pic>
        <p:nvPicPr>
          <p:cNvPr id="652" name="Google Shape;652;p48"/>
          <p:cNvPicPr preferRelativeResize="0"/>
          <p:nvPr/>
        </p:nvPicPr>
        <p:blipFill rotWithShape="1">
          <a:blip r:embed="rId3">
            <a:alphaModFix/>
          </a:blip>
          <a:srcRect b="0" l="0" r="0" t="0"/>
          <a:stretch/>
        </p:blipFill>
        <p:spPr>
          <a:xfrm>
            <a:off x="8517493" y="-11474"/>
            <a:ext cx="499700" cy="499700"/>
          </a:xfrm>
          <a:prstGeom prst="rect">
            <a:avLst/>
          </a:prstGeom>
          <a:noFill/>
          <a:ln>
            <a:noFill/>
          </a:ln>
        </p:spPr>
      </p:pic>
      <p:sp>
        <p:nvSpPr>
          <p:cNvPr id="653" name="Google Shape;653;p48"/>
          <p:cNvSpPr txBox="1"/>
          <p:nvPr/>
        </p:nvSpPr>
        <p:spPr>
          <a:xfrm>
            <a:off x="8476560" y="438750"/>
            <a:ext cx="603900" cy="138600"/>
          </a:xfrm>
          <a:prstGeom prst="rect">
            <a:avLst/>
          </a:prstGeom>
          <a:noFill/>
          <a:ln>
            <a:noFill/>
          </a:ln>
        </p:spPr>
        <p:txBody>
          <a:bodyPr anchorCtr="0" anchor="t" bIns="0" lIns="0" spcFirstLastPara="1" rIns="0" wrap="square" tIns="0">
            <a:spAutoFit/>
          </a:bodyPr>
          <a:lstStyle/>
          <a:p>
            <a:pPr indent="0" lvl="0" marL="0" rtl="0" algn="ctr">
              <a:spcBef>
                <a:spcPts val="0"/>
              </a:spcBef>
              <a:spcAft>
                <a:spcPts val="0"/>
              </a:spcAft>
              <a:buNone/>
            </a:pPr>
            <a:r>
              <a:rPr b="1" lang="en-GB" sz="900">
                <a:solidFill>
                  <a:srgbClr val="EBEDFE"/>
                </a:solidFill>
                <a:latin typeface="Lexend"/>
                <a:ea typeface="Lexend"/>
                <a:cs typeface="Lexend"/>
                <a:sym typeface="Lexend"/>
              </a:rPr>
              <a:t>Practice</a:t>
            </a:r>
            <a:endParaRPr b="1" sz="900">
              <a:solidFill>
                <a:srgbClr val="EBEDFE"/>
              </a:solidFill>
              <a:latin typeface="Lexend"/>
              <a:ea typeface="Lexend"/>
              <a:cs typeface="Lexend"/>
              <a:sym typeface="Lexend"/>
            </a:endParaRPr>
          </a:p>
        </p:txBody>
      </p:sp>
      <p:sp>
        <p:nvSpPr>
          <p:cNvPr id="654" name="Google Shape;654;p48"/>
          <p:cNvSpPr txBox="1"/>
          <p:nvPr>
            <p:ph type="title"/>
          </p:nvPr>
        </p:nvSpPr>
        <p:spPr>
          <a:xfrm>
            <a:off x="1479300" y="39650"/>
            <a:ext cx="6855300" cy="382800"/>
          </a:xfrm>
          <a:prstGeom prst="rect">
            <a:avLst/>
          </a:prstGeom>
        </p:spPr>
        <p:txBody>
          <a:bodyPr anchorCtr="0" anchor="b" bIns="0" lIns="0" spcFirstLastPara="1" rIns="0" wrap="square" tIns="0">
            <a:noAutofit/>
          </a:bodyPr>
          <a:lstStyle>
            <a:lvl1pPr lvl="0" rtl="0">
              <a:lnSpc>
                <a:spcPct val="100000"/>
              </a:lnSpc>
              <a:spcBef>
                <a:spcPts val="0"/>
              </a:spcBef>
              <a:spcAft>
                <a:spcPts val="0"/>
              </a:spcAft>
              <a:buClr>
                <a:schemeClr val="lt1"/>
              </a:buClr>
              <a:buSzPts val="1800"/>
              <a:buNone/>
              <a:defRPr b="0" sz="1800">
                <a:solidFill>
                  <a:schemeClr val="lt1"/>
                </a:solidFill>
              </a:defRPr>
            </a:lvl1pPr>
            <a:lvl2pPr lvl="1" rtl="0">
              <a:lnSpc>
                <a:spcPct val="100000"/>
              </a:lnSpc>
              <a:spcBef>
                <a:spcPts val="0"/>
              </a:spcBef>
              <a:spcAft>
                <a:spcPts val="0"/>
              </a:spcAft>
              <a:buClr>
                <a:schemeClr val="lt1"/>
              </a:buClr>
              <a:buSzPts val="1800"/>
              <a:buNone/>
              <a:defRPr sz="1800">
                <a:solidFill>
                  <a:schemeClr val="lt1"/>
                </a:solidFill>
              </a:defRPr>
            </a:lvl2pPr>
            <a:lvl3pPr lvl="2" rtl="0">
              <a:lnSpc>
                <a:spcPct val="100000"/>
              </a:lnSpc>
              <a:spcBef>
                <a:spcPts val="0"/>
              </a:spcBef>
              <a:spcAft>
                <a:spcPts val="0"/>
              </a:spcAft>
              <a:buClr>
                <a:schemeClr val="lt1"/>
              </a:buClr>
              <a:buSzPts val="1800"/>
              <a:buNone/>
              <a:defRPr sz="1800">
                <a:solidFill>
                  <a:schemeClr val="lt1"/>
                </a:solidFill>
              </a:defRPr>
            </a:lvl3pPr>
            <a:lvl4pPr lvl="3" rtl="0">
              <a:lnSpc>
                <a:spcPct val="100000"/>
              </a:lnSpc>
              <a:spcBef>
                <a:spcPts val="0"/>
              </a:spcBef>
              <a:spcAft>
                <a:spcPts val="0"/>
              </a:spcAft>
              <a:buClr>
                <a:schemeClr val="lt1"/>
              </a:buClr>
              <a:buSzPts val="1800"/>
              <a:buNone/>
              <a:defRPr sz="1800">
                <a:solidFill>
                  <a:schemeClr val="lt1"/>
                </a:solidFill>
              </a:defRPr>
            </a:lvl4pPr>
            <a:lvl5pPr lvl="4" rtl="0">
              <a:lnSpc>
                <a:spcPct val="100000"/>
              </a:lnSpc>
              <a:spcBef>
                <a:spcPts val="0"/>
              </a:spcBef>
              <a:spcAft>
                <a:spcPts val="0"/>
              </a:spcAft>
              <a:buClr>
                <a:schemeClr val="lt1"/>
              </a:buClr>
              <a:buSzPts val="1800"/>
              <a:buNone/>
              <a:defRPr sz="1800">
                <a:solidFill>
                  <a:schemeClr val="lt1"/>
                </a:solidFill>
              </a:defRPr>
            </a:lvl5pPr>
            <a:lvl6pPr lvl="5" rtl="0">
              <a:lnSpc>
                <a:spcPct val="100000"/>
              </a:lnSpc>
              <a:spcBef>
                <a:spcPts val="0"/>
              </a:spcBef>
              <a:spcAft>
                <a:spcPts val="0"/>
              </a:spcAft>
              <a:buClr>
                <a:schemeClr val="lt1"/>
              </a:buClr>
              <a:buSzPts val="1800"/>
              <a:buNone/>
              <a:defRPr sz="1800">
                <a:solidFill>
                  <a:schemeClr val="lt1"/>
                </a:solidFill>
              </a:defRPr>
            </a:lvl6pPr>
            <a:lvl7pPr lvl="6" rtl="0">
              <a:lnSpc>
                <a:spcPct val="100000"/>
              </a:lnSpc>
              <a:spcBef>
                <a:spcPts val="0"/>
              </a:spcBef>
              <a:spcAft>
                <a:spcPts val="0"/>
              </a:spcAft>
              <a:buClr>
                <a:schemeClr val="lt1"/>
              </a:buClr>
              <a:buSzPts val="1800"/>
              <a:buNone/>
              <a:defRPr sz="1800">
                <a:solidFill>
                  <a:schemeClr val="lt1"/>
                </a:solidFill>
              </a:defRPr>
            </a:lvl7pPr>
            <a:lvl8pPr lvl="7" rtl="0">
              <a:lnSpc>
                <a:spcPct val="100000"/>
              </a:lnSpc>
              <a:spcBef>
                <a:spcPts val="0"/>
              </a:spcBef>
              <a:spcAft>
                <a:spcPts val="0"/>
              </a:spcAft>
              <a:buClr>
                <a:schemeClr val="lt1"/>
              </a:buClr>
              <a:buSzPts val="1800"/>
              <a:buNone/>
              <a:defRPr sz="1800">
                <a:solidFill>
                  <a:schemeClr val="lt1"/>
                </a:solidFill>
              </a:defRPr>
            </a:lvl8pPr>
            <a:lvl9pPr lvl="8" rtl="0">
              <a:lnSpc>
                <a:spcPct val="100000"/>
              </a:lnSpc>
              <a:spcBef>
                <a:spcPts val="0"/>
              </a:spcBef>
              <a:spcAft>
                <a:spcPts val="0"/>
              </a:spcAft>
              <a:buClr>
                <a:schemeClr val="lt1"/>
              </a:buClr>
              <a:buSzPts val="1800"/>
              <a:buNone/>
              <a:defRPr sz="1800">
                <a:solidFill>
                  <a:schemeClr val="lt1"/>
                </a:solidFill>
              </a:defRPr>
            </a:lvl9pPr>
          </a:lstStyle>
          <a:p/>
        </p:txBody>
      </p:sp>
      <p:sp>
        <p:nvSpPr>
          <p:cNvPr id="655" name="Google Shape;655;p48"/>
          <p:cNvSpPr txBox="1"/>
          <p:nvPr/>
        </p:nvSpPr>
        <p:spPr>
          <a:xfrm>
            <a:off x="324000" y="43825"/>
            <a:ext cx="1316700" cy="382800"/>
          </a:xfrm>
          <a:prstGeom prst="rect">
            <a:avLst/>
          </a:prstGeom>
          <a:noFill/>
          <a:ln>
            <a:noFill/>
          </a:ln>
        </p:spPr>
        <p:txBody>
          <a:bodyPr anchorCtr="0" anchor="b" bIns="0" lIns="0" spcFirstLastPara="1" rIns="0" wrap="square" tIns="0">
            <a:noAutofit/>
          </a:bodyPr>
          <a:lstStyle/>
          <a:p>
            <a:pPr indent="0" lvl="0" marL="0" rtl="0" algn="l">
              <a:lnSpc>
                <a:spcPct val="100000"/>
              </a:lnSpc>
              <a:spcBef>
                <a:spcPts val="0"/>
              </a:spcBef>
              <a:spcAft>
                <a:spcPts val="0"/>
              </a:spcAft>
              <a:buNone/>
            </a:pPr>
            <a:r>
              <a:rPr b="1" lang="en-GB" sz="2000">
                <a:solidFill>
                  <a:srgbClr val="FFFFFF"/>
                </a:solidFill>
                <a:latin typeface="Lexend"/>
                <a:ea typeface="Lexend"/>
                <a:cs typeface="Lexend"/>
                <a:sym typeface="Lexend"/>
              </a:rPr>
              <a:t>Task A</a:t>
            </a:r>
            <a:endParaRPr b="1" sz="2000">
              <a:solidFill>
                <a:srgbClr val="FFFFFF"/>
              </a:solidFill>
              <a:latin typeface="Lexend"/>
              <a:ea typeface="Lexend"/>
              <a:cs typeface="Lexend"/>
              <a:sym typeface="Lexend"/>
            </a:endParaRPr>
          </a:p>
        </p:txBody>
      </p:sp>
    </p:spTree>
  </p:cSld>
  <p:clrMapOvr>
    <a:masterClrMapping/>
  </p:clrMapOvr>
</p:sldLayout>
</file>

<file path=ppt/slideLayouts/slideLayout4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2.07 Practice - jade">
  <p:cSld name="TITLE_AND_TWO_COLUMNS_1_1_5_1_3_1_1_1_1">
    <p:spTree>
      <p:nvGrpSpPr>
        <p:cNvPr id="656" name="Shape 656"/>
        <p:cNvGrpSpPr/>
        <p:nvPr/>
      </p:nvGrpSpPr>
      <p:grpSpPr>
        <a:xfrm>
          <a:off x="0" y="0"/>
          <a:ext cx="0" cy="0"/>
          <a:chOff x="0" y="0"/>
          <a:chExt cx="0" cy="0"/>
        </a:xfrm>
      </p:grpSpPr>
      <p:pic>
        <p:nvPicPr>
          <p:cNvPr id="657" name="Google Shape;657;p49"/>
          <p:cNvPicPr preferRelativeResize="0"/>
          <p:nvPr/>
        </p:nvPicPr>
        <p:blipFill rotWithShape="1">
          <a:blip r:embed="rId2">
            <a:alphaModFix/>
          </a:blip>
          <a:srcRect b="1672" l="0" r="0" t="1662"/>
          <a:stretch/>
        </p:blipFill>
        <p:spPr>
          <a:xfrm>
            <a:off x="0" y="532525"/>
            <a:ext cx="9151202" cy="116709"/>
          </a:xfrm>
          <a:prstGeom prst="rect">
            <a:avLst/>
          </a:prstGeom>
          <a:noFill/>
          <a:ln>
            <a:noFill/>
          </a:ln>
        </p:spPr>
      </p:pic>
      <p:sp>
        <p:nvSpPr>
          <p:cNvPr id="658" name="Google Shape;658;p49"/>
          <p:cNvSpPr/>
          <p:nvPr/>
        </p:nvSpPr>
        <p:spPr>
          <a:xfrm>
            <a:off x="-1" y="-2"/>
            <a:ext cx="9144300" cy="540300"/>
          </a:xfrm>
          <a:prstGeom prst="rect">
            <a:avLst/>
          </a:pr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59" name="Google Shape;659;p49"/>
          <p:cNvSpPr txBox="1"/>
          <p:nvPr>
            <p:ph idx="1" type="body"/>
          </p:nvPr>
        </p:nvSpPr>
        <p:spPr>
          <a:xfrm>
            <a:off x="324000" y="759300"/>
            <a:ext cx="8237700" cy="3020700"/>
          </a:xfrm>
          <a:prstGeom prst="rect">
            <a:avLst/>
          </a:prstGeom>
        </p:spPr>
        <p:txBody>
          <a:bodyPr anchorCtr="0" anchor="t" bIns="0" lIns="0" spcFirstLastPara="1" rIns="0" wrap="square" tIns="0">
            <a:noAutofit/>
          </a:bodyPr>
          <a:lstStyle>
            <a:lvl1pPr indent="-368300" lvl="0" marL="457200" rtl="0">
              <a:lnSpc>
                <a:spcPct val="115000"/>
              </a:lnSpc>
              <a:spcBef>
                <a:spcPts val="0"/>
              </a:spcBef>
              <a:spcAft>
                <a:spcPts val="0"/>
              </a:spcAft>
              <a:buSzPts val="2200"/>
              <a:buFont typeface="Lexend"/>
              <a:buChar char="●"/>
              <a:defRPr sz="2200">
                <a:latin typeface="Lexend"/>
                <a:ea typeface="Lexend"/>
                <a:cs typeface="Lexend"/>
                <a:sym typeface="Lexend"/>
              </a:defRPr>
            </a:lvl1pPr>
            <a:lvl2pPr indent="-368300" lvl="1" marL="914400" rtl="0">
              <a:spcBef>
                <a:spcPts val="1000"/>
              </a:spcBef>
              <a:spcAft>
                <a:spcPts val="0"/>
              </a:spcAft>
              <a:buSzPts val="2200"/>
              <a:buFont typeface="Lexend"/>
              <a:buChar char="–"/>
              <a:defRPr sz="2200">
                <a:latin typeface="Lexend"/>
                <a:ea typeface="Lexend"/>
                <a:cs typeface="Lexend"/>
                <a:sym typeface="Lexend"/>
              </a:defRPr>
            </a:lvl2pPr>
            <a:lvl3pPr indent="-355600" lvl="2" marL="1371600" rtl="0">
              <a:spcBef>
                <a:spcPts val="1000"/>
              </a:spcBef>
              <a:spcAft>
                <a:spcPts val="0"/>
              </a:spcAft>
              <a:buSzPts val="2000"/>
              <a:buFont typeface="Lexend"/>
              <a:buChar char="–"/>
              <a:defRPr>
                <a:latin typeface="Lexend"/>
                <a:ea typeface="Lexend"/>
                <a:cs typeface="Lexend"/>
                <a:sym typeface="Lexend"/>
              </a:defRPr>
            </a:lvl3pPr>
            <a:lvl4pPr indent="-368300" lvl="3" marL="1828800" rtl="0">
              <a:spcBef>
                <a:spcPts val="800"/>
              </a:spcBef>
              <a:spcAft>
                <a:spcPts val="0"/>
              </a:spcAft>
              <a:buSzPts val="2200"/>
              <a:buFont typeface="Lexend"/>
              <a:buChar char="–"/>
              <a:defRPr sz="2200">
                <a:latin typeface="Lexend"/>
                <a:ea typeface="Lexend"/>
                <a:cs typeface="Lexend"/>
                <a:sym typeface="Lexend"/>
              </a:defRPr>
            </a:lvl4pPr>
            <a:lvl5pPr indent="-342900" lvl="4" marL="2286000" rtl="0">
              <a:spcBef>
                <a:spcPts val="800"/>
              </a:spcBef>
              <a:spcAft>
                <a:spcPts val="0"/>
              </a:spcAft>
              <a:buSzPts val="1800"/>
              <a:buFont typeface="Lexend"/>
              <a:buChar char="–"/>
              <a:defRPr>
                <a:latin typeface="Lexend"/>
                <a:ea typeface="Lexend"/>
                <a:cs typeface="Lexend"/>
                <a:sym typeface="Lexend"/>
              </a:defRPr>
            </a:lvl5pPr>
            <a:lvl6pPr indent="-342900" lvl="5" marL="2743200" rtl="0">
              <a:spcBef>
                <a:spcPts val="600"/>
              </a:spcBef>
              <a:spcAft>
                <a:spcPts val="0"/>
              </a:spcAft>
              <a:buSzPts val="1800"/>
              <a:buFont typeface="Lexend"/>
              <a:buChar char="–"/>
              <a:defRPr sz="1800">
                <a:latin typeface="Lexend"/>
                <a:ea typeface="Lexend"/>
                <a:cs typeface="Lexend"/>
                <a:sym typeface="Lexend"/>
              </a:defRPr>
            </a:lvl6pPr>
            <a:lvl7pPr indent="-342900" lvl="6" marL="3200400" rtl="0">
              <a:spcBef>
                <a:spcPts val="600"/>
              </a:spcBef>
              <a:spcAft>
                <a:spcPts val="0"/>
              </a:spcAft>
              <a:buSzPts val="1800"/>
              <a:buFont typeface="Lexend"/>
              <a:buChar char="–"/>
              <a:defRPr>
                <a:latin typeface="Lexend"/>
                <a:ea typeface="Lexend"/>
                <a:cs typeface="Lexend"/>
                <a:sym typeface="Lexend"/>
              </a:defRPr>
            </a:lvl7pPr>
            <a:lvl8pPr indent="-342900" lvl="7" marL="3657600" rtl="0">
              <a:spcBef>
                <a:spcPts val="400"/>
              </a:spcBef>
              <a:spcAft>
                <a:spcPts val="0"/>
              </a:spcAft>
              <a:buSzPts val="1800"/>
              <a:buFont typeface="Lexend"/>
              <a:buChar char="–"/>
              <a:defRPr>
                <a:latin typeface="Lexend"/>
                <a:ea typeface="Lexend"/>
                <a:cs typeface="Lexend"/>
                <a:sym typeface="Lexend"/>
              </a:defRPr>
            </a:lvl8pPr>
            <a:lvl9pPr indent="-342900" lvl="8" marL="4114800" rtl="0">
              <a:spcBef>
                <a:spcPts val="400"/>
              </a:spcBef>
              <a:spcAft>
                <a:spcPts val="200"/>
              </a:spcAft>
              <a:buSzPts val="1800"/>
              <a:buFont typeface="Lexend"/>
              <a:buChar char="–"/>
              <a:defRPr>
                <a:latin typeface="Lexend"/>
                <a:ea typeface="Lexend"/>
                <a:cs typeface="Lexend"/>
                <a:sym typeface="Lexend"/>
              </a:defRPr>
            </a:lvl9pPr>
          </a:lstStyle>
          <a:p/>
        </p:txBody>
      </p:sp>
      <p:sp>
        <p:nvSpPr>
          <p:cNvPr id="660" name="Google Shape;660;p49"/>
          <p:cNvSpPr txBox="1"/>
          <p:nvPr/>
        </p:nvSpPr>
        <p:spPr>
          <a:xfrm>
            <a:off x="8476560" y="438750"/>
            <a:ext cx="603900" cy="138600"/>
          </a:xfrm>
          <a:prstGeom prst="rect">
            <a:avLst/>
          </a:prstGeom>
          <a:noFill/>
          <a:ln>
            <a:noFill/>
          </a:ln>
        </p:spPr>
        <p:txBody>
          <a:bodyPr anchorCtr="0" anchor="t" bIns="0" lIns="0" spcFirstLastPara="1" rIns="0" wrap="square" tIns="0">
            <a:spAutoFit/>
          </a:bodyPr>
          <a:lstStyle/>
          <a:p>
            <a:pPr indent="0" lvl="0" marL="0" rtl="0" algn="ctr">
              <a:spcBef>
                <a:spcPts val="0"/>
              </a:spcBef>
              <a:spcAft>
                <a:spcPts val="0"/>
              </a:spcAft>
              <a:buNone/>
            </a:pPr>
            <a:r>
              <a:rPr b="1" lang="en-GB" sz="900">
                <a:solidFill>
                  <a:srgbClr val="E6F2F2"/>
                </a:solidFill>
                <a:latin typeface="Lexend"/>
                <a:ea typeface="Lexend"/>
                <a:cs typeface="Lexend"/>
                <a:sym typeface="Lexend"/>
              </a:rPr>
              <a:t>Practice</a:t>
            </a:r>
            <a:endParaRPr b="1" sz="900">
              <a:solidFill>
                <a:srgbClr val="E6F2F2"/>
              </a:solidFill>
              <a:latin typeface="Lexend"/>
              <a:ea typeface="Lexend"/>
              <a:cs typeface="Lexend"/>
              <a:sym typeface="Lexend"/>
            </a:endParaRPr>
          </a:p>
        </p:txBody>
      </p:sp>
      <p:pic>
        <p:nvPicPr>
          <p:cNvPr id="661" name="Google Shape;661;p49"/>
          <p:cNvPicPr preferRelativeResize="0"/>
          <p:nvPr/>
        </p:nvPicPr>
        <p:blipFill rotWithShape="1">
          <a:blip r:embed="rId3">
            <a:alphaModFix/>
          </a:blip>
          <a:srcRect b="0" l="0" r="0" t="0"/>
          <a:stretch/>
        </p:blipFill>
        <p:spPr>
          <a:xfrm>
            <a:off x="8517493" y="-11474"/>
            <a:ext cx="499700" cy="499700"/>
          </a:xfrm>
          <a:prstGeom prst="rect">
            <a:avLst/>
          </a:prstGeom>
          <a:noFill/>
          <a:ln>
            <a:noFill/>
          </a:ln>
        </p:spPr>
      </p:pic>
      <p:sp>
        <p:nvSpPr>
          <p:cNvPr id="662" name="Google Shape;662;p49"/>
          <p:cNvSpPr txBox="1"/>
          <p:nvPr>
            <p:ph type="title"/>
          </p:nvPr>
        </p:nvSpPr>
        <p:spPr>
          <a:xfrm>
            <a:off x="1479300" y="39650"/>
            <a:ext cx="6855300" cy="382800"/>
          </a:xfrm>
          <a:prstGeom prst="rect">
            <a:avLst/>
          </a:prstGeom>
        </p:spPr>
        <p:txBody>
          <a:bodyPr anchorCtr="0" anchor="b" bIns="0" lIns="0" spcFirstLastPara="1" rIns="0" wrap="square" tIns="0">
            <a:noAutofit/>
          </a:bodyPr>
          <a:lstStyle>
            <a:lvl1pPr lvl="0" rtl="0">
              <a:lnSpc>
                <a:spcPct val="100000"/>
              </a:lnSpc>
              <a:spcBef>
                <a:spcPts val="0"/>
              </a:spcBef>
              <a:spcAft>
                <a:spcPts val="0"/>
              </a:spcAft>
              <a:buClr>
                <a:schemeClr val="lt1"/>
              </a:buClr>
              <a:buSzPts val="1800"/>
              <a:buNone/>
              <a:defRPr b="0" sz="1800">
                <a:solidFill>
                  <a:schemeClr val="lt1"/>
                </a:solidFill>
              </a:defRPr>
            </a:lvl1pPr>
            <a:lvl2pPr lvl="1" rtl="0">
              <a:lnSpc>
                <a:spcPct val="100000"/>
              </a:lnSpc>
              <a:spcBef>
                <a:spcPts val="0"/>
              </a:spcBef>
              <a:spcAft>
                <a:spcPts val="0"/>
              </a:spcAft>
              <a:buClr>
                <a:schemeClr val="lt1"/>
              </a:buClr>
              <a:buSzPts val="1800"/>
              <a:buNone/>
              <a:defRPr sz="1800">
                <a:solidFill>
                  <a:schemeClr val="lt1"/>
                </a:solidFill>
              </a:defRPr>
            </a:lvl2pPr>
            <a:lvl3pPr lvl="2" rtl="0">
              <a:lnSpc>
                <a:spcPct val="100000"/>
              </a:lnSpc>
              <a:spcBef>
                <a:spcPts val="0"/>
              </a:spcBef>
              <a:spcAft>
                <a:spcPts val="0"/>
              </a:spcAft>
              <a:buClr>
                <a:schemeClr val="lt1"/>
              </a:buClr>
              <a:buSzPts val="1800"/>
              <a:buNone/>
              <a:defRPr sz="1800">
                <a:solidFill>
                  <a:schemeClr val="lt1"/>
                </a:solidFill>
              </a:defRPr>
            </a:lvl3pPr>
            <a:lvl4pPr lvl="3" rtl="0">
              <a:lnSpc>
                <a:spcPct val="100000"/>
              </a:lnSpc>
              <a:spcBef>
                <a:spcPts val="0"/>
              </a:spcBef>
              <a:spcAft>
                <a:spcPts val="0"/>
              </a:spcAft>
              <a:buClr>
                <a:schemeClr val="lt1"/>
              </a:buClr>
              <a:buSzPts val="1800"/>
              <a:buNone/>
              <a:defRPr sz="1800">
                <a:solidFill>
                  <a:schemeClr val="lt1"/>
                </a:solidFill>
              </a:defRPr>
            </a:lvl4pPr>
            <a:lvl5pPr lvl="4" rtl="0">
              <a:lnSpc>
                <a:spcPct val="100000"/>
              </a:lnSpc>
              <a:spcBef>
                <a:spcPts val="0"/>
              </a:spcBef>
              <a:spcAft>
                <a:spcPts val="0"/>
              </a:spcAft>
              <a:buClr>
                <a:schemeClr val="lt1"/>
              </a:buClr>
              <a:buSzPts val="1800"/>
              <a:buNone/>
              <a:defRPr sz="1800">
                <a:solidFill>
                  <a:schemeClr val="lt1"/>
                </a:solidFill>
              </a:defRPr>
            </a:lvl5pPr>
            <a:lvl6pPr lvl="5" rtl="0">
              <a:lnSpc>
                <a:spcPct val="100000"/>
              </a:lnSpc>
              <a:spcBef>
                <a:spcPts val="0"/>
              </a:spcBef>
              <a:spcAft>
                <a:spcPts val="0"/>
              </a:spcAft>
              <a:buClr>
                <a:schemeClr val="lt1"/>
              </a:buClr>
              <a:buSzPts val="1800"/>
              <a:buNone/>
              <a:defRPr sz="1800">
                <a:solidFill>
                  <a:schemeClr val="lt1"/>
                </a:solidFill>
              </a:defRPr>
            </a:lvl6pPr>
            <a:lvl7pPr lvl="6" rtl="0">
              <a:lnSpc>
                <a:spcPct val="100000"/>
              </a:lnSpc>
              <a:spcBef>
                <a:spcPts val="0"/>
              </a:spcBef>
              <a:spcAft>
                <a:spcPts val="0"/>
              </a:spcAft>
              <a:buClr>
                <a:schemeClr val="lt1"/>
              </a:buClr>
              <a:buSzPts val="1800"/>
              <a:buNone/>
              <a:defRPr sz="1800">
                <a:solidFill>
                  <a:schemeClr val="lt1"/>
                </a:solidFill>
              </a:defRPr>
            </a:lvl7pPr>
            <a:lvl8pPr lvl="7" rtl="0">
              <a:lnSpc>
                <a:spcPct val="100000"/>
              </a:lnSpc>
              <a:spcBef>
                <a:spcPts val="0"/>
              </a:spcBef>
              <a:spcAft>
                <a:spcPts val="0"/>
              </a:spcAft>
              <a:buClr>
                <a:schemeClr val="lt1"/>
              </a:buClr>
              <a:buSzPts val="1800"/>
              <a:buNone/>
              <a:defRPr sz="1800">
                <a:solidFill>
                  <a:schemeClr val="lt1"/>
                </a:solidFill>
              </a:defRPr>
            </a:lvl8pPr>
            <a:lvl9pPr lvl="8" rtl="0">
              <a:lnSpc>
                <a:spcPct val="100000"/>
              </a:lnSpc>
              <a:spcBef>
                <a:spcPts val="0"/>
              </a:spcBef>
              <a:spcAft>
                <a:spcPts val="0"/>
              </a:spcAft>
              <a:buClr>
                <a:schemeClr val="lt1"/>
              </a:buClr>
              <a:buSzPts val="1800"/>
              <a:buNone/>
              <a:defRPr sz="1800">
                <a:solidFill>
                  <a:schemeClr val="lt1"/>
                </a:solidFill>
              </a:defRPr>
            </a:lvl9pPr>
          </a:lstStyle>
          <a:p/>
        </p:txBody>
      </p:sp>
      <p:sp>
        <p:nvSpPr>
          <p:cNvPr id="663" name="Google Shape;663;p49"/>
          <p:cNvSpPr txBox="1"/>
          <p:nvPr/>
        </p:nvSpPr>
        <p:spPr>
          <a:xfrm>
            <a:off x="324000" y="43825"/>
            <a:ext cx="1316700" cy="382800"/>
          </a:xfrm>
          <a:prstGeom prst="rect">
            <a:avLst/>
          </a:prstGeom>
          <a:noFill/>
          <a:ln>
            <a:noFill/>
          </a:ln>
        </p:spPr>
        <p:txBody>
          <a:bodyPr anchorCtr="0" anchor="b" bIns="0" lIns="0" spcFirstLastPara="1" rIns="0" wrap="square" tIns="0">
            <a:noAutofit/>
          </a:bodyPr>
          <a:lstStyle/>
          <a:p>
            <a:pPr indent="0" lvl="0" marL="0" rtl="0" algn="l">
              <a:lnSpc>
                <a:spcPct val="100000"/>
              </a:lnSpc>
              <a:spcBef>
                <a:spcPts val="0"/>
              </a:spcBef>
              <a:spcAft>
                <a:spcPts val="0"/>
              </a:spcAft>
              <a:buNone/>
            </a:pPr>
            <a:r>
              <a:rPr b="1" lang="en-GB" sz="2000">
                <a:solidFill>
                  <a:srgbClr val="FFFFFF"/>
                </a:solidFill>
                <a:latin typeface="Lexend"/>
                <a:ea typeface="Lexend"/>
                <a:cs typeface="Lexend"/>
                <a:sym typeface="Lexend"/>
              </a:rPr>
              <a:t>Task B</a:t>
            </a:r>
            <a:endParaRPr b="1" sz="2000">
              <a:solidFill>
                <a:srgbClr val="FFFFFF"/>
              </a:solidFill>
              <a:latin typeface="Lexend"/>
              <a:ea typeface="Lexend"/>
              <a:cs typeface="Lexend"/>
              <a:sym typeface="Lexend"/>
            </a:endParaRPr>
          </a:p>
        </p:txBody>
      </p:sp>
    </p:spTree>
  </p:cSld>
  <p:clrMapOvr>
    <a:masterClrMapping/>
  </p:clrMapOvr>
</p:sldLayout>
</file>

<file path=ppt/slideLayouts/slideLayout4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3.07 Practice - blue ">
  <p:cSld name="TITLE_AND_TWO_COLUMNS_1_1_5_1_3_1_2">
    <p:spTree>
      <p:nvGrpSpPr>
        <p:cNvPr id="664" name="Shape 664"/>
        <p:cNvGrpSpPr/>
        <p:nvPr/>
      </p:nvGrpSpPr>
      <p:grpSpPr>
        <a:xfrm>
          <a:off x="0" y="0"/>
          <a:ext cx="0" cy="0"/>
          <a:chOff x="0" y="0"/>
          <a:chExt cx="0" cy="0"/>
        </a:xfrm>
      </p:grpSpPr>
      <p:pic>
        <p:nvPicPr>
          <p:cNvPr id="665" name="Google Shape;665;p50"/>
          <p:cNvPicPr preferRelativeResize="0"/>
          <p:nvPr/>
        </p:nvPicPr>
        <p:blipFill rotWithShape="1">
          <a:blip r:embed="rId2">
            <a:alphaModFix/>
          </a:blip>
          <a:srcRect b="1672" l="0" r="0" t="1662"/>
          <a:stretch/>
        </p:blipFill>
        <p:spPr>
          <a:xfrm>
            <a:off x="0" y="532525"/>
            <a:ext cx="9151202" cy="116709"/>
          </a:xfrm>
          <a:prstGeom prst="rect">
            <a:avLst/>
          </a:prstGeom>
          <a:noFill/>
          <a:ln>
            <a:noFill/>
          </a:ln>
        </p:spPr>
      </p:pic>
      <p:sp>
        <p:nvSpPr>
          <p:cNvPr id="666" name="Google Shape;666;p50"/>
          <p:cNvSpPr/>
          <p:nvPr/>
        </p:nvSpPr>
        <p:spPr>
          <a:xfrm>
            <a:off x="-1" y="-2"/>
            <a:ext cx="9144300" cy="540300"/>
          </a:xfrm>
          <a:prstGeom prst="rect">
            <a:avLst/>
          </a:pr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67" name="Google Shape;667;p50"/>
          <p:cNvSpPr txBox="1"/>
          <p:nvPr>
            <p:ph idx="1" type="body"/>
          </p:nvPr>
        </p:nvSpPr>
        <p:spPr>
          <a:xfrm>
            <a:off x="324000" y="759300"/>
            <a:ext cx="8237700" cy="3020700"/>
          </a:xfrm>
          <a:prstGeom prst="rect">
            <a:avLst/>
          </a:prstGeom>
        </p:spPr>
        <p:txBody>
          <a:bodyPr anchorCtr="0" anchor="t" bIns="0" lIns="0" spcFirstLastPara="1" rIns="0" wrap="square" tIns="0">
            <a:noAutofit/>
          </a:bodyPr>
          <a:lstStyle>
            <a:lvl1pPr indent="-368300" lvl="0" marL="457200" rtl="0">
              <a:lnSpc>
                <a:spcPct val="115000"/>
              </a:lnSpc>
              <a:spcBef>
                <a:spcPts val="0"/>
              </a:spcBef>
              <a:spcAft>
                <a:spcPts val="0"/>
              </a:spcAft>
              <a:buSzPts val="2200"/>
              <a:buFont typeface="Lexend"/>
              <a:buChar char="●"/>
              <a:defRPr sz="2200">
                <a:latin typeface="Lexend"/>
                <a:ea typeface="Lexend"/>
                <a:cs typeface="Lexend"/>
                <a:sym typeface="Lexend"/>
              </a:defRPr>
            </a:lvl1pPr>
            <a:lvl2pPr indent="-368300" lvl="1" marL="914400" rtl="0">
              <a:spcBef>
                <a:spcPts val="1000"/>
              </a:spcBef>
              <a:spcAft>
                <a:spcPts val="0"/>
              </a:spcAft>
              <a:buSzPts val="2200"/>
              <a:buFont typeface="Lexend"/>
              <a:buChar char="–"/>
              <a:defRPr sz="2200">
                <a:latin typeface="Lexend"/>
                <a:ea typeface="Lexend"/>
                <a:cs typeface="Lexend"/>
                <a:sym typeface="Lexend"/>
              </a:defRPr>
            </a:lvl2pPr>
            <a:lvl3pPr indent="-355600" lvl="2" marL="1371600" rtl="0">
              <a:spcBef>
                <a:spcPts val="1000"/>
              </a:spcBef>
              <a:spcAft>
                <a:spcPts val="0"/>
              </a:spcAft>
              <a:buSzPts val="2000"/>
              <a:buFont typeface="Lexend"/>
              <a:buChar char="–"/>
              <a:defRPr>
                <a:latin typeface="Lexend"/>
                <a:ea typeface="Lexend"/>
                <a:cs typeface="Lexend"/>
                <a:sym typeface="Lexend"/>
              </a:defRPr>
            </a:lvl3pPr>
            <a:lvl4pPr indent="-368300" lvl="3" marL="1828800" rtl="0">
              <a:spcBef>
                <a:spcPts val="800"/>
              </a:spcBef>
              <a:spcAft>
                <a:spcPts val="0"/>
              </a:spcAft>
              <a:buSzPts val="2200"/>
              <a:buFont typeface="Lexend"/>
              <a:buChar char="–"/>
              <a:defRPr sz="2200">
                <a:latin typeface="Lexend"/>
                <a:ea typeface="Lexend"/>
                <a:cs typeface="Lexend"/>
                <a:sym typeface="Lexend"/>
              </a:defRPr>
            </a:lvl4pPr>
            <a:lvl5pPr indent="-342900" lvl="4" marL="2286000" rtl="0">
              <a:spcBef>
                <a:spcPts val="800"/>
              </a:spcBef>
              <a:spcAft>
                <a:spcPts val="0"/>
              </a:spcAft>
              <a:buSzPts val="1800"/>
              <a:buFont typeface="Lexend"/>
              <a:buChar char="–"/>
              <a:defRPr>
                <a:latin typeface="Lexend"/>
                <a:ea typeface="Lexend"/>
                <a:cs typeface="Lexend"/>
                <a:sym typeface="Lexend"/>
              </a:defRPr>
            </a:lvl5pPr>
            <a:lvl6pPr indent="-342900" lvl="5" marL="2743200" rtl="0">
              <a:spcBef>
                <a:spcPts val="600"/>
              </a:spcBef>
              <a:spcAft>
                <a:spcPts val="0"/>
              </a:spcAft>
              <a:buSzPts val="1800"/>
              <a:buFont typeface="Lexend"/>
              <a:buChar char="–"/>
              <a:defRPr sz="1800">
                <a:latin typeface="Lexend"/>
                <a:ea typeface="Lexend"/>
                <a:cs typeface="Lexend"/>
                <a:sym typeface="Lexend"/>
              </a:defRPr>
            </a:lvl6pPr>
            <a:lvl7pPr indent="-342900" lvl="6" marL="3200400" rtl="0">
              <a:spcBef>
                <a:spcPts val="600"/>
              </a:spcBef>
              <a:spcAft>
                <a:spcPts val="0"/>
              </a:spcAft>
              <a:buSzPts val="1800"/>
              <a:buFont typeface="Lexend"/>
              <a:buChar char="–"/>
              <a:defRPr>
                <a:latin typeface="Lexend"/>
                <a:ea typeface="Lexend"/>
                <a:cs typeface="Lexend"/>
                <a:sym typeface="Lexend"/>
              </a:defRPr>
            </a:lvl7pPr>
            <a:lvl8pPr indent="-342900" lvl="7" marL="3657600" rtl="0">
              <a:spcBef>
                <a:spcPts val="400"/>
              </a:spcBef>
              <a:spcAft>
                <a:spcPts val="0"/>
              </a:spcAft>
              <a:buSzPts val="1800"/>
              <a:buFont typeface="Lexend"/>
              <a:buChar char="–"/>
              <a:defRPr>
                <a:latin typeface="Lexend"/>
                <a:ea typeface="Lexend"/>
                <a:cs typeface="Lexend"/>
                <a:sym typeface="Lexend"/>
              </a:defRPr>
            </a:lvl8pPr>
            <a:lvl9pPr indent="-342900" lvl="8" marL="4114800" rtl="0">
              <a:spcBef>
                <a:spcPts val="400"/>
              </a:spcBef>
              <a:spcAft>
                <a:spcPts val="200"/>
              </a:spcAft>
              <a:buSzPts val="1800"/>
              <a:buFont typeface="Lexend"/>
              <a:buChar char="–"/>
              <a:defRPr>
                <a:latin typeface="Lexend"/>
                <a:ea typeface="Lexend"/>
                <a:cs typeface="Lexend"/>
                <a:sym typeface="Lexend"/>
              </a:defRPr>
            </a:lvl9pPr>
          </a:lstStyle>
          <a:p/>
        </p:txBody>
      </p:sp>
      <p:sp>
        <p:nvSpPr>
          <p:cNvPr id="668" name="Google Shape;668;p50"/>
          <p:cNvSpPr txBox="1"/>
          <p:nvPr/>
        </p:nvSpPr>
        <p:spPr>
          <a:xfrm>
            <a:off x="8476560" y="438750"/>
            <a:ext cx="603900" cy="138600"/>
          </a:xfrm>
          <a:prstGeom prst="rect">
            <a:avLst/>
          </a:prstGeom>
          <a:noFill/>
          <a:ln>
            <a:noFill/>
          </a:ln>
        </p:spPr>
        <p:txBody>
          <a:bodyPr anchorCtr="0" anchor="t" bIns="0" lIns="0" spcFirstLastPara="1" rIns="0" wrap="square" tIns="0">
            <a:spAutoFit/>
          </a:bodyPr>
          <a:lstStyle/>
          <a:p>
            <a:pPr indent="0" lvl="0" marL="0" rtl="0" algn="ctr">
              <a:spcBef>
                <a:spcPts val="0"/>
              </a:spcBef>
              <a:spcAft>
                <a:spcPts val="0"/>
              </a:spcAft>
              <a:buNone/>
            </a:pPr>
            <a:r>
              <a:rPr b="1" lang="en-GB" sz="900">
                <a:solidFill>
                  <a:srgbClr val="EBEDFE"/>
                </a:solidFill>
                <a:latin typeface="Lexend"/>
                <a:ea typeface="Lexend"/>
                <a:cs typeface="Lexend"/>
                <a:sym typeface="Lexend"/>
              </a:rPr>
              <a:t>Practice</a:t>
            </a:r>
            <a:endParaRPr b="1" sz="900">
              <a:solidFill>
                <a:srgbClr val="EBEDFE"/>
              </a:solidFill>
              <a:latin typeface="Lexend"/>
              <a:ea typeface="Lexend"/>
              <a:cs typeface="Lexend"/>
              <a:sym typeface="Lexend"/>
            </a:endParaRPr>
          </a:p>
        </p:txBody>
      </p:sp>
      <p:pic>
        <p:nvPicPr>
          <p:cNvPr id="669" name="Google Shape;669;p50"/>
          <p:cNvPicPr preferRelativeResize="0"/>
          <p:nvPr/>
        </p:nvPicPr>
        <p:blipFill rotWithShape="1">
          <a:blip r:embed="rId3">
            <a:alphaModFix/>
          </a:blip>
          <a:srcRect b="0" l="0" r="0" t="0"/>
          <a:stretch/>
        </p:blipFill>
        <p:spPr>
          <a:xfrm>
            <a:off x="8517493" y="-11474"/>
            <a:ext cx="499700" cy="499700"/>
          </a:xfrm>
          <a:prstGeom prst="rect">
            <a:avLst/>
          </a:prstGeom>
          <a:noFill/>
          <a:ln>
            <a:noFill/>
          </a:ln>
        </p:spPr>
      </p:pic>
      <p:sp>
        <p:nvSpPr>
          <p:cNvPr id="670" name="Google Shape;670;p50"/>
          <p:cNvSpPr txBox="1"/>
          <p:nvPr>
            <p:ph type="title"/>
          </p:nvPr>
        </p:nvSpPr>
        <p:spPr>
          <a:xfrm>
            <a:off x="1479300" y="39650"/>
            <a:ext cx="6855300" cy="382800"/>
          </a:xfrm>
          <a:prstGeom prst="rect">
            <a:avLst/>
          </a:prstGeom>
        </p:spPr>
        <p:txBody>
          <a:bodyPr anchorCtr="0" anchor="b" bIns="0" lIns="0" spcFirstLastPara="1" rIns="0" wrap="square" tIns="0">
            <a:noAutofit/>
          </a:bodyPr>
          <a:lstStyle>
            <a:lvl1pPr lvl="0" rtl="0">
              <a:lnSpc>
                <a:spcPct val="100000"/>
              </a:lnSpc>
              <a:spcBef>
                <a:spcPts val="0"/>
              </a:spcBef>
              <a:spcAft>
                <a:spcPts val="0"/>
              </a:spcAft>
              <a:buClr>
                <a:schemeClr val="lt1"/>
              </a:buClr>
              <a:buSzPts val="1800"/>
              <a:buNone/>
              <a:defRPr b="0" sz="1800">
                <a:solidFill>
                  <a:schemeClr val="lt1"/>
                </a:solidFill>
              </a:defRPr>
            </a:lvl1pPr>
            <a:lvl2pPr lvl="1" rtl="0">
              <a:lnSpc>
                <a:spcPct val="100000"/>
              </a:lnSpc>
              <a:spcBef>
                <a:spcPts val="0"/>
              </a:spcBef>
              <a:spcAft>
                <a:spcPts val="0"/>
              </a:spcAft>
              <a:buClr>
                <a:schemeClr val="lt1"/>
              </a:buClr>
              <a:buSzPts val="1800"/>
              <a:buNone/>
              <a:defRPr sz="1800">
                <a:solidFill>
                  <a:schemeClr val="lt1"/>
                </a:solidFill>
              </a:defRPr>
            </a:lvl2pPr>
            <a:lvl3pPr lvl="2" rtl="0">
              <a:lnSpc>
                <a:spcPct val="100000"/>
              </a:lnSpc>
              <a:spcBef>
                <a:spcPts val="0"/>
              </a:spcBef>
              <a:spcAft>
                <a:spcPts val="0"/>
              </a:spcAft>
              <a:buClr>
                <a:schemeClr val="lt1"/>
              </a:buClr>
              <a:buSzPts val="1800"/>
              <a:buNone/>
              <a:defRPr sz="1800">
                <a:solidFill>
                  <a:schemeClr val="lt1"/>
                </a:solidFill>
              </a:defRPr>
            </a:lvl3pPr>
            <a:lvl4pPr lvl="3" rtl="0">
              <a:lnSpc>
                <a:spcPct val="100000"/>
              </a:lnSpc>
              <a:spcBef>
                <a:spcPts val="0"/>
              </a:spcBef>
              <a:spcAft>
                <a:spcPts val="0"/>
              </a:spcAft>
              <a:buClr>
                <a:schemeClr val="lt1"/>
              </a:buClr>
              <a:buSzPts val="1800"/>
              <a:buNone/>
              <a:defRPr sz="1800">
                <a:solidFill>
                  <a:schemeClr val="lt1"/>
                </a:solidFill>
              </a:defRPr>
            </a:lvl4pPr>
            <a:lvl5pPr lvl="4" rtl="0">
              <a:lnSpc>
                <a:spcPct val="100000"/>
              </a:lnSpc>
              <a:spcBef>
                <a:spcPts val="0"/>
              </a:spcBef>
              <a:spcAft>
                <a:spcPts val="0"/>
              </a:spcAft>
              <a:buClr>
                <a:schemeClr val="lt1"/>
              </a:buClr>
              <a:buSzPts val="1800"/>
              <a:buNone/>
              <a:defRPr sz="1800">
                <a:solidFill>
                  <a:schemeClr val="lt1"/>
                </a:solidFill>
              </a:defRPr>
            </a:lvl5pPr>
            <a:lvl6pPr lvl="5" rtl="0">
              <a:lnSpc>
                <a:spcPct val="100000"/>
              </a:lnSpc>
              <a:spcBef>
                <a:spcPts val="0"/>
              </a:spcBef>
              <a:spcAft>
                <a:spcPts val="0"/>
              </a:spcAft>
              <a:buClr>
                <a:schemeClr val="lt1"/>
              </a:buClr>
              <a:buSzPts val="1800"/>
              <a:buNone/>
              <a:defRPr sz="1800">
                <a:solidFill>
                  <a:schemeClr val="lt1"/>
                </a:solidFill>
              </a:defRPr>
            </a:lvl6pPr>
            <a:lvl7pPr lvl="6" rtl="0">
              <a:lnSpc>
                <a:spcPct val="100000"/>
              </a:lnSpc>
              <a:spcBef>
                <a:spcPts val="0"/>
              </a:spcBef>
              <a:spcAft>
                <a:spcPts val="0"/>
              </a:spcAft>
              <a:buClr>
                <a:schemeClr val="lt1"/>
              </a:buClr>
              <a:buSzPts val="1800"/>
              <a:buNone/>
              <a:defRPr sz="1800">
                <a:solidFill>
                  <a:schemeClr val="lt1"/>
                </a:solidFill>
              </a:defRPr>
            </a:lvl7pPr>
            <a:lvl8pPr lvl="7" rtl="0">
              <a:lnSpc>
                <a:spcPct val="100000"/>
              </a:lnSpc>
              <a:spcBef>
                <a:spcPts val="0"/>
              </a:spcBef>
              <a:spcAft>
                <a:spcPts val="0"/>
              </a:spcAft>
              <a:buClr>
                <a:schemeClr val="lt1"/>
              </a:buClr>
              <a:buSzPts val="1800"/>
              <a:buNone/>
              <a:defRPr sz="1800">
                <a:solidFill>
                  <a:schemeClr val="lt1"/>
                </a:solidFill>
              </a:defRPr>
            </a:lvl8pPr>
            <a:lvl9pPr lvl="8" rtl="0">
              <a:lnSpc>
                <a:spcPct val="100000"/>
              </a:lnSpc>
              <a:spcBef>
                <a:spcPts val="0"/>
              </a:spcBef>
              <a:spcAft>
                <a:spcPts val="0"/>
              </a:spcAft>
              <a:buClr>
                <a:schemeClr val="lt1"/>
              </a:buClr>
              <a:buSzPts val="1800"/>
              <a:buNone/>
              <a:defRPr sz="1800">
                <a:solidFill>
                  <a:schemeClr val="lt1"/>
                </a:solidFill>
              </a:defRPr>
            </a:lvl9pPr>
          </a:lstStyle>
          <a:p/>
        </p:txBody>
      </p:sp>
      <p:sp>
        <p:nvSpPr>
          <p:cNvPr id="671" name="Google Shape;671;p50"/>
          <p:cNvSpPr txBox="1"/>
          <p:nvPr/>
        </p:nvSpPr>
        <p:spPr>
          <a:xfrm>
            <a:off x="324000" y="43825"/>
            <a:ext cx="1316700" cy="382800"/>
          </a:xfrm>
          <a:prstGeom prst="rect">
            <a:avLst/>
          </a:prstGeom>
          <a:noFill/>
          <a:ln>
            <a:noFill/>
          </a:ln>
        </p:spPr>
        <p:txBody>
          <a:bodyPr anchorCtr="0" anchor="b" bIns="0" lIns="0" spcFirstLastPara="1" rIns="0" wrap="square" tIns="0">
            <a:noAutofit/>
          </a:bodyPr>
          <a:lstStyle/>
          <a:p>
            <a:pPr indent="0" lvl="0" marL="0" rtl="0" algn="l">
              <a:lnSpc>
                <a:spcPct val="100000"/>
              </a:lnSpc>
              <a:spcBef>
                <a:spcPts val="0"/>
              </a:spcBef>
              <a:spcAft>
                <a:spcPts val="0"/>
              </a:spcAft>
              <a:buNone/>
            </a:pPr>
            <a:r>
              <a:rPr b="1" lang="en-GB" sz="2000">
                <a:solidFill>
                  <a:srgbClr val="FFFFFF"/>
                </a:solidFill>
                <a:latin typeface="Lexend"/>
                <a:ea typeface="Lexend"/>
                <a:cs typeface="Lexend"/>
                <a:sym typeface="Lexend"/>
              </a:rPr>
              <a:t>Task C</a:t>
            </a:r>
            <a:endParaRPr b="1" sz="2000">
              <a:solidFill>
                <a:srgbClr val="FFFFFF"/>
              </a:solidFill>
              <a:latin typeface="Lexend"/>
              <a:ea typeface="Lexend"/>
              <a:cs typeface="Lexend"/>
              <a:sym typeface="Lexend"/>
            </a:endParaRPr>
          </a:p>
        </p:txBody>
      </p:sp>
    </p:spTree>
  </p:cSld>
  <p:clrMapOvr>
    <a:masterClrMapping/>
  </p:clrMapOvr>
</p:sldLayout>
</file>

<file path=ppt/slideLayouts/slideLayout5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4.07 Practice - pink">
  <p:cSld name="TITLE_AND_TWO_COLUMNS_1_1_5_1_3_1_1_1_1_1">
    <p:spTree>
      <p:nvGrpSpPr>
        <p:cNvPr id="672" name="Shape 672"/>
        <p:cNvGrpSpPr/>
        <p:nvPr/>
      </p:nvGrpSpPr>
      <p:grpSpPr>
        <a:xfrm>
          <a:off x="0" y="0"/>
          <a:ext cx="0" cy="0"/>
          <a:chOff x="0" y="0"/>
          <a:chExt cx="0" cy="0"/>
        </a:xfrm>
      </p:grpSpPr>
      <p:pic>
        <p:nvPicPr>
          <p:cNvPr id="673" name="Google Shape;673;p51"/>
          <p:cNvPicPr preferRelativeResize="0"/>
          <p:nvPr/>
        </p:nvPicPr>
        <p:blipFill rotWithShape="1">
          <a:blip r:embed="rId2">
            <a:alphaModFix/>
          </a:blip>
          <a:srcRect b="1672" l="0" r="0" t="1662"/>
          <a:stretch/>
        </p:blipFill>
        <p:spPr>
          <a:xfrm>
            <a:off x="0" y="532525"/>
            <a:ext cx="9151202" cy="116709"/>
          </a:xfrm>
          <a:prstGeom prst="rect">
            <a:avLst/>
          </a:prstGeom>
          <a:noFill/>
          <a:ln>
            <a:noFill/>
          </a:ln>
        </p:spPr>
      </p:pic>
      <p:sp>
        <p:nvSpPr>
          <p:cNvPr id="674" name="Google Shape;674;p51"/>
          <p:cNvSpPr/>
          <p:nvPr/>
        </p:nvSpPr>
        <p:spPr>
          <a:xfrm>
            <a:off x="0" y="1"/>
            <a:ext cx="9144300" cy="540300"/>
          </a:xfrm>
          <a:prstGeom prst="rect">
            <a:avLst/>
          </a:pr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75" name="Google Shape;675;p51"/>
          <p:cNvSpPr txBox="1"/>
          <p:nvPr>
            <p:ph idx="1" type="body"/>
          </p:nvPr>
        </p:nvSpPr>
        <p:spPr>
          <a:xfrm>
            <a:off x="324000" y="759300"/>
            <a:ext cx="8237700" cy="3020700"/>
          </a:xfrm>
          <a:prstGeom prst="rect">
            <a:avLst/>
          </a:prstGeom>
        </p:spPr>
        <p:txBody>
          <a:bodyPr anchorCtr="0" anchor="t" bIns="0" lIns="0" spcFirstLastPara="1" rIns="0" wrap="square" tIns="0">
            <a:noAutofit/>
          </a:bodyPr>
          <a:lstStyle>
            <a:lvl1pPr indent="-368300" lvl="0" marL="457200" rtl="0">
              <a:lnSpc>
                <a:spcPct val="115000"/>
              </a:lnSpc>
              <a:spcBef>
                <a:spcPts val="0"/>
              </a:spcBef>
              <a:spcAft>
                <a:spcPts val="0"/>
              </a:spcAft>
              <a:buSzPts val="2200"/>
              <a:buFont typeface="Lexend"/>
              <a:buChar char="●"/>
              <a:defRPr sz="2200">
                <a:latin typeface="Lexend"/>
                <a:ea typeface="Lexend"/>
                <a:cs typeface="Lexend"/>
                <a:sym typeface="Lexend"/>
              </a:defRPr>
            </a:lvl1pPr>
            <a:lvl2pPr indent="-368300" lvl="1" marL="914400" rtl="0">
              <a:spcBef>
                <a:spcPts val="1000"/>
              </a:spcBef>
              <a:spcAft>
                <a:spcPts val="0"/>
              </a:spcAft>
              <a:buSzPts val="2200"/>
              <a:buFont typeface="Lexend"/>
              <a:buChar char="–"/>
              <a:defRPr sz="2200">
                <a:latin typeface="Lexend"/>
                <a:ea typeface="Lexend"/>
                <a:cs typeface="Lexend"/>
                <a:sym typeface="Lexend"/>
              </a:defRPr>
            </a:lvl2pPr>
            <a:lvl3pPr indent="-355600" lvl="2" marL="1371600" rtl="0">
              <a:spcBef>
                <a:spcPts val="1000"/>
              </a:spcBef>
              <a:spcAft>
                <a:spcPts val="0"/>
              </a:spcAft>
              <a:buSzPts val="2000"/>
              <a:buFont typeface="Lexend"/>
              <a:buChar char="–"/>
              <a:defRPr>
                <a:latin typeface="Lexend"/>
                <a:ea typeface="Lexend"/>
                <a:cs typeface="Lexend"/>
                <a:sym typeface="Lexend"/>
              </a:defRPr>
            </a:lvl3pPr>
            <a:lvl4pPr indent="-368300" lvl="3" marL="1828800" rtl="0">
              <a:spcBef>
                <a:spcPts val="800"/>
              </a:spcBef>
              <a:spcAft>
                <a:spcPts val="0"/>
              </a:spcAft>
              <a:buSzPts val="2200"/>
              <a:buFont typeface="Lexend"/>
              <a:buChar char="–"/>
              <a:defRPr sz="2200">
                <a:latin typeface="Lexend"/>
                <a:ea typeface="Lexend"/>
                <a:cs typeface="Lexend"/>
                <a:sym typeface="Lexend"/>
              </a:defRPr>
            </a:lvl4pPr>
            <a:lvl5pPr indent="-342900" lvl="4" marL="2286000" rtl="0">
              <a:spcBef>
                <a:spcPts val="800"/>
              </a:spcBef>
              <a:spcAft>
                <a:spcPts val="0"/>
              </a:spcAft>
              <a:buSzPts val="1800"/>
              <a:buFont typeface="Lexend"/>
              <a:buChar char="–"/>
              <a:defRPr>
                <a:latin typeface="Lexend"/>
                <a:ea typeface="Lexend"/>
                <a:cs typeface="Lexend"/>
                <a:sym typeface="Lexend"/>
              </a:defRPr>
            </a:lvl5pPr>
            <a:lvl6pPr indent="-342900" lvl="5" marL="2743200" rtl="0">
              <a:spcBef>
                <a:spcPts val="600"/>
              </a:spcBef>
              <a:spcAft>
                <a:spcPts val="0"/>
              </a:spcAft>
              <a:buSzPts val="1800"/>
              <a:buFont typeface="Lexend"/>
              <a:buChar char="–"/>
              <a:defRPr sz="1800">
                <a:latin typeface="Lexend"/>
                <a:ea typeface="Lexend"/>
                <a:cs typeface="Lexend"/>
                <a:sym typeface="Lexend"/>
              </a:defRPr>
            </a:lvl6pPr>
            <a:lvl7pPr indent="-342900" lvl="6" marL="3200400" rtl="0">
              <a:spcBef>
                <a:spcPts val="600"/>
              </a:spcBef>
              <a:spcAft>
                <a:spcPts val="0"/>
              </a:spcAft>
              <a:buSzPts val="1800"/>
              <a:buFont typeface="Lexend"/>
              <a:buChar char="–"/>
              <a:defRPr>
                <a:latin typeface="Lexend"/>
                <a:ea typeface="Lexend"/>
                <a:cs typeface="Lexend"/>
                <a:sym typeface="Lexend"/>
              </a:defRPr>
            </a:lvl7pPr>
            <a:lvl8pPr indent="-342900" lvl="7" marL="3657600" rtl="0">
              <a:spcBef>
                <a:spcPts val="400"/>
              </a:spcBef>
              <a:spcAft>
                <a:spcPts val="0"/>
              </a:spcAft>
              <a:buSzPts val="1800"/>
              <a:buFont typeface="Lexend"/>
              <a:buChar char="–"/>
              <a:defRPr>
                <a:latin typeface="Lexend"/>
                <a:ea typeface="Lexend"/>
                <a:cs typeface="Lexend"/>
                <a:sym typeface="Lexend"/>
              </a:defRPr>
            </a:lvl8pPr>
            <a:lvl9pPr indent="-342900" lvl="8" marL="4114800" rtl="0">
              <a:spcBef>
                <a:spcPts val="400"/>
              </a:spcBef>
              <a:spcAft>
                <a:spcPts val="200"/>
              </a:spcAft>
              <a:buSzPts val="1800"/>
              <a:buFont typeface="Lexend"/>
              <a:buChar char="–"/>
              <a:defRPr>
                <a:latin typeface="Lexend"/>
                <a:ea typeface="Lexend"/>
                <a:cs typeface="Lexend"/>
                <a:sym typeface="Lexend"/>
              </a:defRPr>
            </a:lvl9pPr>
          </a:lstStyle>
          <a:p/>
        </p:txBody>
      </p:sp>
      <p:sp>
        <p:nvSpPr>
          <p:cNvPr id="676" name="Google Shape;676;p51"/>
          <p:cNvSpPr txBox="1"/>
          <p:nvPr/>
        </p:nvSpPr>
        <p:spPr>
          <a:xfrm>
            <a:off x="8476560" y="438750"/>
            <a:ext cx="603900" cy="138600"/>
          </a:xfrm>
          <a:prstGeom prst="rect">
            <a:avLst/>
          </a:prstGeom>
          <a:noFill/>
          <a:ln>
            <a:noFill/>
          </a:ln>
        </p:spPr>
        <p:txBody>
          <a:bodyPr anchorCtr="0" anchor="t" bIns="0" lIns="0" spcFirstLastPara="1" rIns="0" wrap="square" tIns="0">
            <a:spAutoFit/>
          </a:bodyPr>
          <a:lstStyle/>
          <a:p>
            <a:pPr indent="0" lvl="0" marL="0" rtl="0" algn="ctr">
              <a:spcBef>
                <a:spcPts val="0"/>
              </a:spcBef>
              <a:spcAft>
                <a:spcPts val="0"/>
              </a:spcAft>
              <a:buNone/>
            </a:pPr>
            <a:r>
              <a:rPr b="1" lang="en-GB" sz="900">
                <a:solidFill>
                  <a:srgbClr val="FAEAF6"/>
                </a:solidFill>
                <a:latin typeface="Lexend"/>
                <a:ea typeface="Lexend"/>
                <a:cs typeface="Lexend"/>
                <a:sym typeface="Lexend"/>
              </a:rPr>
              <a:t>Practice</a:t>
            </a:r>
            <a:endParaRPr b="1" sz="900">
              <a:solidFill>
                <a:srgbClr val="FAEAF6"/>
              </a:solidFill>
              <a:latin typeface="Lexend"/>
              <a:ea typeface="Lexend"/>
              <a:cs typeface="Lexend"/>
              <a:sym typeface="Lexend"/>
            </a:endParaRPr>
          </a:p>
        </p:txBody>
      </p:sp>
      <p:pic>
        <p:nvPicPr>
          <p:cNvPr id="677" name="Google Shape;677;p51"/>
          <p:cNvPicPr preferRelativeResize="0"/>
          <p:nvPr/>
        </p:nvPicPr>
        <p:blipFill rotWithShape="1">
          <a:blip r:embed="rId3">
            <a:alphaModFix/>
          </a:blip>
          <a:srcRect b="0" l="0" r="0" t="0"/>
          <a:stretch/>
        </p:blipFill>
        <p:spPr>
          <a:xfrm>
            <a:off x="8517493" y="-11474"/>
            <a:ext cx="499700" cy="499700"/>
          </a:xfrm>
          <a:prstGeom prst="rect">
            <a:avLst/>
          </a:prstGeom>
          <a:noFill/>
          <a:ln>
            <a:noFill/>
          </a:ln>
        </p:spPr>
      </p:pic>
      <p:sp>
        <p:nvSpPr>
          <p:cNvPr id="678" name="Google Shape;678;p51"/>
          <p:cNvSpPr txBox="1"/>
          <p:nvPr>
            <p:ph type="title"/>
          </p:nvPr>
        </p:nvSpPr>
        <p:spPr>
          <a:xfrm>
            <a:off x="1479300" y="39650"/>
            <a:ext cx="6855300" cy="382800"/>
          </a:xfrm>
          <a:prstGeom prst="rect">
            <a:avLst/>
          </a:prstGeom>
        </p:spPr>
        <p:txBody>
          <a:bodyPr anchorCtr="0" anchor="b" bIns="0" lIns="0" spcFirstLastPara="1" rIns="0" wrap="square" tIns="0">
            <a:noAutofit/>
          </a:bodyPr>
          <a:lstStyle>
            <a:lvl1pPr lvl="0" rtl="0">
              <a:lnSpc>
                <a:spcPct val="100000"/>
              </a:lnSpc>
              <a:spcBef>
                <a:spcPts val="0"/>
              </a:spcBef>
              <a:spcAft>
                <a:spcPts val="0"/>
              </a:spcAft>
              <a:buClr>
                <a:schemeClr val="lt1"/>
              </a:buClr>
              <a:buSzPts val="1800"/>
              <a:buNone/>
              <a:defRPr b="0" sz="1800">
                <a:solidFill>
                  <a:schemeClr val="lt1"/>
                </a:solidFill>
              </a:defRPr>
            </a:lvl1pPr>
            <a:lvl2pPr lvl="1" rtl="0">
              <a:lnSpc>
                <a:spcPct val="100000"/>
              </a:lnSpc>
              <a:spcBef>
                <a:spcPts val="0"/>
              </a:spcBef>
              <a:spcAft>
                <a:spcPts val="0"/>
              </a:spcAft>
              <a:buClr>
                <a:schemeClr val="lt1"/>
              </a:buClr>
              <a:buSzPts val="1800"/>
              <a:buNone/>
              <a:defRPr sz="1800">
                <a:solidFill>
                  <a:schemeClr val="lt1"/>
                </a:solidFill>
              </a:defRPr>
            </a:lvl2pPr>
            <a:lvl3pPr lvl="2" rtl="0">
              <a:lnSpc>
                <a:spcPct val="100000"/>
              </a:lnSpc>
              <a:spcBef>
                <a:spcPts val="0"/>
              </a:spcBef>
              <a:spcAft>
                <a:spcPts val="0"/>
              </a:spcAft>
              <a:buClr>
                <a:schemeClr val="lt1"/>
              </a:buClr>
              <a:buSzPts val="1800"/>
              <a:buNone/>
              <a:defRPr sz="1800">
                <a:solidFill>
                  <a:schemeClr val="lt1"/>
                </a:solidFill>
              </a:defRPr>
            </a:lvl3pPr>
            <a:lvl4pPr lvl="3" rtl="0">
              <a:lnSpc>
                <a:spcPct val="100000"/>
              </a:lnSpc>
              <a:spcBef>
                <a:spcPts val="0"/>
              </a:spcBef>
              <a:spcAft>
                <a:spcPts val="0"/>
              </a:spcAft>
              <a:buClr>
                <a:schemeClr val="lt1"/>
              </a:buClr>
              <a:buSzPts val="1800"/>
              <a:buNone/>
              <a:defRPr sz="1800">
                <a:solidFill>
                  <a:schemeClr val="lt1"/>
                </a:solidFill>
              </a:defRPr>
            </a:lvl4pPr>
            <a:lvl5pPr lvl="4" rtl="0">
              <a:lnSpc>
                <a:spcPct val="100000"/>
              </a:lnSpc>
              <a:spcBef>
                <a:spcPts val="0"/>
              </a:spcBef>
              <a:spcAft>
                <a:spcPts val="0"/>
              </a:spcAft>
              <a:buClr>
                <a:schemeClr val="lt1"/>
              </a:buClr>
              <a:buSzPts val="1800"/>
              <a:buNone/>
              <a:defRPr sz="1800">
                <a:solidFill>
                  <a:schemeClr val="lt1"/>
                </a:solidFill>
              </a:defRPr>
            </a:lvl5pPr>
            <a:lvl6pPr lvl="5" rtl="0">
              <a:lnSpc>
                <a:spcPct val="100000"/>
              </a:lnSpc>
              <a:spcBef>
                <a:spcPts val="0"/>
              </a:spcBef>
              <a:spcAft>
                <a:spcPts val="0"/>
              </a:spcAft>
              <a:buClr>
                <a:schemeClr val="lt1"/>
              </a:buClr>
              <a:buSzPts val="1800"/>
              <a:buNone/>
              <a:defRPr sz="1800">
                <a:solidFill>
                  <a:schemeClr val="lt1"/>
                </a:solidFill>
              </a:defRPr>
            </a:lvl6pPr>
            <a:lvl7pPr lvl="6" rtl="0">
              <a:lnSpc>
                <a:spcPct val="100000"/>
              </a:lnSpc>
              <a:spcBef>
                <a:spcPts val="0"/>
              </a:spcBef>
              <a:spcAft>
                <a:spcPts val="0"/>
              </a:spcAft>
              <a:buClr>
                <a:schemeClr val="lt1"/>
              </a:buClr>
              <a:buSzPts val="1800"/>
              <a:buNone/>
              <a:defRPr sz="1800">
                <a:solidFill>
                  <a:schemeClr val="lt1"/>
                </a:solidFill>
              </a:defRPr>
            </a:lvl7pPr>
            <a:lvl8pPr lvl="7" rtl="0">
              <a:lnSpc>
                <a:spcPct val="100000"/>
              </a:lnSpc>
              <a:spcBef>
                <a:spcPts val="0"/>
              </a:spcBef>
              <a:spcAft>
                <a:spcPts val="0"/>
              </a:spcAft>
              <a:buClr>
                <a:schemeClr val="lt1"/>
              </a:buClr>
              <a:buSzPts val="1800"/>
              <a:buNone/>
              <a:defRPr sz="1800">
                <a:solidFill>
                  <a:schemeClr val="lt1"/>
                </a:solidFill>
              </a:defRPr>
            </a:lvl8pPr>
            <a:lvl9pPr lvl="8" rtl="0">
              <a:lnSpc>
                <a:spcPct val="100000"/>
              </a:lnSpc>
              <a:spcBef>
                <a:spcPts val="0"/>
              </a:spcBef>
              <a:spcAft>
                <a:spcPts val="0"/>
              </a:spcAft>
              <a:buClr>
                <a:schemeClr val="lt1"/>
              </a:buClr>
              <a:buSzPts val="1800"/>
              <a:buNone/>
              <a:defRPr sz="1800">
                <a:solidFill>
                  <a:schemeClr val="lt1"/>
                </a:solidFill>
              </a:defRPr>
            </a:lvl9pPr>
          </a:lstStyle>
          <a:p/>
        </p:txBody>
      </p:sp>
      <p:sp>
        <p:nvSpPr>
          <p:cNvPr id="679" name="Google Shape;679;p51"/>
          <p:cNvSpPr txBox="1"/>
          <p:nvPr/>
        </p:nvSpPr>
        <p:spPr>
          <a:xfrm>
            <a:off x="324000" y="43825"/>
            <a:ext cx="1316700" cy="382800"/>
          </a:xfrm>
          <a:prstGeom prst="rect">
            <a:avLst/>
          </a:prstGeom>
          <a:noFill/>
          <a:ln>
            <a:noFill/>
          </a:ln>
        </p:spPr>
        <p:txBody>
          <a:bodyPr anchorCtr="0" anchor="b" bIns="0" lIns="0" spcFirstLastPara="1" rIns="0" wrap="square" tIns="0">
            <a:noAutofit/>
          </a:bodyPr>
          <a:lstStyle/>
          <a:p>
            <a:pPr indent="0" lvl="0" marL="0" rtl="0" algn="l">
              <a:lnSpc>
                <a:spcPct val="100000"/>
              </a:lnSpc>
              <a:spcBef>
                <a:spcPts val="0"/>
              </a:spcBef>
              <a:spcAft>
                <a:spcPts val="0"/>
              </a:spcAft>
              <a:buNone/>
            </a:pPr>
            <a:r>
              <a:rPr b="1" lang="en-GB" sz="2000">
                <a:solidFill>
                  <a:srgbClr val="FFFFFF"/>
                </a:solidFill>
                <a:latin typeface="Lexend"/>
                <a:ea typeface="Lexend"/>
                <a:cs typeface="Lexend"/>
                <a:sym typeface="Lexend"/>
              </a:rPr>
              <a:t>Task D</a:t>
            </a:r>
            <a:endParaRPr b="1" sz="2000">
              <a:solidFill>
                <a:srgbClr val="FFFFFF"/>
              </a:solidFill>
              <a:latin typeface="Lexend"/>
              <a:ea typeface="Lexend"/>
              <a:cs typeface="Lexend"/>
              <a:sym typeface="Lexend"/>
            </a:endParaRPr>
          </a:p>
        </p:txBody>
      </p:sp>
    </p:spTree>
  </p:cSld>
  <p:clrMapOvr>
    <a:masterClrMapping/>
  </p:clrMapOvr>
</p:sldLayout>
</file>

<file path=ppt/slideLayouts/slideLayout5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08 Feedback - purple">
  <p:cSld name="TITLE_AND_TWO_COLUMNS_1_1_5_1_3_1_1_1">
    <p:bg>
      <p:bgPr>
        <a:solidFill>
          <a:srgbClr val="F3EEFB"/>
        </a:solidFill>
      </p:bgPr>
    </p:bg>
    <p:spTree>
      <p:nvGrpSpPr>
        <p:cNvPr id="680" name="Shape 680"/>
        <p:cNvGrpSpPr/>
        <p:nvPr/>
      </p:nvGrpSpPr>
      <p:grpSpPr>
        <a:xfrm>
          <a:off x="0" y="0"/>
          <a:ext cx="0" cy="0"/>
          <a:chOff x="0" y="0"/>
          <a:chExt cx="0" cy="0"/>
        </a:xfrm>
      </p:grpSpPr>
      <p:pic>
        <p:nvPicPr>
          <p:cNvPr id="681" name="Google Shape;681;p52"/>
          <p:cNvPicPr preferRelativeResize="0"/>
          <p:nvPr/>
        </p:nvPicPr>
        <p:blipFill>
          <a:blip r:embed="rId2">
            <a:alphaModFix/>
          </a:blip>
          <a:stretch>
            <a:fillRect/>
          </a:stretch>
        </p:blipFill>
        <p:spPr>
          <a:xfrm>
            <a:off x="0" y="532525"/>
            <a:ext cx="9151202" cy="116709"/>
          </a:xfrm>
          <a:prstGeom prst="rect">
            <a:avLst/>
          </a:prstGeom>
          <a:noFill/>
          <a:ln>
            <a:noFill/>
          </a:ln>
        </p:spPr>
      </p:pic>
      <p:sp>
        <p:nvSpPr>
          <p:cNvPr id="682" name="Google Shape;682;p52"/>
          <p:cNvSpPr/>
          <p:nvPr/>
        </p:nvSpPr>
        <p:spPr>
          <a:xfrm>
            <a:off x="-1" y="-2"/>
            <a:ext cx="9144300" cy="540300"/>
          </a:xfrm>
          <a:prstGeom prst="rect">
            <a:avLst/>
          </a:pr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83" name="Google Shape;683;p52"/>
          <p:cNvSpPr txBox="1"/>
          <p:nvPr>
            <p:ph idx="1" type="body"/>
          </p:nvPr>
        </p:nvSpPr>
        <p:spPr>
          <a:xfrm>
            <a:off x="324000" y="759300"/>
            <a:ext cx="8237700" cy="3020700"/>
          </a:xfrm>
          <a:prstGeom prst="rect">
            <a:avLst/>
          </a:prstGeom>
        </p:spPr>
        <p:txBody>
          <a:bodyPr anchorCtr="0" anchor="t" bIns="0" lIns="0" spcFirstLastPara="1" rIns="0" wrap="square" tIns="0">
            <a:noAutofit/>
          </a:bodyPr>
          <a:lstStyle>
            <a:lvl1pPr indent="-368300" lvl="0" marL="457200" rtl="0">
              <a:lnSpc>
                <a:spcPct val="115000"/>
              </a:lnSpc>
              <a:spcBef>
                <a:spcPts val="0"/>
              </a:spcBef>
              <a:spcAft>
                <a:spcPts val="0"/>
              </a:spcAft>
              <a:buSzPts val="2200"/>
              <a:buFont typeface="Lexend"/>
              <a:buChar char="●"/>
              <a:defRPr sz="2200">
                <a:latin typeface="Lexend"/>
                <a:ea typeface="Lexend"/>
                <a:cs typeface="Lexend"/>
                <a:sym typeface="Lexend"/>
              </a:defRPr>
            </a:lvl1pPr>
            <a:lvl2pPr indent="-368300" lvl="1" marL="914400" rtl="0">
              <a:spcBef>
                <a:spcPts val="1000"/>
              </a:spcBef>
              <a:spcAft>
                <a:spcPts val="0"/>
              </a:spcAft>
              <a:buSzPts val="2200"/>
              <a:buFont typeface="Lexend"/>
              <a:buChar char="–"/>
              <a:defRPr sz="2200">
                <a:latin typeface="Lexend"/>
                <a:ea typeface="Lexend"/>
                <a:cs typeface="Lexend"/>
                <a:sym typeface="Lexend"/>
              </a:defRPr>
            </a:lvl2pPr>
            <a:lvl3pPr indent="-355600" lvl="2" marL="1371600" rtl="0">
              <a:spcBef>
                <a:spcPts val="1000"/>
              </a:spcBef>
              <a:spcAft>
                <a:spcPts val="0"/>
              </a:spcAft>
              <a:buSzPts val="2000"/>
              <a:buFont typeface="Lexend"/>
              <a:buChar char="–"/>
              <a:defRPr>
                <a:latin typeface="Lexend"/>
                <a:ea typeface="Lexend"/>
                <a:cs typeface="Lexend"/>
                <a:sym typeface="Lexend"/>
              </a:defRPr>
            </a:lvl3pPr>
            <a:lvl4pPr indent="-368300" lvl="3" marL="1828800" rtl="0">
              <a:spcBef>
                <a:spcPts val="800"/>
              </a:spcBef>
              <a:spcAft>
                <a:spcPts val="0"/>
              </a:spcAft>
              <a:buSzPts val="2200"/>
              <a:buFont typeface="Lexend"/>
              <a:buChar char="–"/>
              <a:defRPr sz="2200">
                <a:latin typeface="Lexend"/>
                <a:ea typeface="Lexend"/>
                <a:cs typeface="Lexend"/>
                <a:sym typeface="Lexend"/>
              </a:defRPr>
            </a:lvl4pPr>
            <a:lvl5pPr indent="-342900" lvl="4" marL="2286000" rtl="0">
              <a:spcBef>
                <a:spcPts val="800"/>
              </a:spcBef>
              <a:spcAft>
                <a:spcPts val="0"/>
              </a:spcAft>
              <a:buSzPts val="1800"/>
              <a:buFont typeface="Lexend"/>
              <a:buChar char="–"/>
              <a:defRPr>
                <a:latin typeface="Lexend"/>
                <a:ea typeface="Lexend"/>
                <a:cs typeface="Lexend"/>
                <a:sym typeface="Lexend"/>
              </a:defRPr>
            </a:lvl5pPr>
            <a:lvl6pPr indent="-342900" lvl="5" marL="2743200" rtl="0">
              <a:spcBef>
                <a:spcPts val="600"/>
              </a:spcBef>
              <a:spcAft>
                <a:spcPts val="0"/>
              </a:spcAft>
              <a:buSzPts val="1800"/>
              <a:buFont typeface="Lexend"/>
              <a:buChar char="–"/>
              <a:defRPr sz="1800">
                <a:latin typeface="Lexend"/>
                <a:ea typeface="Lexend"/>
                <a:cs typeface="Lexend"/>
                <a:sym typeface="Lexend"/>
              </a:defRPr>
            </a:lvl6pPr>
            <a:lvl7pPr indent="-342900" lvl="6" marL="3200400" rtl="0">
              <a:spcBef>
                <a:spcPts val="600"/>
              </a:spcBef>
              <a:spcAft>
                <a:spcPts val="0"/>
              </a:spcAft>
              <a:buSzPts val="1800"/>
              <a:buFont typeface="Lexend"/>
              <a:buChar char="–"/>
              <a:defRPr>
                <a:latin typeface="Lexend"/>
                <a:ea typeface="Lexend"/>
                <a:cs typeface="Lexend"/>
                <a:sym typeface="Lexend"/>
              </a:defRPr>
            </a:lvl7pPr>
            <a:lvl8pPr indent="-342900" lvl="7" marL="3657600" rtl="0">
              <a:spcBef>
                <a:spcPts val="400"/>
              </a:spcBef>
              <a:spcAft>
                <a:spcPts val="0"/>
              </a:spcAft>
              <a:buSzPts val="1800"/>
              <a:buFont typeface="Lexend"/>
              <a:buChar char="–"/>
              <a:defRPr>
                <a:latin typeface="Lexend"/>
                <a:ea typeface="Lexend"/>
                <a:cs typeface="Lexend"/>
                <a:sym typeface="Lexend"/>
              </a:defRPr>
            </a:lvl8pPr>
            <a:lvl9pPr indent="-342900" lvl="8" marL="4114800" rtl="0">
              <a:spcBef>
                <a:spcPts val="400"/>
              </a:spcBef>
              <a:spcAft>
                <a:spcPts val="200"/>
              </a:spcAft>
              <a:buSzPts val="1800"/>
              <a:buFont typeface="Lexend"/>
              <a:buChar char="–"/>
              <a:defRPr>
                <a:latin typeface="Lexend"/>
                <a:ea typeface="Lexend"/>
                <a:cs typeface="Lexend"/>
                <a:sym typeface="Lexend"/>
              </a:defRPr>
            </a:lvl9pPr>
          </a:lstStyle>
          <a:p/>
        </p:txBody>
      </p:sp>
      <p:pic>
        <p:nvPicPr>
          <p:cNvPr id="684" name="Google Shape;684;p52"/>
          <p:cNvPicPr preferRelativeResize="0"/>
          <p:nvPr/>
        </p:nvPicPr>
        <p:blipFill rotWithShape="1">
          <a:blip r:embed="rId3">
            <a:alphaModFix/>
          </a:blip>
          <a:srcRect b="0" l="0" r="0" t="0"/>
          <a:stretch/>
        </p:blipFill>
        <p:spPr>
          <a:xfrm>
            <a:off x="8528585" y="-11474"/>
            <a:ext cx="499700" cy="499700"/>
          </a:xfrm>
          <a:prstGeom prst="rect">
            <a:avLst/>
          </a:prstGeom>
          <a:noFill/>
          <a:ln>
            <a:noFill/>
          </a:ln>
        </p:spPr>
      </p:pic>
      <p:sp>
        <p:nvSpPr>
          <p:cNvPr id="685" name="Google Shape;685;p52"/>
          <p:cNvSpPr txBox="1"/>
          <p:nvPr/>
        </p:nvSpPr>
        <p:spPr>
          <a:xfrm>
            <a:off x="8476560" y="438750"/>
            <a:ext cx="603900" cy="138600"/>
          </a:xfrm>
          <a:prstGeom prst="rect">
            <a:avLst/>
          </a:prstGeom>
          <a:noFill/>
          <a:ln>
            <a:noFill/>
          </a:ln>
        </p:spPr>
        <p:txBody>
          <a:bodyPr anchorCtr="0" anchor="t" bIns="0" lIns="0" spcFirstLastPara="1" rIns="0" wrap="square" tIns="0">
            <a:spAutoFit/>
          </a:bodyPr>
          <a:lstStyle/>
          <a:p>
            <a:pPr indent="0" lvl="0" marL="0" rtl="0" algn="ctr">
              <a:spcBef>
                <a:spcPts val="0"/>
              </a:spcBef>
              <a:spcAft>
                <a:spcPts val="0"/>
              </a:spcAft>
              <a:buNone/>
            </a:pPr>
            <a:r>
              <a:rPr b="1" lang="en-GB" sz="900">
                <a:solidFill>
                  <a:srgbClr val="F3EEFB"/>
                </a:solidFill>
                <a:latin typeface="Lexend"/>
                <a:ea typeface="Lexend"/>
                <a:cs typeface="Lexend"/>
                <a:sym typeface="Lexend"/>
              </a:rPr>
              <a:t>Feedback</a:t>
            </a:r>
            <a:endParaRPr b="1" sz="900">
              <a:solidFill>
                <a:srgbClr val="F3EEFB"/>
              </a:solidFill>
              <a:latin typeface="Lexend"/>
              <a:ea typeface="Lexend"/>
              <a:cs typeface="Lexend"/>
              <a:sym typeface="Lexend"/>
            </a:endParaRPr>
          </a:p>
        </p:txBody>
      </p:sp>
      <p:sp>
        <p:nvSpPr>
          <p:cNvPr id="686" name="Google Shape;686;p52"/>
          <p:cNvSpPr txBox="1"/>
          <p:nvPr>
            <p:ph type="title"/>
          </p:nvPr>
        </p:nvSpPr>
        <p:spPr>
          <a:xfrm>
            <a:off x="1479300" y="39650"/>
            <a:ext cx="6855300" cy="382800"/>
          </a:xfrm>
          <a:prstGeom prst="rect">
            <a:avLst/>
          </a:prstGeom>
        </p:spPr>
        <p:txBody>
          <a:bodyPr anchorCtr="0" anchor="b" bIns="0" lIns="0" spcFirstLastPara="1" rIns="0" wrap="square" tIns="0">
            <a:noAutofit/>
          </a:bodyPr>
          <a:lstStyle>
            <a:lvl1pPr lvl="0" rtl="0">
              <a:lnSpc>
                <a:spcPct val="100000"/>
              </a:lnSpc>
              <a:spcBef>
                <a:spcPts val="0"/>
              </a:spcBef>
              <a:spcAft>
                <a:spcPts val="0"/>
              </a:spcAft>
              <a:buClr>
                <a:schemeClr val="lt1"/>
              </a:buClr>
              <a:buSzPts val="1800"/>
              <a:buNone/>
              <a:defRPr b="0" sz="1800">
                <a:solidFill>
                  <a:schemeClr val="lt1"/>
                </a:solidFill>
              </a:defRPr>
            </a:lvl1pPr>
            <a:lvl2pPr lvl="1" rtl="0">
              <a:lnSpc>
                <a:spcPct val="100000"/>
              </a:lnSpc>
              <a:spcBef>
                <a:spcPts val="0"/>
              </a:spcBef>
              <a:spcAft>
                <a:spcPts val="0"/>
              </a:spcAft>
              <a:buClr>
                <a:schemeClr val="lt1"/>
              </a:buClr>
              <a:buSzPts val="1800"/>
              <a:buNone/>
              <a:defRPr sz="1800">
                <a:solidFill>
                  <a:schemeClr val="lt1"/>
                </a:solidFill>
              </a:defRPr>
            </a:lvl2pPr>
            <a:lvl3pPr lvl="2" rtl="0">
              <a:lnSpc>
                <a:spcPct val="100000"/>
              </a:lnSpc>
              <a:spcBef>
                <a:spcPts val="0"/>
              </a:spcBef>
              <a:spcAft>
                <a:spcPts val="0"/>
              </a:spcAft>
              <a:buClr>
                <a:schemeClr val="lt1"/>
              </a:buClr>
              <a:buSzPts val="1800"/>
              <a:buNone/>
              <a:defRPr sz="1800">
                <a:solidFill>
                  <a:schemeClr val="lt1"/>
                </a:solidFill>
              </a:defRPr>
            </a:lvl3pPr>
            <a:lvl4pPr lvl="3" rtl="0">
              <a:lnSpc>
                <a:spcPct val="100000"/>
              </a:lnSpc>
              <a:spcBef>
                <a:spcPts val="0"/>
              </a:spcBef>
              <a:spcAft>
                <a:spcPts val="0"/>
              </a:spcAft>
              <a:buClr>
                <a:schemeClr val="lt1"/>
              </a:buClr>
              <a:buSzPts val="1800"/>
              <a:buNone/>
              <a:defRPr sz="1800">
                <a:solidFill>
                  <a:schemeClr val="lt1"/>
                </a:solidFill>
              </a:defRPr>
            </a:lvl4pPr>
            <a:lvl5pPr lvl="4" rtl="0">
              <a:lnSpc>
                <a:spcPct val="100000"/>
              </a:lnSpc>
              <a:spcBef>
                <a:spcPts val="0"/>
              </a:spcBef>
              <a:spcAft>
                <a:spcPts val="0"/>
              </a:spcAft>
              <a:buClr>
                <a:schemeClr val="lt1"/>
              </a:buClr>
              <a:buSzPts val="1800"/>
              <a:buNone/>
              <a:defRPr sz="1800">
                <a:solidFill>
                  <a:schemeClr val="lt1"/>
                </a:solidFill>
              </a:defRPr>
            </a:lvl5pPr>
            <a:lvl6pPr lvl="5" rtl="0">
              <a:lnSpc>
                <a:spcPct val="100000"/>
              </a:lnSpc>
              <a:spcBef>
                <a:spcPts val="0"/>
              </a:spcBef>
              <a:spcAft>
                <a:spcPts val="0"/>
              </a:spcAft>
              <a:buClr>
                <a:schemeClr val="lt1"/>
              </a:buClr>
              <a:buSzPts val="1800"/>
              <a:buNone/>
              <a:defRPr sz="1800">
                <a:solidFill>
                  <a:schemeClr val="lt1"/>
                </a:solidFill>
              </a:defRPr>
            </a:lvl6pPr>
            <a:lvl7pPr lvl="6" rtl="0">
              <a:lnSpc>
                <a:spcPct val="100000"/>
              </a:lnSpc>
              <a:spcBef>
                <a:spcPts val="0"/>
              </a:spcBef>
              <a:spcAft>
                <a:spcPts val="0"/>
              </a:spcAft>
              <a:buClr>
                <a:schemeClr val="lt1"/>
              </a:buClr>
              <a:buSzPts val="1800"/>
              <a:buNone/>
              <a:defRPr sz="1800">
                <a:solidFill>
                  <a:schemeClr val="lt1"/>
                </a:solidFill>
              </a:defRPr>
            </a:lvl7pPr>
            <a:lvl8pPr lvl="7" rtl="0">
              <a:lnSpc>
                <a:spcPct val="100000"/>
              </a:lnSpc>
              <a:spcBef>
                <a:spcPts val="0"/>
              </a:spcBef>
              <a:spcAft>
                <a:spcPts val="0"/>
              </a:spcAft>
              <a:buClr>
                <a:schemeClr val="lt1"/>
              </a:buClr>
              <a:buSzPts val="1800"/>
              <a:buNone/>
              <a:defRPr sz="1800">
                <a:solidFill>
                  <a:schemeClr val="lt1"/>
                </a:solidFill>
              </a:defRPr>
            </a:lvl8pPr>
            <a:lvl9pPr lvl="8" rtl="0">
              <a:lnSpc>
                <a:spcPct val="100000"/>
              </a:lnSpc>
              <a:spcBef>
                <a:spcPts val="0"/>
              </a:spcBef>
              <a:spcAft>
                <a:spcPts val="0"/>
              </a:spcAft>
              <a:buClr>
                <a:schemeClr val="lt1"/>
              </a:buClr>
              <a:buSzPts val="1800"/>
              <a:buNone/>
              <a:defRPr sz="1800">
                <a:solidFill>
                  <a:schemeClr val="lt1"/>
                </a:solidFill>
              </a:defRPr>
            </a:lvl9pPr>
          </a:lstStyle>
          <a:p/>
        </p:txBody>
      </p:sp>
      <p:sp>
        <p:nvSpPr>
          <p:cNvPr id="687" name="Google Shape;687;p52"/>
          <p:cNvSpPr txBox="1"/>
          <p:nvPr/>
        </p:nvSpPr>
        <p:spPr>
          <a:xfrm>
            <a:off x="324000" y="43825"/>
            <a:ext cx="1316700" cy="382800"/>
          </a:xfrm>
          <a:prstGeom prst="rect">
            <a:avLst/>
          </a:prstGeom>
          <a:noFill/>
          <a:ln>
            <a:noFill/>
          </a:ln>
        </p:spPr>
        <p:txBody>
          <a:bodyPr anchorCtr="0" anchor="b" bIns="0" lIns="0" spcFirstLastPara="1" rIns="0" wrap="square" tIns="0">
            <a:noAutofit/>
          </a:bodyPr>
          <a:lstStyle/>
          <a:p>
            <a:pPr indent="0" lvl="0" marL="0" rtl="0" algn="l">
              <a:lnSpc>
                <a:spcPct val="100000"/>
              </a:lnSpc>
              <a:spcBef>
                <a:spcPts val="0"/>
              </a:spcBef>
              <a:spcAft>
                <a:spcPts val="0"/>
              </a:spcAft>
              <a:buNone/>
            </a:pPr>
            <a:r>
              <a:rPr b="1" lang="en-GB" sz="2000">
                <a:solidFill>
                  <a:srgbClr val="FFFFFF"/>
                </a:solidFill>
                <a:latin typeface="Lexend"/>
                <a:ea typeface="Lexend"/>
                <a:cs typeface="Lexend"/>
                <a:sym typeface="Lexend"/>
              </a:rPr>
              <a:t>Task A</a:t>
            </a:r>
            <a:endParaRPr b="1" sz="2000">
              <a:solidFill>
                <a:srgbClr val="FFFFFF"/>
              </a:solidFill>
              <a:latin typeface="Lexend"/>
              <a:ea typeface="Lexend"/>
              <a:cs typeface="Lexend"/>
              <a:sym typeface="Lexend"/>
            </a:endParaRPr>
          </a:p>
        </p:txBody>
      </p:sp>
    </p:spTree>
  </p:cSld>
  <p:clrMapOvr>
    <a:masterClrMapping/>
  </p:clrMapOvr>
</p:sldLayout>
</file>

<file path=ppt/slideLayouts/slideLayout5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2.08 Feedback - jade">
  <p:cSld name="TITLE_AND_TWO_COLUMNS_1_1_5_1_3_1_1_1_1_2">
    <p:bg>
      <p:bgPr>
        <a:solidFill>
          <a:srgbClr val="E6F2F2"/>
        </a:solidFill>
      </p:bgPr>
    </p:bg>
    <p:spTree>
      <p:nvGrpSpPr>
        <p:cNvPr id="688" name="Shape 688"/>
        <p:cNvGrpSpPr/>
        <p:nvPr/>
      </p:nvGrpSpPr>
      <p:grpSpPr>
        <a:xfrm>
          <a:off x="0" y="0"/>
          <a:ext cx="0" cy="0"/>
          <a:chOff x="0" y="0"/>
          <a:chExt cx="0" cy="0"/>
        </a:xfrm>
      </p:grpSpPr>
      <p:pic>
        <p:nvPicPr>
          <p:cNvPr id="689" name="Google Shape;689;p53"/>
          <p:cNvPicPr preferRelativeResize="0"/>
          <p:nvPr/>
        </p:nvPicPr>
        <p:blipFill rotWithShape="1">
          <a:blip r:embed="rId2">
            <a:alphaModFix/>
          </a:blip>
          <a:srcRect b="1672" l="0" r="0" t="1662"/>
          <a:stretch/>
        </p:blipFill>
        <p:spPr>
          <a:xfrm>
            <a:off x="0" y="532525"/>
            <a:ext cx="9151202" cy="116709"/>
          </a:xfrm>
          <a:prstGeom prst="rect">
            <a:avLst/>
          </a:prstGeom>
          <a:noFill/>
          <a:ln>
            <a:noFill/>
          </a:ln>
        </p:spPr>
      </p:pic>
      <p:sp>
        <p:nvSpPr>
          <p:cNvPr id="690" name="Google Shape;690;p53"/>
          <p:cNvSpPr/>
          <p:nvPr/>
        </p:nvSpPr>
        <p:spPr>
          <a:xfrm>
            <a:off x="-1" y="-2"/>
            <a:ext cx="9144300" cy="540300"/>
          </a:xfrm>
          <a:prstGeom prst="rect">
            <a:avLst/>
          </a:pr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91" name="Google Shape;691;p53"/>
          <p:cNvSpPr txBox="1"/>
          <p:nvPr>
            <p:ph idx="1" type="body"/>
          </p:nvPr>
        </p:nvSpPr>
        <p:spPr>
          <a:xfrm>
            <a:off x="324000" y="759300"/>
            <a:ext cx="8237700" cy="3020700"/>
          </a:xfrm>
          <a:prstGeom prst="rect">
            <a:avLst/>
          </a:prstGeom>
        </p:spPr>
        <p:txBody>
          <a:bodyPr anchorCtr="0" anchor="t" bIns="0" lIns="0" spcFirstLastPara="1" rIns="0" wrap="square" tIns="0">
            <a:noAutofit/>
          </a:bodyPr>
          <a:lstStyle>
            <a:lvl1pPr indent="-368300" lvl="0" marL="457200" rtl="0">
              <a:lnSpc>
                <a:spcPct val="115000"/>
              </a:lnSpc>
              <a:spcBef>
                <a:spcPts val="0"/>
              </a:spcBef>
              <a:spcAft>
                <a:spcPts val="0"/>
              </a:spcAft>
              <a:buSzPts val="2200"/>
              <a:buFont typeface="Lexend"/>
              <a:buChar char="●"/>
              <a:defRPr sz="2200">
                <a:latin typeface="Lexend"/>
                <a:ea typeface="Lexend"/>
                <a:cs typeface="Lexend"/>
                <a:sym typeface="Lexend"/>
              </a:defRPr>
            </a:lvl1pPr>
            <a:lvl2pPr indent="-368300" lvl="1" marL="914400" rtl="0">
              <a:spcBef>
                <a:spcPts val="1000"/>
              </a:spcBef>
              <a:spcAft>
                <a:spcPts val="0"/>
              </a:spcAft>
              <a:buSzPts val="2200"/>
              <a:buFont typeface="Lexend"/>
              <a:buChar char="–"/>
              <a:defRPr sz="2200">
                <a:latin typeface="Lexend"/>
                <a:ea typeface="Lexend"/>
                <a:cs typeface="Lexend"/>
                <a:sym typeface="Lexend"/>
              </a:defRPr>
            </a:lvl2pPr>
            <a:lvl3pPr indent="-355600" lvl="2" marL="1371600" rtl="0">
              <a:spcBef>
                <a:spcPts val="1000"/>
              </a:spcBef>
              <a:spcAft>
                <a:spcPts val="0"/>
              </a:spcAft>
              <a:buSzPts val="2000"/>
              <a:buFont typeface="Lexend"/>
              <a:buChar char="–"/>
              <a:defRPr>
                <a:latin typeface="Lexend"/>
                <a:ea typeface="Lexend"/>
                <a:cs typeface="Lexend"/>
                <a:sym typeface="Lexend"/>
              </a:defRPr>
            </a:lvl3pPr>
            <a:lvl4pPr indent="-368300" lvl="3" marL="1828800" rtl="0">
              <a:spcBef>
                <a:spcPts val="800"/>
              </a:spcBef>
              <a:spcAft>
                <a:spcPts val="0"/>
              </a:spcAft>
              <a:buSzPts val="2200"/>
              <a:buFont typeface="Lexend"/>
              <a:buChar char="–"/>
              <a:defRPr sz="2200">
                <a:latin typeface="Lexend"/>
                <a:ea typeface="Lexend"/>
                <a:cs typeface="Lexend"/>
                <a:sym typeface="Lexend"/>
              </a:defRPr>
            </a:lvl4pPr>
            <a:lvl5pPr indent="-342900" lvl="4" marL="2286000" rtl="0">
              <a:spcBef>
                <a:spcPts val="800"/>
              </a:spcBef>
              <a:spcAft>
                <a:spcPts val="0"/>
              </a:spcAft>
              <a:buSzPts val="1800"/>
              <a:buFont typeface="Lexend"/>
              <a:buChar char="–"/>
              <a:defRPr>
                <a:latin typeface="Lexend"/>
                <a:ea typeface="Lexend"/>
                <a:cs typeface="Lexend"/>
                <a:sym typeface="Lexend"/>
              </a:defRPr>
            </a:lvl5pPr>
            <a:lvl6pPr indent="-342900" lvl="5" marL="2743200" rtl="0">
              <a:spcBef>
                <a:spcPts val="600"/>
              </a:spcBef>
              <a:spcAft>
                <a:spcPts val="0"/>
              </a:spcAft>
              <a:buSzPts val="1800"/>
              <a:buFont typeface="Lexend"/>
              <a:buChar char="–"/>
              <a:defRPr sz="1800">
                <a:latin typeface="Lexend"/>
                <a:ea typeface="Lexend"/>
                <a:cs typeface="Lexend"/>
                <a:sym typeface="Lexend"/>
              </a:defRPr>
            </a:lvl6pPr>
            <a:lvl7pPr indent="-342900" lvl="6" marL="3200400" rtl="0">
              <a:spcBef>
                <a:spcPts val="600"/>
              </a:spcBef>
              <a:spcAft>
                <a:spcPts val="0"/>
              </a:spcAft>
              <a:buSzPts val="1800"/>
              <a:buFont typeface="Lexend"/>
              <a:buChar char="–"/>
              <a:defRPr>
                <a:latin typeface="Lexend"/>
                <a:ea typeface="Lexend"/>
                <a:cs typeface="Lexend"/>
                <a:sym typeface="Lexend"/>
              </a:defRPr>
            </a:lvl7pPr>
            <a:lvl8pPr indent="-342900" lvl="7" marL="3657600" rtl="0">
              <a:spcBef>
                <a:spcPts val="400"/>
              </a:spcBef>
              <a:spcAft>
                <a:spcPts val="0"/>
              </a:spcAft>
              <a:buSzPts val="1800"/>
              <a:buFont typeface="Lexend"/>
              <a:buChar char="–"/>
              <a:defRPr>
                <a:latin typeface="Lexend"/>
                <a:ea typeface="Lexend"/>
                <a:cs typeface="Lexend"/>
                <a:sym typeface="Lexend"/>
              </a:defRPr>
            </a:lvl8pPr>
            <a:lvl9pPr indent="-342900" lvl="8" marL="4114800" rtl="0">
              <a:spcBef>
                <a:spcPts val="400"/>
              </a:spcBef>
              <a:spcAft>
                <a:spcPts val="200"/>
              </a:spcAft>
              <a:buSzPts val="1800"/>
              <a:buFont typeface="Lexend"/>
              <a:buChar char="–"/>
              <a:defRPr>
                <a:latin typeface="Lexend"/>
                <a:ea typeface="Lexend"/>
                <a:cs typeface="Lexend"/>
                <a:sym typeface="Lexend"/>
              </a:defRPr>
            </a:lvl9pPr>
          </a:lstStyle>
          <a:p/>
        </p:txBody>
      </p:sp>
      <p:sp>
        <p:nvSpPr>
          <p:cNvPr id="692" name="Google Shape;692;p53"/>
          <p:cNvSpPr txBox="1"/>
          <p:nvPr/>
        </p:nvSpPr>
        <p:spPr>
          <a:xfrm>
            <a:off x="8476560" y="438750"/>
            <a:ext cx="603900" cy="138600"/>
          </a:xfrm>
          <a:prstGeom prst="rect">
            <a:avLst/>
          </a:prstGeom>
          <a:noFill/>
          <a:ln>
            <a:noFill/>
          </a:ln>
        </p:spPr>
        <p:txBody>
          <a:bodyPr anchorCtr="0" anchor="t" bIns="0" lIns="0" spcFirstLastPara="1" rIns="0" wrap="square" tIns="0">
            <a:spAutoFit/>
          </a:bodyPr>
          <a:lstStyle/>
          <a:p>
            <a:pPr indent="0" lvl="0" marL="0" rtl="0" algn="ctr">
              <a:spcBef>
                <a:spcPts val="0"/>
              </a:spcBef>
              <a:spcAft>
                <a:spcPts val="0"/>
              </a:spcAft>
              <a:buNone/>
            </a:pPr>
            <a:r>
              <a:rPr b="1" lang="en-GB" sz="900">
                <a:solidFill>
                  <a:srgbClr val="E6F2F2"/>
                </a:solidFill>
                <a:latin typeface="Lexend"/>
                <a:ea typeface="Lexend"/>
                <a:cs typeface="Lexend"/>
                <a:sym typeface="Lexend"/>
              </a:rPr>
              <a:t>Feedback</a:t>
            </a:r>
            <a:endParaRPr b="1" sz="900">
              <a:solidFill>
                <a:srgbClr val="E6F2F2"/>
              </a:solidFill>
              <a:latin typeface="Lexend"/>
              <a:ea typeface="Lexend"/>
              <a:cs typeface="Lexend"/>
              <a:sym typeface="Lexend"/>
            </a:endParaRPr>
          </a:p>
        </p:txBody>
      </p:sp>
      <p:pic>
        <p:nvPicPr>
          <p:cNvPr id="693" name="Google Shape;693;p53"/>
          <p:cNvPicPr preferRelativeResize="0"/>
          <p:nvPr/>
        </p:nvPicPr>
        <p:blipFill rotWithShape="1">
          <a:blip r:embed="rId3">
            <a:alphaModFix/>
          </a:blip>
          <a:srcRect b="0" l="0" r="0" t="0"/>
          <a:stretch/>
        </p:blipFill>
        <p:spPr>
          <a:xfrm>
            <a:off x="8528585" y="-11474"/>
            <a:ext cx="499700" cy="499700"/>
          </a:xfrm>
          <a:prstGeom prst="rect">
            <a:avLst/>
          </a:prstGeom>
          <a:noFill/>
          <a:ln>
            <a:noFill/>
          </a:ln>
        </p:spPr>
      </p:pic>
      <p:sp>
        <p:nvSpPr>
          <p:cNvPr id="694" name="Google Shape;694;p53"/>
          <p:cNvSpPr txBox="1"/>
          <p:nvPr>
            <p:ph type="title"/>
          </p:nvPr>
        </p:nvSpPr>
        <p:spPr>
          <a:xfrm>
            <a:off x="1479300" y="39650"/>
            <a:ext cx="6855300" cy="382800"/>
          </a:xfrm>
          <a:prstGeom prst="rect">
            <a:avLst/>
          </a:prstGeom>
        </p:spPr>
        <p:txBody>
          <a:bodyPr anchorCtr="0" anchor="b" bIns="0" lIns="0" spcFirstLastPara="1" rIns="0" wrap="square" tIns="0">
            <a:noAutofit/>
          </a:bodyPr>
          <a:lstStyle>
            <a:lvl1pPr lvl="0" rtl="0">
              <a:lnSpc>
                <a:spcPct val="100000"/>
              </a:lnSpc>
              <a:spcBef>
                <a:spcPts val="0"/>
              </a:spcBef>
              <a:spcAft>
                <a:spcPts val="0"/>
              </a:spcAft>
              <a:buClr>
                <a:schemeClr val="lt1"/>
              </a:buClr>
              <a:buSzPts val="1800"/>
              <a:buNone/>
              <a:defRPr b="0" sz="1800">
                <a:solidFill>
                  <a:schemeClr val="lt1"/>
                </a:solidFill>
              </a:defRPr>
            </a:lvl1pPr>
            <a:lvl2pPr lvl="1" rtl="0">
              <a:lnSpc>
                <a:spcPct val="100000"/>
              </a:lnSpc>
              <a:spcBef>
                <a:spcPts val="0"/>
              </a:spcBef>
              <a:spcAft>
                <a:spcPts val="0"/>
              </a:spcAft>
              <a:buClr>
                <a:schemeClr val="lt1"/>
              </a:buClr>
              <a:buSzPts val="1800"/>
              <a:buNone/>
              <a:defRPr sz="1800">
                <a:solidFill>
                  <a:schemeClr val="lt1"/>
                </a:solidFill>
              </a:defRPr>
            </a:lvl2pPr>
            <a:lvl3pPr lvl="2" rtl="0">
              <a:lnSpc>
                <a:spcPct val="100000"/>
              </a:lnSpc>
              <a:spcBef>
                <a:spcPts val="0"/>
              </a:spcBef>
              <a:spcAft>
                <a:spcPts val="0"/>
              </a:spcAft>
              <a:buClr>
                <a:schemeClr val="lt1"/>
              </a:buClr>
              <a:buSzPts val="1800"/>
              <a:buNone/>
              <a:defRPr sz="1800">
                <a:solidFill>
                  <a:schemeClr val="lt1"/>
                </a:solidFill>
              </a:defRPr>
            </a:lvl3pPr>
            <a:lvl4pPr lvl="3" rtl="0">
              <a:lnSpc>
                <a:spcPct val="100000"/>
              </a:lnSpc>
              <a:spcBef>
                <a:spcPts val="0"/>
              </a:spcBef>
              <a:spcAft>
                <a:spcPts val="0"/>
              </a:spcAft>
              <a:buClr>
                <a:schemeClr val="lt1"/>
              </a:buClr>
              <a:buSzPts val="1800"/>
              <a:buNone/>
              <a:defRPr sz="1800">
                <a:solidFill>
                  <a:schemeClr val="lt1"/>
                </a:solidFill>
              </a:defRPr>
            </a:lvl4pPr>
            <a:lvl5pPr lvl="4" rtl="0">
              <a:lnSpc>
                <a:spcPct val="100000"/>
              </a:lnSpc>
              <a:spcBef>
                <a:spcPts val="0"/>
              </a:spcBef>
              <a:spcAft>
                <a:spcPts val="0"/>
              </a:spcAft>
              <a:buClr>
                <a:schemeClr val="lt1"/>
              </a:buClr>
              <a:buSzPts val="1800"/>
              <a:buNone/>
              <a:defRPr sz="1800">
                <a:solidFill>
                  <a:schemeClr val="lt1"/>
                </a:solidFill>
              </a:defRPr>
            </a:lvl5pPr>
            <a:lvl6pPr lvl="5" rtl="0">
              <a:lnSpc>
                <a:spcPct val="100000"/>
              </a:lnSpc>
              <a:spcBef>
                <a:spcPts val="0"/>
              </a:spcBef>
              <a:spcAft>
                <a:spcPts val="0"/>
              </a:spcAft>
              <a:buClr>
                <a:schemeClr val="lt1"/>
              </a:buClr>
              <a:buSzPts val="1800"/>
              <a:buNone/>
              <a:defRPr sz="1800">
                <a:solidFill>
                  <a:schemeClr val="lt1"/>
                </a:solidFill>
              </a:defRPr>
            </a:lvl6pPr>
            <a:lvl7pPr lvl="6" rtl="0">
              <a:lnSpc>
                <a:spcPct val="100000"/>
              </a:lnSpc>
              <a:spcBef>
                <a:spcPts val="0"/>
              </a:spcBef>
              <a:spcAft>
                <a:spcPts val="0"/>
              </a:spcAft>
              <a:buClr>
                <a:schemeClr val="lt1"/>
              </a:buClr>
              <a:buSzPts val="1800"/>
              <a:buNone/>
              <a:defRPr sz="1800">
                <a:solidFill>
                  <a:schemeClr val="lt1"/>
                </a:solidFill>
              </a:defRPr>
            </a:lvl7pPr>
            <a:lvl8pPr lvl="7" rtl="0">
              <a:lnSpc>
                <a:spcPct val="100000"/>
              </a:lnSpc>
              <a:spcBef>
                <a:spcPts val="0"/>
              </a:spcBef>
              <a:spcAft>
                <a:spcPts val="0"/>
              </a:spcAft>
              <a:buClr>
                <a:schemeClr val="lt1"/>
              </a:buClr>
              <a:buSzPts val="1800"/>
              <a:buNone/>
              <a:defRPr sz="1800">
                <a:solidFill>
                  <a:schemeClr val="lt1"/>
                </a:solidFill>
              </a:defRPr>
            </a:lvl8pPr>
            <a:lvl9pPr lvl="8" rtl="0">
              <a:lnSpc>
                <a:spcPct val="100000"/>
              </a:lnSpc>
              <a:spcBef>
                <a:spcPts val="0"/>
              </a:spcBef>
              <a:spcAft>
                <a:spcPts val="0"/>
              </a:spcAft>
              <a:buClr>
                <a:schemeClr val="lt1"/>
              </a:buClr>
              <a:buSzPts val="1800"/>
              <a:buNone/>
              <a:defRPr sz="1800">
                <a:solidFill>
                  <a:schemeClr val="lt1"/>
                </a:solidFill>
              </a:defRPr>
            </a:lvl9pPr>
          </a:lstStyle>
          <a:p/>
        </p:txBody>
      </p:sp>
      <p:sp>
        <p:nvSpPr>
          <p:cNvPr id="695" name="Google Shape;695;p53"/>
          <p:cNvSpPr txBox="1"/>
          <p:nvPr/>
        </p:nvSpPr>
        <p:spPr>
          <a:xfrm>
            <a:off x="324000" y="43825"/>
            <a:ext cx="1316700" cy="382800"/>
          </a:xfrm>
          <a:prstGeom prst="rect">
            <a:avLst/>
          </a:prstGeom>
          <a:noFill/>
          <a:ln>
            <a:noFill/>
          </a:ln>
        </p:spPr>
        <p:txBody>
          <a:bodyPr anchorCtr="0" anchor="b" bIns="0" lIns="0" spcFirstLastPara="1" rIns="0" wrap="square" tIns="0">
            <a:noAutofit/>
          </a:bodyPr>
          <a:lstStyle/>
          <a:p>
            <a:pPr indent="0" lvl="0" marL="0" rtl="0" algn="l">
              <a:lnSpc>
                <a:spcPct val="100000"/>
              </a:lnSpc>
              <a:spcBef>
                <a:spcPts val="0"/>
              </a:spcBef>
              <a:spcAft>
                <a:spcPts val="0"/>
              </a:spcAft>
              <a:buNone/>
            </a:pPr>
            <a:r>
              <a:rPr b="1" lang="en-GB" sz="2000">
                <a:solidFill>
                  <a:srgbClr val="FFFFFF"/>
                </a:solidFill>
                <a:latin typeface="Lexend"/>
                <a:ea typeface="Lexend"/>
                <a:cs typeface="Lexend"/>
                <a:sym typeface="Lexend"/>
              </a:rPr>
              <a:t>Task B</a:t>
            </a:r>
            <a:endParaRPr b="1" sz="2000">
              <a:solidFill>
                <a:srgbClr val="FFFFFF"/>
              </a:solidFill>
              <a:latin typeface="Lexend"/>
              <a:ea typeface="Lexend"/>
              <a:cs typeface="Lexend"/>
              <a:sym typeface="Lexend"/>
            </a:endParaRPr>
          </a:p>
        </p:txBody>
      </p:sp>
    </p:spTree>
  </p:cSld>
  <p:clrMapOvr>
    <a:masterClrMapping/>
  </p:clrMapOvr>
</p:sldLayout>
</file>

<file path=ppt/slideLayouts/slideLayout5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3.08 Feedback - blue">
  <p:cSld name="TITLE_AND_TWO_COLUMNS_1_1_5_1_3_1_2_1">
    <p:bg>
      <p:bgPr>
        <a:solidFill>
          <a:srgbClr val="EBEDFE"/>
        </a:solidFill>
      </p:bgPr>
    </p:bg>
    <p:spTree>
      <p:nvGrpSpPr>
        <p:cNvPr id="696" name="Shape 696"/>
        <p:cNvGrpSpPr/>
        <p:nvPr/>
      </p:nvGrpSpPr>
      <p:grpSpPr>
        <a:xfrm>
          <a:off x="0" y="0"/>
          <a:ext cx="0" cy="0"/>
          <a:chOff x="0" y="0"/>
          <a:chExt cx="0" cy="0"/>
        </a:xfrm>
      </p:grpSpPr>
      <p:pic>
        <p:nvPicPr>
          <p:cNvPr id="697" name="Google Shape;697;p54"/>
          <p:cNvPicPr preferRelativeResize="0"/>
          <p:nvPr/>
        </p:nvPicPr>
        <p:blipFill rotWithShape="1">
          <a:blip r:embed="rId2">
            <a:alphaModFix/>
          </a:blip>
          <a:srcRect b="1672" l="0" r="0" t="1662"/>
          <a:stretch/>
        </p:blipFill>
        <p:spPr>
          <a:xfrm>
            <a:off x="0" y="532525"/>
            <a:ext cx="9151202" cy="116709"/>
          </a:xfrm>
          <a:prstGeom prst="rect">
            <a:avLst/>
          </a:prstGeom>
          <a:noFill/>
          <a:ln>
            <a:noFill/>
          </a:ln>
        </p:spPr>
      </p:pic>
      <p:sp>
        <p:nvSpPr>
          <p:cNvPr id="698" name="Google Shape;698;p54"/>
          <p:cNvSpPr/>
          <p:nvPr/>
        </p:nvSpPr>
        <p:spPr>
          <a:xfrm>
            <a:off x="-1" y="-2"/>
            <a:ext cx="9144300" cy="540300"/>
          </a:xfrm>
          <a:prstGeom prst="rect">
            <a:avLst/>
          </a:pr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99" name="Google Shape;699;p54"/>
          <p:cNvSpPr txBox="1"/>
          <p:nvPr>
            <p:ph idx="1" type="body"/>
          </p:nvPr>
        </p:nvSpPr>
        <p:spPr>
          <a:xfrm>
            <a:off x="324000" y="759300"/>
            <a:ext cx="8237700" cy="3020700"/>
          </a:xfrm>
          <a:prstGeom prst="rect">
            <a:avLst/>
          </a:prstGeom>
        </p:spPr>
        <p:txBody>
          <a:bodyPr anchorCtr="0" anchor="t" bIns="0" lIns="0" spcFirstLastPara="1" rIns="0" wrap="square" tIns="0">
            <a:noAutofit/>
          </a:bodyPr>
          <a:lstStyle>
            <a:lvl1pPr indent="-368300" lvl="0" marL="457200" rtl="0">
              <a:lnSpc>
                <a:spcPct val="115000"/>
              </a:lnSpc>
              <a:spcBef>
                <a:spcPts val="0"/>
              </a:spcBef>
              <a:spcAft>
                <a:spcPts val="0"/>
              </a:spcAft>
              <a:buSzPts val="2200"/>
              <a:buFont typeface="Lexend"/>
              <a:buChar char="●"/>
              <a:defRPr sz="2200">
                <a:latin typeface="Lexend"/>
                <a:ea typeface="Lexend"/>
                <a:cs typeface="Lexend"/>
                <a:sym typeface="Lexend"/>
              </a:defRPr>
            </a:lvl1pPr>
            <a:lvl2pPr indent="-368300" lvl="1" marL="914400" rtl="0">
              <a:spcBef>
                <a:spcPts val="1000"/>
              </a:spcBef>
              <a:spcAft>
                <a:spcPts val="0"/>
              </a:spcAft>
              <a:buSzPts val="2200"/>
              <a:buFont typeface="Lexend"/>
              <a:buChar char="–"/>
              <a:defRPr sz="2200">
                <a:latin typeface="Lexend"/>
                <a:ea typeface="Lexend"/>
                <a:cs typeface="Lexend"/>
                <a:sym typeface="Lexend"/>
              </a:defRPr>
            </a:lvl2pPr>
            <a:lvl3pPr indent="-355600" lvl="2" marL="1371600" rtl="0">
              <a:spcBef>
                <a:spcPts val="1000"/>
              </a:spcBef>
              <a:spcAft>
                <a:spcPts val="0"/>
              </a:spcAft>
              <a:buSzPts val="2000"/>
              <a:buFont typeface="Lexend"/>
              <a:buChar char="–"/>
              <a:defRPr>
                <a:latin typeface="Lexend"/>
                <a:ea typeface="Lexend"/>
                <a:cs typeface="Lexend"/>
                <a:sym typeface="Lexend"/>
              </a:defRPr>
            </a:lvl3pPr>
            <a:lvl4pPr indent="-368300" lvl="3" marL="1828800" rtl="0">
              <a:spcBef>
                <a:spcPts val="800"/>
              </a:spcBef>
              <a:spcAft>
                <a:spcPts val="0"/>
              </a:spcAft>
              <a:buSzPts val="2200"/>
              <a:buFont typeface="Lexend"/>
              <a:buChar char="–"/>
              <a:defRPr sz="2200">
                <a:latin typeface="Lexend"/>
                <a:ea typeface="Lexend"/>
                <a:cs typeface="Lexend"/>
                <a:sym typeface="Lexend"/>
              </a:defRPr>
            </a:lvl4pPr>
            <a:lvl5pPr indent="-342900" lvl="4" marL="2286000" rtl="0">
              <a:spcBef>
                <a:spcPts val="800"/>
              </a:spcBef>
              <a:spcAft>
                <a:spcPts val="0"/>
              </a:spcAft>
              <a:buSzPts val="1800"/>
              <a:buFont typeface="Lexend"/>
              <a:buChar char="–"/>
              <a:defRPr>
                <a:latin typeface="Lexend"/>
                <a:ea typeface="Lexend"/>
                <a:cs typeface="Lexend"/>
                <a:sym typeface="Lexend"/>
              </a:defRPr>
            </a:lvl5pPr>
            <a:lvl6pPr indent="-342900" lvl="5" marL="2743200" rtl="0">
              <a:spcBef>
                <a:spcPts val="600"/>
              </a:spcBef>
              <a:spcAft>
                <a:spcPts val="0"/>
              </a:spcAft>
              <a:buSzPts val="1800"/>
              <a:buFont typeface="Lexend"/>
              <a:buChar char="–"/>
              <a:defRPr sz="1800">
                <a:latin typeface="Lexend"/>
                <a:ea typeface="Lexend"/>
                <a:cs typeface="Lexend"/>
                <a:sym typeface="Lexend"/>
              </a:defRPr>
            </a:lvl6pPr>
            <a:lvl7pPr indent="-342900" lvl="6" marL="3200400" rtl="0">
              <a:spcBef>
                <a:spcPts val="600"/>
              </a:spcBef>
              <a:spcAft>
                <a:spcPts val="0"/>
              </a:spcAft>
              <a:buSzPts val="1800"/>
              <a:buFont typeface="Lexend"/>
              <a:buChar char="–"/>
              <a:defRPr>
                <a:latin typeface="Lexend"/>
                <a:ea typeface="Lexend"/>
                <a:cs typeface="Lexend"/>
                <a:sym typeface="Lexend"/>
              </a:defRPr>
            </a:lvl7pPr>
            <a:lvl8pPr indent="-342900" lvl="7" marL="3657600" rtl="0">
              <a:spcBef>
                <a:spcPts val="400"/>
              </a:spcBef>
              <a:spcAft>
                <a:spcPts val="0"/>
              </a:spcAft>
              <a:buSzPts val="1800"/>
              <a:buFont typeface="Lexend"/>
              <a:buChar char="–"/>
              <a:defRPr>
                <a:latin typeface="Lexend"/>
                <a:ea typeface="Lexend"/>
                <a:cs typeface="Lexend"/>
                <a:sym typeface="Lexend"/>
              </a:defRPr>
            </a:lvl8pPr>
            <a:lvl9pPr indent="-342900" lvl="8" marL="4114800" rtl="0">
              <a:spcBef>
                <a:spcPts val="400"/>
              </a:spcBef>
              <a:spcAft>
                <a:spcPts val="200"/>
              </a:spcAft>
              <a:buSzPts val="1800"/>
              <a:buFont typeface="Lexend"/>
              <a:buChar char="–"/>
              <a:defRPr>
                <a:latin typeface="Lexend"/>
                <a:ea typeface="Lexend"/>
                <a:cs typeface="Lexend"/>
                <a:sym typeface="Lexend"/>
              </a:defRPr>
            </a:lvl9pPr>
          </a:lstStyle>
          <a:p/>
        </p:txBody>
      </p:sp>
      <p:sp>
        <p:nvSpPr>
          <p:cNvPr id="700" name="Google Shape;700;p54"/>
          <p:cNvSpPr txBox="1"/>
          <p:nvPr/>
        </p:nvSpPr>
        <p:spPr>
          <a:xfrm>
            <a:off x="8476560" y="438750"/>
            <a:ext cx="603900" cy="138600"/>
          </a:xfrm>
          <a:prstGeom prst="rect">
            <a:avLst/>
          </a:prstGeom>
          <a:noFill/>
          <a:ln>
            <a:noFill/>
          </a:ln>
        </p:spPr>
        <p:txBody>
          <a:bodyPr anchorCtr="0" anchor="t" bIns="0" lIns="0" spcFirstLastPara="1" rIns="0" wrap="square" tIns="0">
            <a:spAutoFit/>
          </a:bodyPr>
          <a:lstStyle/>
          <a:p>
            <a:pPr indent="0" lvl="0" marL="0" rtl="0" algn="ctr">
              <a:spcBef>
                <a:spcPts val="0"/>
              </a:spcBef>
              <a:spcAft>
                <a:spcPts val="0"/>
              </a:spcAft>
              <a:buNone/>
            </a:pPr>
            <a:r>
              <a:rPr b="1" lang="en-GB" sz="900">
                <a:solidFill>
                  <a:srgbClr val="E6F2F2"/>
                </a:solidFill>
                <a:latin typeface="Lexend"/>
                <a:ea typeface="Lexend"/>
                <a:cs typeface="Lexend"/>
                <a:sym typeface="Lexend"/>
              </a:rPr>
              <a:t>Feedback</a:t>
            </a:r>
            <a:endParaRPr b="1" sz="900">
              <a:solidFill>
                <a:srgbClr val="E6F2F2"/>
              </a:solidFill>
              <a:latin typeface="Lexend"/>
              <a:ea typeface="Lexend"/>
              <a:cs typeface="Lexend"/>
              <a:sym typeface="Lexend"/>
            </a:endParaRPr>
          </a:p>
        </p:txBody>
      </p:sp>
      <p:pic>
        <p:nvPicPr>
          <p:cNvPr id="701" name="Google Shape;701;p54"/>
          <p:cNvPicPr preferRelativeResize="0"/>
          <p:nvPr/>
        </p:nvPicPr>
        <p:blipFill rotWithShape="1">
          <a:blip r:embed="rId3">
            <a:alphaModFix/>
          </a:blip>
          <a:srcRect b="0" l="0" r="0" t="0"/>
          <a:stretch/>
        </p:blipFill>
        <p:spPr>
          <a:xfrm>
            <a:off x="8528585" y="-11474"/>
            <a:ext cx="499700" cy="499700"/>
          </a:xfrm>
          <a:prstGeom prst="rect">
            <a:avLst/>
          </a:prstGeom>
          <a:noFill/>
          <a:ln>
            <a:noFill/>
          </a:ln>
        </p:spPr>
      </p:pic>
      <p:sp>
        <p:nvSpPr>
          <p:cNvPr id="702" name="Google Shape;702;p54"/>
          <p:cNvSpPr txBox="1"/>
          <p:nvPr>
            <p:ph type="title"/>
          </p:nvPr>
        </p:nvSpPr>
        <p:spPr>
          <a:xfrm>
            <a:off x="1479300" y="39650"/>
            <a:ext cx="6855300" cy="382800"/>
          </a:xfrm>
          <a:prstGeom prst="rect">
            <a:avLst/>
          </a:prstGeom>
        </p:spPr>
        <p:txBody>
          <a:bodyPr anchorCtr="0" anchor="b" bIns="0" lIns="0" spcFirstLastPara="1" rIns="0" wrap="square" tIns="0">
            <a:noAutofit/>
          </a:bodyPr>
          <a:lstStyle>
            <a:lvl1pPr lvl="0" rtl="0">
              <a:lnSpc>
                <a:spcPct val="100000"/>
              </a:lnSpc>
              <a:spcBef>
                <a:spcPts val="0"/>
              </a:spcBef>
              <a:spcAft>
                <a:spcPts val="0"/>
              </a:spcAft>
              <a:buClr>
                <a:schemeClr val="lt1"/>
              </a:buClr>
              <a:buSzPts val="1800"/>
              <a:buNone/>
              <a:defRPr b="0" sz="1800">
                <a:solidFill>
                  <a:schemeClr val="lt1"/>
                </a:solidFill>
              </a:defRPr>
            </a:lvl1pPr>
            <a:lvl2pPr lvl="1" rtl="0">
              <a:lnSpc>
                <a:spcPct val="100000"/>
              </a:lnSpc>
              <a:spcBef>
                <a:spcPts val="0"/>
              </a:spcBef>
              <a:spcAft>
                <a:spcPts val="0"/>
              </a:spcAft>
              <a:buClr>
                <a:schemeClr val="lt1"/>
              </a:buClr>
              <a:buSzPts val="1800"/>
              <a:buNone/>
              <a:defRPr sz="1800">
                <a:solidFill>
                  <a:schemeClr val="lt1"/>
                </a:solidFill>
              </a:defRPr>
            </a:lvl2pPr>
            <a:lvl3pPr lvl="2" rtl="0">
              <a:lnSpc>
                <a:spcPct val="100000"/>
              </a:lnSpc>
              <a:spcBef>
                <a:spcPts val="0"/>
              </a:spcBef>
              <a:spcAft>
                <a:spcPts val="0"/>
              </a:spcAft>
              <a:buClr>
                <a:schemeClr val="lt1"/>
              </a:buClr>
              <a:buSzPts val="1800"/>
              <a:buNone/>
              <a:defRPr sz="1800">
                <a:solidFill>
                  <a:schemeClr val="lt1"/>
                </a:solidFill>
              </a:defRPr>
            </a:lvl3pPr>
            <a:lvl4pPr lvl="3" rtl="0">
              <a:lnSpc>
                <a:spcPct val="100000"/>
              </a:lnSpc>
              <a:spcBef>
                <a:spcPts val="0"/>
              </a:spcBef>
              <a:spcAft>
                <a:spcPts val="0"/>
              </a:spcAft>
              <a:buClr>
                <a:schemeClr val="lt1"/>
              </a:buClr>
              <a:buSzPts val="1800"/>
              <a:buNone/>
              <a:defRPr sz="1800">
                <a:solidFill>
                  <a:schemeClr val="lt1"/>
                </a:solidFill>
              </a:defRPr>
            </a:lvl4pPr>
            <a:lvl5pPr lvl="4" rtl="0">
              <a:lnSpc>
                <a:spcPct val="100000"/>
              </a:lnSpc>
              <a:spcBef>
                <a:spcPts val="0"/>
              </a:spcBef>
              <a:spcAft>
                <a:spcPts val="0"/>
              </a:spcAft>
              <a:buClr>
                <a:schemeClr val="lt1"/>
              </a:buClr>
              <a:buSzPts val="1800"/>
              <a:buNone/>
              <a:defRPr sz="1800">
                <a:solidFill>
                  <a:schemeClr val="lt1"/>
                </a:solidFill>
              </a:defRPr>
            </a:lvl5pPr>
            <a:lvl6pPr lvl="5" rtl="0">
              <a:lnSpc>
                <a:spcPct val="100000"/>
              </a:lnSpc>
              <a:spcBef>
                <a:spcPts val="0"/>
              </a:spcBef>
              <a:spcAft>
                <a:spcPts val="0"/>
              </a:spcAft>
              <a:buClr>
                <a:schemeClr val="lt1"/>
              </a:buClr>
              <a:buSzPts val="1800"/>
              <a:buNone/>
              <a:defRPr sz="1800">
                <a:solidFill>
                  <a:schemeClr val="lt1"/>
                </a:solidFill>
              </a:defRPr>
            </a:lvl6pPr>
            <a:lvl7pPr lvl="6" rtl="0">
              <a:lnSpc>
                <a:spcPct val="100000"/>
              </a:lnSpc>
              <a:spcBef>
                <a:spcPts val="0"/>
              </a:spcBef>
              <a:spcAft>
                <a:spcPts val="0"/>
              </a:spcAft>
              <a:buClr>
                <a:schemeClr val="lt1"/>
              </a:buClr>
              <a:buSzPts val="1800"/>
              <a:buNone/>
              <a:defRPr sz="1800">
                <a:solidFill>
                  <a:schemeClr val="lt1"/>
                </a:solidFill>
              </a:defRPr>
            </a:lvl7pPr>
            <a:lvl8pPr lvl="7" rtl="0">
              <a:lnSpc>
                <a:spcPct val="100000"/>
              </a:lnSpc>
              <a:spcBef>
                <a:spcPts val="0"/>
              </a:spcBef>
              <a:spcAft>
                <a:spcPts val="0"/>
              </a:spcAft>
              <a:buClr>
                <a:schemeClr val="lt1"/>
              </a:buClr>
              <a:buSzPts val="1800"/>
              <a:buNone/>
              <a:defRPr sz="1800">
                <a:solidFill>
                  <a:schemeClr val="lt1"/>
                </a:solidFill>
              </a:defRPr>
            </a:lvl8pPr>
            <a:lvl9pPr lvl="8" rtl="0">
              <a:lnSpc>
                <a:spcPct val="100000"/>
              </a:lnSpc>
              <a:spcBef>
                <a:spcPts val="0"/>
              </a:spcBef>
              <a:spcAft>
                <a:spcPts val="0"/>
              </a:spcAft>
              <a:buClr>
                <a:schemeClr val="lt1"/>
              </a:buClr>
              <a:buSzPts val="1800"/>
              <a:buNone/>
              <a:defRPr sz="1800">
                <a:solidFill>
                  <a:schemeClr val="lt1"/>
                </a:solidFill>
              </a:defRPr>
            </a:lvl9pPr>
          </a:lstStyle>
          <a:p/>
        </p:txBody>
      </p:sp>
      <p:sp>
        <p:nvSpPr>
          <p:cNvPr id="703" name="Google Shape;703;p54"/>
          <p:cNvSpPr txBox="1"/>
          <p:nvPr/>
        </p:nvSpPr>
        <p:spPr>
          <a:xfrm>
            <a:off x="324000" y="43825"/>
            <a:ext cx="1316700" cy="382800"/>
          </a:xfrm>
          <a:prstGeom prst="rect">
            <a:avLst/>
          </a:prstGeom>
          <a:noFill/>
          <a:ln>
            <a:noFill/>
          </a:ln>
        </p:spPr>
        <p:txBody>
          <a:bodyPr anchorCtr="0" anchor="b" bIns="0" lIns="0" spcFirstLastPara="1" rIns="0" wrap="square" tIns="0">
            <a:noAutofit/>
          </a:bodyPr>
          <a:lstStyle/>
          <a:p>
            <a:pPr indent="0" lvl="0" marL="0" rtl="0" algn="l">
              <a:lnSpc>
                <a:spcPct val="100000"/>
              </a:lnSpc>
              <a:spcBef>
                <a:spcPts val="0"/>
              </a:spcBef>
              <a:spcAft>
                <a:spcPts val="0"/>
              </a:spcAft>
              <a:buNone/>
            </a:pPr>
            <a:r>
              <a:rPr b="1" lang="en-GB" sz="2000">
                <a:solidFill>
                  <a:srgbClr val="FFFFFF"/>
                </a:solidFill>
                <a:latin typeface="Lexend"/>
                <a:ea typeface="Lexend"/>
                <a:cs typeface="Lexend"/>
                <a:sym typeface="Lexend"/>
              </a:rPr>
              <a:t>Task C</a:t>
            </a:r>
            <a:endParaRPr b="1" sz="2000">
              <a:solidFill>
                <a:srgbClr val="FFFFFF"/>
              </a:solidFill>
              <a:latin typeface="Lexend"/>
              <a:ea typeface="Lexend"/>
              <a:cs typeface="Lexend"/>
              <a:sym typeface="Lexend"/>
            </a:endParaRPr>
          </a:p>
        </p:txBody>
      </p:sp>
    </p:spTree>
  </p:cSld>
  <p:clrMapOvr>
    <a:masterClrMapping/>
  </p:clrMapOvr>
</p:sldLayout>
</file>

<file path=ppt/slideLayouts/slideLayout5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4.08 Feedback - pink">
  <p:cSld name="TITLE_AND_TWO_COLUMNS_1_1_5_1_3_1_1_1_1_1_1">
    <p:bg>
      <p:bgPr>
        <a:solidFill>
          <a:srgbClr val="FAEAF6"/>
        </a:solidFill>
      </p:bgPr>
    </p:bg>
    <p:spTree>
      <p:nvGrpSpPr>
        <p:cNvPr id="704" name="Shape 704"/>
        <p:cNvGrpSpPr/>
        <p:nvPr/>
      </p:nvGrpSpPr>
      <p:grpSpPr>
        <a:xfrm>
          <a:off x="0" y="0"/>
          <a:ext cx="0" cy="0"/>
          <a:chOff x="0" y="0"/>
          <a:chExt cx="0" cy="0"/>
        </a:xfrm>
      </p:grpSpPr>
      <p:pic>
        <p:nvPicPr>
          <p:cNvPr id="705" name="Google Shape;705;p55"/>
          <p:cNvPicPr preferRelativeResize="0"/>
          <p:nvPr/>
        </p:nvPicPr>
        <p:blipFill rotWithShape="1">
          <a:blip r:embed="rId2">
            <a:alphaModFix/>
          </a:blip>
          <a:srcRect b="1672" l="0" r="0" t="1662"/>
          <a:stretch/>
        </p:blipFill>
        <p:spPr>
          <a:xfrm>
            <a:off x="0" y="532525"/>
            <a:ext cx="9151202" cy="116709"/>
          </a:xfrm>
          <a:prstGeom prst="rect">
            <a:avLst/>
          </a:prstGeom>
          <a:noFill/>
          <a:ln>
            <a:noFill/>
          </a:ln>
        </p:spPr>
      </p:pic>
      <p:sp>
        <p:nvSpPr>
          <p:cNvPr id="706" name="Google Shape;706;p55"/>
          <p:cNvSpPr/>
          <p:nvPr/>
        </p:nvSpPr>
        <p:spPr>
          <a:xfrm>
            <a:off x="0" y="1"/>
            <a:ext cx="9144300" cy="540300"/>
          </a:xfrm>
          <a:prstGeom prst="rect">
            <a:avLst/>
          </a:pr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07" name="Google Shape;707;p55"/>
          <p:cNvSpPr txBox="1"/>
          <p:nvPr>
            <p:ph idx="1" type="body"/>
          </p:nvPr>
        </p:nvSpPr>
        <p:spPr>
          <a:xfrm>
            <a:off x="324000" y="759300"/>
            <a:ext cx="8237700" cy="3020700"/>
          </a:xfrm>
          <a:prstGeom prst="rect">
            <a:avLst/>
          </a:prstGeom>
        </p:spPr>
        <p:txBody>
          <a:bodyPr anchorCtr="0" anchor="t" bIns="0" lIns="0" spcFirstLastPara="1" rIns="0" wrap="square" tIns="0">
            <a:noAutofit/>
          </a:bodyPr>
          <a:lstStyle>
            <a:lvl1pPr indent="-368300" lvl="0" marL="457200" rtl="0">
              <a:lnSpc>
                <a:spcPct val="115000"/>
              </a:lnSpc>
              <a:spcBef>
                <a:spcPts val="0"/>
              </a:spcBef>
              <a:spcAft>
                <a:spcPts val="0"/>
              </a:spcAft>
              <a:buSzPts val="2200"/>
              <a:buFont typeface="Lexend"/>
              <a:buChar char="●"/>
              <a:defRPr sz="2200">
                <a:latin typeface="Lexend"/>
                <a:ea typeface="Lexend"/>
                <a:cs typeface="Lexend"/>
                <a:sym typeface="Lexend"/>
              </a:defRPr>
            </a:lvl1pPr>
            <a:lvl2pPr indent="-368300" lvl="1" marL="914400" rtl="0">
              <a:spcBef>
                <a:spcPts val="1000"/>
              </a:spcBef>
              <a:spcAft>
                <a:spcPts val="0"/>
              </a:spcAft>
              <a:buSzPts val="2200"/>
              <a:buFont typeface="Lexend"/>
              <a:buChar char="–"/>
              <a:defRPr sz="2200">
                <a:latin typeface="Lexend"/>
                <a:ea typeface="Lexend"/>
                <a:cs typeface="Lexend"/>
                <a:sym typeface="Lexend"/>
              </a:defRPr>
            </a:lvl2pPr>
            <a:lvl3pPr indent="-355600" lvl="2" marL="1371600" rtl="0">
              <a:spcBef>
                <a:spcPts val="1000"/>
              </a:spcBef>
              <a:spcAft>
                <a:spcPts val="0"/>
              </a:spcAft>
              <a:buSzPts val="2000"/>
              <a:buFont typeface="Lexend"/>
              <a:buChar char="–"/>
              <a:defRPr>
                <a:latin typeface="Lexend"/>
                <a:ea typeface="Lexend"/>
                <a:cs typeface="Lexend"/>
                <a:sym typeface="Lexend"/>
              </a:defRPr>
            </a:lvl3pPr>
            <a:lvl4pPr indent="-368300" lvl="3" marL="1828800" rtl="0">
              <a:spcBef>
                <a:spcPts val="800"/>
              </a:spcBef>
              <a:spcAft>
                <a:spcPts val="0"/>
              </a:spcAft>
              <a:buSzPts val="2200"/>
              <a:buFont typeface="Lexend"/>
              <a:buChar char="–"/>
              <a:defRPr sz="2200">
                <a:latin typeface="Lexend"/>
                <a:ea typeface="Lexend"/>
                <a:cs typeface="Lexend"/>
                <a:sym typeface="Lexend"/>
              </a:defRPr>
            </a:lvl4pPr>
            <a:lvl5pPr indent="-342900" lvl="4" marL="2286000" rtl="0">
              <a:spcBef>
                <a:spcPts val="800"/>
              </a:spcBef>
              <a:spcAft>
                <a:spcPts val="0"/>
              </a:spcAft>
              <a:buSzPts val="1800"/>
              <a:buFont typeface="Lexend"/>
              <a:buChar char="–"/>
              <a:defRPr>
                <a:latin typeface="Lexend"/>
                <a:ea typeface="Lexend"/>
                <a:cs typeface="Lexend"/>
                <a:sym typeface="Lexend"/>
              </a:defRPr>
            </a:lvl5pPr>
            <a:lvl6pPr indent="-342900" lvl="5" marL="2743200" rtl="0">
              <a:spcBef>
                <a:spcPts val="600"/>
              </a:spcBef>
              <a:spcAft>
                <a:spcPts val="0"/>
              </a:spcAft>
              <a:buSzPts val="1800"/>
              <a:buFont typeface="Lexend"/>
              <a:buChar char="–"/>
              <a:defRPr sz="1800">
                <a:latin typeface="Lexend"/>
                <a:ea typeface="Lexend"/>
                <a:cs typeface="Lexend"/>
                <a:sym typeface="Lexend"/>
              </a:defRPr>
            </a:lvl6pPr>
            <a:lvl7pPr indent="-342900" lvl="6" marL="3200400" rtl="0">
              <a:spcBef>
                <a:spcPts val="600"/>
              </a:spcBef>
              <a:spcAft>
                <a:spcPts val="0"/>
              </a:spcAft>
              <a:buSzPts val="1800"/>
              <a:buFont typeface="Lexend"/>
              <a:buChar char="–"/>
              <a:defRPr>
                <a:latin typeface="Lexend"/>
                <a:ea typeface="Lexend"/>
                <a:cs typeface="Lexend"/>
                <a:sym typeface="Lexend"/>
              </a:defRPr>
            </a:lvl7pPr>
            <a:lvl8pPr indent="-342900" lvl="7" marL="3657600" rtl="0">
              <a:spcBef>
                <a:spcPts val="400"/>
              </a:spcBef>
              <a:spcAft>
                <a:spcPts val="0"/>
              </a:spcAft>
              <a:buSzPts val="1800"/>
              <a:buFont typeface="Lexend"/>
              <a:buChar char="–"/>
              <a:defRPr>
                <a:latin typeface="Lexend"/>
                <a:ea typeface="Lexend"/>
                <a:cs typeface="Lexend"/>
                <a:sym typeface="Lexend"/>
              </a:defRPr>
            </a:lvl8pPr>
            <a:lvl9pPr indent="-342900" lvl="8" marL="4114800" rtl="0">
              <a:spcBef>
                <a:spcPts val="400"/>
              </a:spcBef>
              <a:spcAft>
                <a:spcPts val="200"/>
              </a:spcAft>
              <a:buSzPts val="1800"/>
              <a:buFont typeface="Lexend"/>
              <a:buChar char="–"/>
              <a:defRPr>
                <a:latin typeface="Lexend"/>
                <a:ea typeface="Lexend"/>
                <a:cs typeface="Lexend"/>
                <a:sym typeface="Lexend"/>
              </a:defRPr>
            </a:lvl9pPr>
          </a:lstStyle>
          <a:p/>
        </p:txBody>
      </p:sp>
      <p:sp>
        <p:nvSpPr>
          <p:cNvPr id="708" name="Google Shape;708;p55"/>
          <p:cNvSpPr txBox="1"/>
          <p:nvPr/>
        </p:nvSpPr>
        <p:spPr>
          <a:xfrm>
            <a:off x="8476560" y="438750"/>
            <a:ext cx="603900" cy="138600"/>
          </a:xfrm>
          <a:prstGeom prst="rect">
            <a:avLst/>
          </a:prstGeom>
          <a:noFill/>
          <a:ln>
            <a:noFill/>
          </a:ln>
        </p:spPr>
        <p:txBody>
          <a:bodyPr anchorCtr="0" anchor="t" bIns="0" lIns="0" spcFirstLastPara="1" rIns="0" wrap="square" tIns="0">
            <a:spAutoFit/>
          </a:bodyPr>
          <a:lstStyle/>
          <a:p>
            <a:pPr indent="0" lvl="0" marL="0" rtl="0" algn="ctr">
              <a:spcBef>
                <a:spcPts val="0"/>
              </a:spcBef>
              <a:spcAft>
                <a:spcPts val="0"/>
              </a:spcAft>
              <a:buNone/>
            </a:pPr>
            <a:r>
              <a:rPr b="1" lang="en-GB" sz="900">
                <a:solidFill>
                  <a:srgbClr val="FAEAF6"/>
                </a:solidFill>
                <a:latin typeface="Lexend"/>
                <a:ea typeface="Lexend"/>
                <a:cs typeface="Lexend"/>
                <a:sym typeface="Lexend"/>
              </a:rPr>
              <a:t>Feedback</a:t>
            </a:r>
            <a:endParaRPr b="1" sz="900">
              <a:solidFill>
                <a:srgbClr val="FAEAF6"/>
              </a:solidFill>
              <a:latin typeface="Lexend"/>
              <a:ea typeface="Lexend"/>
              <a:cs typeface="Lexend"/>
              <a:sym typeface="Lexend"/>
            </a:endParaRPr>
          </a:p>
        </p:txBody>
      </p:sp>
      <p:pic>
        <p:nvPicPr>
          <p:cNvPr id="709" name="Google Shape;709;p55"/>
          <p:cNvPicPr preferRelativeResize="0"/>
          <p:nvPr/>
        </p:nvPicPr>
        <p:blipFill rotWithShape="1">
          <a:blip r:embed="rId3">
            <a:alphaModFix/>
          </a:blip>
          <a:srcRect b="0" l="0" r="0" t="0"/>
          <a:stretch/>
        </p:blipFill>
        <p:spPr>
          <a:xfrm>
            <a:off x="8528585" y="-11474"/>
            <a:ext cx="499700" cy="499700"/>
          </a:xfrm>
          <a:prstGeom prst="rect">
            <a:avLst/>
          </a:prstGeom>
          <a:noFill/>
          <a:ln>
            <a:noFill/>
          </a:ln>
        </p:spPr>
      </p:pic>
      <p:sp>
        <p:nvSpPr>
          <p:cNvPr id="710" name="Google Shape;710;p55"/>
          <p:cNvSpPr txBox="1"/>
          <p:nvPr/>
        </p:nvSpPr>
        <p:spPr>
          <a:xfrm>
            <a:off x="324000" y="43825"/>
            <a:ext cx="1316700" cy="382800"/>
          </a:xfrm>
          <a:prstGeom prst="rect">
            <a:avLst/>
          </a:prstGeom>
          <a:noFill/>
          <a:ln>
            <a:noFill/>
          </a:ln>
        </p:spPr>
        <p:txBody>
          <a:bodyPr anchorCtr="0" anchor="b" bIns="0" lIns="0" spcFirstLastPara="1" rIns="0" wrap="square" tIns="0">
            <a:noAutofit/>
          </a:bodyPr>
          <a:lstStyle/>
          <a:p>
            <a:pPr indent="0" lvl="0" marL="0" rtl="0" algn="l">
              <a:lnSpc>
                <a:spcPct val="100000"/>
              </a:lnSpc>
              <a:spcBef>
                <a:spcPts val="0"/>
              </a:spcBef>
              <a:spcAft>
                <a:spcPts val="0"/>
              </a:spcAft>
              <a:buNone/>
            </a:pPr>
            <a:r>
              <a:rPr b="1" lang="en-GB" sz="2000">
                <a:solidFill>
                  <a:schemeClr val="lt1"/>
                </a:solidFill>
                <a:latin typeface="Lexend"/>
                <a:ea typeface="Lexend"/>
                <a:cs typeface="Lexend"/>
                <a:sym typeface="Lexend"/>
              </a:rPr>
              <a:t>Task D</a:t>
            </a:r>
            <a:endParaRPr b="1" sz="2000">
              <a:solidFill>
                <a:schemeClr val="lt1"/>
              </a:solidFill>
              <a:latin typeface="Lexend"/>
              <a:ea typeface="Lexend"/>
              <a:cs typeface="Lexend"/>
              <a:sym typeface="Lexend"/>
            </a:endParaRPr>
          </a:p>
        </p:txBody>
      </p:sp>
      <p:sp>
        <p:nvSpPr>
          <p:cNvPr id="711" name="Google Shape;711;p55"/>
          <p:cNvSpPr txBox="1"/>
          <p:nvPr>
            <p:ph type="title"/>
          </p:nvPr>
        </p:nvSpPr>
        <p:spPr>
          <a:xfrm>
            <a:off x="1479300" y="39650"/>
            <a:ext cx="6855300" cy="382800"/>
          </a:xfrm>
          <a:prstGeom prst="rect">
            <a:avLst/>
          </a:prstGeom>
        </p:spPr>
        <p:txBody>
          <a:bodyPr anchorCtr="0" anchor="b" bIns="0" lIns="0" spcFirstLastPara="1" rIns="0" wrap="square" tIns="0">
            <a:noAutofit/>
          </a:bodyPr>
          <a:lstStyle>
            <a:lvl1pPr lvl="0" rtl="0">
              <a:lnSpc>
                <a:spcPct val="100000"/>
              </a:lnSpc>
              <a:spcBef>
                <a:spcPts val="0"/>
              </a:spcBef>
              <a:spcAft>
                <a:spcPts val="0"/>
              </a:spcAft>
              <a:buClr>
                <a:schemeClr val="lt1"/>
              </a:buClr>
              <a:buSzPts val="1800"/>
              <a:buNone/>
              <a:defRPr b="0" sz="1800">
                <a:solidFill>
                  <a:schemeClr val="lt1"/>
                </a:solidFill>
              </a:defRPr>
            </a:lvl1pPr>
            <a:lvl2pPr lvl="1" rtl="0">
              <a:lnSpc>
                <a:spcPct val="100000"/>
              </a:lnSpc>
              <a:spcBef>
                <a:spcPts val="0"/>
              </a:spcBef>
              <a:spcAft>
                <a:spcPts val="0"/>
              </a:spcAft>
              <a:buClr>
                <a:schemeClr val="lt1"/>
              </a:buClr>
              <a:buSzPts val="1800"/>
              <a:buNone/>
              <a:defRPr sz="1800">
                <a:solidFill>
                  <a:schemeClr val="lt1"/>
                </a:solidFill>
              </a:defRPr>
            </a:lvl2pPr>
            <a:lvl3pPr lvl="2" rtl="0">
              <a:lnSpc>
                <a:spcPct val="100000"/>
              </a:lnSpc>
              <a:spcBef>
                <a:spcPts val="0"/>
              </a:spcBef>
              <a:spcAft>
                <a:spcPts val="0"/>
              </a:spcAft>
              <a:buClr>
                <a:schemeClr val="lt1"/>
              </a:buClr>
              <a:buSzPts val="1800"/>
              <a:buNone/>
              <a:defRPr sz="1800">
                <a:solidFill>
                  <a:schemeClr val="lt1"/>
                </a:solidFill>
              </a:defRPr>
            </a:lvl3pPr>
            <a:lvl4pPr lvl="3" rtl="0">
              <a:lnSpc>
                <a:spcPct val="100000"/>
              </a:lnSpc>
              <a:spcBef>
                <a:spcPts val="0"/>
              </a:spcBef>
              <a:spcAft>
                <a:spcPts val="0"/>
              </a:spcAft>
              <a:buClr>
                <a:schemeClr val="lt1"/>
              </a:buClr>
              <a:buSzPts val="1800"/>
              <a:buNone/>
              <a:defRPr sz="1800">
                <a:solidFill>
                  <a:schemeClr val="lt1"/>
                </a:solidFill>
              </a:defRPr>
            </a:lvl4pPr>
            <a:lvl5pPr lvl="4" rtl="0">
              <a:lnSpc>
                <a:spcPct val="100000"/>
              </a:lnSpc>
              <a:spcBef>
                <a:spcPts val="0"/>
              </a:spcBef>
              <a:spcAft>
                <a:spcPts val="0"/>
              </a:spcAft>
              <a:buClr>
                <a:schemeClr val="lt1"/>
              </a:buClr>
              <a:buSzPts val="1800"/>
              <a:buNone/>
              <a:defRPr sz="1800">
                <a:solidFill>
                  <a:schemeClr val="lt1"/>
                </a:solidFill>
              </a:defRPr>
            </a:lvl5pPr>
            <a:lvl6pPr lvl="5" rtl="0">
              <a:lnSpc>
                <a:spcPct val="100000"/>
              </a:lnSpc>
              <a:spcBef>
                <a:spcPts val="0"/>
              </a:spcBef>
              <a:spcAft>
                <a:spcPts val="0"/>
              </a:spcAft>
              <a:buClr>
                <a:schemeClr val="lt1"/>
              </a:buClr>
              <a:buSzPts val="1800"/>
              <a:buNone/>
              <a:defRPr sz="1800">
                <a:solidFill>
                  <a:schemeClr val="lt1"/>
                </a:solidFill>
              </a:defRPr>
            </a:lvl6pPr>
            <a:lvl7pPr lvl="6" rtl="0">
              <a:lnSpc>
                <a:spcPct val="100000"/>
              </a:lnSpc>
              <a:spcBef>
                <a:spcPts val="0"/>
              </a:spcBef>
              <a:spcAft>
                <a:spcPts val="0"/>
              </a:spcAft>
              <a:buClr>
                <a:schemeClr val="lt1"/>
              </a:buClr>
              <a:buSzPts val="1800"/>
              <a:buNone/>
              <a:defRPr sz="1800">
                <a:solidFill>
                  <a:schemeClr val="lt1"/>
                </a:solidFill>
              </a:defRPr>
            </a:lvl7pPr>
            <a:lvl8pPr lvl="7" rtl="0">
              <a:lnSpc>
                <a:spcPct val="100000"/>
              </a:lnSpc>
              <a:spcBef>
                <a:spcPts val="0"/>
              </a:spcBef>
              <a:spcAft>
                <a:spcPts val="0"/>
              </a:spcAft>
              <a:buClr>
                <a:schemeClr val="lt1"/>
              </a:buClr>
              <a:buSzPts val="1800"/>
              <a:buNone/>
              <a:defRPr sz="1800">
                <a:solidFill>
                  <a:schemeClr val="lt1"/>
                </a:solidFill>
              </a:defRPr>
            </a:lvl8pPr>
            <a:lvl9pPr lvl="8" rtl="0">
              <a:lnSpc>
                <a:spcPct val="100000"/>
              </a:lnSpc>
              <a:spcBef>
                <a:spcPts val="0"/>
              </a:spcBef>
              <a:spcAft>
                <a:spcPts val="0"/>
              </a:spcAft>
              <a:buClr>
                <a:schemeClr val="lt1"/>
              </a:buClr>
              <a:buSzPts val="1800"/>
              <a:buNone/>
              <a:defRPr sz="1800">
                <a:solidFill>
                  <a:schemeClr val="lt1"/>
                </a:solidFill>
              </a:defRPr>
            </a:lvl9pPr>
          </a:lstStyle>
          <a:p/>
        </p:txBody>
      </p:sp>
    </p:spTree>
  </p:cSld>
  <p:clrMapOvr>
    <a:masterClrMapping/>
  </p:clrMapOvr>
</p:sldLayout>
</file>

<file path=ppt/slideLayouts/slideLayout5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9.6 Summary 1">
  <p:cSld name="TITLE_AND_TWO_COLUMNS_1_1_5_1_2_1_1">
    <p:spTree>
      <p:nvGrpSpPr>
        <p:cNvPr id="712" name="Shape 712"/>
        <p:cNvGrpSpPr/>
        <p:nvPr/>
      </p:nvGrpSpPr>
      <p:grpSpPr>
        <a:xfrm>
          <a:off x="0" y="0"/>
          <a:ext cx="0" cy="0"/>
          <a:chOff x="0" y="0"/>
          <a:chExt cx="0" cy="0"/>
        </a:xfrm>
      </p:grpSpPr>
      <p:sp>
        <p:nvSpPr>
          <p:cNvPr id="713" name="Google Shape;713;p56"/>
          <p:cNvSpPr/>
          <p:nvPr/>
        </p:nvSpPr>
        <p:spPr>
          <a:xfrm>
            <a:off x="0" y="0"/>
            <a:ext cx="9144300" cy="540300"/>
          </a:xfrm>
          <a:prstGeom prst="rect">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id="714" name="Google Shape;714;p56"/>
          <p:cNvPicPr preferRelativeResize="0"/>
          <p:nvPr/>
        </p:nvPicPr>
        <p:blipFill rotWithShape="1">
          <a:blip r:embed="rId2">
            <a:alphaModFix/>
          </a:blip>
          <a:srcRect b="1709" l="0" r="0" t="1699"/>
          <a:stretch/>
        </p:blipFill>
        <p:spPr>
          <a:xfrm>
            <a:off x="0" y="535825"/>
            <a:ext cx="9151202" cy="116709"/>
          </a:xfrm>
          <a:prstGeom prst="rect">
            <a:avLst/>
          </a:prstGeom>
          <a:noFill/>
          <a:ln>
            <a:noFill/>
          </a:ln>
        </p:spPr>
      </p:pic>
      <p:sp>
        <p:nvSpPr>
          <p:cNvPr id="715" name="Google Shape;715;p56"/>
          <p:cNvSpPr txBox="1"/>
          <p:nvPr>
            <p:ph idx="1" type="body"/>
          </p:nvPr>
        </p:nvSpPr>
        <p:spPr>
          <a:xfrm>
            <a:off x="324000" y="1080000"/>
            <a:ext cx="8113800" cy="3740400"/>
          </a:xfrm>
          <a:prstGeom prst="rect">
            <a:avLst/>
          </a:prstGeom>
        </p:spPr>
        <p:txBody>
          <a:bodyPr anchorCtr="0" anchor="t" bIns="0" lIns="0" spcFirstLastPara="1" rIns="0" wrap="square" tIns="0">
            <a:noAutofit/>
          </a:bodyPr>
          <a:lstStyle>
            <a:lvl1pPr indent="-368300" lvl="0" marL="457200" rtl="0">
              <a:lnSpc>
                <a:spcPct val="115000"/>
              </a:lnSpc>
              <a:spcBef>
                <a:spcPts val="0"/>
              </a:spcBef>
              <a:spcAft>
                <a:spcPts val="0"/>
              </a:spcAft>
              <a:buSzPts val="2200"/>
              <a:buFont typeface="Lexend"/>
              <a:buChar char="●"/>
              <a:defRPr sz="2200">
                <a:latin typeface="Lexend"/>
                <a:ea typeface="Lexend"/>
                <a:cs typeface="Lexend"/>
                <a:sym typeface="Lexend"/>
              </a:defRPr>
            </a:lvl1pPr>
            <a:lvl2pPr indent="-368300" lvl="1" marL="914400" rtl="0">
              <a:spcBef>
                <a:spcPts val="1000"/>
              </a:spcBef>
              <a:spcAft>
                <a:spcPts val="0"/>
              </a:spcAft>
              <a:buSzPts val="2200"/>
              <a:buFont typeface="Lexend"/>
              <a:buChar char="–"/>
              <a:defRPr sz="2200">
                <a:latin typeface="Lexend"/>
                <a:ea typeface="Lexend"/>
                <a:cs typeface="Lexend"/>
                <a:sym typeface="Lexend"/>
              </a:defRPr>
            </a:lvl2pPr>
            <a:lvl3pPr indent="-355600" lvl="2" marL="1371600" rtl="0">
              <a:spcBef>
                <a:spcPts val="1000"/>
              </a:spcBef>
              <a:spcAft>
                <a:spcPts val="0"/>
              </a:spcAft>
              <a:buSzPts val="2000"/>
              <a:buFont typeface="Lexend"/>
              <a:buChar char="–"/>
              <a:defRPr>
                <a:latin typeface="Lexend"/>
                <a:ea typeface="Lexend"/>
                <a:cs typeface="Lexend"/>
                <a:sym typeface="Lexend"/>
              </a:defRPr>
            </a:lvl3pPr>
            <a:lvl4pPr indent="-368300" lvl="3" marL="1828800" rtl="0">
              <a:spcBef>
                <a:spcPts val="800"/>
              </a:spcBef>
              <a:spcAft>
                <a:spcPts val="0"/>
              </a:spcAft>
              <a:buSzPts val="2200"/>
              <a:buFont typeface="Lexend"/>
              <a:buChar char="–"/>
              <a:defRPr sz="2200">
                <a:latin typeface="Lexend"/>
                <a:ea typeface="Lexend"/>
                <a:cs typeface="Lexend"/>
                <a:sym typeface="Lexend"/>
              </a:defRPr>
            </a:lvl4pPr>
            <a:lvl5pPr indent="-342900" lvl="4" marL="2286000" rtl="0">
              <a:spcBef>
                <a:spcPts val="800"/>
              </a:spcBef>
              <a:spcAft>
                <a:spcPts val="0"/>
              </a:spcAft>
              <a:buSzPts val="1800"/>
              <a:buFont typeface="Lexend"/>
              <a:buChar char="–"/>
              <a:defRPr>
                <a:latin typeface="Lexend"/>
                <a:ea typeface="Lexend"/>
                <a:cs typeface="Lexend"/>
                <a:sym typeface="Lexend"/>
              </a:defRPr>
            </a:lvl5pPr>
            <a:lvl6pPr indent="-342900" lvl="5" marL="2743200" rtl="0">
              <a:spcBef>
                <a:spcPts val="600"/>
              </a:spcBef>
              <a:spcAft>
                <a:spcPts val="0"/>
              </a:spcAft>
              <a:buSzPts val="1800"/>
              <a:buFont typeface="Lexend"/>
              <a:buChar char="–"/>
              <a:defRPr sz="1800">
                <a:latin typeface="Lexend"/>
                <a:ea typeface="Lexend"/>
                <a:cs typeface="Lexend"/>
                <a:sym typeface="Lexend"/>
              </a:defRPr>
            </a:lvl6pPr>
            <a:lvl7pPr indent="-342900" lvl="6" marL="3200400" rtl="0">
              <a:spcBef>
                <a:spcPts val="600"/>
              </a:spcBef>
              <a:spcAft>
                <a:spcPts val="0"/>
              </a:spcAft>
              <a:buSzPts val="1800"/>
              <a:buFont typeface="Lexend"/>
              <a:buChar char="–"/>
              <a:defRPr>
                <a:latin typeface="Lexend"/>
                <a:ea typeface="Lexend"/>
                <a:cs typeface="Lexend"/>
                <a:sym typeface="Lexend"/>
              </a:defRPr>
            </a:lvl7pPr>
            <a:lvl8pPr indent="-342900" lvl="7" marL="3657600" rtl="0">
              <a:spcBef>
                <a:spcPts val="400"/>
              </a:spcBef>
              <a:spcAft>
                <a:spcPts val="0"/>
              </a:spcAft>
              <a:buSzPts val="1800"/>
              <a:buFont typeface="Lexend"/>
              <a:buChar char="–"/>
              <a:defRPr>
                <a:latin typeface="Lexend"/>
                <a:ea typeface="Lexend"/>
                <a:cs typeface="Lexend"/>
                <a:sym typeface="Lexend"/>
              </a:defRPr>
            </a:lvl8pPr>
            <a:lvl9pPr indent="-342900" lvl="8" marL="4114800" rtl="0">
              <a:spcBef>
                <a:spcPts val="400"/>
              </a:spcBef>
              <a:spcAft>
                <a:spcPts val="200"/>
              </a:spcAft>
              <a:buSzPts val="1800"/>
              <a:buFont typeface="Lexend"/>
              <a:buChar char="–"/>
              <a:defRPr>
                <a:latin typeface="Lexend"/>
                <a:ea typeface="Lexend"/>
                <a:cs typeface="Lexend"/>
                <a:sym typeface="Lexend"/>
              </a:defRPr>
            </a:lvl9pPr>
          </a:lstStyle>
          <a:p/>
        </p:txBody>
      </p:sp>
      <p:sp>
        <p:nvSpPr>
          <p:cNvPr id="716" name="Google Shape;716;p56"/>
          <p:cNvSpPr txBox="1"/>
          <p:nvPr/>
        </p:nvSpPr>
        <p:spPr>
          <a:xfrm>
            <a:off x="324000" y="43825"/>
            <a:ext cx="1316700" cy="382800"/>
          </a:xfrm>
          <a:prstGeom prst="rect">
            <a:avLst/>
          </a:prstGeom>
          <a:noFill/>
          <a:ln>
            <a:noFill/>
          </a:ln>
        </p:spPr>
        <p:txBody>
          <a:bodyPr anchorCtr="0" anchor="b" bIns="0" lIns="0" spcFirstLastPara="1" rIns="0" wrap="square" tIns="0">
            <a:noAutofit/>
          </a:bodyPr>
          <a:lstStyle/>
          <a:p>
            <a:pPr indent="0" lvl="0" marL="0" rtl="0" algn="l">
              <a:spcBef>
                <a:spcPts val="0"/>
              </a:spcBef>
              <a:spcAft>
                <a:spcPts val="0"/>
              </a:spcAft>
              <a:buNone/>
            </a:pPr>
            <a:r>
              <a:rPr b="1" lang="en-GB" sz="2000">
                <a:solidFill>
                  <a:schemeClr val="dk1"/>
                </a:solidFill>
                <a:latin typeface="Lexend"/>
                <a:ea typeface="Lexend"/>
                <a:cs typeface="Lexend"/>
                <a:sym typeface="Lexend"/>
              </a:rPr>
              <a:t>Summary</a:t>
            </a:r>
            <a:endParaRPr b="1" sz="2000">
              <a:solidFill>
                <a:schemeClr val="dk1"/>
              </a:solidFill>
              <a:latin typeface="Lexend"/>
              <a:ea typeface="Lexend"/>
              <a:cs typeface="Lexend"/>
              <a:sym typeface="Lexend"/>
            </a:endParaRPr>
          </a:p>
        </p:txBody>
      </p:sp>
      <p:sp>
        <p:nvSpPr>
          <p:cNvPr id="717" name="Google Shape;717;p56"/>
          <p:cNvSpPr txBox="1"/>
          <p:nvPr>
            <p:ph type="title"/>
          </p:nvPr>
        </p:nvSpPr>
        <p:spPr>
          <a:xfrm>
            <a:off x="1684800" y="43825"/>
            <a:ext cx="5741400" cy="382800"/>
          </a:xfrm>
          <a:prstGeom prst="rect">
            <a:avLst/>
          </a:prstGeom>
        </p:spPr>
        <p:txBody>
          <a:bodyPr anchorCtr="0" anchor="b" bIns="0" lIns="0" spcFirstLastPara="1" rIns="0" wrap="square" tIns="0">
            <a:noAutofit/>
          </a:bodyPr>
          <a:lstStyle>
            <a:lvl1pPr lvl="0" rtl="0">
              <a:lnSpc>
                <a:spcPct val="100000"/>
              </a:lnSpc>
              <a:spcBef>
                <a:spcPts val="0"/>
              </a:spcBef>
              <a:spcAft>
                <a:spcPts val="0"/>
              </a:spcAft>
              <a:buSzPts val="2000"/>
              <a:buFont typeface="Lexend"/>
              <a:buNone/>
              <a:defRPr b="0" sz="2000">
                <a:latin typeface="Lexend"/>
                <a:ea typeface="Lexend"/>
                <a:cs typeface="Lexend"/>
                <a:sym typeface="Lexend"/>
              </a:defRPr>
            </a:lvl1pPr>
            <a:lvl2pPr lvl="1" rtl="0">
              <a:lnSpc>
                <a:spcPct val="100000"/>
              </a:lnSpc>
              <a:spcBef>
                <a:spcPts val="0"/>
              </a:spcBef>
              <a:spcAft>
                <a:spcPts val="0"/>
              </a:spcAft>
              <a:buSzPts val="2000"/>
              <a:buNone/>
              <a:defRPr sz="2000"/>
            </a:lvl2pPr>
            <a:lvl3pPr lvl="2" rtl="0">
              <a:lnSpc>
                <a:spcPct val="100000"/>
              </a:lnSpc>
              <a:spcBef>
                <a:spcPts val="0"/>
              </a:spcBef>
              <a:spcAft>
                <a:spcPts val="0"/>
              </a:spcAft>
              <a:buSzPts val="2000"/>
              <a:buNone/>
              <a:defRPr sz="2000"/>
            </a:lvl3pPr>
            <a:lvl4pPr lvl="3" rtl="0">
              <a:lnSpc>
                <a:spcPct val="100000"/>
              </a:lnSpc>
              <a:spcBef>
                <a:spcPts val="0"/>
              </a:spcBef>
              <a:spcAft>
                <a:spcPts val="0"/>
              </a:spcAft>
              <a:buSzPts val="2000"/>
              <a:buNone/>
              <a:defRPr sz="2000"/>
            </a:lvl4pPr>
            <a:lvl5pPr lvl="4" rtl="0">
              <a:lnSpc>
                <a:spcPct val="100000"/>
              </a:lnSpc>
              <a:spcBef>
                <a:spcPts val="0"/>
              </a:spcBef>
              <a:spcAft>
                <a:spcPts val="0"/>
              </a:spcAft>
              <a:buSzPts val="2000"/>
              <a:buNone/>
              <a:defRPr sz="2000"/>
            </a:lvl5pPr>
            <a:lvl6pPr lvl="5" rtl="0">
              <a:lnSpc>
                <a:spcPct val="100000"/>
              </a:lnSpc>
              <a:spcBef>
                <a:spcPts val="0"/>
              </a:spcBef>
              <a:spcAft>
                <a:spcPts val="0"/>
              </a:spcAft>
              <a:buSzPts val="2000"/>
              <a:buNone/>
              <a:defRPr sz="2000"/>
            </a:lvl6pPr>
            <a:lvl7pPr lvl="6" rtl="0">
              <a:lnSpc>
                <a:spcPct val="100000"/>
              </a:lnSpc>
              <a:spcBef>
                <a:spcPts val="0"/>
              </a:spcBef>
              <a:spcAft>
                <a:spcPts val="0"/>
              </a:spcAft>
              <a:buSzPts val="2000"/>
              <a:buNone/>
              <a:defRPr sz="2000"/>
            </a:lvl7pPr>
            <a:lvl8pPr lvl="7" rtl="0">
              <a:lnSpc>
                <a:spcPct val="100000"/>
              </a:lnSpc>
              <a:spcBef>
                <a:spcPts val="0"/>
              </a:spcBef>
              <a:spcAft>
                <a:spcPts val="0"/>
              </a:spcAft>
              <a:buSzPts val="2000"/>
              <a:buNone/>
              <a:defRPr sz="2000"/>
            </a:lvl8pPr>
            <a:lvl9pPr lvl="8" rtl="0">
              <a:lnSpc>
                <a:spcPct val="100000"/>
              </a:lnSpc>
              <a:spcBef>
                <a:spcPts val="0"/>
              </a:spcBef>
              <a:spcAft>
                <a:spcPts val="0"/>
              </a:spcAft>
              <a:buSzPts val="2000"/>
              <a:buNone/>
              <a:defRPr sz="2000"/>
            </a:lvl9pPr>
          </a:lstStyle>
          <a:p/>
        </p:txBody>
      </p:sp>
    </p:spTree>
  </p:cSld>
  <p:clrMapOvr>
    <a:masterClrMapping/>
  </p:clrMapOvr>
</p:sldLayout>
</file>

<file path=ppt/slideLayouts/slideLayout5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9.6 Summary 2">
  <p:cSld name="TITLE_AND_TWO_COLUMNS_1_1_5_1_2">
    <p:spTree>
      <p:nvGrpSpPr>
        <p:cNvPr id="718" name="Shape 718"/>
        <p:cNvGrpSpPr/>
        <p:nvPr/>
      </p:nvGrpSpPr>
      <p:grpSpPr>
        <a:xfrm>
          <a:off x="0" y="0"/>
          <a:ext cx="0" cy="0"/>
          <a:chOff x="0" y="0"/>
          <a:chExt cx="0" cy="0"/>
        </a:xfrm>
      </p:grpSpPr>
      <p:sp>
        <p:nvSpPr>
          <p:cNvPr id="719" name="Google Shape;719;p57"/>
          <p:cNvSpPr/>
          <p:nvPr/>
        </p:nvSpPr>
        <p:spPr>
          <a:xfrm>
            <a:off x="0" y="0"/>
            <a:ext cx="9144300" cy="773100"/>
          </a:xfrm>
          <a:prstGeom prst="rect">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id="720" name="Google Shape;720;p57"/>
          <p:cNvPicPr preferRelativeResize="0"/>
          <p:nvPr/>
        </p:nvPicPr>
        <p:blipFill rotWithShape="1">
          <a:blip r:embed="rId2">
            <a:alphaModFix/>
          </a:blip>
          <a:srcRect b="1709" l="0" r="0" t="1699"/>
          <a:stretch/>
        </p:blipFill>
        <p:spPr>
          <a:xfrm>
            <a:off x="0" y="769550"/>
            <a:ext cx="9151202" cy="116709"/>
          </a:xfrm>
          <a:prstGeom prst="rect">
            <a:avLst/>
          </a:prstGeom>
          <a:noFill/>
          <a:ln>
            <a:noFill/>
          </a:ln>
        </p:spPr>
      </p:pic>
      <p:sp>
        <p:nvSpPr>
          <p:cNvPr id="721" name="Google Shape;721;p57"/>
          <p:cNvSpPr txBox="1"/>
          <p:nvPr>
            <p:ph idx="1" type="body"/>
          </p:nvPr>
        </p:nvSpPr>
        <p:spPr>
          <a:xfrm>
            <a:off x="324000" y="1080000"/>
            <a:ext cx="8113800" cy="3740400"/>
          </a:xfrm>
          <a:prstGeom prst="rect">
            <a:avLst/>
          </a:prstGeom>
        </p:spPr>
        <p:txBody>
          <a:bodyPr anchorCtr="0" anchor="t" bIns="0" lIns="0" spcFirstLastPara="1" rIns="0" wrap="square" tIns="0">
            <a:noAutofit/>
          </a:bodyPr>
          <a:lstStyle>
            <a:lvl1pPr indent="-368300" lvl="0" marL="457200" rtl="0">
              <a:lnSpc>
                <a:spcPct val="115000"/>
              </a:lnSpc>
              <a:spcBef>
                <a:spcPts val="0"/>
              </a:spcBef>
              <a:spcAft>
                <a:spcPts val="0"/>
              </a:spcAft>
              <a:buSzPts val="2200"/>
              <a:buFont typeface="Lexend"/>
              <a:buChar char="●"/>
              <a:defRPr sz="2200">
                <a:latin typeface="Lexend"/>
                <a:ea typeface="Lexend"/>
                <a:cs typeface="Lexend"/>
                <a:sym typeface="Lexend"/>
              </a:defRPr>
            </a:lvl1pPr>
            <a:lvl2pPr indent="-368300" lvl="1" marL="914400" rtl="0">
              <a:spcBef>
                <a:spcPts val="1000"/>
              </a:spcBef>
              <a:spcAft>
                <a:spcPts val="0"/>
              </a:spcAft>
              <a:buSzPts val="2200"/>
              <a:buFont typeface="Lexend"/>
              <a:buChar char="–"/>
              <a:defRPr sz="2200">
                <a:latin typeface="Lexend"/>
                <a:ea typeface="Lexend"/>
                <a:cs typeface="Lexend"/>
                <a:sym typeface="Lexend"/>
              </a:defRPr>
            </a:lvl2pPr>
            <a:lvl3pPr indent="-355600" lvl="2" marL="1371600" rtl="0">
              <a:spcBef>
                <a:spcPts val="1000"/>
              </a:spcBef>
              <a:spcAft>
                <a:spcPts val="0"/>
              </a:spcAft>
              <a:buSzPts val="2000"/>
              <a:buFont typeface="Lexend"/>
              <a:buChar char="–"/>
              <a:defRPr>
                <a:latin typeface="Lexend"/>
                <a:ea typeface="Lexend"/>
                <a:cs typeface="Lexend"/>
                <a:sym typeface="Lexend"/>
              </a:defRPr>
            </a:lvl3pPr>
            <a:lvl4pPr indent="-368300" lvl="3" marL="1828800" rtl="0">
              <a:spcBef>
                <a:spcPts val="800"/>
              </a:spcBef>
              <a:spcAft>
                <a:spcPts val="0"/>
              </a:spcAft>
              <a:buSzPts val="2200"/>
              <a:buFont typeface="Lexend"/>
              <a:buChar char="–"/>
              <a:defRPr sz="2200">
                <a:latin typeface="Lexend"/>
                <a:ea typeface="Lexend"/>
                <a:cs typeface="Lexend"/>
                <a:sym typeface="Lexend"/>
              </a:defRPr>
            </a:lvl4pPr>
            <a:lvl5pPr indent="-342900" lvl="4" marL="2286000" rtl="0">
              <a:spcBef>
                <a:spcPts val="800"/>
              </a:spcBef>
              <a:spcAft>
                <a:spcPts val="0"/>
              </a:spcAft>
              <a:buSzPts val="1800"/>
              <a:buFont typeface="Lexend"/>
              <a:buChar char="–"/>
              <a:defRPr>
                <a:latin typeface="Lexend"/>
                <a:ea typeface="Lexend"/>
                <a:cs typeface="Lexend"/>
                <a:sym typeface="Lexend"/>
              </a:defRPr>
            </a:lvl5pPr>
            <a:lvl6pPr indent="-342900" lvl="5" marL="2743200" rtl="0">
              <a:spcBef>
                <a:spcPts val="600"/>
              </a:spcBef>
              <a:spcAft>
                <a:spcPts val="0"/>
              </a:spcAft>
              <a:buSzPts val="1800"/>
              <a:buFont typeface="Lexend"/>
              <a:buChar char="–"/>
              <a:defRPr sz="1800">
                <a:latin typeface="Lexend"/>
                <a:ea typeface="Lexend"/>
                <a:cs typeface="Lexend"/>
                <a:sym typeface="Lexend"/>
              </a:defRPr>
            </a:lvl6pPr>
            <a:lvl7pPr indent="-342900" lvl="6" marL="3200400" rtl="0">
              <a:spcBef>
                <a:spcPts val="600"/>
              </a:spcBef>
              <a:spcAft>
                <a:spcPts val="0"/>
              </a:spcAft>
              <a:buSzPts val="1800"/>
              <a:buFont typeface="Lexend"/>
              <a:buChar char="–"/>
              <a:defRPr>
                <a:latin typeface="Lexend"/>
                <a:ea typeface="Lexend"/>
                <a:cs typeface="Lexend"/>
                <a:sym typeface="Lexend"/>
              </a:defRPr>
            </a:lvl7pPr>
            <a:lvl8pPr indent="-342900" lvl="7" marL="3657600" rtl="0">
              <a:spcBef>
                <a:spcPts val="400"/>
              </a:spcBef>
              <a:spcAft>
                <a:spcPts val="0"/>
              </a:spcAft>
              <a:buSzPts val="1800"/>
              <a:buFont typeface="Lexend"/>
              <a:buChar char="–"/>
              <a:defRPr>
                <a:latin typeface="Lexend"/>
                <a:ea typeface="Lexend"/>
                <a:cs typeface="Lexend"/>
                <a:sym typeface="Lexend"/>
              </a:defRPr>
            </a:lvl8pPr>
            <a:lvl9pPr indent="-342900" lvl="8" marL="4114800" rtl="0">
              <a:spcBef>
                <a:spcPts val="400"/>
              </a:spcBef>
              <a:spcAft>
                <a:spcPts val="200"/>
              </a:spcAft>
              <a:buSzPts val="1800"/>
              <a:buFont typeface="Lexend"/>
              <a:buChar char="–"/>
              <a:defRPr>
                <a:latin typeface="Lexend"/>
                <a:ea typeface="Lexend"/>
                <a:cs typeface="Lexend"/>
                <a:sym typeface="Lexend"/>
              </a:defRPr>
            </a:lvl9pPr>
          </a:lstStyle>
          <a:p/>
        </p:txBody>
      </p:sp>
      <p:sp>
        <p:nvSpPr>
          <p:cNvPr id="722" name="Google Shape;722;p57"/>
          <p:cNvSpPr txBox="1"/>
          <p:nvPr/>
        </p:nvSpPr>
        <p:spPr>
          <a:xfrm>
            <a:off x="324000" y="43825"/>
            <a:ext cx="1316700" cy="382800"/>
          </a:xfrm>
          <a:prstGeom prst="rect">
            <a:avLst/>
          </a:prstGeom>
          <a:noFill/>
          <a:ln>
            <a:noFill/>
          </a:ln>
        </p:spPr>
        <p:txBody>
          <a:bodyPr anchorCtr="0" anchor="b" bIns="0" lIns="0" spcFirstLastPara="1" rIns="0" wrap="square" tIns="0">
            <a:noAutofit/>
          </a:bodyPr>
          <a:lstStyle/>
          <a:p>
            <a:pPr indent="0" lvl="0" marL="0" rtl="0" algn="l">
              <a:spcBef>
                <a:spcPts val="0"/>
              </a:spcBef>
              <a:spcAft>
                <a:spcPts val="0"/>
              </a:spcAft>
              <a:buNone/>
            </a:pPr>
            <a:r>
              <a:rPr b="1" lang="en-GB" sz="2000">
                <a:solidFill>
                  <a:schemeClr val="dk1"/>
                </a:solidFill>
                <a:latin typeface="Lexend"/>
                <a:ea typeface="Lexend"/>
                <a:cs typeface="Lexend"/>
                <a:sym typeface="Lexend"/>
              </a:rPr>
              <a:t>Summary</a:t>
            </a:r>
            <a:endParaRPr b="1" sz="2000">
              <a:solidFill>
                <a:schemeClr val="dk1"/>
              </a:solidFill>
              <a:latin typeface="Lexend"/>
              <a:ea typeface="Lexend"/>
              <a:cs typeface="Lexend"/>
              <a:sym typeface="Lexend"/>
            </a:endParaRPr>
          </a:p>
        </p:txBody>
      </p:sp>
      <p:sp>
        <p:nvSpPr>
          <p:cNvPr id="723" name="Google Shape;723;p57"/>
          <p:cNvSpPr txBox="1"/>
          <p:nvPr>
            <p:ph type="title"/>
          </p:nvPr>
        </p:nvSpPr>
        <p:spPr>
          <a:xfrm>
            <a:off x="1684800" y="43825"/>
            <a:ext cx="5741400" cy="382800"/>
          </a:xfrm>
          <a:prstGeom prst="rect">
            <a:avLst/>
          </a:prstGeom>
        </p:spPr>
        <p:txBody>
          <a:bodyPr anchorCtr="0" anchor="b" bIns="0" lIns="0" spcFirstLastPara="1" rIns="0" wrap="square" tIns="0">
            <a:noAutofit/>
          </a:bodyPr>
          <a:lstStyle>
            <a:lvl1pPr lvl="0" rtl="0">
              <a:lnSpc>
                <a:spcPct val="100000"/>
              </a:lnSpc>
              <a:spcBef>
                <a:spcPts val="0"/>
              </a:spcBef>
              <a:spcAft>
                <a:spcPts val="0"/>
              </a:spcAft>
              <a:buSzPts val="2000"/>
              <a:buFont typeface="Lexend"/>
              <a:buNone/>
              <a:defRPr b="0" sz="2000">
                <a:latin typeface="Lexend"/>
                <a:ea typeface="Lexend"/>
                <a:cs typeface="Lexend"/>
                <a:sym typeface="Lexend"/>
              </a:defRPr>
            </a:lvl1pPr>
            <a:lvl2pPr lvl="1" rtl="0">
              <a:lnSpc>
                <a:spcPct val="100000"/>
              </a:lnSpc>
              <a:spcBef>
                <a:spcPts val="0"/>
              </a:spcBef>
              <a:spcAft>
                <a:spcPts val="0"/>
              </a:spcAft>
              <a:buSzPts val="2000"/>
              <a:buNone/>
              <a:defRPr sz="2000"/>
            </a:lvl2pPr>
            <a:lvl3pPr lvl="2" rtl="0">
              <a:lnSpc>
                <a:spcPct val="100000"/>
              </a:lnSpc>
              <a:spcBef>
                <a:spcPts val="0"/>
              </a:spcBef>
              <a:spcAft>
                <a:spcPts val="0"/>
              </a:spcAft>
              <a:buSzPts val="2000"/>
              <a:buNone/>
              <a:defRPr sz="2000"/>
            </a:lvl3pPr>
            <a:lvl4pPr lvl="3" rtl="0">
              <a:lnSpc>
                <a:spcPct val="100000"/>
              </a:lnSpc>
              <a:spcBef>
                <a:spcPts val="0"/>
              </a:spcBef>
              <a:spcAft>
                <a:spcPts val="0"/>
              </a:spcAft>
              <a:buSzPts val="2000"/>
              <a:buNone/>
              <a:defRPr sz="2000"/>
            </a:lvl4pPr>
            <a:lvl5pPr lvl="4" rtl="0">
              <a:lnSpc>
                <a:spcPct val="100000"/>
              </a:lnSpc>
              <a:spcBef>
                <a:spcPts val="0"/>
              </a:spcBef>
              <a:spcAft>
                <a:spcPts val="0"/>
              </a:spcAft>
              <a:buSzPts val="2000"/>
              <a:buNone/>
              <a:defRPr sz="2000"/>
            </a:lvl5pPr>
            <a:lvl6pPr lvl="5" rtl="0">
              <a:lnSpc>
                <a:spcPct val="100000"/>
              </a:lnSpc>
              <a:spcBef>
                <a:spcPts val="0"/>
              </a:spcBef>
              <a:spcAft>
                <a:spcPts val="0"/>
              </a:spcAft>
              <a:buSzPts val="2000"/>
              <a:buNone/>
              <a:defRPr sz="2000"/>
            </a:lvl6pPr>
            <a:lvl7pPr lvl="6" rtl="0">
              <a:lnSpc>
                <a:spcPct val="100000"/>
              </a:lnSpc>
              <a:spcBef>
                <a:spcPts val="0"/>
              </a:spcBef>
              <a:spcAft>
                <a:spcPts val="0"/>
              </a:spcAft>
              <a:buSzPts val="2000"/>
              <a:buNone/>
              <a:defRPr sz="2000"/>
            </a:lvl7pPr>
            <a:lvl8pPr lvl="7" rtl="0">
              <a:lnSpc>
                <a:spcPct val="100000"/>
              </a:lnSpc>
              <a:spcBef>
                <a:spcPts val="0"/>
              </a:spcBef>
              <a:spcAft>
                <a:spcPts val="0"/>
              </a:spcAft>
              <a:buSzPts val="2000"/>
              <a:buNone/>
              <a:defRPr sz="2000"/>
            </a:lvl8pPr>
            <a:lvl9pPr lvl="8" rtl="0">
              <a:lnSpc>
                <a:spcPct val="100000"/>
              </a:lnSpc>
              <a:spcBef>
                <a:spcPts val="0"/>
              </a:spcBef>
              <a:spcAft>
                <a:spcPts val="0"/>
              </a:spcAft>
              <a:buSzPts val="2000"/>
              <a:buNone/>
              <a:defRPr sz="2000"/>
            </a:lvl9pPr>
          </a:lstStyle>
          <a:p/>
        </p:txBody>
      </p:sp>
    </p:spTree>
  </p:cSld>
  <p:clrMapOvr>
    <a:masterClrMapping/>
  </p:clrMapOvr>
</p:sldLayout>
</file>

<file path=ppt/slideLayouts/slideLayout5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Z.3 Projectable quiz" showMasterSp="0">
  <p:cSld name="Title Slide 3_1">
    <p:bg>
      <p:bgPr>
        <a:solidFill>
          <a:schemeClr val="lt1"/>
        </a:solidFill>
      </p:bgPr>
    </p:bg>
    <p:spTree>
      <p:nvGrpSpPr>
        <p:cNvPr id="724" name="Shape 724"/>
        <p:cNvGrpSpPr/>
        <p:nvPr/>
      </p:nvGrpSpPr>
      <p:grpSpPr>
        <a:xfrm>
          <a:off x="0" y="0"/>
          <a:ext cx="0" cy="0"/>
          <a:chOff x="0" y="0"/>
          <a:chExt cx="0" cy="0"/>
        </a:xfrm>
      </p:grpSpPr>
      <p:pic>
        <p:nvPicPr>
          <p:cNvPr id="725" name="Google Shape;725;p58"/>
          <p:cNvPicPr preferRelativeResize="0"/>
          <p:nvPr/>
        </p:nvPicPr>
        <p:blipFill>
          <a:blip r:embed="rId2">
            <a:alphaModFix/>
          </a:blip>
          <a:stretch>
            <a:fillRect/>
          </a:stretch>
        </p:blipFill>
        <p:spPr>
          <a:xfrm>
            <a:off x="8524129" y="4430050"/>
            <a:ext cx="234000" cy="318241"/>
          </a:xfrm>
          <a:prstGeom prst="rect">
            <a:avLst/>
          </a:prstGeom>
          <a:noFill/>
          <a:ln>
            <a:noFill/>
          </a:ln>
        </p:spPr>
      </p:pic>
      <p:sp>
        <p:nvSpPr>
          <p:cNvPr id="726" name="Google Shape;726;p58"/>
          <p:cNvSpPr txBox="1"/>
          <p:nvPr/>
        </p:nvSpPr>
        <p:spPr>
          <a:xfrm>
            <a:off x="1977450" y="3132468"/>
            <a:ext cx="5189100" cy="4311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lang="en-GB" sz="1600">
                <a:solidFill>
                  <a:schemeClr val="dk1"/>
                </a:solidFill>
                <a:latin typeface="Lexend"/>
                <a:ea typeface="Lexend"/>
                <a:cs typeface="Lexend"/>
                <a:sym typeface="Lexend"/>
              </a:rPr>
              <a:t>Click to open the interactive quiz</a:t>
            </a:r>
            <a:endParaRPr sz="1600">
              <a:solidFill>
                <a:schemeClr val="dk1"/>
              </a:solidFill>
              <a:latin typeface="Lexend"/>
              <a:ea typeface="Lexend"/>
              <a:cs typeface="Lexend"/>
              <a:sym typeface="Lexend"/>
            </a:endParaRPr>
          </a:p>
        </p:txBody>
      </p:sp>
    </p:spTree>
  </p:cSld>
  <p:clrMapOvr>
    <a:masterClrMapping/>
  </p:clrMapOvr>
</p:sldLayout>
</file>

<file path=ppt/slideLayouts/slideLayout5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Z.4 Items to copy-paste">
  <p:cSld name="CUSTOM_104_1_2_1_1">
    <p:spTree>
      <p:nvGrpSpPr>
        <p:cNvPr id="727" name="Shape 727"/>
        <p:cNvGrpSpPr/>
        <p:nvPr/>
      </p:nvGrpSpPr>
      <p:grpSpPr>
        <a:xfrm>
          <a:off x="0" y="0"/>
          <a:ext cx="0" cy="0"/>
          <a:chOff x="0" y="0"/>
          <a:chExt cx="0" cy="0"/>
        </a:xfrm>
      </p:grpSpPr>
      <p:sp>
        <p:nvSpPr>
          <p:cNvPr id="728" name="Google Shape;728;p59"/>
          <p:cNvSpPr/>
          <p:nvPr/>
        </p:nvSpPr>
        <p:spPr>
          <a:xfrm>
            <a:off x="3217188" y="4171902"/>
            <a:ext cx="521400" cy="263400"/>
          </a:xfrm>
          <a:prstGeom prst="rect">
            <a:avLst/>
          </a:prstGeom>
          <a:noFill/>
          <a:ln>
            <a:noFill/>
          </a:ln>
        </p:spPr>
        <p:txBody>
          <a:bodyPr anchorCtr="0" anchor="ctr" bIns="0" lIns="0" spcFirstLastPara="1" rIns="0" wrap="square" tIns="0">
            <a:noAutofit/>
          </a:bodyPr>
          <a:lstStyle/>
          <a:p>
            <a:pPr indent="0" lvl="0" marL="0" marR="0" rtl="0" algn="ctr">
              <a:lnSpc>
                <a:spcPct val="115000"/>
              </a:lnSpc>
              <a:spcBef>
                <a:spcPts val="0"/>
              </a:spcBef>
              <a:spcAft>
                <a:spcPts val="0"/>
              </a:spcAft>
              <a:buNone/>
            </a:pPr>
            <a:r>
              <a:rPr lang="en-GB" sz="1600">
                <a:solidFill>
                  <a:schemeClr val="dk1"/>
                </a:solidFill>
                <a:latin typeface="Lexend"/>
                <a:ea typeface="Lexend"/>
                <a:cs typeface="Lexend"/>
                <a:sym typeface="Lexend"/>
              </a:rPr>
              <a:t>Tick</a:t>
            </a:r>
            <a:endParaRPr i="0" sz="1600" u="none" cap="none" strike="noStrike">
              <a:solidFill>
                <a:schemeClr val="dk1"/>
              </a:solidFill>
              <a:latin typeface="Lexend"/>
              <a:ea typeface="Lexend"/>
              <a:cs typeface="Lexend"/>
              <a:sym typeface="Lexend"/>
            </a:endParaRPr>
          </a:p>
        </p:txBody>
      </p:sp>
      <p:sp>
        <p:nvSpPr>
          <p:cNvPr id="729" name="Google Shape;729;p59"/>
          <p:cNvSpPr/>
          <p:nvPr/>
        </p:nvSpPr>
        <p:spPr>
          <a:xfrm>
            <a:off x="483925" y="193075"/>
            <a:ext cx="6671700" cy="374700"/>
          </a:xfrm>
          <a:prstGeom prst="rect">
            <a:avLst/>
          </a:prstGeom>
          <a:noFill/>
          <a:ln>
            <a:noFill/>
          </a:ln>
        </p:spPr>
        <p:txBody>
          <a:bodyPr anchorCtr="0" anchor="t" bIns="0" lIns="0" spcFirstLastPara="1" rIns="0" wrap="square" tIns="0">
            <a:noAutofit/>
          </a:bodyPr>
          <a:lstStyle/>
          <a:p>
            <a:pPr indent="0" lvl="0" marL="0" marR="0" rtl="0" algn="l">
              <a:lnSpc>
                <a:spcPct val="115000"/>
              </a:lnSpc>
              <a:spcBef>
                <a:spcPts val="0"/>
              </a:spcBef>
              <a:spcAft>
                <a:spcPts val="0"/>
              </a:spcAft>
              <a:buNone/>
            </a:pPr>
            <a:r>
              <a:rPr b="1" i="0" lang="en-GB" sz="2000" u="none" cap="none" strike="noStrike">
                <a:solidFill>
                  <a:schemeClr val="dk1"/>
                </a:solidFill>
                <a:latin typeface="Lexend"/>
                <a:ea typeface="Lexend"/>
                <a:cs typeface="Lexend"/>
                <a:sym typeface="Lexend"/>
              </a:rPr>
              <a:t>Items to copy and paste</a:t>
            </a:r>
            <a:endParaRPr b="0" i="0" sz="2000" u="none" cap="none" strike="noStrike">
              <a:solidFill>
                <a:schemeClr val="dk1"/>
              </a:solidFill>
              <a:latin typeface="Calibri"/>
              <a:ea typeface="Calibri"/>
              <a:cs typeface="Calibri"/>
              <a:sym typeface="Calibri"/>
            </a:endParaRPr>
          </a:p>
        </p:txBody>
      </p:sp>
      <p:sp>
        <p:nvSpPr>
          <p:cNvPr id="730" name="Google Shape;730;p59"/>
          <p:cNvSpPr/>
          <p:nvPr/>
        </p:nvSpPr>
        <p:spPr>
          <a:xfrm>
            <a:off x="7459200" y="352650"/>
            <a:ext cx="1684800" cy="374700"/>
          </a:xfrm>
          <a:prstGeom prst="rect">
            <a:avLst/>
          </a:prstGeom>
          <a:noFill/>
          <a:ln>
            <a:noFill/>
          </a:ln>
        </p:spPr>
        <p:txBody>
          <a:bodyPr anchorCtr="0" anchor="ctr" bIns="0" lIns="0" spcFirstLastPara="1" rIns="0" wrap="square" tIns="0">
            <a:noAutofit/>
          </a:bodyPr>
          <a:lstStyle/>
          <a:p>
            <a:pPr indent="0" lvl="0" marL="0" marR="0" rtl="0" algn="ctr">
              <a:lnSpc>
                <a:spcPct val="115000"/>
              </a:lnSpc>
              <a:spcBef>
                <a:spcPts val="0"/>
              </a:spcBef>
              <a:spcAft>
                <a:spcPts val="0"/>
              </a:spcAft>
              <a:buNone/>
            </a:pPr>
            <a:r>
              <a:rPr i="0" lang="en-GB" sz="1600" u="none" cap="none" strike="noStrike">
                <a:solidFill>
                  <a:schemeClr val="dk1"/>
                </a:solidFill>
                <a:latin typeface="Lexend"/>
                <a:ea typeface="Lexend"/>
                <a:cs typeface="Lexend"/>
                <a:sym typeface="Lexend"/>
              </a:rPr>
              <a:t>Video frame</a:t>
            </a:r>
            <a:endParaRPr i="0" sz="1600" u="none" cap="none" strike="noStrike">
              <a:solidFill>
                <a:schemeClr val="dk1"/>
              </a:solidFill>
              <a:latin typeface="Lexend"/>
              <a:ea typeface="Lexend"/>
              <a:cs typeface="Lexend"/>
              <a:sym typeface="Lexend"/>
            </a:endParaRPr>
          </a:p>
        </p:txBody>
      </p:sp>
      <p:sp>
        <p:nvSpPr>
          <p:cNvPr id="731" name="Google Shape;731;p59"/>
          <p:cNvSpPr/>
          <p:nvPr/>
        </p:nvSpPr>
        <p:spPr>
          <a:xfrm>
            <a:off x="628788" y="4171893"/>
            <a:ext cx="1579200" cy="263400"/>
          </a:xfrm>
          <a:prstGeom prst="rect">
            <a:avLst/>
          </a:prstGeom>
          <a:noFill/>
          <a:ln>
            <a:noFill/>
          </a:ln>
        </p:spPr>
        <p:txBody>
          <a:bodyPr anchorCtr="0" anchor="ctr" bIns="0" lIns="0" spcFirstLastPara="1" rIns="0" wrap="square" tIns="0">
            <a:noAutofit/>
          </a:bodyPr>
          <a:lstStyle/>
          <a:p>
            <a:pPr indent="0" lvl="0" marL="0" rtl="0" algn="ctr">
              <a:lnSpc>
                <a:spcPct val="115000"/>
              </a:lnSpc>
              <a:spcBef>
                <a:spcPts val="0"/>
              </a:spcBef>
              <a:spcAft>
                <a:spcPts val="0"/>
              </a:spcAft>
              <a:buNone/>
            </a:pPr>
            <a:r>
              <a:rPr lang="en-GB" sz="1600">
                <a:solidFill>
                  <a:schemeClr val="dk1"/>
                </a:solidFill>
                <a:latin typeface="Lexend"/>
                <a:ea typeface="Lexend"/>
                <a:cs typeface="Lexend"/>
                <a:sym typeface="Lexend"/>
              </a:rPr>
              <a:t>Agenda dot</a:t>
            </a:r>
            <a:endParaRPr sz="1600">
              <a:solidFill>
                <a:schemeClr val="dk1"/>
              </a:solidFill>
              <a:latin typeface="Lexend"/>
              <a:ea typeface="Lexend"/>
              <a:cs typeface="Lexend"/>
              <a:sym typeface="Lexend"/>
            </a:endParaRPr>
          </a:p>
        </p:txBody>
      </p:sp>
      <p:sp>
        <p:nvSpPr>
          <p:cNvPr id="732" name="Google Shape;732;p59"/>
          <p:cNvSpPr/>
          <p:nvPr/>
        </p:nvSpPr>
        <p:spPr>
          <a:xfrm>
            <a:off x="5891525" y="2313000"/>
            <a:ext cx="1796400" cy="380700"/>
          </a:xfrm>
          <a:prstGeom prst="rect">
            <a:avLst/>
          </a:prstGeom>
          <a:noFill/>
          <a:ln>
            <a:noFill/>
          </a:ln>
        </p:spPr>
        <p:txBody>
          <a:bodyPr anchorCtr="0" anchor="ctr" bIns="0" lIns="0" spcFirstLastPara="1" rIns="0" wrap="square" tIns="0">
            <a:noAutofit/>
          </a:bodyPr>
          <a:lstStyle/>
          <a:p>
            <a:pPr indent="0" lvl="0" marL="0" marR="0" rtl="0" algn="ctr">
              <a:lnSpc>
                <a:spcPct val="115000"/>
              </a:lnSpc>
              <a:spcBef>
                <a:spcPts val="0"/>
              </a:spcBef>
              <a:spcAft>
                <a:spcPts val="0"/>
              </a:spcAft>
              <a:buNone/>
            </a:pPr>
            <a:r>
              <a:rPr lang="en-GB" sz="1600">
                <a:solidFill>
                  <a:schemeClr val="dk1"/>
                </a:solidFill>
                <a:latin typeface="Lexend"/>
                <a:ea typeface="Lexend"/>
                <a:cs typeface="Lexend"/>
                <a:sym typeface="Lexend"/>
              </a:rPr>
              <a:t>CfU option letters</a:t>
            </a:r>
            <a:endParaRPr i="0" sz="1600" u="none" cap="none" strike="noStrike">
              <a:solidFill>
                <a:schemeClr val="dk1"/>
              </a:solidFill>
              <a:latin typeface="Lexend"/>
              <a:ea typeface="Lexend"/>
              <a:cs typeface="Lexend"/>
              <a:sym typeface="Lexend"/>
            </a:endParaRPr>
          </a:p>
        </p:txBody>
      </p:sp>
      <p:sp>
        <p:nvSpPr>
          <p:cNvPr id="733" name="Google Shape;733;p59"/>
          <p:cNvSpPr/>
          <p:nvPr/>
        </p:nvSpPr>
        <p:spPr>
          <a:xfrm>
            <a:off x="933601" y="2371650"/>
            <a:ext cx="1179900" cy="263400"/>
          </a:xfrm>
          <a:prstGeom prst="rect">
            <a:avLst/>
          </a:prstGeom>
          <a:noFill/>
          <a:ln>
            <a:noFill/>
          </a:ln>
        </p:spPr>
        <p:txBody>
          <a:bodyPr anchorCtr="0" anchor="ctr" bIns="0" lIns="0" spcFirstLastPara="1" rIns="0" wrap="square" tIns="0">
            <a:noAutofit/>
          </a:bodyPr>
          <a:lstStyle/>
          <a:p>
            <a:pPr indent="0" lvl="0" marL="0" marR="0" rtl="0" algn="ctr">
              <a:lnSpc>
                <a:spcPct val="115000"/>
              </a:lnSpc>
              <a:spcBef>
                <a:spcPts val="0"/>
              </a:spcBef>
              <a:spcAft>
                <a:spcPts val="0"/>
              </a:spcAft>
              <a:buNone/>
            </a:pPr>
            <a:r>
              <a:rPr lang="en-GB" sz="1600">
                <a:solidFill>
                  <a:schemeClr val="dk1"/>
                </a:solidFill>
                <a:latin typeface="Lexend"/>
                <a:ea typeface="Lexend"/>
                <a:cs typeface="Lexend"/>
                <a:sym typeface="Lexend"/>
              </a:rPr>
              <a:t>Play audio</a:t>
            </a:r>
            <a:endParaRPr i="0" sz="1600" u="none" cap="none" strike="noStrike">
              <a:solidFill>
                <a:schemeClr val="dk1"/>
              </a:solidFill>
              <a:latin typeface="Lexend"/>
              <a:ea typeface="Lexend"/>
              <a:cs typeface="Lexend"/>
              <a:sym typeface="Lexend"/>
            </a:endParaRPr>
          </a:p>
        </p:txBody>
      </p:sp>
      <p:sp>
        <p:nvSpPr>
          <p:cNvPr id="734" name="Google Shape;734;p59"/>
          <p:cNvSpPr/>
          <p:nvPr/>
        </p:nvSpPr>
        <p:spPr>
          <a:xfrm>
            <a:off x="3444210" y="2377200"/>
            <a:ext cx="1116600" cy="252300"/>
          </a:xfrm>
          <a:prstGeom prst="rect">
            <a:avLst/>
          </a:prstGeom>
          <a:noFill/>
          <a:ln>
            <a:noFill/>
          </a:ln>
        </p:spPr>
        <p:txBody>
          <a:bodyPr anchorCtr="0" anchor="ctr" bIns="0" lIns="0" spcFirstLastPara="1" rIns="0" wrap="square" tIns="0">
            <a:noAutofit/>
          </a:bodyPr>
          <a:lstStyle/>
          <a:p>
            <a:pPr indent="0" lvl="0" marL="0" marR="0" rtl="0" algn="ctr">
              <a:lnSpc>
                <a:spcPct val="115000"/>
              </a:lnSpc>
              <a:spcBef>
                <a:spcPts val="0"/>
              </a:spcBef>
              <a:spcAft>
                <a:spcPts val="0"/>
              </a:spcAft>
              <a:buNone/>
            </a:pPr>
            <a:r>
              <a:rPr lang="en-GB" sz="1600">
                <a:solidFill>
                  <a:schemeClr val="dk1"/>
                </a:solidFill>
                <a:latin typeface="Lexend"/>
                <a:ea typeface="Lexend"/>
                <a:cs typeface="Lexend"/>
                <a:sym typeface="Lexend"/>
              </a:rPr>
              <a:t>Play video</a:t>
            </a:r>
            <a:endParaRPr i="0" sz="1600" u="none" cap="none" strike="noStrike">
              <a:solidFill>
                <a:schemeClr val="dk1"/>
              </a:solidFill>
              <a:latin typeface="Lexend"/>
              <a:ea typeface="Lexend"/>
              <a:cs typeface="Lexend"/>
              <a:sym typeface="Lexend"/>
            </a:endParaRPr>
          </a:p>
        </p:txBody>
      </p:sp>
      <p:sp>
        <p:nvSpPr>
          <p:cNvPr id="735" name="Google Shape;735;p59"/>
          <p:cNvSpPr/>
          <p:nvPr/>
        </p:nvSpPr>
        <p:spPr>
          <a:xfrm>
            <a:off x="4747799" y="4171900"/>
            <a:ext cx="694200" cy="263400"/>
          </a:xfrm>
          <a:prstGeom prst="rect">
            <a:avLst/>
          </a:prstGeom>
          <a:noFill/>
          <a:ln>
            <a:noFill/>
          </a:ln>
        </p:spPr>
        <p:txBody>
          <a:bodyPr anchorCtr="0" anchor="ctr" bIns="0" lIns="0" spcFirstLastPara="1" rIns="0" wrap="square" tIns="0">
            <a:noAutofit/>
          </a:bodyPr>
          <a:lstStyle/>
          <a:p>
            <a:pPr indent="0" lvl="0" marL="0" marR="0" rtl="0" algn="ctr">
              <a:lnSpc>
                <a:spcPct val="115000"/>
              </a:lnSpc>
              <a:spcBef>
                <a:spcPts val="0"/>
              </a:spcBef>
              <a:spcAft>
                <a:spcPts val="0"/>
              </a:spcAft>
              <a:buNone/>
            </a:pPr>
            <a:r>
              <a:rPr lang="en-GB" sz="1600">
                <a:solidFill>
                  <a:schemeClr val="dk1"/>
                </a:solidFill>
                <a:latin typeface="Lexend"/>
                <a:ea typeface="Lexend"/>
                <a:cs typeface="Lexend"/>
                <a:sym typeface="Lexend"/>
              </a:rPr>
              <a:t>Cross</a:t>
            </a:r>
            <a:endParaRPr i="0" sz="1600" u="none" cap="none" strike="noStrike">
              <a:solidFill>
                <a:schemeClr val="dk1"/>
              </a:solidFill>
              <a:latin typeface="Lexend"/>
              <a:ea typeface="Lexend"/>
              <a:cs typeface="Lexend"/>
              <a:sym typeface="Lexend"/>
            </a:endParaRPr>
          </a:p>
        </p:txBody>
      </p:sp>
      <p:sp>
        <p:nvSpPr>
          <p:cNvPr id="736" name="Google Shape;736;p59"/>
          <p:cNvSpPr/>
          <p:nvPr/>
        </p:nvSpPr>
        <p:spPr>
          <a:xfrm>
            <a:off x="6451200" y="4171900"/>
            <a:ext cx="1421700" cy="263400"/>
          </a:xfrm>
          <a:prstGeom prst="rect">
            <a:avLst/>
          </a:prstGeom>
          <a:noFill/>
          <a:ln>
            <a:noFill/>
          </a:ln>
        </p:spPr>
        <p:txBody>
          <a:bodyPr anchorCtr="0" anchor="ctr" bIns="0" lIns="0" spcFirstLastPara="1" rIns="0" wrap="square" tIns="0">
            <a:noAutofit/>
          </a:bodyPr>
          <a:lstStyle/>
          <a:p>
            <a:pPr indent="0" lvl="0" marL="0" marR="0" rtl="0" algn="ctr">
              <a:lnSpc>
                <a:spcPct val="115000"/>
              </a:lnSpc>
              <a:spcBef>
                <a:spcPts val="0"/>
              </a:spcBef>
              <a:spcAft>
                <a:spcPts val="0"/>
              </a:spcAft>
              <a:buNone/>
            </a:pPr>
            <a:r>
              <a:rPr lang="en-GB" sz="1600">
                <a:solidFill>
                  <a:schemeClr val="dk1"/>
                </a:solidFill>
                <a:latin typeface="Lexend"/>
                <a:ea typeface="Lexend"/>
                <a:cs typeface="Lexend"/>
                <a:sym typeface="Lexend"/>
              </a:rPr>
              <a:t>Reading icon</a:t>
            </a:r>
            <a:endParaRPr i="0" sz="1600" u="none" cap="none" strike="noStrike">
              <a:solidFill>
                <a:schemeClr val="dk1"/>
              </a:solidFill>
              <a:latin typeface="Lexend"/>
              <a:ea typeface="Lexend"/>
              <a:cs typeface="Lexend"/>
              <a:sym typeface="Lexend"/>
            </a:endParaRPr>
          </a:p>
        </p:txBody>
      </p:sp>
    </p:spTree>
  </p:cSld>
  <p:clrMapOvr>
    <a:masterClrMapping/>
  </p:clrMapOvr>
</p:sldLayout>
</file>

<file path=ppt/slideLayouts/slideLayout5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Z.5 OGL">
  <p:cSld name="CUSTOM_5_1">
    <p:bg>
      <p:bgPr>
        <a:solidFill>
          <a:srgbClr val="BEF2BD"/>
        </a:solidFill>
      </p:bgPr>
    </p:bg>
    <p:spTree>
      <p:nvGrpSpPr>
        <p:cNvPr id="737" name="Shape 737"/>
        <p:cNvGrpSpPr/>
        <p:nvPr/>
      </p:nvGrpSpPr>
      <p:grpSpPr>
        <a:xfrm>
          <a:off x="0" y="0"/>
          <a:ext cx="0" cy="0"/>
          <a:chOff x="0" y="0"/>
          <a:chExt cx="0" cy="0"/>
        </a:xfrm>
      </p:grpSpPr>
      <p:pic>
        <p:nvPicPr>
          <p:cNvPr id="738" name="Google Shape;738;p60"/>
          <p:cNvPicPr preferRelativeResize="0"/>
          <p:nvPr/>
        </p:nvPicPr>
        <p:blipFill>
          <a:blip r:embed="rId2">
            <a:alphaModFix/>
          </a:blip>
          <a:stretch>
            <a:fillRect/>
          </a:stretch>
        </p:blipFill>
        <p:spPr>
          <a:xfrm>
            <a:off x="347200" y="1111870"/>
            <a:ext cx="7945600" cy="2919776"/>
          </a:xfrm>
          <a:prstGeom prst="rect">
            <a:avLst/>
          </a:prstGeom>
          <a:noFill/>
          <a:ln>
            <a:noFill/>
          </a:ln>
        </p:spPr>
      </p:pic>
      <p:sp>
        <p:nvSpPr>
          <p:cNvPr id="739" name="Google Shape;739;p60"/>
          <p:cNvSpPr txBox="1"/>
          <p:nvPr>
            <p:ph idx="1" type="subTitle"/>
          </p:nvPr>
        </p:nvSpPr>
        <p:spPr>
          <a:xfrm>
            <a:off x="661775" y="1190413"/>
            <a:ext cx="7351200" cy="2762700"/>
          </a:xfrm>
          <a:prstGeom prst="rect">
            <a:avLst/>
          </a:prstGeom>
        </p:spPr>
        <p:txBody>
          <a:bodyPr anchorCtr="0" anchor="ctr" bIns="0" lIns="0" spcFirstLastPara="1" rIns="0" wrap="square" tIns="0">
            <a:noAutofit/>
          </a:bodyPr>
          <a:lstStyle>
            <a:lvl1pPr lvl="0" rtl="0">
              <a:lnSpc>
                <a:spcPct val="115000"/>
              </a:lnSpc>
              <a:spcBef>
                <a:spcPts val="0"/>
              </a:spcBef>
              <a:spcAft>
                <a:spcPts val="0"/>
              </a:spcAft>
              <a:buSzPts val="1800"/>
              <a:buNone/>
              <a:defRPr sz="1800"/>
            </a:lvl1pPr>
            <a:lvl2pPr lvl="1" rtl="0">
              <a:spcBef>
                <a:spcPts val="1000"/>
              </a:spcBef>
              <a:spcAft>
                <a:spcPts val="0"/>
              </a:spcAft>
              <a:buSzPts val="1800"/>
              <a:buNone/>
              <a:defRPr sz="1800"/>
            </a:lvl2pPr>
            <a:lvl3pPr lvl="2" rtl="0">
              <a:spcBef>
                <a:spcPts val="1000"/>
              </a:spcBef>
              <a:spcAft>
                <a:spcPts val="0"/>
              </a:spcAft>
              <a:buSzPts val="1800"/>
              <a:buNone/>
              <a:defRPr sz="1800"/>
            </a:lvl3pPr>
            <a:lvl4pPr lvl="3" rtl="0">
              <a:spcBef>
                <a:spcPts val="800"/>
              </a:spcBef>
              <a:spcAft>
                <a:spcPts val="0"/>
              </a:spcAft>
              <a:buSzPts val="1800"/>
              <a:buNone/>
              <a:defRPr sz="1800"/>
            </a:lvl4pPr>
            <a:lvl5pPr lvl="4" rtl="0">
              <a:spcBef>
                <a:spcPts val="800"/>
              </a:spcBef>
              <a:spcAft>
                <a:spcPts val="0"/>
              </a:spcAft>
              <a:buSzPts val="1800"/>
              <a:buNone/>
              <a:defRPr/>
            </a:lvl5pPr>
            <a:lvl6pPr lvl="5" rtl="0">
              <a:spcBef>
                <a:spcPts val="600"/>
              </a:spcBef>
              <a:spcAft>
                <a:spcPts val="0"/>
              </a:spcAft>
              <a:buSzPts val="1800"/>
              <a:buNone/>
              <a:defRPr/>
            </a:lvl6pPr>
            <a:lvl7pPr lvl="6" rtl="0">
              <a:spcBef>
                <a:spcPts val="600"/>
              </a:spcBef>
              <a:spcAft>
                <a:spcPts val="0"/>
              </a:spcAft>
              <a:buSzPts val="1800"/>
              <a:buNone/>
              <a:defRPr/>
            </a:lvl7pPr>
            <a:lvl8pPr lvl="7" rtl="0">
              <a:spcBef>
                <a:spcPts val="400"/>
              </a:spcBef>
              <a:spcAft>
                <a:spcPts val="0"/>
              </a:spcAft>
              <a:buSzPts val="1800"/>
              <a:buNone/>
              <a:defRPr/>
            </a:lvl8pPr>
            <a:lvl9pPr lvl="8" rtl="0">
              <a:spcBef>
                <a:spcPts val="400"/>
              </a:spcBef>
              <a:spcAft>
                <a:spcPts val="200"/>
              </a:spcAft>
              <a:buSzPts val="1800"/>
              <a:buNone/>
              <a:defRPr/>
            </a:lvl9pPr>
          </a:lstStyle>
          <a:p/>
        </p:txBody>
      </p:sp>
    </p:spTree>
  </p:cSld>
  <p:clrMapOvr>
    <a:masterClrMapping/>
  </p:clrMapOvr>
</p:sldLayout>
</file>

<file path=ppt/slideLayouts/slideLayout6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Z.6 Blank">
  <p:cSld name="CUSTOM_6">
    <p:spTree>
      <p:nvGrpSpPr>
        <p:cNvPr id="740" name="Shape 740"/>
        <p:cNvGrpSpPr/>
        <p:nvPr/>
      </p:nvGrpSpPr>
      <p:grpSpPr>
        <a:xfrm>
          <a:off x="0" y="0"/>
          <a:ext cx="0" cy="0"/>
          <a:chOff x="0" y="0"/>
          <a:chExt cx="0" cy="0"/>
        </a:xfrm>
      </p:grpSpPr>
      <p:sp>
        <p:nvSpPr>
          <p:cNvPr id="741" name="Google Shape;741;p61"/>
          <p:cNvSpPr txBox="1"/>
          <p:nvPr>
            <p:ph type="title"/>
          </p:nvPr>
        </p:nvSpPr>
        <p:spPr>
          <a:xfrm>
            <a:off x="459000" y="73800"/>
            <a:ext cx="6600600" cy="814500"/>
          </a:xfrm>
          <a:prstGeom prst="rect">
            <a:avLst/>
          </a:prstGeom>
        </p:spPr>
        <p:txBody>
          <a:bodyPr anchorCtr="0" anchor="t" bIns="0" lIns="0" spcFirstLastPara="1" rIns="0" wrap="square" tIns="0">
            <a:noAutofit/>
          </a:bodyPr>
          <a:lstStyle>
            <a:lvl1pPr lvl="0">
              <a:spcBef>
                <a:spcPts val="0"/>
              </a:spcBef>
              <a:spcAft>
                <a:spcPts val="0"/>
              </a:spcAft>
              <a:buSzPts val="22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Tree>
  </p:cSld>
  <p:clrMapOvr>
    <a:masterClrMapping/>
  </p:clrMapOvr>
</p:sldLayout>
</file>

<file path=ppt/slideMasters/_rels/slideMaster1.xml.rels><?xml version="1.0" encoding="UTF-8" standalone="yes"?><Relationships xmlns="http://schemas.openxmlformats.org/package/2006/relationships"><Relationship Id="rId40" Type="http://schemas.openxmlformats.org/officeDocument/2006/relationships/slideLayout" Target="../slideLayouts/slideLayout39.xml"/><Relationship Id="rId42" Type="http://schemas.openxmlformats.org/officeDocument/2006/relationships/slideLayout" Target="../slideLayouts/slideLayout41.xml"/><Relationship Id="rId41" Type="http://schemas.openxmlformats.org/officeDocument/2006/relationships/slideLayout" Target="../slideLayouts/slideLayout40.xml"/><Relationship Id="rId44" Type="http://schemas.openxmlformats.org/officeDocument/2006/relationships/slideLayout" Target="../slideLayouts/slideLayout43.xml"/><Relationship Id="rId43" Type="http://schemas.openxmlformats.org/officeDocument/2006/relationships/slideLayout" Target="../slideLayouts/slideLayout42.xml"/><Relationship Id="rId46" Type="http://schemas.openxmlformats.org/officeDocument/2006/relationships/slideLayout" Target="../slideLayouts/slideLayout45.xml"/><Relationship Id="rId45" Type="http://schemas.openxmlformats.org/officeDocument/2006/relationships/slideLayout" Target="../slideLayouts/slideLayout44.xml"/><Relationship Id="rId1" Type="http://schemas.openxmlformats.org/officeDocument/2006/relationships/image" Target="../media/image4.png"/><Relationship Id="rId2" Type="http://schemas.openxmlformats.org/officeDocument/2006/relationships/slideLayout" Target="../slideLayouts/slideLayout1.xml"/><Relationship Id="rId3" Type="http://schemas.openxmlformats.org/officeDocument/2006/relationships/slideLayout" Target="../slideLayouts/slideLayout2.xml"/><Relationship Id="rId4" Type="http://schemas.openxmlformats.org/officeDocument/2006/relationships/slideLayout" Target="../slideLayouts/slideLayout3.xml"/><Relationship Id="rId9" Type="http://schemas.openxmlformats.org/officeDocument/2006/relationships/slideLayout" Target="../slideLayouts/slideLayout8.xml"/><Relationship Id="rId48" Type="http://schemas.openxmlformats.org/officeDocument/2006/relationships/slideLayout" Target="../slideLayouts/slideLayout47.xml"/><Relationship Id="rId47" Type="http://schemas.openxmlformats.org/officeDocument/2006/relationships/slideLayout" Target="../slideLayouts/slideLayout46.xml"/><Relationship Id="rId49" Type="http://schemas.openxmlformats.org/officeDocument/2006/relationships/slideLayout" Target="../slideLayouts/slideLayout48.xml"/><Relationship Id="rId5" Type="http://schemas.openxmlformats.org/officeDocument/2006/relationships/slideLayout" Target="../slideLayouts/slideLayout4.xml"/><Relationship Id="rId6" Type="http://schemas.openxmlformats.org/officeDocument/2006/relationships/slideLayout" Target="../slideLayouts/slideLayout5.xml"/><Relationship Id="rId7" Type="http://schemas.openxmlformats.org/officeDocument/2006/relationships/slideLayout" Target="../slideLayouts/slideLayout6.xml"/><Relationship Id="rId8" Type="http://schemas.openxmlformats.org/officeDocument/2006/relationships/slideLayout" Target="../slideLayouts/slideLayout7.xml"/><Relationship Id="rId31" Type="http://schemas.openxmlformats.org/officeDocument/2006/relationships/slideLayout" Target="../slideLayouts/slideLayout30.xml"/><Relationship Id="rId30" Type="http://schemas.openxmlformats.org/officeDocument/2006/relationships/slideLayout" Target="../slideLayouts/slideLayout29.xml"/><Relationship Id="rId33" Type="http://schemas.openxmlformats.org/officeDocument/2006/relationships/slideLayout" Target="../slideLayouts/slideLayout32.xml"/><Relationship Id="rId32" Type="http://schemas.openxmlformats.org/officeDocument/2006/relationships/slideLayout" Target="../slideLayouts/slideLayout31.xml"/><Relationship Id="rId35" Type="http://schemas.openxmlformats.org/officeDocument/2006/relationships/slideLayout" Target="../slideLayouts/slideLayout34.xml"/><Relationship Id="rId34" Type="http://schemas.openxmlformats.org/officeDocument/2006/relationships/slideLayout" Target="../slideLayouts/slideLayout33.xml"/><Relationship Id="rId37" Type="http://schemas.openxmlformats.org/officeDocument/2006/relationships/slideLayout" Target="../slideLayouts/slideLayout36.xml"/><Relationship Id="rId36" Type="http://schemas.openxmlformats.org/officeDocument/2006/relationships/slideLayout" Target="../slideLayouts/slideLayout35.xml"/><Relationship Id="rId39" Type="http://schemas.openxmlformats.org/officeDocument/2006/relationships/slideLayout" Target="../slideLayouts/slideLayout38.xml"/><Relationship Id="rId38" Type="http://schemas.openxmlformats.org/officeDocument/2006/relationships/slideLayout" Target="../slideLayouts/slideLayout37.xml"/><Relationship Id="rId62" Type="http://schemas.openxmlformats.org/officeDocument/2006/relationships/theme" Target="../theme/theme2.xml"/><Relationship Id="rId61" Type="http://schemas.openxmlformats.org/officeDocument/2006/relationships/slideLayout" Target="../slideLayouts/slideLayout60.xml"/><Relationship Id="rId20" Type="http://schemas.openxmlformats.org/officeDocument/2006/relationships/slideLayout" Target="../slideLayouts/slideLayout19.xml"/><Relationship Id="rId22" Type="http://schemas.openxmlformats.org/officeDocument/2006/relationships/slideLayout" Target="../slideLayouts/slideLayout21.xml"/><Relationship Id="rId21" Type="http://schemas.openxmlformats.org/officeDocument/2006/relationships/slideLayout" Target="../slideLayouts/slideLayout20.xml"/><Relationship Id="rId24" Type="http://schemas.openxmlformats.org/officeDocument/2006/relationships/slideLayout" Target="../slideLayouts/slideLayout23.xml"/><Relationship Id="rId23" Type="http://schemas.openxmlformats.org/officeDocument/2006/relationships/slideLayout" Target="../slideLayouts/slideLayout22.xml"/><Relationship Id="rId60" Type="http://schemas.openxmlformats.org/officeDocument/2006/relationships/slideLayout" Target="../slideLayouts/slideLayout59.xml"/><Relationship Id="rId26" Type="http://schemas.openxmlformats.org/officeDocument/2006/relationships/slideLayout" Target="../slideLayouts/slideLayout25.xml"/><Relationship Id="rId25" Type="http://schemas.openxmlformats.org/officeDocument/2006/relationships/slideLayout" Target="../slideLayouts/slideLayout24.xml"/><Relationship Id="rId28" Type="http://schemas.openxmlformats.org/officeDocument/2006/relationships/slideLayout" Target="../slideLayouts/slideLayout27.xml"/><Relationship Id="rId27" Type="http://schemas.openxmlformats.org/officeDocument/2006/relationships/slideLayout" Target="../slideLayouts/slideLayout26.xml"/><Relationship Id="rId29" Type="http://schemas.openxmlformats.org/officeDocument/2006/relationships/slideLayout" Target="../slideLayouts/slideLayout28.xml"/><Relationship Id="rId51" Type="http://schemas.openxmlformats.org/officeDocument/2006/relationships/slideLayout" Target="../slideLayouts/slideLayout50.xml"/><Relationship Id="rId50" Type="http://schemas.openxmlformats.org/officeDocument/2006/relationships/slideLayout" Target="../slideLayouts/slideLayout49.xml"/><Relationship Id="rId53" Type="http://schemas.openxmlformats.org/officeDocument/2006/relationships/slideLayout" Target="../slideLayouts/slideLayout52.xml"/><Relationship Id="rId52" Type="http://schemas.openxmlformats.org/officeDocument/2006/relationships/slideLayout" Target="../slideLayouts/slideLayout51.xml"/><Relationship Id="rId11" Type="http://schemas.openxmlformats.org/officeDocument/2006/relationships/slideLayout" Target="../slideLayouts/slideLayout10.xml"/><Relationship Id="rId55" Type="http://schemas.openxmlformats.org/officeDocument/2006/relationships/slideLayout" Target="../slideLayouts/slideLayout54.xml"/><Relationship Id="rId10" Type="http://schemas.openxmlformats.org/officeDocument/2006/relationships/slideLayout" Target="../slideLayouts/slideLayout9.xml"/><Relationship Id="rId54" Type="http://schemas.openxmlformats.org/officeDocument/2006/relationships/slideLayout" Target="../slideLayouts/slideLayout53.xml"/><Relationship Id="rId13" Type="http://schemas.openxmlformats.org/officeDocument/2006/relationships/slideLayout" Target="../slideLayouts/slideLayout12.xml"/><Relationship Id="rId57" Type="http://schemas.openxmlformats.org/officeDocument/2006/relationships/slideLayout" Target="../slideLayouts/slideLayout56.xml"/><Relationship Id="rId12" Type="http://schemas.openxmlformats.org/officeDocument/2006/relationships/slideLayout" Target="../slideLayouts/slideLayout11.xml"/><Relationship Id="rId56" Type="http://schemas.openxmlformats.org/officeDocument/2006/relationships/slideLayout" Target="../slideLayouts/slideLayout55.xml"/><Relationship Id="rId15" Type="http://schemas.openxmlformats.org/officeDocument/2006/relationships/slideLayout" Target="../slideLayouts/slideLayout14.xml"/><Relationship Id="rId59" Type="http://schemas.openxmlformats.org/officeDocument/2006/relationships/slideLayout" Target="../slideLayouts/slideLayout58.xml"/><Relationship Id="rId14" Type="http://schemas.openxmlformats.org/officeDocument/2006/relationships/slideLayout" Target="../slideLayouts/slideLayout13.xml"/><Relationship Id="rId58" Type="http://schemas.openxmlformats.org/officeDocument/2006/relationships/slideLayout" Target="../slideLayouts/slideLayout57.xml"/><Relationship Id="rId17" Type="http://schemas.openxmlformats.org/officeDocument/2006/relationships/slideLayout" Target="../slideLayouts/slideLayout16.xml"/><Relationship Id="rId16" Type="http://schemas.openxmlformats.org/officeDocument/2006/relationships/slideLayout" Target="../slideLayouts/slideLayout15.xml"/><Relationship Id="rId19" Type="http://schemas.openxmlformats.org/officeDocument/2006/relationships/slideLayout" Target="../slideLayouts/slideLayout18.xml"/><Relationship Id="rId18" Type="http://schemas.openxmlformats.org/officeDocument/2006/relationships/slideLayout" Target="../slideLayouts/slideLayout17.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solidFill>
          <a:schemeClr val="lt1"/>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459000" y="73800"/>
            <a:ext cx="6600600" cy="814500"/>
          </a:xfrm>
          <a:prstGeom prst="rect">
            <a:avLst/>
          </a:prstGeom>
          <a:noFill/>
          <a:ln>
            <a:noFill/>
          </a:ln>
        </p:spPr>
        <p:txBody>
          <a:bodyPr anchorCtr="0" anchor="t" bIns="0" lIns="0" spcFirstLastPara="1" rIns="0" wrap="square" tIns="0">
            <a:noAutofit/>
          </a:bodyPr>
          <a:lstStyle>
            <a:lvl1pPr lvl="0" rtl="0">
              <a:lnSpc>
                <a:spcPct val="115000"/>
              </a:lnSpc>
              <a:spcBef>
                <a:spcPts val="0"/>
              </a:spcBef>
              <a:spcAft>
                <a:spcPts val="0"/>
              </a:spcAft>
              <a:buClr>
                <a:schemeClr val="dk1"/>
              </a:buClr>
              <a:buSzPts val="2200"/>
              <a:buFont typeface="Lexend"/>
              <a:buNone/>
              <a:defRPr b="1" sz="2200">
                <a:solidFill>
                  <a:schemeClr val="dk1"/>
                </a:solidFill>
                <a:latin typeface="Lexend"/>
                <a:ea typeface="Lexend"/>
                <a:cs typeface="Lexend"/>
                <a:sym typeface="Lexend"/>
              </a:defRPr>
            </a:lvl1pPr>
            <a:lvl2pPr lvl="1" rtl="0">
              <a:spcBef>
                <a:spcPts val="0"/>
              </a:spcBef>
              <a:spcAft>
                <a:spcPts val="0"/>
              </a:spcAft>
              <a:buClr>
                <a:schemeClr val="dk1"/>
              </a:buClr>
              <a:buSzPts val="2800"/>
              <a:buFont typeface="Lexend Medium"/>
              <a:buNone/>
              <a:defRPr sz="2800">
                <a:solidFill>
                  <a:schemeClr val="dk1"/>
                </a:solidFill>
                <a:latin typeface="Lexend Medium"/>
                <a:ea typeface="Lexend Medium"/>
                <a:cs typeface="Lexend Medium"/>
                <a:sym typeface="Lexend Medium"/>
              </a:defRPr>
            </a:lvl2pPr>
            <a:lvl3pPr lvl="2" rtl="0">
              <a:spcBef>
                <a:spcPts val="0"/>
              </a:spcBef>
              <a:spcAft>
                <a:spcPts val="0"/>
              </a:spcAft>
              <a:buClr>
                <a:schemeClr val="dk1"/>
              </a:buClr>
              <a:buSzPts val="2800"/>
              <a:buFont typeface="Lexend Medium"/>
              <a:buNone/>
              <a:defRPr sz="2800">
                <a:solidFill>
                  <a:schemeClr val="dk1"/>
                </a:solidFill>
                <a:latin typeface="Lexend Medium"/>
                <a:ea typeface="Lexend Medium"/>
                <a:cs typeface="Lexend Medium"/>
                <a:sym typeface="Lexend Medium"/>
              </a:defRPr>
            </a:lvl3pPr>
            <a:lvl4pPr lvl="3" rtl="0">
              <a:spcBef>
                <a:spcPts val="0"/>
              </a:spcBef>
              <a:spcAft>
                <a:spcPts val="0"/>
              </a:spcAft>
              <a:buClr>
                <a:schemeClr val="dk1"/>
              </a:buClr>
              <a:buSzPts val="2800"/>
              <a:buFont typeface="Lexend Medium"/>
              <a:buNone/>
              <a:defRPr sz="2800">
                <a:solidFill>
                  <a:schemeClr val="dk1"/>
                </a:solidFill>
                <a:latin typeface="Lexend Medium"/>
                <a:ea typeface="Lexend Medium"/>
                <a:cs typeface="Lexend Medium"/>
                <a:sym typeface="Lexend Medium"/>
              </a:defRPr>
            </a:lvl4pPr>
            <a:lvl5pPr lvl="4" rtl="0">
              <a:spcBef>
                <a:spcPts val="0"/>
              </a:spcBef>
              <a:spcAft>
                <a:spcPts val="0"/>
              </a:spcAft>
              <a:buClr>
                <a:schemeClr val="dk1"/>
              </a:buClr>
              <a:buSzPts val="2800"/>
              <a:buFont typeface="Lexend Medium"/>
              <a:buNone/>
              <a:defRPr sz="2800">
                <a:solidFill>
                  <a:schemeClr val="dk1"/>
                </a:solidFill>
                <a:latin typeface="Lexend Medium"/>
                <a:ea typeface="Lexend Medium"/>
                <a:cs typeface="Lexend Medium"/>
                <a:sym typeface="Lexend Medium"/>
              </a:defRPr>
            </a:lvl5pPr>
            <a:lvl6pPr lvl="5" rtl="0">
              <a:spcBef>
                <a:spcPts val="0"/>
              </a:spcBef>
              <a:spcAft>
                <a:spcPts val="0"/>
              </a:spcAft>
              <a:buClr>
                <a:schemeClr val="dk1"/>
              </a:buClr>
              <a:buSzPts val="2800"/>
              <a:buFont typeface="Lexend Medium"/>
              <a:buNone/>
              <a:defRPr sz="2800">
                <a:solidFill>
                  <a:schemeClr val="dk1"/>
                </a:solidFill>
                <a:latin typeface="Lexend Medium"/>
                <a:ea typeface="Lexend Medium"/>
                <a:cs typeface="Lexend Medium"/>
                <a:sym typeface="Lexend Medium"/>
              </a:defRPr>
            </a:lvl6pPr>
            <a:lvl7pPr lvl="6" rtl="0">
              <a:spcBef>
                <a:spcPts val="0"/>
              </a:spcBef>
              <a:spcAft>
                <a:spcPts val="0"/>
              </a:spcAft>
              <a:buClr>
                <a:schemeClr val="dk1"/>
              </a:buClr>
              <a:buSzPts val="2800"/>
              <a:buFont typeface="Lexend Medium"/>
              <a:buNone/>
              <a:defRPr sz="2800">
                <a:solidFill>
                  <a:schemeClr val="dk1"/>
                </a:solidFill>
                <a:latin typeface="Lexend Medium"/>
                <a:ea typeface="Lexend Medium"/>
                <a:cs typeface="Lexend Medium"/>
                <a:sym typeface="Lexend Medium"/>
              </a:defRPr>
            </a:lvl7pPr>
            <a:lvl8pPr lvl="7" rtl="0">
              <a:spcBef>
                <a:spcPts val="0"/>
              </a:spcBef>
              <a:spcAft>
                <a:spcPts val="0"/>
              </a:spcAft>
              <a:buClr>
                <a:schemeClr val="dk1"/>
              </a:buClr>
              <a:buSzPts val="2800"/>
              <a:buFont typeface="Lexend Medium"/>
              <a:buNone/>
              <a:defRPr sz="2800">
                <a:solidFill>
                  <a:schemeClr val="dk1"/>
                </a:solidFill>
                <a:latin typeface="Lexend Medium"/>
                <a:ea typeface="Lexend Medium"/>
                <a:cs typeface="Lexend Medium"/>
                <a:sym typeface="Lexend Medium"/>
              </a:defRPr>
            </a:lvl8pPr>
            <a:lvl9pPr lvl="8" rtl="0">
              <a:spcBef>
                <a:spcPts val="0"/>
              </a:spcBef>
              <a:spcAft>
                <a:spcPts val="0"/>
              </a:spcAft>
              <a:buClr>
                <a:schemeClr val="dk1"/>
              </a:buClr>
              <a:buSzPts val="2800"/>
              <a:buFont typeface="Lexend Medium"/>
              <a:buNone/>
              <a:defRPr sz="2800">
                <a:solidFill>
                  <a:schemeClr val="dk1"/>
                </a:solidFill>
                <a:latin typeface="Lexend Medium"/>
                <a:ea typeface="Lexend Medium"/>
                <a:cs typeface="Lexend Medium"/>
                <a:sym typeface="Lexend Medium"/>
              </a:defRPr>
            </a:lvl9pPr>
          </a:lstStyle>
          <a:p/>
        </p:txBody>
      </p:sp>
      <p:sp>
        <p:nvSpPr>
          <p:cNvPr id="7" name="Google Shape;7;p1"/>
          <p:cNvSpPr txBox="1"/>
          <p:nvPr>
            <p:ph idx="1" type="body"/>
          </p:nvPr>
        </p:nvSpPr>
        <p:spPr>
          <a:xfrm>
            <a:off x="459000" y="523400"/>
            <a:ext cx="8226000" cy="3159900"/>
          </a:xfrm>
          <a:prstGeom prst="rect">
            <a:avLst/>
          </a:prstGeom>
          <a:noFill/>
          <a:ln>
            <a:noFill/>
          </a:ln>
        </p:spPr>
        <p:txBody>
          <a:bodyPr anchorCtr="0" anchor="t" bIns="0" lIns="0" spcFirstLastPara="1" rIns="0" wrap="square" tIns="0">
            <a:noAutofit/>
          </a:bodyPr>
          <a:lstStyle>
            <a:lvl1pPr indent="-368300" lvl="0" marL="457200" rtl="0">
              <a:lnSpc>
                <a:spcPct val="130000"/>
              </a:lnSpc>
              <a:spcBef>
                <a:spcPts val="0"/>
              </a:spcBef>
              <a:spcAft>
                <a:spcPts val="0"/>
              </a:spcAft>
              <a:buClr>
                <a:schemeClr val="dk1"/>
              </a:buClr>
              <a:buSzPts val="2200"/>
              <a:buFont typeface="Lexend"/>
              <a:buChar char="●"/>
              <a:defRPr sz="2200">
                <a:solidFill>
                  <a:schemeClr val="dk1"/>
                </a:solidFill>
                <a:latin typeface="Lexend"/>
                <a:ea typeface="Lexend"/>
                <a:cs typeface="Lexend"/>
                <a:sym typeface="Lexend"/>
              </a:defRPr>
            </a:lvl1pPr>
            <a:lvl2pPr indent="-361950" lvl="1" marL="914400" rtl="0">
              <a:lnSpc>
                <a:spcPct val="130000"/>
              </a:lnSpc>
              <a:spcBef>
                <a:spcPts val="1000"/>
              </a:spcBef>
              <a:spcAft>
                <a:spcPts val="0"/>
              </a:spcAft>
              <a:buClr>
                <a:schemeClr val="dk1"/>
              </a:buClr>
              <a:buSzPts val="2100"/>
              <a:buFont typeface="Lexend"/>
              <a:buChar char="–"/>
              <a:defRPr sz="2100">
                <a:solidFill>
                  <a:schemeClr val="dk1"/>
                </a:solidFill>
                <a:latin typeface="Lexend"/>
                <a:ea typeface="Lexend"/>
                <a:cs typeface="Lexend"/>
                <a:sym typeface="Lexend"/>
              </a:defRPr>
            </a:lvl2pPr>
            <a:lvl3pPr indent="-355600" lvl="2" marL="1371600" rtl="0">
              <a:lnSpc>
                <a:spcPct val="130000"/>
              </a:lnSpc>
              <a:spcBef>
                <a:spcPts val="1000"/>
              </a:spcBef>
              <a:spcAft>
                <a:spcPts val="0"/>
              </a:spcAft>
              <a:buClr>
                <a:schemeClr val="dk1"/>
              </a:buClr>
              <a:buSzPts val="2000"/>
              <a:buFont typeface="Lexend"/>
              <a:buChar char="–"/>
              <a:defRPr sz="2000">
                <a:solidFill>
                  <a:schemeClr val="dk1"/>
                </a:solidFill>
                <a:latin typeface="Lexend"/>
                <a:ea typeface="Lexend"/>
                <a:cs typeface="Lexend"/>
                <a:sym typeface="Lexend"/>
              </a:defRPr>
            </a:lvl3pPr>
            <a:lvl4pPr indent="-349250" lvl="3" marL="1828800" rtl="0">
              <a:lnSpc>
                <a:spcPct val="130000"/>
              </a:lnSpc>
              <a:spcBef>
                <a:spcPts val="800"/>
              </a:spcBef>
              <a:spcAft>
                <a:spcPts val="0"/>
              </a:spcAft>
              <a:buClr>
                <a:schemeClr val="dk1"/>
              </a:buClr>
              <a:buSzPts val="1900"/>
              <a:buFont typeface="Lexend"/>
              <a:buChar char="–"/>
              <a:defRPr sz="1900">
                <a:solidFill>
                  <a:schemeClr val="dk1"/>
                </a:solidFill>
                <a:latin typeface="Lexend"/>
                <a:ea typeface="Lexend"/>
                <a:cs typeface="Lexend"/>
                <a:sym typeface="Lexend"/>
              </a:defRPr>
            </a:lvl4pPr>
            <a:lvl5pPr indent="-342900" lvl="4" marL="2286000" rtl="0">
              <a:lnSpc>
                <a:spcPct val="130000"/>
              </a:lnSpc>
              <a:spcBef>
                <a:spcPts val="800"/>
              </a:spcBef>
              <a:spcAft>
                <a:spcPts val="0"/>
              </a:spcAft>
              <a:buClr>
                <a:schemeClr val="dk1"/>
              </a:buClr>
              <a:buSzPts val="1800"/>
              <a:buFont typeface="Lexend"/>
              <a:buChar char="–"/>
              <a:defRPr sz="1800">
                <a:solidFill>
                  <a:schemeClr val="dk1"/>
                </a:solidFill>
                <a:latin typeface="Lexend"/>
                <a:ea typeface="Lexend"/>
                <a:cs typeface="Lexend"/>
                <a:sym typeface="Lexend"/>
              </a:defRPr>
            </a:lvl5pPr>
            <a:lvl6pPr indent="-342900" lvl="5" marL="2743200" rtl="0">
              <a:lnSpc>
                <a:spcPct val="130000"/>
              </a:lnSpc>
              <a:spcBef>
                <a:spcPts val="600"/>
              </a:spcBef>
              <a:spcAft>
                <a:spcPts val="0"/>
              </a:spcAft>
              <a:buClr>
                <a:schemeClr val="dk1"/>
              </a:buClr>
              <a:buSzPts val="1800"/>
              <a:buFont typeface="Lexend"/>
              <a:buChar char="–"/>
              <a:defRPr sz="1800">
                <a:solidFill>
                  <a:schemeClr val="dk1"/>
                </a:solidFill>
                <a:latin typeface="Lexend"/>
                <a:ea typeface="Lexend"/>
                <a:cs typeface="Lexend"/>
                <a:sym typeface="Lexend"/>
              </a:defRPr>
            </a:lvl6pPr>
            <a:lvl7pPr indent="-342900" lvl="6" marL="3200400" rtl="0">
              <a:lnSpc>
                <a:spcPct val="130000"/>
              </a:lnSpc>
              <a:spcBef>
                <a:spcPts val="600"/>
              </a:spcBef>
              <a:spcAft>
                <a:spcPts val="0"/>
              </a:spcAft>
              <a:buClr>
                <a:schemeClr val="dk1"/>
              </a:buClr>
              <a:buSzPts val="1800"/>
              <a:buFont typeface="Lexend"/>
              <a:buChar char="–"/>
              <a:defRPr sz="1800">
                <a:solidFill>
                  <a:schemeClr val="dk1"/>
                </a:solidFill>
                <a:latin typeface="Lexend"/>
                <a:ea typeface="Lexend"/>
                <a:cs typeface="Lexend"/>
                <a:sym typeface="Lexend"/>
              </a:defRPr>
            </a:lvl7pPr>
            <a:lvl8pPr indent="-342900" lvl="7" marL="3657600" rtl="0">
              <a:lnSpc>
                <a:spcPct val="130000"/>
              </a:lnSpc>
              <a:spcBef>
                <a:spcPts val="400"/>
              </a:spcBef>
              <a:spcAft>
                <a:spcPts val="0"/>
              </a:spcAft>
              <a:buClr>
                <a:schemeClr val="dk1"/>
              </a:buClr>
              <a:buSzPts val="1800"/>
              <a:buFont typeface="Lexend"/>
              <a:buChar char="–"/>
              <a:defRPr sz="1800">
                <a:solidFill>
                  <a:schemeClr val="dk1"/>
                </a:solidFill>
                <a:latin typeface="Lexend"/>
                <a:ea typeface="Lexend"/>
                <a:cs typeface="Lexend"/>
                <a:sym typeface="Lexend"/>
              </a:defRPr>
            </a:lvl8pPr>
            <a:lvl9pPr indent="-342900" lvl="8" marL="4114800" rtl="0">
              <a:lnSpc>
                <a:spcPct val="130000"/>
              </a:lnSpc>
              <a:spcBef>
                <a:spcPts val="400"/>
              </a:spcBef>
              <a:spcAft>
                <a:spcPts val="200"/>
              </a:spcAft>
              <a:buClr>
                <a:schemeClr val="dk1"/>
              </a:buClr>
              <a:buSzPts val="1800"/>
              <a:buFont typeface="Kalam"/>
              <a:buChar char="–"/>
              <a:defRPr sz="1800">
                <a:solidFill>
                  <a:schemeClr val="dk1"/>
                </a:solidFill>
                <a:latin typeface="Kalam"/>
                <a:ea typeface="Kalam"/>
                <a:cs typeface="Kalam"/>
                <a:sym typeface="Kalam"/>
              </a:defRPr>
            </a:lvl9pPr>
          </a:lstStyle>
          <a:p/>
        </p:txBody>
      </p:sp>
      <p:pic>
        <p:nvPicPr>
          <p:cNvPr id="8" name="Google Shape;8;p1"/>
          <p:cNvPicPr preferRelativeResize="0"/>
          <p:nvPr/>
        </p:nvPicPr>
        <p:blipFill>
          <a:blip r:embed="rId1">
            <a:alphaModFix/>
          </a:blip>
          <a:stretch>
            <a:fillRect/>
          </a:stretch>
        </p:blipFill>
        <p:spPr>
          <a:xfrm>
            <a:off x="8524129" y="4430050"/>
            <a:ext cx="234000" cy="318241"/>
          </a:xfrm>
          <a:prstGeom prst="rect">
            <a:avLst/>
          </a:prstGeom>
          <a:noFill/>
          <a:ln>
            <a:noFill/>
          </a:ln>
        </p:spPr>
      </p:pic>
    </p:spTree>
  </p:cSld>
  <p:clrMap accent1="accent1" accent2="accent2" accent3="accent3" accent4="accent4" accent5="accent5" accent6="accent6" bg1="lt1" bg2="dk2" tx1="dk1" tx2="lt2" folHlink="folHlink" hlink="hlink"/>
  <p:sldLayoutIdLst>
    <p:sldLayoutId id="2147483648" r:id="rId2"/>
    <p:sldLayoutId id="2147483649" r:id="rId3"/>
    <p:sldLayoutId id="2147483650" r:id="rId4"/>
    <p:sldLayoutId id="2147483651" r:id="rId5"/>
    <p:sldLayoutId id="2147483652" r:id="rId6"/>
    <p:sldLayoutId id="2147483653" r:id="rId7"/>
    <p:sldLayoutId id="2147483654" r:id="rId8"/>
    <p:sldLayoutId id="2147483655" r:id="rId9"/>
    <p:sldLayoutId id="2147483656" r:id="rId10"/>
    <p:sldLayoutId id="2147483657" r:id="rId11"/>
    <p:sldLayoutId id="2147483658" r:id="rId12"/>
    <p:sldLayoutId id="2147483659" r:id="rId13"/>
    <p:sldLayoutId id="2147483660" r:id="rId14"/>
    <p:sldLayoutId id="2147483661" r:id="rId15"/>
    <p:sldLayoutId id="2147483662" r:id="rId16"/>
    <p:sldLayoutId id="2147483663" r:id="rId17"/>
    <p:sldLayoutId id="2147483664" r:id="rId18"/>
    <p:sldLayoutId id="2147483665" r:id="rId19"/>
    <p:sldLayoutId id="2147483666" r:id="rId20"/>
    <p:sldLayoutId id="2147483667" r:id="rId21"/>
    <p:sldLayoutId id="2147483668" r:id="rId22"/>
    <p:sldLayoutId id="2147483669" r:id="rId23"/>
    <p:sldLayoutId id="2147483670" r:id="rId24"/>
    <p:sldLayoutId id="2147483671" r:id="rId25"/>
    <p:sldLayoutId id="2147483672" r:id="rId26"/>
    <p:sldLayoutId id="2147483673" r:id="rId27"/>
    <p:sldLayoutId id="2147483674" r:id="rId28"/>
    <p:sldLayoutId id="2147483675" r:id="rId29"/>
    <p:sldLayoutId id="2147483676" r:id="rId30"/>
    <p:sldLayoutId id="2147483677" r:id="rId31"/>
    <p:sldLayoutId id="2147483678" r:id="rId32"/>
    <p:sldLayoutId id="2147483679" r:id="rId33"/>
    <p:sldLayoutId id="2147483680" r:id="rId34"/>
    <p:sldLayoutId id="2147483681" r:id="rId35"/>
    <p:sldLayoutId id="2147483682" r:id="rId36"/>
    <p:sldLayoutId id="2147483683" r:id="rId37"/>
    <p:sldLayoutId id="2147483684" r:id="rId38"/>
    <p:sldLayoutId id="2147483685" r:id="rId39"/>
    <p:sldLayoutId id="2147483686" r:id="rId40"/>
    <p:sldLayoutId id="2147483687" r:id="rId41"/>
    <p:sldLayoutId id="2147483688" r:id="rId42"/>
    <p:sldLayoutId id="2147483689" r:id="rId43"/>
    <p:sldLayoutId id="2147483690" r:id="rId44"/>
    <p:sldLayoutId id="2147483691" r:id="rId45"/>
    <p:sldLayoutId id="2147483692" r:id="rId46"/>
    <p:sldLayoutId id="2147483693" r:id="rId47"/>
    <p:sldLayoutId id="2147483694" r:id="rId48"/>
    <p:sldLayoutId id="2147483695" r:id="rId49"/>
    <p:sldLayoutId id="2147483696" r:id="rId50"/>
    <p:sldLayoutId id="2147483697" r:id="rId51"/>
    <p:sldLayoutId id="2147483698" r:id="rId52"/>
    <p:sldLayoutId id="2147483699" r:id="rId53"/>
    <p:sldLayoutId id="2147483700" r:id="rId54"/>
    <p:sldLayoutId id="2147483701" r:id="rId55"/>
    <p:sldLayoutId id="2147483702" r:id="rId56"/>
    <p:sldLayoutId id="2147483703" r:id="rId57"/>
    <p:sldLayoutId id="2147483704" r:id="rId58"/>
    <p:sldLayoutId id="2147483705" r:id="rId59"/>
    <p:sldLayoutId id="2147483706" r:id="rId60"/>
    <p:sldLayoutId id="2147483707" r:id="rId6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extLst>
    <p:ext uri="{27BBF7A9-308A-43DC-89C8-2F10F3537804}">
      <p15:sldGuideLst>
        <p15:guide id="1" pos="204">
          <p15:clr>
            <a:schemeClr val="dk2"/>
          </p15:clr>
        </p15:guide>
        <p15:guide id="2" pos="1819">
          <p15:clr>
            <a:srgbClr val="0000FF"/>
          </p15:clr>
        </p15:guide>
        <p15:guide id="3" orient="horz" pos="340">
          <p15:clr>
            <a:srgbClr val="222222"/>
          </p15:clr>
        </p15:guide>
        <p15:guide id="4" pos="2123">
          <p15:clr>
            <a:srgbClr val="0000FF"/>
          </p15:clr>
        </p15:guide>
        <p15:guide id="5" pos="2880">
          <p15:clr>
            <a:srgbClr val="EA4335"/>
          </p15:clr>
        </p15:guide>
        <p15:guide id="6" pos="3637">
          <p15:clr>
            <a:srgbClr val="0000FF"/>
          </p15:clr>
        </p15:guide>
        <p15:guide id="7" pos="3941">
          <p15:clr>
            <a:srgbClr val="0000FF"/>
          </p15:clr>
        </p15:guide>
        <p15:guide id="8" pos="5556">
          <p15:clr>
            <a:srgbClr val="222222"/>
          </p15:clr>
        </p15:guide>
        <p15:guide id="9" pos="1061">
          <p15:clr>
            <a:srgbClr val="9AA0A6"/>
          </p15:clr>
        </p15:guide>
        <p15:guide id="10" pos="4699">
          <p15:clr>
            <a:srgbClr val="9AA0A6"/>
          </p15:clr>
        </p15:guide>
        <p15:guide id="11" orient="horz" pos="680">
          <p15:clr>
            <a:srgbClr val="B7B7B7"/>
          </p15:clr>
        </p15:guide>
        <p15:guide id="12" orient="horz" pos="1020">
          <p15:clr>
            <a:srgbClr val="B7B7B7"/>
          </p15:clr>
        </p15:guide>
        <p15:guide id="13" orient="horz" pos="1361">
          <p15:clr>
            <a:srgbClr val="B7B7B7"/>
          </p15:clr>
        </p15:guide>
        <p15:guide id="14" orient="horz" pos="1701">
          <p15:clr>
            <a:srgbClr val="B7B7B7"/>
          </p15:clr>
        </p15:guide>
        <p15:guide id="15" orient="horz" pos="2041">
          <p15:clr>
            <a:srgbClr val="B7B7B7"/>
          </p15:clr>
        </p15:guide>
        <p15:guide id="16" orient="horz" pos="2381">
          <p15:clr>
            <a:srgbClr val="B7B7B7"/>
          </p15:clr>
        </p15:guide>
        <p15:guide id="17" orient="horz" pos="3036">
          <p15:clr>
            <a:srgbClr val="000000"/>
          </p15:clr>
        </p15:guide>
        <p15:guide id="18" pos="2721">
          <p15:clr>
            <a:schemeClr val="dk1"/>
          </p15:clr>
        </p15:guide>
        <p15:guide id="19" pos="3039">
          <p15:clr>
            <a:schemeClr val="dk1"/>
          </p15:clr>
        </p15:guide>
        <p15:guide id="20" orient="horz" pos="510">
          <p15:clr>
            <a:srgbClr val="B7B7B7"/>
          </p15:clr>
        </p15:guide>
        <p15:guide id="21" orient="horz" pos="1620">
          <p15:clr>
            <a:srgbClr val="EA4335"/>
          </p15:clr>
        </p15:guide>
        <p15:guide id="22" orient="horz" pos="2721">
          <p15:clr>
            <a:srgbClr val="B7B7B7"/>
          </p15:clr>
        </p15:guide>
      </p15:sldGuideLst>
    </p:ext>
  </p:extLst>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2.xml"/><Relationship Id="rId3" Type="http://schemas.openxmlformats.org/officeDocument/2006/relationships/hyperlink" Target="https://support.thenational.academy/using-oaks-new-teaching-resources?utm_campaign=OakSlideDeck&amp;utm_medium=document&amp;utm_source=guide" TargetMode="Externa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0.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4.xml"/><Relationship Id="rId3" Type="http://schemas.openxmlformats.org/officeDocument/2006/relationships/image" Target="../media/image49.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6.xml"/><Relationship Id="rId2" Type="http://schemas.openxmlformats.org/officeDocument/2006/relationships/notesSlide" Target="../notesSlides/notesSlide5.xml"/><Relationship Id="rId3" Type="http://schemas.openxmlformats.org/officeDocument/2006/relationships/image" Target="../media/image51.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9.xml"/><Relationship Id="rId2" Type="http://schemas.openxmlformats.org/officeDocument/2006/relationships/notesSlide" Target="../notesSlides/notesSlide6.xml"/><Relationship Id="rId3" Type="http://schemas.openxmlformats.org/officeDocument/2006/relationships/image" Target="../media/image54.png"/><Relationship Id="rId4" Type="http://schemas.openxmlformats.org/officeDocument/2006/relationships/image" Target="../media/image52.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9.xml"/><Relationship Id="rId2" Type="http://schemas.openxmlformats.org/officeDocument/2006/relationships/notesSlide" Target="../notesSlides/notesSlide7.xml"/><Relationship Id="rId3" Type="http://schemas.openxmlformats.org/officeDocument/2006/relationships/image" Target="../media/image54.png"/><Relationship Id="rId4" Type="http://schemas.openxmlformats.org/officeDocument/2006/relationships/image" Target="../media/image52.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9.xml"/><Relationship Id="rId2" Type="http://schemas.openxmlformats.org/officeDocument/2006/relationships/notesSlide" Target="../notesSlides/notesSlide8.xml"/><Relationship Id="rId3" Type="http://schemas.openxmlformats.org/officeDocument/2006/relationships/image" Target="../media/image54.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9.xml"/><Relationship Id="rId2" Type="http://schemas.openxmlformats.org/officeDocument/2006/relationships/notesSlide" Target="../notesSlides/notesSlide9.xml"/><Relationship Id="rId3" Type="http://schemas.openxmlformats.org/officeDocument/2006/relationships/image" Target="../media/image53.png"/><Relationship Id="rId4" Type="http://schemas.openxmlformats.org/officeDocument/2006/relationships/image" Target="../media/image54.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9.xml"/><Relationship Id="rId2" Type="http://schemas.openxmlformats.org/officeDocument/2006/relationships/notesSlide" Target="../notesSlides/notesSlide10.xml"/><Relationship Id="rId3" Type="http://schemas.openxmlformats.org/officeDocument/2006/relationships/image" Target="../media/image53.png"/><Relationship Id="rId4" Type="http://schemas.openxmlformats.org/officeDocument/2006/relationships/image" Target="../media/image56.png"/><Relationship Id="rId5" Type="http://schemas.openxmlformats.org/officeDocument/2006/relationships/image" Target="../media/image57.png"/><Relationship Id="rId6" Type="http://schemas.openxmlformats.org/officeDocument/2006/relationships/image" Target="../media/image55.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9.xml"/><Relationship Id="rId2" Type="http://schemas.openxmlformats.org/officeDocument/2006/relationships/notesSlide" Target="../notesSlides/notesSlide11.xml"/><Relationship Id="rId3" Type="http://schemas.openxmlformats.org/officeDocument/2006/relationships/image" Target="../media/image53.png"/><Relationship Id="rId4" Type="http://schemas.openxmlformats.org/officeDocument/2006/relationships/image" Target="../media/image58.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43.xml"/><Relationship Id="rId2" Type="http://schemas.openxmlformats.org/officeDocument/2006/relationships/notesSlide" Target="../notesSlides/notesSlide12.xml"/><Relationship Id="rId3" Type="http://schemas.openxmlformats.org/officeDocument/2006/relationships/image" Target="../media/image59.png"/><Relationship Id="rId4" Type="http://schemas.openxmlformats.org/officeDocument/2006/relationships/image" Target="../media/image44.png"/><Relationship Id="rId5" Type="http://schemas.openxmlformats.org/officeDocument/2006/relationships/image" Target="../media/image62.png"/><Relationship Id="rId6" Type="http://schemas.openxmlformats.org/officeDocument/2006/relationships/image" Target="../media/image61.png"/><Relationship Id="rId7" Type="http://schemas.openxmlformats.org/officeDocument/2006/relationships/image" Target="../media/image64.png"/><Relationship Id="rId8" Type="http://schemas.openxmlformats.org/officeDocument/2006/relationships/image" Target="../media/image53.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43.xml"/><Relationship Id="rId2" Type="http://schemas.openxmlformats.org/officeDocument/2006/relationships/notesSlide" Target="../notesSlides/notesSlide13.xml"/><Relationship Id="rId3" Type="http://schemas.openxmlformats.org/officeDocument/2006/relationships/image" Target="../media/image63.png"/><Relationship Id="rId4" Type="http://schemas.openxmlformats.org/officeDocument/2006/relationships/image" Target="../media/image44.png"/><Relationship Id="rId5" Type="http://schemas.openxmlformats.org/officeDocument/2006/relationships/image" Target="../media/image62.png"/><Relationship Id="rId6" Type="http://schemas.openxmlformats.org/officeDocument/2006/relationships/image" Target="../media/image61.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43.xml"/><Relationship Id="rId2" Type="http://schemas.openxmlformats.org/officeDocument/2006/relationships/notesSlide" Target="../notesSlides/notesSlide14.xml"/><Relationship Id="rId3" Type="http://schemas.openxmlformats.org/officeDocument/2006/relationships/image" Target="../media/image65.png"/><Relationship Id="rId4" Type="http://schemas.openxmlformats.org/officeDocument/2006/relationships/image" Target="../media/image44.png"/><Relationship Id="rId5" Type="http://schemas.openxmlformats.org/officeDocument/2006/relationships/image" Target="../media/image62.png"/><Relationship Id="rId6" Type="http://schemas.openxmlformats.org/officeDocument/2006/relationships/image" Target="../media/image61.png"/><Relationship Id="rId7" Type="http://schemas.openxmlformats.org/officeDocument/2006/relationships/image" Target="../media/image54.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9.xml"/><Relationship Id="rId2" Type="http://schemas.openxmlformats.org/officeDocument/2006/relationships/notesSlide" Target="../notesSlides/notesSlide15.xml"/><Relationship Id="rId3" Type="http://schemas.openxmlformats.org/officeDocument/2006/relationships/image" Target="../media/image53.png"/><Relationship Id="rId4" Type="http://schemas.openxmlformats.org/officeDocument/2006/relationships/image" Target="../media/image54.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43.xml"/><Relationship Id="rId2" Type="http://schemas.openxmlformats.org/officeDocument/2006/relationships/notesSlide" Target="../notesSlides/notesSlide16.xml"/><Relationship Id="rId3" Type="http://schemas.openxmlformats.org/officeDocument/2006/relationships/image" Target="../media/image67.png"/><Relationship Id="rId4" Type="http://schemas.openxmlformats.org/officeDocument/2006/relationships/image" Target="../media/image44.png"/><Relationship Id="rId5" Type="http://schemas.openxmlformats.org/officeDocument/2006/relationships/image" Target="../media/image62.png"/><Relationship Id="rId6" Type="http://schemas.openxmlformats.org/officeDocument/2006/relationships/image" Target="../media/image61.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43.xml"/><Relationship Id="rId2" Type="http://schemas.openxmlformats.org/officeDocument/2006/relationships/notesSlide" Target="../notesSlides/notesSlide17.xml"/><Relationship Id="rId3" Type="http://schemas.openxmlformats.org/officeDocument/2006/relationships/image" Target="../media/image44.png"/><Relationship Id="rId4" Type="http://schemas.openxmlformats.org/officeDocument/2006/relationships/image" Target="../media/image62.png"/><Relationship Id="rId5" Type="http://schemas.openxmlformats.org/officeDocument/2006/relationships/image" Target="../media/image67.pn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47.xml"/><Relationship Id="rId2" Type="http://schemas.openxmlformats.org/officeDocument/2006/relationships/notesSlide" Target="../notesSlides/notesSlide18.xml"/><Relationship Id="rId3" Type="http://schemas.openxmlformats.org/officeDocument/2006/relationships/image" Target="../media/image53.png"/><Relationship Id="rId4" Type="http://schemas.openxmlformats.org/officeDocument/2006/relationships/image" Target="../media/image54.pn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47.xml"/><Relationship Id="rId2" Type="http://schemas.openxmlformats.org/officeDocument/2006/relationships/notesSlide" Target="../notesSlides/notesSlide19.xml"/><Relationship Id="rId3" Type="http://schemas.openxmlformats.org/officeDocument/2006/relationships/image" Target="../media/image54.pn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47.xml"/><Relationship Id="rId2" Type="http://schemas.openxmlformats.org/officeDocument/2006/relationships/notesSlide" Target="../notesSlides/notesSlide20.xml"/><Relationship Id="rId3" Type="http://schemas.openxmlformats.org/officeDocument/2006/relationships/image" Target="../media/image70.png"/></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47.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51.xml"/><Relationship Id="rId2" Type="http://schemas.openxmlformats.org/officeDocument/2006/relationships/notesSlide" Target="../notesSlides/notesSlide22.xml"/><Relationship Id="rId3" Type="http://schemas.openxmlformats.org/officeDocument/2006/relationships/image" Target="../media/image53.png"/><Relationship Id="rId4" Type="http://schemas.openxmlformats.org/officeDocument/2006/relationships/image" Target="../media/image68.png"/></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51.xml"/><Relationship Id="rId2" Type="http://schemas.openxmlformats.org/officeDocument/2006/relationships/notesSlide" Target="../notesSlides/notesSlide23.xml"/><Relationship Id="rId3" Type="http://schemas.openxmlformats.org/officeDocument/2006/relationships/image" Target="../media/image68.png"/></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51.xml"/><Relationship Id="rId2" Type="http://schemas.openxmlformats.org/officeDocument/2006/relationships/notesSlide" Target="../notesSlides/notesSlide24.xml"/><Relationship Id="rId3" Type="http://schemas.openxmlformats.org/officeDocument/2006/relationships/image" Target="../media/image70.png"/></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51.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6.xml"/><Relationship Id="rId2" Type="http://schemas.openxmlformats.org/officeDocument/2006/relationships/notesSlide" Target="../notesSlides/notesSlide26.xml"/><Relationship Id="rId3" Type="http://schemas.openxmlformats.org/officeDocument/2006/relationships/image" Target="../media/image51.png"/></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0.xml"/><Relationship Id="rId2" Type="http://schemas.openxmlformats.org/officeDocument/2006/relationships/notesSlide" Target="../notesSlides/notesSlide27.xml"/><Relationship Id="rId3" Type="http://schemas.openxmlformats.org/officeDocument/2006/relationships/image" Target="../media/image53.png"/><Relationship Id="rId4" Type="http://schemas.openxmlformats.org/officeDocument/2006/relationships/image" Target="../media/image77.png"/><Relationship Id="rId5" Type="http://schemas.openxmlformats.org/officeDocument/2006/relationships/image" Target="../media/image72.png"/><Relationship Id="rId6" Type="http://schemas.openxmlformats.org/officeDocument/2006/relationships/image" Target="../media/image75.png"/></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0.xml"/><Relationship Id="rId2" Type="http://schemas.openxmlformats.org/officeDocument/2006/relationships/notesSlide" Target="../notesSlides/notesSlide28.xml"/><Relationship Id="rId3" Type="http://schemas.openxmlformats.org/officeDocument/2006/relationships/image" Target="../media/image77.png"/><Relationship Id="rId4" Type="http://schemas.openxmlformats.org/officeDocument/2006/relationships/image" Target="../media/image72.png"/><Relationship Id="rId5" Type="http://schemas.openxmlformats.org/officeDocument/2006/relationships/image" Target="../media/image53.png"/></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0.xml"/><Relationship Id="rId2" Type="http://schemas.openxmlformats.org/officeDocument/2006/relationships/notesSlide" Target="../notesSlides/notesSlide29.xml"/><Relationship Id="rId3" Type="http://schemas.openxmlformats.org/officeDocument/2006/relationships/image" Target="../media/image79.png"/></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0.xml"/><Relationship Id="rId2" Type="http://schemas.openxmlformats.org/officeDocument/2006/relationships/notesSlide" Target="../notesSlides/notesSlide30.xml"/><Relationship Id="rId3" Type="http://schemas.openxmlformats.org/officeDocument/2006/relationships/image" Target="../media/image79.png"/></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0.xml"/><Relationship Id="rId2"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0.xml"/><Relationship Id="rId2" Type="http://schemas.openxmlformats.org/officeDocument/2006/relationships/notesSlide" Target="../notesSlides/notesSlide32.xml"/><Relationship Id="rId3" Type="http://schemas.openxmlformats.org/officeDocument/2006/relationships/image" Target="../media/image74.png"/><Relationship Id="rId4" Type="http://schemas.openxmlformats.org/officeDocument/2006/relationships/image" Target="../media/image76.png"/></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44.xml"/><Relationship Id="rId2" Type="http://schemas.openxmlformats.org/officeDocument/2006/relationships/notesSlide" Target="../notesSlides/notesSlide33.xml"/><Relationship Id="rId3" Type="http://schemas.openxmlformats.org/officeDocument/2006/relationships/image" Target="../media/image78.png"/><Relationship Id="rId4" Type="http://schemas.openxmlformats.org/officeDocument/2006/relationships/image" Target="../media/image44.png"/><Relationship Id="rId5" Type="http://schemas.openxmlformats.org/officeDocument/2006/relationships/image" Target="../media/image62.png"/></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44.xml"/><Relationship Id="rId2" Type="http://schemas.openxmlformats.org/officeDocument/2006/relationships/notesSlide" Target="../notesSlides/notesSlide34.xml"/><Relationship Id="rId3" Type="http://schemas.openxmlformats.org/officeDocument/2006/relationships/image" Target="../media/image44.png"/><Relationship Id="rId4" Type="http://schemas.openxmlformats.org/officeDocument/2006/relationships/image" Target="../media/image62.png"/><Relationship Id="rId5" Type="http://schemas.openxmlformats.org/officeDocument/2006/relationships/image" Target="../media/image80.png"/></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44.xml"/><Relationship Id="rId2" Type="http://schemas.openxmlformats.org/officeDocument/2006/relationships/notesSlide" Target="../notesSlides/notesSlide35.xml"/><Relationship Id="rId3" Type="http://schemas.openxmlformats.org/officeDocument/2006/relationships/image" Target="../media/image82.png"/><Relationship Id="rId4" Type="http://schemas.openxmlformats.org/officeDocument/2006/relationships/image" Target="../media/image44.png"/><Relationship Id="rId5" Type="http://schemas.openxmlformats.org/officeDocument/2006/relationships/image" Target="../media/image62.png"/></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48.xml"/><Relationship Id="rId2" Type="http://schemas.openxmlformats.org/officeDocument/2006/relationships/notesSlide" Target="../notesSlides/notesSlide36.xml"/><Relationship Id="rId3" Type="http://schemas.openxmlformats.org/officeDocument/2006/relationships/image" Target="../media/image44.png"/><Relationship Id="rId4" Type="http://schemas.openxmlformats.org/officeDocument/2006/relationships/image" Target="../media/image83.png"/></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48.xml"/><Relationship Id="rId2"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52.xml"/><Relationship Id="rId2" Type="http://schemas.openxmlformats.org/officeDocument/2006/relationships/notesSlide" Target="../notesSlides/notesSlide38.xml"/><Relationship Id="rId3" Type="http://schemas.openxmlformats.org/officeDocument/2006/relationships/image" Target="../media/image44.png"/><Relationship Id="rId4" Type="http://schemas.openxmlformats.org/officeDocument/2006/relationships/image" Target="../media/image83.png"/></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52.xml"/><Relationship Id="rId2"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55.xml"/><Relationship Id="rId2" Type="http://schemas.openxmlformats.org/officeDocument/2006/relationships/notesSlide" Target="../notesSlides/notesSlide40.xml"/><Relationship Id="rId3" Type="http://schemas.openxmlformats.org/officeDocument/2006/relationships/image" Target="../media/image53.png"/></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59.xml"/><Relationship Id="rId2" Type="http://schemas.openxmlformats.org/officeDocument/2006/relationships/notesSlide" Target="../notesSlides/notesSlide41.xml"/><Relationship Id="rId3" Type="http://schemas.openxmlformats.org/officeDocument/2006/relationships/hyperlink" Target="https://www.nationalarchives.gov.uk/doc/open-government-licence/version/3/" TargetMode="External"/><Relationship Id="rId4" Type="http://schemas.openxmlformats.org/officeDocument/2006/relationships/hyperlink" Target="https://www.thenational.academy/legal/terms-and-conditions" TargetMode="External"/><Relationship Id="rId5" Type="http://schemas.openxmlformats.org/officeDocument/2006/relationships/image" Target="../media/image81.png"/></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45" name="Shape 745"/>
        <p:cNvGrpSpPr/>
        <p:nvPr/>
      </p:nvGrpSpPr>
      <p:grpSpPr>
        <a:xfrm>
          <a:off x="0" y="0"/>
          <a:ext cx="0" cy="0"/>
          <a:chOff x="0" y="0"/>
          <a:chExt cx="0" cy="0"/>
        </a:xfrm>
      </p:grpSpPr>
      <p:sp>
        <p:nvSpPr>
          <p:cNvPr id="746" name="Google Shape;746;p62"/>
          <p:cNvSpPr txBox="1"/>
          <p:nvPr>
            <p:ph type="ctrTitle"/>
          </p:nvPr>
        </p:nvSpPr>
        <p:spPr>
          <a:xfrm>
            <a:off x="323850" y="810000"/>
            <a:ext cx="5502000" cy="2742900"/>
          </a:xfrm>
          <a:prstGeom prst="rect">
            <a:avLst/>
          </a:prstGeom>
        </p:spPr>
        <p:txBody>
          <a:bodyPr anchorCtr="0" anchor="t" bIns="0" lIns="0" spcFirstLastPara="1" rIns="0" wrap="square" tIns="0">
            <a:noAutofit/>
          </a:bodyPr>
          <a:lstStyle/>
          <a:p>
            <a:pPr indent="0" lvl="0" marL="0" rtl="0" algn="l">
              <a:spcBef>
                <a:spcPts val="0"/>
              </a:spcBef>
              <a:spcAft>
                <a:spcPts val="0"/>
              </a:spcAft>
              <a:buNone/>
            </a:pPr>
            <a:r>
              <a:rPr lang="en-GB"/>
              <a:t>Using the cosine ratio</a:t>
            </a:r>
            <a:endParaRPr/>
          </a:p>
        </p:txBody>
      </p:sp>
      <p:sp>
        <p:nvSpPr>
          <p:cNvPr id="747" name="Google Shape;747;p62"/>
          <p:cNvSpPr txBox="1"/>
          <p:nvPr>
            <p:ph idx="1" type="subTitle"/>
          </p:nvPr>
        </p:nvSpPr>
        <p:spPr>
          <a:xfrm>
            <a:off x="890225" y="4327975"/>
            <a:ext cx="5758500" cy="669900"/>
          </a:xfrm>
          <a:prstGeom prst="rect">
            <a:avLst/>
          </a:prstGeom>
        </p:spPr>
        <p:txBody>
          <a:bodyPr anchorCtr="0" anchor="t" bIns="0" lIns="0" spcFirstLastPara="1" rIns="0" wrap="square" tIns="0">
            <a:noAutofit/>
          </a:bodyPr>
          <a:lstStyle/>
          <a:p>
            <a:pPr indent="0" lvl="0" marL="0" rtl="0" algn="l">
              <a:spcBef>
                <a:spcPts val="0"/>
              </a:spcBef>
              <a:spcAft>
                <a:spcPts val="0"/>
              </a:spcAft>
              <a:buNone/>
            </a:pPr>
            <a:r>
              <a:rPr lang="en-GB"/>
              <a:t>Trigonometry</a:t>
            </a:r>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0">
  <p:cSld>
    <p:spTree>
      <p:nvGrpSpPr>
        <p:cNvPr id="751" name="Shape 751"/>
        <p:cNvGrpSpPr/>
        <p:nvPr/>
      </p:nvGrpSpPr>
      <p:grpSpPr>
        <a:xfrm>
          <a:off x="0" y="0"/>
          <a:ext cx="0" cy="0"/>
          <a:chOff x="0" y="0"/>
          <a:chExt cx="0" cy="0"/>
        </a:xfrm>
      </p:grpSpPr>
      <p:sp>
        <p:nvSpPr>
          <p:cNvPr id="752" name="Google Shape;752;p63"/>
          <p:cNvSpPr txBox="1"/>
          <p:nvPr/>
        </p:nvSpPr>
        <p:spPr>
          <a:xfrm>
            <a:off x="4917900" y="956025"/>
            <a:ext cx="3661200" cy="646500"/>
          </a:xfrm>
          <a:prstGeom prst="rect">
            <a:avLst/>
          </a:prstGeom>
          <a:noFill/>
          <a:ln>
            <a:noFill/>
          </a:ln>
        </p:spPr>
        <p:txBody>
          <a:bodyPr anchorCtr="0" anchor="t" bIns="91425" lIns="91425" spcFirstLastPara="1" rIns="91425" wrap="square" tIns="91425">
            <a:spAutoFit/>
          </a:bodyPr>
          <a:lstStyle/>
          <a:p>
            <a:pPr indent="0" lvl="0" marL="0" marR="0" rtl="0" algn="l">
              <a:lnSpc>
                <a:spcPct val="150000"/>
              </a:lnSpc>
              <a:spcBef>
                <a:spcPts val="0"/>
              </a:spcBef>
              <a:spcAft>
                <a:spcPts val="1000"/>
              </a:spcAft>
              <a:buNone/>
            </a:pPr>
            <a:r>
              <a:rPr lang="en-GB" sz="1200" u="sng">
                <a:solidFill>
                  <a:srgbClr val="374CF1"/>
                </a:solidFill>
                <a:latin typeface="Lexend"/>
                <a:ea typeface="Lexend"/>
                <a:cs typeface="Lexend"/>
                <a:sym typeface="Lexend"/>
                <a:hlinkClick r:id="rId3">
                  <a:extLst>
                    <a:ext uri="{A12FA001-AC4F-418D-AE19-62706E023703}">
                      <ahyp:hlinkClr val="tx"/>
                    </a:ext>
                  </a:extLst>
                </a:hlinkClick>
              </a:rPr>
              <a:t>How our teaching resources are designed for the classroom</a:t>
            </a:r>
            <a:endParaRPr sz="1200">
              <a:latin typeface="Lexend"/>
              <a:ea typeface="Lexend"/>
              <a:cs typeface="Lexend"/>
              <a:sym typeface="Lexend"/>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56" name="Shape 756"/>
        <p:cNvGrpSpPr/>
        <p:nvPr/>
      </p:nvGrpSpPr>
      <p:grpSpPr>
        <a:xfrm>
          <a:off x="0" y="0"/>
          <a:ext cx="0" cy="0"/>
          <a:chOff x="0" y="0"/>
          <a:chExt cx="0" cy="0"/>
        </a:xfrm>
      </p:grpSpPr>
      <p:sp>
        <p:nvSpPr>
          <p:cNvPr id="757" name="Google Shape;757;p64"/>
          <p:cNvSpPr txBox="1"/>
          <p:nvPr>
            <p:ph idx="1" type="subTitle"/>
          </p:nvPr>
        </p:nvSpPr>
        <p:spPr>
          <a:xfrm>
            <a:off x="585575" y="1463950"/>
            <a:ext cx="7351200" cy="2762700"/>
          </a:xfrm>
          <a:prstGeom prst="rect">
            <a:avLst/>
          </a:prstGeom>
        </p:spPr>
        <p:txBody>
          <a:bodyPr anchorCtr="0" anchor="ctr" bIns="0" lIns="0" spcFirstLastPara="1" rIns="0" wrap="square" tIns="0">
            <a:noAutofit/>
          </a:bodyPr>
          <a:lstStyle/>
          <a:p>
            <a:pPr indent="0" lvl="0" marL="0" rtl="0" algn="l">
              <a:spcBef>
                <a:spcPts val="0"/>
              </a:spcBef>
              <a:spcAft>
                <a:spcPts val="1000"/>
              </a:spcAft>
              <a:buNone/>
            </a:pPr>
            <a:r>
              <a:rPr lang="en-GB"/>
              <a:t>I can use the cosine ratio to find the missing side or angle in a right-angled triangle.</a:t>
            </a:r>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61" name="Shape 761"/>
        <p:cNvGrpSpPr/>
        <p:nvPr/>
      </p:nvGrpSpPr>
      <p:grpSpPr>
        <a:xfrm>
          <a:off x="0" y="0"/>
          <a:ext cx="0" cy="0"/>
          <a:chOff x="0" y="0"/>
          <a:chExt cx="0" cy="0"/>
        </a:xfrm>
      </p:grpSpPr>
      <p:sp>
        <p:nvSpPr>
          <p:cNvPr id="762" name="Google Shape;762;p65"/>
          <p:cNvSpPr txBox="1"/>
          <p:nvPr>
            <p:ph idx="2" type="subTitle"/>
          </p:nvPr>
        </p:nvSpPr>
        <p:spPr>
          <a:xfrm>
            <a:off x="324000" y="810000"/>
            <a:ext cx="8496000" cy="595800"/>
          </a:xfrm>
          <a:prstGeom prst="rect">
            <a:avLst/>
          </a:prstGeom>
        </p:spPr>
        <p:txBody>
          <a:bodyPr anchorCtr="0" anchor="t" bIns="0" lIns="0" spcFirstLastPara="1" rIns="0" wrap="square" tIns="0">
            <a:spAutoFit/>
          </a:bodyPr>
          <a:lstStyle/>
          <a:p>
            <a:pPr indent="0" lvl="0" marL="0" rtl="0" algn="l">
              <a:spcBef>
                <a:spcPts val="0"/>
              </a:spcBef>
              <a:spcAft>
                <a:spcPts val="1000"/>
              </a:spcAft>
              <a:buNone/>
            </a:pPr>
            <a:r>
              <a:rPr lang="en-GB">
                <a:solidFill>
                  <a:schemeClr val="dk1"/>
                </a:solidFill>
              </a:rPr>
              <a:t>The hypotenuse is the side of a right-angled triangle which is opposite the right angle.  </a:t>
            </a:r>
            <a:endParaRPr>
              <a:solidFill>
                <a:schemeClr val="dk1"/>
              </a:solidFill>
            </a:endParaRPr>
          </a:p>
        </p:txBody>
      </p:sp>
      <p:sp>
        <p:nvSpPr>
          <p:cNvPr id="763" name="Google Shape;763;p65"/>
          <p:cNvSpPr txBox="1"/>
          <p:nvPr>
            <p:ph idx="6" type="subTitle"/>
          </p:nvPr>
        </p:nvSpPr>
        <p:spPr>
          <a:xfrm>
            <a:off x="324000" y="1719000"/>
            <a:ext cx="8496000" cy="595800"/>
          </a:xfrm>
          <a:prstGeom prst="rect">
            <a:avLst/>
          </a:prstGeom>
        </p:spPr>
        <p:txBody>
          <a:bodyPr anchorCtr="0" anchor="t" bIns="0" lIns="0" spcFirstLastPara="1" rIns="0" wrap="square" tIns="0">
            <a:spAutoFit/>
          </a:bodyPr>
          <a:lstStyle/>
          <a:p>
            <a:pPr indent="0" lvl="0" marL="0" rtl="0" algn="l">
              <a:spcBef>
                <a:spcPts val="0"/>
              </a:spcBef>
              <a:spcAft>
                <a:spcPts val="1000"/>
              </a:spcAft>
              <a:buNone/>
            </a:pPr>
            <a:r>
              <a:rPr lang="en-GB">
                <a:solidFill>
                  <a:schemeClr val="dk1"/>
                </a:solidFill>
              </a:rPr>
              <a:t>The adjacent side of a right-angled triangle is the side which is next to both the right angle and the marked angle.</a:t>
            </a:r>
            <a:endParaRPr>
              <a:solidFill>
                <a:schemeClr val="dk1"/>
              </a:solidFill>
            </a:endParaRPr>
          </a:p>
        </p:txBody>
      </p:sp>
      <p:pic>
        <p:nvPicPr>
          <p:cNvPr descr="p &#10;tan 9 &#10;Sin 9 &#10;9 &#10;cos 9 " id="764" name="Google Shape;764;p65"/>
          <p:cNvPicPr preferRelativeResize="0"/>
          <p:nvPr/>
        </p:nvPicPr>
        <p:blipFill rotWithShape="1">
          <a:blip r:embed="rId3">
            <a:alphaModFix/>
          </a:blip>
          <a:srcRect b="22063" l="29042" r="0" t="0"/>
          <a:stretch/>
        </p:blipFill>
        <p:spPr>
          <a:xfrm>
            <a:off x="6177012" y="2037800"/>
            <a:ext cx="2564375" cy="2487551"/>
          </a:xfrm>
          <a:prstGeom prst="rect">
            <a:avLst/>
          </a:prstGeom>
          <a:noFill/>
          <a:ln>
            <a:noFill/>
          </a:ln>
        </p:spPr>
      </p:pic>
      <p:sp>
        <p:nvSpPr>
          <p:cNvPr id="765" name="Google Shape;765;p65"/>
          <p:cNvSpPr txBox="1"/>
          <p:nvPr/>
        </p:nvSpPr>
        <p:spPr>
          <a:xfrm>
            <a:off x="324000" y="2571750"/>
            <a:ext cx="5932800" cy="1953600"/>
          </a:xfrm>
          <a:prstGeom prst="rect">
            <a:avLst/>
          </a:prstGeom>
          <a:noFill/>
          <a:ln>
            <a:noFill/>
          </a:ln>
        </p:spPr>
        <p:txBody>
          <a:bodyPr anchorCtr="0" anchor="t" bIns="0" lIns="0" spcFirstLastPara="1" rIns="0" wrap="square" tIns="0">
            <a:noAutofit/>
          </a:bodyPr>
          <a:lstStyle/>
          <a:p>
            <a:pPr indent="0" lvl="0" marL="0" rtl="0" algn="l">
              <a:lnSpc>
                <a:spcPct val="115000"/>
              </a:lnSpc>
              <a:spcBef>
                <a:spcPts val="0"/>
              </a:spcBef>
              <a:spcAft>
                <a:spcPts val="0"/>
              </a:spcAft>
              <a:buNone/>
            </a:pPr>
            <a:r>
              <a:rPr lang="en-GB" sz="1800">
                <a:solidFill>
                  <a:schemeClr val="dk1"/>
                </a:solidFill>
                <a:latin typeface="Lexend"/>
                <a:ea typeface="Lexend"/>
                <a:cs typeface="Lexend"/>
                <a:sym typeface="Lexend"/>
              </a:rPr>
              <a:t>Trigonometric functions are commonly defined as ratios of two sides of a right-angled triangle containing the angle.  </a:t>
            </a:r>
            <a:br>
              <a:rPr lang="en-GB" sz="1800">
                <a:solidFill>
                  <a:schemeClr val="dk1"/>
                </a:solidFill>
                <a:latin typeface="Lexend"/>
                <a:ea typeface="Lexend"/>
                <a:cs typeface="Lexend"/>
                <a:sym typeface="Lexend"/>
              </a:rPr>
            </a:br>
            <a:endParaRPr sz="1800">
              <a:solidFill>
                <a:schemeClr val="dk1"/>
              </a:solidFill>
              <a:latin typeface="Lexend"/>
              <a:ea typeface="Lexend"/>
              <a:cs typeface="Lexend"/>
              <a:sym typeface="Lexend"/>
            </a:endParaRPr>
          </a:p>
          <a:p>
            <a:pPr indent="0" lvl="0" marL="0" rtl="0" algn="l">
              <a:lnSpc>
                <a:spcPct val="115000"/>
              </a:lnSpc>
              <a:spcBef>
                <a:spcPts val="0"/>
              </a:spcBef>
              <a:spcAft>
                <a:spcPts val="1000"/>
              </a:spcAft>
              <a:buNone/>
            </a:pPr>
            <a:r>
              <a:rPr lang="en-GB" sz="1800">
                <a:solidFill>
                  <a:schemeClr val="dk1"/>
                </a:solidFill>
                <a:latin typeface="Lexend"/>
                <a:ea typeface="Lexend"/>
                <a:cs typeface="Lexend"/>
                <a:sym typeface="Lexend"/>
              </a:rPr>
              <a:t>The cosine of an angle (cos(</a:t>
            </a:r>
            <a:r>
              <a:rPr i="1" lang="en-GB" sz="1800">
                <a:solidFill>
                  <a:schemeClr val="dk1"/>
                </a:solidFill>
                <a:latin typeface="Lexend"/>
                <a:ea typeface="Lexend"/>
                <a:cs typeface="Lexend"/>
                <a:sym typeface="Lexend"/>
              </a:rPr>
              <a:t>θ</a:t>
            </a:r>
            <a:r>
              <a:rPr lang="en-GB" sz="1800">
                <a:solidFill>
                  <a:schemeClr val="dk1"/>
                </a:solidFill>
                <a:latin typeface="Lexend"/>
                <a:ea typeface="Lexend"/>
                <a:cs typeface="Lexend"/>
                <a:sym typeface="Lexend"/>
              </a:rPr>
              <a:t>°)) is the </a:t>
            </a:r>
            <a:r>
              <a:rPr i="1" lang="en-GB" sz="2000">
                <a:solidFill>
                  <a:schemeClr val="dk1"/>
                </a:solidFill>
                <a:latin typeface="Times New Roman"/>
                <a:ea typeface="Times New Roman"/>
                <a:cs typeface="Times New Roman"/>
                <a:sym typeface="Times New Roman"/>
              </a:rPr>
              <a:t>x</a:t>
            </a:r>
            <a:r>
              <a:rPr lang="en-GB" sz="1800">
                <a:solidFill>
                  <a:schemeClr val="dk1"/>
                </a:solidFill>
                <a:latin typeface="Lexend"/>
                <a:ea typeface="Lexend"/>
                <a:cs typeface="Lexend"/>
                <a:sym typeface="Lexend"/>
              </a:rPr>
              <a:t>-coordinate of point P on the triangle formed inside the unit circle.</a:t>
            </a:r>
            <a:endParaRPr sz="1800">
              <a:solidFill>
                <a:schemeClr val="dk1"/>
              </a:solidFill>
              <a:latin typeface="Lexend"/>
              <a:ea typeface="Lexend"/>
              <a:cs typeface="Lexend"/>
              <a:sym typeface="Lexend"/>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69" name="Shape 769"/>
        <p:cNvGrpSpPr/>
        <p:nvPr/>
      </p:nvGrpSpPr>
      <p:grpSpPr>
        <a:xfrm>
          <a:off x="0" y="0"/>
          <a:ext cx="0" cy="0"/>
          <a:chOff x="0" y="0"/>
          <a:chExt cx="0" cy="0"/>
        </a:xfrm>
      </p:grpSpPr>
      <p:sp>
        <p:nvSpPr>
          <p:cNvPr id="770" name="Google Shape;770;p66"/>
          <p:cNvSpPr txBox="1"/>
          <p:nvPr>
            <p:ph type="title"/>
          </p:nvPr>
        </p:nvSpPr>
        <p:spPr>
          <a:xfrm>
            <a:off x="1225225" y="2090813"/>
            <a:ext cx="6852300" cy="369300"/>
          </a:xfrm>
          <a:prstGeom prst="rect">
            <a:avLst/>
          </a:prstGeom>
        </p:spPr>
        <p:txBody>
          <a:bodyPr anchorCtr="0" anchor="ctr" bIns="0" lIns="0" spcFirstLastPara="1" rIns="0" wrap="square" tIns="0">
            <a:noAutofit/>
          </a:bodyPr>
          <a:lstStyle/>
          <a:p>
            <a:pPr indent="0" lvl="0" marL="0" rtl="0" algn="l">
              <a:spcBef>
                <a:spcPts val="0"/>
              </a:spcBef>
              <a:spcAft>
                <a:spcPts val="0"/>
              </a:spcAft>
              <a:buNone/>
            </a:pPr>
            <a:r>
              <a:rPr lang="en-GB"/>
              <a:t>Formalising the cosine formula</a:t>
            </a:r>
            <a:endParaRPr/>
          </a:p>
        </p:txBody>
      </p:sp>
      <p:sp>
        <p:nvSpPr>
          <p:cNvPr id="771" name="Google Shape;771;p66"/>
          <p:cNvSpPr txBox="1"/>
          <p:nvPr>
            <p:ph idx="2" type="title"/>
          </p:nvPr>
        </p:nvSpPr>
        <p:spPr>
          <a:xfrm>
            <a:off x="1225225" y="3027088"/>
            <a:ext cx="6852300" cy="369300"/>
          </a:xfrm>
          <a:prstGeom prst="rect">
            <a:avLst/>
          </a:prstGeom>
        </p:spPr>
        <p:txBody>
          <a:bodyPr anchorCtr="0" anchor="ctr" bIns="0" lIns="0" spcFirstLastPara="1" rIns="0" wrap="square" tIns="0">
            <a:noAutofit/>
          </a:bodyPr>
          <a:lstStyle/>
          <a:p>
            <a:pPr indent="0" lvl="0" marL="0" rtl="0" algn="l">
              <a:spcBef>
                <a:spcPts val="0"/>
              </a:spcBef>
              <a:spcAft>
                <a:spcPts val="0"/>
              </a:spcAft>
              <a:buNone/>
            </a:pPr>
            <a:r>
              <a:rPr lang="en-GB"/>
              <a:t>Calculating angles using the cosine formula</a:t>
            </a:r>
            <a:endParaRPr/>
          </a:p>
        </p:txBody>
      </p:sp>
      <p:sp>
        <p:nvSpPr>
          <p:cNvPr id="772" name="Google Shape;772;p66"/>
          <p:cNvSpPr txBox="1"/>
          <p:nvPr>
            <p:ph idx="3" type="title"/>
          </p:nvPr>
        </p:nvSpPr>
        <p:spPr>
          <a:xfrm>
            <a:off x="324000" y="657600"/>
            <a:ext cx="5741400" cy="615600"/>
          </a:xfrm>
          <a:prstGeom prst="rect">
            <a:avLst/>
          </a:prstGeom>
        </p:spPr>
        <p:txBody>
          <a:bodyPr anchorCtr="0" anchor="t" bIns="0" lIns="0" spcFirstLastPara="1" rIns="0" wrap="square" tIns="0">
            <a:noAutofit/>
          </a:bodyPr>
          <a:lstStyle/>
          <a:p>
            <a:pPr indent="0" lvl="0" marL="0" rtl="0" algn="l">
              <a:spcBef>
                <a:spcPts val="0"/>
              </a:spcBef>
              <a:spcAft>
                <a:spcPts val="0"/>
              </a:spcAft>
              <a:buNone/>
            </a:pPr>
            <a:r>
              <a:rPr lang="en-GB"/>
              <a:t>Using the cosine ratio</a:t>
            </a:r>
            <a:endParaRPr/>
          </a:p>
        </p:txBody>
      </p:sp>
      <p:pic>
        <p:nvPicPr>
          <p:cNvPr id="773" name="Google Shape;773;p66"/>
          <p:cNvPicPr preferRelativeResize="0"/>
          <p:nvPr/>
        </p:nvPicPr>
        <p:blipFill>
          <a:blip r:embed="rId3">
            <a:alphaModFix/>
          </a:blip>
          <a:stretch>
            <a:fillRect/>
          </a:stretch>
        </p:blipFill>
        <p:spPr>
          <a:xfrm>
            <a:off x="415477" y="2053148"/>
            <a:ext cx="450575" cy="446750"/>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773"/>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77" name="Shape 777"/>
        <p:cNvGrpSpPr/>
        <p:nvPr/>
      </p:nvGrpSpPr>
      <p:grpSpPr>
        <a:xfrm>
          <a:off x="0" y="0"/>
          <a:ext cx="0" cy="0"/>
          <a:chOff x="0" y="0"/>
          <a:chExt cx="0" cy="0"/>
        </a:xfrm>
      </p:grpSpPr>
      <p:sp>
        <p:nvSpPr>
          <p:cNvPr id="778" name="Google Shape;778;p67"/>
          <p:cNvSpPr txBox="1"/>
          <p:nvPr/>
        </p:nvSpPr>
        <p:spPr>
          <a:xfrm>
            <a:off x="6351775" y="2367413"/>
            <a:ext cx="726000" cy="489300"/>
          </a:xfrm>
          <a:prstGeom prst="rect">
            <a:avLst/>
          </a:prstGeom>
          <a:solidFill>
            <a:schemeClr val="lt1"/>
          </a:solidFill>
          <a:ln>
            <a:noFill/>
          </a:ln>
        </p:spPr>
        <p:txBody>
          <a:bodyPr anchorCtr="0" anchor="ctr" bIns="0" lIns="0" spcFirstLastPara="1" rIns="0" wrap="square" tIns="0">
            <a:noAutofit/>
          </a:bodyPr>
          <a:lstStyle/>
          <a:p>
            <a:pPr indent="0" lvl="0" marL="0" rtl="0" algn="ctr">
              <a:spcBef>
                <a:spcPts val="0"/>
              </a:spcBef>
              <a:spcAft>
                <a:spcPts val="0"/>
              </a:spcAft>
              <a:buClr>
                <a:srgbClr val="000000"/>
              </a:buClr>
              <a:buSzPts val="1100"/>
              <a:buFont typeface="Arial"/>
              <a:buNone/>
            </a:pPr>
            <a:r>
              <a:rPr lang="en-GB" sz="1800">
                <a:latin typeface="Lexend"/>
                <a:ea typeface="Lexend"/>
                <a:cs typeface="Lexend"/>
                <a:sym typeface="Lexend"/>
              </a:rPr>
              <a:t>15</a:t>
            </a:r>
            <a:endParaRPr sz="1800">
              <a:latin typeface="Lexend"/>
              <a:ea typeface="Lexend"/>
              <a:cs typeface="Lexend"/>
              <a:sym typeface="Lexend"/>
            </a:endParaRPr>
          </a:p>
        </p:txBody>
      </p:sp>
      <p:grpSp>
        <p:nvGrpSpPr>
          <p:cNvPr id="779" name="Google Shape;779;p67"/>
          <p:cNvGrpSpPr/>
          <p:nvPr/>
        </p:nvGrpSpPr>
        <p:grpSpPr>
          <a:xfrm>
            <a:off x="2068744" y="3186725"/>
            <a:ext cx="3815850" cy="639150"/>
            <a:chOff x="1459144" y="2424725"/>
            <a:chExt cx="3815850" cy="639150"/>
          </a:xfrm>
        </p:grpSpPr>
        <p:sp>
          <p:nvSpPr>
            <p:cNvPr id="780" name="Google Shape;780;p67"/>
            <p:cNvSpPr/>
            <p:nvPr/>
          </p:nvSpPr>
          <p:spPr>
            <a:xfrm>
              <a:off x="4592194" y="2424725"/>
              <a:ext cx="682800" cy="290100"/>
            </a:xfrm>
            <a:prstGeom prst="rect">
              <a:avLst/>
            </a:prstGeom>
            <a:noFill/>
            <a:ln cap="flat" cmpd="sng" w="28575">
              <a:solidFill>
                <a:srgbClr val="D02AA7"/>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sz="1800">
                <a:solidFill>
                  <a:srgbClr val="000000"/>
                </a:solidFill>
                <a:latin typeface="Lexend"/>
                <a:ea typeface="Lexend"/>
                <a:cs typeface="Lexend"/>
                <a:sym typeface="Lexend"/>
              </a:endParaRPr>
            </a:p>
          </p:txBody>
        </p:sp>
        <p:sp>
          <p:nvSpPr>
            <p:cNvPr id="781" name="Google Shape;781;p67"/>
            <p:cNvSpPr/>
            <p:nvPr/>
          </p:nvSpPr>
          <p:spPr>
            <a:xfrm>
              <a:off x="1459144" y="2773775"/>
              <a:ext cx="682800" cy="290100"/>
            </a:xfrm>
            <a:prstGeom prst="rect">
              <a:avLst/>
            </a:prstGeom>
            <a:noFill/>
            <a:ln cap="flat" cmpd="sng" w="28575">
              <a:solidFill>
                <a:srgbClr val="D02AA7"/>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sz="1800">
                <a:solidFill>
                  <a:srgbClr val="000000"/>
                </a:solidFill>
                <a:latin typeface="Lexend"/>
                <a:ea typeface="Lexend"/>
                <a:cs typeface="Lexend"/>
                <a:sym typeface="Lexend"/>
              </a:endParaRPr>
            </a:p>
          </p:txBody>
        </p:sp>
      </p:grpSp>
      <p:sp>
        <p:nvSpPr>
          <p:cNvPr id="782" name="Google Shape;782;p67"/>
          <p:cNvSpPr txBox="1"/>
          <p:nvPr/>
        </p:nvSpPr>
        <p:spPr>
          <a:xfrm>
            <a:off x="6351775" y="1878213"/>
            <a:ext cx="726000" cy="489300"/>
          </a:xfrm>
          <a:prstGeom prst="rect">
            <a:avLst/>
          </a:prstGeom>
          <a:solidFill>
            <a:schemeClr val="lt1"/>
          </a:solidFill>
          <a:ln>
            <a:noFill/>
          </a:ln>
        </p:spPr>
        <p:txBody>
          <a:bodyPr anchorCtr="0" anchor="ctr" bIns="0" lIns="0" spcFirstLastPara="1" rIns="0" wrap="square" tIns="0">
            <a:noAutofit/>
          </a:bodyPr>
          <a:lstStyle/>
          <a:p>
            <a:pPr indent="0" lvl="0" marL="0" rtl="0" algn="ctr">
              <a:spcBef>
                <a:spcPts val="0"/>
              </a:spcBef>
              <a:spcAft>
                <a:spcPts val="0"/>
              </a:spcAft>
              <a:buClr>
                <a:srgbClr val="000000"/>
              </a:buClr>
              <a:buSzPts val="1100"/>
              <a:buFont typeface="Arial"/>
              <a:buNone/>
            </a:pPr>
            <a:r>
              <a:rPr lang="en-GB" sz="1800">
                <a:latin typeface="Lexend"/>
                <a:ea typeface="Lexend"/>
                <a:cs typeface="Lexend"/>
                <a:sym typeface="Lexend"/>
              </a:rPr>
              <a:t>1</a:t>
            </a:r>
            <a:endParaRPr sz="1800">
              <a:latin typeface="Lexend"/>
              <a:ea typeface="Lexend"/>
              <a:cs typeface="Lexend"/>
              <a:sym typeface="Lexend"/>
            </a:endParaRPr>
          </a:p>
        </p:txBody>
      </p:sp>
      <p:sp>
        <p:nvSpPr>
          <p:cNvPr id="783" name="Google Shape;783;p67"/>
          <p:cNvSpPr txBox="1"/>
          <p:nvPr/>
        </p:nvSpPr>
        <p:spPr>
          <a:xfrm>
            <a:off x="7079875" y="1878213"/>
            <a:ext cx="726000" cy="489300"/>
          </a:xfrm>
          <a:prstGeom prst="rect">
            <a:avLst/>
          </a:prstGeom>
          <a:solidFill>
            <a:schemeClr val="lt1"/>
          </a:solidFill>
          <a:ln>
            <a:noFill/>
          </a:ln>
        </p:spPr>
        <p:txBody>
          <a:bodyPr anchorCtr="0" anchor="ctr" bIns="0" lIns="0" spcFirstLastPara="1" rIns="0" wrap="square" tIns="0">
            <a:noAutofit/>
          </a:bodyPr>
          <a:lstStyle/>
          <a:p>
            <a:pPr indent="0" lvl="0" marL="0" rtl="0" algn="ctr">
              <a:spcBef>
                <a:spcPts val="0"/>
              </a:spcBef>
              <a:spcAft>
                <a:spcPts val="0"/>
              </a:spcAft>
              <a:buClr>
                <a:srgbClr val="000000"/>
              </a:buClr>
              <a:buSzPts val="1100"/>
              <a:buFont typeface="Arial"/>
              <a:buNone/>
            </a:pPr>
            <a:r>
              <a:rPr lang="en-GB" sz="1800">
                <a:latin typeface="Lexend"/>
                <a:ea typeface="Lexend"/>
                <a:cs typeface="Lexend"/>
                <a:sym typeface="Lexend"/>
              </a:rPr>
              <a:t>0.68</a:t>
            </a:r>
            <a:endParaRPr sz="1800">
              <a:latin typeface="Lexend"/>
              <a:ea typeface="Lexend"/>
              <a:cs typeface="Lexend"/>
              <a:sym typeface="Lexend"/>
            </a:endParaRPr>
          </a:p>
        </p:txBody>
      </p:sp>
      <p:sp>
        <p:nvSpPr>
          <p:cNvPr id="784" name="Google Shape;784;p67"/>
          <p:cNvSpPr/>
          <p:nvPr/>
        </p:nvSpPr>
        <p:spPr>
          <a:xfrm>
            <a:off x="1403920" y="4543346"/>
            <a:ext cx="960300" cy="269700"/>
          </a:xfrm>
          <a:prstGeom prst="rect">
            <a:avLst/>
          </a:prstGeom>
          <a:noFill/>
          <a:ln cap="flat" cmpd="sng" w="28575">
            <a:solidFill>
              <a:srgbClr val="D02AA7"/>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sz="1800">
              <a:solidFill>
                <a:srgbClr val="000000"/>
              </a:solidFill>
              <a:latin typeface="Lexend"/>
              <a:ea typeface="Lexend"/>
              <a:cs typeface="Lexend"/>
              <a:sym typeface="Lexend"/>
            </a:endParaRPr>
          </a:p>
        </p:txBody>
      </p:sp>
      <p:sp>
        <p:nvSpPr>
          <p:cNvPr id="785" name="Google Shape;785;p67"/>
          <p:cNvSpPr txBox="1"/>
          <p:nvPr/>
        </p:nvSpPr>
        <p:spPr>
          <a:xfrm>
            <a:off x="5191356" y="3202050"/>
            <a:ext cx="703800" cy="2697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Clr>
                <a:srgbClr val="000000"/>
              </a:buClr>
              <a:buSzPts val="1100"/>
              <a:buFont typeface="Arial"/>
              <a:buNone/>
            </a:pPr>
            <a:r>
              <a:rPr lang="en-GB" sz="1800">
                <a:latin typeface="Lexend"/>
                <a:ea typeface="Lexend"/>
                <a:cs typeface="Lexend"/>
                <a:sym typeface="Lexend"/>
              </a:rPr>
              <a:t>15 cm</a:t>
            </a:r>
            <a:endParaRPr sz="1800">
              <a:latin typeface="Lexend"/>
              <a:ea typeface="Lexend"/>
              <a:cs typeface="Lexend"/>
              <a:sym typeface="Lexend"/>
            </a:endParaRPr>
          </a:p>
        </p:txBody>
      </p:sp>
      <p:sp>
        <p:nvSpPr>
          <p:cNvPr id="786" name="Google Shape;786;p67"/>
          <p:cNvSpPr txBox="1"/>
          <p:nvPr>
            <p:ph type="title"/>
          </p:nvPr>
        </p:nvSpPr>
        <p:spPr>
          <a:xfrm>
            <a:off x="324000" y="0"/>
            <a:ext cx="7885200" cy="613500"/>
          </a:xfrm>
          <a:prstGeom prst="rect">
            <a:avLst/>
          </a:prstGeom>
        </p:spPr>
        <p:txBody>
          <a:bodyPr anchorCtr="0" anchor="ctr" bIns="0" lIns="0" spcFirstLastPara="1" rIns="0" wrap="square" tIns="0">
            <a:noAutofit/>
          </a:bodyPr>
          <a:lstStyle/>
          <a:p>
            <a:pPr indent="0" lvl="0" marL="0" rtl="0" algn="l">
              <a:spcBef>
                <a:spcPts val="0"/>
              </a:spcBef>
              <a:spcAft>
                <a:spcPts val="0"/>
              </a:spcAft>
              <a:buNone/>
            </a:pPr>
            <a:r>
              <a:rPr lang="en-GB"/>
              <a:t>Formalising the cosine formula</a:t>
            </a:r>
            <a:endParaRPr/>
          </a:p>
        </p:txBody>
      </p:sp>
      <p:sp>
        <p:nvSpPr>
          <p:cNvPr id="787" name="Google Shape;787;p67"/>
          <p:cNvSpPr txBox="1"/>
          <p:nvPr/>
        </p:nvSpPr>
        <p:spPr>
          <a:xfrm>
            <a:off x="324000" y="610600"/>
            <a:ext cx="8496000" cy="12006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Clr>
                <a:srgbClr val="000000"/>
              </a:buClr>
              <a:buSzPts val="1100"/>
              <a:buFont typeface="Arial"/>
              <a:buNone/>
            </a:pPr>
            <a:r>
              <a:rPr lang="en-GB" sz="1800">
                <a:latin typeface="Lexend"/>
                <a:ea typeface="Lexend"/>
                <a:cs typeface="Lexend"/>
                <a:sym typeface="Lexend"/>
              </a:rPr>
              <a:t>We know that these two triangles are similar, as two of the angles in one triangle are equal to two angles in the other.</a:t>
            </a:r>
            <a:endParaRPr sz="1800">
              <a:latin typeface="Lexend"/>
              <a:ea typeface="Lexend"/>
              <a:cs typeface="Lexend"/>
              <a:sym typeface="Lexend"/>
            </a:endParaRPr>
          </a:p>
          <a:p>
            <a:pPr indent="0" lvl="0" marL="0" rtl="0" algn="l">
              <a:spcBef>
                <a:spcPts val="0"/>
              </a:spcBef>
              <a:spcAft>
                <a:spcPts val="0"/>
              </a:spcAft>
              <a:buClr>
                <a:srgbClr val="000000"/>
              </a:buClr>
              <a:buSzPts val="1100"/>
              <a:buFont typeface="Arial"/>
              <a:buNone/>
            </a:pPr>
            <a:r>
              <a:t/>
            </a:r>
            <a:endParaRPr sz="1000">
              <a:latin typeface="Lexend"/>
              <a:ea typeface="Lexend"/>
              <a:cs typeface="Lexend"/>
              <a:sym typeface="Lexend"/>
            </a:endParaRPr>
          </a:p>
          <a:p>
            <a:pPr indent="0" lvl="0" marL="0" rtl="0" algn="l">
              <a:lnSpc>
                <a:spcPct val="80000"/>
              </a:lnSpc>
              <a:spcBef>
                <a:spcPts val="0"/>
              </a:spcBef>
              <a:spcAft>
                <a:spcPts val="0"/>
              </a:spcAft>
              <a:buClr>
                <a:srgbClr val="000000"/>
              </a:buClr>
              <a:buSzPts val="1100"/>
              <a:buFont typeface="Arial"/>
              <a:buNone/>
            </a:pPr>
            <a:r>
              <a:rPr lang="en-GB" sz="1800">
                <a:latin typeface="Lexend"/>
                <a:ea typeface="Lexend"/>
                <a:cs typeface="Lexend"/>
                <a:sym typeface="Lexend"/>
              </a:rPr>
              <a:t>We can find the length of the side                                                                            </a:t>
            </a:r>
            <a:r>
              <a:rPr lang="en-GB" sz="1800">
                <a:solidFill>
                  <a:schemeClr val="dk1"/>
                </a:solidFill>
                <a:latin typeface="Lexend"/>
                <a:ea typeface="Lexend"/>
                <a:cs typeface="Lexend"/>
                <a:sym typeface="Lexend"/>
              </a:rPr>
              <a:t>labelled</a:t>
            </a:r>
            <a:r>
              <a:rPr lang="en-GB" sz="1800">
                <a:latin typeface="Lexend"/>
                <a:ea typeface="Lexend"/>
                <a:cs typeface="Lexend"/>
                <a:sym typeface="Lexend"/>
              </a:rPr>
              <a:t> </a:t>
            </a:r>
            <a:r>
              <a:rPr i="1" lang="en-GB" sz="2200">
                <a:solidFill>
                  <a:schemeClr val="dk1"/>
                </a:solidFill>
                <a:latin typeface="Times New Roman"/>
                <a:ea typeface="Times New Roman"/>
                <a:cs typeface="Times New Roman"/>
                <a:sym typeface="Times New Roman"/>
              </a:rPr>
              <a:t>x</a:t>
            </a:r>
            <a:r>
              <a:rPr lang="en-GB" sz="1800">
                <a:solidFill>
                  <a:schemeClr val="dk1"/>
                </a:solidFill>
                <a:latin typeface="Lexend"/>
                <a:ea typeface="Lexend"/>
                <a:cs typeface="Lexend"/>
                <a:sym typeface="Lexend"/>
              </a:rPr>
              <a:t> </a:t>
            </a:r>
            <a:r>
              <a:rPr lang="en-GB" sz="1800">
                <a:latin typeface="Lexend"/>
                <a:ea typeface="Lexend"/>
                <a:cs typeface="Lexend"/>
                <a:sym typeface="Lexend"/>
              </a:rPr>
              <a:t>by using a ratio table.</a:t>
            </a:r>
            <a:endParaRPr sz="1800">
              <a:latin typeface="Lexend"/>
              <a:ea typeface="Lexend"/>
              <a:cs typeface="Lexend"/>
              <a:sym typeface="Lexend"/>
            </a:endParaRPr>
          </a:p>
        </p:txBody>
      </p:sp>
      <p:sp>
        <p:nvSpPr>
          <p:cNvPr id="788" name="Google Shape;788;p67"/>
          <p:cNvSpPr txBox="1"/>
          <p:nvPr/>
        </p:nvSpPr>
        <p:spPr>
          <a:xfrm>
            <a:off x="2103558" y="3593375"/>
            <a:ext cx="613200" cy="1749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Clr>
                <a:srgbClr val="000000"/>
              </a:buClr>
              <a:buSzPts val="1100"/>
              <a:buFont typeface="Arial"/>
              <a:buNone/>
            </a:pPr>
            <a:r>
              <a:rPr lang="en-GB" sz="1800">
                <a:latin typeface="Lexend"/>
                <a:ea typeface="Lexend"/>
                <a:cs typeface="Lexend"/>
                <a:sym typeface="Lexend"/>
              </a:rPr>
              <a:t>1 cm</a:t>
            </a:r>
            <a:endParaRPr sz="1800">
              <a:latin typeface="Lexend"/>
              <a:ea typeface="Lexend"/>
              <a:cs typeface="Lexend"/>
              <a:sym typeface="Lexend"/>
            </a:endParaRPr>
          </a:p>
        </p:txBody>
      </p:sp>
      <p:sp>
        <p:nvSpPr>
          <p:cNvPr id="789" name="Google Shape;789;p67"/>
          <p:cNvSpPr/>
          <p:nvPr/>
        </p:nvSpPr>
        <p:spPr>
          <a:xfrm>
            <a:off x="5376937" y="3794798"/>
            <a:ext cx="1196700" cy="1196700"/>
          </a:xfrm>
          <a:prstGeom prst="arc">
            <a:avLst>
              <a:gd fmla="val 10771373" name="adj1"/>
              <a:gd fmla="val 13506230" name="adj2"/>
            </a:avLst>
          </a:prstGeom>
          <a:solidFill>
            <a:srgbClr val="F3EEFB"/>
          </a:solidFill>
          <a:ln cap="flat" cmpd="sng" w="28575">
            <a:solidFill>
              <a:srgbClr val="845AD9"/>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sp>
        <p:nvSpPr>
          <p:cNvPr id="790" name="Google Shape;790;p67"/>
          <p:cNvSpPr/>
          <p:nvPr/>
        </p:nvSpPr>
        <p:spPr>
          <a:xfrm>
            <a:off x="1852985" y="3777825"/>
            <a:ext cx="1196400" cy="1196400"/>
          </a:xfrm>
          <a:prstGeom prst="arc">
            <a:avLst>
              <a:gd fmla="val 10771373" name="adj1"/>
              <a:gd fmla="val 13506230" name="adj2"/>
            </a:avLst>
          </a:prstGeom>
          <a:solidFill>
            <a:srgbClr val="F3EEFB"/>
          </a:solidFill>
          <a:ln cap="flat" cmpd="sng" w="28575">
            <a:solidFill>
              <a:srgbClr val="845AD9"/>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sp>
        <p:nvSpPr>
          <p:cNvPr id="791" name="Google Shape;791;p67"/>
          <p:cNvSpPr/>
          <p:nvPr/>
        </p:nvSpPr>
        <p:spPr>
          <a:xfrm>
            <a:off x="4199604" y="4060780"/>
            <a:ext cx="343200" cy="343200"/>
          </a:xfrm>
          <a:prstGeom prst="rect">
            <a:avLst/>
          </a:prstGeom>
          <a:noFill/>
          <a:ln cap="flat" cmpd="sng" w="28575">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cxnSp>
        <p:nvCxnSpPr>
          <p:cNvPr id="792" name="Google Shape;792;p67"/>
          <p:cNvCxnSpPr/>
          <p:nvPr/>
        </p:nvCxnSpPr>
        <p:spPr>
          <a:xfrm>
            <a:off x="4277510" y="2530101"/>
            <a:ext cx="1795800" cy="1795800"/>
          </a:xfrm>
          <a:prstGeom prst="straightConnector1">
            <a:avLst/>
          </a:prstGeom>
          <a:noFill/>
          <a:ln cap="flat" cmpd="sng" w="28575">
            <a:solidFill>
              <a:srgbClr val="845AD9"/>
            </a:solidFill>
            <a:prstDash val="solid"/>
            <a:round/>
            <a:headEnd len="med" w="med" type="triangle"/>
            <a:tailEnd len="med" w="med" type="triangle"/>
          </a:ln>
        </p:spPr>
      </p:cxnSp>
      <p:sp>
        <p:nvSpPr>
          <p:cNvPr id="793" name="Google Shape;793;p67"/>
          <p:cNvSpPr txBox="1"/>
          <p:nvPr/>
        </p:nvSpPr>
        <p:spPr>
          <a:xfrm>
            <a:off x="5370689" y="4158463"/>
            <a:ext cx="457200" cy="2280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Clr>
                <a:srgbClr val="000000"/>
              </a:buClr>
              <a:buSzPts val="1100"/>
              <a:buFont typeface="Arial"/>
              <a:buNone/>
            </a:pPr>
            <a:r>
              <a:rPr lang="en-GB" sz="1800">
                <a:latin typeface="Lexend"/>
                <a:ea typeface="Lexend"/>
                <a:cs typeface="Lexend"/>
                <a:sym typeface="Lexend"/>
              </a:rPr>
              <a:t>47°</a:t>
            </a:r>
            <a:endParaRPr sz="1800">
              <a:latin typeface="Lexend"/>
              <a:ea typeface="Lexend"/>
              <a:cs typeface="Lexend"/>
              <a:sym typeface="Lexend"/>
            </a:endParaRPr>
          </a:p>
        </p:txBody>
      </p:sp>
      <p:sp>
        <p:nvSpPr>
          <p:cNvPr id="794" name="Google Shape;794;p67"/>
          <p:cNvSpPr/>
          <p:nvPr/>
        </p:nvSpPr>
        <p:spPr>
          <a:xfrm>
            <a:off x="1297987" y="4160162"/>
            <a:ext cx="222900" cy="222900"/>
          </a:xfrm>
          <a:prstGeom prst="rect">
            <a:avLst/>
          </a:prstGeom>
          <a:noFill/>
          <a:ln cap="flat" cmpd="sng" w="28575">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cxnSp>
        <p:nvCxnSpPr>
          <p:cNvPr id="795" name="Google Shape;795;p67"/>
          <p:cNvCxnSpPr/>
          <p:nvPr/>
        </p:nvCxnSpPr>
        <p:spPr>
          <a:xfrm>
            <a:off x="1433879" y="3080775"/>
            <a:ext cx="1166100" cy="1166100"/>
          </a:xfrm>
          <a:prstGeom prst="straightConnector1">
            <a:avLst/>
          </a:prstGeom>
          <a:noFill/>
          <a:ln cap="flat" cmpd="sng" w="28575">
            <a:solidFill>
              <a:srgbClr val="845AD9"/>
            </a:solidFill>
            <a:prstDash val="solid"/>
            <a:round/>
            <a:headEnd len="med" w="med" type="triangle"/>
            <a:tailEnd len="med" w="med" type="triangle"/>
          </a:ln>
        </p:spPr>
      </p:cxnSp>
      <p:sp>
        <p:nvSpPr>
          <p:cNvPr id="796" name="Google Shape;796;p67"/>
          <p:cNvSpPr txBox="1"/>
          <p:nvPr/>
        </p:nvSpPr>
        <p:spPr>
          <a:xfrm>
            <a:off x="1851746" y="4167388"/>
            <a:ext cx="457200" cy="1749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Clr>
                <a:srgbClr val="000000"/>
              </a:buClr>
              <a:buSzPts val="1100"/>
              <a:buFont typeface="Arial"/>
              <a:buNone/>
            </a:pPr>
            <a:r>
              <a:rPr lang="en-GB" sz="1800">
                <a:latin typeface="Lexend"/>
                <a:ea typeface="Lexend"/>
                <a:cs typeface="Lexend"/>
                <a:sym typeface="Lexend"/>
              </a:rPr>
              <a:t>47°</a:t>
            </a:r>
            <a:endParaRPr sz="1800">
              <a:latin typeface="Lexend"/>
              <a:ea typeface="Lexend"/>
              <a:cs typeface="Lexend"/>
              <a:sym typeface="Lexend"/>
            </a:endParaRPr>
          </a:p>
        </p:txBody>
      </p:sp>
      <p:grpSp>
        <p:nvGrpSpPr>
          <p:cNvPr id="797" name="Google Shape;797;p67"/>
          <p:cNvGrpSpPr/>
          <p:nvPr/>
        </p:nvGrpSpPr>
        <p:grpSpPr>
          <a:xfrm>
            <a:off x="2222644" y="2387584"/>
            <a:ext cx="1640399" cy="498127"/>
            <a:chOff x="5007400" y="2284700"/>
            <a:chExt cx="1640399" cy="498127"/>
          </a:xfrm>
        </p:grpSpPr>
        <p:sp>
          <p:nvSpPr>
            <p:cNvPr id="798" name="Google Shape;798;p67"/>
            <p:cNvSpPr/>
            <p:nvPr/>
          </p:nvSpPr>
          <p:spPr>
            <a:xfrm flipH="1" rot="-5400000">
              <a:off x="5735112" y="1870139"/>
              <a:ext cx="184976" cy="1640399"/>
            </a:xfrm>
            <a:custGeom>
              <a:rect b="b" l="l" r="r" t="t"/>
              <a:pathLst>
                <a:path extrusionOk="0" h="30529" w="2102">
                  <a:moveTo>
                    <a:pt x="2102" y="0"/>
                  </a:moveTo>
                  <a:cubicBezTo>
                    <a:pt x="1752" y="2548"/>
                    <a:pt x="9" y="10201"/>
                    <a:pt x="1" y="15289"/>
                  </a:cubicBezTo>
                  <a:cubicBezTo>
                    <a:pt x="-7" y="20377"/>
                    <a:pt x="1711" y="27989"/>
                    <a:pt x="2053" y="30529"/>
                  </a:cubicBezTo>
                </a:path>
              </a:pathLst>
            </a:custGeom>
            <a:noFill/>
            <a:ln cap="flat" cmpd="sng" w="28575">
              <a:solidFill>
                <a:srgbClr val="000000"/>
              </a:solidFill>
              <a:prstDash val="solid"/>
              <a:round/>
              <a:headEnd len="med" w="med" type="none"/>
              <a:tailEnd len="med" w="med" type="triangle"/>
            </a:ln>
          </p:spPr>
        </p:sp>
        <p:sp>
          <p:nvSpPr>
            <p:cNvPr id="799" name="Google Shape;799;p67"/>
            <p:cNvSpPr txBox="1"/>
            <p:nvPr/>
          </p:nvSpPr>
          <p:spPr>
            <a:xfrm>
              <a:off x="5190550" y="2284700"/>
              <a:ext cx="1274100" cy="277200"/>
            </a:xfrm>
            <a:prstGeom prst="rect">
              <a:avLst/>
            </a:prstGeom>
            <a:noFill/>
            <a:ln>
              <a:noFill/>
            </a:ln>
          </p:spPr>
          <p:txBody>
            <a:bodyPr anchorCtr="0" anchor="t" bIns="0" lIns="0" spcFirstLastPara="1" rIns="0" wrap="square" tIns="0">
              <a:spAutoFit/>
            </a:bodyPr>
            <a:lstStyle/>
            <a:p>
              <a:pPr indent="0" lvl="0" marL="0" rtl="0" algn="ctr">
                <a:spcBef>
                  <a:spcPts val="0"/>
                </a:spcBef>
                <a:spcAft>
                  <a:spcPts val="0"/>
                </a:spcAft>
                <a:buClr>
                  <a:srgbClr val="000000"/>
                </a:buClr>
                <a:buSzPts val="1100"/>
                <a:buFont typeface="Arial"/>
                <a:buNone/>
              </a:pPr>
              <a:r>
                <a:rPr lang="en-GB" sz="1800">
                  <a:latin typeface="Lexend"/>
                  <a:ea typeface="Lexend"/>
                  <a:cs typeface="Lexend"/>
                  <a:sym typeface="Lexend"/>
                </a:rPr>
                <a:t>× 15</a:t>
              </a:r>
              <a:endParaRPr sz="1800">
                <a:latin typeface="Lexend"/>
                <a:ea typeface="Lexend"/>
                <a:cs typeface="Lexend"/>
                <a:sym typeface="Lexend"/>
              </a:endParaRPr>
            </a:p>
          </p:txBody>
        </p:sp>
      </p:grpSp>
      <p:sp>
        <p:nvSpPr>
          <p:cNvPr id="800" name="Google Shape;800;p67"/>
          <p:cNvSpPr txBox="1"/>
          <p:nvPr/>
        </p:nvSpPr>
        <p:spPr>
          <a:xfrm>
            <a:off x="1297975" y="4587107"/>
            <a:ext cx="1166100" cy="1749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Clr>
                <a:schemeClr val="dk1"/>
              </a:buClr>
              <a:buSzPts val="1100"/>
              <a:buFont typeface="Arial"/>
              <a:buNone/>
            </a:pPr>
            <a:r>
              <a:rPr lang="en-GB" sz="1800">
                <a:solidFill>
                  <a:schemeClr val="dk1"/>
                </a:solidFill>
                <a:latin typeface="Lexend"/>
                <a:ea typeface="Lexend"/>
                <a:cs typeface="Lexend"/>
                <a:sym typeface="Lexend"/>
              </a:rPr>
              <a:t>0.68 cm</a:t>
            </a:r>
            <a:endParaRPr sz="1800">
              <a:latin typeface="Lexend"/>
              <a:ea typeface="Lexend"/>
              <a:cs typeface="Lexend"/>
              <a:sym typeface="Lexend"/>
            </a:endParaRPr>
          </a:p>
        </p:txBody>
      </p:sp>
      <p:grpSp>
        <p:nvGrpSpPr>
          <p:cNvPr id="801" name="Google Shape;801;p67"/>
          <p:cNvGrpSpPr/>
          <p:nvPr/>
        </p:nvGrpSpPr>
        <p:grpSpPr>
          <a:xfrm>
            <a:off x="6740300" y="2944400"/>
            <a:ext cx="864600" cy="472229"/>
            <a:chOff x="7045100" y="3173000"/>
            <a:chExt cx="864600" cy="472229"/>
          </a:xfrm>
        </p:grpSpPr>
        <p:sp>
          <p:nvSpPr>
            <p:cNvPr id="802" name="Google Shape;802;p67"/>
            <p:cNvSpPr/>
            <p:nvPr/>
          </p:nvSpPr>
          <p:spPr>
            <a:xfrm>
              <a:off x="7072065" y="3173000"/>
              <a:ext cx="645500" cy="137100"/>
            </a:xfrm>
            <a:custGeom>
              <a:rect b="b" l="l" r="r" t="t"/>
              <a:pathLst>
                <a:path extrusionOk="0" h="5484" w="25820">
                  <a:moveTo>
                    <a:pt x="0" y="315"/>
                  </a:moveTo>
                  <a:cubicBezTo>
                    <a:pt x="3392" y="8226"/>
                    <a:pt x="19739" y="6091"/>
                    <a:pt x="25820" y="0"/>
                  </a:cubicBezTo>
                </a:path>
              </a:pathLst>
            </a:custGeom>
            <a:noFill/>
            <a:ln cap="flat" cmpd="sng" w="28575">
              <a:solidFill>
                <a:srgbClr val="000000"/>
              </a:solidFill>
              <a:prstDash val="solid"/>
              <a:round/>
              <a:headEnd len="med" w="med" type="none"/>
              <a:tailEnd len="med" w="med" type="triangle"/>
            </a:ln>
          </p:spPr>
        </p:sp>
        <p:sp>
          <p:nvSpPr>
            <p:cNvPr id="803" name="Google Shape;803;p67"/>
            <p:cNvSpPr txBox="1"/>
            <p:nvPr/>
          </p:nvSpPr>
          <p:spPr>
            <a:xfrm>
              <a:off x="7045100" y="3324529"/>
              <a:ext cx="864600" cy="320700"/>
            </a:xfrm>
            <a:prstGeom prst="rect">
              <a:avLst/>
            </a:prstGeom>
            <a:noFill/>
            <a:ln>
              <a:noFill/>
            </a:ln>
          </p:spPr>
          <p:txBody>
            <a:bodyPr anchorCtr="0" anchor="t" bIns="0" lIns="0" spcFirstLastPara="1" rIns="0" wrap="square" tIns="0">
              <a:noAutofit/>
            </a:bodyPr>
            <a:lstStyle/>
            <a:p>
              <a:pPr indent="0" lvl="0" marL="0" rtl="0" algn="l">
                <a:lnSpc>
                  <a:spcPct val="115000"/>
                </a:lnSpc>
                <a:spcBef>
                  <a:spcPts val="0"/>
                </a:spcBef>
                <a:spcAft>
                  <a:spcPts val="1000"/>
                </a:spcAft>
                <a:buNone/>
              </a:pPr>
              <a:r>
                <a:rPr lang="en-GB" sz="1800">
                  <a:solidFill>
                    <a:srgbClr val="000000"/>
                  </a:solidFill>
                  <a:latin typeface="Lexend"/>
                  <a:ea typeface="Lexend"/>
                  <a:cs typeface="Lexend"/>
                  <a:sym typeface="Lexend"/>
                </a:rPr>
                <a:t>× </a:t>
              </a:r>
              <a:r>
                <a:rPr lang="en-GB" sz="1800">
                  <a:latin typeface="Lexend"/>
                  <a:ea typeface="Lexend"/>
                  <a:cs typeface="Lexend"/>
                  <a:sym typeface="Lexend"/>
                </a:rPr>
                <a:t>0.68</a:t>
              </a:r>
              <a:endParaRPr sz="1800">
                <a:solidFill>
                  <a:srgbClr val="000000"/>
                </a:solidFill>
                <a:latin typeface="Lexend"/>
                <a:ea typeface="Lexend"/>
                <a:cs typeface="Lexend"/>
                <a:sym typeface="Lexend"/>
              </a:endParaRPr>
            </a:p>
          </p:txBody>
        </p:sp>
      </p:grpSp>
      <p:grpSp>
        <p:nvGrpSpPr>
          <p:cNvPr id="804" name="Google Shape;804;p67"/>
          <p:cNvGrpSpPr/>
          <p:nvPr/>
        </p:nvGrpSpPr>
        <p:grpSpPr>
          <a:xfrm>
            <a:off x="6740300" y="1339929"/>
            <a:ext cx="864600" cy="450596"/>
            <a:chOff x="7045100" y="1568529"/>
            <a:chExt cx="864600" cy="450596"/>
          </a:xfrm>
        </p:grpSpPr>
        <p:sp>
          <p:nvSpPr>
            <p:cNvPr id="805" name="Google Shape;805;p67"/>
            <p:cNvSpPr/>
            <p:nvPr/>
          </p:nvSpPr>
          <p:spPr>
            <a:xfrm flipH="1" rot="10800000">
              <a:off x="7072065" y="1882025"/>
              <a:ext cx="645500" cy="137100"/>
            </a:xfrm>
            <a:custGeom>
              <a:rect b="b" l="l" r="r" t="t"/>
              <a:pathLst>
                <a:path extrusionOk="0" h="5484" w="25820">
                  <a:moveTo>
                    <a:pt x="0" y="315"/>
                  </a:moveTo>
                  <a:cubicBezTo>
                    <a:pt x="3392" y="8226"/>
                    <a:pt x="19739" y="6091"/>
                    <a:pt x="25820" y="0"/>
                  </a:cubicBezTo>
                </a:path>
              </a:pathLst>
            </a:custGeom>
            <a:noFill/>
            <a:ln cap="flat" cmpd="sng" w="28575">
              <a:solidFill>
                <a:srgbClr val="000000"/>
              </a:solidFill>
              <a:prstDash val="solid"/>
              <a:round/>
              <a:headEnd len="med" w="med" type="none"/>
              <a:tailEnd len="med" w="med" type="triangle"/>
            </a:ln>
          </p:spPr>
        </p:sp>
        <p:sp>
          <p:nvSpPr>
            <p:cNvPr id="806" name="Google Shape;806;p67"/>
            <p:cNvSpPr txBox="1"/>
            <p:nvPr/>
          </p:nvSpPr>
          <p:spPr>
            <a:xfrm>
              <a:off x="7045100" y="1568529"/>
              <a:ext cx="864600" cy="320700"/>
            </a:xfrm>
            <a:prstGeom prst="rect">
              <a:avLst/>
            </a:prstGeom>
            <a:noFill/>
            <a:ln>
              <a:noFill/>
            </a:ln>
          </p:spPr>
          <p:txBody>
            <a:bodyPr anchorCtr="0" anchor="t" bIns="0" lIns="0" spcFirstLastPara="1" rIns="0" wrap="square" tIns="0">
              <a:noAutofit/>
            </a:bodyPr>
            <a:lstStyle/>
            <a:p>
              <a:pPr indent="0" lvl="0" marL="0" rtl="0" algn="l">
                <a:lnSpc>
                  <a:spcPct val="115000"/>
                </a:lnSpc>
                <a:spcBef>
                  <a:spcPts val="0"/>
                </a:spcBef>
                <a:spcAft>
                  <a:spcPts val="1000"/>
                </a:spcAft>
                <a:buNone/>
              </a:pPr>
              <a:r>
                <a:rPr lang="en-GB" sz="1800">
                  <a:solidFill>
                    <a:srgbClr val="000000"/>
                  </a:solidFill>
                  <a:latin typeface="Lexend"/>
                  <a:ea typeface="Lexend"/>
                  <a:cs typeface="Lexend"/>
                  <a:sym typeface="Lexend"/>
                </a:rPr>
                <a:t>× </a:t>
              </a:r>
              <a:r>
                <a:rPr lang="en-GB" sz="1800">
                  <a:latin typeface="Lexend"/>
                  <a:ea typeface="Lexend"/>
                  <a:cs typeface="Lexend"/>
                  <a:sym typeface="Lexend"/>
                </a:rPr>
                <a:t>0.68</a:t>
              </a:r>
              <a:endParaRPr sz="1800">
                <a:solidFill>
                  <a:srgbClr val="000000"/>
                </a:solidFill>
                <a:latin typeface="Lexend"/>
                <a:ea typeface="Lexend"/>
                <a:cs typeface="Lexend"/>
                <a:sym typeface="Lexend"/>
              </a:endParaRPr>
            </a:p>
          </p:txBody>
        </p:sp>
      </p:grpSp>
      <p:grpSp>
        <p:nvGrpSpPr>
          <p:cNvPr id="807" name="Google Shape;807;p67"/>
          <p:cNvGrpSpPr/>
          <p:nvPr/>
        </p:nvGrpSpPr>
        <p:grpSpPr>
          <a:xfrm>
            <a:off x="5619501" y="2080125"/>
            <a:ext cx="2895578" cy="582538"/>
            <a:chOff x="5924301" y="2308725"/>
            <a:chExt cx="2895578" cy="582538"/>
          </a:xfrm>
        </p:grpSpPr>
        <p:sp>
          <p:nvSpPr>
            <p:cNvPr id="808" name="Google Shape;808;p67"/>
            <p:cNvSpPr/>
            <p:nvPr/>
          </p:nvSpPr>
          <p:spPr>
            <a:xfrm flipH="1">
              <a:off x="8196620" y="2308725"/>
              <a:ext cx="145300" cy="582525"/>
            </a:xfrm>
            <a:custGeom>
              <a:rect b="b" l="l" r="r" t="t"/>
              <a:pathLst>
                <a:path extrusionOk="0" h="23301" w="5812">
                  <a:moveTo>
                    <a:pt x="5812" y="0"/>
                  </a:moveTo>
                  <a:cubicBezTo>
                    <a:pt x="-862" y="4007"/>
                    <a:pt x="-2242" y="18988"/>
                    <a:pt x="4238" y="23301"/>
                  </a:cubicBezTo>
                </a:path>
              </a:pathLst>
            </a:custGeom>
            <a:noFill/>
            <a:ln cap="flat" cmpd="sng" w="28575">
              <a:solidFill>
                <a:srgbClr val="000000"/>
              </a:solidFill>
              <a:prstDash val="solid"/>
              <a:round/>
              <a:headEnd len="med" w="med" type="none"/>
              <a:tailEnd len="med" w="med" type="triangle"/>
            </a:ln>
          </p:spPr>
        </p:sp>
        <p:grpSp>
          <p:nvGrpSpPr>
            <p:cNvPr id="809" name="Google Shape;809;p67"/>
            <p:cNvGrpSpPr/>
            <p:nvPr/>
          </p:nvGrpSpPr>
          <p:grpSpPr>
            <a:xfrm>
              <a:off x="5924301" y="2308738"/>
              <a:ext cx="646319" cy="582525"/>
              <a:chOff x="5924301" y="2308738"/>
              <a:chExt cx="646319" cy="582525"/>
            </a:xfrm>
          </p:grpSpPr>
          <p:sp>
            <p:nvSpPr>
              <p:cNvPr id="810" name="Google Shape;810;p67"/>
              <p:cNvSpPr/>
              <p:nvPr/>
            </p:nvSpPr>
            <p:spPr>
              <a:xfrm>
                <a:off x="6425320" y="2308738"/>
                <a:ext cx="145300" cy="582525"/>
              </a:xfrm>
              <a:custGeom>
                <a:rect b="b" l="l" r="r" t="t"/>
                <a:pathLst>
                  <a:path extrusionOk="0" h="23301" w="5812">
                    <a:moveTo>
                      <a:pt x="5812" y="0"/>
                    </a:moveTo>
                    <a:cubicBezTo>
                      <a:pt x="-862" y="4007"/>
                      <a:pt x="-2242" y="18988"/>
                      <a:pt x="4238" y="23301"/>
                    </a:cubicBezTo>
                  </a:path>
                </a:pathLst>
              </a:custGeom>
              <a:noFill/>
              <a:ln cap="flat" cmpd="sng" w="28575">
                <a:solidFill>
                  <a:srgbClr val="000000"/>
                </a:solidFill>
                <a:prstDash val="solid"/>
                <a:round/>
                <a:headEnd len="med" w="med" type="none"/>
                <a:tailEnd len="med" w="med" type="triangle"/>
              </a:ln>
            </p:spPr>
          </p:sp>
          <p:sp>
            <p:nvSpPr>
              <p:cNvPr id="811" name="Google Shape;811;p67"/>
              <p:cNvSpPr txBox="1"/>
              <p:nvPr/>
            </p:nvSpPr>
            <p:spPr>
              <a:xfrm>
                <a:off x="5924301" y="2411400"/>
                <a:ext cx="457200" cy="320700"/>
              </a:xfrm>
              <a:prstGeom prst="rect">
                <a:avLst/>
              </a:prstGeom>
              <a:noFill/>
              <a:ln>
                <a:noFill/>
              </a:ln>
            </p:spPr>
            <p:txBody>
              <a:bodyPr anchorCtr="0" anchor="t" bIns="0" lIns="0" spcFirstLastPara="1" rIns="0" wrap="square" tIns="0">
                <a:noAutofit/>
              </a:bodyPr>
              <a:lstStyle/>
              <a:p>
                <a:pPr indent="0" lvl="0" marL="0" rtl="0" algn="l">
                  <a:lnSpc>
                    <a:spcPct val="115000"/>
                  </a:lnSpc>
                  <a:spcBef>
                    <a:spcPts val="0"/>
                  </a:spcBef>
                  <a:spcAft>
                    <a:spcPts val="1000"/>
                  </a:spcAft>
                  <a:buNone/>
                </a:pPr>
                <a:r>
                  <a:rPr lang="en-GB" sz="1800">
                    <a:solidFill>
                      <a:srgbClr val="000000"/>
                    </a:solidFill>
                    <a:latin typeface="Lexend"/>
                    <a:ea typeface="Lexend"/>
                    <a:cs typeface="Lexend"/>
                    <a:sym typeface="Lexend"/>
                  </a:rPr>
                  <a:t>× 1</a:t>
                </a:r>
                <a:r>
                  <a:rPr lang="en-GB" sz="1800">
                    <a:latin typeface="Lexend"/>
                    <a:ea typeface="Lexend"/>
                    <a:cs typeface="Lexend"/>
                    <a:sym typeface="Lexend"/>
                  </a:rPr>
                  <a:t>5</a:t>
                </a:r>
                <a:endParaRPr sz="1800">
                  <a:solidFill>
                    <a:srgbClr val="000000"/>
                  </a:solidFill>
                  <a:latin typeface="Lexend"/>
                  <a:ea typeface="Lexend"/>
                  <a:cs typeface="Lexend"/>
                  <a:sym typeface="Lexend"/>
                </a:endParaRPr>
              </a:p>
            </p:txBody>
          </p:sp>
        </p:grpSp>
        <p:sp>
          <p:nvSpPr>
            <p:cNvPr id="812" name="Google Shape;812;p67"/>
            <p:cNvSpPr txBox="1"/>
            <p:nvPr/>
          </p:nvSpPr>
          <p:spPr>
            <a:xfrm>
              <a:off x="8379179" y="2368275"/>
              <a:ext cx="440700" cy="320700"/>
            </a:xfrm>
            <a:prstGeom prst="rect">
              <a:avLst/>
            </a:prstGeom>
            <a:noFill/>
            <a:ln>
              <a:noFill/>
            </a:ln>
          </p:spPr>
          <p:txBody>
            <a:bodyPr anchorCtr="0" anchor="t" bIns="0" lIns="0" spcFirstLastPara="1" rIns="0" wrap="square" tIns="0">
              <a:noAutofit/>
            </a:bodyPr>
            <a:lstStyle/>
            <a:p>
              <a:pPr indent="0" lvl="0" marL="0" rtl="0" algn="l">
                <a:lnSpc>
                  <a:spcPct val="115000"/>
                </a:lnSpc>
                <a:spcBef>
                  <a:spcPts val="0"/>
                </a:spcBef>
                <a:spcAft>
                  <a:spcPts val="1000"/>
                </a:spcAft>
                <a:buNone/>
              </a:pPr>
              <a:r>
                <a:rPr lang="en-GB" sz="1800">
                  <a:solidFill>
                    <a:srgbClr val="000000"/>
                  </a:solidFill>
                  <a:latin typeface="Lexend"/>
                  <a:ea typeface="Lexend"/>
                  <a:cs typeface="Lexend"/>
                  <a:sym typeface="Lexend"/>
                </a:rPr>
                <a:t>× 1</a:t>
              </a:r>
              <a:r>
                <a:rPr lang="en-GB" sz="1800">
                  <a:latin typeface="Lexend"/>
                  <a:ea typeface="Lexend"/>
                  <a:cs typeface="Lexend"/>
                  <a:sym typeface="Lexend"/>
                </a:rPr>
                <a:t>5</a:t>
              </a:r>
              <a:endParaRPr sz="1800">
                <a:solidFill>
                  <a:srgbClr val="000000"/>
                </a:solidFill>
                <a:latin typeface="Lexend"/>
                <a:ea typeface="Lexend"/>
                <a:cs typeface="Lexend"/>
                <a:sym typeface="Lexend"/>
              </a:endParaRPr>
            </a:p>
          </p:txBody>
        </p:sp>
      </p:grpSp>
      <p:sp>
        <p:nvSpPr>
          <p:cNvPr id="813" name="Google Shape;813;p67"/>
          <p:cNvSpPr txBox="1"/>
          <p:nvPr/>
        </p:nvSpPr>
        <p:spPr>
          <a:xfrm>
            <a:off x="4843519" y="4568657"/>
            <a:ext cx="682800" cy="1749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Clr>
                <a:schemeClr val="dk1"/>
              </a:buClr>
              <a:buSzPts val="1100"/>
              <a:buFont typeface="Arial"/>
              <a:buNone/>
            </a:pPr>
            <a:r>
              <a:rPr i="1" lang="en-GB" sz="2200">
                <a:solidFill>
                  <a:schemeClr val="dk1"/>
                </a:solidFill>
                <a:latin typeface="Times New Roman"/>
                <a:ea typeface="Times New Roman"/>
                <a:cs typeface="Times New Roman"/>
                <a:sym typeface="Times New Roman"/>
              </a:rPr>
              <a:t>x</a:t>
            </a:r>
            <a:r>
              <a:rPr lang="en-GB" sz="1800">
                <a:solidFill>
                  <a:schemeClr val="dk1"/>
                </a:solidFill>
                <a:latin typeface="Lexend"/>
                <a:ea typeface="Lexend"/>
                <a:cs typeface="Lexend"/>
                <a:sym typeface="Lexend"/>
              </a:rPr>
              <a:t> cm</a:t>
            </a:r>
            <a:endParaRPr sz="1800">
              <a:latin typeface="Lexend"/>
              <a:ea typeface="Lexend"/>
              <a:cs typeface="Lexend"/>
              <a:sym typeface="Lexend"/>
            </a:endParaRPr>
          </a:p>
        </p:txBody>
      </p:sp>
      <p:sp>
        <p:nvSpPr>
          <p:cNvPr id="814" name="Google Shape;814;p67"/>
          <p:cNvSpPr txBox="1"/>
          <p:nvPr/>
        </p:nvSpPr>
        <p:spPr>
          <a:xfrm>
            <a:off x="4571995" y="4540257"/>
            <a:ext cx="886500" cy="269700"/>
          </a:xfrm>
          <a:prstGeom prst="rect">
            <a:avLst/>
          </a:prstGeom>
          <a:solidFill>
            <a:schemeClr val="lt1"/>
          </a:solidFill>
          <a:ln>
            <a:noFill/>
          </a:ln>
        </p:spPr>
        <p:txBody>
          <a:bodyPr anchorCtr="0" anchor="ctr" bIns="0" lIns="0" spcFirstLastPara="1" rIns="0" wrap="square" tIns="0">
            <a:noAutofit/>
          </a:bodyPr>
          <a:lstStyle/>
          <a:p>
            <a:pPr indent="0" lvl="0" marL="0" rtl="0" algn="ctr">
              <a:spcBef>
                <a:spcPts val="0"/>
              </a:spcBef>
              <a:spcAft>
                <a:spcPts val="0"/>
              </a:spcAft>
              <a:buClr>
                <a:srgbClr val="000000"/>
              </a:buClr>
              <a:buSzPts val="1100"/>
              <a:buFont typeface="Arial"/>
              <a:buNone/>
            </a:pPr>
            <a:r>
              <a:rPr lang="en-GB" sz="1800">
                <a:latin typeface="Lexend"/>
                <a:ea typeface="Lexend"/>
                <a:cs typeface="Lexend"/>
                <a:sym typeface="Lexend"/>
              </a:rPr>
              <a:t>10.2 cm</a:t>
            </a:r>
            <a:endParaRPr sz="1800">
              <a:latin typeface="Lexend"/>
              <a:ea typeface="Lexend"/>
              <a:cs typeface="Lexend"/>
              <a:sym typeface="Lexend"/>
            </a:endParaRPr>
          </a:p>
        </p:txBody>
      </p:sp>
      <p:sp>
        <p:nvSpPr>
          <p:cNvPr id="815" name="Google Shape;815;p67"/>
          <p:cNvSpPr/>
          <p:nvPr/>
        </p:nvSpPr>
        <p:spPr>
          <a:xfrm>
            <a:off x="4199604" y="2608006"/>
            <a:ext cx="1796100" cy="1796100"/>
          </a:xfrm>
          <a:prstGeom prst="rtTriangle">
            <a:avLst/>
          </a:prstGeom>
          <a:noFill/>
          <a:ln cap="flat" cmpd="sng" w="28575">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sp>
        <p:nvSpPr>
          <p:cNvPr id="816" name="Google Shape;816;p67"/>
          <p:cNvSpPr/>
          <p:nvPr/>
        </p:nvSpPr>
        <p:spPr>
          <a:xfrm>
            <a:off x="1297987" y="3216668"/>
            <a:ext cx="1166400" cy="1166400"/>
          </a:xfrm>
          <a:prstGeom prst="rtTriangle">
            <a:avLst/>
          </a:prstGeom>
          <a:noFill/>
          <a:ln cap="flat" cmpd="sng" w="28575">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sp>
        <p:nvSpPr>
          <p:cNvPr id="817" name="Google Shape;817;p67"/>
          <p:cNvSpPr txBox="1"/>
          <p:nvPr/>
        </p:nvSpPr>
        <p:spPr>
          <a:xfrm>
            <a:off x="7079875" y="2367413"/>
            <a:ext cx="726000" cy="489300"/>
          </a:xfrm>
          <a:prstGeom prst="rect">
            <a:avLst/>
          </a:prstGeom>
          <a:solidFill>
            <a:schemeClr val="lt1"/>
          </a:solidFill>
          <a:ln>
            <a:noFill/>
          </a:ln>
        </p:spPr>
        <p:txBody>
          <a:bodyPr anchorCtr="0" anchor="ctr" bIns="0" lIns="0" spcFirstLastPara="1" rIns="0" wrap="square" tIns="0">
            <a:noAutofit/>
          </a:bodyPr>
          <a:lstStyle/>
          <a:p>
            <a:pPr indent="0" lvl="0" marL="0" rtl="0" algn="ctr">
              <a:spcBef>
                <a:spcPts val="0"/>
              </a:spcBef>
              <a:spcAft>
                <a:spcPts val="0"/>
              </a:spcAft>
              <a:buClr>
                <a:srgbClr val="000000"/>
              </a:buClr>
              <a:buSzPts val="1100"/>
              <a:buFont typeface="Arial"/>
              <a:buNone/>
            </a:pPr>
            <a:r>
              <a:rPr lang="en-GB" sz="1350">
                <a:solidFill>
                  <a:schemeClr val="dk1"/>
                </a:solidFill>
                <a:latin typeface="Lexend"/>
                <a:ea typeface="Lexend"/>
                <a:cs typeface="Lexend"/>
                <a:sym typeface="Lexend"/>
              </a:rPr>
              <a:t>0.68 × </a:t>
            </a:r>
            <a:r>
              <a:rPr lang="en-GB" sz="1350">
                <a:latin typeface="Lexend"/>
                <a:ea typeface="Lexend"/>
                <a:cs typeface="Lexend"/>
                <a:sym typeface="Lexend"/>
              </a:rPr>
              <a:t>15</a:t>
            </a:r>
            <a:endParaRPr sz="1350">
              <a:latin typeface="Lexend"/>
              <a:ea typeface="Lexend"/>
              <a:cs typeface="Lexend"/>
              <a:sym typeface="Lexend"/>
            </a:endParaRPr>
          </a:p>
        </p:txBody>
      </p:sp>
      <p:sp>
        <p:nvSpPr>
          <p:cNvPr id="818" name="Google Shape;818;p67"/>
          <p:cNvSpPr txBox="1"/>
          <p:nvPr/>
        </p:nvSpPr>
        <p:spPr>
          <a:xfrm>
            <a:off x="7079875" y="2367413"/>
            <a:ext cx="726000" cy="489300"/>
          </a:xfrm>
          <a:prstGeom prst="rect">
            <a:avLst/>
          </a:prstGeom>
          <a:solidFill>
            <a:schemeClr val="lt1"/>
          </a:solidFill>
          <a:ln>
            <a:noFill/>
          </a:ln>
        </p:spPr>
        <p:txBody>
          <a:bodyPr anchorCtr="0" anchor="ctr" bIns="0" lIns="0" spcFirstLastPara="1" rIns="0" wrap="square" tIns="0">
            <a:noAutofit/>
          </a:bodyPr>
          <a:lstStyle/>
          <a:p>
            <a:pPr indent="0" lvl="0" marL="0" rtl="0" algn="ctr">
              <a:spcBef>
                <a:spcPts val="0"/>
              </a:spcBef>
              <a:spcAft>
                <a:spcPts val="0"/>
              </a:spcAft>
              <a:buClr>
                <a:srgbClr val="000000"/>
              </a:buClr>
              <a:buSzPts val="1100"/>
              <a:buFont typeface="Arial"/>
              <a:buNone/>
            </a:pPr>
            <a:r>
              <a:rPr lang="en-GB" sz="1800">
                <a:latin typeface="Lexend"/>
                <a:ea typeface="Lexend"/>
                <a:cs typeface="Lexend"/>
                <a:sym typeface="Lexend"/>
              </a:rPr>
              <a:t>10.2</a:t>
            </a:r>
            <a:endParaRPr sz="1800">
              <a:latin typeface="Lexend"/>
              <a:ea typeface="Lexend"/>
              <a:cs typeface="Lexend"/>
              <a:sym typeface="Lexend"/>
            </a:endParaRPr>
          </a:p>
        </p:txBody>
      </p:sp>
      <p:graphicFrame>
        <p:nvGraphicFramePr>
          <p:cNvPr id="819" name="Google Shape;819;p67"/>
          <p:cNvGraphicFramePr/>
          <p:nvPr/>
        </p:nvGraphicFramePr>
        <p:xfrm>
          <a:off x="6351765" y="1882150"/>
          <a:ext cx="3000000" cy="3000000"/>
        </p:xfrm>
        <a:graphic>
          <a:graphicData uri="http://schemas.openxmlformats.org/drawingml/2006/table">
            <a:tbl>
              <a:tblPr>
                <a:noFill/>
                <a:tableStyleId>{D4A714CD-EBCC-4E9A-895D-88BA93CF39AF}</a:tableStyleId>
              </a:tblPr>
              <a:tblGrid>
                <a:gridCol w="725975"/>
                <a:gridCol w="728125"/>
              </a:tblGrid>
              <a:tr h="489250">
                <a:tc>
                  <a:txBody>
                    <a:bodyPr/>
                    <a:lstStyle/>
                    <a:p>
                      <a:pPr indent="0" lvl="0" marL="0" rtl="0" algn="ctr">
                        <a:spcBef>
                          <a:spcPts val="0"/>
                        </a:spcBef>
                        <a:spcAft>
                          <a:spcPts val="0"/>
                        </a:spcAft>
                        <a:buNone/>
                      </a:pPr>
                      <a:r>
                        <a:rPr lang="en-GB" sz="1800">
                          <a:latin typeface="Lexend"/>
                          <a:ea typeface="Lexend"/>
                          <a:cs typeface="Lexend"/>
                          <a:sym typeface="Lexend"/>
                        </a:rPr>
                        <a:t> </a:t>
                      </a:r>
                      <a:endParaRPr sz="1800">
                        <a:latin typeface="Lexend"/>
                        <a:ea typeface="Lexend"/>
                        <a:cs typeface="Lexend"/>
                        <a:sym typeface="Lexend"/>
                      </a:endParaRPr>
                    </a:p>
                  </a:txBody>
                  <a:tcPr marT="91425" marB="91425" marR="91425" marL="91425" anchor="ctr">
                    <a:lnL cap="flat" cmpd="sng" w="9525">
                      <a:solidFill>
                        <a:srgbClr val="666666"/>
                      </a:solidFill>
                      <a:prstDash val="solid"/>
                      <a:round/>
                      <a:headEnd len="sm" w="sm" type="none"/>
                      <a:tailEnd len="sm" w="sm" type="none"/>
                    </a:lnL>
                    <a:lnR cap="flat" cmpd="sng" w="9525">
                      <a:solidFill>
                        <a:srgbClr val="666666"/>
                      </a:solidFill>
                      <a:prstDash val="solid"/>
                      <a:round/>
                      <a:headEnd len="sm" w="sm" type="none"/>
                      <a:tailEnd len="sm" w="sm" type="none"/>
                    </a:lnR>
                    <a:lnT cap="flat" cmpd="sng" w="9525">
                      <a:solidFill>
                        <a:srgbClr val="666666"/>
                      </a:solidFill>
                      <a:prstDash val="solid"/>
                      <a:round/>
                      <a:headEnd len="sm" w="sm" type="none"/>
                      <a:tailEnd len="sm" w="sm" type="none"/>
                    </a:lnT>
                    <a:lnB cap="flat" cmpd="sng" w="9525">
                      <a:solidFill>
                        <a:srgbClr val="666666"/>
                      </a:solidFill>
                      <a:prstDash val="solid"/>
                      <a:round/>
                      <a:headEnd len="sm" w="sm" type="none"/>
                      <a:tailEnd len="sm" w="sm" type="none"/>
                    </a:lnB>
                  </a:tcPr>
                </a:tc>
                <a:tc>
                  <a:txBody>
                    <a:bodyPr/>
                    <a:lstStyle/>
                    <a:p>
                      <a:pPr indent="0" lvl="0" marL="0" rtl="0" algn="ctr">
                        <a:spcBef>
                          <a:spcPts val="0"/>
                        </a:spcBef>
                        <a:spcAft>
                          <a:spcPts val="0"/>
                        </a:spcAft>
                        <a:buNone/>
                      </a:pPr>
                      <a:r>
                        <a:rPr lang="en-GB" sz="1800">
                          <a:latin typeface="Lexend"/>
                          <a:ea typeface="Lexend"/>
                          <a:cs typeface="Lexend"/>
                          <a:sym typeface="Lexend"/>
                        </a:rPr>
                        <a:t> </a:t>
                      </a:r>
                      <a:endParaRPr sz="1800">
                        <a:latin typeface="Lexend"/>
                        <a:ea typeface="Lexend"/>
                        <a:cs typeface="Lexend"/>
                        <a:sym typeface="Lexend"/>
                      </a:endParaRPr>
                    </a:p>
                  </a:txBody>
                  <a:tcPr marT="91425" marB="91425" marR="91425" marL="91425" anchor="ctr">
                    <a:lnL cap="flat" cmpd="sng" w="9525">
                      <a:solidFill>
                        <a:srgbClr val="666666"/>
                      </a:solidFill>
                      <a:prstDash val="solid"/>
                      <a:round/>
                      <a:headEnd len="sm" w="sm" type="none"/>
                      <a:tailEnd len="sm" w="sm" type="none"/>
                    </a:lnL>
                    <a:lnR cap="flat" cmpd="sng" w="9525">
                      <a:solidFill>
                        <a:srgbClr val="666666"/>
                      </a:solidFill>
                      <a:prstDash val="solid"/>
                      <a:round/>
                      <a:headEnd len="sm" w="sm" type="none"/>
                      <a:tailEnd len="sm" w="sm" type="none"/>
                    </a:lnR>
                    <a:lnT cap="flat" cmpd="sng" w="9525">
                      <a:solidFill>
                        <a:srgbClr val="666666"/>
                      </a:solidFill>
                      <a:prstDash val="solid"/>
                      <a:round/>
                      <a:headEnd len="sm" w="sm" type="none"/>
                      <a:tailEnd len="sm" w="sm" type="none"/>
                    </a:lnT>
                    <a:lnB cap="flat" cmpd="sng" w="9525">
                      <a:solidFill>
                        <a:srgbClr val="666666"/>
                      </a:solidFill>
                      <a:prstDash val="solid"/>
                      <a:round/>
                      <a:headEnd len="sm" w="sm" type="none"/>
                      <a:tailEnd len="sm" w="sm" type="none"/>
                    </a:lnB>
                  </a:tcPr>
                </a:tc>
              </a:tr>
              <a:tr h="489250">
                <a:tc>
                  <a:txBody>
                    <a:bodyPr/>
                    <a:lstStyle/>
                    <a:p>
                      <a:pPr indent="0" lvl="0" marL="0" rtl="0" algn="ctr">
                        <a:spcBef>
                          <a:spcPts val="0"/>
                        </a:spcBef>
                        <a:spcAft>
                          <a:spcPts val="0"/>
                        </a:spcAft>
                        <a:buNone/>
                      </a:pPr>
                      <a:r>
                        <a:rPr lang="en-GB" sz="1800">
                          <a:latin typeface="Lexend"/>
                          <a:ea typeface="Lexend"/>
                          <a:cs typeface="Lexend"/>
                          <a:sym typeface="Lexend"/>
                        </a:rPr>
                        <a:t> </a:t>
                      </a:r>
                      <a:endParaRPr sz="1800">
                        <a:latin typeface="Lexend"/>
                        <a:ea typeface="Lexend"/>
                        <a:cs typeface="Lexend"/>
                        <a:sym typeface="Lexend"/>
                      </a:endParaRPr>
                    </a:p>
                  </a:txBody>
                  <a:tcPr marT="91425" marB="91425" marR="91425" marL="91425" anchor="ctr">
                    <a:lnL cap="flat" cmpd="sng" w="9525">
                      <a:solidFill>
                        <a:srgbClr val="666666"/>
                      </a:solidFill>
                      <a:prstDash val="solid"/>
                      <a:round/>
                      <a:headEnd len="sm" w="sm" type="none"/>
                      <a:tailEnd len="sm" w="sm" type="none"/>
                    </a:lnL>
                    <a:lnR cap="flat" cmpd="sng" w="9525">
                      <a:solidFill>
                        <a:srgbClr val="666666"/>
                      </a:solidFill>
                      <a:prstDash val="solid"/>
                      <a:round/>
                      <a:headEnd len="sm" w="sm" type="none"/>
                      <a:tailEnd len="sm" w="sm" type="none"/>
                    </a:lnR>
                    <a:lnT cap="flat" cmpd="sng" w="9525">
                      <a:solidFill>
                        <a:srgbClr val="666666"/>
                      </a:solidFill>
                      <a:prstDash val="solid"/>
                      <a:round/>
                      <a:headEnd len="sm" w="sm" type="none"/>
                      <a:tailEnd len="sm" w="sm" type="none"/>
                    </a:lnT>
                    <a:lnB cap="flat" cmpd="sng" w="9525">
                      <a:solidFill>
                        <a:srgbClr val="666666"/>
                      </a:solidFill>
                      <a:prstDash val="solid"/>
                      <a:round/>
                      <a:headEnd len="sm" w="sm" type="none"/>
                      <a:tailEnd len="sm" w="sm" type="none"/>
                    </a:lnB>
                  </a:tcPr>
                </a:tc>
                <a:tc>
                  <a:txBody>
                    <a:bodyPr/>
                    <a:lstStyle/>
                    <a:p>
                      <a:pPr indent="0" lvl="0" marL="0" rtl="0" algn="ctr">
                        <a:spcBef>
                          <a:spcPts val="0"/>
                        </a:spcBef>
                        <a:spcAft>
                          <a:spcPts val="0"/>
                        </a:spcAft>
                        <a:buNone/>
                      </a:pPr>
                      <a:r>
                        <a:t/>
                      </a:r>
                      <a:endParaRPr sz="1800">
                        <a:latin typeface="Lexend"/>
                        <a:ea typeface="Lexend"/>
                        <a:cs typeface="Lexend"/>
                        <a:sym typeface="Lexend"/>
                      </a:endParaRPr>
                    </a:p>
                  </a:txBody>
                  <a:tcPr marT="91425" marB="91425" marR="91425" marL="91425" anchor="ctr">
                    <a:lnL cap="flat" cmpd="sng" w="9525">
                      <a:solidFill>
                        <a:srgbClr val="666666"/>
                      </a:solidFill>
                      <a:prstDash val="solid"/>
                      <a:round/>
                      <a:headEnd len="sm" w="sm" type="none"/>
                      <a:tailEnd len="sm" w="sm" type="none"/>
                    </a:lnL>
                    <a:lnR cap="flat" cmpd="sng" w="9525">
                      <a:solidFill>
                        <a:srgbClr val="666666"/>
                      </a:solidFill>
                      <a:prstDash val="solid"/>
                      <a:round/>
                      <a:headEnd len="sm" w="sm" type="none"/>
                      <a:tailEnd len="sm" w="sm" type="none"/>
                    </a:lnR>
                    <a:lnT cap="flat" cmpd="sng" w="9525">
                      <a:solidFill>
                        <a:srgbClr val="666666"/>
                      </a:solidFill>
                      <a:prstDash val="solid"/>
                      <a:round/>
                      <a:headEnd len="sm" w="sm" type="none"/>
                      <a:tailEnd len="sm" w="sm" type="none"/>
                    </a:lnT>
                    <a:lnB cap="flat" cmpd="sng" w="9525">
                      <a:solidFill>
                        <a:srgbClr val="666666"/>
                      </a:solidFill>
                      <a:prstDash val="solid"/>
                      <a:round/>
                      <a:headEnd len="sm" w="sm" type="none"/>
                      <a:tailEnd len="sm" w="sm" type="none"/>
                    </a:lnB>
                  </a:tcPr>
                </a:tc>
              </a:tr>
            </a:tbl>
          </a:graphicData>
        </a:graphic>
      </p:graphicFrame>
      <p:pic>
        <p:nvPicPr>
          <p:cNvPr id="820" name="Google Shape;820;p67"/>
          <p:cNvPicPr preferRelativeResize="0"/>
          <p:nvPr/>
        </p:nvPicPr>
        <p:blipFill>
          <a:blip r:embed="rId3">
            <a:alphaModFix/>
          </a:blip>
          <a:stretch>
            <a:fillRect/>
          </a:stretch>
        </p:blipFill>
        <p:spPr>
          <a:xfrm>
            <a:off x="4117348" y="4377875"/>
            <a:ext cx="1960600" cy="222900"/>
          </a:xfrm>
          <a:prstGeom prst="rect">
            <a:avLst/>
          </a:prstGeom>
          <a:noFill/>
          <a:ln>
            <a:noFill/>
          </a:ln>
        </p:spPr>
      </p:pic>
      <p:pic>
        <p:nvPicPr>
          <p:cNvPr id="821" name="Google Shape;821;p67"/>
          <p:cNvPicPr preferRelativeResize="0"/>
          <p:nvPr/>
        </p:nvPicPr>
        <p:blipFill>
          <a:blip r:embed="rId4">
            <a:alphaModFix/>
          </a:blip>
          <a:stretch>
            <a:fillRect/>
          </a:stretch>
        </p:blipFill>
        <p:spPr>
          <a:xfrm>
            <a:off x="1160900" y="4355975"/>
            <a:ext cx="1359625" cy="222900"/>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782"/>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819"/>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778"/>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779"/>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797"/>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807"/>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xit" presetID="1" presetSubtype="0">
                                  <p:stCondLst>
                                    <p:cond delay="0"/>
                                  </p:stCondLst>
                                  <p:childTnLst>
                                    <p:set>
                                      <p:cBhvr>
                                        <p:cTn dur="1" fill="hold">
                                          <p:stCondLst>
                                            <p:cond delay="0"/>
                                          </p:stCondLst>
                                        </p:cTn>
                                        <p:tgtEl>
                                          <p:spTgt spid="779"/>
                                        </p:tgtEl>
                                        <p:attrNameLst>
                                          <p:attrName>style.visibility</p:attrName>
                                        </p:attrNameLst>
                                      </p:cBhvr>
                                      <p:to>
                                        <p:strVal val="hidden"/>
                                      </p:to>
                                    </p:set>
                                  </p:childTnLst>
                                </p:cTn>
                              </p:par>
                              <p:par>
                                <p:cTn fill="hold" nodeType="withEffect" presetClass="entr" presetID="1" presetSubtype="0">
                                  <p:stCondLst>
                                    <p:cond delay="0"/>
                                  </p:stCondLst>
                                  <p:childTnLst>
                                    <p:set>
                                      <p:cBhvr>
                                        <p:cTn dur="1" fill="hold">
                                          <p:stCondLst>
                                            <p:cond delay="0"/>
                                          </p:stCondLst>
                                        </p:cTn>
                                        <p:tgtEl>
                                          <p:spTgt spid="784"/>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783"/>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804"/>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801"/>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817"/>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818"/>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814"/>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25" name="Shape 825"/>
        <p:cNvGrpSpPr/>
        <p:nvPr/>
      </p:nvGrpSpPr>
      <p:grpSpPr>
        <a:xfrm>
          <a:off x="0" y="0"/>
          <a:ext cx="0" cy="0"/>
          <a:chOff x="0" y="0"/>
          <a:chExt cx="0" cy="0"/>
        </a:xfrm>
      </p:grpSpPr>
      <p:sp>
        <p:nvSpPr>
          <p:cNvPr id="826" name="Google Shape;826;p68"/>
          <p:cNvSpPr txBox="1"/>
          <p:nvPr/>
        </p:nvSpPr>
        <p:spPr>
          <a:xfrm>
            <a:off x="7079875" y="1878225"/>
            <a:ext cx="1166100" cy="489300"/>
          </a:xfrm>
          <a:prstGeom prst="rect">
            <a:avLst/>
          </a:prstGeom>
          <a:solidFill>
            <a:schemeClr val="lt1"/>
          </a:solidFill>
          <a:ln>
            <a:noFill/>
          </a:ln>
        </p:spPr>
        <p:txBody>
          <a:bodyPr anchorCtr="0" anchor="ctr" bIns="0" lIns="0" spcFirstLastPara="1" rIns="0" wrap="square" tIns="0">
            <a:noAutofit/>
          </a:bodyPr>
          <a:lstStyle/>
          <a:p>
            <a:pPr indent="0" lvl="0" marL="0" rtl="0" algn="ctr">
              <a:spcBef>
                <a:spcPts val="0"/>
              </a:spcBef>
              <a:spcAft>
                <a:spcPts val="0"/>
              </a:spcAft>
              <a:buClr>
                <a:schemeClr val="dk1"/>
              </a:buClr>
              <a:buSzPts val="1100"/>
              <a:buFont typeface="Arial"/>
              <a:buNone/>
            </a:pPr>
            <a:r>
              <a:rPr lang="en-GB" sz="2200">
                <a:solidFill>
                  <a:schemeClr val="dk1"/>
                </a:solidFill>
                <a:latin typeface="Times New Roman"/>
                <a:ea typeface="Times New Roman"/>
                <a:cs typeface="Times New Roman"/>
                <a:sym typeface="Times New Roman"/>
              </a:rPr>
              <a:t>cos</a:t>
            </a:r>
            <a:r>
              <a:rPr lang="en-GB" sz="1800">
                <a:solidFill>
                  <a:schemeClr val="dk1"/>
                </a:solidFill>
                <a:latin typeface="Lexend"/>
                <a:ea typeface="Lexend"/>
                <a:cs typeface="Lexend"/>
                <a:sym typeface="Lexend"/>
              </a:rPr>
              <a:t>(</a:t>
            </a:r>
            <a:r>
              <a:rPr i="1" lang="en-GB" sz="1800">
                <a:solidFill>
                  <a:schemeClr val="dk1"/>
                </a:solidFill>
                <a:latin typeface="Lexend"/>
                <a:ea typeface="Lexend"/>
                <a:cs typeface="Lexend"/>
                <a:sym typeface="Lexend"/>
              </a:rPr>
              <a:t>θ</a:t>
            </a:r>
            <a:r>
              <a:rPr lang="en-GB" sz="1800">
                <a:solidFill>
                  <a:schemeClr val="dk1"/>
                </a:solidFill>
                <a:latin typeface="Lexend"/>
                <a:ea typeface="Lexend"/>
                <a:cs typeface="Lexend"/>
                <a:sym typeface="Lexend"/>
              </a:rPr>
              <a:t>°)</a:t>
            </a:r>
            <a:endParaRPr sz="1800">
              <a:latin typeface="Lexend"/>
              <a:ea typeface="Lexend"/>
              <a:cs typeface="Lexend"/>
              <a:sym typeface="Lexend"/>
            </a:endParaRPr>
          </a:p>
        </p:txBody>
      </p:sp>
      <p:sp>
        <p:nvSpPr>
          <p:cNvPr id="827" name="Google Shape;827;p68"/>
          <p:cNvSpPr txBox="1"/>
          <p:nvPr/>
        </p:nvSpPr>
        <p:spPr>
          <a:xfrm>
            <a:off x="6351775" y="2367413"/>
            <a:ext cx="726000" cy="489300"/>
          </a:xfrm>
          <a:prstGeom prst="rect">
            <a:avLst/>
          </a:prstGeom>
          <a:solidFill>
            <a:schemeClr val="lt1"/>
          </a:solidFill>
          <a:ln>
            <a:noFill/>
          </a:ln>
        </p:spPr>
        <p:txBody>
          <a:bodyPr anchorCtr="0" anchor="ctr" bIns="0" lIns="0" spcFirstLastPara="1" rIns="0" wrap="square" tIns="0">
            <a:noAutofit/>
          </a:bodyPr>
          <a:lstStyle/>
          <a:p>
            <a:pPr indent="0" lvl="0" marL="0" rtl="0" algn="ctr">
              <a:spcBef>
                <a:spcPts val="0"/>
              </a:spcBef>
              <a:spcAft>
                <a:spcPts val="0"/>
              </a:spcAft>
              <a:buClr>
                <a:schemeClr val="dk1"/>
              </a:buClr>
              <a:buSzPts val="1100"/>
              <a:buFont typeface="Arial"/>
              <a:buNone/>
            </a:pPr>
            <a:r>
              <a:rPr i="1" lang="en-GB" sz="2200">
                <a:solidFill>
                  <a:schemeClr val="dk1"/>
                </a:solidFill>
                <a:latin typeface="Times New Roman"/>
                <a:ea typeface="Times New Roman"/>
                <a:cs typeface="Times New Roman"/>
                <a:sym typeface="Times New Roman"/>
              </a:rPr>
              <a:t>h</a:t>
            </a:r>
            <a:endParaRPr sz="1800">
              <a:latin typeface="Lexend"/>
              <a:ea typeface="Lexend"/>
              <a:cs typeface="Lexend"/>
              <a:sym typeface="Lexend"/>
            </a:endParaRPr>
          </a:p>
        </p:txBody>
      </p:sp>
      <p:sp>
        <p:nvSpPr>
          <p:cNvPr id="828" name="Google Shape;828;p68"/>
          <p:cNvSpPr txBox="1"/>
          <p:nvPr/>
        </p:nvSpPr>
        <p:spPr>
          <a:xfrm>
            <a:off x="6351775" y="1878213"/>
            <a:ext cx="726000" cy="489300"/>
          </a:xfrm>
          <a:prstGeom prst="rect">
            <a:avLst/>
          </a:prstGeom>
          <a:solidFill>
            <a:schemeClr val="lt1"/>
          </a:solidFill>
          <a:ln>
            <a:noFill/>
          </a:ln>
        </p:spPr>
        <p:txBody>
          <a:bodyPr anchorCtr="0" anchor="ctr" bIns="0" lIns="0" spcFirstLastPara="1" rIns="0" wrap="square" tIns="0">
            <a:noAutofit/>
          </a:bodyPr>
          <a:lstStyle/>
          <a:p>
            <a:pPr indent="0" lvl="0" marL="0" rtl="0" algn="ctr">
              <a:spcBef>
                <a:spcPts val="0"/>
              </a:spcBef>
              <a:spcAft>
                <a:spcPts val="0"/>
              </a:spcAft>
              <a:buClr>
                <a:srgbClr val="000000"/>
              </a:buClr>
              <a:buSzPts val="1100"/>
              <a:buFont typeface="Arial"/>
              <a:buNone/>
            </a:pPr>
            <a:r>
              <a:rPr lang="en-GB" sz="1800">
                <a:latin typeface="Lexend"/>
                <a:ea typeface="Lexend"/>
                <a:cs typeface="Lexend"/>
                <a:sym typeface="Lexend"/>
              </a:rPr>
              <a:t>1</a:t>
            </a:r>
            <a:endParaRPr sz="1800">
              <a:latin typeface="Lexend"/>
              <a:ea typeface="Lexend"/>
              <a:cs typeface="Lexend"/>
              <a:sym typeface="Lexend"/>
            </a:endParaRPr>
          </a:p>
        </p:txBody>
      </p:sp>
      <p:sp>
        <p:nvSpPr>
          <p:cNvPr id="829" name="Google Shape;829;p68"/>
          <p:cNvSpPr txBox="1"/>
          <p:nvPr/>
        </p:nvSpPr>
        <p:spPr>
          <a:xfrm>
            <a:off x="7079875" y="2367425"/>
            <a:ext cx="1170600" cy="489300"/>
          </a:xfrm>
          <a:prstGeom prst="rect">
            <a:avLst/>
          </a:prstGeom>
          <a:solidFill>
            <a:schemeClr val="lt1"/>
          </a:solidFill>
          <a:ln>
            <a:noFill/>
          </a:ln>
        </p:spPr>
        <p:txBody>
          <a:bodyPr anchorCtr="0" anchor="ctr" bIns="0" lIns="0" spcFirstLastPara="1" rIns="0" wrap="square" tIns="0">
            <a:noAutofit/>
          </a:bodyPr>
          <a:lstStyle/>
          <a:p>
            <a:pPr indent="0" lvl="0" marL="0" rtl="0" algn="ctr">
              <a:spcBef>
                <a:spcPts val="0"/>
              </a:spcBef>
              <a:spcAft>
                <a:spcPts val="0"/>
              </a:spcAft>
              <a:buClr>
                <a:schemeClr val="dk1"/>
              </a:buClr>
              <a:buSzPts val="1100"/>
              <a:buFont typeface="Arial"/>
              <a:buNone/>
            </a:pPr>
            <a:r>
              <a:rPr lang="en-GB" sz="1800">
                <a:solidFill>
                  <a:schemeClr val="accent4"/>
                </a:solidFill>
                <a:latin typeface="Lexend"/>
                <a:ea typeface="Lexend"/>
                <a:cs typeface="Lexend"/>
                <a:sym typeface="Lexend"/>
              </a:rPr>
              <a:t>adj</a:t>
            </a:r>
            <a:endParaRPr sz="1350">
              <a:latin typeface="Lexend"/>
              <a:ea typeface="Lexend"/>
              <a:cs typeface="Lexend"/>
              <a:sym typeface="Lexend"/>
            </a:endParaRPr>
          </a:p>
        </p:txBody>
      </p:sp>
      <p:sp>
        <p:nvSpPr>
          <p:cNvPr id="830" name="Google Shape;830;p68"/>
          <p:cNvSpPr txBox="1"/>
          <p:nvPr/>
        </p:nvSpPr>
        <p:spPr>
          <a:xfrm>
            <a:off x="6996475" y="2367425"/>
            <a:ext cx="1307700" cy="489300"/>
          </a:xfrm>
          <a:prstGeom prst="rect">
            <a:avLst/>
          </a:prstGeom>
          <a:solidFill>
            <a:schemeClr val="lt1"/>
          </a:solidFill>
          <a:ln>
            <a:noFill/>
          </a:ln>
        </p:spPr>
        <p:txBody>
          <a:bodyPr anchorCtr="0" anchor="ctr" bIns="0" lIns="0" spcFirstLastPara="1" rIns="0" wrap="square" tIns="0">
            <a:noAutofit/>
          </a:bodyPr>
          <a:lstStyle/>
          <a:p>
            <a:pPr indent="0" lvl="0" marL="0" rtl="0" algn="ctr">
              <a:spcBef>
                <a:spcPts val="0"/>
              </a:spcBef>
              <a:spcAft>
                <a:spcPts val="0"/>
              </a:spcAft>
              <a:buClr>
                <a:schemeClr val="dk1"/>
              </a:buClr>
              <a:buSzPts val="1100"/>
              <a:buFont typeface="Arial"/>
              <a:buNone/>
            </a:pPr>
            <a:r>
              <a:rPr i="1" lang="en-GB" sz="2200">
                <a:solidFill>
                  <a:schemeClr val="dk1"/>
                </a:solidFill>
                <a:latin typeface="Times New Roman"/>
                <a:ea typeface="Times New Roman"/>
                <a:cs typeface="Times New Roman"/>
                <a:sym typeface="Times New Roman"/>
              </a:rPr>
              <a:t>h </a:t>
            </a:r>
            <a:r>
              <a:rPr lang="en-GB" sz="1800">
                <a:solidFill>
                  <a:schemeClr val="dk1"/>
                </a:solidFill>
                <a:latin typeface="Lexend"/>
                <a:ea typeface="Lexend"/>
                <a:cs typeface="Lexend"/>
                <a:sym typeface="Lexend"/>
              </a:rPr>
              <a:t>×</a:t>
            </a:r>
            <a:r>
              <a:rPr i="1" lang="en-GB" sz="2200">
                <a:solidFill>
                  <a:schemeClr val="dk1"/>
                </a:solidFill>
                <a:latin typeface="Times New Roman"/>
                <a:ea typeface="Times New Roman"/>
                <a:cs typeface="Times New Roman"/>
                <a:sym typeface="Times New Roman"/>
              </a:rPr>
              <a:t> </a:t>
            </a:r>
            <a:r>
              <a:rPr lang="en-GB" sz="2200">
                <a:solidFill>
                  <a:schemeClr val="dk1"/>
                </a:solidFill>
                <a:latin typeface="Times New Roman"/>
                <a:ea typeface="Times New Roman"/>
                <a:cs typeface="Times New Roman"/>
                <a:sym typeface="Times New Roman"/>
              </a:rPr>
              <a:t>cos</a:t>
            </a:r>
            <a:r>
              <a:rPr lang="en-GB" sz="1800">
                <a:solidFill>
                  <a:schemeClr val="dk1"/>
                </a:solidFill>
                <a:latin typeface="Lexend"/>
                <a:ea typeface="Lexend"/>
                <a:cs typeface="Lexend"/>
                <a:sym typeface="Lexend"/>
              </a:rPr>
              <a:t>(</a:t>
            </a:r>
            <a:r>
              <a:rPr i="1" lang="en-GB" sz="1800">
                <a:solidFill>
                  <a:schemeClr val="dk1"/>
                </a:solidFill>
                <a:latin typeface="Lexend"/>
                <a:ea typeface="Lexend"/>
                <a:cs typeface="Lexend"/>
                <a:sym typeface="Lexend"/>
              </a:rPr>
              <a:t>θ</a:t>
            </a:r>
            <a:r>
              <a:rPr lang="en-GB" sz="1800">
                <a:solidFill>
                  <a:schemeClr val="dk1"/>
                </a:solidFill>
                <a:latin typeface="Lexend"/>
                <a:ea typeface="Lexend"/>
                <a:cs typeface="Lexend"/>
                <a:sym typeface="Lexend"/>
              </a:rPr>
              <a:t>°)</a:t>
            </a:r>
            <a:endParaRPr sz="1800">
              <a:latin typeface="Lexend"/>
              <a:ea typeface="Lexend"/>
              <a:cs typeface="Lexend"/>
              <a:sym typeface="Lexend"/>
            </a:endParaRPr>
          </a:p>
        </p:txBody>
      </p:sp>
      <p:graphicFrame>
        <p:nvGraphicFramePr>
          <p:cNvPr id="831" name="Google Shape;831;p68"/>
          <p:cNvGraphicFramePr/>
          <p:nvPr/>
        </p:nvGraphicFramePr>
        <p:xfrm>
          <a:off x="6351765" y="1882150"/>
          <a:ext cx="3000000" cy="3000000"/>
        </p:xfrm>
        <a:graphic>
          <a:graphicData uri="http://schemas.openxmlformats.org/drawingml/2006/table">
            <a:tbl>
              <a:tblPr>
                <a:noFill/>
                <a:tableStyleId>{D4A714CD-EBCC-4E9A-895D-88BA93CF39AF}</a:tableStyleId>
              </a:tblPr>
              <a:tblGrid>
                <a:gridCol w="725975"/>
                <a:gridCol w="1169325"/>
              </a:tblGrid>
              <a:tr h="489250">
                <a:tc>
                  <a:txBody>
                    <a:bodyPr/>
                    <a:lstStyle/>
                    <a:p>
                      <a:pPr indent="0" lvl="0" marL="0" rtl="0" algn="ctr">
                        <a:spcBef>
                          <a:spcPts val="0"/>
                        </a:spcBef>
                        <a:spcAft>
                          <a:spcPts val="0"/>
                        </a:spcAft>
                        <a:buNone/>
                      </a:pPr>
                      <a:r>
                        <a:rPr lang="en-GB" sz="2000">
                          <a:latin typeface="Times New Roman"/>
                          <a:ea typeface="Times New Roman"/>
                          <a:cs typeface="Times New Roman"/>
                          <a:sym typeface="Times New Roman"/>
                        </a:rPr>
                        <a:t> </a:t>
                      </a:r>
                      <a:endParaRPr sz="2000">
                        <a:latin typeface="Times New Roman"/>
                        <a:ea typeface="Times New Roman"/>
                        <a:cs typeface="Times New Roman"/>
                        <a:sym typeface="Times New Roman"/>
                      </a:endParaRPr>
                    </a:p>
                  </a:txBody>
                  <a:tcPr marT="91425" marB="91425" marR="91425" marL="91425" anchor="ctr">
                    <a:lnL cap="flat" cmpd="sng" w="9525">
                      <a:solidFill>
                        <a:srgbClr val="666666"/>
                      </a:solidFill>
                      <a:prstDash val="solid"/>
                      <a:round/>
                      <a:headEnd len="sm" w="sm" type="none"/>
                      <a:tailEnd len="sm" w="sm" type="none"/>
                    </a:lnL>
                    <a:lnR cap="flat" cmpd="sng" w="9525">
                      <a:solidFill>
                        <a:srgbClr val="666666"/>
                      </a:solidFill>
                      <a:prstDash val="solid"/>
                      <a:round/>
                      <a:headEnd len="sm" w="sm" type="none"/>
                      <a:tailEnd len="sm" w="sm" type="none"/>
                    </a:lnR>
                    <a:lnT cap="flat" cmpd="sng" w="9525">
                      <a:solidFill>
                        <a:srgbClr val="666666"/>
                      </a:solidFill>
                      <a:prstDash val="solid"/>
                      <a:round/>
                      <a:headEnd len="sm" w="sm" type="none"/>
                      <a:tailEnd len="sm" w="sm" type="none"/>
                    </a:lnT>
                    <a:lnB cap="flat" cmpd="sng" w="9525">
                      <a:solidFill>
                        <a:srgbClr val="666666"/>
                      </a:solidFill>
                      <a:prstDash val="solid"/>
                      <a:round/>
                      <a:headEnd len="sm" w="sm" type="none"/>
                      <a:tailEnd len="sm" w="sm" type="none"/>
                    </a:lnB>
                  </a:tcPr>
                </a:tc>
                <a:tc>
                  <a:txBody>
                    <a:bodyPr/>
                    <a:lstStyle/>
                    <a:p>
                      <a:pPr indent="0" lvl="0" marL="0" rtl="0" algn="ctr">
                        <a:spcBef>
                          <a:spcPts val="0"/>
                        </a:spcBef>
                        <a:spcAft>
                          <a:spcPts val="0"/>
                        </a:spcAft>
                        <a:buNone/>
                      </a:pPr>
                      <a:r>
                        <a:rPr lang="en-GB" sz="2000">
                          <a:latin typeface="Times New Roman"/>
                          <a:ea typeface="Times New Roman"/>
                          <a:cs typeface="Times New Roman"/>
                          <a:sym typeface="Times New Roman"/>
                        </a:rPr>
                        <a:t> </a:t>
                      </a:r>
                      <a:endParaRPr sz="2000">
                        <a:latin typeface="Times New Roman"/>
                        <a:ea typeface="Times New Roman"/>
                        <a:cs typeface="Times New Roman"/>
                        <a:sym typeface="Times New Roman"/>
                      </a:endParaRPr>
                    </a:p>
                  </a:txBody>
                  <a:tcPr marT="91425" marB="91425" marR="91425" marL="91425" anchor="ctr">
                    <a:lnL cap="flat" cmpd="sng" w="9525">
                      <a:solidFill>
                        <a:srgbClr val="666666"/>
                      </a:solidFill>
                      <a:prstDash val="solid"/>
                      <a:round/>
                      <a:headEnd len="sm" w="sm" type="none"/>
                      <a:tailEnd len="sm" w="sm" type="none"/>
                    </a:lnL>
                    <a:lnR cap="flat" cmpd="sng" w="9525">
                      <a:solidFill>
                        <a:srgbClr val="666666"/>
                      </a:solidFill>
                      <a:prstDash val="solid"/>
                      <a:round/>
                      <a:headEnd len="sm" w="sm" type="none"/>
                      <a:tailEnd len="sm" w="sm" type="none"/>
                    </a:lnR>
                    <a:lnT cap="flat" cmpd="sng" w="9525">
                      <a:solidFill>
                        <a:srgbClr val="666666"/>
                      </a:solidFill>
                      <a:prstDash val="solid"/>
                      <a:round/>
                      <a:headEnd len="sm" w="sm" type="none"/>
                      <a:tailEnd len="sm" w="sm" type="none"/>
                    </a:lnT>
                    <a:lnB cap="flat" cmpd="sng" w="9525">
                      <a:solidFill>
                        <a:srgbClr val="666666"/>
                      </a:solidFill>
                      <a:prstDash val="solid"/>
                      <a:round/>
                      <a:headEnd len="sm" w="sm" type="none"/>
                      <a:tailEnd len="sm" w="sm" type="none"/>
                    </a:lnB>
                  </a:tcPr>
                </a:tc>
              </a:tr>
              <a:tr h="489250">
                <a:tc>
                  <a:txBody>
                    <a:bodyPr/>
                    <a:lstStyle/>
                    <a:p>
                      <a:pPr indent="0" lvl="0" marL="0" rtl="0" algn="ctr">
                        <a:spcBef>
                          <a:spcPts val="0"/>
                        </a:spcBef>
                        <a:spcAft>
                          <a:spcPts val="0"/>
                        </a:spcAft>
                        <a:buNone/>
                      </a:pPr>
                      <a:r>
                        <a:rPr lang="en-GB" sz="2000">
                          <a:latin typeface="Times New Roman"/>
                          <a:ea typeface="Times New Roman"/>
                          <a:cs typeface="Times New Roman"/>
                          <a:sym typeface="Times New Roman"/>
                        </a:rPr>
                        <a:t> </a:t>
                      </a:r>
                      <a:endParaRPr sz="2000">
                        <a:latin typeface="Times New Roman"/>
                        <a:ea typeface="Times New Roman"/>
                        <a:cs typeface="Times New Roman"/>
                        <a:sym typeface="Times New Roman"/>
                      </a:endParaRPr>
                    </a:p>
                  </a:txBody>
                  <a:tcPr marT="91425" marB="91425" marR="91425" marL="91425" anchor="ctr">
                    <a:lnL cap="flat" cmpd="sng" w="9525">
                      <a:solidFill>
                        <a:srgbClr val="666666"/>
                      </a:solidFill>
                      <a:prstDash val="solid"/>
                      <a:round/>
                      <a:headEnd len="sm" w="sm" type="none"/>
                      <a:tailEnd len="sm" w="sm" type="none"/>
                    </a:lnL>
                    <a:lnR cap="flat" cmpd="sng" w="9525">
                      <a:solidFill>
                        <a:srgbClr val="666666"/>
                      </a:solidFill>
                      <a:prstDash val="solid"/>
                      <a:round/>
                      <a:headEnd len="sm" w="sm" type="none"/>
                      <a:tailEnd len="sm" w="sm" type="none"/>
                    </a:lnR>
                    <a:lnT cap="flat" cmpd="sng" w="9525">
                      <a:solidFill>
                        <a:srgbClr val="666666"/>
                      </a:solidFill>
                      <a:prstDash val="solid"/>
                      <a:round/>
                      <a:headEnd len="sm" w="sm" type="none"/>
                      <a:tailEnd len="sm" w="sm" type="none"/>
                    </a:lnT>
                    <a:lnB cap="flat" cmpd="sng" w="9525">
                      <a:solidFill>
                        <a:srgbClr val="666666"/>
                      </a:solidFill>
                      <a:prstDash val="solid"/>
                      <a:round/>
                      <a:headEnd len="sm" w="sm" type="none"/>
                      <a:tailEnd len="sm" w="sm" type="none"/>
                    </a:lnB>
                  </a:tcPr>
                </a:tc>
                <a:tc>
                  <a:txBody>
                    <a:bodyPr/>
                    <a:lstStyle/>
                    <a:p>
                      <a:pPr indent="0" lvl="0" marL="0" rtl="0" algn="ctr">
                        <a:spcBef>
                          <a:spcPts val="0"/>
                        </a:spcBef>
                        <a:spcAft>
                          <a:spcPts val="0"/>
                        </a:spcAft>
                        <a:buNone/>
                      </a:pPr>
                      <a:r>
                        <a:t/>
                      </a:r>
                      <a:endParaRPr sz="2000">
                        <a:latin typeface="Times New Roman"/>
                        <a:ea typeface="Times New Roman"/>
                        <a:cs typeface="Times New Roman"/>
                        <a:sym typeface="Times New Roman"/>
                      </a:endParaRPr>
                    </a:p>
                  </a:txBody>
                  <a:tcPr marT="91425" marB="91425" marR="91425" marL="91425" anchor="ctr">
                    <a:lnL cap="flat" cmpd="sng" w="9525">
                      <a:solidFill>
                        <a:srgbClr val="666666"/>
                      </a:solidFill>
                      <a:prstDash val="solid"/>
                      <a:round/>
                      <a:headEnd len="sm" w="sm" type="none"/>
                      <a:tailEnd len="sm" w="sm" type="none"/>
                    </a:lnL>
                    <a:lnR cap="flat" cmpd="sng" w="9525">
                      <a:solidFill>
                        <a:srgbClr val="666666"/>
                      </a:solidFill>
                      <a:prstDash val="solid"/>
                      <a:round/>
                      <a:headEnd len="sm" w="sm" type="none"/>
                      <a:tailEnd len="sm" w="sm" type="none"/>
                    </a:lnR>
                    <a:lnT cap="flat" cmpd="sng" w="9525">
                      <a:solidFill>
                        <a:srgbClr val="666666"/>
                      </a:solidFill>
                      <a:prstDash val="solid"/>
                      <a:round/>
                      <a:headEnd len="sm" w="sm" type="none"/>
                      <a:tailEnd len="sm" w="sm" type="none"/>
                    </a:lnT>
                    <a:lnB cap="flat" cmpd="sng" w="9525">
                      <a:solidFill>
                        <a:srgbClr val="666666"/>
                      </a:solidFill>
                      <a:prstDash val="solid"/>
                      <a:round/>
                      <a:headEnd len="sm" w="sm" type="none"/>
                      <a:tailEnd len="sm" w="sm" type="none"/>
                    </a:lnB>
                  </a:tcPr>
                </a:tc>
              </a:tr>
            </a:tbl>
          </a:graphicData>
        </a:graphic>
      </p:graphicFrame>
      <p:sp>
        <p:nvSpPr>
          <p:cNvPr id="832" name="Google Shape;832;p68"/>
          <p:cNvSpPr/>
          <p:nvPr/>
        </p:nvSpPr>
        <p:spPr>
          <a:xfrm>
            <a:off x="4690200" y="4538550"/>
            <a:ext cx="650100" cy="279300"/>
          </a:xfrm>
          <a:prstGeom prst="rect">
            <a:avLst/>
          </a:prstGeom>
          <a:noFill/>
          <a:ln cap="flat" cmpd="sng" w="28575">
            <a:solidFill>
              <a:srgbClr val="D02AA7"/>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sz="1800">
              <a:solidFill>
                <a:srgbClr val="000000"/>
              </a:solidFill>
              <a:latin typeface="Lexend"/>
              <a:ea typeface="Lexend"/>
              <a:cs typeface="Lexend"/>
              <a:sym typeface="Lexend"/>
            </a:endParaRPr>
          </a:p>
        </p:txBody>
      </p:sp>
      <p:sp>
        <p:nvSpPr>
          <p:cNvPr id="833" name="Google Shape;833;p68"/>
          <p:cNvSpPr/>
          <p:nvPr/>
        </p:nvSpPr>
        <p:spPr>
          <a:xfrm>
            <a:off x="1403920" y="4543346"/>
            <a:ext cx="960300" cy="269700"/>
          </a:xfrm>
          <a:prstGeom prst="rect">
            <a:avLst/>
          </a:prstGeom>
          <a:noFill/>
          <a:ln cap="flat" cmpd="sng" w="28575">
            <a:solidFill>
              <a:srgbClr val="D02AA7"/>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sz="1800">
              <a:solidFill>
                <a:srgbClr val="000000"/>
              </a:solidFill>
              <a:latin typeface="Lexend"/>
              <a:ea typeface="Lexend"/>
              <a:cs typeface="Lexend"/>
              <a:sym typeface="Lexend"/>
            </a:endParaRPr>
          </a:p>
        </p:txBody>
      </p:sp>
      <p:sp>
        <p:nvSpPr>
          <p:cNvPr id="834" name="Google Shape;834;p68"/>
          <p:cNvSpPr txBox="1"/>
          <p:nvPr/>
        </p:nvSpPr>
        <p:spPr>
          <a:xfrm>
            <a:off x="1297975" y="4566478"/>
            <a:ext cx="1166100" cy="174900"/>
          </a:xfrm>
          <a:prstGeom prst="rect">
            <a:avLst/>
          </a:prstGeom>
          <a:noFill/>
          <a:ln>
            <a:noFill/>
          </a:ln>
        </p:spPr>
        <p:txBody>
          <a:bodyPr anchorCtr="0" anchor="ctr" bIns="0" lIns="0" spcFirstLastPara="1" rIns="0" wrap="square" tIns="0">
            <a:noAutofit/>
          </a:bodyPr>
          <a:lstStyle/>
          <a:p>
            <a:pPr indent="0" lvl="0" marL="0" rtl="0" algn="ctr">
              <a:lnSpc>
                <a:spcPct val="115000"/>
              </a:lnSpc>
              <a:spcBef>
                <a:spcPts val="0"/>
              </a:spcBef>
              <a:spcAft>
                <a:spcPts val="1000"/>
              </a:spcAft>
              <a:buClr>
                <a:schemeClr val="dk1"/>
              </a:buClr>
              <a:buSzPts val="1100"/>
              <a:buFont typeface="Arial"/>
              <a:buNone/>
            </a:pPr>
            <a:r>
              <a:rPr lang="en-GB" sz="2200">
                <a:solidFill>
                  <a:schemeClr val="dk1"/>
                </a:solidFill>
                <a:latin typeface="Times New Roman"/>
                <a:ea typeface="Times New Roman"/>
                <a:cs typeface="Times New Roman"/>
                <a:sym typeface="Times New Roman"/>
              </a:rPr>
              <a:t>cos</a:t>
            </a:r>
            <a:r>
              <a:rPr lang="en-GB" sz="1800">
                <a:solidFill>
                  <a:schemeClr val="dk1"/>
                </a:solidFill>
                <a:latin typeface="Lexend"/>
                <a:ea typeface="Lexend"/>
                <a:cs typeface="Lexend"/>
                <a:sym typeface="Lexend"/>
              </a:rPr>
              <a:t>(</a:t>
            </a:r>
            <a:r>
              <a:rPr i="1" lang="en-GB" sz="1800">
                <a:solidFill>
                  <a:schemeClr val="dk1"/>
                </a:solidFill>
                <a:latin typeface="Lexend"/>
                <a:ea typeface="Lexend"/>
                <a:cs typeface="Lexend"/>
                <a:sym typeface="Lexend"/>
              </a:rPr>
              <a:t>θ</a:t>
            </a:r>
            <a:r>
              <a:rPr lang="en-GB" sz="1800">
                <a:solidFill>
                  <a:schemeClr val="dk1"/>
                </a:solidFill>
                <a:latin typeface="Lexend"/>
                <a:ea typeface="Lexend"/>
                <a:cs typeface="Lexend"/>
                <a:sym typeface="Lexend"/>
              </a:rPr>
              <a:t>°)</a:t>
            </a:r>
            <a:endParaRPr sz="1800">
              <a:latin typeface="Lexend"/>
              <a:ea typeface="Lexend"/>
              <a:cs typeface="Lexend"/>
              <a:sym typeface="Lexend"/>
            </a:endParaRPr>
          </a:p>
        </p:txBody>
      </p:sp>
      <p:grpSp>
        <p:nvGrpSpPr>
          <p:cNvPr id="835" name="Google Shape;835;p68"/>
          <p:cNvGrpSpPr/>
          <p:nvPr/>
        </p:nvGrpSpPr>
        <p:grpSpPr>
          <a:xfrm>
            <a:off x="2068744" y="3186725"/>
            <a:ext cx="3815850" cy="639150"/>
            <a:chOff x="1459144" y="2424725"/>
            <a:chExt cx="3815850" cy="639150"/>
          </a:xfrm>
        </p:grpSpPr>
        <p:sp>
          <p:nvSpPr>
            <p:cNvPr id="836" name="Google Shape;836;p68"/>
            <p:cNvSpPr/>
            <p:nvPr/>
          </p:nvSpPr>
          <p:spPr>
            <a:xfrm>
              <a:off x="4592194" y="2424725"/>
              <a:ext cx="682800" cy="290100"/>
            </a:xfrm>
            <a:prstGeom prst="rect">
              <a:avLst/>
            </a:prstGeom>
            <a:noFill/>
            <a:ln cap="flat" cmpd="sng" w="28575">
              <a:solidFill>
                <a:srgbClr val="D02AA7"/>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sz="1800">
                <a:solidFill>
                  <a:srgbClr val="000000"/>
                </a:solidFill>
                <a:latin typeface="Lexend"/>
                <a:ea typeface="Lexend"/>
                <a:cs typeface="Lexend"/>
                <a:sym typeface="Lexend"/>
              </a:endParaRPr>
            </a:p>
          </p:txBody>
        </p:sp>
        <p:sp>
          <p:nvSpPr>
            <p:cNvPr id="837" name="Google Shape;837;p68"/>
            <p:cNvSpPr/>
            <p:nvPr/>
          </p:nvSpPr>
          <p:spPr>
            <a:xfrm>
              <a:off x="1459144" y="2773775"/>
              <a:ext cx="682800" cy="290100"/>
            </a:xfrm>
            <a:prstGeom prst="rect">
              <a:avLst/>
            </a:prstGeom>
            <a:noFill/>
            <a:ln cap="flat" cmpd="sng" w="28575">
              <a:solidFill>
                <a:srgbClr val="D02AA7"/>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sz="1800">
                <a:solidFill>
                  <a:srgbClr val="000000"/>
                </a:solidFill>
                <a:latin typeface="Lexend"/>
                <a:ea typeface="Lexend"/>
                <a:cs typeface="Lexend"/>
                <a:sym typeface="Lexend"/>
              </a:endParaRPr>
            </a:p>
          </p:txBody>
        </p:sp>
      </p:grpSp>
      <p:sp>
        <p:nvSpPr>
          <p:cNvPr id="838" name="Google Shape;838;p68"/>
          <p:cNvSpPr txBox="1"/>
          <p:nvPr>
            <p:ph type="title"/>
          </p:nvPr>
        </p:nvSpPr>
        <p:spPr>
          <a:xfrm>
            <a:off x="324000" y="0"/>
            <a:ext cx="7885200" cy="613500"/>
          </a:xfrm>
          <a:prstGeom prst="rect">
            <a:avLst/>
          </a:prstGeom>
        </p:spPr>
        <p:txBody>
          <a:bodyPr anchorCtr="0" anchor="ctr" bIns="0" lIns="0" spcFirstLastPara="1" rIns="0" wrap="square" tIns="0">
            <a:noAutofit/>
          </a:bodyPr>
          <a:lstStyle/>
          <a:p>
            <a:pPr indent="0" lvl="0" marL="0" rtl="0" algn="l">
              <a:spcBef>
                <a:spcPts val="0"/>
              </a:spcBef>
              <a:spcAft>
                <a:spcPts val="0"/>
              </a:spcAft>
              <a:buNone/>
            </a:pPr>
            <a:r>
              <a:rPr lang="en-GB"/>
              <a:t>Formalising the cosine formula</a:t>
            </a:r>
            <a:endParaRPr/>
          </a:p>
        </p:txBody>
      </p:sp>
      <p:sp>
        <p:nvSpPr>
          <p:cNvPr id="839" name="Google Shape;839;p68"/>
          <p:cNvSpPr txBox="1"/>
          <p:nvPr/>
        </p:nvSpPr>
        <p:spPr>
          <a:xfrm>
            <a:off x="324000" y="610600"/>
            <a:ext cx="8496000" cy="8928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Clr>
                <a:schemeClr val="dk1"/>
              </a:buClr>
              <a:buSzPts val="1100"/>
              <a:buFont typeface="Arial"/>
              <a:buNone/>
            </a:pPr>
            <a:r>
              <a:rPr lang="en-GB" sz="1800">
                <a:solidFill>
                  <a:schemeClr val="dk1"/>
                </a:solidFill>
                <a:latin typeface="Lexend"/>
                <a:ea typeface="Lexend"/>
                <a:cs typeface="Lexend"/>
                <a:sym typeface="Lexend"/>
              </a:rPr>
              <a:t>We can also generalise this process to any right-angled triangle that has an angle </a:t>
            </a:r>
            <a:r>
              <a:rPr i="1" lang="en-GB" sz="1800">
                <a:solidFill>
                  <a:schemeClr val="dk1"/>
                </a:solidFill>
                <a:latin typeface="Lexend"/>
                <a:ea typeface="Lexend"/>
                <a:cs typeface="Lexend"/>
                <a:sym typeface="Lexend"/>
              </a:rPr>
              <a:t>θ</a:t>
            </a:r>
            <a:r>
              <a:rPr lang="en-GB" sz="1800">
                <a:solidFill>
                  <a:schemeClr val="dk1"/>
                </a:solidFill>
                <a:latin typeface="Lexend"/>
                <a:ea typeface="Lexend"/>
                <a:cs typeface="Lexend"/>
                <a:sym typeface="Lexend"/>
              </a:rPr>
              <a:t>°, where the side </a:t>
            </a:r>
            <a:r>
              <a:rPr lang="en-GB" sz="1800">
                <a:solidFill>
                  <a:schemeClr val="accent4"/>
                </a:solidFill>
                <a:latin typeface="Lexend"/>
                <a:ea typeface="Lexend"/>
                <a:cs typeface="Lexend"/>
                <a:sym typeface="Lexend"/>
              </a:rPr>
              <a:t>adjacent</a:t>
            </a:r>
            <a:r>
              <a:rPr lang="en-GB" sz="1800">
                <a:solidFill>
                  <a:schemeClr val="dk1"/>
                </a:solidFill>
                <a:latin typeface="Lexend"/>
                <a:ea typeface="Lexend"/>
                <a:cs typeface="Lexend"/>
                <a:sym typeface="Lexend"/>
              </a:rPr>
              <a:t> to </a:t>
            </a:r>
            <a:r>
              <a:rPr i="1" lang="en-GB" sz="1800">
                <a:solidFill>
                  <a:schemeClr val="dk1"/>
                </a:solidFill>
                <a:latin typeface="Lexend"/>
                <a:ea typeface="Lexend"/>
                <a:cs typeface="Lexend"/>
                <a:sym typeface="Lexend"/>
              </a:rPr>
              <a:t>θ</a:t>
            </a:r>
            <a:r>
              <a:rPr lang="en-GB" sz="1800">
                <a:solidFill>
                  <a:schemeClr val="dk1"/>
                </a:solidFill>
                <a:latin typeface="Lexend"/>
                <a:ea typeface="Lexend"/>
                <a:cs typeface="Lexend"/>
                <a:sym typeface="Lexend"/>
              </a:rPr>
              <a:t>° and the right-angle has length </a:t>
            </a:r>
            <a:r>
              <a:rPr lang="en-GB" sz="2200">
                <a:solidFill>
                  <a:schemeClr val="dk1"/>
                </a:solidFill>
                <a:latin typeface="Times New Roman"/>
                <a:ea typeface="Times New Roman"/>
                <a:cs typeface="Times New Roman"/>
                <a:sym typeface="Times New Roman"/>
              </a:rPr>
              <a:t>cos</a:t>
            </a:r>
            <a:r>
              <a:rPr lang="en-GB" sz="1800">
                <a:solidFill>
                  <a:schemeClr val="dk1"/>
                </a:solidFill>
                <a:latin typeface="Lexend"/>
                <a:ea typeface="Lexend"/>
                <a:cs typeface="Lexend"/>
                <a:sym typeface="Lexend"/>
              </a:rPr>
              <a:t>(</a:t>
            </a:r>
            <a:r>
              <a:rPr i="1" lang="en-GB" sz="1800">
                <a:solidFill>
                  <a:schemeClr val="dk1"/>
                </a:solidFill>
                <a:latin typeface="Lexend"/>
                <a:ea typeface="Lexend"/>
                <a:cs typeface="Lexend"/>
                <a:sym typeface="Lexend"/>
              </a:rPr>
              <a:t>θ</a:t>
            </a:r>
            <a:r>
              <a:rPr lang="en-GB" sz="1800">
                <a:solidFill>
                  <a:schemeClr val="dk1"/>
                </a:solidFill>
                <a:latin typeface="Lexend"/>
                <a:ea typeface="Lexend"/>
                <a:cs typeface="Lexend"/>
                <a:sym typeface="Lexend"/>
              </a:rPr>
              <a:t>°). </a:t>
            </a:r>
            <a:endParaRPr sz="1800">
              <a:solidFill>
                <a:schemeClr val="dk1"/>
              </a:solidFill>
              <a:latin typeface="Lexend"/>
              <a:ea typeface="Lexend"/>
              <a:cs typeface="Lexend"/>
              <a:sym typeface="Lexend"/>
            </a:endParaRPr>
          </a:p>
        </p:txBody>
      </p:sp>
      <p:sp>
        <p:nvSpPr>
          <p:cNvPr id="840" name="Google Shape;840;p68"/>
          <p:cNvSpPr txBox="1"/>
          <p:nvPr/>
        </p:nvSpPr>
        <p:spPr>
          <a:xfrm>
            <a:off x="2103558" y="3593375"/>
            <a:ext cx="613200" cy="1749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Clr>
                <a:srgbClr val="000000"/>
              </a:buClr>
              <a:buSzPts val="1100"/>
              <a:buFont typeface="Arial"/>
              <a:buNone/>
            </a:pPr>
            <a:r>
              <a:rPr lang="en-GB" sz="1800">
                <a:latin typeface="Lexend"/>
                <a:ea typeface="Lexend"/>
                <a:cs typeface="Lexend"/>
                <a:sym typeface="Lexend"/>
              </a:rPr>
              <a:t>1 cm</a:t>
            </a:r>
            <a:endParaRPr sz="1800">
              <a:latin typeface="Lexend"/>
              <a:ea typeface="Lexend"/>
              <a:cs typeface="Lexend"/>
              <a:sym typeface="Lexend"/>
            </a:endParaRPr>
          </a:p>
        </p:txBody>
      </p:sp>
      <p:sp>
        <p:nvSpPr>
          <p:cNvPr id="841" name="Google Shape;841;p68"/>
          <p:cNvSpPr/>
          <p:nvPr/>
        </p:nvSpPr>
        <p:spPr>
          <a:xfrm>
            <a:off x="5376937" y="3794798"/>
            <a:ext cx="1196700" cy="1196700"/>
          </a:xfrm>
          <a:prstGeom prst="arc">
            <a:avLst>
              <a:gd fmla="val 10771373" name="adj1"/>
              <a:gd fmla="val 13506230" name="adj2"/>
            </a:avLst>
          </a:prstGeom>
          <a:solidFill>
            <a:srgbClr val="F3EEFB"/>
          </a:solidFill>
          <a:ln cap="flat" cmpd="sng" w="28575">
            <a:solidFill>
              <a:srgbClr val="845AD9"/>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sp>
        <p:nvSpPr>
          <p:cNvPr id="842" name="Google Shape;842;p68"/>
          <p:cNvSpPr/>
          <p:nvPr/>
        </p:nvSpPr>
        <p:spPr>
          <a:xfrm>
            <a:off x="1852985" y="3777825"/>
            <a:ext cx="1196400" cy="1196400"/>
          </a:xfrm>
          <a:prstGeom prst="arc">
            <a:avLst>
              <a:gd fmla="val 10771373" name="adj1"/>
              <a:gd fmla="val 13506230" name="adj2"/>
            </a:avLst>
          </a:prstGeom>
          <a:solidFill>
            <a:srgbClr val="F3EEFB"/>
          </a:solidFill>
          <a:ln cap="flat" cmpd="sng" w="28575">
            <a:solidFill>
              <a:srgbClr val="845AD9"/>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sp>
        <p:nvSpPr>
          <p:cNvPr id="843" name="Google Shape;843;p68"/>
          <p:cNvSpPr/>
          <p:nvPr/>
        </p:nvSpPr>
        <p:spPr>
          <a:xfrm>
            <a:off x="4199604" y="4060780"/>
            <a:ext cx="343200" cy="343200"/>
          </a:xfrm>
          <a:prstGeom prst="rect">
            <a:avLst/>
          </a:prstGeom>
          <a:noFill/>
          <a:ln cap="flat" cmpd="sng" w="28575">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cxnSp>
        <p:nvCxnSpPr>
          <p:cNvPr id="844" name="Google Shape;844;p68"/>
          <p:cNvCxnSpPr/>
          <p:nvPr/>
        </p:nvCxnSpPr>
        <p:spPr>
          <a:xfrm>
            <a:off x="4277510" y="2530101"/>
            <a:ext cx="1795800" cy="1795800"/>
          </a:xfrm>
          <a:prstGeom prst="straightConnector1">
            <a:avLst/>
          </a:prstGeom>
          <a:noFill/>
          <a:ln cap="flat" cmpd="sng" w="28575">
            <a:solidFill>
              <a:srgbClr val="845AD9"/>
            </a:solidFill>
            <a:prstDash val="solid"/>
            <a:round/>
            <a:headEnd len="med" w="med" type="triangle"/>
            <a:tailEnd len="med" w="med" type="triangle"/>
          </a:ln>
        </p:spPr>
      </p:cxnSp>
      <p:sp>
        <p:nvSpPr>
          <p:cNvPr id="845" name="Google Shape;845;p68"/>
          <p:cNvSpPr txBox="1"/>
          <p:nvPr/>
        </p:nvSpPr>
        <p:spPr>
          <a:xfrm>
            <a:off x="5370689" y="4158463"/>
            <a:ext cx="457200" cy="2280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Clr>
                <a:schemeClr val="dk1"/>
              </a:buClr>
              <a:buSzPts val="1100"/>
              <a:buFont typeface="Arial"/>
              <a:buNone/>
            </a:pPr>
            <a:r>
              <a:rPr i="1" lang="en-GB" sz="1800">
                <a:solidFill>
                  <a:schemeClr val="dk1"/>
                </a:solidFill>
                <a:latin typeface="Lexend"/>
                <a:ea typeface="Lexend"/>
                <a:cs typeface="Lexend"/>
                <a:sym typeface="Lexend"/>
              </a:rPr>
              <a:t>θ</a:t>
            </a:r>
            <a:r>
              <a:rPr lang="en-GB" sz="1800">
                <a:solidFill>
                  <a:schemeClr val="dk1"/>
                </a:solidFill>
                <a:latin typeface="Lexend"/>
                <a:ea typeface="Lexend"/>
                <a:cs typeface="Lexend"/>
                <a:sym typeface="Lexend"/>
              </a:rPr>
              <a:t>°</a:t>
            </a:r>
            <a:endParaRPr sz="1800">
              <a:latin typeface="Lexend"/>
              <a:ea typeface="Lexend"/>
              <a:cs typeface="Lexend"/>
              <a:sym typeface="Lexend"/>
            </a:endParaRPr>
          </a:p>
        </p:txBody>
      </p:sp>
      <p:sp>
        <p:nvSpPr>
          <p:cNvPr id="846" name="Google Shape;846;p68"/>
          <p:cNvSpPr/>
          <p:nvPr/>
        </p:nvSpPr>
        <p:spPr>
          <a:xfrm>
            <a:off x="1297987" y="4160162"/>
            <a:ext cx="222900" cy="222900"/>
          </a:xfrm>
          <a:prstGeom prst="rect">
            <a:avLst/>
          </a:prstGeom>
          <a:noFill/>
          <a:ln cap="flat" cmpd="sng" w="28575">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cxnSp>
        <p:nvCxnSpPr>
          <p:cNvPr id="847" name="Google Shape;847;p68"/>
          <p:cNvCxnSpPr/>
          <p:nvPr/>
        </p:nvCxnSpPr>
        <p:spPr>
          <a:xfrm>
            <a:off x="1433879" y="3080775"/>
            <a:ext cx="1166100" cy="1166100"/>
          </a:xfrm>
          <a:prstGeom prst="straightConnector1">
            <a:avLst/>
          </a:prstGeom>
          <a:noFill/>
          <a:ln cap="flat" cmpd="sng" w="28575">
            <a:solidFill>
              <a:srgbClr val="845AD9"/>
            </a:solidFill>
            <a:prstDash val="solid"/>
            <a:round/>
            <a:headEnd len="med" w="med" type="triangle"/>
            <a:tailEnd len="med" w="med" type="triangle"/>
          </a:ln>
        </p:spPr>
      </p:cxnSp>
      <p:sp>
        <p:nvSpPr>
          <p:cNvPr id="848" name="Google Shape;848;p68"/>
          <p:cNvSpPr txBox="1"/>
          <p:nvPr/>
        </p:nvSpPr>
        <p:spPr>
          <a:xfrm>
            <a:off x="1851746" y="4167388"/>
            <a:ext cx="457200" cy="1749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Clr>
                <a:schemeClr val="dk1"/>
              </a:buClr>
              <a:buSzPts val="1100"/>
              <a:buFont typeface="Arial"/>
              <a:buNone/>
            </a:pPr>
            <a:r>
              <a:rPr i="1" lang="en-GB" sz="1800">
                <a:solidFill>
                  <a:schemeClr val="dk1"/>
                </a:solidFill>
                <a:latin typeface="Lexend"/>
                <a:ea typeface="Lexend"/>
                <a:cs typeface="Lexend"/>
                <a:sym typeface="Lexend"/>
              </a:rPr>
              <a:t>θ</a:t>
            </a:r>
            <a:r>
              <a:rPr lang="en-GB" sz="1800">
                <a:solidFill>
                  <a:schemeClr val="dk1"/>
                </a:solidFill>
                <a:latin typeface="Lexend"/>
                <a:ea typeface="Lexend"/>
                <a:cs typeface="Lexend"/>
                <a:sym typeface="Lexend"/>
              </a:rPr>
              <a:t>°</a:t>
            </a:r>
            <a:endParaRPr sz="1800">
              <a:latin typeface="Lexend"/>
              <a:ea typeface="Lexend"/>
              <a:cs typeface="Lexend"/>
              <a:sym typeface="Lexend"/>
            </a:endParaRPr>
          </a:p>
        </p:txBody>
      </p:sp>
      <p:grpSp>
        <p:nvGrpSpPr>
          <p:cNvPr id="849" name="Google Shape;849;p68"/>
          <p:cNvGrpSpPr/>
          <p:nvPr/>
        </p:nvGrpSpPr>
        <p:grpSpPr>
          <a:xfrm>
            <a:off x="2222644" y="2373832"/>
            <a:ext cx="1640399" cy="511880"/>
            <a:chOff x="5007400" y="2270947"/>
            <a:chExt cx="1640399" cy="511880"/>
          </a:xfrm>
        </p:grpSpPr>
        <p:sp>
          <p:nvSpPr>
            <p:cNvPr id="850" name="Google Shape;850;p68"/>
            <p:cNvSpPr/>
            <p:nvPr/>
          </p:nvSpPr>
          <p:spPr>
            <a:xfrm flipH="1" rot="-5400000">
              <a:off x="5735112" y="1870139"/>
              <a:ext cx="184976" cy="1640399"/>
            </a:xfrm>
            <a:custGeom>
              <a:rect b="b" l="l" r="r" t="t"/>
              <a:pathLst>
                <a:path extrusionOk="0" h="30529" w="2102">
                  <a:moveTo>
                    <a:pt x="2102" y="0"/>
                  </a:moveTo>
                  <a:cubicBezTo>
                    <a:pt x="1752" y="2548"/>
                    <a:pt x="9" y="10201"/>
                    <a:pt x="1" y="15289"/>
                  </a:cubicBezTo>
                  <a:cubicBezTo>
                    <a:pt x="-7" y="20377"/>
                    <a:pt x="1711" y="27989"/>
                    <a:pt x="2053" y="30529"/>
                  </a:cubicBezTo>
                </a:path>
              </a:pathLst>
            </a:custGeom>
            <a:noFill/>
            <a:ln cap="flat" cmpd="sng" w="28575">
              <a:solidFill>
                <a:srgbClr val="000000"/>
              </a:solidFill>
              <a:prstDash val="solid"/>
              <a:round/>
              <a:headEnd len="med" w="med" type="none"/>
              <a:tailEnd len="med" w="med" type="triangle"/>
            </a:ln>
          </p:spPr>
        </p:sp>
        <p:sp>
          <p:nvSpPr>
            <p:cNvPr id="851" name="Google Shape;851;p68"/>
            <p:cNvSpPr txBox="1"/>
            <p:nvPr/>
          </p:nvSpPr>
          <p:spPr>
            <a:xfrm>
              <a:off x="5190550" y="2270947"/>
              <a:ext cx="1274100" cy="338700"/>
            </a:xfrm>
            <a:prstGeom prst="rect">
              <a:avLst/>
            </a:prstGeom>
            <a:noFill/>
            <a:ln>
              <a:noFill/>
            </a:ln>
          </p:spPr>
          <p:txBody>
            <a:bodyPr anchorCtr="0" anchor="t" bIns="0" lIns="0" spcFirstLastPara="1" rIns="0" wrap="square" tIns="0">
              <a:spAutoFit/>
            </a:bodyPr>
            <a:lstStyle/>
            <a:p>
              <a:pPr indent="0" lvl="0" marL="0" rtl="0" algn="ctr">
                <a:spcBef>
                  <a:spcPts val="0"/>
                </a:spcBef>
                <a:spcAft>
                  <a:spcPts val="0"/>
                </a:spcAft>
                <a:buClr>
                  <a:srgbClr val="000000"/>
                </a:buClr>
                <a:buSzPts val="1100"/>
                <a:buFont typeface="Arial"/>
                <a:buNone/>
              </a:pPr>
              <a:r>
                <a:rPr lang="en-GB" sz="1800">
                  <a:latin typeface="Lexend"/>
                  <a:ea typeface="Lexend"/>
                  <a:cs typeface="Lexend"/>
                  <a:sym typeface="Lexend"/>
                </a:rPr>
                <a:t>× </a:t>
              </a:r>
              <a:r>
                <a:rPr i="1" lang="en-GB" sz="2200">
                  <a:solidFill>
                    <a:schemeClr val="dk1"/>
                  </a:solidFill>
                  <a:latin typeface="Times New Roman"/>
                  <a:ea typeface="Times New Roman"/>
                  <a:cs typeface="Times New Roman"/>
                  <a:sym typeface="Times New Roman"/>
                </a:rPr>
                <a:t>h</a:t>
              </a:r>
              <a:endParaRPr sz="1800">
                <a:latin typeface="Lexend"/>
                <a:ea typeface="Lexend"/>
                <a:cs typeface="Lexend"/>
                <a:sym typeface="Lexend"/>
              </a:endParaRPr>
            </a:p>
          </p:txBody>
        </p:sp>
      </p:grpSp>
      <p:grpSp>
        <p:nvGrpSpPr>
          <p:cNvPr id="852" name="Google Shape;852;p68"/>
          <p:cNvGrpSpPr/>
          <p:nvPr/>
        </p:nvGrpSpPr>
        <p:grpSpPr>
          <a:xfrm>
            <a:off x="6547900" y="2944400"/>
            <a:ext cx="1249500" cy="426868"/>
            <a:chOff x="6852700" y="3173000"/>
            <a:chExt cx="1249500" cy="426868"/>
          </a:xfrm>
        </p:grpSpPr>
        <p:sp>
          <p:nvSpPr>
            <p:cNvPr id="853" name="Google Shape;853;p68"/>
            <p:cNvSpPr/>
            <p:nvPr/>
          </p:nvSpPr>
          <p:spPr>
            <a:xfrm>
              <a:off x="7072065" y="3173000"/>
              <a:ext cx="645500" cy="137100"/>
            </a:xfrm>
            <a:custGeom>
              <a:rect b="b" l="l" r="r" t="t"/>
              <a:pathLst>
                <a:path extrusionOk="0" h="5484" w="25820">
                  <a:moveTo>
                    <a:pt x="0" y="315"/>
                  </a:moveTo>
                  <a:cubicBezTo>
                    <a:pt x="3392" y="8226"/>
                    <a:pt x="19739" y="6091"/>
                    <a:pt x="25820" y="0"/>
                  </a:cubicBezTo>
                </a:path>
              </a:pathLst>
            </a:custGeom>
            <a:noFill/>
            <a:ln cap="flat" cmpd="sng" w="28575">
              <a:solidFill>
                <a:srgbClr val="000000"/>
              </a:solidFill>
              <a:prstDash val="solid"/>
              <a:round/>
              <a:headEnd len="med" w="med" type="none"/>
              <a:tailEnd len="med" w="med" type="triangle"/>
            </a:ln>
          </p:spPr>
        </p:sp>
        <p:sp>
          <p:nvSpPr>
            <p:cNvPr id="854" name="Google Shape;854;p68"/>
            <p:cNvSpPr txBox="1"/>
            <p:nvPr/>
          </p:nvSpPr>
          <p:spPr>
            <a:xfrm>
              <a:off x="6852700" y="3279168"/>
              <a:ext cx="1249500" cy="320700"/>
            </a:xfrm>
            <a:prstGeom prst="rect">
              <a:avLst/>
            </a:prstGeom>
            <a:noFill/>
            <a:ln>
              <a:noFill/>
            </a:ln>
          </p:spPr>
          <p:txBody>
            <a:bodyPr anchorCtr="0" anchor="t" bIns="0" lIns="0" spcFirstLastPara="1" rIns="0" wrap="square" tIns="0">
              <a:noAutofit/>
            </a:bodyPr>
            <a:lstStyle/>
            <a:p>
              <a:pPr indent="0" lvl="0" marL="0" rtl="0" algn="l">
                <a:lnSpc>
                  <a:spcPct val="115000"/>
                </a:lnSpc>
                <a:spcBef>
                  <a:spcPts val="0"/>
                </a:spcBef>
                <a:spcAft>
                  <a:spcPts val="1000"/>
                </a:spcAft>
                <a:buNone/>
              </a:pPr>
              <a:r>
                <a:rPr lang="en-GB" sz="2000">
                  <a:solidFill>
                    <a:srgbClr val="000000"/>
                  </a:solidFill>
                  <a:latin typeface="Times New Roman"/>
                  <a:ea typeface="Times New Roman"/>
                  <a:cs typeface="Times New Roman"/>
                  <a:sym typeface="Times New Roman"/>
                </a:rPr>
                <a:t>× </a:t>
              </a:r>
              <a:r>
                <a:rPr lang="en-GB" sz="2000">
                  <a:solidFill>
                    <a:schemeClr val="dk1"/>
                  </a:solidFill>
                  <a:latin typeface="Times New Roman"/>
                  <a:ea typeface="Times New Roman"/>
                  <a:cs typeface="Times New Roman"/>
                  <a:sym typeface="Times New Roman"/>
                </a:rPr>
                <a:t>cos(</a:t>
              </a:r>
              <a:r>
                <a:rPr i="1" lang="en-GB" sz="2000">
                  <a:solidFill>
                    <a:schemeClr val="dk1"/>
                  </a:solidFill>
                  <a:latin typeface="Times New Roman"/>
                  <a:ea typeface="Times New Roman"/>
                  <a:cs typeface="Times New Roman"/>
                  <a:sym typeface="Times New Roman"/>
                </a:rPr>
                <a:t>θ</a:t>
              </a:r>
              <a:r>
                <a:rPr lang="en-GB" sz="2000">
                  <a:solidFill>
                    <a:schemeClr val="dk1"/>
                  </a:solidFill>
                  <a:latin typeface="Times New Roman"/>
                  <a:ea typeface="Times New Roman"/>
                  <a:cs typeface="Times New Roman"/>
                  <a:sym typeface="Times New Roman"/>
                </a:rPr>
                <a:t>°)</a:t>
              </a:r>
              <a:endParaRPr sz="2000">
                <a:solidFill>
                  <a:srgbClr val="000000"/>
                </a:solidFill>
                <a:latin typeface="Times New Roman"/>
                <a:ea typeface="Times New Roman"/>
                <a:cs typeface="Times New Roman"/>
                <a:sym typeface="Times New Roman"/>
              </a:endParaRPr>
            </a:p>
          </p:txBody>
        </p:sp>
      </p:grpSp>
      <p:grpSp>
        <p:nvGrpSpPr>
          <p:cNvPr id="855" name="Google Shape;855;p68"/>
          <p:cNvGrpSpPr/>
          <p:nvPr/>
        </p:nvGrpSpPr>
        <p:grpSpPr>
          <a:xfrm>
            <a:off x="6587300" y="1327555"/>
            <a:ext cx="1170600" cy="462970"/>
            <a:chOff x="6892100" y="1556155"/>
            <a:chExt cx="1170600" cy="462970"/>
          </a:xfrm>
        </p:grpSpPr>
        <p:sp>
          <p:nvSpPr>
            <p:cNvPr id="856" name="Google Shape;856;p68"/>
            <p:cNvSpPr/>
            <p:nvPr/>
          </p:nvSpPr>
          <p:spPr>
            <a:xfrm flipH="1" rot="10800000">
              <a:off x="7072065" y="1882025"/>
              <a:ext cx="645500" cy="137100"/>
            </a:xfrm>
            <a:custGeom>
              <a:rect b="b" l="l" r="r" t="t"/>
              <a:pathLst>
                <a:path extrusionOk="0" h="5484" w="25820">
                  <a:moveTo>
                    <a:pt x="0" y="315"/>
                  </a:moveTo>
                  <a:cubicBezTo>
                    <a:pt x="3392" y="8226"/>
                    <a:pt x="19739" y="6091"/>
                    <a:pt x="25820" y="0"/>
                  </a:cubicBezTo>
                </a:path>
              </a:pathLst>
            </a:custGeom>
            <a:noFill/>
            <a:ln cap="flat" cmpd="sng" w="28575">
              <a:solidFill>
                <a:srgbClr val="000000"/>
              </a:solidFill>
              <a:prstDash val="solid"/>
              <a:round/>
              <a:headEnd len="med" w="med" type="none"/>
              <a:tailEnd len="med" w="med" type="triangle"/>
            </a:ln>
          </p:spPr>
        </p:sp>
        <p:sp>
          <p:nvSpPr>
            <p:cNvPr id="857" name="Google Shape;857;p68"/>
            <p:cNvSpPr txBox="1"/>
            <p:nvPr/>
          </p:nvSpPr>
          <p:spPr>
            <a:xfrm>
              <a:off x="6892100" y="1556155"/>
              <a:ext cx="1170600" cy="320700"/>
            </a:xfrm>
            <a:prstGeom prst="rect">
              <a:avLst/>
            </a:prstGeom>
            <a:noFill/>
            <a:ln>
              <a:noFill/>
            </a:ln>
          </p:spPr>
          <p:txBody>
            <a:bodyPr anchorCtr="0" anchor="t" bIns="0" lIns="0" spcFirstLastPara="1" rIns="0" wrap="square" tIns="0">
              <a:noAutofit/>
            </a:bodyPr>
            <a:lstStyle/>
            <a:p>
              <a:pPr indent="0" lvl="0" marL="0" rtl="0" algn="l">
                <a:lnSpc>
                  <a:spcPct val="115000"/>
                </a:lnSpc>
                <a:spcBef>
                  <a:spcPts val="0"/>
                </a:spcBef>
                <a:spcAft>
                  <a:spcPts val="1000"/>
                </a:spcAft>
                <a:buNone/>
              </a:pPr>
              <a:r>
                <a:rPr lang="en-GB" sz="2000">
                  <a:solidFill>
                    <a:srgbClr val="000000"/>
                  </a:solidFill>
                  <a:latin typeface="Times New Roman"/>
                  <a:ea typeface="Times New Roman"/>
                  <a:cs typeface="Times New Roman"/>
                  <a:sym typeface="Times New Roman"/>
                </a:rPr>
                <a:t>× </a:t>
              </a:r>
              <a:r>
                <a:rPr lang="en-GB" sz="2000">
                  <a:solidFill>
                    <a:schemeClr val="dk1"/>
                  </a:solidFill>
                  <a:latin typeface="Times New Roman"/>
                  <a:ea typeface="Times New Roman"/>
                  <a:cs typeface="Times New Roman"/>
                  <a:sym typeface="Times New Roman"/>
                </a:rPr>
                <a:t>cos(</a:t>
              </a:r>
              <a:r>
                <a:rPr i="1" lang="en-GB" sz="2000">
                  <a:solidFill>
                    <a:schemeClr val="dk1"/>
                  </a:solidFill>
                  <a:latin typeface="Times New Roman"/>
                  <a:ea typeface="Times New Roman"/>
                  <a:cs typeface="Times New Roman"/>
                  <a:sym typeface="Times New Roman"/>
                </a:rPr>
                <a:t>θ</a:t>
              </a:r>
              <a:r>
                <a:rPr lang="en-GB" sz="2000">
                  <a:solidFill>
                    <a:schemeClr val="dk1"/>
                  </a:solidFill>
                  <a:latin typeface="Times New Roman"/>
                  <a:ea typeface="Times New Roman"/>
                  <a:cs typeface="Times New Roman"/>
                  <a:sym typeface="Times New Roman"/>
                </a:rPr>
                <a:t>°)</a:t>
              </a:r>
              <a:endParaRPr sz="2000">
                <a:solidFill>
                  <a:srgbClr val="000000"/>
                </a:solidFill>
                <a:latin typeface="Times New Roman"/>
                <a:ea typeface="Times New Roman"/>
                <a:cs typeface="Times New Roman"/>
                <a:sym typeface="Times New Roman"/>
              </a:endParaRPr>
            </a:p>
          </p:txBody>
        </p:sp>
      </p:grpSp>
      <p:grpSp>
        <p:nvGrpSpPr>
          <p:cNvPr id="858" name="Google Shape;858;p68"/>
          <p:cNvGrpSpPr/>
          <p:nvPr/>
        </p:nvGrpSpPr>
        <p:grpSpPr>
          <a:xfrm>
            <a:off x="5619501" y="2080125"/>
            <a:ext cx="3297195" cy="582538"/>
            <a:chOff x="5924301" y="2308725"/>
            <a:chExt cx="3297195" cy="582538"/>
          </a:xfrm>
        </p:grpSpPr>
        <p:sp>
          <p:nvSpPr>
            <p:cNvPr id="859" name="Google Shape;859;p68"/>
            <p:cNvSpPr/>
            <p:nvPr/>
          </p:nvSpPr>
          <p:spPr>
            <a:xfrm flipH="1">
              <a:off x="8598237" y="2308725"/>
              <a:ext cx="145300" cy="582525"/>
            </a:xfrm>
            <a:custGeom>
              <a:rect b="b" l="l" r="r" t="t"/>
              <a:pathLst>
                <a:path extrusionOk="0" h="23301" w="5812">
                  <a:moveTo>
                    <a:pt x="5812" y="0"/>
                  </a:moveTo>
                  <a:cubicBezTo>
                    <a:pt x="-862" y="4007"/>
                    <a:pt x="-2242" y="18988"/>
                    <a:pt x="4238" y="23301"/>
                  </a:cubicBezTo>
                </a:path>
              </a:pathLst>
            </a:custGeom>
            <a:noFill/>
            <a:ln cap="flat" cmpd="sng" w="28575">
              <a:solidFill>
                <a:srgbClr val="000000"/>
              </a:solidFill>
              <a:prstDash val="solid"/>
              <a:round/>
              <a:headEnd len="med" w="med" type="none"/>
              <a:tailEnd len="med" w="med" type="triangle"/>
            </a:ln>
          </p:spPr>
        </p:sp>
        <p:grpSp>
          <p:nvGrpSpPr>
            <p:cNvPr id="860" name="Google Shape;860;p68"/>
            <p:cNvGrpSpPr/>
            <p:nvPr/>
          </p:nvGrpSpPr>
          <p:grpSpPr>
            <a:xfrm>
              <a:off x="5924301" y="2308738"/>
              <a:ext cx="646319" cy="582525"/>
              <a:chOff x="5924301" y="2308738"/>
              <a:chExt cx="646319" cy="582525"/>
            </a:xfrm>
          </p:grpSpPr>
          <p:sp>
            <p:nvSpPr>
              <p:cNvPr id="861" name="Google Shape;861;p68"/>
              <p:cNvSpPr/>
              <p:nvPr/>
            </p:nvSpPr>
            <p:spPr>
              <a:xfrm>
                <a:off x="6425320" y="2308738"/>
                <a:ext cx="145300" cy="582525"/>
              </a:xfrm>
              <a:custGeom>
                <a:rect b="b" l="l" r="r" t="t"/>
                <a:pathLst>
                  <a:path extrusionOk="0" h="23301" w="5812">
                    <a:moveTo>
                      <a:pt x="5812" y="0"/>
                    </a:moveTo>
                    <a:cubicBezTo>
                      <a:pt x="-862" y="4007"/>
                      <a:pt x="-2242" y="18988"/>
                      <a:pt x="4238" y="23301"/>
                    </a:cubicBezTo>
                  </a:path>
                </a:pathLst>
              </a:custGeom>
              <a:noFill/>
              <a:ln cap="flat" cmpd="sng" w="28575">
                <a:solidFill>
                  <a:srgbClr val="000000"/>
                </a:solidFill>
                <a:prstDash val="solid"/>
                <a:round/>
                <a:headEnd len="med" w="med" type="none"/>
                <a:tailEnd len="med" w="med" type="triangle"/>
              </a:ln>
            </p:spPr>
          </p:sp>
          <p:sp>
            <p:nvSpPr>
              <p:cNvPr id="862" name="Google Shape;862;p68"/>
              <p:cNvSpPr txBox="1"/>
              <p:nvPr/>
            </p:nvSpPr>
            <p:spPr>
              <a:xfrm>
                <a:off x="5924301" y="2411400"/>
                <a:ext cx="457200" cy="320700"/>
              </a:xfrm>
              <a:prstGeom prst="rect">
                <a:avLst/>
              </a:prstGeom>
              <a:noFill/>
              <a:ln>
                <a:noFill/>
              </a:ln>
            </p:spPr>
            <p:txBody>
              <a:bodyPr anchorCtr="0" anchor="t" bIns="0" lIns="0" spcFirstLastPara="1" rIns="0" wrap="square" tIns="0">
                <a:noAutofit/>
              </a:bodyPr>
              <a:lstStyle/>
              <a:p>
                <a:pPr indent="0" lvl="0" marL="0" rtl="0" algn="l">
                  <a:lnSpc>
                    <a:spcPct val="115000"/>
                  </a:lnSpc>
                  <a:spcBef>
                    <a:spcPts val="0"/>
                  </a:spcBef>
                  <a:spcAft>
                    <a:spcPts val="1000"/>
                  </a:spcAft>
                  <a:buNone/>
                </a:pPr>
                <a:r>
                  <a:rPr lang="en-GB" sz="2000">
                    <a:solidFill>
                      <a:srgbClr val="000000"/>
                    </a:solidFill>
                    <a:latin typeface="Times New Roman"/>
                    <a:ea typeface="Times New Roman"/>
                    <a:cs typeface="Times New Roman"/>
                    <a:sym typeface="Times New Roman"/>
                  </a:rPr>
                  <a:t>× </a:t>
                </a:r>
                <a:r>
                  <a:rPr i="1" lang="en-GB" sz="2000">
                    <a:solidFill>
                      <a:schemeClr val="dk1"/>
                    </a:solidFill>
                    <a:latin typeface="Times New Roman"/>
                    <a:ea typeface="Times New Roman"/>
                    <a:cs typeface="Times New Roman"/>
                    <a:sym typeface="Times New Roman"/>
                  </a:rPr>
                  <a:t>h</a:t>
                </a:r>
                <a:endParaRPr sz="2000">
                  <a:solidFill>
                    <a:srgbClr val="000000"/>
                  </a:solidFill>
                  <a:latin typeface="Times New Roman"/>
                  <a:ea typeface="Times New Roman"/>
                  <a:cs typeface="Times New Roman"/>
                  <a:sym typeface="Times New Roman"/>
                </a:endParaRPr>
              </a:p>
            </p:txBody>
          </p:sp>
        </p:grpSp>
        <p:sp>
          <p:nvSpPr>
            <p:cNvPr id="863" name="Google Shape;863;p68"/>
            <p:cNvSpPr txBox="1"/>
            <p:nvPr/>
          </p:nvSpPr>
          <p:spPr>
            <a:xfrm>
              <a:off x="8780796" y="2368275"/>
              <a:ext cx="440700" cy="320700"/>
            </a:xfrm>
            <a:prstGeom prst="rect">
              <a:avLst/>
            </a:prstGeom>
            <a:noFill/>
            <a:ln>
              <a:noFill/>
            </a:ln>
          </p:spPr>
          <p:txBody>
            <a:bodyPr anchorCtr="0" anchor="t" bIns="0" lIns="0" spcFirstLastPara="1" rIns="0" wrap="square" tIns="0">
              <a:noAutofit/>
            </a:bodyPr>
            <a:lstStyle/>
            <a:p>
              <a:pPr indent="0" lvl="0" marL="0" rtl="0" algn="l">
                <a:lnSpc>
                  <a:spcPct val="115000"/>
                </a:lnSpc>
                <a:spcBef>
                  <a:spcPts val="0"/>
                </a:spcBef>
                <a:spcAft>
                  <a:spcPts val="1000"/>
                </a:spcAft>
                <a:buNone/>
              </a:pPr>
              <a:r>
                <a:rPr lang="en-GB" sz="2000">
                  <a:solidFill>
                    <a:srgbClr val="000000"/>
                  </a:solidFill>
                  <a:latin typeface="Times New Roman"/>
                  <a:ea typeface="Times New Roman"/>
                  <a:cs typeface="Times New Roman"/>
                  <a:sym typeface="Times New Roman"/>
                </a:rPr>
                <a:t>× </a:t>
              </a:r>
              <a:r>
                <a:rPr i="1" lang="en-GB" sz="2000">
                  <a:solidFill>
                    <a:schemeClr val="dk1"/>
                  </a:solidFill>
                  <a:latin typeface="Times New Roman"/>
                  <a:ea typeface="Times New Roman"/>
                  <a:cs typeface="Times New Roman"/>
                  <a:sym typeface="Times New Roman"/>
                </a:rPr>
                <a:t>h</a:t>
              </a:r>
              <a:endParaRPr sz="2000">
                <a:solidFill>
                  <a:srgbClr val="000000"/>
                </a:solidFill>
                <a:latin typeface="Times New Roman"/>
                <a:ea typeface="Times New Roman"/>
                <a:cs typeface="Times New Roman"/>
                <a:sym typeface="Times New Roman"/>
              </a:endParaRPr>
            </a:p>
          </p:txBody>
        </p:sp>
      </p:grpSp>
      <p:sp>
        <p:nvSpPr>
          <p:cNvPr id="864" name="Google Shape;864;p68"/>
          <p:cNvSpPr txBox="1"/>
          <p:nvPr/>
        </p:nvSpPr>
        <p:spPr>
          <a:xfrm>
            <a:off x="4719298" y="4540250"/>
            <a:ext cx="591900" cy="269700"/>
          </a:xfrm>
          <a:prstGeom prst="rect">
            <a:avLst/>
          </a:prstGeom>
          <a:solidFill>
            <a:schemeClr val="lt1"/>
          </a:solidFill>
          <a:ln>
            <a:noFill/>
          </a:ln>
        </p:spPr>
        <p:txBody>
          <a:bodyPr anchorCtr="0" anchor="ctr" bIns="0" lIns="0" spcFirstLastPara="1" rIns="0" wrap="square" tIns="0">
            <a:noAutofit/>
          </a:bodyPr>
          <a:lstStyle/>
          <a:p>
            <a:pPr indent="0" lvl="0" marL="0" rtl="0" algn="ctr">
              <a:spcBef>
                <a:spcPts val="0"/>
              </a:spcBef>
              <a:spcAft>
                <a:spcPts val="0"/>
              </a:spcAft>
              <a:buClr>
                <a:schemeClr val="dk1"/>
              </a:buClr>
              <a:buSzPts val="1100"/>
              <a:buFont typeface="Arial"/>
              <a:buNone/>
            </a:pPr>
            <a:r>
              <a:rPr lang="en-GB" sz="1800">
                <a:solidFill>
                  <a:schemeClr val="accent4"/>
                </a:solidFill>
                <a:latin typeface="Lexend"/>
                <a:ea typeface="Lexend"/>
                <a:cs typeface="Lexend"/>
                <a:sym typeface="Lexend"/>
              </a:rPr>
              <a:t>adj</a:t>
            </a:r>
            <a:endParaRPr sz="1800">
              <a:latin typeface="Lexend"/>
              <a:ea typeface="Lexend"/>
              <a:cs typeface="Lexend"/>
              <a:sym typeface="Lexend"/>
            </a:endParaRPr>
          </a:p>
        </p:txBody>
      </p:sp>
      <p:sp>
        <p:nvSpPr>
          <p:cNvPr id="865" name="Google Shape;865;p68"/>
          <p:cNvSpPr txBox="1"/>
          <p:nvPr/>
        </p:nvSpPr>
        <p:spPr>
          <a:xfrm>
            <a:off x="5191356" y="3202050"/>
            <a:ext cx="703800" cy="2697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Clr>
                <a:srgbClr val="000000"/>
              </a:buClr>
              <a:buSzPts val="1100"/>
              <a:buFont typeface="Arial"/>
              <a:buNone/>
            </a:pPr>
            <a:r>
              <a:rPr i="1" lang="en-GB" sz="2200">
                <a:solidFill>
                  <a:schemeClr val="dk1"/>
                </a:solidFill>
                <a:latin typeface="Times New Roman"/>
                <a:ea typeface="Times New Roman"/>
                <a:cs typeface="Times New Roman"/>
                <a:sym typeface="Times New Roman"/>
              </a:rPr>
              <a:t>h</a:t>
            </a:r>
            <a:r>
              <a:rPr lang="en-GB" sz="1800">
                <a:latin typeface="Lexend"/>
                <a:ea typeface="Lexend"/>
                <a:cs typeface="Lexend"/>
                <a:sym typeface="Lexend"/>
              </a:rPr>
              <a:t> cm</a:t>
            </a:r>
            <a:endParaRPr sz="1800">
              <a:latin typeface="Lexend"/>
              <a:ea typeface="Lexend"/>
              <a:cs typeface="Lexend"/>
              <a:sym typeface="Lexend"/>
            </a:endParaRPr>
          </a:p>
        </p:txBody>
      </p:sp>
      <p:sp>
        <p:nvSpPr>
          <p:cNvPr id="866" name="Google Shape;866;p68"/>
          <p:cNvSpPr/>
          <p:nvPr/>
        </p:nvSpPr>
        <p:spPr>
          <a:xfrm>
            <a:off x="4199604" y="2608006"/>
            <a:ext cx="1796100" cy="1796100"/>
          </a:xfrm>
          <a:prstGeom prst="rtTriangle">
            <a:avLst/>
          </a:prstGeom>
          <a:noFill/>
          <a:ln cap="flat" cmpd="sng" w="28575">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sp>
        <p:nvSpPr>
          <p:cNvPr id="867" name="Google Shape;867;p68"/>
          <p:cNvSpPr/>
          <p:nvPr/>
        </p:nvSpPr>
        <p:spPr>
          <a:xfrm>
            <a:off x="1297987" y="3216668"/>
            <a:ext cx="1166400" cy="1166400"/>
          </a:xfrm>
          <a:prstGeom prst="rtTriangle">
            <a:avLst/>
          </a:prstGeom>
          <a:noFill/>
          <a:ln cap="flat" cmpd="sng" w="28575">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sp>
        <p:nvSpPr>
          <p:cNvPr id="868" name="Google Shape;868;p68"/>
          <p:cNvSpPr txBox="1"/>
          <p:nvPr/>
        </p:nvSpPr>
        <p:spPr>
          <a:xfrm>
            <a:off x="4432200" y="4495850"/>
            <a:ext cx="1249500" cy="343200"/>
          </a:xfrm>
          <a:prstGeom prst="rect">
            <a:avLst/>
          </a:prstGeom>
          <a:solidFill>
            <a:schemeClr val="lt1"/>
          </a:solidFill>
          <a:ln>
            <a:noFill/>
          </a:ln>
        </p:spPr>
        <p:txBody>
          <a:bodyPr anchorCtr="0" anchor="ctr" bIns="0" lIns="0" spcFirstLastPara="1" rIns="0" wrap="square" tIns="0">
            <a:noAutofit/>
          </a:bodyPr>
          <a:lstStyle/>
          <a:p>
            <a:pPr indent="0" lvl="0" marL="0" rtl="0" algn="ctr">
              <a:spcBef>
                <a:spcPts val="0"/>
              </a:spcBef>
              <a:spcAft>
                <a:spcPts val="0"/>
              </a:spcAft>
              <a:buClr>
                <a:schemeClr val="dk1"/>
              </a:buClr>
              <a:buSzPts val="1100"/>
              <a:buFont typeface="Arial"/>
              <a:buNone/>
            </a:pPr>
            <a:r>
              <a:rPr i="1" lang="en-GB" sz="2200">
                <a:solidFill>
                  <a:schemeClr val="dk1"/>
                </a:solidFill>
                <a:latin typeface="Times New Roman"/>
                <a:ea typeface="Times New Roman"/>
                <a:cs typeface="Times New Roman"/>
                <a:sym typeface="Times New Roman"/>
              </a:rPr>
              <a:t>h </a:t>
            </a:r>
            <a:r>
              <a:rPr lang="en-GB" sz="1800">
                <a:solidFill>
                  <a:schemeClr val="dk1"/>
                </a:solidFill>
                <a:latin typeface="Lexend"/>
                <a:ea typeface="Lexend"/>
                <a:cs typeface="Lexend"/>
                <a:sym typeface="Lexend"/>
              </a:rPr>
              <a:t>×</a:t>
            </a:r>
            <a:r>
              <a:rPr i="1" lang="en-GB" sz="2200">
                <a:solidFill>
                  <a:schemeClr val="dk1"/>
                </a:solidFill>
                <a:latin typeface="Times New Roman"/>
                <a:ea typeface="Times New Roman"/>
                <a:cs typeface="Times New Roman"/>
                <a:sym typeface="Times New Roman"/>
              </a:rPr>
              <a:t> </a:t>
            </a:r>
            <a:r>
              <a:rPr lang="en-GB" sz="2200">
                <a:solidFill>
                  <a:schemeClr val="dk1"/>
                </a:solidFill>
                <a:latin typeface="Times New Roman"/>
                <a:ea typeface="Times New Roman"/>
                <a:cs typeface="Times New Roman"/>
                <a:sym typeface="Times New Roman"/>
              </a:rPr>
              <a:t>cos</a:t>
            </a:r>
            <a:r>
              <a:rPr lang="en-GB" sz="1800">
                <a:solidFill>
                  <a:schemeClr val="dk1"/>
                </a:solidFill>
                <a:latin typeface="Lexend"/>
                <a:ea typeface="Lexend"/>
                <a:cs typeface="Lexend"/>
                <a:sym typeface="Lexend"/>
              </a:rPr>
              <a:t>(</a:t>
            </a:r>
            <a:r>
              <a:rPr i="1" lang="en-GB" sz="1800">
                <a:solidFill>
                  <a:schemeClr val="dk1"/>
                </a:solidFill>
                <a:latin typeface="Lexend"/>
                <a:ea typeface="Lexend"/>
                <a:cs typeface="Lexend"/>
                <a:sym typeface="Lexend"/>
              </a:rPr>
              <a:t>θ</a:t>
            </a:r>
            <a:r>
              <a:rPr lang="en-GB" sz="1800">
                <a:solidFill>
                  <a:schemeClr val="dk1"/>
                </a:solidFill>
                <a:latin typeface="Lexend"/>
                <a:ea typeface="Lexend"/>
                <a:cs typeface="Lexend"/>
                <a:sym typeface="Lexend"/>
              </a:rPr>
              <a:t>°)</a:t>
            </a:r>
            <a:endParaRPr sz="1800">
              <a:latin typeface="Lexend"/>
              <a:ea typeface="Lexend"/>
              <a:cs typeface="Lexend"/>
              <a:sym typeface="Lexend"/>
            </a:endParaRPr>
          </a:p>
        </p:txBody>
      </p:sp>
      <p:pic>
        <p:nvPicPr>
          <p:cNvPr id="869" name="Google Shape;869;p68"/>
          <p:cNvPicPr preferRelativeResize="0"/>
          <p:nvPr/>
        </p:nvPicPr>
        <p:blipFill>
          <a:blip r:embed="rId3">
            <a:alphaModFix/>
          </a:blip>
          <a:stretch>
            <a:fillRect/>
          </a:stretch>
        </p:blipFill>
        <p:spPr>
          <a:xfrm>
            <a:off x="4117348" y="4377875"/>
            <a:ext cx="1960600" cy="222900"/>
          </a:xfrm>
          <a:prstGeom prst="rect">
            <a:avLst/>
          </a:prstGeom>
          <a:noFill/>
          <a:ln>
            <a:noFill/>
          </a:ln>
        </p:spPr>
      </p:pic>
      <p:pic>
        <p:nvPicPr>
          <p:cNvPr id="870" name="Google Shape;870;p68"/>
          <p:cNvPicPr preferRelativeResize="0"/>
          <p:nvPr/>
        </p:nvPicPr>
        <p:blipFill>
          <a:blip r:embed="rId4">
            <a:alphaModFix/>
          </a:blip>
          <a:stretch>
            <a:fillRect/>
          </a:stretch>
        </p:blipFill>
        <p:spPr>
          <a:xfrm>
            <a:off x="1160900" y="4355975"/>
            <a:ext cx="1359625" cy="222900"/>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828"/>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831"/>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827"/>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835"/>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849"/>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858"/>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xit" presetID="1" presetSubtype="0">
                                  <p:stCondLst>
                                    <p:cond delay="0"/>
                                  </p:stCondLst>
                                  <p:childTnLst>
                                    <p:set>
                                      <p:cBhvr>
                                        <p:cTn dur="1" fill="hold">
                                          <p:stCondLst>
                                            <p:cond delay="0"/>
                                          </p:stCondLst>
                                        </p:cTn>
                                        <p:tgtEl>
                                          <p:spTgt spid="835"/>
                                        </p:tgtEl>
                                        <p:attrNameLst>
                                          <p:attrName>style.visibility</p:attrName>
                                        </p:attrNameLst>
                                      </p:cBhvr>
                                      <p:to>
                                        <p:strVal val="hidden"/>
                                      </p:to>
                                    </p:set>
                                  </p:childTnLst>
                                </p:cTn>
                              </p:par>
                              <p:par>
                                <p:cTn fill="hold" nodeType="withEffect" presetClass="entr" presetID="1" presetSubtype="0">
                                  <p:stCondLst>
                                    <p:cond delay="0"/>
                                  </p:stCondLst>
                                  <p:childTnLst>
                                    <p:set>
                                      <p:cBhvr>
                                        <p:cTn dur="1" fill="hold">
                                          <p:stCondLst>
                                            <p:cond delay="0"/>
                                          </p:stCondLst>
                                        </p:cTn>
                                        <p:tgtEl>
                                          <p:spTgt spid="833"/>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832"/>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829"/>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826"/>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855"/>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852"/>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830"/>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xit" presetID="1" presetSubtype="0">
                                  <p:stCondLst>
                                    <p:cond delay="0"/>
                                  </p:stCondLst>
                                  <p:childTnLst>
                                    <p:set>
                                      <p:cBhvr>
                                        <p:cTn dur="1" fill="hold">
                                          <p:stCondLst>
                                            <p:cond delay="0"/>
                                          </p:stCondLst>
                                        </p:cTn>
                                        <p:tgtEl>
                                          <p:spTgt spid="832"/>
                                        </p:tgtEl>
                                        <p:attrNameLst>
                                          <p:attrName>style.visibility</p:attrName>
                                        </p:attrNameLst>
                                      </p:cBhvr>
                                      <p:to>
                                        <p:strVal val="hidden"/>
                                      </p:to>
                                    </p:set>
                                  </p:childTnLst>
                                </p:cTn>
                              </p:par>
                              <p:par>
                                <p:cTn fill="hold" nodeType="withEffect" presetClass="entr" presetID="1" presetSubtype="0">
                                  <p:stCondLst>
                                    <p:cond delay="0"/>
                                  </p:stCondLst>
                                  <p:childTnLst>
                                    <p:set>
                                      <p:cBhvr>
                                        <p:cTn dur="1" fill="hold">
                                          <p:stCondLst>
                                            <p:cond delay="0"/>
                                          </p:stCondLst>
                                        </p:cTn>
                                        <p:tgtEl>
                                          <p:spTgt spid="868"/>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74" name="Shape 874"/>
        <p:cNvGrpSpPr/>
        <p:nvPr/>
      </p:nvGrpSpPr>
      <p:grpSpPr>
        <a:xfrm>
          <a:off x="0" y="0"/>
          <a:ext cx="0" cy="0"/>
          <a:chOff x="0" y="0"/>
          <a:chExt cx="0" cy="0"/>
        </a:xfrm>
      </p:grpSpPr>
      <p:sp>
        <p:nvSpPr>
          <p:cNvPr id="875" name="Google Shape;875;p69"/>
          <p:cNvSpPr txBox="1"/>
          <p:nvPr/>
        </p:nvSpPr>
        <p:spPr>
          <a:xfrm>
            <a:off x="7077775" y="1878225"/>
            <a:ext cx="1196700" cy="489300"/>
          </a:xfrm>
          <a:prstGeom prst="rect">
            <a:avLst/>
          </a:prstGeom>
          <a:solidFill>
            <a:schemeClr val="lt1"/>
          </a:solidFill>
          <a:ln>
            <a:noFill/>
          </a:ln>
        </p:spPr>
        <p:txBody>
          <a:bodyPr anchorCtr="0" anchor="ctr" bIns="0" lIns="0" spcFirstLastPara="1" rIns="0" wrap="square" tIns="0">
            <a:noAutofit/>
          </a:bodyPr>
          <a:lstStyle/>
          <a:p>
            <a:pPr indent="0" lvl="0" marL="0" rtl="0" algn="ctr">
              <a:spcBef>
                <a:spcPts val="0"/>
              </a:spcBef>
              <a:spcAft>
                <a:spcPts val="0"/>
              </a:spcAft>
              <a:buClr>
                <a:schemeClr val="dk1"/>
              </a:buClr>
              <a:buSzPts val="1100"/>
              <a:buFont typeface="Arial"/>
              <a:buNone/>
            </a:pPr>
            <a:r>
              <a:rPr lang="en-GB" sz="2200">
                <a:solidFill>
                  <a:schemeClr val="dk1"/>
                </a:solidFill>
                <a:latin typeface="Times New Roman"/>
                <a:ea typeface="Times New Roman"/>
                <a:cs typeface="Times New Roman"/>
                <a:sym typeface="Times New Roman"/>
              </a:rPr>
              <a:t>cos</a:t>
            </a:r>
            <a:r>
              <a:rPr lang="en-GB" sz="1800">
                <a:solidFill>
                  <a:schemeClr val="dk1"/>
                </a:solidFill>
                <a:latin typeface="Lexend"/>
                <a:ea typeface="Lexend"/>
                <a:cs typeface="Lexend"/>
                <a:sym typeface="Lexend"/>
              </a:rPr>
              <a:t>(</a:t>
            </a:r>
            <a:r>
              <a:rPr i="1" lang="en-GB" sz="1800">
                <a:solidFill>
                  <a:schemeClr val="dk1"/>
                </a:solidFill>
                <a:latin typeface="Lexend"/>
                <a:ea typeface="Lexend"/>
                <a:cs typeface="Lexend"/>
                <a:sym typeface="Lexend"/>
              </a:rPr>
              <a:t>θ</a:t>
            </a:r>
            <a:r>
              <a:rPr lang="en-GB" sz="1800">
                <a:solidFill>
                  <a:schemeClr val="dk1"/>
                </a:solidFill>
                <a:latin typeface="Lexend"/>
                <a:ea typeface="Lexend"/>
                <a:cs typeface="Lexend"/>
                <a:sym typeface="Lexend"/>
              </a:rPr>
              <a:t>°)</a:t>
            </a:r>
            <a:endParaRPr sz="1800">
              <a:latin typeface="Lexend"/>
              <a:ea typeface="Lexend"/>
              <a:cs typeface="Lexend"/>
              <a:sym typeface="Lexend"/>
            </a:endParaRPr>
          </a:p>
        </p:txBody>
      </p:sp>
      <p:sp>
        <p:nvSpPr>
          <p:cNvPr id="876" name="Google Shape;876;p69"/>
          <p:cNvSpPr txBox="1"/>
          <p:nvPr/>
        </p:nvSpPr>
        <p:spPr>
          <a:xfrm>
            <a:off x="6351775" y="2367413"/>
            <a:ext cx="726000" cy="489300"/>
          </a:xfrm>
          <a:prstGeom prst="rect">
            <a:avLst/>
          </a:prstGeom>
          <a:solidFill>
            <a:schemeClr val="lt1"/>
          </a:solidFill>
          <a:ln>
            <a:noFill/>
          </a:ln>
        </p:spPr>
        <p:txBody>
          <a:bodyPr anchorCtr="0" anchor="ctr" bIns="0" lIns="0" spcFirstLastPara="1" rIns="0" wrap="square" tIns="0">
            <a:noAutofit/>
          </a:bodyPr>
          <a:lstStyle/>
          <a:p>
            <a:pPr indent="0" lvl="0" marL="0" rtl="0" algn="ctr">
              <a:spcBef>
                <a:spcPts val="0"/>
              </a:spcBef>
              <a:spcAft>
                <a:spcPts val="0"/>
              </a:spcAft>
              <a:buClr>
                <a:schemeClr val="dk1"/>
              </a:buClr>
              <a:buSzPts val="1100"/>
              <a:buFont typeface="Arial"/>
              <a:buNone/>
            </a:pPr>
            <a:r>
              <a:rPr i="1" lang="en-GB" sz="2200">
                <a:solidFill>
                  <a:schemeClr val="dk1"/>
                </a:solidFill>
                <a:latin typeface="Times New Roman"/>
                <a:ea typeface="Times New Roman"/>
                <a:cs typeface="Times New Roman"/>
                <a:sym typeface="Times New Roman"/>
              </a:rPr>
              <a:t>h</a:t>
            </a:r>
            <a:endParaRPr sz="1800">
              <a:latin typeface="Lexend"/>
              <a:ea typeface="Lexend"/>
              <a:cs typeface="Lexend"/>
              <a:sym typeface="Lexend"/>
            </a:endParaRPr>
          </a:p>
        </p:txBody>
      </p:sp>
      <p:sp>
        <p:nvSpPr>
          <p:cNvPr id="877" name="Google Shape;877;p69"/>
          <p:cNvSpPr txBox="1"/>
          <p:nvPr/>
        </p:nvSpPr>
        <p:spPr>
          <a:xfrm>
            <a:off x="6351775" y="1878213"/>
            <a:ext cx="726000" cy="489300"/>
          </a:xfrm>
          <a:prstGeom prst="rect">
            <a:avLst/>
          </a:prstGeom>
          <a:solidFill>
            <a:schemeClr val="lt1"/>
          </a:solidFill>
          <a:ln>
            <a:noFill/>
          </a:ln>
        </p:spPr>
        <p:txBody>
          <a:bodyPr anchorCtr="0" anchor="ctr" bIns="0" lIns="0" spcFirstLastPara="1" rIns="0" wrap="square" tIns="0">
            <a:noAutofit/>
          </a:bodyPr>
          <a:lstStyle/>
          <a:p>
            <a:pPr indent="0" lvl="0" marL="0" rtl="0" algn="ctr">
              <a:spcBef>
                <a:spcPts val="0"/>
              </a:spcBef>
              <a:spcAft>
                <a:spcPts val="0"/>
              </a:spcAft>
              <a:buClr>
                <a:srgbClr val="000000"/>
              </a:buClr>
              <a:buSzPts val="1100"/>
              <a:buFont typeface="Arial"/>
              <a:buNone/>
            </a:pPr>
            <a:r>
              <a:rPr lang="en-GB" sz="1800">
                <a:latin typeface="Lexend"/>
                <a:ea typeface="Lexend"/>
                <a:cs typeface="Lexend"/>
                <a:sym typeface="Lexend"/>
              </a:rPr>
              <a:t>1</a:t>
            </a:r>
            <a:endParaRPr sz="1800">
              <a:latin typeface="Lexend"/>
              <a:ea typeface="Lexend"/>
              <a:cs typeface="Lexend"/>
              <a:sym typeface="Lexend"/>
            </a:endParaRPr>
          </a:p>
        </p:txBody>
      </p:sp>
      <p:sp>
        <p:nvSpPr>
          <p:cNvPr id="878" name="Google Shape;878;p69"/>
          <p:cNvSpPr txBox="1"/>
          <p:nvPr/>
        </p:nvSpPr>
        <p:spPr>
          <a:xfrm>
            <a:off x="7025275" y="2367425"/>
            <a:ext cx="1293300" cy="489300"/>
          </a:xfrm>
          <a:prstGeom prst="rect">
            <a:avLst/>
          </a:prstGeom>
          <a:solidFill>
            <a:schemeClr val="lt1"/>
          </a:solidFill>
          <a:ln>
            <a:noFill/>
          </a:ln>
        </p:spPr>
        <p:txBody>
          <a:bodyPr anchorCtr="0" anchor="ctr" bIns="0" lIns="0" spcFirstLastPara="1" rIns="0" wrap="square" tIns="0">
            <a:noAutofit/>
          </a:bodyPr>
          <a:lstStyle/>
          <a:p>
            <a:pPr indent="0" lvl="0" marL="0" rtl="0" algn="ctr">
              <a:spcBef>
                <a:spcPts val="0"/>
              </a:spcBef>
              <a:spcAft>
                <a:spcPts val="0"/>
              </a:spcAft>
              <a:buClr>
                <a:schemeClr val="dk1"/>
              </a:buClr>
              <a:buSzPts val="1100"/>
              <a:buFont typeface="Arial"/>
              <a:buNone/>
            </a:pPr>
            <a:r>
              <a:rPr i="1" lang="en-GB" sz="2200">
                <a:solidFill>
                  <a:schemeClr val="dk1"/>
                </a:solidFill>
                <a:latin typeface="Times New Roman"/>
                <a:ea typeface="Times New Roman"/>
                <a:cs typeface="Times New Roman"/>
                <a:sym typeface="Times New Roman"/>
              </a:rPr>
              <a:t>h </a:t>
            </a:r>
            <a:r>
              <a:rPr lang="en-GB" sz="1800">
                <a:solidFill>
                  <a:schemeClr val="dk1"/>
                </a:solidFill>
                <a:latin typeface="Lexend"/>
                <a:ea typeface="Lexend"/>
                <a:cs typeface="Lexend"/>
                <a:sym typeface="Lexend"/>
              </a:rPr>
              <a:t>×</a:t>
            </a:r>
            <a:r>
              <a:rPr i="1" lang="en-GB" sz="2200">
                <a:solidFill>
                  <a:schemeClr val="dk1"/>
                </a:solidFill>
                <a:latin typeface="Times New Roman"/>
                <a:ea typeface="Times New Roman"/>
                <a:cs typeface="Times New Roman"/>
                <a:sym typeface="Times New Roman"/>
              </a:rPr>
              <a:t> </a:t>
            </a:r>
            <a:r>
              <a:rPr lang="en-GB" sz="2200">
                <a:solidFill>
                  <a:schemeClr val="dk1"/>
                </a:solidFill>
                <a:latin typeface="Times New Roman"/>
                <a:ea typeface="Times New Roman"/>
                <a:cs typeface="Times New Roman"/>
                <a:sym typeface="Times New Roman"/>
              </a:rPr>
              <a:t>cos</a:t>
            </a:r>
            <a:r>
              <a:rPr lang="en-GB" sz="1800">
                <a:solidFill>
                  <a:schemeClr val="dk1"/>
                </a:solidFill>
                <a:latin typeface="Lexend"/>
                <a:ea typeface="Lexend"/>
                <a:cs typeface="Lexend"/>
                <a:sym typeface="Lexend"/>
              </a:rPr>
              <a:t>(</a:t>
            </a:r>
            <a:r>
              <a:rPr i="1" lang="en-GB" sz="1800">
                <a:solidFill>
                  <a:schemeClr val="dk1"/>
                </a:solidFill>
                <a:latin typeface="Lexend"/>
                <a:ea typeface="Lexend"/>
                <a:cs typeface="Lexend"/>
                <a:sym typeface="Lexend"/>
              </a:rPr>
              <a:t>θ</a:t>
            </a:r>
            <a:r>
              <a:rPr lang="en-GB" sz="1800">
                <a:solidFill>
                  <a:schemeClr val="dk1"/>
                </a:solidFill>
                <a:latin typeface="Lexend"/>
                <a:ea typeface="Lexend"/>
                <a:cs typeface="Lexend"/>
                <a:sym typeface="Lexend"/>
              </a:rPr>
              <a:t>°)</a:t>
            </a:r>
            <a:endParaRPr>
              <a:latin typeface="Lexend"/>
              <a:ea typeface="Lexend"/>
              <a:cs typeface="Lexend"/>
              <a:sym typeface="Lexend"/>
            </a:endParaRPr>
          </a:p>
        </p:txBody>
      </p:sp>
      <p:graphicFrame>
        <p:nvGraphicFramePr>
          <p:cNvPr id="879" name="Google Shape;879;p69"/>
          <p:cNvGraphicFramePr/>
          <p:nvPr/>
        </p:nvGraphicFramePr>
        <p:xfrm>
          <a:off x="6351765" y="1882150"/>
          <a:ext cx="3000000" cy="3000000"/>
        </p:xfrm>
        <a:graphic>
          <a:graphicData uri="http://schemas.openxmlformats.org/drawingml/2006/table">
            <a:tbl>
              <a:tblPr>
                <a:noFill/>
                <a:tableStyleId>{D4A714CD-EBCC-4E9A-895D-88BA93CF39AF}</a:tableStyleId>
              </a:tblPr>
              <a:tblGrid>
                <a:gridCol w="725975"/>
                <a:gridCol w="1204200"/>
              </a:tblGrid>
              <a:tr h="489250">
                <a:tc>
                  <a:txBody>
                    <a:bodyPr/>
                    <a:lstStyle/>
                    <a:p>
                      <a:pPr indent="0" lvl="0" marL="0" rtl="0" algn="ctr">
                        <a:spcBef>
                          <a:spcPts val="0"/>
                        </a:spcBef>
                        <a:spcAft>
                          <a:spcPts val="0"/>
                        </a:spcAft>
                        <a:buNone/>
                      </a:pPr>
                      <a:r>
                        <a:rPr lang="en-GB" sz="2000">
                          <a:latin typeface="Times New Roman"/>
                          <a:ea typeface="Times New Roman"/>
                          <a:cs typeface="Times New Roman"/>
                          <a:sym typeface="Times New Roman"/>
                        </a:rPr>
                        <a:t> </a:t>
                      </a:r>
                      <a:endParaRPr sz="2000">
                        <a:latin typeface="Times New Roman"/>
                        <a:ea typeface="Times New Roman"/>
                        <a:cs typeface="Times New Roman"/>
                        <a:sym typeface="Times New Roman"/>
                      </a:endParaRPr>
                    </a:p>
                  </a:txBody>
                  <a:tcPr marT="91425" marB="91425" marR="91425" marL="91425" anchor="ctr">
                    <a:lnL cap="flat" cmpd="sng" w="9525">
                      <a:solidFill>
                        <a:srgbClr val="666666"/>
                      </a:solidFill>
                      <a:prstDash val="solid"/>
                      <a:round/>
                      <a:headEnd len="sm" w="sm" type="none"/>
                      <a:tailEnd len="sm" w="sm" type="none"/>
                    </a:lnL>
                    <a:lnR cap="flat" cmpd="sng" w="9525">
                      <a:solidFill>
                        <a:srgbClr val="666666"/>
                      </a:solidFill>
                      <a:prstDash val="solid"/>
                      <a:round/>
                      <a:headEnd len="sm" w="sm" type="none"/>
                      <a:tailEnd len="sm" w="sm" type="none"/>
                    </a:lnR>
                    <a:lnT cap="flat" cmpd="sng" w="9525">
                      <a:solidFill>
                        <a:srgbClr val="666666"/>
                      </a:solidFill>
                      <a:prstDash val="solid"/>
                      <a:round/>
                      <a:headEnd len="sm" w="sm" type="none"/>
                      <a:tailEnd len="sm" w="sm" type="none"/>
                    </a:lnT>
                    <a:lnB cap="flat" cmpd="sng" w="9525">
                      <a:solidFill>
                        <a:srgbClr val="666666"/>
                      </a:solidFill>
                      <a:prstDash val="solid"/>
                      <a:round/>
                      <a:headEnd len="sm" w="sm" type="none"/>
                      <a:tailEnd len="sm" w="sm" type="none"/>
                    </a:lnB>
                  </a:tcPr>
                </a:tc>
                <a:tc>
                  <a:txBody>
                    <a:bodyPr/>
                    <a:lstStyle/>
                    <a:p>
                      <a:pPr indent="0" lvl="0" marL="0" rtl="0" algn="ctr">
                        <a:spcBef>
                          <a:spcPts val="0"/>
                        </a:spcBef>
                        <a:spcAft>
                          <a:spcPts val="0"/>
                        </a:spcAft>
                        <a:buNone/>
                      </a:pPr>
                      <a:r>
                        <a:rPr lang="en-GB" sz="2000">
                          <a:latin typeface="Times New Roman"/>
                          <a:ea typeface="Times New Roman"/>
                          <a:cs typeface="Times New Roman"/>
                          <a:sym typeface="Times New Roman"/>
                        </a:rPr>
                        <a:t> </a:t>
                      </a:r>
                      <a:endParaRPr sz="2000">
                        <a:latin typeface="Times New Roman"/>
                        <a:ea typeface="Times New Roman"/>
                        <a:cs typeface="Times New Roman"/>
                        <a:sym typeface="Times New Roman"/>
                      </a:endParaRPr>
                    </a:p>
                  </a:txBody>
                  <a:tcPr marT="91425" marB="91425" marR="91425" marL="91425" anchor="ctr">
                    <a:lnL cap="flat" cmpd="sng" w="9525">
                      <a:solidFill>
                        <a:srgbClr val="666666"/>
                      </a:solidFill>
                      <a:prstDash val="solid"/>
                      <a:round/>
                      <a:headEnd len="sm" w="sm" type="none"/>
                      <a:tailEnd len="sm" w="sm" type="none"/>
                    </a:lnL>
                    <a:lnR cap="flat" cmpd="sng" w="9525">
                      <a:solidFill>
                        <a:srgbClr val="666666"/>
                      </a:solidFill>
                      <a:prstDash val="solid"/>
                      <a:round/>
                      <a:headEnd len="sm" w="sm" type="none"/>
                      <a:tailEnd len="sm" w="sm" type="none"/>
                    </a:lnR>
                    <a:lnT cap="flat" cmpd="sng" w="9525">
                      <a:solidFill>
                        <a:srgbClr val="666666"/>
                      </a:solidFill>
                      <a:prstDash val="solid"/>
                      <a:round/>
                      <a:headEnd len="sm" w="sm" type="none"/>
                      <a:tailEnd len="sm" w="sm" type="none"/>
                    </a:lnT>
                    <a:lnB cap="flat" cmpd="sng" w="9525">
                      <a:solidFill>
                        <a:srgbClr val="666666"/>
                      </a:solidFill>
                      <a:prstDash val="solid"/>
                      <a:round/>
                      <a:headEnd len="sm" w="sm" type="none"/>
                      <a:tailEnd len="sm" w="sm" type="none"/>
                    </a:lnB>
                  </a:tcPr>
                </a:tc>
              </a:tr>
              <a:tr h="489250">
                <a:tc>
                  <a:txBody>
                    <a:bodyPr/>
                    <a:lstStyle/>
                    <a:p>
                      <a:pPr indent="0" lvl="0" marL="0" rtl="0" algn="ctr">
                        <a:spcBef>
                          <a:spcPts val="0"/>
                        </a:spcBef>
                        <a:spcAft>
                          <a:spcPts val="0"/>
                        </a:spcAft>
                        <a:buNone/>
                      </a:pPr>
                      <a:r>
                        <a:rPr lang="en-GB" sz="2000">
                          <a:latin typeface="Times New Roman"/>
                          <a:ea typeface="Times New Roman"/>
                          <a:cs typeface="Times New Roman"/>
                          <a:sym typeface="Times New Roman"/>
                        </a:rPr>
                        <a:t> </a:t>
                      </a:r>
                      <a:endParaRPr sz="2000">
                        <a:latin typeface="Times New Roman"/>
                        <a:ea typeface="Times New Roman"/>
                        <a:cs typeface="Times New Roman"/>
                        <a:sym typeface="Times New Roman"/>
                      </a:endParaRPr>
                    </a:p>
                  </a:txBody>
                  <a:tcPr marT="91425" marB="91425" marR="91425" marL="91425" anchor="ctr">
                    <a:lnL cap="flat" cmpd="sng" w="9525">
                      <a:solidFill>
                        <a:srgbClr val="666666"/>
                      </a:solidFill>
                      <a:prstDash val="solid"/>
                      <a:round/>
                      <a:headEnd len="sm" w="sm" type="none"/>
                      <a:tailEnd len="sm" w="sm" type="none"/>
                    </a:lnL>
                    <a:lnR cap="flat" cmpd="sng" w="9525">
                      <a:solidFill>
                        <a:srgbClr val="666666"/>
                      </a:solidFill>
                      <a:prstDash val="solid"/>
                      <a:round/>
                      <a:headEnd len="sm" w="sm" type="none"/>
                      <a:tailEnd len="sm" w="sm" type="none"/>
                    </a:lnR>
                    <a:lnT cap="flat" cmpd="sng" w="9525">
                      <a:solidFill>
                        <a:srgbClr val="666666"/>
                      </a:solidFill>
                      <a:prstDash val="solid"/>
                      <a:round/>
                      <a:headEnd len="sm" w="sm" type="none"/>
                      <a:tailEnd len="sm" w="sm" type="none"/>
                    </a:lnT>
                    <a:lnB cap="flat" cmpd="sng" w="9525">
                      <a:solidFill>
                        <a:srgbClr val="666666"/>
                      </a:solidFill>
                      <a:prstDash val="solid"/>
                      <a:round/>
                      <a:headEnd len="sm" w="sm" type="none"/>
                      <a:tailEnd len="sm" w="sm" type="none"/>
                    </a:lnB>
                  </a:tcPr>
                </a:tc>
                <a:tc>
                  <a:txBody>
                    <a:bodyPr/>
                    <a:lstStyle/>
                    <a:p>
                      <a:pPr indent="0" lvl="0" marL="0" rtl="0" algn="ctr">
                        <a:spcBef>
                          <a:spcPts val="0"/>
                        </a:spcBef>
                        <a:spcAft>
                          <a:spcPts val="0"/>
                        </a:spcAft>
                        <a:buNone/>
                      </a:pPr>
                      <a:r>
                        <a:t/>
                      </a:r>
                      <a:endParaRPr sz="2000">
                        <a:latin typeface="Times New Roman"/>
                        <a:ea typeface="Times New Roman"/>
                        <a:cs typeface="Times New Roman"/>
                        <a:sym typeface="Times New Roman"/>
                      </a:endParaRPr>
                    </a:p>
                  </a:txBody>
                  <a:tcPr marT="91425" marB="91425" marR="91425" marL="91425" anchor="ctr">
                    <a:lnL cap="flat" cmpd="sng" w="9525">
                      <a:solidFill>
                        <a:srgbClr val="666666"/>
                      </a:solidFill>
                      <a:prstDash val="solid"/>
                      <a:round/>
                      <a:headEnd len="sm" w="sm" type="none"/>
                      <a:tailEnd len="sm" w="sm" type="none"/>
                    </a:lnL>
                    <a:lnR cap="flat" cmpd="sng" w="9525">
                      <a:solidFill>
                        <a:srgbClr val="666666"/>
                      </a:solidFill>
                      <a:prstDash val="solid"/>
                      <a:round/>
                      <a:headEnd len="sm" w="sm" type="none"/>
                      <a:tailEnd len="sm" w="sm" type="none"/>
                    </a:lnR>
                    <a:lnT cap="flat" cmpd="sng" w="9525">
                      <a:solidFill>
                        <a:srgbClr val="666666"/>
                      </a:solidFill>
                      <a:prstDash val="solid"/>
                      <a:round/>
                      <a:headEnd len="sm" w="sm" type="none"/>
                      <a:tailEnd len="sm" w="sm" type="none"/>
                    </a:lnT>
                    <a:lnB cap="flat" cmpd="sng" w="9525">
                      <a:solidFill>
                        <a:srgbClr val="666666"/>
                      </a:solidFill>
                      <a:prstDash val="solid"/>
                      <a:round/>
                      <a:headEnd len="sm" w="sm" type="none"/>
                      <a:tailEnd len="sm" w="sm" type="none"/>
                    </a:lnB>
                  </a:tcPr>
                </a:tc>
              </a:tr>
            </a:tbl>
          </a:graphicData>
        </a:graphic>
      </p:graphicFrame>
      <p:sp>
        <p:nvSpPr>
          <p:cNvPr id="880" name="Google Shape;880;p69"/>
          <p:cNvSpPr txBox="1"/>
          <p:nvPr/>
        </p:nvSpPr>
        <p:spPr>
          <a:xfrm>
            <a:off x="324000" y="4182000"/>
            <a:ext cx="3258600" cy="2772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Clr>
                <a:srgbClr val="000000"/>
              </a:buClr>
              <a:buSzPts val="1100"/>
              <a:buFont typeface="Arial"/>
              <a:buNone/>
            </a:pPr>
            <a:r>
              <a:rPr lang="en-GB" sz="1800">
                <a:latin typeface="Lexend"/>
                <a:ea typeface="Lexend"/>
                <a:cs typeface="Lexend"/>
                <a:sym typeface="Lexend"/>
              </a:rPr>
              <a:t>The length of the hypotenuse</a:t>
            </a:r>
            <a:endParaRPr sz="1800">
              <a:latin typeface="Lexend"/>
              <a:ea typeface="Lexend"/>
              <a:cs typeface="Lexend"/>
              <a:sym typeface="Lexend"/>
            </a:endParaRPr>
          </a:p>
        </p:txBody>
      </p:sp>
      <p:sp>
        <p:nvSpPr>
          <p:cNvPr id="881" name="Google Shape;881;p69"/>
          <p:cNvSpPr txBox="1"/>
          <p:nvPr/>
        </p:nvSpPr>
        <p:spPr>
          <a:xfrm>
            <a:off x="3619013" y="4182000"/>
            <a:ext cx="5554200" cy="2772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Clr>
                <a:srgbClr val="000000"/>
              </a:buClr>
              <a:buSzPts val="1100"/>
              <a:buFont typeface="Arial"/>
              <a:buNone/>
            </a:pPr>
            <a:r>
              <a:rPr lang="en-GB" sz="1800">
                <a:latin typeface="Lexend"/>
                <a:ea typeface="Lexend"/>
                <a:cs typeface="Lexend"/>
                <a:sym typeface="Lexend"/>
              </a:rPr>
              <a:t>multiplied by the </a:t>
            </a:r>
            <a:r>
              <a:rPr lang="en-GB" sz="1800">
                <a:solidFill>
                  <a:schemeClr val="accent4"/>
                </a:solidFill>
                <a:latin typeface="Lexend"/>
                <a:ea typeface="Lexend"/>
                <a:cs typeface="Lexend"/>
                <a:sym typeface="Lexend"/>
              </a:rPr>
              <a:t>cosine </a:t>
            </a:r>
            <a:r>
              <a:rPr lang="en-GB" sz="1800">
                <a:latin typeface="Lexend"/>
                <a:ea typeface="Lexend"/>
                <a:cs typeface="Lexend"/>
                <a:sym typeface="Lexend"/>
              </a:rPr>
              <a:t>of an angle of </a:t>
            </a:r>
            <a:r>
              <a:rPr i="1" lang="en-GB" sz="1800">
                <a:latin typeface="Lexend"/>
                <a:ea typeface="Lexend"/>
                <a:cs typeface="Lexend"/>
                <a:sym typeface="Lexend"/>
              </a:rPr>
              <a:t>θ</a:t>
            </a:r>
            <a:r>
              <a:rPr lang="en-GB" sz="1800">
                <a:latin typeface="Lexend"/>
                <a:ea typeface="Lexend"/>
                <a:cs typeface="Lexend"/>
                <a:sym typeface="Lexend"/>
              </a:rPr>
              <a:t>° </a:t>
            </a:r>
            <a:endParaRPr sz="1800">
              <a:latin typeface="Lexend"/>
              <a:ea typeface="Lexend"/>
              <a:cs typeface="Lexend"/>
              <a:sym typeface="Lexend"/>
            </a:endParaRPr>
          </a:p>
        </p:txBody>
      </p:sp>
      <p:sp>
        <p:nvSpPr>
          <p:cNvPr id="882" name="Google Shape;882;p69"/>
          <p:cNvSpPr/>
          <p:nvPr/>
        </p:nvSpPr>
        <p:spPr>
          <a:xfrm>
            <a:off x="2911337" y="1697600"/>
            <a:ext cx="796200" cy="383100"/>
          </a:xfrm>
          <a:prstGeom prst="rect">
            <a:avLst/>
          </a:prstGeom>
          <a:noFill/>
          <a:ln cap="flat" cmpd="sng" w="28575">
            <a:solidFill>
              <a:srgbClr val="D02AA7"/>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sz="1800">
              <a:solidFill>
                <a:srgbClr val="000000"/>
              </a:solidFill>
              <a:latin typeface="Lexend"/>
              <a:ea typeface="Lexend"/>
              <a:cs typeface="Lexend"/>
              <a:sym typeface="Lexend"/>
            </a:endParaRPr>
          </a:p>
        </p:txBody>
      </p:sp>
      <p:sp>
        <p:nvSpPr>
          <p:cNvPr id="883" name="Google Shape;883;p69"/>
          <p:cNvSpPr txBox="1"/>
          <p:nvPr/>
        </p:nvSpPr>
        <p:spPr>
          <a:xfrm>
            <a:off x="2568051" y="3653779"/>
            <a:ext cx="1249200" cy="269700"/>
          </a:xfrm>
          <a:prstGeom prst="rect">
            <a:avLst/>
          </a:prstGeom>
          <a:solidFill>
            <a:schemeClr val="lt1"/>
          </a:solidFill>
          <a:ln>
            <a:noFill/>
          </a:ln>
        </p:spPr>
        <p:txBody>
          <a:bodyPr anchorCtr="0" anchor="ctr" bIns="0" lIns="0" spcFirstLastPara="1" rIns="0" wrap="square" tIns="0">
            <a:noAutofit/>
          </a:bodyPr>
          <a:lstStyle/>
          <a:p>
            <a:pPr indent="0" lvl="0" marL="0" rtl="0" algn="ctr">
              <a:spcBef>
                <a:spcPts val="0"/>
              </a:spcBef>
              <a:spcAft>
                <a:spcPts val="0"/>
              </a:spcAft>
              <a:buClr>
                <a:schemeClr val="dk1"/>
              </a:buClr>
              <a:buSzPts val="1100"/>
              <a:buFont typeface="Arial"/>
              <a:buNone/>
            </a:pPr>
            <a:r>
              <a:rPr i="1" lang="en-GB" sz="2200">
                <a:solidFill>
                  <a:schemeClr val="dk1"/>
                </a:solidFill>
                <a:latin typeface="Times New Roman"/>
                <a:ea typeface="Times New Roman"/>
                <a:cs typeface="Times New Roman"/>
                <a:sym typeface="Times New Roman"/>
              </a:rPr>
              <a:t>h </a:t>
            </a:r>
            <a:r>
              <a:rPr lang="en-GB" sz="2000">
                <a:solidFill>
                  <a:schemeClr val="dk1"/>
                </a:solidFill>
                <a:latin typeface="Times New Roman"/>
                <a:ea typeface="Times New Roman"/>
                <a:cs typeface="Times New Roman"/>
                <a:sym typeface="Times New Roman"/>
              </a:rPr>
              <a:t>×</a:t>
            </a:r>
            <a:r>
              <a:rPr i="1" lang="en-GB" sz="2200">
                <a:solidFill>
                  <a:schemeClr val="dk1"/>
                </a:solidFill>
                <a:latin typeface="Times New Roman"/>
                <a:ea typeface="Times New Roman"/>
                <a:cs typeface="Times New Roman"/>
                <a:sym typeface="Times New Roman"/>
              </a:rPr>
              <a:t> </a:t>
            </a:r>
            <a:r>
              <a:rPr lang="en-GB" sz="2200">
                <a:solidFill>
                  <a:schemeClr val="dk1"/>
                </a:solidFill>
                <a:latin typeface="Times New Roman"/>
                <a:ea typeface="Times New Roman"/>
                <a:cs typeface="Times New Roman"/>
                <a:sym typeface="Times New Roman"/>
              </a:rPr>
              <a:t>cos</a:t>
            </a:r>
            <a:r>
              <a:rPr lang="en-GB" sz="1800">
                <a:solidFill>
                  <a:schemeClr val="dk1"/>
                </a:solidFill>
                <a:latin typeface="Lexend"/>
                <a:ea typeface="Lexend"/>
                <a:cs typeface="Lexend"/>
                <a:sym typeface="Lexend"/>
              </a:rPr>
              <a:t>(</a:t>
            </a:r>
            <a:r>
              <a:rPr i="1" lang="en-GB" sz="1800">
                <a:solidFill>
                  <a:schemeClr val="dk1"/>
                </a:solidFill>
                <a:latin typeface="Lexend"/>
                <a:ea typeface="Lexend"/>
                <a:cs typeface="Lexend"/>
                <a:sym typeface="Lexend"/>
              </a:rPr>
              <a:t>θ</a:t>
            </a:r>
            <a:r>
              <a:rPr lang="en-GB" sz="1800">
                <a:solidFill>
                  <a:schemeClr val="dk1"/>
                </a:solidFill>
                <a:latin typeface="Lexend"/>
                <a:ea typeface="Lexend"/>
                <a:cs typeface="Lexend"/>
                <a:sym typeface="Lexend"/>
              </a:rPr>
              <a:t>°)</a:t>
            </a:r>
            <a:endParaRPr sz="1800">
              <a:latin typeface="Lexend"/>
              <a:ea typeface="Lexend"/>
              <a:cs typeface="Lexend"/>
              <a:sym typeface="Lexend"/>
            </a:endParaRPr>
          </a:p>
        </p:txBody>
      </p:sp>
      <p:sp>
        <p:nvSpPr>
          <p:cNvPr id="884" name="Google Shape;884;p69"/>
          <p:cNvSpPr txBox="1"/>
          <p:nvPr/>
        </p:nvSpPr>
        <p:spPr>
          <a:xfrm>
            <a:off x="324000" y="610600"/>
            <a:ext cx="8496000" cy="8928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Clr>
                <a:schemeClr val="dk1"/>
              </a:buClr>
              <a:buSzPts val="1100"/>
              <a:buFont typeface="Arial"/>
              <a:buNone/>
            </a:pPr>
            <a:r>
              <a:rPr lang="en-GB" sz="1800">
                <a:solidFill>
                  <a:schemeClr val="dk1"/>
                </a:solidFill>
                <a:latin typeface="Lexend"/>
                <a:ea typeface="Lexend"/>
                <a:cs typeface="Lexend"/>
                <a:sym typeface="Lexend"/>
              </a:rPr>
              <a:t>We can also generalise this process to any right-angled triangle that has an angle </a:t>
            </a:r>
            <a:r>
              <a:rPr i="1" lang="en-GB" sz="1800">
                <a:solidFill>
                  <a:schemeClr val="dk1"/>
                </a:solidFill>
                <a:latin typeface="Lexend"/>
                <a:ea typeface="Lexend"/>
                <a:cs typeface="Lexend"/>
                <a:sym typeface="Lexend"/>
              </a:rPr>
              <a:t>θ</a:t>
            </a:r>
            <a:r>
              <a:rPr lang="en-GB" sz="1800">
                <a:solidFill>
                  <a:schemeClr val="dk1"/>
                </a:solidFill>
                <a:latin typeface="Lexend"/>
                <a:ea typeface="Lexend"/>
                <a:cs typeface="Lexend"/>
                <a:sym typeface="Lexend"/>
              </a:rPr>
              <a:t>°, where the side </a:t>
            </a:r>
            <a:r>
              <a:rPr lang="en-GB" sz="1800">
                <a:solidFill>
                  <a:schemeClr val="accent4"/>
                </a:solidFill>
                <a:latin typeface="Lexend"/>
                <a:ea typeface="Lexend"/>
                <a:cs typeface="Lexend"/>
                <a:sym typeface="Lexend"/>
              </a:rPr>
              <a:t>adjacent</a:t>
            </a:r>
            <a:r>
              <a:rPr lang="en-GB" sz="1800">
                <a:solidFill>
                  <a:schemeClr val="dk1"/>
                </a:solidFill>
                <a:latin typeface="Lexend"/>
                <a:ea typeface="Lexend"/>
                <a:cs typeface="Lexend"/>
                <a:sym typeface="Lexend"/>
              </a:rPr>
              <a:t> to </a:t>
            </a:r>
            <a:r>
              <a:rPr i="1" lang="en-GB" sz="1800">
                <a:solidFill>
                  <a:schemeClr val="dk1"/>
                </a:solidFill>
                <a:latin typeface="Lexend"/>
                <a:ea typeface="Lexend"/>
                <a:cs typeface="Lexend"/>
                <a:sym typeface="Lexend"/>
              </a:rPr>
              <a:t>θ</a:t>
            </a:r>
            <a:r>
              <a:rPr lang="en-GB" sz="1800">
                <a:solidFill>
                  <a:schemeClr val="dk1"/>
                </a:solidFill>
                <a:latin typeface="Lexend"/>
                <a:ea typeface="Lexend"/>
                <a:cs typeface="Lexend"/>
                <a:sym typeface="Lexend"/>
              </a:rPr>
              <a:t>° and the right-angle has length </a:t>
            </a:r>
            <a:r>
              <a:rPr lang="en-GB" sz="2200">
                <a:solidFill>
                  <a:schemeClr val="dk1"/>
                </a:solidFill>
                <a:latin typeface="Times New Roman"/>
                <a:ea typeface="Times New Roman"/>
                <a:cs typeface="Times New Roman"/>
                <a:sym typeface="Times New Roman"/>
              </a:rPr>
              <a:t>cos</a:t>
            </a:r>
            <a:r>
              <a:rPr lang="en-GB" sz="1800">
                <a:solidFill>
                  <a:schemeClr val="dk1"/>
                </a:solidFill>
                <a:latin typeface="Lexend"/>
                <a:ea typeface="Lexend"/>
                <a:cs typeface="Lexend"/>
                <a:sym typeface="Lexend"/>
              </a:rPr>
              <a:t>(</a:t>
            </a:r>
            <a:r>
              <a:rPr i="1" lang="en-GB" sz="1800">
                <a:solidFill>
                  <a:schemeClr val="dk1"/>
                </a:solidFill>
                <a:latin typeface="Lexend"/>
                <a:ea typeface="Lexend"/>
                <a:cs typeface="Lexend"/>
                <a:sym typeface="Lexend"/>
              </a:rPr>
              <a:t>θ</a:t>
            </a:r>
            <a:r>
              <a:rPr lang="en-GB" sz="1800">
                <a:solidFill>
                  <a:schemeClr val="dk1"/>
                </a:solidFill>
                <a:latin typeface="Lexend"/>
                <a:ea typeface="Lexend"/>
                <a:cs typeface="Lexend"/>
                <a:sym typeface="Lexend"/>
              </a:rPr>
              <a:t>°). </a:t>
            </a:r>
            <a:endParaRPr sz="1800">
              <a:latin typeface="Lexend"/>
              <a:ea typeface="Lexend"/>
              <a:cs typeface="Lexend"/>
              <a:sym typeface="Lexend"/>
            </a:endParaRPr>
          </a:p>
        </p:txBody>
      </p:sp>
      <p:sp>
        <p:nvSpPr>
          <p:cNvPr id="885" name="Google Shape;885;p69"/>
          <p:cNvSpPr txBox="1"/>
          <p:nvPr>
            <p:ph type="title"/>
          </p:nvPr>
        </p:nvSpPr>
        <p:spPr>
          <a:xfrm>
            <a:off x="324000" y="0"/>
            <a:ext cx="7885200" cy="613500"/>
          </a:xfrm>
          <a:prstGeom prst="rect">
            <a:avLst/>
          </a:prstGeom>
        </p:spPr>
        <p:txBody>
          <a:bodyPr anchorCtr="0" anchor="ctr" bIns="0" lIns="0" spcFirstLastPara="1" rIns="0" wrap="square" tIns="0">
            <a:noAutofit/>
          </a:bodyPr>
          <a:lstStyle/>
          <a:p>
            <a:pPr indent="0" lvl="0" marL="0" rtl="0" algn="l">
              <a:spcBef>
                <a:spcPts val="0"/>
              </a:spcBef>
              <a:spcAft>
                <a:spcPts val="0"/>
              </a:spcAft>
              <a:buNone/>
            </a:pPr>
            <a:r>
              <a:rPr lang="en-GB"/>
              <a:t>Formalising the cosine formula</a:t>
            </a:r>
            <a:endParaRPr/>
          </a:p>
        </p:txBody>
      </p:sp>
      <p:sp>
        <p:nvSpPr>
          <p:cNvPr id="886" name="Google Shape;886;p69"/>
          <p:cNvSpPr/>
          <p:nvPr/>
        </p:nvSpPr>
        <p:spPr>
          <a:xfrm>
            <a:off x="3471937" y="2651798"/>
            <a:ext cx="1196700" cy="1196700"/>
          </a:xfrm>
          <a:prstGeom prst="arc">
            <a:avLst>
              <a:gd fmla="val 10771373" name="adj1"/>
              <a:gd fmla="val 13506230" name="adj2"/>
            </a:avLst>
          </a:prstGeom>
          <a:solidFill>
            <a:srgbClr val="F3EEFB"/>
          </a:solidFill>
          <a:ln cap="flat" cmpd="sng" w="28575">
            <a:solidFill>
              <a:srgbClr val="845AD9"/>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sp>
        <p:nvSpPr>
          <p:cNvPr id="887" name="Google Shape;887;p69"/>
          <p:cNvSpPr/>
          <p:nvPr/>
        </p:nvSpPr>
        <p:spPr>
          <a:xfrm>
            <a:off x="2294604" y="1465006"/>
            <a:ext cx="1796100" cy="1796100"/>
          </a:xfrm>
          <a:prstGeom prst="rtTriangle">
            <a:avLst/>
          </a:prstGeom>
          <a:noFill/>
          <a:ln cap="flat" cmpd="sng" w="28575">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sp>
        <p:nvSpPr>
          <p:cNvPr id="888" name="Google Shape;888;p69"/>
          <p:cNvSpPr/>
          <p:nvPr/>
        </p:nvSpPr>
        <p:spPr>
          <a:xfrm>
            <a:off x="2294604" y="2917780"/>
            <a:ext cx="343200" cy="343200"/>
          </a:xfrm>
          <a:prstGeom prst="rect">
            <a:avLst/>
          </a:prstGeom>
          <a:noFill/>
          <a:ln cap="flat" cmpd="sng" w="28575">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cxnSp>
        <p:nvCxnSpPr>
          <p:cNvPr id="889" name="Google Shape;889;p69"/>
          <p:cNvCxnSpPr/>
          <p:nvPr/>
        </p:nvCxnSpPr>
        <p:spPr>
          <a:xfrm>
            <a:off x="2372510" y="1387101"/>
            <a:ext cx="1795800" cy="1795800"/>
          </a:xfrm>
          <a:prstGeom prst="straightConnector1">
            <a:avLst/>
          </a:prstGeom>
          <a:noFill/>
          <a:ln cap="flat" cmpd="sng" w="28575">
            <a:solidFill>
              <a:srgbClr val="845AD9"/>
            </a:solidFill>
            <a:prstDash val="solid"/>
            <a:round/>
            <a:headEnd len="med" w="med" type="triangle"/>
            <a:tailEnd len="med" w="med" type="triangle"/>
          </a:ln>
        </p:spPr>
      </p:cxnSp>
      <p:sp>
        <p:nvSpPr>
          <p:cNvPr id="890" name="Google Shape;890;p69"/>
          <p:cNvSpPr txBox="1"/>
          <p:nvPr/>
        </p:nvSpPr>
        <p:spPr>
          <a:xfrm>
            <a:off x="3465689" y="3015463"/>
            <a:ext cx="457200" cy="2280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Clr>
                <a:schemeClr val="dk1"/>
              </a:buClr>
              <a:buSzPts val="1100"/>
              <a:buFont typeface="Arial"/>
              <a:buNone/>
            </a:pPr>
            <a:r>
              <a:rPr i="1" lang="en-GB" sz="1800">
                <a:solidFill>
                  <a:schemeClr val="dk1"/>
                </a:solidFill>
                <a:latin typeface="Lexend"/>
                <a:ea typeface="Lexend"/>
                <a:cs typeface="Lexend"/>
                <a:sym typeface="Lexend"/>
              </a:rPr>
              <a:t>θ</a:t>
            </a:r>
            <a:r>
              <a:rPr lang="en-GB" sz="1800">
                <a:solidFill>
                  <a:schemeClr val="dk1"/>
                </a:solidFill>
                <a:latin typeface="Lexend"/>
                <a:ea typeface="Lexend"/>
                <a:cs typeface="Lexend"/>
                <a:sym typeface="Lexend"/>
              </a:rPr>
              <a:t>°</a:t>
            </a:r>
            <a:endParaRPr sz="1800">
              <a:latin typeface="Lexend"/>
              <a:ea typeface="Lexend"/>
              <a:cs typeface="Lexend"/>
              <a:sym typeface="Lexend"/>
            </a:endParaRPr>
          </a:p>
        </p:txBody>
      </p:sp>
      <p:grpSp>
        <p:nvGrpSpPr>
          <p:cNvPr id="891" name="Google Shape;891;p69"/>
          <p:cNvGrpSpPr/>
          <p:nvPr/>
        </p:nvGrpSpPr>
        <p:grpSpPr>
          <a:xfrm>
            <a:off x="6690475" y="2944400"/>
            <a:ext cx="964200" cy="472225"/>
            <a:chOff x="6995275" y="3173000"/>
            <a:chExt cx="964200" cy="472225"/>
          </a:xfrm>
        </p:grpSpPr>
        <p:sp>
          <p:nvSpPr>
            <p:cNvPr id="892" name="Google Shape;892;p69"/>
            <p:cNvSpPr/>
            <p:nvPr/>
          </p:nvSpPr>
          <p:spPr>
            <a:xfrm>
              <a:off x="7072065" y="3173000"/>
              <a:ext cx="645500" cy="137100"/>
            </a:xfrm>
            <a:custGeom>
              <a:rect b="b" l="l" r="r" t="t"/>
              <a:pathLst>
                <a:path extrusionOk="0" h="5484" w="25820">
                  <a:moveTo>
                    <a:pt x="0" y="315"/>
                  </a:moveTo>
                  <a:cubicBezTo>
                    <a:pt x="3392" y="8226"/>
                    <a:pt x="19739" y="6091"/>
                    <a:pt x="25820" y="0"/>
                  </a:cubicBezTo>
                </a:path>
              </a:pathLst>
            </a:custGeom>
            <a:noFill/>
            <a:ln cap="flat" cmpd="sng" w="28575">
              <a:solidFill>
                <a:srgbClr val="000000"/>
              </a:solidFill>
              <a:prstDash val="solid"/>
              <a:round/>
              <a:headEnd len="med" w="med" type="none"/>
              <a:tailEnd len="med" w="med" type="triangle"/>
            </a:ln>
          </p:spPr>
        </p:sp>
        <p:sp>
          <p:nvSpPr>
            <p:cNvPr id="893" name="Google Shape;893;p69"/>
            <p:cNvSpPr txBox="1"/>
            <p:nvPr/>
          </p:nvSpPr>
          <p:spPr>
            <a:xfrm>
              <a:off x="6995275" y="3324525"/>
              <a:ext cx="964200" cy="320700"/>
            </a:xfrm>
            <a:prstGeom prst="rect">
              <a:avLst/>
            </a:prstGeom>
            <a:noFill/>
            <a:ln>
              <a:noFill/>
            </a:ln>
          </p:spPr>
          <p:txBody>
            <a:bodyPr anchorCtr="0" anchor="t" bIns="0" lIns="0" spcFirstLastPara="1" rIns="0" wrap="square" tIns="0">
              <a:noAutofit/>
            </a:bodyPr>
            <a:lstStyle/>
            <a:p>
              <a:pPr indent="0" lvl="0" marL="0" rtl="0" algn="l">
                <a:lnSpc>
                  <a:spcPct val="115000"/>
                </a:lnSpc>
                <a:spcBef>
                  <a:spcPts val="0"/>
                </a:spcBef>
                <a:spcAft>
                  <a:spcPts val="1000"/>
                </a:spcAft>
                <a:buClr>
                  <a:schemeClr val="dk1"/>
                </a:buClr>
                <a:buSzPts val="1100"/>
                <a:buFont typeface="Arial"/>
                <a:buNone/>
              </a:pPr>
              <a:r>
                <a:rPr lang="en-GB" sz="2000">
                  <a:solidFill>
                    <a:schemeClr val="dk1"/>
                  </a:solidFill>
                  <a:latin typeface="Times New Roman"/>
                  <a:ea typeface="Times New Roman"/>
                  <a:cs typeface="Times New Roman"/>
                  <a:sym typeface="Times New Roman"/>
                </a:rPr>
                <a:t>× cos(</a:t>
              </a:r>
              <a:r>
                <a:rPr i="1" lang="en-GB" sz="2000">
                  <a:solidFill>
                    <a:schemeClr val="dk1"/>
                  </a:solidFill>
                  <a:latin typeface="Times New Roman"/>
                  <a:ea typeface="Times New Roman"/>
                  <a:cs typeface="Times New Roman"/>
                  <a:sym typeface="Times New Roman"/>
                </a:rPr>
                <a:t>θ</a:t>
              </a:r>
              <a:r>
                <a:rPr lang="en-GB" sz="2000">
                  <a:solidFill>
                    <a:schemeClr val="dk1"/>
                  </a:solidFill>
                  <a:latin typeface="Times New Roman"/>
                  <a:ea typeface="Times New Roman"/>
                  <a:cs typeface="Times New Roman"/>
                  <a:sym typeface="Times New Roman"/>
                </a:rPr>
                <a:t>°)</a:t>
              </a:r>
              <a:endParaRPr sz="2000">
                <a:solidFill>
                  <a:srgbClr val="000000"/>
                </a:solidFill>
                <a:latin typeface="Times New Roman"/>
                <a:ea typeface="Times New Roman"/>
                <a:cs typeface="Times New Roman"/>
                <a:sym typeface="Times New Roman"/>
              </a:endParaRPr>
            </a:p>
          </p:txBody>
        </p:sp>
      </p:grpSp>
      <p:sp>
        <p:nvSpPr>
          <p:cNvPr id="894" name="Google Shape;894;p69"/>
          <p:cNvSpPr txBox="1"/>
          <p:nvPr/>
        </p:nvSpPr>
        <p:spPr>
          <a:xfrm>
            <a:off x="2957493" y="1754250"/>
            <a:ext cx="703800" cy="2697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Clr>
                <a:srgbClr val="000000"/>
              </a:buClr>
              <a:buSzPts val="1100"/>
              <a:buFont typeface="Arial"/>
              <a:buNone/>
            </a:pPr>
            <a:r>
              <a:rPr i="1" lang="en-GB" sz="2200">
                <a:latin typeface="Times New Roman"/>
                <a:ea typeface="Times New Roman"/>
                <a:cs typeface="Times New Roman"/>
                <a:sym typeface="Times New Roman"/>
              </a:rPr>
              <a:t>h</a:t>
            </a:r>
            <a:r>
              <a:rPr lang="en-GB" sz="1800">
                <a:latin typeface="Lexend"/>
                <a:ea typeface="Lexend"/>
                <a:cs typeface="Lexend"/>
                <a:sym typeface="Lexend"/>
              </a:rPr>
              <a:t> cm</a:t>
            </a:r>
            <a:endParaRPr sz="1800">
              <a:latin typeface="Lexend"/>
              <a:ea typeface="Lexend"/>
              <a:cs typeface="Lexend"/>
              <a:sym typeface="Lexend"/>
            </a:endParaRPr>
          </a:p>
        </p:txBody>
      </p:sp>
      <p:sp>
        <p:nvSpPr>
          <p:cNvPr id="895" name="Google Shape;895;p69"/>
          <p:cNvSpPr txBox="1"/>
          <p:nvPr/>
        </p:nvSpPr>
        <p:spPr>
          <a:xfrm>
            <a:off x="2921450" y="3467408"/>
            <a:ext cx="542400" cy="1749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Clr>
                <a:schemeClr val="dk1"/>
              </a:buClr>
              <a:buSzPts val="1100"/>
              <a:buFont typeface="Arial"/>
              <a:buNone/>
            </a:pPr>
            <a:r>
              <a:rPr lang="en-GB" sz="1800">
                <a:solidFill>
                  <a:schemeClr val="accent4"/>
                </a:solidFill>
                <a:latin typeface="Lexend"/>
                <a:ea typeface="Lexend"/>
                <a:cs typeface="Lexend"/>
                <a:sym typeface="Lexend"/>
              </a:rPr>
              <a:t>adj</a:t>
            </a:r>
            <a:endParaRPr sz="1800">
              <a:solidFill>
                <a:schemeClr val="accent4"/>
              </a:solidFill>
              <a:latin typeface="Lexend"/>
              <a:ea typeface="Lexend"/>
              <a:cs typeface="Lexend"/>
              <a:sym typeface="Lexend"/>
            </a:endParaRPr>
          </a:p>
        </p:txBody>
      </p:sp>
      <p:sp>
        <p:nvSpPr>
          <p:cNvPr id="896" name="Google Shape;896;p69"/>
          <p:cNvSpPr txBox="1"/>
          <p:nvPr/>
        </p:nvSpPr>
        <p:spPr>
          <a:xfrm>
            <a:off x="324000" y="4459775"/>
            <a:ext cx="8099400" cy="2772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Clr>
                <a:schemeClr val="dk1"/>
              </a:buClr>
              <a:buSzPts val="1100"/>
              <a:buFont typeface="Arial"/>
              <a:buNone/>
            </a:pPr>
            <a:r>
              <a:rPr lang="en-GB" sz="1800">
                <a:solidFill>
                  <a:schemeClr val="dk1"/>
                </a:solidFill>
                <a:latin typeface="Lexend"/>
                <a:ea typeface="Lexend"/>
                <a:cs typeface="Lexend"/>
                <a:sym typeface="Lexend"/>
              </a:rPr>
              <a:t>equals the length of the side </a:t>
            </a:r>
            <a:r>
              <a:rPr lang="en-GB" sz="1800">
                <a:solidFill>
                  <a:schemeClr val="accent4"/>
                </a:solidFill>
                <a:latin typeface="Lexend"/>
                <a:ea typeface="Lexend"/>
                <a:cs typeface="Lexend"/>
                <a:sym typeface="Lexend"/>
              </a:rPr>
              <a:t>adjacent </a:t>
            </a:r>
            <a:r>
              <a:rPr lang="en-GB" sz="1800">
                <a:solidFill>
                  <a:schemeClr val="dk1"/>
                </a:solidFill>
                <a:latin typeface="Lexend"/>
                <a:ea typeface="Lexend"/>
                <a:cs typeface="Lexend"/>
                <a:sym typeface="Lexend"/>
              </a:rPr>
              <a:t>to that angle and the right-angle.</a:t>
            </a:r>
            <a:endParaRPr sz="1800">
              <a:latin typeface="Lexend"/>
              <a:ea typeface="Lexend"/>
              <a:cs typeface="Lexend"/>
              <a:sym typeface="Lexend"/>
            </a:endParaRPr>
          </a:p>
        </p:txBody>
      </p:sp>
      <p:sp>
        <p:nvSpPr>
          <p:cNvPr id="897" name="Google Shape;897;p69"/>
          <p:cNvSpPr/>
          <p:nvPr/>
        </p:nvSpPr>
        <p:spPr>
          <a:xfrm>
            <a:off x="3446326" y="2927325"/>
            <a:ext cx="395400" cy="383100"/>
          </a:xfrm>
          <a:prstGeom prst="rect">
            <a:avLst/>
          </a:prstGeom>
          <a:noFill/>
          <a:ln cap="flat" cmpd="sng" w="28575">
            <a:solidFill>
              <a:srgbClr val="D02AA7"/>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sz="1800">
              <a:solidFill>
                <a:srgbClr val="000000"/>
              </a:solidFill>
              <a:latin typeface="Lexend"/>
              <a:ea typeface="Lexend"/>
              <a:cs typeface="Lexend"/>
              <a:sym typeface="Lexend"/>
            </a:endParaRPr>
          </a:p>
        </p:txBody>
      </p:sp>
      <p:cxnSp>
        <p:nvCxnSpPr>
          <p:cNvPr id="898" name="Google Shape;898;p69"/>
          <p:cNvCxnSpPr>
            <a:stCxn id="882" idx="2"/>
            <a:endCxn id="887" idx="3"/>
          </p:cNvCxnSpPr>
          <p:nvPr/>
        </p:nvCxnSpPr>
        <p:spPr>
          <a:xfrm flipH="1">
            <a:off x="3192737" y="2080700"/>
            <a:ext cx="116700" cy="1180500"/>
          </a:xfrm>
          <a:prstGeom prst="straightConnector1">
            <a:avLst/>
          </a:prstGeom>
          <a:noFill/>
          <a:ln cap="flat" cmpd="sng" w="38100">
            <a:solidFill>
              <a:schemeClr val="accent3"/>
            </a:solidFill>
            <a:prstDash val="solid"/>
            <a:round/>
            <a:headEnd len="med" w="med" type="none"/>
            <a:tailEnd len="med" w="med" type="triangle"/>
          </a:ln>
        </p:spPr>
      </p:cxnSp>
      <p:pic>
        <p:nvPicPr>
          <p:cNvPr id="899" name="Google Shape;899;p69"/>
          <p:cNvPicPr preferRelativeResize="0"/>
          <p:nvPr/>
        </p:nvPicPr>
        <p:blipFill>
          <a:blip r:embed="rId3">
            <a:alphaModFix/>
          </a:blip>
          <a:stretch>
            <a:fillRect/>
          </a:stretch>
        </p:blipFill>
        <p:spPr>
          <a:xfrm>
            <a:off x="2270773" y="3261200"/>
            <a:ext cx="1960600" cy="222900"/>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880"/>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882"/>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881"/>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897"/>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898"/>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883"/>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896"/>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03" name="Shape 903"/>
        <p:cNvGrpSpPr/>
        <p:nvPr/>
      </p:nvGrpSpPr>
      <p:grpSpPr>
        <a:xfrm>
          <a:off x="0" y="0"/>
          <a:ext cx="0" cy="0"/>
          <a:chOff x="0" y="0"/>
          <a:chExt cx="0" cy="0"/>
        </a:xfrm>
      </p:grpSpPr>
      <p:pic>
        <p:nvPicPr>
          <p:cNvPr descr="&lt;math xmlns=&quot;http://www.w3.org/1998/Math/MathML&quot; display=&quot;block&quot; data-is-equatio=&quot;1&quot; data-latex=&quot;\frac{\text{adj}}{h}=\cos\left(\theta°\right)\ \ \ \ \ \frac{\text{ad}\text{j}}{\cos\left(\theta°\right)}=h\ \ \ \ \ h\times\cos\left(\theta°\right)=\text{adj}&quot;&gt;&lt;mfrac&gt;&lt;mtext&gt;adj&lt;/mtext&gt;&lt;mi&gt;h&lt;/mi&gt;&lt;/mfrac&gt;&lt;mo&gt;=&lt;/mo&gt;&lt;mi&gt;cos&lt;/mi&gt;&lt;mo data-mjx-texclass=&quot;NONE&quot;&gt;⁡&lt;/mo&gt;&lt;mrow data-mjx-texclass=&quot;INNER&quot;&gt;&lt;mo data-mjx-texclass=&quot;OPEN&quot;&gt;(&lt;/mo&gt;&lt;mi&gt;θ&lt;/mi&gt;&lt;mrow data-mjx-texclass=&quot;ORD&quot;&gt;&lt;mo data-mjx-pseudoscript=&quot;true&quot;&gt;°&lt;/mo&gt;&lt;/mrow&gt;&lt;mo data-mjx-texclass=&quot;CLOSE&quot;&gt;)&lt;/mo&gt;&lt;/mrow&gt;&lt;mtext&gt;&lt;/mtext&gt;&lt;mtext&gt;&lt;/mtext&gt;&lt;mtext&gt;&lt;/mtext&gt;&lt;mtext&gt;&lt;/mtext&gt;&lt;mtext&gt;&lt;/mtext&gt;&lt;mfrac&gt;&lt;mrow&gt;&lt;mtext&gt;ad&lt;/mtext&gt;&lt;mtext&gt;j&lt;/mtext&gt;&lt;/mrow&gt;&lt;mrow&gt;&lt;mi&gt;cos&lt;/mi&gt;&lt;mo data-mjx-texclass=&quot;NONE&quot;&gt;⁡&lt;/mo&gt;&lt;mrow data-mjx-texclass=&quot;INNER&quot;&gt;&lt;mo data-mjx-texclass=&quot;OPEN&quot;&gt;(&lt;/mo&gt;&lt;mi&gt;θ&lt;/mi&gt;&lt;mrow data-mjx-texclass=&quot;ORD&quot;&gt;&lt;mo data-mjx-pseudoscript=&quot;true&quot;&gt;°&lt;/mo&gt;&lt;/mrow&gt;&lt;mo data-mjx-texclass=&quot;CLOSE&quot;&gt;)&lt;/mo&gt;&lt;/mrow&gt;&lt;/mrow&gt;&lt;/mfrac&gt;&lt;mo&gt;=&lt;/mo&gt;&lt;mi&gt;h&lt;/mi&gt;&lt;mtext&gt;&lt;/mtext&gt;&lt;mtext&gt;&lt;/mtext&gt;&lt;mtext&gt;&lt;/mtext&gt;&lt;mtext&gt;&lt;/mtext&gt;&lt;mtext&gt;&lt;/mtext&gt;&lt;mi&gt;h&lt;/mi&gt;&lt;mo&gt;×&lt;/mo&gt;&lt;mi&gt;cos&lt;/mi&gt;&lt;mo data-mjx-texclass=&quot;NONE&quot;&gt;⁡&lt;/mo&gt;&lt;mrow data-mjx-texclass=&quot;INNER&quot;&gt;&lt;mo data-mjx-texclass=&quot;OPEN&quot;&gt;(&lt;/mo&gt;&lt;mi&gt;θ&lt;/mi&gt;&lt;mrow data-mjx-texclass=&quot;ORD&quot;&gt;&lt;mo data-mjx-pseudoscript=&quot;true&quot;&gt;°&lt;/mo&gt;&lt;/mrow&gt;&lt;mo data-mjx-texclass=&quot;CLOSE&quot;&gt;)&lt;/mo&gt;&lt;/mrow&gt;&lt;mo&gt;=&lt;/mo&gt;&lt;mtext&gt;adj&lt;/mtext&gt;&lt;/math&gt;" id="904" name="Google Shape;904;p70" title="adj over h equals cosine theta degrees the fraction with numerator ad j and denominator cosine theta degrees equals h h times cosine theta degrees equals adj"/>
          <p:cNvPicPr preferRelativeResize="0"/>
          <p:nvPr/>
        </p:nvPicPr>
        <p:blipFill rotWithShape="1">
          <a:blip r:embed="rId3">
            <a:alphaModFix/>
          </a:blip>
          <a:srcRect b="0" l="0" r="70924" t="0"/>
          <a:stretch/>
        </p:blipFill>
        <p:spPr>
          <a:xfrm>
            <a:off x="901899" y="4016827"/>
            <a:ext cx="1656126" cy="655450"/>
          </a:xfrm>
          <a:prstGeom prst="rect">
            <a:avLst/>
          </a:prstGeom>
          <a:noFill/>
          <a:ln>
            <a:noFill/>
          </a:ln>
        </p:spPr>
      </p:pic>
      <p:pic>
        <p:nvPicPr>
          <p:cNvPr descr="&lt;math xmlns=&quot;http://www.w3.org/1998/Math/MathML&quot; display=&quot;block&quot; data-is-equatio=&quot;1&quot; data-latex=&quot;\frac{\text{adj}}{h}=\cos\left(\theta°\right)\ \ \ \ \ \frac{\text{ad}\text{j}}{\cos\left(\theta°\right)}=h\ \ \ \ \ h\times\cos\left(\theta°\right)=\text{adj}&quot;&gt;&lt;mfrac&gt;&lt;mtext&gt;adj&lt;/mtext&gt;&lt;mi&gt;h&lt;/mi&gt;&lt;/mfrac&gt;&lt;mo&gt;=&lt;/mo&gt;&lt;mi&gt;cos&lt;/mi&gt;&lt;mo data-mjx-texclass=&quot;NONE&quot;&gt;⁡&lt;/mo&gt;&lt;mrow data-mjx-texclass=&quot;INNER&quot;&gt;&lt;mo data-mjx-texclass=&quot;OPEN&quot;&gt;(&lt;/mo&gt;&lt;mi&gt;θ&lt;/mi&gt;&lt;mrow data-mjx-texclass=&quot;ORD&quot;&gt;&lt;mo data-mjx-pseudoscript=&quot;true&quot;&gt;°&lt;/mo&gt;&lt;/mrow&gt;&lt;mo data-mjx-texclass=&quot;CLOSE&quot;&gt;)&lt;/mo&gt;&lt;/mrow&gt;&lt;mtext&gt;&lt;/mtext&gt;&lt;mtext&gt;&lt;/mtext&gt;&lt;mtext&gt;&lt;/mtext&gt;&lt;mtext&gt;&lt;/mtext&gt;&lt;mtext&gt;&lt;/mtext&gt;&lt;mfrac&gt;&lt;mrow&gt;&lt;mtext&gt;ad&lt;/mtext&gt;&lt;mtext&gt;j&lt;/mtext&gt;&lt;/mrow&gt;&lt;mrow&gt;&lt;mi&gt;cos&lt;/mi&gt;&lt;mo data-mjx-texclass=&quot;NONE&quot;&gt;⁡&lt;/mo&gt;&lt;mrow data-mjx-texclass=&quot;INNER&quot;&gt;&lt;mo data-mjx-texclass=&quot;OPEN&quot;&gt;(&lt;/mo&gt;&lt;mi&gt;θ&lt;/mi&gt;&lt;mrow data-mjx-texclass=&quot;ORD&quot;&gt;&lt;mo data-mjx-pseudoscript=&quot;true&quot;&gt;°&lt;/mo&gt;&lt;/mrow&gt;&lt;mo data-mjx-texclass=&quot;CLOSE&quot;&gt;)&lt;/mo&gt;&lt;/mrow&gt;&lt;/mrow&gt;&lt;/mfrac&gt;&lt;mo&gt;=&lt;/mo&gt;&lt;mi&gt;h&lt;/mi&gt;&lt;mtext&gt;&lt;/mtext&gt;&lt;mtext&gt;&lt;/mtext&gt;&lt;mtext&gt;&lt;/mtext&gt;&lt;mtext&gt;&lt;/mtext&gt;&lt;mtext&gt;&lt;/mtext&gt;&lt;mi&gt;h&lt;/mi&gt;&lt;mo&gt;×&lt;/mo&gt;&lt;mi&gt;cos&lt;/mi&gt;&lt;mo data-mjx-texclass=&quot;NONE&quot;&gt;⁡&lt;/mo&gt;&lt;mrow data-mjx-texclass=&quot;INNER&quot;&gt;&lt;mo data-mjx-texclass=&quot;OPEN&quot;&gt;(&lt;/mo&gt;&lt;mi&gt;θ&lt;/mi&gt;&lt;mrow data-mjx-texclass=&quot;ORD&quot;&gt;&lt;mo data-mjx-pseudoscript=&quot;true&quot;&gt;°&lt;/mo&gt;&lt;/mrow&gt;&lt;mo data-mjx-texclass=&quot;CLOSE&quot;&gt;)&lt;/mo&gt;&lt;/mrow&gt;&lt;mo&gt;=&lt;/mo&gt;&lt;mtext&gt;adj&lt;/mtext&gt;&lt;/math&gt;" id="905" name="Google Shape;905;p70" title="adj over h equals cosine theta degrees the fraction with numerator ad j and denominator cosine theta degrees equals h h times cosine theta degrees equals adj"/>
          <p:cNvPicPr preferRelativeResize="0"/>
          <p:nvPr/>
        </p:nvPicPr>
        <p:blipFill rotWithShape="1">
          <a:blip r:embed="rId3">
            <a:alphaModFix/>
          </a:blip>
          <a:srcRect b="0" l="34162" r="36761" t="0"/>
          <a:stretch/>
        </p:blipFill>
        <p:spPr>
          <a:xfrm>
            <a:off x="768001" y="2944425"/>
            <a:ext cx="1656126" cy="655425"/>
          </a:xfrm>
          <a:prstGeom prst="rect">
            <a:avLst/>
          </a:prstGeom>
          <a:noFill/>
          <a:ln>
            <a:noFill/>
          </a:ln>
        </p:spPr>
      </p:pic>
      <p:pic>
        <p:nvPicPr>
          <p:cNvPr descr="&lt;math xmlns=&quot;http://www.w3.org/1998/Math/MathML&quot; display=&quot;block&quot; data-is-equatio=&quot;1&quot; data-latex=&quot;\frac{\text{adj}}{h}=\cos\left(\theta°\right)\ \ \ \ \ \frac{\text{ad}\text{j}}{\cos\left(\theta°\right)}=h\ \ \ \ \ h\times\cos\left(\theta°\right)=\text{adj}&quot;&gt;&lt;mfrac&gt;&lt;mtext&gt;adj&lt;/mtext&gt;&lt;mi&gt;h&lt;/mi&gt;&lt;/mfrac&gt;&lt;mo&gt;=&lt;/mo&gt;&lt;mi&gt;cos&lt;/mi&gt;&lt;mo data-mjx-texclass=&quot;NONE&quot;&gt;⁡&lt;/mo&gt;&lt;mrow data-mjx-texclass=&quot;INNER&quot;&gt;&lt;mo data-mjx-texclass=&quot;OPEN&quot;&gt;(&lt;/mo&gt;&lt;mi&gt;θ&lt;/mi&gt;&lt;mrow data-mjx-texclass=&quot;ORD&quot;&gt;&lt;mo data-mjx-pseudoscript=&quot;true&quot;&gt;°&lt;/mo&gt;&lt;/mrow&gt;&lt;mo data-mjx-texclass=&quot;CLOSE&quot;&gt;)&lt;/mo&gt;&lt;/mrow&gt;&lt;mtext&gt;&lt;/mtext&gt;&lt;mtext&gt;&lt;/mtext&gt;&lt;mtext&gt;&lt;/mtext&gt;&lt;mtext&gt;&lt;/mtext&gt;&lt;mtext&gt;&lt;/mtext&gt;&lt;mfrac&gt;&lt;mrow&gt;&lt;mtext&gt;ad&lt;/mtext&gt;&lt;mtext&gt;j&lt;/mtext&gt;&lt;/mrow&gt;&lt;mrow&gt;&lt;mi&gt;cos&lt;/mi&gt;&lt;mo data-mjx-texclass=&quot;NONE&quot;&gt;⁡&lt;/mo&gt;&lt;mrow data-mjx-texclass=&quot;INNER&quot;&gt;&lt;mo data-mjx-texclass=&quot;OPEN&quot;&gt;(&lt;/mo&gt;&lt;mi&gt;θ&lt;/mi&gt;&lt;mrow data-mjx-texclass=&quot;ORD&quot;&gt;&lt;mo data-mjx-pseudoscript=&quot;true&quot;&gt;°&lt;/mo&gt;&lt;/mrow&gt;&lt;mo data-mjx-texclass=&quot;CLOSE&quot;&gt;)&lt;/mo&gt;&lt;/mrow&gt;&lt;/mrow&gt;&lt;/mfrac&gt;&lt;mo&gt;=&lt;/mo&gt;&lt;mi&gt;h&lt;/mi&gt;&lt;mtext&gt;&lt;/mtext&gt;&lt;mtext&gt;&lt;/mtext&gt;&lt;mtext&gt;&lt;/mtext&gt;&lt;mtext&gt;&lt;/mtext&gt;&lt;mtext&gt;&lt;/mtext&gt;&lt;mi&gt;h&lt;/mi&gt;&lt;mo&gt;×&lt;/mo&gt;&lt;mi&gt;cos&lt;/mi&gt;&lt;mo data-mjx-texclass=&quot;NONE&quot;&gt;⁡&lt;/mo&gt;&lt;mrow data-mjx-texclass=&quot;INNER&quot;&gt;&lt;mo data-mjx-texclass=&quot;OPEN&quot;&gt;(&lt;/mo&gt;&lt;mi&gt;θ&lt;/mi&gt;&lt;mrow data-mjx-texclass=&quot;ORD&quot;&gt;&lt;mo data-mjx-pseudoscript=&quot;true&quot;&gt;°&lt;/mo&gt;&lt;/mrow&gt;&lt;mo data-mjx-texclass=&quot;CLOSE&quot;&gt;)&lt;/mo&gt;&lt;/mrow&gt;&lt;mo&gt;=&lt;/mo&gt;&lt;mtext&gt;adj&lt;/mtext&gt;&lt;/math&gt;" id="906" name="Google Shape;906;p70" title="adj over h equals cosine theta degrees the fraction with numerator ad j and denominator cosine theta degrees equals h h times cosine theta degrees equals adj"/>
          <p:cNvPicPr preferRelativeResize="0"/>
          <p:nvPr/>
        </p:nvPicPr>
        <p:blipFill rotWithShape="1">
          <a:blip r:embed="rId3">
            <a:alphaModFix/>
          </a:blip>
          <a:srcRect b="0" l="65066" r="0" t="0"/>
          <a:stretch/>
        </p:blipFill>
        <p:spPr>
          <a:xfrm>
            <a:off x="828667" y="1876807"/>
            <a:ext cx="1989775" cy="655450"/>
          </a:xfrm>
          <a:prstGeom prst="rect">
            <a:avLst/>
          </a:prstGeom>
          <a:noFill/>
          <a:ln>
            <a:noFill/>
          </a:ln>
        </p:spPr>
      </p:pic>
      <p:sp>
        <p:nvSpPr>
          <p:cNvPr id="907" name="Google Shape;907;p70"/>
          <p:cNvSpPr txBox="1"/>
          <p:nvPr/>
        </p:nvSpPr>
        <p:spPr>
          <a:xfrm>
            <a:off x="667000" y="1598626"/>
            <a:ext cx="2385900" cy="277200"/>
          </a:xfrm>
          <a:prstGeom prst="rect">
            <a:avLst/>
          </a:prstGeom>
          <a:noFill/>
          <a:ln>
            <a:noFill/>
          </a:ln>
        </p:spPr>
        <p:txBody>
          <a:bodyPr anchorCtr="0" anchor="t" bIns="0" lIns="0" spcFirstLastPara="1" rIns="0" wrap="square" tIns="0">
            <a:spAutoFit/>
          </a:bodyPr>
          <a:lstStyle/>
          <a:p>
            <a:pPr indent="0" lvl="0" marL="0" rtl="0" algn="ctr">
              <a:spcBef>
                <a:spcPts val="0"/>
              </a:spcBef>
              <a:spcAft>
                <a:spcPts val="0"/>
              </a:spcAft>
              <a:buClr>
                <a:srgbClr val="000000"/>
              </a:buClr>
              <a:buSzPts val="1100"/>
              <a:buFont typeface="Arial"/>
              <a:buNone/>
            </a:pPr>
            <a:r>
              <a:rPr lang="en-GB" sz="1800">
                <a:latin typeface="Lexend"/>
                <a:ea typeface="Lexend"/>
                <a:cs typeface="Lexend"/>
                <a:sym typeface="Lexend"/>
              </a:rPr>
              <a:t>The cosine formula</a:t>
            </a:r>
            <a:endParaRPr sz="1800">
              <a:latin typeface="Lexend"/>
              <a:ea typeface="Lexend"/>
              <a:cs typeface="Lexend"/>
              <a:sym typeface="Lexend"/>
            </a:endParaRPr>
          </a:p>
        </p:txBody>
      </p:sp>
      <p:sp>
        <p:nvSpPr>
          <p:cNvPr id="908" name="Google Shape;908;p70"/>
          <p:cNvSpPr/>
          <p:nvPr/>
        </p:nvSpPr>
        <p:spPr>
          <a:xfrm>
            <a:off x="1046200" y="2010025"/>
            <a:ext cx="1115100" cy="378600"/>
          </a:xfrm>
          <a:prstGeom prst="rect">
            <a:avLst/>
          </a:prstGeom>
          <a:solidFill>
            <a:schemeClr val="l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sp>
        <p:nvSpPr>
          <p:cNvPr id="909" name="Google Shape;909;p70"/>
          <p:cNvSpPr/>
          <p:nvPr/>
        </p:nvSpPr>
        <p:spPr>
          <a:xfrm>
            <a:off x="2161300" y="2010025"/>
            <a:ext cx="726000" cy="378600"/>
          </a:xfrm>
          <a:prstGeom prst="rect">
            <a:avLst/>
          </a:prstGeom>
          <a:solidFill>
            <a:schemeClr val="l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sp>
        <p:nvSpPr>
          <p:cNvPr id="910" name="Google Shape;910;p70"/>
          <p:cNvSpPr/>
          <p:nvPr/>
        </p:nvSpPr>
        <p:spPr>
          <a:xfrm>
            <a:off x="768000" y="3240400"/>
            <a:ext cx="919200" cy="378600"/>
          </a:xfrm>
          <a:prstGeom prst="rect">
            <a:avLst/>
          </a:prstGeom>
          <a:solidFill>
            <a:schemeClr val="l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sp>
        <p:nvSpPr>
          <p:cNvPr id="911" name="Google Shape;911;p70"/>
          <p:cNvSpPr/>
          <p:nvPr/>
        </p:nvSpPr>
        <p:spPr>
          <a:xfrm>
            <a:off x="1694525" y="3055663"/>
            <a:ext cx="840600" cy="378600"/>
          </a:xfrm>
          <a:prstGeom prst="rect">
            <a:avLst/>
          </a:prstGeom>
          <a:solidFill>
            <a:schemeClr val="l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sp>
        <p:nvSpPr>
          <p:cNvPr id="912" name="Google Shape;912;p70"/>
          <p:cNvSpPr/>
          <p:nvPr/>
        </p:nvSpPr>
        <p:spPr>
          <a:xfrm>
            <a:off x="1353850" y="4144950"/>
            <a:ext cx="1149000" cy="378600"/>
          </a:xfrm>
          <a:prstGeom prst="rect">
            <a:avLst/>
          </a:prstGeom>
          <a:solidFill>
            <a:schemeClr val="l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sp>
        <p:nvSpPr>
          <p:cNvPr id="913" name="Google Shape;913;p70"/>
          <p:cNvSpPr/>
          <p:nvPr/>
        </p:nvSpPr>
        <p:spPr>
          <a:xfrm>
            <a:off x="737275" y="4306303"/>
            <a:ext cx="616500" cy="356700"/>
          </a:xfrm>
          <a:prstGeom prst="rect">
            <a:avLst/>
          </a:prstGeom>
          <a:solidFill>
            <a:schemeClr val="l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sp>
        <p:nvSpPr>
          <p:cNvPr id="914" name="Google Shape;914;p70"/>
          <p:cNvSpPr/>
          <p:nvPr/>
        </p:nvSpPr>
        <p:spPr>
          <a:xfrm>
            <a:off x="850800" y="2010025"/>
            <a:ext cx="195300" cy="378600"/>
          </a:xfrm>
          <a:prstGeom prst="rect">
            <a:avLst/>
          </a:prstGeom>
          <a:solidFill>
            <a:schemeClr val="l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sp>
        <p:nvSpPr>
          <p:cNvPr id="915" name="Google Shape;915;p70"/>
          <p:cNvSpPr/>
          <p:nvPr/>
        </p:nvSpPr>
        <p:spPr>
          <a:xfrm>
            <a:off x="768000" y="2931375"/>
            <a:ext cx="919200" cy="309000"/>
          </a:xfrm>
          <a:prstGeom prst="rect">
            <a:avLst/>
          </a:prstGeom>
          <a:solidFill>
            <a:schemeClr val="l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sp>
        <p:nvSpPr>
          <p:cNvPr id="916" name="Google Shape;916;p70"/>
          <p:cNvSpPr/>
          <p:nvPr/>
        </p:nvSpPr>
        <p:spPr>
          <a:xfrm>
            <a:off x="737275" y="3996476"/>
            <a:ext cx="616500" cy="309000"/>
          </a:xfrm>
          <a:prstGeom prst="rect">
            <a:avLst/>
          </a:prstGeom>
          <a:solidFill>
            <a:schemeClr val="l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sp>
        <p:nvSpPr>
          <p:cNvPr id="917" name="Google Shape;917;p70"/>
          <p:cNvSpPr txBox="1"/>
          <p:nvPr/>
        </p:nvSpPr>
        <p:spPr>
          <a:xfrm>
            <a:off x="4301227" y="2437378"/>
            <a:ext cx="726000" cy="489300"/>
          </a:xfrm>
          <a:prstGeom prst="rect">
            <a:avLst/>
          </a:prstGeom>
          <a:solidFill>
            <a:schemeClr val="lt1"/>
          </a:solidFill>
          <a:ln>
            <a:noFill/>
          </a:ln>
        </p:spPr>
        <p:txBody>
          <a:bodyPr anchorCtr="0" anchor="ctr" bIns="0" lIns="0" spcFirstLastPara="1" rIns="0" wrap="square" tIns="0">
            <a:noAutofit/>
          </a:bodyPr>
          <a:lstStyle/>
          <a:p>
            <a:pPr indent="0" lvl="0" marL="0" rtl="0" algn="ctr">
              <a:spcBef>
                <a:spcPts val="0"/>
              </a:spcBef>
              <a:spcAft>
                <a:spcPts val="0"/>
              </a:spcAft>
              <a:buClr>
                <a:srgbClr val="000000"/>
              </a:buClr>
              <a:buSzPts val="1100"/>
              <a:buFont typeface="Arial"/>
              <a:buNone/>
            </a:pPr>
            <a:r>
              <a:rPr lang="en-GB" sz="1800">
                <a:latin typeface="Lexend"/>
                <a:ea typeface="Lexend"/>
                <a:cs typeface="Lexend"/>
                <a:sym typeface="Lexend"/>
              </a:rPr>
              <a:t>1</a:t>
            </a:r>
            <a:endParaRPr sz="1800">
              <a:latin typeface="Lexend"/>
              <a:ea typeface="Lexend"/>
              <a:cs typeface="Lexend"/>
              <a:sym typeface="Lexend"/>
            </a:endParaRPr>
          </a:p>
        </p:txBody>
      </p:sp>
      <p:sp>
        <p:nvSpPr>
          <p:cNvPr id="918" name="Google Shape;918;p70"/>
          <p:cNvSpPr txBox="1"/>
          <p:nvPr/>
        </p:nvSpPr>
        <p:spPr>
          <a:xfrm>
            <a:off x="5027228" y="2926590"/>
            <a:ext cx="1120200" cy="489300"/>
          </a:xfrm>
          <a:prstGeom prst="rect">
            <a:avLst/>
          </a:prstGeom>
          <a:solidFill>
            <a:schemeClr val="lt1"/>
          </a:solidFill>
          <a:ln>
            <a:noFill/>
          </a:ln>
        </p:spPr>
        <p:txBody>
          <a:bodyPr anchorCtr="0" anchor="ctr" bIns="0" lIns="0" spcFirstLastPara="1" rIns="0" wrap="square" tIns="0">
            <a:noAutofit/>
          </a:bodyPr>
          <a:lstStyle/>
          <a:p>
            <a:pPr indent="0" lvl="0" marL="0" rtl="0" algn="ctr">
              <a:lnSpc>
                <a:spcPct val="100000"/>
              </a:lnSpc>
              <a:spcBef>
                <a:spcPts val="0"/>
              </a:spcBef>
              <a:spcAft>
                <a:spcPts val="0"/>
              </a:spcAft>
              <a:buClr>
                <a:schemeClr val="dk1"/>
              </a:buClr>
              <a:buSzPts val="1100"/>
              <a:buFont typeface="Arial"/>
              <a:buNone/>
            </a:pPr>
            <a:r>
              <a:rPr lang="en-GB" sz="1800">
                <a:solidFill>
                  <a:schemeClr val="accent4"/>
                </a:solidFill>
                <a:latin typeface="Lexend"/>
                <a:ea typeface="Lexend"/>
                <a:cs typeface="Lexend"/>
                <a:sym typeface="Lexend"/>
              </a:rPr>
              <a:t>adj</a:t>
            </a:r>
            <a:endParaRPr sz="100">
              <a:solidFill>
                <a:schemeClr val="accent4"/>
              </a:solidFill>
              <a:latin typeface="Lexend"/>
              <a:ea typeface="Lexend"/>
              <a:cs typeface="Lexend"/>
              <a:sym typeface="Lexend"/>
            </a:endParaRPr>
          </a:p>
        </p:txBody>
      </p:sp>
      <p:sp>
        <p:nvSpPr>
          <p:cNvPr id="919" name="Google Shape;919;p70"/>
          <p:cNvSpPr/>
          <p:nvPr/>
        </p:nvSpPr>
        <p:spPr>
          <a:xfrm flipH="1">
            <a:off x="6200893" y="2639290"/>
            <a:ext cx="145300" cy="582525"/>
          </a:xfrm>
          <a:custGeom>
            <a:rect b="b" l="l" r="r" t="t"/>
            <a:pathLst>
              <a:path extrusionOk="0" h="23301" w="5812">
                <a:moveTo>
                  <a:pt x="5812" y="0"/>
                </a:moveTo>
                <a:cubicBezTo>
                  <a:pt x="-862" y="4007"/>
                  <a:pt x="-2242" y="18988"/>
                  <a:pt x="4238" y="23301"/>
                </a:cubicBezTo>
              </a:path>
            </a:pathLst>
          </a:custGeom>
          <a:noFill/>
          <a:ln cap="flat" cmpd="sng" w="28575">
            <a:solidFill>
              <a:srgbClr val="000000"/>
            </a:solidFill>
            <a:prstDash val="solid"/>
            <a:round/>
            <a:headEnd len="med" w="med" type="none"/>
            <a:tailEnd len="med" w="med" type="triangle"/>
          </a:ln>
        </p:spPr>
      </p:sp>
      <p:grpSp>
        <p:nvGrpSpPr>
          <p:cNvPr id="920" name="Google Shape;920;p70"/>
          <p:cNvGrpSpPr/>
          <p:nvPr/>
        </p:nvGrpSpPr>
        <p:grpSpPr>
          <a:xfrm>
            <a:off x="3568954" y="2639303"/>
            <a:ext cx="646319" cy="582525"/>
            <a:chOff x="5924301" y="2308738"/>
            <a:chExt cx="646319" cy="582525"/>
          </a:xfrm>
        </p:grpSpPr>
        <p:sp>
          <p:nvSpPr>
            <p:cNvPr id="921" name="Google Shape;921;p70"/>
            <p:cNvSpPr/>
            <p:nvPr/>
          </p:nvSpPr>
          <p:spPr>
            <a:xfrm>
              <a:off x="6425320" y="2308738"/>
              <a:ext cx="145300" cy="582525"/>
            </a:xfrm>
            <a:custGeom>
              <a:rect b="b" l="l" r="r" t="t"/>
              <a:pathLst>
                <a:path extrusionOk="0" h="23301" w="5812">
                  <a:moveTo>
                    <a:pt x="5812" y="0"/>
                  </a:moveTo>
                  <a:cubicBezTo>
                    <a:pt x="-862" y="4007"/>
                    <a:pt x="-2242" y="18988"/>
                    <a:pt x="4238" y="23301"/>
                  </a:cubicBezTo>
                </a:path>
              </a:pathLst>
            </a:custGeom>
            <a:noFill/>
            <a:ln cap="flat" cmpd="sng" w="28575">
              <a:solidFill>
                <a:srgbClr val="000000"/>
              </a:solidFill>
              <a:prstDash val="solid"/>
              <a:round/>
              <a:headEnd len="med" w="med" type="none"/>
              <a:tailEnd len="med" w="med" type="triangle"/>
            </a:ln>
          </p:spPr>
        </p:sp>
        <p:sp>
          <p:nvSpPr>
            <p:cNvPr id="922" name="Google Shape;922;p70"/>
            <p:cNvSpPr txBox="1"/>
            <p:nvPr/>
          </p:nvSpPr>
          <p:spPr>
            <a:xfrm>
              <a:off x="5924301" y="2411400"/>
              <a:ext cx="457200" cy="320700"/>
            </a:xfrm>
            <a:prstGeom prst="rect">
              <a:avLst/>
            </a:prstGeom>
            <a:noFill/>
            <a:ln>
              <a:noFill/>
            </a:ln>
          </p:spPr>
          <p:txBody>
            <a:bodyPr anchorCtr="0" anchor="t" bIns="0" lIns="0" spcFirstLastPara="1" rIns="0" wrap="square" tIns="0">
              <a:noAutofit/>
            </a:bodyPr>
            <a:lstStyle/>
            <a:p>
              <a:pPr indent="0" lvl="0" marL="0" rtl="0" algn="l">
                <a:lnSpc>
                  <a:spcPct val="115000"/>
                </a:lnSpc>
                <a:spcBef>
                  <a:spcPts val="0"/>
                </a:spcBef>
                <a:spcAft>
                  <a:spcPts val="1000"/>
                </a:spcAft>
                <a:buNone/>
              </a:pPr>
              <a:r>
                <a:rPr lang="en-GB" sz="1800">
                  <a:solidFill>
                    <a:srgbClr val="000000"/>
                  </a:solidFill>
                  <a:latin typeface="Lexend"/>
                  <a:ea typeface="Lexend"/>
                  <a:cs typeface="Lexend"/>
                  <a:sym typeface="Lexend"/>
                </a:rPr>
                <a:t>× </a:t>
              </a:r>
              <a:r>
                <a:rPr i="1" lang="en-GB" sz="2200">
                  <a:solidFill>
                    <a:schemeClr val="dk1"/>
                  </a:solidFill>
                  <a:latin typeface="Times New Roman"/>
                  <a:ea typeface="Times New Roman"/>
                  <a:cs typeface="Times New Roman"/>
                  <a:sym typeface="Times New Roman"/>
                </a:rPr>
                <a:t>h</a:t>
              </a:r>
              <a:endParaRPr sz="1800">
                <a:solidFill>
                  <a:srgbClr val="000000"/>
                </a:solidFill>
                <a:latin typeface="Lexend"/>
                <a:ea typeface="Lexend"/>
                <a:cs typeface="Lexend"/>
                <a:sym typeface="Lexend"/>
              </a:endParaRPr>
            </a:p>
          </p:txBody>
        </p:sp>
      </p:grpSp>
      <p:sp>
        <p:nvSpPr>
          <p:cNvPr id="923" name="Google Shape;923;p70"/>
          <p:cNvSpPr txBox="1"/>
          <p:nvPr/>
        </p:nvSpPr>
        <p:spPr>
          <a:xfrm>
            <a:off x="6383452" y="2698840"/>
            <a:ext cx="440700" cy="320700"/>
          </a:xfrm>
          <a:prstGeom prst="rect">
            <a:avLst/>
          </a:prstGeom>
          <a:noFill/>
          <a:ln>
            <a:noFill/>
          </a:ln>
        </p:spPr>
        <p:txBody>
          <a:bodyPr anchorCtr="0" anchor="t" bIns="0" lIns="0" spcFirstLastPara="1" rIns="0" wrap="square" tIns="0">
            <a:noAutofit/>
          </a:bodyPr>
          <a:lstStyle/>
          <a:p>
            <a:pPr indent="0" lvl="0" marL="0" rtl="0" algn="l">
              <a:lnSpc>
                <a:spcPct val="115000"/>
              </a:lnSpc>
              <a:spcBef>
                <a:spcPts val="0"/>
              </a:spcBef>
              <a:spcAft>
                <a:spcPts val="1000"/>
              </a:spcAft>
              <a:buNone/>
            </a:pPr>
            <a:r>
              <a:rPr lang="en-GB" sz="1800">
                <a:solidFill>
                  <a:srgbClr val="000000"/>
                </a:solidFill>
                <a:latin typeface="Lexend"/>
                <a:ea typeface="Lexend"/>
                <a:cs typeface="Lexend"/>
                <a:sym typeface="Lexend"/>
              </a:rPr>
              <a:t>× </a:t>
            </a:r>
            <a:r>
              <a:rPr i="1" lang="en-GB" sz="2200">
                <a:solidFill>
                  <a:schemeClr val="dk1"/>
                </a:solidFill>
                <a:latin typeface="Times New Roman"/>
                <a:ea typeface="Times New Roman"/>
                <a:cs typeface="Times New Roman"/>
                <a:sym typeface="Times New Roman"/>
              </a:rPr>
              <a:t>h</a:t>
            </a:r>
            <a:r>
              <a:rPr lang="en-GB" sz="1800">
                <a:solidFill>
                  <a:schemeClr val="dk1"/>
                </a:solidFill>
                <a:latin typeface="Lexend"/>
                <a:ea typeface="Lexend"/>
                <a:cs typeface="Lexend"/>
                <a:sym typeface="Lexend"/>
              </a:rPr>
              <a:t> </a:t>
            </a:r>
            <a:endParaRPr sz="1800">
              <a:solidFill>
                <a:srgbClr val="000000"/>
              </a:solidFill>
              <a:latin typeface="Lexend"/>
              <a:ea typeface="Lexend"/>
              <a:cs typeface="Lexend"/>
              <a:sym typeface="Lexend"/>
            </a:endParaRPr>
          </a:p>
        </p:txBody>
      </p:sp>
      <p:sp>
        <p:nvSpPr>
          <p:cNvPr id="924" name="Google Shape;924;p70"/>
          <p:cNvSpPr/>
          <p:nvPr/>
        </p:nvSpPr>
        <p:spPr>
          <a:xfrm>
            <a:off x="8150497" y="2796724"/>
            <a:ext cx="919200" cy="919200"/>
          </a:xfrm>
          <a:prstGeom prst="arc">
            <a:avLst>
              <a:gd fmla="val 10771373" name="adj1"/>
              <a:gd fmla="val 13506230" name="adj2"/>
            </a:avLst>
          </a:prstGeom>
          <a:solidFill>
            <a:srgbClr val="F3EEFB"/>
          </a:solidFill>
          <a:ln cap="flat" cmpd="sng" w="28575">
            <a:solidFill>
              <a:srgbClr val="845AD9"/>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sp>
        <p:nvSpPr>
          <p:cNvPr id="925" name="Google Shape;925;p70"/>
          <p:cNvSpPr/>
          <p:nvPr/>
        </p:nvSpPr>
        <p:spPr>
          <a:xfrm>
            <a:off x="7599475" y="2240323"/>
            <a:ext cx="1022400" cy="1022400"/>
          </a:xfrm>
          <a:prstGeom prst="rtTriangle">
            <a:avLst/>
          </a:prstGeom>
          <a:noFill/>
          <a:ln cap="flat" cmpd="sng" w="28575">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sp>
        <p:nvSpPr>
          <p:cNvPr id="926" name="Google Shape;926;p70"/>
          <p:cNvSpPr txBox="1"/>
          <p:nvPr/>
        </p:nvSpPr>
        <p:spPr>
          <a:xfrm>
            <a:off x="7581973" y="3466877"/>
            <a:ext cx="1149000" cy="1578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Clr>
                <a:srgbClr val="000000"/>
              </a:buClr>
              <a:buSzPts val="1100"/>
              <a:buFont typeface="Arial"/>
              <a:buNone/>
            </a:pPr>
            <a:r>
              <a:rPr lang="en-GB" sz="1800">
                <a:solidFill>
                  <a:schemeClr val="accent4"/>
                </a:solidFill>
                <a:latin typeface="Lexend"/>
                <a:ea typeface="Lexend"/>
                <a:cs typeface="Lexend"/>
                <a:sym typeface="Lexend"/>
              </a:rPr>
              <a:t>adjacent</a:t>
            </a:r>
            <a:endParaRPr sz="1800">
              <a:solidFill>
                <a:schemeClr val="accent4"/>
              </a:solidFill>
              <a:latin typeface="Lexend"/>
              <a:ea typeface="Lexend"/>
              <a:cs typeface="Lexend"/>
              <a:sym typeface="Lexend"/>
            </a:endParaRPr>
          </a:p>
        </p:txBody>
      </p:sp>
      <p:sp>
        <p:nvSpPr>
          <p:cNvPr id="927" name="Google Shape;927;p70"/>
          <p:cNvSpPr txBox="1"/>
          <p:nvPr/>
        </p:nvSpPr>
        <p:spPr>
          <a:xfrm>
            <a:off x="7490274" y="3705298"/>
            <a:ext cx="1240800" cy="153600"/>
          </a:xfrm>
          <a:prstGeom prst="rect">
            <a:avLst/>
          </a:prstGeom>
          <a:solidFill>
            <a:schemeClr val="lt1"/>
          </a:solidFill>
          <a:ln>
            <a:noFill/>
          </a:ln>
        </p:spPr>
        <p:txBody>
          <a:bodyPr anchorCtr="0" anchor="ctr" bIns="0" lIns="0" spcFirstLastPara="1" rIns="0" wrap="square" tIns="0">
            <a:noAutofit/>
          </a:bodyPr>
          <a:lstStyle/>
          <a:p>
            <a:pPr indent="0" lvl="0" marL="0" rtl="0" algn="ctr">
              <a:spcBef>
                <a:spcPts val="0"/>
              </a:spcBef>
              <a:spcAft>
                <a:spcPts val="0"/>
              </a:spcAft>
              <a:buClr>
                <a:schemeClr val="dk1"/>
              </a:buClr>
              <a:buSzPts val="1100"/>
              <a:buFont typeface="Arial"/>
              <a:buNone/>
            </a:pPr>
            <a:r>
              <a:rPr i="1" lang="en-GB" sz="2200">
                <a:solidFill>
                  <a:schemeClr val="dk1"/>
                </a:solidFill>
                <a:latin typeface="Times New Roman"/>
                <a:ea typeface="Times New Roman"/>
                <a:cs typeface="Times New Roman"/>
                <a:sym typeface="Times New Roman"/>
              </a:rPr>
              <a:t>h </a:t>
            </a:r>
            <a:r>
              <a:rPr lang="en-GB" sz="1800">
                <a:solidFill>
                  <a:schemeClr val="dk1"/>
                </a:solidFill>
                <a:latin typeface="Lexend"/>
                <a:ea typeface="Lexend"/>
                <a:cs typeface="Lexend"/>
                <a:sym typeface="Lexend"/>
              </a:rPr>
              <a:t>×</a:t>
            </a:r>
            <a:r>
              <a:rPr i="1" lang="en-GB" sz="2200">
                <a:solidFill>
                  <a:schemeClr val="dk1"/>
                </a:solidFill>
                <a:latin typeface="Times New Roman"/>
                <a:ea typeface="Times New Roman"/>
                <a:cs typeface="Times New Roman"/>
                <a:sym typeface="Times New Roman"/>
              </a:rPr>
              <a:t> </a:t>
            </a:r>
            <a:r>
              <a:rPr lang="en-GB" sz="2200">
                <a:solidFill>
                  <a:schemeClr val="dk1"/>
                </a:solidFill>
                <a:latin typeface="Times New Roman"/>
                <a:ea typeface="Times New Roman"/>
                <a:cs typeface="Times New Roman"/>
                <a:sym typeface="Times New Roman"/>
              </a:rPr>
              <a:t>cos</a:t>
            </a:r>
            <a:r>
              <a:rPr lang="en-GB" sz="1800">
                <a:solidFill>
                  <a:schemeClr val="dk1"/>
                </a:solidFill>
                <a:latin typeface="Lexend"/>
                <a:ea typeface="Lexend"/>
                <a:cs typeface="Lexend"/>
                <a:sym typeface="Lexend"/>
              </a:rPr>
              <a:t>(</a:t>
            </a:r>
            <a:r>
              <a:rPr i="1" lang="en-GB" sz="1800">
                <a:solidFill>
                  <a:schemeClr val="dk1"/>
                </a:solidFill>
                <a:latin typeface="Lexend"/>
                <a:ea typeface="Lexend"/>
                <a:cs typeface="Lexend"/>
                <a:sym typeface="Lexend"/>
              </a:rPr>
              <a:t>θ</a:t>
            </a:r>
            <a:r>
              <a:rPr lang="en-GB" sz="1800">
                <a:solidFill>
                  <a:schemeClr val="dk1"/>
                </a:solidFill>
                <a:latin typeface="Lexend"/>
                <a:ea typeface="Lexend"/>
                <a:cs typeface="Lexend"/>
                <a:sym typeface="Lexend"/>
              </a:rPr>
              <a:t>°)</a:t>
            </a:r>
            <a:endParaRPr sz="1800">
              <a:latin typeface="Lexend"/>
              <a:ea typeface="Lexend"/>
              <a:cs typeface="Lexend"/>
              <a:sym typeface="Lexend"/>
            </a:endParaRPr>
          </a:p>
        </p:txBody>
      </p:sp>
      <p:sp>
        <p:nvSpPr>
          <p:cNvPr id="928" name="Google Shape;928;p70"/>
          <p:cNvSpPr txBox="1"/>
          <p:nvPr/>
        </p:nvSpPr>
        <p:spPr>
          <a:xfrm>
            <a:off x="8242177" y="2552318"/>
            <a:ext cx="588600" cy="1536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Clr>
                <a:srgbClr val="000000"/>
              </a:buClr>
              <a:buSzPts val="1100"/>
              <a:buFont typeface="Arial"/>
              <a:buNone/>
            </a:pPr>
            <a:r>
              <a:rPr i="1" lang="en-GB" sz="2200">
                <a:latin typeface="Times New Roman"/>
                <a:ea typeface="Times New Roman"/>
                <a:cs typeface="Times New Roman"/>
                <a:sym typeface="Times New Roman"/>
              </a:rPr>
              <a:t>h</a:t>
            </a:r>
            <a:r>
              <a:rPr lang="en-GB" sz="1800">
                <a:latin typeface="Lexend"/>
                <a:ea typeface="Lexend"/>
                <a:cs typeface="Lexend"/>
                <a:sym typeface="Lexend"/>
              </a:rPr>
              <a:t> cm</a:t>
            </a:r>
            <a:endParaRPr sz="1800">
              <a:latin typeface="Lexend"/>
              <a:ea typeface="Lexend"/>
              <a:cs typeface="Lexend"/>
              <a:sym typeface="Lexend"/>
            </a:endParaRPr>
          </a:p>
        </p:txBody>
      </p:sp>
      <p:sp>
        <p:nvSpPr>
          <p:cNvPr id="929" name="Google Shape;929;p70"/>
          <p:cNvSpPr txBox="1"/>
          <p:nvPr/>
        </p:nvSpPr>
        <p:spPr>
          <a:xfrm>
            <a:off x="4301227" y="2926578"/>
            <a:ext cx="726000" cy="489300"/>
          </a:xfrm>
          <a:prstGeom prst="rect">
            <a:avLst/>
          </a:prstGeom>
          <a:solidFill>
            <a:schemeClr val="lt1"/>
          </a:solidFill>
          <a:ln>
            <a:noFill/>
          </a:ln>
        </p:spPr>
        <p:txBody>
          <a:bodyPr anchorCtr="0" anchor="ctr" bIns="0" lIns="0" spcFirstLastPara="1" rIns="0" wrap="square" tIns="0">
            <a:noAutofit/>
          </a:bodyPr>
          <a:lstStyle/>
          <a:p>
            <a:pPr indent="0" lvl="0" marL="0" rtl="0" algn="ctr">
              <a:spcBef>
                <a:spcPts val="0"/>
              </a:spcBef>
              <a:spcAft>
                <a:spcPts val="0"/>
              </a:spcAft>
              <a:buClr>
                <a:schemeClr val="dk1"/>
              </a:buClr>
              <a:buSzPts val="1100"/>
              <a:buFont typeface="Arial"/>
              <a:buNone/>
            </a:pPr>
            <a:r>
              <a:rPr i="1" lang="en-GB" sz="2200">
                <a:solidFill>
                  <a:schemeClr val="dk1"/>
                </a:solidFill>
                <a:latin typeface="Times New Roman"/>
                <a:ea typeface="Times New Roman"/>
                <a:cs typeface="Times New Roman"/>
                <a:sym typeface="Times New Roman"/>
              </a:rPr>
              <a:t>h</a:t>
            </a:r>
            <a:endParaRPr sz="1800">
              <a:latin typeface="Lexend"/>
              <a:ea typeface="Lexend"/>
              <a:cs typeface="Lexend"/>
              <a:sym typeface="Lexend"/>
            </a:endParaRPr>
          </a:p>
        </p:txBody>
      </p:sp>
      <p:sp>
        <p:nvSpPr>
          <p:cNvPr id="930" name="Google Shape;930;p70"/>
          <p:cNvSpPr txBox="1"/>
          <p:nvPr/>
        </p:nvSpPr>
        <p:spPr>
          <a:xfrm>
            <a:off x="5027228" y="2437390"/>
            <a:ext cx="1120200" cy="489300"/>
          </a:xfrm>
          <a:prstGeom prst="rect">
            <a:avLst/>
          </a:prstGeom>
          <a:solidFill>
            <a:schemeClr val="lt1"/>
          </a:solidFill>
          <a:ln>
            <a:noFill/>
          </a:ln>
        </p:spPr>
        <p:txBody>
          <a:bodyPr anchorCtr="0" anchor="ctr" bIns="0" lIns="0" spcFirstLastPara="1" rIns="0" wrap="square" tIns="0">
            <a:noAutofit/>
          </a:bodyPr>
          <a:lstStyle/>
          <a:p>
            <a:pPr indent="0" lvl="0" marL="0" rtl="0" algn="ctr">
              <a:spcBef>
                <a:spcPts val="0"/>
              </a:spcBef>
              <a:spcAft>
                <a:spcPts val="0"/>
              </a:spcAft>
              <a:buClr>
                <a:schemeClr val="dk1"/>
              </a:buClr>
              <a:buSzPts val="1100"/>
              <a:buFont typeface="Arial"/>
              <a:buNone/>
            </a:pPr>
            <a:r>
              <a:rPr lang="en-GB" sz="2200">
                <a:solidFill>
                  <a:schemeClr val="dk1"/>
                </a:solidFill>
                <a:latin typeface="Times New Roman"/>
                <a:ea typeface="Times New Roman"/>
                <a:cs typeface="Times New Roman"/>
                <a:sym typeface="Times New Roman"/>
              </a:rPr>
              <a:t>cos</a:t>
            </a:r>
            <a:r>
              <a:rPr lang="en-GB" sz="1800">
                <a:solidFill>
                  <a:schemeClr val="dk1"/>
                </a:solidFill>
                <a:latin typeface="Lexend"/>
                <a:ea typeface="Lexend"/>
                <a:cs typeface="Lexend"/>
                <a:sym typeface="Lexend"/>
              </a:rPr>
              <a:t>(</a:t>
            </a:r>
            <a:r>
              <a:rPr i="1" lang="en-GB" sz="1800">
                <a:solidFill>
                  <a:schemeClr val="dk1"/>
                </a:solidFill>
                <a:latin typeface="Lexend"/>
                <a:ea typeface="Lexend"/>
                <a:cs typeface="Lexend"/>
                <a:sym typeface="Lexend"/>
              </a:rPr>
              <a:t>θ</a:t>
            </a:r>
            <a:r>
              <a:rPr lang="en-GB" sz="1800">
                <a:solidFill>
                  <a:schemeClr val="dk1"/>
                </a:solidFill>
                <a:latin typeface="Lexend"/>
                <a:ea typeface="Lexend"/>
                <a:cs typeface="Lexend"/>
                <a:sym typeface="Lexend"/>
              </a:rPr>
              <a:t>°)</a:t>
            </a:r>
            <a:endParaRPr sz="1800">
              <a:latin typeface="Lexend"/>
              <a:ea typeface="Lexend"/>
              <a:cs typeface="Lexend"/>
              <a:sym typeface="Lexend"/>
            </a:endParaRPr>
          </a:p>
        </p:txBody>
      </p:sp>
      <p:sp>
        <p:nvSpPr>
          <p:cNvPr id="931" name="Google Shape;931;p70"/>
          <p:cNvSpPr txBox="1"/>
          <p:nvPr/>
        </p:nvSpPr>
        <p:spPr>
          <a:xfrm>
            <a:off x="324000" y="610600"/>
            <a:ext cx="8496000" cy="8313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Clr>
                <a:srgbClr val="000000"/>
              </a:buClr>
              <a:buSzPts val="1100"/>
              <a:buFont typeface="Arial"/>
              <a:buNone/>
            </a:pPr>
            <a:r>
              <a:rPr lang="en-GB" sz="1800">
                <a:latin typeface="Lexend"/>
                <a:ea typeface="Lexend"/>
                <a:cs typeface="Lexend"/>
                <a:sym typeface="Lexend"/>
              </a:rPr>
              <a:t>We can use this ratio table to generate a formula that shows the relationship between the side adjacent to angle </a:t>
            </a:r>
            <a:r>
              <a:rPr i="1" lang="en-GB" sz="1800">
                <a:solidFill>
                  <a:schemeClr val="dk1"/>
                </a:solidFill>
                <a:latin typeface="Lexend"/>
                <a:ea typeface="Lexend"/>
                <a:cs typeface="Lexend"/>
                <a:sym typeface="Lexend"/>
              </a:rPr>
              <a:t>θ</a:t>
            </a:r>
            <a:r>
              <a:rPr lang="en-GB" sz="1800">
                <a:solidFill>
                  <a:schemeClr val="dk1"/>
                </a:solidFill>
                <a:latin typeface="Lexend"/>
                <a:ea typeface="Lexend"/>
                <a:cs typeface="Lexend"/>
                <a:sym typeface="Lexend"/>
              </a:rPr>
              <a:t>° </a:t>
            </a:r>
            <a:r>
              <a:rPr lang="en-GB" sz="1800">
                <a:latin typeface="Lexend"/>
                <a:ea typeface="Lexend"/>
                <a:cs typeface="Lexend"/>
                <a:sym typeface="Lexend"/>
              </a:rPr>
              <a:t>and the hypotenuse, and represent that formula in three ways. </a:t>
            </a:r>
            <a:endParaRPr sz="1800">
              <a:latin typeface="Lexend"/>
              <a:ea typeface="Lexend"/>
              <a:cs typeface="Lexend"/>
              <a:sym typeface="Lexend"/>
            </a:endParaRPr>
          </a:p>
        </p:txBody>
      </p:sp>
      <p:sp>
        <p:nvSpPr>
          <p:cNvPr id="932" name="Google Shape;932;p70"/>
          <p:cNvSpPr txBox="1"/>
          <p:nvPr>
            <p:ph type="title"/>
          </p:nvPr>
        </p:nvSpPr>
        <p:spPr>
          <a:xfrm>
            <a:off x="324000" y="0"/>
            <a:ext cx="7885200" cy="613500"/>
          </a:xfrm>
          <a:prstGeom prst="rect">
            <a:avLst/>
          </a:prstGeom>
        </p:spPr>
        <p:txBody>
          <a:bodyPr anchorCtr="0" anchor="ctr" bIns="0" lIns="0" spcFirstLastPara="1" rIns="0" wrap="square" tIns="0">
            <a:noAutofit/>
          </a:bodyPr>
          <a:lstStyle/>
          <a:p>
            <a:pPr indent="0" lvl="0" marL="0" rtl="0" algn="l">
              <a:spcBef>
                <a:spcPts val="0"/>
              </a:spcBef>
              <a:spcAft>
                <a:spcPts val="0"/>
              </a:spcAft>
              <a:buNone/>
            </a:pPr>
            <a:r>
              <a:rPr lang="en-GB"/>
              <a:t>Formalising the cosine formula</a:t>
            </a:r>
            <a:endParaRPr/>
          </a:p>
        </p:txBody>
      </p:sp>
      <p:sp>
        <p:nvSpPr>
          <p:cNvPr id="933" name="Google Shape;933;p70"/>
          <p:cNvSpPr/>
          <p:nvPr/>
        </p:nvSpPr>
        <p:spPr>
          <a:xfrm>
            <a:off x="7599475" y="3067289"/>
            <a:ext cx="195300" cy="195300"/>
          </a:xfrm>
          <a:prstGeom prst="rect">
            <a:avLst/>
          </a:prstGeom>
          <a:noFill/>
          <a:ln cap="flat" cmpd="sng" w="28575">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cxnSp>
        <p:nvCxnSpPr>
          <p:cNvPr id="934" name="Google Shape;934;p70"/>
          <p:cNvCxnSpPr/>
          <p:nvPr/>
        </p:nvCxnSpPr>
        <p:spPr>
          <a:xfrm>
            <a:off x="7666960" y="2176696"/>
            <a:ext cx="1022100" cy="1022100"/>
          </a:xfrm>
          <a:prstGeom prst="straightConnector1">
            <a:avLst/>
          </a:prstGeom>
          <a:noFill/>
          <a:ln cap="flat" cmpd="sng" w="28575">
            <a:solidFill>
              <a:srgbClr val="845AD9"/>
            </a:solidFill>
            <a:prstDash val="solid"/>
            <a:round/>
            <a:headEnd len="med" w="med" type="triangle"/>
            <a:tailEnd len="med" w="med" type="triangle"/>
          </a:ln>
        </p:spPr>
      </p:cxnSp>
      <p:sp>
        <p:nvSpPr>
          <p:cNvPr id="935" name="Google Shape;935;p70"/>
          <p:cNvSpPr txBox="1"/>
          <p:nvPr/>
        </p:nvSpPr>
        <p:spPr>
          <a:xfrm>
            <a:off x="8193120" y="3078927"/>
            <a:ext cx="260400" cy="1299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Clr>
                <a:schemeClr val="dk1"/>
              </a:buClr>
              <a:buSzPts val="1100"/>
              <a:buFont typeface="Arial"/>
              <a:buNone/>
            </a:pPr>
            <a:r>
              <a:rPr i="1" lang="en-GB" sz="1800">
                <a:solidFill>
                  <a:schemeClr val="dk1"/>
                </a:solidFill>
                <a:latin typeface="Lexend"/>
                <a:ea typeface="Lexend"/>
                <a:cs typeface="Lexend"/>
                <a:sym typeface="Lexend"/>
              </a:rPr>
              <a:t>θ</a:t>
            </a:r>
            <a:r>
              <a:rPr lang="en-GB" sz="1800">
                <a:solidFill>
                  <a:schemeClr val="dk1"/>
                </a:solidFill>
                <a:latin typeface="Lexend"/>
                <a:ea typeface="Lexend"/>
                <a:cs typeface="Lexend"/>
                <a:sym typeface="Lexend"/>
              </a:rPr>
              <a:t>°</a:t>
            </a:r>
            <a:endParaRPr sz="1800">
              <a:latin typeface="Lexend"/>
              <a:ea typeface="Lexend"/>
              <a:cs typeface="Lexend"/>
              <a:sym typeface="Lexend"/>
            </a:endParaRPr>
          </a:p>
        </p:txBody>
      </p:sp>
      <p:sp>
        <p:nvSpPr>
          <p:cNvPr id="936" name="Google Shape;936;p70"/>
          <p:cNvSpPr txBox="1"/>
          <p:nvPr/>
        </p:nvSpPr>
        <p:spPr>
          <a:xfrm>
            <a:off x="4639928" y="3655090"/>
            <a:ext cx="964200" cy="320700"/>
          </a:xfrm>
          <a:prstGeom prst="rect">
            <a:avLst/>
          </a:prstGeom>
          <a:noFill/>
          <a:ln>
            <a:noFill/>
          </a:ln>
        </p:spPr>
        <p:txBody>
          <a:bodyPr anchorCtr="0" anchor="t" bIns="0" lIns="0" spcFirstLastPara="1" rIns="0" wrap="square" tIns="0">
            <a:noAutofit/>
          </a:bodyPr>
          <a:lstStyle/>
          <a:p>
            <a:pPr indent="0" lvl="0" marL="0" rtl="0" algn="l">
              <a:lnSpc>
                <a:spcPct val="115000"/>
              </a:lnSpc>
              <a:spcBef>
                <a:spcPts val="0"/>
              </a:spcBef>
              <a:spcAft>
                <a:spcPts val="1000"/>
              </a:spcAft>
              <a:buNone/>
            </a:pPr>
            <a:r>
              <a:rPr lang="en-GB" sz="1800">
                <a:solidFill>
                  <a:schemeClr val="dk1"/>
                </a:solidFill>
                <a:latin typeface="Lexend"/>
                <a:ea typeface="Lexend"/>
                <a:cs typeface="Lexend"/>
                <a:sym typeface="Lexend"/>
              </a:rPr>
              <a:t>× </a:t>
            </a:r>
            <a:r>
              <a:rPr lang="en-GB" sz="2200">
                <a:solidFill>
                  <a:schemeClr val="dk1"/>
                </a:solidFill>
                <a:latin typeface="Times New Roman"/>
                <a:ea typeface="Times New Roman"/>
                <a:cs typeface="Times New Roman"/>
                <a:sym typeface="Times New Roman"/>
              </a:rPr>
              <a:t>cos</a:t>
            </a:r>
            <a:r>
              <a:rPr lang="en-GB" sz="1800">
                <a:solidFill>
                  <a:schemeClr val="dk1"/>
                </a:solidFill>
                <a:latin typeface="Lexend"/>
                <a:ea typeface="Lexend"/>
                <a:cs typeface="Lexend"/>
                <a:sym typeface="Lexend"/>
              </a:rPr>
              <a:t>(</a:t>
            </a:r>
            <a:r>
              <a:rPr i="1" lang="en-GB" sz="1800">
                <a:solidFill>
                  <a:schemeClr val="dk1"/>
                </a:solidFill>
                <a:latin typeface="Lexend"/>
                <a:ea typeface="Lexend"/>
                <a:cs typeface="Lexend"/>
                <a:sym typeface="Lexend"/>
              </a:rPr>
              <a:t>θ</a:t>
            </a:r>
            <a:r>
              <a:rPr lang="en-GB" sz="1800">
                <a:solidFill>
                  <a:schemeClr val="dk1"/>
                </a:solidFill>
                <a:latin typeface="Lexend"/>
                <a:ea typeface="Lexend"/>
                <a:cs typeface="Lexend"/>
                <a:sym typeface="Lexend"/>
              </a:rPr>
              <a:t>°)</a:t>
            </a:r>
            <a:endParaRPr sz="1800">
              <a:solidFill>
                <a:srgbClr val="000000"/>
              </a:solidFill>
              <a:latin typeface="Lexend"/>
              <a:ea typeface="Lexend"/>
              <a:cs typeface="Lexend"/>
              <a:sym typeface="Lexend"/>
            </a:endParaRPr>
          </a:p>
        </p:txBody>
      </p:sp>
      <p:grpSp>
        <p:nvGrpSpPr>
          <p:cNvPr id="937" name="Google Shape;937;p70"/>
          <p:cNvGrpSpPr/>
          <p:nvPr/>
        </p:nvGrpSpPr>
        <p:grpSpPr>
          <a:xfrm>
            <a:off x="4547578" y="1899090"/>
            <a:ext cx="1149000" cy="450600"/>
            <a:chOff x="6902925" y="1568525"/>
            <a:chExt cx="1149000" cy="450600"/>
          </a:xfrm>
        </p:grpSpPr>
        <p:sp>
          <p:nvSpPr>
            <p:cNvPr id="938" name="Google Shape;938;p70"/>
            <p:cNvSpPr/>
            <p:nvPr/>
          </p:nvSpPr>
          <p:spPr>
            <a:xfrm flipH="1" rot="10800000">
              <a:off x="7072065" y="1882025"/>
              <a:ext cx="645500" cy="137100"/>
            </a:xfrm>
            <a:custGeom>
              <a:rect b="b" l="l" r="r" t="t"/>
              <a:pathLst>
                <a:path extrusionOk="0" h="5484" w="25820">
                  <a:moveTo>
                    <a:pt x="0" y="315"/>
                  </a:moveTo>
                  <a:cubicBezTo>
                    <a:pt x="3392" y="8226"/>
                    <a:pt x="19739" y="6091"/>
                    <a:pt x="25820" y="0"/>
                  </a:cubicBezTo>
                </a:path>
              </a:pathLst>
            </a:custGeom>
            <a:noFill/>
            <a:ln cap="flat" cmpd="sng" w="28575">
              <a:solidFill>
                <a:srgbClr val="000000"/>
              </a:solidFill>
              <a:prstDash val="solid"/>
              <a:round/>
              <a:headEnd len="med" w="med" type="none"/>
              <a:tailEnd len="med" w="med" type="triangle"/>
            </a:ln>
          </p:spPr>
        </p:sp>
        <p:sp>
          <p:nvSpPr>
            <p:cNvPr id="939" name="Google Shape;939;p70"/>
            <p:cNvSpPr txBox="1"/>
            <p:nvPr/>
          </p:nvSpPr>
          <p:spPr>
            <a:xfrm>
              <a:off x="6902925" y="1568525"/>
              <a:ext cx="1149000" cy="320700"/>
            </a:xfrm>
            <a:prstGeom prst="rect">
              <a:avLst/>
            </a:prstGeom>
            <a:noFill/>
            <a:ln>
              <a:noFill/>
            </a:ln>
          </p:spPr>
          <p:txBody>
            <a:bodyPr anchorCtr="0" anchor="t" bIns="0" lIns="0" spcFirstLastPara="1" rIns="0" wrap="square" tIns="0">
              <a:noAutofit/>
            </a:bodyPr>
            <a:lstStyle/>
            <a:p>
              <a:pPr indent="0" lvl="0" marL="0" rtl="0" algn="l">
                <a:lnSpc>
                  <a:spcPct val="115000"/>
                </a:lnSpc>
                <a:spcBef>
                  <a:spcPts val="0"/>
                </a:spcBef>
                <a:spcAft>
                  <a:spcPts val="1000"/>
                </a:spcAft>
                <a:buNone/>
              </a:pPr>
              <a:r>
                <a:rPr lang="en-GB" sz="1800">
                  <a:solidFill>
                    <a:srgbClr val="000000"/>
                  </a:solidFill>
                  <a:latin typeface="Lexend"/>
                  <a:ea typeface="Lexend"/>
                  <a:cs typeface="Lexend"/>
                  <a:sym typeface="Lexend"/>
                </a:rPr>
                <a:t>× </a:t>
              </a:r>
              <a:r>
                <a:rPr lang="en-GB" sz="2200">
                  <a:solidFill>
                    <a:schemeClr val="dk1"/>
                  </a:solidFill>
                  <a:latin typeface="Times New Roman"/>
                  <a:ea typeface="Times New Roman"/>
                  <a:cs typeface="Times New Roman"/>
                  <a:sym typeface="Times New Roman"/>
                </a:rPr>
                <a:t>cos</a:t>
              </a:r>
              <a:r>
                <a:rPr lang="en-GB" sz="1800">
                  <a:solidFill>
                    <a:schemeClr val="dk1"/>
                  </a:solidFill>
                  <a:latin typeface="Lexend"/>
                  <a:ea typeface="Lexend"/>
                  <a:cs typeface="Lexend"/>
                  <a:sym typeface="Lexend"/>
                </a:rPr>
                <a:t>(</a:t>
              </a:r>
              <a:r>
                <a:rPr i="1" lang="en-GB" sz="1800">
                  <a:solidFill>
                    <a:schemeClr val="dk1"/>
                  </a:solidFill>
                  <a:latin typeface="Lexend"/>
                  <a:ea typeface="Lexend"/>
                  <a:cs typeface="Lexend"/>
                  <a:sym typeface="Lexend"/>
                </a:rPr>
                <a:t>θ</a:t>
              </a:r>
              <a:r>
                <a:rPr lang="en-GB" sz="1800">
                  <a:solidFill>
                    <a:schemeClr val="dk1"/>
                  </a:solidFill>
                  <a:latin typeface="Lexend"/>
                  <a:ea typeface="Lexend"/>
                  <a:cs typeface="Lexend"/>
                  <a:sym typeface="Lexend"/>
                </a:rPr>
                <a:t>°)</a:t>
              </a:r>
              <a:endParaRPr sz="1800">
                <a:latin typeface="Lexend"/>
                <a:ea typeface="Lexend"/>
                <a:cs typeface="Lexend"/>
                <a:sym typeface="Lexend"/>
              </a:endParaRPr>
            </a:p>
          </p:txBody>
        </p:sp>
      </p:grpSp>
      <p:graphicFrame>
        <p:nvGraphicFramePr>
          <p:cNvPr id="940" name="Google Shape;940;p70"/>
          <p:cNvGraphicFramePr/>
          <p:nvPr/>
        </p:nvGraphicFramePr>
        <p:xfrm>
          <a:off x="4301218" y="2441315"/>
          <a:ext cx="3000000" cy="3000000"/>
        </p:xfrm>
        <a:graphic>
          <a:graphicData uri="http://schemas.openxmlformats.org/drawingml/2006/table">
            <a:tbl>
              <a:tblPr>
                <a:noFill/>
                <a:tableStyleId>{D4A714CD-EBCC-4E9A-895D-88BA93CF39AF}</a:tableStyleId>
              </a:tblPr>
              <a:tblGrid>
                <a:gridCol w="725975"/>
                <a:gridCol w="1120225"/>
              </a:tblGrid>
              <a:tr h="489250">
                <a:tc>
                  <a:txBody>
                    <a:bodyPr/>
                    <a:lstStyle/>
                    <a:p>
                      <a:pPr indent="0" lvl="0" marL="0" rtl="0" algn="ctr">
                        <a:spcBef>
                          <a:spcPts val="0"/>
                        </a:spcBef>
                        <a:spcAft>
                          <a:spcPts val="0"/>
                        </a:spcAft>
                        <a:buNone/>
                      </a:pPr>
                      <a:r>
                        <a:rPr lang="en-GB" sz="1800">
                          <a:latin typeface="Lexend"/>
                          <a:ea typeface="Lexend"/>
                          <a:cs typeface="Lexend"/>
                          <a:sym typeface="Lexend"/>
                        </a:rPr>
                        <a:t> </a:t>
                      </a:r>
                      <a:endParaRPr sz="1800">
                        <a:latin typeface="Lexend"/>
                        <a:ea typeface="Lexend"/>
                        <a:cs typeface="Lexend"/>
                        <a:sym typeface="Lexend"/>
                      </a:endParaRPr>
                    </a:p>
                  </a:txBody>
                  <a:tcPr marT="91425" marB="91425" marR="91425" marL="91425" anchor="ctr">
                    <a:lnL cap="flat" cmpd="sng" w="9525">
                      <a:solidFill>
                        <a:srgbClr val="666666"/>
                      </a:solidFill>
                      <a:prstDash val="solid"/>
                      <a:round/>
                      <a:headEnd len="sm" w="sm" type="none"/>
                      <a:tailEnd len="sm" w="sm" type="none"/>
                    </a:lnL>
                    <a:lnR cap="flat" cmpd="sng" w="9525">
                      <a:solidFill>
                        <a:srgbClr val="666666"/>
                      </a:solidFill>
                      <a:prstDash val="solid"/>
                      <a:round/>
                      <a:headEnd len="sm" w="sm" type="none"/>
                      <a:tailEnd len="sm" w="sm" type="none"/>
                    </a:lnR>
                    <a:lnT cap="flat" cmpd="sng" w="9525">
                      <a:solidFill>
                        <a:srgbClr val="666666"/>
                      </a:solidFill>
                      <a:prstDash val="solid"/>
                      <a:round/>
                      <a:headEnd len="sm" w="sm" type="none"/>
                      <a:tailEnd len="sm" w="sm" type="none"/>
                    </a:lnT>
                    <a:lnB cap="flat" cmpd="sng" w="9525">
                      <a:solidFill>
                        <a:srgbClr val="666666"/>
                      </a:solidFill>
                      <a:prstDash val="solid"/>
                      <a:round/>
                      <a:headEnd len="sm" w="sm" type="none"/>
                      <a:tailEnd len="sm" w="sm" type="none"/>
                    </a:lnB>
                  </a:tcPr>
                </a:tc>
                <a:tc>
                  <a:txBody>
                    <a:bodyPr/>
                    <a:lstStyle/>
                    <a:p>
                      <a:pPr indent="0" lvl="0" marL="0" rtl="0" algn="ctr">
                        <a:spcBef>
                          <a:spcPts val="0"/>
                        </a:spcBef>
                        <a:spcAft>
                          <a:spcPts val="0"/>
                        </a:spcAft>
                        <a:buNone/>
                      </a:pPr>
                      <a:r>
                        <a:rPr lang="en-GB" sz="1800">
                          <a:latin typeface="Lexend"/>
                          <a:ea typeface="Lexend"/>
                          <a:cs typeface="Lexend"/>
                          <a:sym typeface="Lexend"/>
                        </a:rPr>
                        <a:t> </a:t>
                      </a:r>
                      <a:endParaRPr sz="1800">
                        <a:latin typeface="Lexend"/>
                        <a:ea typeface="Lexend"/>
                        <a:cs typeface="Lexend"/>
                        <a:sym typeface="Lexend"/>
                      </a:endParaRPr>
                    </a:p>
                  </a:txBody>
                  <a:tcPr marT="91425" marB="91425" marR="91425" marL="91425" anchor="ctr">
                    <a:lnL cap="flat" cmpd="sng" w="9525">
                      <a:solidFill>
                        <a:srgbClr val="666666"/>
                      </a:solidFill>
                      <a:prstDash val="solid"/>
                      <a:round/>
                      <a:headEnd len="sm" w="sm" type="none"/>
                      <a:tailEnd len="sm" w="sm" type="none"/>
                    </a:lnL>
                    <a:lnR cap="flat" cmpd="sng" w="9525">
                      <a:solidFill>
                        <a:srgbClr val="666666"/>
                      </a:solidFill>
                      <a:prstDash val="solid"/>
                      <a:round/>
                      <a:headEnd len="sm" w="sm" type="none"/>
                      <a:tailEnd len="sm" w="sm" type="none"/>
                    </a:lnR>
                    <a:lnT cap="flat" cmpd="sng" w="9525">
                      <a:solidFill>
                        <a:srgbClr val="666666"/>
                      </a:solidFill>
                      <a:prstDash val="solid"/>
                      <a:round/>
                      <a:headEnd len="sm" w="sm" type="none"/>
                      <a:tailEnd len="sm" w="sm" type="none"/>
                    </a:lnT>
                    <a:lnB cap="flat" cmpd="sng" w="9525">
                      <a:solidFill>
                        <a:srgbClr val="666666"/>
                      </a:solidFill>
                      <a:prstDash val="solid"/>
                      <a:round/>
                      <a:headEnd len="sm" w="sm" type="none"/>
                      <a:tailEnd len="sm" w="sm" type="none"/>
                    </a:lnB>
                  </a:tcPr>
                </a:tc>
              </a:tr>
              <a:tr h="489250">
                <a:tc>
                  <a:txBody>
                    <a:bodyPr/>
                    <a:lstStyle/>
                    <a:p>
                      <a:pPr indent="0" lvl="0" marL="0" rtl="0" algn="ctr">
                        <a:spcBef>
                          <a:spcPts val="0"/>
                        </a:spcBef>
                        <a:spcAft>
                          <a:spcPts val="0"/>
                        </a:spcAft>
                        <a:buNone/>
                      </a:pPr>
                      <a:r>
                        <a:rPr lang="en-GB" sz="1800">
                          <a:latin typeface="Lexend"/>
                          <a:ea typeface="Lexend"/>
                          <a:cs typeface="Lexend"/>
                          <a:sym typeface="Lexend"/>
                        </a:rPr>
                        <a:t> </a:t>
                      </a:r>
                      <a:endParaRPr sz="1800">
                        <a:latin typeface="Lexend"/>
                        <a:ea typeface="Lexend"/>
                        <a:cs typeface="Lexend"/>
                        <a:sym typeface="Lexend"/>
                      </a:endParaRPr>
                    </a:p>
                  </a:txBody>
                  <a:tcPr marT="91425" marB="91425" marR="91425" marL="91425" anchor="ctr">
                    <a:lnL cap="flat" cmpd="sng" w="9525">
                      <a:solidFill>
                        <a:srgbClr val="666666"/>
                      </a:solidFill>
                      <a:prstDash val="solid"/>
                      <a:round/>
                      <a:headEnd len="sm" w="sm" type="none"/>
                      <a:tailEnd len="sm" w="sm" type="none"/>
                    </a:lnL>
                    <a:lnR cap="flat" cmpd="sng" w="9525">
                      <a:solidFill>
                        <a:srgbClr val="666666"/>
                      </a:solidFill>
                      <a:prstDash val="solid"/>
                      <a:round/>
                      <a:headEnd len="sm" w="sm" type="none"/>
                      <a:tailEnd len="sm" w="sm" type="none"/>
                    </a:lnR>
                    <a:lnT cap="flat" cmpd="sng" w="9525">
                      <a:solidFill>
                        <a:srgbClr val="666666"/>
                      </a:solidFill>
                      <a:prstDash val="solid"/>
                      <a:round/>
                      <a:headEnd len="sm" w="sm" type="none"/>
                      <a:tailEnd len="sm" w="sm" type="none"/>
                    </a:lnT>
                    <a:lnB cap="flat" cmpd="sng" w="9525">
                      <a:solidFill>
                        <a:srgbClr val="666666"/>
                      </a:solidFill>
                      <a:prstDash val="solid"/>
                      <a:round/>
                      <a:headEnd len="sm" w="sm" type="none"/>
                      <a:tailEnd len="sm" w="sm" type="none"/>
                    </a:lnB>
                  </a:tcPr>
                </a:tc>
                <a:tc>
                  <a:txBody>
                    <a:bodyPr/>
                    <a:lstStyle/>
                    <a:p>
                      <a:pPr indent="0" lvl="0" marL="0" rtl="0" algn="ctr">
                        <a:spcBef>
                          <a:spcPts val="0"/>
                        </a:spcBef>
                        <a:spcAft>
                          <a:spcPts val="0"/>
                        </a:spcAft>
                        <a:buNone/>
                      </a:pPr>
                      <a:r>
                        <a:t/>
                      </a:r>
                      <a:endParaRPr sz="1800">
                        <a:latin typeface="Lexend"/>
                        <a:ea typeface="Lexend"/>
                        <a:cs typeface="Lexend"/>
                        <a:sym typeface="Lexend"/>
                      </a:endParaRPr>
                    </a:p>
                  </a:txBody>
                  <a:tcPr marT="91425" marB="91425" marR="91425" marL="91425" anchor="ctr">
                    <a:lnL cap="flat" cmpd="sng" w="9525">
                      <a:solidFill>
                        <a:srgbClr val="666666"/>
                      </a:solidFill>
                      <a:prstDash val="solid"/>
                      <a:round/>
                      <a:headEnd len="sm" w="sm" type="none"/>
                      <a:tailEnd len="sm" w="sm" type="none"/>
                    </a:lnL>
                    <a:lnR cap="flat" cmpd="sng" w="9525">
                      <a:solidFill>
                        <a:srgbClr val="666666"/>
                      </a:solidFill>
                      <a:prstDash val="solid"/>
                      <a:round/>
                      <a:headEnd len="sm" w="sm" type="none"/>
                      <a:tailEnd len="sm" w="sm" type="none"/>
                    </a:lnR>
                    <a:lnT cap="flat" cmpd="sng" w="9525">
                      <a:solidFill>
                        <a:srgbClr val="666666"/>
                      </a:solidFill>
                      <a:prstDash val="solid"/>
                      <a:round/>
                      <a:headEnd len="sm" w="sm" type="none"/>
                      <a:tailEnd len="sm" w="sm" type="none"/>
                    </a:lnT>
                    <a:lnB cap="flat" cmpd="sng" w="9525">
                      <a:solidFill>
                        <a:srgbClr val="666666"/>
                      </a:solidFill>
                      <a:prstDash val="solid"/>
                      <a:round/>
                      <a:headEnd len="sm" w="sm" type="none"/>
                      <a:tailEnd len="sm" w="sm" type="none"/>
                    </a:lnB>
                  </a:tcPr>
                </a:tc>
              </a:tr>
            </a:tbl>
          </a:graphicData>
        </a:graphic>
      </p:graphicFrame>
      <p:sp>
        <p:nvSpPr>
          <p:cNvPr id="941" name="Google Shape;941;p70"/>
          <p:cNvSpPr/>
          <p:nvPr/>
        </p:nvSpPr>
        <p:spPr>
          <a:xfrm>
            <a:off x="5027228" y="2933115"/>
            <a:ext cx="1120200" cy="489300"/>
          </a:xfrm>
          <a:prstGeom prst="rect">
            <a:avLst/>
          </a:prstGeom>
          <a:solidFill>
            <a:srgbClr val="F3EEFB"/>
          </a:solidFill>
          <a:ln cap="flat" cmpd="sng" w="38100">
            <a:solidFill>
              <a:schemeClr val="accent4"/>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Clr>
                <a:schemeClr val="dk1"/>
              </a:buClr>
              <a:buSzPts val="1100"/>
              <a:buFont typeface="Arial"/>
              <a:buNone/>
            </a:pPr>
            <a:r>
              <a:rPr lang="en-GB" sz="1800">
                <a:solidFill>
                  <a:schemeClr val="dk1"/>
                </a:solidFill>
                <a:latin typeface="Lexend"/>
                <a:ea typeface="Lexend"/>
                <a:cs typeface="Lexend"/>
                <a:sym typeface="Lexend"/>
              </a:rPr>
              <a:t>adj</a:t>
            </a:r>
            <a:endParaRPr>
              <a:solidFill>
                <a:schemeClr val="dk1"/>
              </a:solidFill>
              <a:latin typeface="Lexend"/>
              <a:ea typeface="Lexend"/>
              <a:cs typeface="Lexend"/>
              <a:sym typeface="Lexend"/>
            </a:endParaRPr>
          </a:p>
        </p:txBody>
      </p:sp>
      <p:sp>
        <p:nvSpPr>
          <p:cNvPr id="942" name="Google Shape;942;p70"/>
          <p:cNvSpPr/>
          <p:nvPr/>
        </p:nvSpPr>
        <p:spPr>
          <a:xfrm>
            <a:off x="4301228" y="2933115"/>
            <a:ext cx="726000" cy="489300"/>
          </a:xfrm>
          <a:prstGeom prst="rect">
            <a:avLst/>
          </a:prstGeom>
          <a:solidFill>
            <a:srgbClr val="F3EEFB"/>
          </a:solidFill>
          <a:ln cap="flat" cmpd="sng" w="38100">
            <a:solidFill>
              <a:schemeClr val="accent4"/>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Clr>
                <a:schemeClr val="dk1"/>
              </a:buClr>
              <a:buSzPts val="1100"/>
              <a:buFont typeface="Arial"/>
              <a:buNone/>
            </a:pPr>
            <a:r>
              <a:rPr i="1" lang="en-GB" sz="2200">
                <a:solidFill>
                  <a:schemeClr val="dk1"/>
                </a:solidFill>
                <a:latin typeface="Times New Roman"/>
                <a:ea typeface="Times New Roman"/>
                <a:cs typeface="Times New Roman"/>
                <a:sym typeface="Times New Roman"/>
              </a:rPr>
              <a:t>h</a:t>
            </a:r>
            <a:endParaRPr>
              <a:latin typeface="Lexend"/>
              <a:ea typeface="Lexend"/>
              <a:cs typeface="Lexend"/>
              <a:sym typeface="Lexend"/>
            </a:endParaRPr>
          </a:p>
        </p:txBody>
      </p:sp>
      <p:sp>
        <p:nvSpPr>
          <p:cNvPr id="943" name="Google Shape;943;p70"/>
          <p:cNvSpPr/>
          <p:nvPr/>
        </p:nvSpPr>
        <p:spPr>
          <a:xfrm>
            <a:off x="5027228" y="2441216"/>
            <a:ext cx="1120200" cy="489300"/>
          </a:xfrm>
          <a:prstGeom prst="rect">
            <a:avLst/>
          </a:prstGeom>
          <a:solidFill>
            <a:srgbClr val="F3EEFB"/>
          </a:solidFill>
          <a:ln cap="flat" cmpd="sng" w="38100">
            <a:solidFill>
              <a:schemeClr val="accent4"/>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Clr>
                <a:schemeClr val="dk1"/>
              </a:buClr>
              <a:buSzPts val="1100"/>
              <a:buFont typeface="Arial"/>
              <a:buNone/>
            </a:pPr>
            <a:r>
              <a:rPr lang="en-GB" sz="2200">
                <a:solidFill>
                  <a:schemeClr val="dk1"/>
                </a:solidFill>
                <a:latin typeface="Times New Roman"/>
                <a:ea typeface="Times New Roman"/>
                <a:cs typeface="Times New Roman"/>
                <a:sym typeface="Times New Roman"/>
              </a:rPr>
              <a:t>cos</a:t>
            </a:r>
            <a:r>
              <a:rPr lang="en-GB" sz="1800">
                <a:solidFill>
                  <a:schemeClr val="dk1"/>
                </a:solidFill>
                <a:latin typeface="Lexend"/>
                <a:ea typeface="Lexend"/>
                <a:cs typeface="Lexend"/>
                <a:sym typeface="Lexend"/>
              </a:rPr>
              <a:t>(</a:t>
            </a:r>
            <a:r>
              <a:rPr i="1" lang="en-GB" sz="1800">
                <a:solidFill>
                  <a:schemeClr val="dk1"/>
                </a:solidFill>
                <a:latin typeface="Lexend"/>
                <a:ea typeface="Lexend"/>
                <a:cs typeface="Lexend"/>
                <a:sym typeface="Lexend"/>
              </a:rPr>
              <a:t>θ</a:t>
            </a:r>
            <a:r>
              <a:rPr lang="en-GB" sz="1800">
                <a:solidFill>
                  <a:schemeClr val="dk1"/>
                </a:solidFill>
                <a:latin typeface="Lexend"/>
                <a:ea typeface="Lexend"/>
                <a:cs typeface="Lexend"/>
                <a:sym typeface="Lexend"/>
              </a:rPr>
              <a:t>°)</a:t>
            </a:r>
            <a:endParaRPr>
              <a:solidFill>
                <a:schemeClr val="dk1"/>
              </a:solidFill>
              <a:latin typeface="Lexend"/>
              <a:ea typeface="Lexend"/>
              <a:cs typeface="Lexend"/>
              <a:sym typeface="Lexend"/>
            </a:endParaRPr>
          </a:p>
        </p:txBody>
      </p:sp>
      <p:sp>
        <p:nvSpPr>
          <p:cNvPr id="944" name="Google Shape;944;p70"/>
          <p:cNvSpPr/>
          <p:nvPr/>
        </p:nvSpPr>
        <p:spPr>
          <a:xfrm>
            <a:off x="4405175" y="3653375"/>
            <a:ext cx="1433700" cy="340500"/>
          </a:xfrm>
          <a:prstGeom prst="rect">
            <a:avLst/>
          </a:prstGeom>
          <a:solidFill>
            <a:srgbClr val="F3EEFB"/>
          </a:solidFill>
          <a:ln cap="flat" cmpd="sng" w="38100">
            <a:solidFill>
              <a:schemeClr val="accent4"/>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Clr>
                <a:schemeClr val="dk1"/>
              </a:buClr>
              <a:buSzPts val="1100"/>
              <a:buFont typeface="Arial"/>
              <a:buNone/>
            </a:pPr>
            <a:r>
              <a:rPr lang="en-GB" sz="1800">
                <a:solidFill>
                  <a:schemeClr val="dk1"/>
                </a:solidFill>
                <a:latin typeface="Lexend"/>
                <a:ea typeface="Lexend"/>
                <a:cs typeface="Lexend"/>
                <a:sym typeface="Lexend"/>
              </a:rPr>
              <a:t>×</a:t>
            </a:r>
            <a:r>
              <a:rPr i="1" lang="en-GB" sz="2200">
                <a:solidFill>
                  <a:schemeClr val="dk1"/>
                </a:solidFill>
                <a:latin typeface="Times New Roman"/>
                <a:ea typeface="Times New Roman"/>
                <a:cs typeface="Times New Roman"/>
                <a:sym typeface="Times New Roman"/>
              </a:rPr>
              <a:t> </a:t>
            </a:r>
            <a:r>
              <a:rPr lang="en-GB" sz="2200">
                <a:solidFill>
                  <a:schemeClr val="dk1"/>
                </a:solidFill>
                <a:latin typeface="Times New Roman"/>
                <a:ea typeface="Times New Roman"/>
                <a:cs typeface="Times New Roman"/>
                <a:sym typeface="Times New Roman"/>
              </a:rPr>
              <a:t>cos</a:t>
            </a:r>
            <a:r>
              <a:rPr lang="en-GB" sz="1800">
                <a:solidFill>
                  <a:schemeClr val="dk1"/>
                </a:solidFill>
                <a:latin typeface="Lexend"/>
                <a:ea typeface="Lexend"/>
                <a:cs typeface="Lexend"/>
                <a:sym typeface="Lexend"/>
              </a:rPr>
              <a:t>(</a:t>
            </a:r>
            <a:r>
              <a:rPr i="1" lang="en-GB" sz="1800">
                <a:solidFill>
                  <a:schemeClr val="dk1"/>
                </a:solidFill>
                <a:latin typeface="Lexend"/>
                <a:ea typeface="Lexend"/>
                <a:cs typeface="Lexend"/>
                <a:sym typeface="Lexend"/>
              </a:rPr>
              <a:t>θ</a:t>
            </a:r>
            <a:r>
              <a:rPr lang="en-GB" sz="1800">
                <a:solidFill>
                  <a:schemeClr val="dk1"/>
                </a:solidFill>
                <a:latin typeface="Lexend"/>
                <a:ea typeface="Lexend"/>
                <a:cs typeface="Lexend"/>
                <a:sym typeface="Lexend"/>
              </a:rPr>
              <a:t>°)</a:t>
            </a:r>
            <a:endParaRPr>
              <a:latin typeface="Lexend"/>
              <a:ea typeface="Lexend"/>
              <a:cs typeface="Lexend"/>
              <a:sym typeface="Lexend"/>
            </a:endParaRPr>
          </a:p>
        </p:txBody>
      </p:sp>
      <p:sp>
        <p:nvSpPr>
          <p:cNvPr id="945" name="Google Shape;945;p70"/>
          <p:cNvSpPr/>
          <p:nvPr/>
        </p:nvSpPr>
        <p:spPr>
          <a:xfrm>
            <a:off x="4716718" y="3503565"/>
            <a:ext cx="645500" cy="137100"/>
          </a:xfrm>
          <a:custGeom>
            <a:rect b="b" l="l" r="r" t="t"/>
            <a:pathLst>
              <a:path extrusionOk="0" h="5484" w="25820">
                <a:moveTo>
                  <a:pt x="0" y="315"/>
                </a:moveTo>
                <a:cubicBezTo>
                  <a:pt x="3392" y="8226"/>
                  <a:pt x="19739" y="6091"/>
                  <a:pt x="25820" y="0"/>
                </a:cubicBezTo>
              </a:path>
            </a:pathLst>
          </a:custGeom>
          <a:noFill/>
          <a:ln cap="flat" cmpd="sng" w="28575">
            <a:solidFill>
              <a:srgbClr val="000000"/>
            </a:solidFill>
            <a:prstDash val="solid"/>
            <a:round/>
            <a:headEnd len="med" w="med" type="none"/>
            <a:tailEnd len="med" w="med" type="triangle"/>
          </a:ln>
        </p:spPr>
      </p:sp>
      <p:grpSp>
        <p:nvGrpSpPr>
          <p:cNvPr id="946" name="Google Shape;946;p70"/>
          <p:cNvGrpSpPr/>
          <p:nvPr/>
        </p:nvGrpSpPr>
        <p:grpSpPr>
          <a:xfrm>
            <a:off x="4405225" y="3150365"/>
            <a:ext cx="1433700" cy="843510"/>
            <a:chOff x="4405225" y="4570365"/>
            <a:chExt cx="1433700" cy="843510"/>
          </a:xfrm>
        </p:grpSpPr>
        <p:sp>
          <p:nvSpPr>
            <p:cNvPr id="947" name="Google Shape;947;p70"/>
            <p:cNvSpPr/>
            <p:nvPr/>
          </p:nvSpPr>
          <p:spPr>
            <a:xfrm flipH="1">
              <a:off x="4716718" y="4570365"/>
              <a:ext cx="645500" cy="137100"/>
            </a:xfrm>
            <a:custGeom>
              <a:rect b="b" l="l" r="r" t="t"/>
              <a:pathLst>
                <a:path extrusionOk="0" h="5484" w="25820">
                  <a:moveTo>
                    <a:pt x="0" y="315"/>
                  </a:moveTo>
                  <a:cubicBezTo>
                    <a:pt x="3392" y="8226"/>
                    <a:pt x="19739" y="6091"/>
                    <a:pt x="25820" y="0"/>
                  </a:cubicBezTo>
                </a:path>
              </a:pathLst>
            </a:custGeom>
            <a:noFill/>
            <a:ln cap="flat" cmpd="sng" w="28575">
              <a:solidFill>
                <a:srgbClr val="000000"/>
              </a:solidFill>
              <a:prstDash val="solid"/>
              <a:round/>
              <a:headEnd len="med" w="med" type="none"/>
              <a:tailEnd len="med" w="med" type="triangle"/>
            </a:ln>
          </p:spPr>
        </p:sp>
        <p:sp>
          <p:nvSpPr>
            <p:cNvPr id="948" name="Google Shape;948;p70"/>
            <p:cNvSpPr/>
            <p:nvPr/>
          </p:nvSpPr>
          <p:spPr>
            <a:xfrm>
              <a:off x="4405225" y="5073375"/>
              <a:ext cx="1433700" cy="340500"/>
            </a:xfrm>
            <a:prstGeom prst="rect">
              <a:avLst/>
            </a:prstGeom>
            <a:solidFill>
              <a:srgbClr val="F3EEFB"/>
            </a:solidFill>
            <a:ln cap="flat" cmpd="sng" w="38100">
              <a:solidFill>
                <a:schemeClr val="accent4"/>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Clr>
                  <a:schemeClr val="dk1"/>
                </a:buClr>
                <a:buSzPts val="1100"/>
                <a:buFont typeface="Arial"/>
                <a:buNone/>
              </a:pPr>
              <a:r>
                <a:rPr lang="en-GB" sz="1800">
                  <a:solidFill>
                    <a:schemeClr val="dk1"/>
                  </a:solidFill>
                  <a:latin typeface="Lexend"/>
                  <a:ea typeface="Lexend"/>
                  <a:cs typeface="Lexend"/>
                  <a:sym typeface="Lexend"/>
                </a:rPr>
                <a:t>÷</a:t>
              </a:r>
              <a:r>
                <a:rPr i="1" lang="en-GB" sz="2200">
                  <a:solidFill>
                    <a:schemeClr val="dk1"/>
                  </a:solidFill>
                  <a:latin typeface="Times New Roman"/>
                  <a:ea typeface="Times New Roman"/>
                  <a:cs typeface="Times New Roman"/>
                  <a:sym typeface="Times New Roman"/>
                </a:rPr>
                <a:t> </a:t>
              </a:r>
              <a:r>
                <a:rPr lang="en-GB" sz="2200">
                  <a:solidFill>
                    <a:schemeClr val="dk1"/>
                  </a:solidFill>
                  <a:latin typeface="Times New Roman"/>
                  <a:ea typeface="Times New Roman"/>
                  <a:cs typeface="Times New Roman"/>
                  <a:sym typeface="Times New Roman"/>
                </a:rPr>
                <a:t>cos</a:t>
              </a:r>
              <a:r>
                <a:rPr lang="en-GB" sz="1800">
                  <a:solidFill>
                    <a:schemeClr val="dk1"/>
                  </a:solidFill>
                  <a:latin typeface="Lexend"/>
                  <a:ea typeface="Lexend"/>
                  <a:cs typeface="Lexend"/>
                  <a:sym typeface="Lexend"/>
                </a:rPr>
                <a:t>(</a:t>
              </a:r>
              <a:r>
                <a:rPr i="1" lang="en-GB" sz="1800">
                  <a:solidFill>
                    <a:schemeClr val="dk1"/>
                  </a:solidFill>
                  <a:latin typeface="Lexend"/>
                  <a:ea typeface="Lexend"/>
                  <a:cs typeface="Lexend"/>
                  <a:sym typeface="Lexend"/>
                </a:rPr>
                <a:t>θ</a:t>
              </a:r>
              <a:r>
                <a:rPr lang="en-GB" sz="1800">
                  <a:solidFill>
                    <a:schemeClr val="dk1"/>
                  </a:solidFill>
                  <a:latin typeface="Lexend"/>
                  <a:ea typeface="Lexend"/>
                  <a:cs typeface="Lexend"/>
                  <a:sym typeface="Lexend"/>
                </a:rPr>
                <a:t>°)</a:t>
              </a:r>
              <a:endParaRPr>
                <a:latin typeface="Lexend"/>
                <a:ea typeface="Lexend"/>
                <a:cs typeface="Lexend"/>
                <a:sym typeface="Lexend"/>
              </a:endParaRPr>
            </a:p>
          </p:txBody>
        </p:sp>
      </p:grpSp>
      <p:grpSp>
        <p:nvGrpSpPr>
          <p:cNvPr id="949" name="Google Shape;949;p70"/>
          <p:cNvGrpSpPr/>
          <p:nvPr/>
        </p:nvGrpSpPr>
        <p:grpSpPr>
          <a:xfrm flipH="1" rot="10800000">
            <a:off x="6190697" y="2585666"/>
            <a:ext cx="567216" cy="582525"/>
            <a:chOff x="9531928" y="2518909"/>
            <a:chExt cx="567216" cy="582525"/>
          </a:xfrm>
        </p:grpSpPr>
        <p:sp>
          <p:nvSpPr>
            <p:cNvPr id="950" name="Google Shape;950;p70"/>
            <p:cNvSpPr/>
            <p:nvPr/>
          </p:nvSpPr>
          <p:spPr>
            <a:xfrm flipH="1">
              <a:off x="9531928" y="2518909"/>
              <a:ext cx="145300" cy="582525"/>
            </a:xfrm>
            <a:custGeom>
              <a:rect b="b" l="l" r="r" t="t"/>
              <a:pathLst>
                <a:path extrusionOk="0" h="23301" w="5812">
                  <a:moveTo>
                    <a:pt x="5812" y="0"/>
                  </a:moveTo>
                  <a:cubicBezTo>
                    <a:pt x="-862" y="4007"/>
                    <a:pt x="-2242" y="18988"/>
                    <a:pt x="4238" y="23301"/>
                  </a:cubicBezTo>
                </a:path>
              </a:pathLst>
            </a:custGeom>
            <a:noFill/>
            <a:ln cap="flat" cmpd="sng" w="28575">
              <a:solidFill>
                <a:srgbClr val="000000"/>
              </a:solidFill>
              <a:prstDash val="solid"/>
              <a:round/>
              <a:headEnd len="med" w="med" type="none"/>
              <a:tailEnd len="med" w="med" type="triangle"/>
            </a:ln>
          </p:spPr>
        </p:sp>
        <p:sp>
          <p:nvSpPr>
            <p:cNvPr id="951" name="Google Shape;951;p70"/>
            <p:cNvSpPr/>
            <p:nvPr/>
          </p:nvSpPr>
          <p:spPr>
            <a:xfrm rot="10800000">
              <a:off x="9660844" y="2636982"/>
              <a:ext cx="438300" cy="340500"/>
            </a:xfrm>
            <a:prstGeom prst="rect">
              <a:avLst/>
            </a:prstGeom>
            <a:solidFill>
              <a:srgbClr val="F3EEFB"/>
            </a:solidFill>
            <a:ln cap="flat" cmpd="sng" w="38100">
              <a:solidFill>
                <a:srgbClr val="845AD9"/>
              </a:solidFill>
              <a:prstDash val="solid"/>
              <a:round/>
              <a:headEnd len="sm" w="sm" type="none"/>
              <a:tailEnd len="sm" w="sm" type="none"/>
            </a:ln>
          </p:spPr>
          <p:txBody>
            <a:bodyPr anchorCtr="0" anchor="ctr" bIns="0" lIns="0" spcFirstLastPara="1" rIns="0" wrap="square" tIns="0">
              <a:noAutofit/>
            </a:bodyPr>
            <a:lstStyle/>
            <a:p>
              <a:pPr indent="0" lvl="0" marL="0" rtl="0" algn="ctr">
                <a:lnSpc>
                  <a:spcPct val="100000"/>
                </a:lnSpc>
                <a:spcBef>
                  <a:spcPts val="0"/>
                </a:spcBef>
                <a:spcAft>
                  <a:spcPts val="0"/>
                </a:spcAft>
                <a:buClr>
                  <a:srgbClr val="000000"/>
                </a:buClr>
                <a:buSzPts val="1100"/>
                <a:buFont typeface="Arial"/>
                <a:buNone/>
              </a:pPr>
              <a:r>
                <a:rPr lang="en-GB" sz="1800">
                  <a:solidFill>
                    <a:srgbClr val="000000"/>
                  </a:solidFill>
                  <a:latin typeface="Lexend"/>
                  <a:ea typeface="Lexend"/>
                  <a:cs typeface="Lexend"/>
                  <a:sym typeface="Lexend"/>
                </a:rPr>
                <a:t>÷ </a:t>
              </a:r>
              <a:r>
                <a:rPr i="1" lang="en-GB" sz="2200">
                  <a:solidFill>
                    <a:srgbClr val="000000"/>
                  </a:solidFill>
                  <a:latin typeface="Times New Roman"/>
                  <a:ea typeface="Times New Roman"/>
                  <a:cs typeface="Times New Roman"/>
                  <a:sym typeface="Times New Roman"/>
                </a:rPr>
                <a:t>h</a:t>
              </a:r>
              <a:endParaRPr sz="1800">
                <a:solidFill>
                  <a:srgbClr val="000000"/>
                </a:solidFill>
                <a:latin typeface="Lexend"/>
                <a:ea typeface="Lexend"/>
                <a:cs typeface="Lexend"/>
                <a:sym typeface="Lexend"/>
              </a:endParaRPr>
            </a:p>
          </p:txBody>
        </p:sp>
      </p:grpSp>
      <p:pic>
        <p:nvPicPr>
          <p:cNvPr id="952" name="Google Shape;952;p70"/>
          <p:cNvPicPr preferRelativeResize="0"/>
          <p:nvPr/>
        </p:nvPicPr>
        <p:blipFill>
          <a:blip r:embed="rId4">
            <a:alphaModFix/>
          </a:blip>
          <a:stretch>
            <a:fillRect/>
          </a:stretch>
        </p:blipFill>
        <p:spPr>
          <a:xfrm>
            <a:off x="7581977" y="3285900"/>
            <a:ext cx="1107075" cy="157800"/>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942"/>
                                        </p:tgtEl>
                                        <p:attrNameLst>
                                          <p:attrName>style.visibility</p:attrName>
                                        </p:attrNameLst>
                                      </p:cBhvr>
                                      <p:to>
                                        <p:strVal val="visible"/>
                                      </p:to>
                                    </p:set>
                                  </p:childTnLst>
                                </p:cTn>
                              </p:par>
                              <p:par>
                                <p:cTn fill="hold" nodeType="withEffect" presetClass="exit" presetID="1" presetSubtype="0">
                                  <p:stCondLst>
                                    <p:cond delay="0"/>
                                  </p:stCondLst>
                                  <p:childTnLst>
                                    <p:set>
                                      <p:cBhvr>
                                        <p:cTn dur="1" fill="hold">
                                          <p:stCondLst>
                                            <p:cond delay="0"/>
                                          </p:stCondLst>
                                        </p:cTn>
                                        <p:tgtEl>
                                          <p:spTgt spid="914"/>
                                        </p:tgtEl>
                                        <p:attrNameLst>
                                          <p:attrName>style.visibility</p:attrName>
                                        </p:attrNameLst>
                                      </p:cBhvr>
                                      <p:to>
                                        <p:strVal val="hidden"/>
                                      </p:to>
                                    </p:set>
                                  </p:childTnLst>
                                </p:cTn>
                              </p:par>
                            </p:childTnLst>
                          </p:cTn>
                        </p:par>
                      </p:childTnLst>
                    </p:cTn>
                  </p:par>
                  <p:par>
                    <p:cTn fill="hold">
                      <p:stCondLst>
                        <p:cond delay="indefinite"/>
                      </p:stCondLst>
                      <p:childTnLst>
                        <p:par>
                          <p:cTn fill="hold">
                            <p:stCondLst>
                              <p:cond delay="0"/>
                            </p:stCondLst>
                            <p:childTnLst>
                              <p:par>
                                <p:cTn fill="hold" nodeType="clickEffect" presetClass="exit" presetID="1" presetSubtype="0">
                                  <p:stCondLst>
                                    <p:cond delay="0"/>
                                  </p:stCondLst>
                                  <p:childTnLst>
                                    <p:set>
                                      <p:cBhvr>
                                        <p:cTn dur="1" fill="hold">
                                          <p:stCondLst>
                                            <p:cond delay="0"/>
                                          </p:stCondLst>
                                        </p:cTn>
                                        <p:tgtEl>
                                          <p:spTgt spid="908"/>
                                        </p:tgtEl>
                                        <p:attrNameLst>
                                          <p:attrName>style.visibility</p:attrName>
                                        </p:attrNameLst>
                                      </p:cBhvr>
                                      <p:to>
                                        <p:strVal val="hidden"/>
                                      </p:to>
                                    </p:set>
                                  </p:childTnLst>
                                </p:cTn>
                              </p:par>
                              <p:par>
                                <p:cTn fill="hold" nodeType="withEffect" presetClass="exit" presetID="1" presetSubtype="0">
                                  <p:stCondLst>
                                    <p:cond delay="0"/>
                                  </p:stCondLst>
                                  <p:childTnLst>
                                    <p:set>
                                      <p:cBhvr>
                                        <p:cTn dur="1" fill="hold">
                                          <p:stCondLst>
                                            <p:cond delay="0"/>
                                          </p:stCondLst>
                                        </p:cTn>
                                        <p:tgtEl>
                                          <p:spTgt spid="942"/>
                                        </p:tgtEl>
                                        <p:attrNameLst>
                                          <p:attrName>style.visibility</p:attrName>
                                        </p:attrNameLst>
                                      </p:cBhvr>
                                      <p:to>
                                        <p:strVal val="hidden"/>
                                      </p:to>
                                    </p:set>
                                  </p:childTnLst>
                                </p:cTn>
                              </p:par>
                              <p:par>
                                <p:cTn fill="hold" nodeType="withEffect" presetClass="entr" presetID="1" presetSubtype="0">
                                  <p:stCondLst>
                                    <p:cond delay="0"/>
                                  </p:stCondLst>
                                  <p:childTnLst>
                                    <p:set>
                                      <p:cBhvr>
                                        <p:cTn dur="1" fill="hold">
                                          <p:stCondLst>
                                            <p:cond delay="0"/>
                                          </p:stCondLst>
                                        </p:cTn>
                                        <p:tgtEl>
                                          <p:spTgt spid="944"/>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xit" presetID="1" presetSubtype="0">
                                  <p:stCondLst>
                                    <p:cond delay="0"/>
                                  </p:stCondLst>
                                  <p:childTnLst>
                                    <p:set>
                                      <p:cBhvr>
                                        <p:cTn dur="1" fill="hold">
                                          <p:stCondLst>
                                            <p:cond delay="0"/>
                                          </p:stCondLst>
                                        </p:cTn>
                                        <p:tgtEl>
                                          <p:spTgt spid="909"/>
                                        </p:tgtEl>
                                        <p:attrNameLst>
                                          <p:attrName>style.visibility</p:attrName>
                                        </p:attrNameLst>
                                      </p:cBhvr>
                                      <p:to>
                                        <p:strVal val="hidden"/>
                                      </p:to>
                                    </p:set>
                                  </p:childTnLst>
                                </p:cTn>
                              </p:par>
                              <p:par>
                                <p:cTn fill="hold" nodeType="withEffect" presetClass="exit" presetID="1" presetSubtype="0">
                                  <p:stCondLst>
                                    <p:cond delay="0"/>
                                  </p:stCondLst>
                                  <p:childTnLst>
                                    <p:set>
                                      <p:cBhvr>
                                        <p:cTn dur="1" fill="hold">
                                          <p:stCondLst>
                                            <p:cond delay="0"/>
                                          </p:stCondLst>
                                        </p:cTn>
                                        <p:tgtEl>
                                          <p:spTgt spid="944"/>
                                        </p:tgtEl>
                                        <p:attrNameLst>
                                          <p:attrName>style.visibility</p:attrName>
                                        </p:attrNameLst>
                                      </p:cBhvr>
                                      <p:to>
                                        <p:strVal val="hidden"/>
                                      </p:to>
                                    </p:set>
                                  </p:childTnLst>
                                </p:cTn>
                              </p:par>
                              <p:par>
                                <p:cTn fill="hold" nodeType="withEffect" presetClass="entr" presetID="1" presetSubtype="0">
                                  <p:stCondLst>
                                    <p:cond delay="0"/>
                                  </p:stCondLst>
                                  <p:childTnLst>
                                    <p:set>
                                      <p:cBhvr>
                                        <p:cTn dur="1" fill="hold">
                                          <p:stCondLst>
                                            <p:cond delay="0"/>
                                          </p:stCondLst>
                                        </p:cTn>
                                        <p:tgtEl>
                                          <p:spTgt spid="941"/>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xit" presetID="1" presetSubtype="0">
                                  <p:stCondLst>
                                    <p:cond delay="0"/>
                                  </p:stCondLst>
                                  <p:childTnLst>
                                    <p:set>
                                      <p:cBhvr>
                                        <p:cTn dur="1" fill="hold">
                                          <p:stCondLst>
                                            <p:cond delay="0"/>
                                          </p:stCondLst>
                                        </p:cTn>
                                        <p:tgtEl>
                                          <p:spTgt spid="941"/>
                                        </p:tgtEl>
                                        <p:attrNameLst>
                                          <p:attrName>style.visibility</p:attrName>
                                        </p:attrNameLst>
                                      </p:cBhvr>
                                      <p:to>
                                        <p:strVal val="hidden"/>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941"/>
                                        </p:tgtEl>
                                        <p:attrNameLst>
                                          <p:attrName>style.visibility</p:attrName>
                                        </p:attrNameLst>
                                      </p:cBhvr>
                                      <p:to>
                                        <p:strVal val="visible"/>
                                      </p:to>
                                    </p:set>
                                  </p:childTnLst>
                                </p:cTn>
                              </p:par>
                              <p:par>
                                <p:cTn fill="hold" nodeType="withEffect" presetClass="exit" presetID="1" presetSubtype="0">
                                  <p:stCondLst>
                                    <p:cond delay="0"/>
                                  </p:stCondLst>
                                  <p:childTnLst>
                                    <p:set>
                                      <p:cBhvr>
                                        <p:cTn dur="1" fill="hold">
                                          <p:stCondLst>
                                            <p:cond delay="0"/>
                                          </p:stCondLst>
                                        </p:cTn>
                                        <p:tgtEl>
                                          <p:spTgt spid="915"/>
                                        </p:tgtEl>
                                        <p:attrNameLst>
                                          <p:attrName>style.visibility</p:attrName>
                                        </p:attrNameLst>
                                      </p:cBhvr>
                                      <p:to>
                                        <p:strVal val="hidden"/>
                                      </p:to>
                                    </p:set>
                                  </p:childTnLst>
                                </p:cTn>
                              </p:par>
                            </p:childTnLst>
                          </p:cTn>
                        </p:par>
                      </p:childTnLst>
                    </p:cTn>
                  </p:par>
                  <p:par>
                    <p:cTn fill="hold">
                      <p:stCondLst>
                        <p:cond delay="indefinite"/>
                      </p:stCondLst>
                      <p:childTnLst>
                        <p:par>
                          <p:cTn fill="hold">
                            <p:stCondLst>
                              <p:cond delay="0"/>
                            </p:stCondLst>
                            <p:childTnLst>
                              <p:par>
                                <p:cTn fill="hold" nodeType="clickEffect" presetClass="exit" presetID="1" presetSubtype="0">
                                  <p:stCondLst>
                                    <p:cond delay="0"/>
                                  </p:stCondLst>
                                  <p:childTnLst>
                                    <p:set>
                                      <p:cBhvr>
                                        <p:cTn dur="1" fill="hold">
                                          <p:stCondLst>
                                            <p:cond delay="0"/>
                                          </p:stCondLst>
                                        </p:cTn>
                                        <p:tgtEl>
                                          <p:spTgt spid="910"/>
                                        </p:tgtEl>
                                        <p:attrNameLst>
                                          <p:attrName>style.visibility</p:attrName>
                                        </p:attrNameLst>
                                      </p:cBhvr>
                                      <p:to>
                                        <p:strVal val="hidden"/>
                                      </p:to>
                                    </p:set>
                                  </p:childTnLst>
                                </p:cTn>
                              </p:par>
                              <p:par>
                                <p:cTn fill="hold" nodeType="withEffect" presetClass="entr" presetID="1" presetSubtype="0">
                                  <p:stCondLst>
                                    <p:cond delay="0"/>
                                  </p:stCondLst>
                                  <p:childTnLst>
                                    <p:set>
                                      <p:cBhvr>
                                        <p:cTn dur="1" fill="hold">
                                          <p:stCondLst>
                                            <p:cond delay="0"/>
                                          </p:stCondLst>
                                        </p:cTn>
                                        <p:tgtEl>
                                          <p:spTgt spid="946"/>
                                        </p:tgtEl>
                                        <p:attrNameLst>
                                          <p:attrName>style.visibility</p:attrName>
                                        </p:attrNameLst>
                                      </p:cBhvr>
                                      <p:to>
                                        <p:strVal val="visible"/>
                                      </p:to>
                                    </p:set>
                                  </p:childTnLst>
                                </p:cTn>
                              </p:par>
                              <p:par>
                                <p:cTn fill="hold" nodeType="withEffect" presetClass="exit" presetID="1" presetSubtype="0">
                                  <p:stCondLst>
                                    <p:cond delay="0"/>
                                  </p:stCondLst>
                                  <p:childTnLst>
                                    <p:set>
                                      <p:cBhvr>
                                        <p:cTn dur="1" fill="hold">
                                          <p:stCondLst>
                                            <p:cond delay="0"/>
                                          </p:stCondLst>
                                        </p:cTn>
                                        <p:tgtEl>
                                          <p:spTgt spid="945"/>
                                        </p:tgtEl>
                                        <p:attrNameLst>
                                          <p:attrName>style.visibility</p:attrName>
                                        </p:attrNameLst>
                                      </p:cBhvr>
                                      <p:to>
                                        <p:strVal val="hidden"/>
                                      </p:to>
                                    </p:set>
                                  </p:childTnLst>
                                </p:cTn>
                              </p:par>
                              <p:par>
                                <p:cTn fill="hold" nodeType="withEffect" presetClass="exit" presetID="1" presetSubtype="0">
                                  <p:stCondLst>
                                    <p:cond delay="0"/>
                                  </p:stCondLst>
                                  <p:childTnLst>
                                    <p:set>
                                      <p:cBhvr>
                                        <p:cTn dur="1" fill="hold">
                                          <p:stCondLst>
                                            <p:cond delay="0"/>
                                          </p:stCondLst>
                                        </p:cTn>
                                        <p:tgtEl>
                                          <p:spTgt spid="941"/>
                                        </p:tgtEl>
                                        <p:attrNameLst>
                                          <p:attrName>style.visibility</p:attrName>
                                        </p:attrNameLst>
                                      </p:cBhvr>
                                      <p:to>
                                        <p:strVal val="hidden"/>
                                      </p:to>
                                    </p:set>
                                  </p:childTnLst>
                                </p:cTn>
                              </p:par>
                            </p:childTnLst>
                          </p:cTn>
                        </p:par>
                      </p:childTnLst>
                    </p:cTn>
                  </p:par>
                  <p:par>
                    <p:cTn fill="hold">
                      <p:stCondLst>
                        <p:cond delay="indefinite"/>
                      </p:stCondLst>
                      <p:childTnLst>
                        <p:par>
                          <p:cTn fill="hold">
                            <p:stCondLst>
                              <p:cond delay="0"/>
                            </p:stCondLst>
                            <p:childTnLst>
                              <p:par>
                                <p:cTn fill="hold" nodeType="clickEffect" presetClass="exit" presetID="1" presetSubtype="0">
                                  <p:stCondLst>
                                    <p:cond delay="0"/>
                                  </p:stCondLst>
                                  <p:childTnLst>
                                    <p:set>
                                      <p:cBhvr>
                                        <p:cTn dur="1" fill="hold">
                                          <p:stCondLst>
                                            <p:cond delay="0"/>
                                          </p:stCondLst>
                                        </p:cTn>
                                        <p:tgtEl>
                                          <p:spTgt spid="911"/>
                                        </p:tgtEl>
                                        <p:attrNameLst>
                                          <p:attrName>style.visibility</p:attrName>
                                        </p:attrNameLst>
                                      </p:cBhvr>
                                      <p:to>
                                        <p:strVal val="hidden"/>
                                      </p:to>
                                    </p:set>
                                  </p:childTnLst>
                                </p:cTn>
                              </p:par>
                              <p:par>
                                <p:cTn fill="hold" nodeType="withEffect" presetClass="entr" presetID="1" presetSubtype="0">
                                  <p:stCondLst>
                                    <p:cond delay="0"/>
                                  </p:stCondLst>
                                  <p:childTnLst>
                                    <p:set>
                                      <p:cBhvr>
                                        <p:cTn dur="1" fill="hold">
                                          <p:stCondLst>
                                            <p:cond delay="0"/>
                                          </p:stCondLst>
                                        </p:cTn>
                                        <p:tgtEl>
                                          <p:spTgt spid="942"/>
                                        </p:tgtEl>
                                        <p:attrNameLst>
                                          <p:attrName>style.visibility</p:attrName>
                                        </p:attrNameLst>
                                      </p:cBhvr>
                                      <p:to>
                                        <p:strVal val="visible"/>
                                      </p:to>
                                    </p:set>
                                  </p:childTnLst>
                                </p:cTn>
                              </p:par>
                              <p:par>
                                <p:cTn fill="hold" nodeType="withEffect" presetClass="exit" presetID="1" presetSubtype="0">
                                  <p:stCondLst>
                                    <p:cond delay="0"/>
                                  </p:stCondLst>
                                  <p:childTnLst>
                                    <p:set>
                                      <p:cBhvr>
                                        <p:cTn dur="1" fill="hold">
                                          <p:stCondLst>
                                            <p:cond delay="0"/>
                                          </p:stCondLst>
                                        </p:cTn>
                                        <p:tgtEl>
                                          <p:spTgt spid="946"/>
                                        </p:tgtEl>
                                        <p:attrNameLst>
                                          <p:attrName>style.visibility</p:attrName>
                                        </p:attrNameLst>
                                      </p:cBhvr>
                                      <p:to>
                                        <p:strVal val="hidden"/>
                                      </p:to>
                                    </p:set>
                                  </p:childTnLst>
                                </p:cTn>
                              </p:par>
                              <p:par>
                                <p:cTn fill="hold" nodeType="withEffect" presetClass="entr" presetID="1" presetSubtype="0">
                                  <p:stCondLst>
                                    <p:cond delay="0"/>
                                  </p:stCondLst>
                                  <p:childTnLst>
                                    <p:set>
                                      <p:cBhvr>
                                        <p:cTn dur="1" fill="hold">
                                          <p:stCondLst>
                                            <p:cond delay="0"/>
                                          </p:stCondLst>
                                        </p:cTn>
                                        <p:tgtEl>
                                          <p:spTgt spid="945"/>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xit" presetID="1" presetSubtype="0">
                                  <p:stCondLst>
                                    <p:cond delay="0"/>
                                  </p:stCondLst>
                                  <p:childTnLst>
                                    <p:set>
                                      <p:cBhvr>
                                        <p:cTn dur="1" fill="hold">
                                          <p:stCondLst>
                                            <p:cond delay="0"/>
                                          </p:stCondLst>
                                        </p:cTn>
                                        <p:tgtEl>
                                          <p:spTgt spid="942"/>
                                        </p:tgtEl>
                                        <p:attrNameLst>
                                          <p:attrName>style.visibility</p:attrName>
                                        </p:attrNameLst>
                                      </p:cBhvr>
                                      <p:to>
                                        <p:strVal val="hidden"/>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941"/>
                                        </p:tgtEl>
                                        <p:attrNameLst>
                                          <p:attrName>style.visibility</p:attrName>
                                        </p:attrNameLst>
                                      </p:cBhvr>
                                      <p:to>
                                        <p:strVal val="visible"/>
                                      </p:to>
                                    </p:set>
                                  </p:childTnLst>
                                </p:cTn>
                              </p:par>
                              <p:par>
                                <p:cTn fill="hold" nodeType="withEffect" presetClass="exit" presetID="1" presetSubtype="0">
                                  <p:stCondLst>
                                    <p:cond delay="0"/>
                                  </p:stCondLst>
                                  <p:childTnLst>
                                    <p:set>
                                      <p:cBhvr>
                                        <p:cTn dur="1" fill="hold">
                                          <p:stCondLst>
                                            <p:cond delay="0"/>
                                          </p:stCondLst>
                                        </p:cTn>
                                        <p:tgtEl>
                                          <p:spTgt spid="916"/>
                                        </p:tgtEl>
                                        <p:attrNameLst>
                                          <p:attrName>style.visibility</p:attrName>
                                        </p:attrNameLst>
                                      </p:cBhvr>
                                      <p:to>
                                        <p:strVal val="hidden"/>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949"/>
                                        </p:tgtEl>
                                        <p:attrNameLst>
                                          <p:attrName>style.visibility</p:attrName>
                                        </p:attrNameLst>
                                      </p:cBhvr>
                                      <p:to>
                                        <p:strVal val="visible"/>
                                      </p:to>
                                    </p:set>
                                  </p:childTnLst>
                                </p:cTn>
                              </p:par>
                              <p:par>
                                <p:cTn fill="hold" nodeType="withEffect" presetClass="exit" presetID="1" presetSubtype="0">
                                  <p:stCondLst>
                                    <p:cond delay="0"/>
                                  </p:stCondLst>
                                  <p:childTnLst>
                                    <p:set>
                                      <p:cBhvr>
                                        <p:cTn dur="1" fill="hold">
                                          <p:stCondLst>
                                            <p:cond delay="0"/>
                                          </p:stCondLst>
                                        </p:cTn>
                                        <p:tgtEl>
                                          <p:spTgt spid="919"/>
                                        </p:tgtEl>
                                        <p:attrNameLst>
                                          <p:attrName>style.visibility</p:attrName>
                                        </p:attrNameLst>
                                      </p:cBhvr>
                                      <p:to>
                                        <p:strVal val="hidden"/>
                                      </p:to>
                                    </p:set>
                                  </p:childTnLst>
                                </p:cTn>
                              </p:par>
                              <p:par>
                                <p:cTn fill="hold" nodeType="withEffect" presetClass="exit" presetID="1" presetSubtype="0">
                                  <p:stCondLst>
                                    <p:cond delay="0"/>
                                  </p:stCondLst>
                                  <p:childTnLst>
                                    <p:set>
                                      <p:cBhvr>
                                        <p:cTn dur="1" fill="hold">
                                          <p:stCondLst>
                                            <p:cond delay="0"/>
                                          </p:stCondLst>
                                        </p:cTn>
                                        <p:tgtEl>
                                          <p:spTgt spid="913"/>
                                        </p:tgtEl>
                                        <p:attrNameLst>
                                          <p:attrName>style.visibility</p:attrName>
                                        </p:attrNameLst>
                                      </p:cBhvr>
                                      <p:to>
                                        <p:strVal val="hidden"/>
                                      </p:to>
                                    </p:set>
                                  </p:childTnLst>
                                </p:cTn>
                              </p:par>
                              <p:par>
                                <p:cTn fill="hold" nodeType="withEffect" presetClass="exit" presetID="1" presetSubtype="0">
                                  <p:stCondLst>
                                    <p:cond delay="0"/>
                                  </p:stCondLst>
                                  <p:childTnLst>
                                    <p:set>
                                      <p:cBhvr>
                                        <p:cTn dur="1" fill="hold">
                                          <p:stCondLst>
                                            <p:cond delay="0"/>
                                          </p:stCondLst>
                                        </p:cTn>
                                        <p:tgtEl>
                                          <p:spTgt spid="941"/>
                                        </p:tgtEl>
                                        <p:attrNameLst>
                                          <p:attrName>style.visibility</p:attrName>
                                        </p:attrNameLst>
                                      </p:cBhvr>
                                      <p:to>
                                        <p:strVal val="hidden"/>
                                      </p:to>
                                    </p:set>
                                  </p:childTnLst>
                                </p:cTn>
                              </p:par>
                            </p:childTnLst>
                          </p:cTn>
                        </p:par>
                      </p:childTnLst>
                    </p:cTn>
                  </p:par>
                  <p:par>
                    <p:cTn fill="hold">
                      <p:stCondLst>
                        <p:cond delay="indefinite"/>
                      </p:stCondLst>
                      <p:childTnLst>
                        <p:par>
                          <p:cTn fill="hold">
                            <p:stCondLst>
                              <p:cond delay="0"/>
                            </p:stCondLst>
                            <p:childTnLst>
                              <p:par>
                                <p:cTn fill="hold" nodeType="clickEffect" presetClass="exit" presetID="1" presetSubtype="0">
                                  <p:stCondLst>
                                    <p:cond delay="0"/>
                                  </p:stCondLst>
                                  <p:childTnLst>
                                    <p:set>
                                      <p:cBhvr>
                                        <p:cTn dur="1" fill="hold">
                                          <p:stCondLst>
                                            <p:cond delay="0"/>
                                          </p:stCondLst>
                                        </p:cTn>
                                        <p:tgtEl>
                                          <p:spTgt spid="949"/>
                                        </p:tgtEl>
                                        <p:attrNameLst>
                                          <p:attrName>style.visibility</p:attrName>
                                        </p:attrNameLst>
                                      </p:cBhvr>
                                      <p:to>
                                        <p:strVal val="hidden"/>
                                      </p:to>
                                    </p:set>
                                  </p:childTnLst>
                                </p:cTn>
                              </p:par>
                              <p:par>
                                <p:cTn fill="hold" nodeType="withEffect" presetClass="entr" presetID="1" presetSubtype="0">
                                  <p:stCondLst>
                                    <p:cond delay="0"/>
                                  </p:stCondLst>
                                  <p:childTnLst>
                                    <p:set>
                                      <p:cBhvr>
                                        <p:cTn dur="1" fill="hold">
                                          <p:stCondLst>
                                            <p:cond delay="0"/>
                                          </p:stCondLst>
                                        </p:cTn>
                                        <p:tgtEl>
                                          <p:spTgt spid="919"/>
                                        </p:tgtEl>
                                        <p:attrNameLst>
                                          <p:attrName>style.visibility</p:attrName>
                                        </p:attrNameLst>
                                      </p:cBhvr>
                                      <p:to>
                                        <p:strVal val="visible"/>
                                      </p:to>
                                    </p:set>
                                  </p:childTnLst>
                                </p:cTn>
                              </p:par>
                              <p:par>
                                <p:cTn fill="hold" nodeType="withEffect" presetClass="exit" presetID="1" presetSubtype="0">
                                  <p:stCondLst>
                                    <p:cond delay="0"/>
                                  </p:stCondLst>
                                  <p:childTnLst>
                                    <p:set>
                                      <p:cBhvr>
                                        <p:cTn dur="1" fill="hold">
                                          <p:stCondLst>
                                            <p:cond delay="0"/>
                                          </p:stCondLst>
                                        </p:cTn>
                                        <p:tgtEl>
                                          <p:spTgt spid="912"/>
                                        </p:tgtEl>
                                        <p:attrNameLst>
                                          <p:attrName>style.visibility</p:attrName>
                                        </p:attrNameLst>
                                      </p:cBhvr>
                                      <p:to>
                                        <p:strVal val="hidden"/>
                                      </p:to>
                                    </p:set>
                                  </p:childTnLst>
                                </p:cTn>
                              </p:par>
                              <p:par>
                                <p:cTn fill="hold" nodeType="withEffect" presetClass="entr" presetID="1" presetSubtype="0">
                                  <p:stCondLst>
                                    <p:cond delay="0"/>
                                  </p:stCondLst>
                                  <p:childTnLst>
                                    <p:set>
                                      <p:cBhvr>
                                        <p:cTn dur="1" fill="hold">
                                          <p:stCondLst>
                                            <p:cond delay="0"/>
                                          </p:stCondLst>
                                        </p:cTn>
                                        <p:tgtEl>
                                          <p:spTgt spid="943"/>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xit" presetID="1" presetSubtype="0">
                                  <p:stCondLst>
                                    <p:cond delay="0"/>
                                  </p:stCondLst>
                                  <p:childTnLst>
                                    <p:set>
                                      <p:cBhvr>
                                        <p:cTn dur="1" fill="hold">
                                          <p:stCondLst>
                                            <p:cond delay="0"/>
                                          </p:stCondLst>
                                        </p:cTn>
                                        <p:tgtEl>
                                          <p:spTgt spid="943"/>
                                        </p:tgtEl>
                                        <p:attrNameLst>
                                          <p:attrName>style.visibility</p:attrName>
                                        </p:attrNameLst>
                                      </p:cBhvr>
                                      <p:to>
                                        <p:strVal val="hidden"/>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56" name="Shape 956"/>
        <p:cNvGrpSpPr/>
        <p:nvPr/>
      </p:nvGrpSpPr>
      <p:grpSpPr>
        <a:xfrm>
          <a:off x="0" y="0"/>
          <a:ext cx="0" cy="0"/>
          <a:chOff x="0" y="0"/>
          <a:chExt cx="0" cy="0"/>
        </a:xfrm>
      </p:grpSpPr>
      <p:pic>
        <p:nvPicPr>
          <p:cNvPr descr="&lt;math xmlns=&quot;http://www.w3.org/1998/Math/MathML&quot; display=&quot;block&quot; data-is-equatio=&quot;1&quot; data-latex=&quot;\frac{\text{adj}}{h}=\cos\left(\theta°\right)\ \ \ \ \ \frac{\text{ad}\text{j}}{\cos\left(\theta°\right)}=h\ \ \ \ \ h\times\cos\left(\theta°\right)=\text{adj}&quot;&gt;&lt;mfrac&gt;&lt;mtext&gt;adj&lt;/mtext&gt;&lt;mi&gt;h&lt;/mi&gt;&lt;/mfrac&gt;&lt;mo&gt;=&lt;/mo&gt;&lt;mi&gt;cos&lt;/mi&gt;&lt;mo data-mjx-texclass=&quot;NONE&quot;&gt;⁡&lt;/mo&gt;&lt;mrow data-mjx-texclass=&quot;INNER&quot;&gt;&lt;mo data-mjx-texclass=&quot;OPEN&quot;&gt;(&lt;/mo&gt;&lt;mi&gt;θ&lt;/mi&gt;&lt;mrow data-mjx-texclass=&quot;ORD&quot;&gt;&lt;mo data-mjx-pseudoscript=&quot;true&quot;&gt;°&lt;/mo&gt;&lt;/mrow&gt;&lt;mo data-mjx-texclass=&quot;CLOSE&quot;&gt;)&lt;/mo&gt;&lt;/mrow&gt;&lt;mtext&gt;&lt;/mtext&gt;&lt;mtext&gt;&lt;/mtext&gt;&lt;mtext&gt;&lt;/mtext&gt;&lt;mtext&gt;&lt;/mtext&gt;&lt;mtext&gt;&lt;/mtext&gt;&lt;mfrac&gt;&lt;mrow&gt;&lt;mtext&gt;ad&lt;/mtext&gt;&lt;mtext&gt;j&lt;/mtext&gt;&lt;/mrow&gt;&lt;mrow&gt;&lt;mi&gt;cos&lt;/mi&gt;&lt;mo data-mjx-texclass=&quot;NONE&quot;&gt;⁡&lt;/mo&gt;&lt;mrow data-mjx-texclass=&quot;INNER&quot;&gt;&lt;mo data-mjx-texclass=&quot;OPEN&quot;&gt;(&lt;/mo&gt;&lt;mi&gt;θ&lt;/mi&gt;&lt;mrow data-mjx-texclass=&quot;ORD&quot;&gt;&lt;mo data-mjx-pseudoscript=&quot;true&quot;&gt;°&lt;/mo&gt;&lt;/mrow&gt;&lt;mo data-mjx-texclass=&quot;CLOSE&quot;&gt;)&lt;/mo&gt;&lt;/mrow&gt;&lt;/mrow&gt;&lt;/mfrac&gt;&lt;mo&gt;=&lt;/mo&gt;&lt;mi&gt;h&lt;/mi&gt;&lt;mtext&gt;&lt;/mtext&gt;&lt;mtext&gt;&lt;/mtext&gt;&lt;mtext&gt;&lt;/mtext&gt;&lt;mtext&gt;&lt;/mtext&gt;&lt;mtext&gt;&lt;/mtext&gt;&lt;mi&gt;h&lt;/mi&gt;&lt;mo&gt;×&lt;/mo&gt;&lt;mi&gt;cos&lt;/mi&gt;&lt;mo data-mjx-texclass=&quot;NONE&quot;&gt;⁡&lt;/mo&gt;&lt;mrow data-mjx-texclass=&quot;INNER&quot;&gt;&lt;mo data-mjx-texclass=&quot;OPEN&quot;&gt;(&lt;/mo&gt;&lt;mi&gt;θ&lt;/mi&gt;&lt;mrow data-mjx-texclass=&quot;ORD&quot;&gt;&lt;mo data-mjx-pseudoscript=&quot;true&quot;&gt;°&lt;/mo&gt;&lt;/mrow&gt;&lt;mo data-mjx-texclass=&quot;CLOSE&quot;&gt;)&lt;/mo&gt;&lt;/mrow&gt;&lt;mo&gt;=&lt;/mo&gt;&lt;mtext&gt;adj&lt;/mtext&gt;&lt;/math&gt;" id="957" name="Google Shape;957;p71" title="adj over h equals cosine theta degrees the fraction with numerator ad j and denominator cosine theta degrees equals h h times cosine theta degrees equals adj"/>
          <p:cNvPicPr preferRelativeResize="0"/>
          <p:nvPr/>
        </p:nvPicPr>
        <p:blipFill rotWithShape="1">
          <a:blip r:embed="rId3">
            <a:alphaModFix/>
          </a:blip>
          <a:srcRect b="0" l="0" r="71420" t="0"/>
          <a:stretch/>
        </p:blipFill>
        <p:spPr>
          <a:xfrm>
            <a:off x="1858136" y="2637238"/>
            <a:ext cx="1627799" cy="655425"/>
          </a:xfrm>
          <a:prstGeom prst="rect">
            <a:avLst/>
          </a:prstGeom>
          <a:noFill/>
          <a:ln>
            <a:noFill/>
          </a:ln>
        </p:spPr>
      </p:pic>
      <p:pic>
        <p:nvPicPr>
          <p:cNvPr descr="&lt;math xmlns=&quot;http://www.w3.org/1998/Math/MathML&quot; display=&quot;block&quot; data-is-equatio=&quot;1&quot; data-latex=&quot;\frac{\text{adj}}{h}=\cos\left(\theta°\right)\ \ \ \ \ \frac{\text{ad}\text{j}}{\cos\left(\theta°\right)}=h\ \ \ \ \ h\times\cos\left(\theta°\right)=\text{adj}&quot;&gt;&lt;mfrac&gt;&lt;mtext&gt;adj&lt;/mtext&gt;&lt;mi&gt;h&lt;/mi&gt;&lt;/mfrac&gt;&lt;mo&gt;=&lt;/mo&gt;&lt;mi&gt;cos&lt;/mi&gt;&lt;mo data-mjx-texclass=&quot;NONE&quot;&gt;⁡&lt;/mo&gt;&lt;mrow data-mjx-texclass=&quot;INNER&quot;&gt;&lt;mo data-mjx-texclass=&quot;OPEN&quot;&gt;(&lt;/mo&gt;&lt;mi&gt;θ&lt;/mi&gt;&lt;mrow data-mjx-texclass=&quot;ORD&quot;&gt;&lt;mo data-mjx-pseudoscript=&quot;true&quot;&gt;°&lt;/mo&gt;&lt;/mrow&gt;&lt;mo data-mjx-texclass=&quot;CLOSE&quot;&gt;)&lt;/mo&gt;&lt;/mrow&gt;&lt;mtext&gt;&lt;/mtext&gt;&lt;mtext&gt;&lt;/mtext&gt;&lt;mtext&gt;&lt;/mtext&gt;&lt;mtext&gt;&lt;/mtext&gt;&lt;mtext&gt;&lt;/mtext&gt;&lt;mfrac&gt;&lt;mrow&gt;&lt;mtext&gt;ad&lt;/mtext&gt;&lt;mtext&gt;j&lt;/mtext&gt;&lt;/mrow&gt;&lt;mrow&gt;&lt;mi&gt;cos&lt;/mi&gt;&lt;mo data-mjx-texclass=&quot;NONE&quot;&gt;⁡&lt;/mo&gt;&lt;mrow data-mjx-texclass=&quot;INNER&quot;&gt;&lt;mo data-mjx-texclass=&quot;OPEN&quot;&gt;(&lt;/mo&gt;&lt;mi&gt;θ&lt;/mi&gt;&lt;mrow data-mjx-texclass=&quot;ORD&quot;&gt;&lt;mo data-mjx-pseudoscript=&quot;true&quot;&gt;°&lt;/mo&gt;&lt;/mrow&gt;&lt;mo data-mjx-texclass=&quot;CLOSE&quot;&gt;)&lt;/mo&gt;&lt;/mrow&gt;&lt;/mrow&gt;&lt;/mfrac&gt;&lt;mo&gt;=&lt;/mo&gt;&lt;mi&gt;h&lt;/mi&gt;&lt;mtext&gt;&lt;/mtext&gt;&lt;mtext&gt;&lt;/mtext&gt;&lt;mtext&gt;&lt;/mtext&gt;&lt;mtext&gt;&lt;/mtext&gt;&lt;mtext&gt;&lt;/mtext&gt;&lt;mi&gt;h&lt;/mi&gt;&lt;mo&gt;×&lt;/mo&gt;&lt;mi&gt;cos&lt;/mi&gt;&lt;mo data-mjx-texclass=&quot;NONE&quot;&gt;⁡&lt;/mo&gt;&lt;mrow data-mjx-texclass=&quot;INNER&quot;&gt;&lt;mo data-mjx-texclass=&quot;OPEN&quot;&gt;(&lt;/mo&gt;&lt;mi&gt;θ&lt;/mi&gt;&lt;mrow data-mjx-texclass=&quot;ORD&quot;&gt;&lt;mo data-mjx-pseudoscript=&quot;true&quot;&gt;°&lt;/mo&gt;&lt;/mrow&gt;&lt;mo data-mjx-texclass=&quot;CLOSE&quot;&gt;)&lt;/mo&gt;&lt;/mrow&gt;&lt;mo&gt;=&lt;/mo&gt;&lt;mtext&gt;adj&lt;/mtext&gt;&lt;/math&gt;" id="958" name="Google Shape;958;p71" title="adj over h equals cosine theta degrees the fraction with numerator ad j and denominator cosine theta degrees equals h h times cosine theta degrees equals adj"/>
          <p:cNvPicPr preferRelativeResize="0"/>
          <p:nvPr/>
        </p:nvPicPr>
        <p:blipFill rotWithShape="1">
          <a:blip r:embed="rId3">
            <a:alphaModFix/>
          </a:blip>
          <a:srcRect b="0" l="34162" r="36761" t="0"/>
          <a:stretch/>
        </p:blipFill>
        <p:spPr>
          <a:xfrm>
            <a:off x="6565214" y="2627261"/>
            <a:ext cx="1656126" cy="655425"/>
          </a:xfrm>
          <a:prstGeom prst="rect">
            <a:avLst/>
          </a:prstGeom>
          <a:noFill/>
          <a:ln>
            <a:noFill/>
          </a:ln>
        </p:spPr>
      </p:pic>
      <p:sp>
        <p:nvSpPr>
          <p:cNvPr id="959" name="Google Shape;959;p71"/>
          <p:cNvSpPr/>
          <p:nvPr/>
        </p:nvSpPr>
        <p:spPr>
          <a:xfrm>
            <a:off x="6579387" y="2609750"/>
            <a:ext cx="1627800" cy="697800"/>
          </a:xfrm>
          <a:prstGeom prst="rect">
            <a:avLst/>
          </a:prstGeom>
          <a:noFill/>
          <a:ln cap="flat" cmpd="sng" w="28575">
            <a:solidFill>
              <a:srgbClr val="D02AA7"/>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sz="1800">
              <a:solidFill>
                <a:srgbClr val="000000"/>
              </a:solidFill>
              <a:latin typeface="Lexend"/>
              <a:ea typeface="Lexend"/>
              <a:cs typeface="Lexend"/>
              <a:sym typeface="Lexend"/>
            </a:endParaRPr>
          </a:p>
        </p:txBody>
      </p:sp>
      <p:pic>
        <p:nvPicPr>
          <p:cNvPr descr="&lt;math xmlns=&quot;http://www.w3.org/1998/Math/MathML&quot; display=&quot;block&quot; data-is-equatio=&quot;1&quot; data-latex=&quot;\frac{adj}{h}=\cos\left(\theta°\right)\ \ \ \ \ \frac{adj}{\cos\left(\theta°\right)}=h\ \ \ \ \ h\times\cos\left(\theta°\right)=adj&quot;&gt;&lt;mfrac&gt;&lt;mrow&gt;&lt;mi&gt;a&lt;/mi&gt;&lt;mi&gt;d&lt;/mi&gt;&lt;mi&gt;j&lt;/mi&gt;&lt;/mrow&gt;&lt;mi&gt;h&lt;/mi&gt;&lt;/mfrac&gt;&lt;mo&gt;=&lt;/mo&gt;&lt;mi&gt;cos&lt;/mi&gt;&lt;mo data-mjx-texclass=&quot;NONE&quot;&gt;⁡&lt;/mo&gt;&lt;mrow data-mjx-texclass=&quot;INNER&quot;&gt;&lt;mo data-mjx-texclass=&quot;OPEN&quot;&gt;(&lt;/mo&gt;&lt;mi&gt;θ&lt;/mi&gt;&lt;mrow data-mjx-texclass=&quot;ORD&quot;&gt;&lt;mo data-mjx-pseudoscript=&quot;true&quot;&gt;°&lt;/mo&gt;&lt;/mrow&gt;&lt;mo data-mjx-texclass=&quot;CLOSE&quot;&gt;)&lt;/mo&gt;&lt;/mrow&gt;&lt;mtext&gt;&lt;/mtext&gt;&lt;mtext&gt;&lt;/mtext&gt;&lt;mtext&gt;&lt;/mtext&gt;&lt;mtext&gt;&lt;/mtext&gt;&lt;mtext&gt;&lt;/mtext&gt;&lt;mfrac&gt;&lt;mrow&gt;&lt;mi&gt;a&lt;/mi&gt;&lt;mi&gt;d&lt;/mi&gt;&lt;mi&gt;j&lt;/mi&gt;&lt;/mrow&gt;&lt;mrow&gt;&lt;mi&gt;cos&lt;/mi&gt;&lt;mo data-mjx-texclass=&quot;NONE&quot;&gt;⁡&lt;/mo&gt;&lt;mrow data-mjx-texclass=&quot;INNER&quot;&gt;&lt;mo data-mjx-texclass=&quot;OPEN&quot;&gt;(&lt;/mo&gt;&lt;mi&gt;θ&lt;/mi&gt;&lt;mrow data-mjx-texclass=&quot;ORD&quot;&gt;&lt;mo data-mjx-pseudoscript=&quot;true&quot;&gt;°&lt;/mo&gt;&lt;/mrow&gt;&lt;mo data-mjx-texclass=&quot;CLOSE&quot;&gt;)&lt;/mo&gt;&lt;/mrow&gt;&lt;/mrow&gt;&lt;/mfrac&gt;&lt;mo&gt;=&lt;/mo&gt;&lt;mi&gt;h&lt;/mi&gt;&lt;mtext&gt;&lt;/mtext&gt;&lt;mtext&gt;&lt;/mtext&gt;&lt;mtext&gt;&lt;/mtext&gt;&lt;mtext&gt;&lt;/mtext&gt;&lt;mtext&gt;&lt;/mtext&gt;&lt;mi&gt;h&lt;/mi&gt;&lt;mo&gt;×&lt;/mo&gt;&lt;mi&gt;cos&lt;/mi&gt;&lt;mo data-mjx-texclass=&quot;NONE&quot;&gt;⁡&lt;/mo&gt;&lt;mrow data-mjx-texclass=&quot;INNER&quot;&gt;&lt;mo data-mjx-texclass=&quot;OPEN&quot;&gt;(&lt;/mo&gt;&lt;mi&gt;θ&lt;/mi&gt;&lt;mrow data-mjx-texclass=&quot;ORD&quot;&gt;&lt;mo data-mjx-pseudoscript=&quot;true&quot;&gt;°&lt;/mo&gt;&lt;/mrow&gt;&lt;mo data-mjx-texclass=&quot;CLOSE&quot;&gt;)&lt;/mo&gt;&lt;/mrow&gt;&lt;mo&gt;=&lt;/mo&gt;&lt;mi&gt;a&lt;/mi&gt;&lt;mi&gt;d&lt;/mi&gt;&lt;mi&gt;j&lt;/mi&gt;&lt;/math&gt;" id="960" name="Google Shape;960;p71" title="a d j over h equals cosine theta degrees a d j over cosine theta degrees equals h h times cosine theta degrees equals a d j"/>
          <p:cNvPicPr preferRelativeResize="0"/>
          <p:nvPr/>
        </p:nvPicPr>
        <p:blipFill rotWithShape="1">
          <a:blip r:embed="rId4">
            <a:alphaModFix/>
          </a:blip>
          <a:srcRect b="0" l="63616" r="7860" t="0"/>
          <a:stretch/>
        </p:blipFill>
        <p:spPr>
          <a:xfrm>
            <a:off x="1346324" y="1494850"/>
            <a:ext cx="1627800" cy="630000"/>
          </a:xfrm>
          <a:prstGeom prst="rect">
            <a:avLst/>
          </a:prstGeom>
          <a:noFill/>
          <a:ln>
            <a:noFill/>
          </a:ln>
        </p:spPr>
      </p:pic>
      <p:sp>
        <p:nvSpPr>
          <p:cNvPr id="961" name="Google Shape;961;p71"/>
          <p:cNvSpPr/>
          <p:nvPr/>
        </p:nvSpPr>
        <p:spPr>
          <a:xfrm>
            <a:off x="1819525" y="2636000"/>
            <a:ext cx="1704900" cy="657900"/>
          </a:xfrm>
          <a:prstGeom prst="rect">
            <a:avLst/>
          </a:prstGeom>
          <a:noFill/>
          <a:ln cap="flat" cmpd="sng" w="28575">
            <a:solidFill>
              <a:srgbClr val="D02AA7"/>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sz="1800">
              <a:solidFill>
                <a:srgbClr val="000000"/>
              </a:solidFill>
              <a:latin typeface="Lexend"/>
              <a:ea typeface="Lexend"/>
              <a:cs typeface="Lexend"/>
              <a:sym typeface="Lexend"/>
            </a:endParaRPr>
          </a:p>
        </p:txBody>
      </p:sp>
      <p:sp>
        <p:nvSpPr>
          <p:cNvPr id="962" name="Google Shape;962;p71"/>
          <p:cNvSpPr txBox="1"/>
          <p:nvPr/>
        </p:nvSpPr>
        <p:spPr>
          <a:xfrm>
            <a:off x="324000" y="610600"/>
            <a:ext cx="8496000" cy="5541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Clr>
                <a:srgbClr val="000000"/>
              </a:buClr>
              <a:buSzPts val="1100"/>
              <a:buFont typeface="Arial"/>
              <a:buNone/>
            </a:pPr>
            <a:r>
              <a:rPr lang="en-GB" sz="1800">
                <a:latin typeface="Lexend"/>
                <a:ea typeface="Lexend"/>
                <a:cs typeface="Lexend"/>
                <a:sym typeface="Lexend"/>
              </a:rPr>
              <a:t>We can also derive two versions of the formula given one of the others by performing a division.</a:t>
            </a:r>
            <a:endParaRPr sz="1800">
              <a:latin typeface="Lexend"/>
              <a:ea typeface="Lexend"/>
              <a:cs typeface="Lexend"/>
              <a:sym typeface="Lexend"/>
            </a:endParaRPr>
          </a:p>
        </p:txBody>
      </p:sp>
      <p:sp>
        <p:nvSpPr>
          <p:cNvPr id="963" name="Google Shape;963;p71"/>
          <p:cNvSpPr txBox="1"/>
          <p:nvPr>
            <p:ph type="title"/>
          </p:nvPr>
        </p:nvSpPr>
        <p:spPr>
          <a:xfrm>
            <a:off x="324000" y="0"/>
            <a:ext cx="7885200" cy="613500"/>
          </a:xfrm>
          <a:prstGeom prst="rect">
            <a:avLst/>
          </a:prstGeom>
        </p:spPr>
        <p:txBody>
          <a:bodyPr anchorCtr="0" anchor="ctr" bIns="0" lIns="0" spcFirstLastPara="1" rIns="0" wrap="square" tIns="0">
            <a:noAutofit/>
          </a:bodyPr>
          <a:lstStyle/>
          <a:p>
            <a:pPr indent="0" lvl="0" marL="0" rtl="0" algn="l">
              <a:spcBef>
                <a:spcPts val="0"/>
              </a:spcBef>
              <a:spcAft>
                <a:spcPts val="0"/>
              </a:spcAft>
              <a:buNone/>
            </a:pPr>
            <a:r>
              <a:rPr lang="en-GB"/>
              <a:t>Formalising the cosine formula</a:t>
            </a:r>
            <a:endParaRPr/>
          </a:p>
        </p:txBody>
      </p:sp>
      <p:cxnSp>
        <p:nvCxnSpPr>
          <p:cNvPr id="964" name="Google Shape;964;p71"/>
          <p:cNvCxnSpPr>
            <a:stCxn id="962" idx="2"/>
          </p:cNvCxnSpPr>
          <p:nvPr/>
        </p:nvCxnSpPr>
        <p:spPr>
          <a:xfrm>
            <a:off x="4572000" y="1164700"/>
            <a:ext cx="0" cy="3939300"/>
          </a:xfrm>
          <a:prstGeom prst="straightConnector1">
            <a:avLst/>
          </a:prstGeom>
          <a:noFill/>
          <a:ln cap="flat" cmpd="sng" w="38100">
            <a:solidFill>
              <a:schemeClr val="accent4"/>
            </a:solidFill>
            <a:prstDash val="solid"/>
            <a:round/>
            <a:headEnd len="med" w="med" type="none"/>
            <a:tailEnd len="med" w="med" type="none"/>
          </a:ln>
        </p:spPr>
      </p:cxnSp>
      <p:grpSp>
        <p:nvGrpSpPr>
          <p:cNvPr id="965" name="Google Shape;965;p71"/>
          <p:cNvGrpSpPr/>
          <p:nvPr/>
        </p:nvGrpSpPr>
        <p:grpSpPr>
          <a:xfrm>
            <a:off x="1413201" y="1922175"/>
            <a:ext cx="178650" cy="340675"/>
            <a:chOff x="1476375" y="1541175"/>
            <a:chExt cx="178650" cy="340675"/>
          </a:xfrm>
        </p:grpSpPr>
        <p:pic>
          <p:nvPicPr>
            <p:cNvPr descr="&lt;math xmlns=&quot;http://www.w3.org/1998/Math/MathML&quot; display=&quot;block&quot; data-is-equatio=&quot;1&quot; data-latex=&quot;\frac{opp}{h}=\sin\left(\theta°\right)\ \ \ \ \ \frac{opp}{\sin\left(\theta°\right)}=h\ \ \ \ \ h\times\sin\left(\theta°\right)=opp&quot;&gt;&lt;mfrac&gt;&lt;mrow&gt;&lt;mi&gt;o&lt;/mi&gt;&lt;mi&gt;p&lt;/mi&gt;&lt;mi&gt;p&lt;/mi&gt;&lt;/mrow&gt;&lt;mi&gt;h&lt;/mi&gt;&lt;/mfrac&gt;&lt;mo&gt;=&lt;/mo&gt;&lt;mi&gt;sin&lt;/mi&gt;&lt;mo data-mjx-texclass=&quot;NONE&quot;&gt;⁡&lt;/mo&gt;&lt;mrow data-mjx-texclass=&quot;INNER&quot;&gt;&lt;mo data-mjx-texclass=&quot;OPEN&quot;&gt;(&lt;/mo&gt;&lt;mi&gt;θ&lt;/mi&gt;&lt;mrow data-mjx-texclass=&quot;ORD&quot;&gt;&lt;mo data-mjx-pseudoscript=&quot;true&quot;&gt;°&lt;/mo&gt;&lt;/mrow&gt;&lt;mo data-mjx-texclass=&quot;CLOSE&quot;&gt;)&lt;/mo&gt;&lt;/mrow&gt;&lt;mtext&gt;&lt;/mtext&gt;&lt;mtext&gt;&lt;/mtext&gt;&lt;mtext&gt;&lt;/mtext&gt;&lt;mtext&gt;&lt;/mtext&gt;&lt;mtext&gt;&lt;/mtext&gt;&lt;mfrac&gt;&lt;mrow&gt;&lt;mi&gt;o&lt;/mi&gt;&lt;mi&gt;p&lt;/mi&gt;&lt;mi&gt;p&lt;/mi&gt;&lt;/mrow&gt;&lt;mrow&gt;&lt;mi&gt;sin&lt;/mi&gt;&lt;mo data-mjx-texclass=&quot;NONE&quot;&gt;⁡&lt;/mo&gt;&lt;mrow data-mjx-texclass=&quot;INNER&quot;&gt;&lt;mo data-mjx-texclass=&quot;OPEN&quot;&gt;(&lt;/mo&gt;&lt;mi&gt;θ&lt;/mi&gt;&lt;mrow data-mjx-texclass=&quot;ORD&quot;&gt;&lt;mo data-mjx-pseudoscript=&quot;true&quot;&gt;°&lt;/mo&gt;&lt;/mrow&gt;&lt;mo data-mjx-texclass=&quot;CLOSE&quot;&gt;)&lt;/mo&gt;&lt;/mrow&gt;&lt;/mrow&gt;&lt;/mfrac&gt;&lt;mo&gt;=&lt;/mo&gt;&lt;mi&gt;h&lt;/mi&gt;&lt;mtext&gt;&lt;/mtext&gt;&lt;mtext&gt;&lt;/mtext&gt;&lt;mtext&gt;&lt;/mtext&gt;&lt;mtext&gt;&lt;/mtext&gt;&lt;mtext&gt;&lt;/mtext&gt;&lt;mi&gt;h&lt;/mi&gt;&lt;mo&gt;×&lt;/mo&gt;&lt;mi&gt;sin&lt;/mi&gt;&lt;mo data-mjx-texclass=&quot;NONE&quot;&gt;⁡&lt;/mo&gt;&lt;mrow data-mjx-texclass=&quot;INNER&quot;&gt;&lt;mo data-mjx-texclass=&quot;OPEN&quot;&gt;(&lt;/mo&gt;&lt;mi&gt;θ&lt;/mi&gt;&lt;mrow data-mjx-texclass=&quot;ORD&quot;&gt;&lt;mo data-mjx-pseudoscript=&quot;true&quot;&gt;°&lt;/mo&gt;&lt;/mrow&gt;&lt;mo data-mjx-texclass=&quot;CLOSE&quot;&gt;)&lt;/mo&gt;&lt;/mrow&gt;&lt;mo&gt;=&lt;/mo&gt;&lt;mi&gt;o&lt;/mi&gt;&lt;mi&gt;p&lt;/mi&gt;&lt;mi&gt;p&lt;/mi&gt;&lt;/math&gt;" id="966" name="Google Shape;966;p71" title="o p p over h equals sine theta degrees o p p over sine theta degrees equals h h times sine theta degrees equals o p p"/>
            <p:cNvPicPr preferRelativeResize="0"/>
            <p:nvPr/>
          </p:nvPicPr>
          <p:blipFill rotWithShape="1">
            <a:blip r:embed="rId5">
              <a:alphaModFix/>
            </a:blip>
            <a:srcRect b="39338" l="64810" r="32059" t="0"/>
            <a:stretch/>
          </p:blipFill>
          <p:spPr>
            <a:xfrm>
              <a:off x="1482825" y="1541175"/>
              <a:ext cx="172200" cy="340675"/>
            </a:xfrm>
            <a:prstGeom prst="rect">
              <a:avLst/>
            </a:prstGeom>
            <a:noFill/>
            <a:ln>
              <a:noFill/>
            </a:ln>
          </p:spPr>
        </p:pic>
        <p:cxnSp>
          <p:nvCxnSpPr>
            <p:cNvPr id="967" name="Google Shape;967;p71"/>
            <p:cNvCxnSpPr/>
            <p:nvPr/>
          </p:nvCxnSpPr>
          <p:spPr>
            <a:xfrm>
              <a:off x="1476375" y="1593703"/>
              <a:ext cx="172200" cy="0"/>
            </a:xfrm>
            <a:prstGeom prst="straightConnector1">
              <a:avLst/>
            </a:prstGeom>
            <a:noFill/>
            <a:ln cap="flat" cmpd="sng" w="19050">
              <a:solidFill>
                <a:schemeClr val="dk1"/>
              </a:solidFill>
              <a:prstDash val="solid"/>
              <a:round/>
              <a:headEnd len="med" w="med" type="none"/>
              <a:tailEnd len="med" w="med" type="none"/>
            </a:ln>
          </p:spPr>
        </p:cxnSp>
      </p:grpSp>
      <p:grpSp>
        <p:nvGrpSpPr>
          <p:cNvPr id="968" name="Google Shape;968;p71"/>
          <p:cNvGrpSpPr/>
          <p:nvPr/>
        </p:nvGrpSpPr>
        <p:grpSpPr>
          <a:xfrm>
            <a:off x="3035425" y="1922175"/>
            <a:ext cx="380400" cy="340675"/>
            <a:chOff x="3035425" y="1541175"/>
            <a:chExt cx="380400" cy="340675"/>
          </a:xfrm>
        </p:grpSpPr>
        <p:cxnSp>
          <p:nvCxnSpPr>
            <p:cNvPr id="969" name="Google Shape;969;p71"/>
            <p:cNvCxnSpPr/>
            <p:nvPr/>
          </p:nvCxnSpPr>
          <p:spPr>
            <a:xfrm>
              <a:off x="3035425" y="1593703"/>
              <a:ext cx="380400" cy="0"/>
            </a:xfrm>
            <a:prstGeom prst="straightConnector1">
              <a:avLst/>
            </a:prstGeom>
            <a:noFill/>
            <a:ln cap="flat" cmpd="sng" w="19050">
              <a:solidFill>
                <a:schemeClr val="dk1"/>
              </a:solidFill>
              <a:prstDash val="solid"/>
              <a:round/>
              <a:headEnd len="med" w="med" type="none"/>
              <a:tailEnd len="med" w="med" type="none"/>
            </a:ln>
          </p:spPr>
        </p:cxnSp>
        <p:pic>
          <p:nvPicPr>
            <p:cNvPr descr="&lt;math xmlns=&quot;http://www.w3.org/1998/Math/MathML&quot; display=&quot;block&quot; data-is-equatio=&quot;1&quot; data-latex=&quot;\frac{opp}{h}=\sin\left(\theta°\right)\ \ \ \ \ \frac{opp}{\sin\left(\theta°\right)}=h\ \ \ \ \ h\times\sin\left(\theta°\right)=opp&quot;&gt;&lt;mfrac&gt;&lt;mrow&gt;&lt;mi&gt;o&lt;/mi&gt;&lt;mi&gt;p&lt;/mi&gt;&lt;mi&gt;p&lt;/mi&gt;&lt;/mrow&gt;&lt;mi&gt;h&lt;/mi&gt;&lt;/mfrac&gt;&lt;mo&gt;=&lt;/mo&gt;&lt;mi&gt;sin&lt;/mi&gt;&lt;mo data-mjx-texclass=&quot;NONE&quot;&gt;⁡&lt;/mo&gt;&lt;mrow data-mjx-texclass=&quot;INNER&quot;&gt;&lt;mo data-mjx-texclass=&quot;OPEN&quot;&gt;(&lt;/mo&gt;&lt;mi&gt;θ&lt;/mi&gt;&lt;mrow data-mjx-texclass=&quot;ORD&quot;&gt;&lt;mo data-mjx-pseudoscript=&quot;true&quot;&gt;°&lt;/mo&gt;&lt;/mrow&gt;&lt;mo data-mjx-texclass=&quot;CLOSE&quot;&gt;)&lt;/mo&gt;&lt;/mrow&gt;&lt;mtext&gt;&lt;/mtext&gt;&lt;mtext&gt;&lt;/mtext&gt;&lt;mtext&gt;&lt;/mtext&gt;&lt;mtext&gt;&lt;/mtext&gt;&lt;mtext&gt;&lt;/mtext&gt;&lt;mfrac&gt;&lt;mrow&gt;&lt;mi&gt;o&lt;/mi&gt;&lt;mi&gt;p&lt;/mi&gt;&lt;mi&gt;p&lt;/mi&gt;&lt;/mrow&gt;&lt;mrow&gt;&lt;mi&gt;sin&lt;/mi&gt;&lt;mo data-mjx-texclass=&quot;NONE&quot;&gt;⁡&lt;/mo&gt;&lt;mrow data-mjx-texclass=&quot;INNER&quot;&gt;&lt;mo data-mjx-texclass=&quot;OPEN&quot;&gt;(&lt;/mo&gt;&lt;mi&gt;θ&lt;/mi&gt;&lt;mrow data-mjx-texclass=&quot;ORD&quot;&gt;&lt;mo data-mjx-pseudoscript=&quot;true&quot;&gt;°&lt;/mo&gt;&lt;/mrow&gt;&lt;mo data-mjx-texclass=&quot;CLOSE&quot;&gt;)&lt;/mo&gt;&lt;/mrow&gt;&lt;/mrow&gt;&lt;/mfrac&gt;&lt;mo&gt;=&lt;/mo&gt;&lt;mi&gt;h&lt;/mi&gt;&lt;mtext&gt;&lt;/mtext&gt;&lt;mtext&gt;&lt;/mtext&gt;&lt;mtext&gt;&lt;/mtext&gt;&lt;mtext&gt;&lt;/mtext&gt;&lt;mtext&gt;&lt;/mtext&gt;&lt;mi&gt;h&lt;/mi&gt;&lt;mo&gt;×&lt;/mo&gt;&lt;mi&gt;sin&lt;/mi&gt;&lt;mo data-mjx-texclass=&quot;NONE&quot;&gt;⁡&lt;/mo&gt;&lt;mrow data-mjx-texclass=&quot;INNER&quot;&gt;&lt;mo data-mjx-texclass=&quot;OPEN&quot;&gt;(&lt;/mo&gt;&lt;mi&gt;θ&lt;/mi&gt;&lt;mrow data-mjx-texclass=&quot;ORD&quot;&gt;&lt;mo data-mjx-pseudoscript=&quot;true&quot;&gt;°&lt;/mo&gt;&lt;/mrow&gt;&lt;mo data-mjx-texclass=&quot;CLOSE&quot;&gt;)&lt;/mo&gt;&lt;/mrow&gt;&lt;mo&gt;=&lt;/mo&gt;&lt;mi&gt;o&lt;/mi&gt;&lt;mi&gt;p&lt;/mi&gt;&lt;mi&gt;p&lt;/mi&gt;&lt;/math&gt;" id="970" name="Google Shape;970;p71" title="o p p over h equals sine theta degrees o p p over sine theta degrees equals h h times sine theta degrees equals o p p"/>
            <p:cNvPicPr preferRelativeResize="0"/>
            <p:nvPr/>
          </p:nvPicPr>
          <p:blipFill rotWithShape="1">
            <a:blip r:embed="rId5">
              <a:alphaModFix/>
            </a:blip>
            <a:srcRect b="39338" l="64810" r="32059" t="0"/>
            <a:stretch/>
          </p:blipFill>
          <p:spPr>
            <a:xfrm>
              <a:off x="3142750" y="1541175"/>
              <a:ext cx="172200" cy="340675"/>
            </a:xfrm>
            <a:prstGeom prst="rect">
              <a:avLst/>
            </a:prstGeom>
            <a:noFill/>
            <a:ln>
              <a:noFill/>
            </a:ln>
          </p:spPr>
        </p:pic>
      </p:grpSp>
      <p:grpSp>
        <p:nvGrpSpPr>
          <p:cNvPr id="971" name="Google Shape;971;p71"/>
          <p:cNvGrpSpPr/>
          <p:nvPr/>
        </p:nvGrpSpPr>
        <p:grpSpPr>
          <a:xfrm>
            <a:off x="1422021" y="1704065"/>
            <a:ext cx="168000" cy="553001"/>
            <a:chOff x="1490986" y="1328856"/>
            <a:chExt cx="168000" cy="553001"/>
          </a:xfrm>
        </p:grpSpPr>
        <p:cxnSp>
          <p:nvCxnSpPr>
            <p:cNvPr id="972" name="Google Shape;972;p71"/>
            <p:cNvCxnSpPr/>
            <p:nvPr/>
          </p:nvCxnSpPr>
          <p:spPr>
            <a:xfrm>
              <a:off x="1490986" y="1328856"/>
              <a:ext cx="168000" cy="191100"/>
            </a:xfrm>
            <a:prstGeom prst="straightConnector1">
              <a:avLst/>
            </a:prstGeom>
            <a:noFill/>
            <a:ln cap="flat" cmpd="sng" w="19050">
              <a:solidFill>
                <a:schemeClr val="dk1"/>
              </a:solidFill>
              <a:prstDash val="solid"/>
              <a:round/>
              <a:headEnd len="med" w="med" type="none"/>
              <a:tailEnd len="med" w="med" type="none"/>
            </a:ln>
          </p:spPr>
        </p:cxnSp>
        <p:cxnSp>
          <p:nvCxnSpPr>
            <p:cNvPr id="973" name="Google Shape;973;p71"/>
            <p:cNvCxnSpPr/>
            <p:nvPr/>
          </p:nvCxnSpPr>
          <p:spPr>
            <a:xfrm>
              <a:off x="1490986" y="1690756"/>
              <a:ext cx="168000" cy="191100"/>
            </a:xfrm>
            <a:prstGeom prst="straightConnector1">
              <a:avLst/>
            </a:prstGeom>
            <a:noFill/>
            <a:ln cap="flat" cmpd="sng" w="19050">
              <a:solidFill>
                <a:schemeClr val="dk1"/>
              </a:solidFill>
              <a:prstDash val="solid"/>
              <a:round/>
              <a:headEnd len="med" w="med" type="none"/>
              <a:tailEnd len="med" w="med" type="none"/>
            </a:ln>
          </p:spPr>
        </p:cxnSp>
      </p:grpSp>
      <p:pic>
        <p:nvPicPr>
          <p:cNvPr descr="&lt;math xmlns=&quot;http://www.w3.org/1998/Math/MathML&quot; display=&quot;block&quot; data-is-equatio=&quot;1&quot; data-latex=&quot;\frac{adj}{h}=\cos\left(\theta°\right)\ \ \ \ \ \frac{adj}{\cos\left(\theta°\right)}=h\ \ \ \ \ h\times\cos\left(\theta°\right)=adj\ \ \ \ \ \ \ \ \ \ \ \ \ \ \ \ \ \ \cos\left(\theta°\right)=\frac{adj}{h}\ \ \ \ \ h=\frac{adj}{\cos\left(\theta°\right)}\ &quot;&gt;&lt;mfrac&gt;&lt;mrow&gt;&lt;mi&gt;a&lt;/mi&gt;&lt;mi&gt;d&lt;/mi&gt;&lt;mi&gt;j&lt;/mi&gt;&lt;/mrow&gt;&lt;mi&gt;h&lt;/mi&gt;&lt;/mfrac&gt;&lt;mo&gt;=&lt;/mo&gt;&lt;mi&gt;cos&lt;/mi&gt;&lt;mo data-mjx-texclass=&quot;NONE&quot;&gt;⁡&lt;/mo&gt;&lt;mrow data-mjx-texclass=&quot;INNER&quot;&gt;&lt;mo data-mjx-texclass=&quot;OPEN&quot;&gt;(&lt;/mo&gt;&lt;mi&gt;θ&lt;/mi&gt;&lt;mrow data-mjx-texclass=&quot;ORD&quot;&gt;&lt;mo data-mjx-pseudoscript=&quot;true&quot;&gt;°&lt;/mo&gt;&lt;/mrow&gt;&lt;mo data-mjx-texclass=&quot;CLOSE&quot;&gt;)&lt;/mo&gt;&lt;/mrow&gt;&lt;mtext&gt;&lt;/mtext&gt;&lt;mtext&gt;&lt;/mtext&gt;&lt;mtext&gt;&lt;/mtext&gt;&lt;mtext&gt;&lt;/mtext&gt;&lt;mtext&gt;&lt;/mtext&gt;&lt;mfrac&gt;&lt;mrow&gt;&lt;mi&gt;a&lt;/mi&gt;&lt;mi&gt;d&lt;/mi&gt;&lt;mi&gt;j&lt;/mi&gt;&lt;/mrow&gt;&lt;mrow&gt;&lt;mi&gt;cos&lt;/mi&gt;&lt;mo data-mjx-texclass=&quot;NONE&quot;&gt;⁡&lt;/mo&gt;&lt;mrow data-mjx-texclass=&quot;INNER&quot;&gt;&lt;mo data-mjx-texclass=&quot;OPEN&quot;&gt;(&lt;/mo&gt;&lt;mi&gt;θ&lt;/mi&gt;&lt;mrow data-mjx-texclass=&quot;ORD&quot;&gt;&lt;mo data-mjx-pseudoscript=&quot;true&quot;&gt;°&lt;/mo&gt;&lt;/mrow&gt;&lt;mo data-mjx-texclass=&quot;CLOSE&quot;&gt;)&lt;/mo&gt;&lt;/mrow&gt;&lt;/mrow&gt;&lt;/mfrac&gt;&lt;mo&gt;=&lt;/mo&gt;&lt;mi&gt;h&lt;/mi&gt;&lt;mtext&gt;&lt;/mtext&gt;&lt;mtext&gt;&lt;/mtext&gt;&lt;mtext&gt;&lt;/mtext&gt;&lt;mtext&gt;&lt;/mtext&gt;&lt;mtext&gt;&lt;/mtext&gt;&lt;mi&gt;h&lt;/mi&gt;&lt;mo&gt;×&lt;/mo&gt;&lt;mi&gt;cos&lt;/mi&gt;&lt;mo data-mjx-texclass=&quot;NONE&quot;&gt;⁡&lt;/mo&gt;&lt;mrow data-mjx-texclass=&quot;INNER&quot;&gt;&lt;mo data-mjx-texclass=&quot;OPEN&quot;&gt;(&lt;/mo&gt;&lt;mi&gt;θ&lt;/mi&gt;&lt;mrow data-mjx-texclass=&quot;ORD&quot;&gt;&lt;mo data-mjx-pseudoscript=&quot;true&quot;&gt;°&lt;/mo&gt;&lt;/mrow&gt;&lt;mo data-mjx-texclass=&quot;CLOSE&quot;&gt;)&lt;/mo&gt;&lt;/mrow&gt;&lt;mo&gt;=&lt;/mo&gt;&lt;mi&gt;a&lt;/mi&gt;&lt;mi&gt;d&lt;/mi&gt;&lt;mi&gt;j&lt;/mi&gt;&lt;mtext&gt;&lt;/mtext&gt;&lt;mtext&gt;&lt;/mtext&gt;&lt;mtext&gt;&lt;/mtext&gt;&lt;mtext&gt;&lt;/mtext&gt;&lt;mtext&gt;&lt;/mtext&gt;&lt;mtext&gt;&lt;/mtext&gt;&lt;mtext&gt;&lt;/mtext&gt;&lt;mtext&gt;&lt;/mtext&gt;&lt;mtext&gt;&lt;/mtext&gt;&lt;mtext&gt;&lt;/mtext&gt;&lt;mtext&gt;&lt;/mtext&gt;&lt;mtext&gt;&lt;/mtext&gt;&lt;mtext&gt;&lt;/mtext&gt;&lt;mtext&gt;&lt;/mtext&gt;&lt;mtext&gt;&lt;/mtext&gt;&lt;mtext&gt;&lt;/mtext&gt;&lt;mtext&gt;&lt;/mtext&gt;&lt;mtext&gt;&lt;/mtext&gt;&lt;mi&gt;cos&lt;/mi&gt;&lt;mo data-mjx-texclass=&quot;NONE&quot;&gt;⁡&lt;/mo&gt;&lt;mrow data-mjx-texclass=&quot;INNER&quot;&gt;&lt;mo data-mjx-texclass=&quot;OPEN&quot;&gt;(&lt;/mo&gt;&lt;mi&gt;θ&lt;/mi&gt;&lt;mrow data-mjx-texclass=&quot;ORD&quot;&gt;&lt;mo data-mjx-pseudoscript=&quot;true&quot;&gt;°&lt;/mo&gt;&lt;/mrow&gt;&lt;mo data-mjx-texclass=&quot;CLOSE&quot;&gt;)&lt;/mo&gt;&lt;/mrow&gt;&lt;mo&gt;=&lt;/mo&gt;&lt;mfrac&gt;&lt;mrow&gt;&lt;mi&gt;a&lt;/mi&gt;&lt;mi&gt;d&lt;/mi&gt;&lt;mi&gt;j&lt;/mi&gt;&lt;/mrow&gt;&lt;mi&gt;h&lt;/mi&gt;&lt;/mfrac&gt;&lt;mtext&gt;&lt;/mtext&gt;&lt;mtext&gt;&lt;/mtext&gt;&lt;mtext&gt;&lt;/mtext&gt;&lt;mtext&gt;&lt;/mtext&gt;&lt;mtext&gt;&lt;/mtext&gt;&lt;mi&gt;h&lt;/mi&gt;&lt;mo&gt;=&lt;/mo&gt;&lt;mfrac&gt;&lt;mrow&gt;&lt;mi&gt;a&lt;/mi&gt;&lt;mi&gt;d&lt;/mi&gt;&lt;mi&gt;j&lt;/mi&gt;&lt;/mrow&gt;&lt;mrow&gt;&lt;mi&gt;cos&lt;/mi&gt;&lt;mo data-mjx-texclass=&quot;NONE&quot;&gt;⁡&lt;/mo&gt;&lt;mrow data-mjx-texclass=&quot;INNER&quot;&gt;&lt;mo data-mjx-texclass=&quot;OPEN&quot;&gt;(&lt;/mo&gt;&lt;mi&gt;θ&lt;/mi&gt;&lt;mrow data-mjx-texclass=&quot;ORD&quot;&gt;&lt;mo data-mjx-pseudoscript=&quot;true&quot;&gt;°&lt;/mo&gt;&lt;/mrow&gt;&lt;mo data-mjx-texclass=&quot;CLOSE&quot;&gt;)&lt;/mo&gt;&lt;/mrow&gt;&lt;/mrow&gt;&lt;/mfrac&gt;&lt;mtext&gt;&lt;/mtext&gt;&lt;/math&gt;" id="974" name="Google Shape;974;p71" title="a d j over h equals cosine theta degrees a d j over cosine theta degrees equals h h times cosine theta degrees equals a d j cosine theta degrees equals a d j over h h equals a d j over cosine theta degrees"/>
          <p:cNvPicPr preferRelativeResize="0"/>
          <p:nvPr/>
        </p:nvPicPr>
        <p:blipFill>
          <a:blip r:embed="rId6">
            <a:alphaModFix/>
          </a:blip>
          <a:stretch>
            <a:fillRect/>
          </a:stretch>
        </p:blipFill>
        <p:spPr>
          <a:xfrm>
            <a:off x="-5141824" y="5854829"/>
            <a:ext cx="10383882" cy="630000"/>
          </a:xfrm>
          <a:prstGeom prst="rect">
            <a:avLst/>
          </a:prstGeom>
          <a:noFill/>
          <a:ln>
            <a:noFill/>
          </a:ln>
        </p:spPr>
      </p:pic>
      <p:grpSp>
        <p:nvGrpSpPr>
          <p:cNvPr id="975" name="Google Shape;975;p71"/>
          <p:cNvGrpSpPr/>
          <p:nvPr/>
        </p:nvGrpSpPr>
        <p:grpSpPr>
          <a:xfrm>
            <a:off x="7223889" y="1974700"/>
            <a:ext cx="880251" cy="358239"/>
            <a:chOff x="6074298" y="1974700"/>
            <a:chExt cx="880251" cy="358239"/>
          </a:xfrm>
        </p:grpSpPr>
        <p:pic>
          <p:nvPicPr>
            <p:cNvPr descr="&lt;math xmlns=&quot;http://www.w3.org/1998/Math/MathML&quot; display=&quot;block&quot; data-is-equatio=&quot;1&quot; data-latex=&quot;\frac{adj}{h}=\cos\left(\theta°\right)\ \ \ \ \ \frac{adj}{\cos\left(\theta°\right)}=h\ \ \ \ \ h\times\cos\left(\theta°\right)=adj\ \ \ \ \ \ \ \ \ \ \ \ \ \ \ \ \ \ \cos\left(\theta°\right)=\frac{adj}{h}\ \ \ \ \ h=\frac{adj}{\cos\left(\theta°\right)}\ &quot;&gt;&lt;mfrac&gt;&lt;mrow&gt;&lt;mi&gt;a&lt;/mi&gt;&lt;mi&gt;d&lt;/mi&gt;&lt;mi&gt;j&lt;/mi&gt;&lt;/mrow&gt;&lt;mi&gt;h&lt;/mi&gt;&lt;/mfrac&gt;&lt;mo&gt;=&lt;/mo&gt;&lt;mi&gt;cos&lt;/mi&gt;&lt;mo data-mjx-texclass=&quot;NONE&quot;&gt;⁡&lt;/mo&gt;&lt;mrow data-mjx-texclass=&quot;INNER&quot;&gt;&lt;mo data-mjx-texclass=&quot;OPEN&quot;&gt;(&lt;/mo&gt;&lt;mi&gt;θ&lt;/mi&gt;&lt;mrow data-mjx-texclass=&quot;ORD&quot;&gt;&lt;mo data-mjx-pseudoscript=&quot;true&quot;&gt;°&lt;/mo&gt;&lt;/mrow&gt;&lt;mo data-mjx-texclass=&quot;CLOSE&quot;&gt;)&lt;/mo&gt;&lt;/mrow&gt;&lt;mtext&gt;&lt;/mtext&gt;&lt;mtext&gt;&lt;/mtext&gt;&lt;mtext&gt;&lt;/mtext&gt;&lt;mtext&gt;&lt;/mtext&gt;&lt;mtext&gt;&lt;/mtext&gt;&lt;mfrac&gt;&lt;mrow&gt;&lt;mi&gt;a&lt;/mi&gt;&lt;mi&gt;d&lt;/mi&gt;&lt;mi&gt;j&lt;/mi&gt;&lt;/mrow&gt;&lt;mrow&gt;&lt;mi&gt;cos&lt;/mi&gt;&lt;mo data-mjx-texclass=&quot;NONE&quot;&gt;⁡&lt;/mo&gt;&lt;mrow data-mjx-texclass=&quot;INNER&quot;&gt;&lt;mo data-mjx-texclass=&quot;OPEN&quot;&gt;(&lt;/mo&gt;&lt;mi&gt;θ&lt;/mi&gt;&lt;mrow data-mjx-texclass=&quot;ORD&quot;&gt;&lt;mo data-mjx-pseudoscript=&quot;true&quot;&gt;°&lt;/mo&gt;&lt;/mrow&gt;&lt;mo data-mjx-texclass=&quot;CLOSE&quot;&gt;)&lt;/mo&gt;&lt;/mrow&gt;&lt;/mrow&gt;&lt;/mfrac&gt;&lt;mo&gt;=&lt;/mo&gt;&lt;mi&gt;h&lt;/mi&gt;&lt;mtext&gt;&lt;/mtext&gt;&lt;mtext&gt;&lt;/mtext&gt;&lt;mtext&gt;&lt;/mtext&gt;&lt;mtext&gt;&lt;/mtext&gt;&lt;mtext&gt;&lt;/mtext&gt;&lt;mi&gt;h&lt;/mi&gt;&lt;mo&gt;×&lt;/mo&gt;&lt;mi&gt;cos&lt;/mi&gt;&lt;mo data-mjx-texclass=&quot;NONE&quot;&gt;⁡&lt;/mo&gt;&lt;mrow data-mjx-texclass=&quot;INNER&quot;&gt;&lt;mo data-mjx-texclass=&quot;OPEN&quot;&gt;(&lt;/mo&gt;&lt;mi&gt;θ&lt;/mi&gt;&lt;mrow data-mjx-texclass=&quot;ORD&quot;&gt;&lt;mo data-mjx-pseudoscript=&quot;true&quot;&gt;°&lt;/mo&gt;&lt;/mrow&gt;&lt;mo data-mjx-texclass=&quot;CLOSE&quot;&gt;)&lt;/mo&gt;&lt;/mrow&gt;&lt;mo&gt;=&lt;/mo&gt;&lt;mi&gt;a&lt;/mi&gt;&lt;mi&gt;d&lt;/mi&gt;&lt;mi&gt;j&lt;/mi&gt;&lt;mtext&gt;&lt;/mtext&gt;&lt;mtext&gt;&lt;/mtext&gt;&lt;mtext&gt;&lt;/mtext&gt;&lt;mtext&gt;&lt;/mtext&gt;&lt;mtext&gt;&lt;/mtext&gt;&lt;mtext&gt;&lt;/mtext&gt;&lt;mtext&gt;&lt;/mtext&gt;&lt;mtext&gt;&lt;/mtext&gt;&lt;mtext&gt;&lt;/mtext&gt;&lt;mtext&gt;&lt;/mtext&gt;&lt;mtext&gt;&lt;/mtext&gt;&lt;mtext&gt;&lt;/mtext&gt;&lt;mtext&gt;&lt;/mtext&gt;&lt;mtext&gt;&lt;/mtext&gt;&lt;mtext&gt;&lt;/mtext&gt;&lt;mtext&gt;&lt;/mtext&gt;&lt;mtext&gt;&lt;/mtext&gt;&lt;mtext&gt;&lt;/mtext&gt;&lt;mi&gt;cos&lt;/mi&gt;&lt;mo data-mjx-texclass=&quot;NONE&quot;&gt;⁡&lt;/mo&gt;&lt;mrow data-mjx-texclass=&quot;INNER&quot;&gt;&lt;mo data-mjx-texclass=&quot;OPEN&quot;&gt;(&lt;/mo&gt;&lt;mi&gt;θ&lt;/mi&gt;&lt;mrow data-mjx-texclass=&quot;ORD&quot;&gt;&lt;mo data-mjx-pseudoscript=&quot;true&quot;&gt;°&lt;/mo&gt;&lt;/mrow&gt;&lt;mo data-mjx-texclass=&quot;CLOSE&quot;&gt;)&lt;/mo&gt;&lt;/mrow&gt;&lt;mo&gt;=&lt;/mo&gt;&lt;mfrac&gt;&lt;mrow&gt;&lt;mi&gt;a&lt;/mi&gt;&lt;mi&gt;d&lt;/mi&gt;&lt;mi&gt;j&lt;/mi&gt;&lt;/mrow&gt;&lt;mi&gt;h&lt;/mi&gt;&lt;/mfrac&gt;&lt;mtext&gt;&lt;/mtext&gt;&lt;mtext&gt;&lt;/mtext&gt;&lt;mtext&gt;&lt;/mtext&gt;&lt;mtext&gt;&lt;/mtext&gt;&lt;mtext&gt;&lt;/mtext&gt;&lt;mi&gt;h&lt;/mi&gt;&lt;mo&gt;=&lt;/mo&gt;&lt;mfrac&gt;&lt;mrow&gt;&lt;mi&gt;a&lt;/mi&gt;&lt;mi&gt;d&lt;/mi&gt;&lt;mi&gt;j&lt;/mi&gt;&lt;/mrow&gt;&lt;mrow&gt;&lt;mi&gt;cos&lt;/mi&gt;&lt;mo data-mjx-texclass=&quot;NONE&quot;&gt;⁡&lt;/mo&gt;&lt;mrow data-mjx-texclass=&quot;INNER&quot;&gt;&lt;mo data-mjx-texclass=&quot;OPEN&quot;&gt;(&lt;/mo&gt;&lt;mi&gt;θ&lt;/mi&gt;&lt;mrow data-mjx-texclass=&quot;ORD&quot;&gt;&lt;mo data-mjx-pseudoscript=&quot;true&quot;&gt;°&lt;/mo&gt;&lt;/mrow&gt;&lt;mo data-mjx-texclass=&quot;CLOSE&quot;&gt;)&lt;/mo&gt;&lt;/mrow&gt;&lt;/mrow&gt;&lt;/mfrac&gt;&lt;mtext&gt;&lt;/mtext&gt;&lt;/math&gt;" id="976" name="Google Shape;976;p71" title="a d j over h equals cosine theta degrees a d j over cosine theta degrees equals h h times cosine theta degrees equals a d j cosine theta degrees equals a d j over h h equals a d j over cosine theta degrees"/>
            <p:cNvPicPr preferRelativeResize="0"/>
            <p:nvPr/>
          </p:nvPicPr>
          <p:blipFill rotWithShape="1">
            <a:blip r:embed="rId6">
              <a:alphaModFix/>
            </a:blip>
            <a:srcRect b="23273" l="39617" r="51905" t="23273"/>
            <a:stretch/>
          </p:blipFill>
          <p:spPr>
            <a:xfrm>
              <a:off x="6074298" y="1996190"/>
              <a:ext cx="880251" cy="336750"/>
            </a:xfrm>
            <a:prstGeom prst="rect">
              <a:avLst/>
            </a:prstGeom>
            <a:noFill/>
            <a:ln>
              <a:noFill/>
            </a:ln>
          </p:spPr>
        </p:pic>
        <p:cxnSp>
          <p:nvCxnSpPr>
            <p:cNvPr id="977" name="Google Shape;977;p71"/>
            <p:cNvCxnSpPr/>
            <p:nvPr/>
          </p:nvCxnSpPr>
          <p:spPr>
            <a:xfrm>
              <a:off x="6122084" y="1974700"/>
              <a:ext cx="794700" cy="0"/>
            </a:xfrm>
            <a:prstGeom prst="straightConnector1">
              <a:avLst/>
            </a:prstGeom>
            <a:noFill/>
            <a:ln cap="flat" cmpd="sng" w="19050">
              <a:solidFill>
                <a:schemeClr val="dk1"/>
              </a:solidFill>
              <a:prstDash val="solid"/>
              <a:round/>
              <a:headEnd len="med" w="med" type="none"/>
              <a:tailEnd len="med" w="med" type="none"/>
            </a:ln>
          </p:spPr>
        </p:cxnSp>
      </p:grpSp>
      <p:pic>
        <p:nvPicPr>
          <p:cNvPr descr="&lt;math xmlns=&quot;http://www.w3.org/1998/Math/MathML&quot; display=&quot;block&quot; data-is-equatio=&quot;1&quot; data-latex=&quot;\frac{adj}{h}=\cos\left(\theta°\right)\ \ \ \ \ \frac{adj}{\cos\left(\theta°\right)}=h\ \ \ \ \ h\times\cos\left(\theta°\right)=adj\ \ \ \ \ \ \ \ \ \ \ \ \ \ \ \ \ \ \cos\left(\theta°\right)=\frac{adj}{h}\ \ \ \ \ h=\frac{adj}{\cos\left(\theta°\right)}\ &quot;&gt;&lt;mfrac&gt;&lt;mrow&gt;&lt;mi&gt;a&lt;/mi&gt;&lt;mi&gt;d&lt;/mi&gt;&lt;mi&gt;j&lt;/mi&gt;&lt;/mrow&gt;&lt;mi&gt;h&lt;/mi&gt;&lt;/mfrac&gt;&lt;mo&gt;=&lt;/mo&gt;&lt;mi&gt;cos&lt;/mi&gt;&lt;mo data-mjx-texclass=&quot;NONE&quot;&gt;⁡&lt;/mo&gt;&lt;mrow data-mjx-texclass=&quot;INNER&quot;&gt;&lt;mo data-mjx-texclass=&quot;OPEN&quot;&gt;(&lt;/mo&gt;&lt;mi&gt;θ&lt;/mi&gt;&lt;mrow data-mjx-texclass=&quot;ORD&quot;&gt;&lt;mo data-mjx-pseudoscript=&quot;true&quot;&gt;°&lt;/mo&gt;&lt;/mrow&gt;&lt;mo data-mjx-texclass=&quot;CLOSE&quot;&gt;)&lt;/mo&gt;&lt;/mrow&gt;&lt;mtext&gt;&lt;/mtext&gt;&lt;mtext&gt;&lt;/mtext&gt;&lt;mtext&gt;&lt;/mtext&gt;&lt;mtext&gt;&lt;/mtext&gt;&lt;mtext&gt;&lt;/mtext&gt;&lt;mfrac&gt;&lt;mrow&gt;&lt;mi&gt;a&lt;/mi&gt;&lt;mi&gt;d&lt;/mi&gt;&lt;mi&gt;j&lt;/mi&gt;&lt;/mrow&gt;&lt;mrow&gt;&lt;mi&gt;cos&lt;/mi&gt;&lt;mo data-mjx-texclass=&quot;NONE&quot;&gt;⁡&lt;/mo&gt;&lt;mrow data-mjx-texclass=&quot;INNER&quot;&gt;&lt;mo data-mjx-texclass=&quot;OPEN&quot;&gt;(&lt;/mo&gt;&lt;mi&gt;θ&lt;/mi&gt;&lt;mrow data-mjx-texclass=&quot;ORD&quot;&gt;&lt;mo data-mjx-pseudoscript=&quot;true&quot;&gt;°&lt;/mo&gt;&lt;/mrow&gt;&lt;mo data-mjx-texclass=&quot;CLOSE&quot;&gt;)&lt;/mo&gt;&lt;/mrow&gt;&lt;/mrow&gt;&lt;/mfrac&gt;&lt;mo&gt;=&lt;/mo&gt;&lt;mi&gt;h&lt;/mi&gt;&lt;mtext&gt;&lt;/mtext&gt;&lt;mtext&gt;&lt;/mtext&gt;&lt;mtext&gt;&lt;/mtext&gt;&lt;mtext&gt;&lt;/mtext&gt;&lt;mtext&gt;&lt;/mtext&gt;&lt;mi&gt;h&lt;/mi&gt;&lt;mo&gt;×&lt;/mo&gt;&lt;mi&gt;cos&lt;/mi&gt;&lt;mo data-mjx-texclass=&quot;NONE&quot;&gt;⁡&lt;/mo&gt;&lt;mrow data-mjx-texclass=&quot;INNER&quot;&gt;&lt;mo data-mjx-texclass=&quot;OPEN&quot;&gt;(&lt;/mo&gt;&lt;mi&gt;θ&lt;/mi&gt;&lt;mrow data-mjx-texclass=&quot;ORD&quot;&gt;&lt;mo data-mjx-pseudoscript=&quot;true&quot;&gt;°&lt;/mo&gt;&lt;/mrow&gt;&lt;mo data-mjx-texclass=&quot;CLOSE&quot;&gt;)&lt;/mo&gt;&lt;/mrow&gt;&lt;mo&gt;=&lt;/mo&gt;&lt;mi&gt;a&lt;/mi&gt;&lt;mi&gt;d&lt;/mi&gt;&lt;mi&gt;j&lt;/mi&gt;&lt;mtext&gt;&lt;/mtext&gt;&lt;mtext&gt;&lt;/mtext&gt;&lt;mtext&gt;&lt;/mtext&gt;&lt;mtext&gt;&lt;/mtext&gt;&lt;mtext&gt;&lt;/mtext&gt;&lt;mtext&gt;&lt;/mtext&gt;&lt;mtext&gt;&lt;/mtext&gt;&lt;mtext&gt;&lt;/mtext&gt;&lt;mtext&gt;&lt;/mtext&gt;&lt;mtext&gt;&lt;/mtext&gt;&lt;mtext&gt;&lt;/mtext&gt;&lt;mtext&gt;&lt;/mtext&gt;&lt;mtext&gt;&lt;/mtext&gt;&lt;mtext&gt;&lt;/mtext&gt;&lt;mtext&gt;&lt;/mtext&gt;&lt;mtext&gt;&lt;/mtext&gt;&lt;mtext&gt;&lt;/mtext&gt;&lt;mtext&gt;&lt;/mtext&gt;&lt;mi&gt;cos&lt;/mi&gt;&lt;mo data-mjx-texclass=&quot;NONE&quot;&gt;⁡&lt;/mo&gt;&lt;mrow data-mjx-texclass=&quot;INNER&quot;&gt;&lt;mo data-mjx-texclass=&quot;OPEN&quot;&gt;(&lt;/mo&gt;&lt;mi&gt;θ&lt;/mi&gt;&lt;mrow data-mjx-texclass=&quot;ORD&quot;&gt;&lt;mo data-mjx-pseudoscript=&quot;true&quot;&gt;°&lt;/mo&gt;&lt;/mrow&gt;&lt;mo data-mjx-texclass=&quot;CLOSE&quot;&gt;)&lt;/mo&gt;&lt;/mrow&gt;&lt;mo&gt;=&lt;/mo&gt;&lt;mfrac&gt;&lt;mrow&gt;&lt;mi&gt;a&lt;/mi&gt;&lt;mi&gt;d&lt;/mi&gt;&lt;mi&gt;j&lt;/mi&gt;&lt;/mrow&gt;&lt;mi&gt;h&lt;/mi&gt;&lt;/mfrac&gt;&lt;mtext&gt;&lt;/mtext&gt;&lt;mtext&gt;&lt;/mtext&gt;&lt;mtext&gt;&lt;/mtext&gt;&lt;mtext&gt;&lt;/mtext&gt;&lt;mtext&gt;&lt;/mtext&gt;&lt;mi&gt;h&lt;/mi&gt;&lt;mo&gt;=&lt;/mo&gt;&lt;mfrac&gt;&lt;mrow&gt;&lt;mi&gt;a&lt;/mi&gt;&lt;mi&gt;d&lt;/mi&gt;&lt;mi&gt;j&lt;/mi&gt;&lt;/mrow&gt;&lt;mrow&gt;&lt;mi&gt;cos&lt;/mi&gt;&lt;mo data-mjx-texclass=&quot;NONE&quot;&gt;⁡&lt;/mo&gt;&lt;mrow data-mjx-texclass=&quot;INNER&quot;&gt;&lt;mo data-mjx-texclass=&quot;OPEN&quot;&gt;(&lt;/mo&gt;&lt;mi&gt;θ&lt;/mi&gt;&lt;mrow data-mjx-texclass=&quot;ORD&quot;&gt;&lt;mo data-mjx-pseudoscript=&quot;true&quot;&gt;°&lt;/mo&gt;&lt;/mrow&gt;&lt;mo data-mjx-texclass=&quot;CLOSE&quot;&gt;)&lt;/mo&gt;&lt;/mrow&gt;&lt;/mrow&gt;&lt;/mfrac&gt;&lt;mtext&gt;&lt;/mtext&gt;&lt;/math&gt;" id="978" name="Google Shape;978;p71" title="a d j over h equals cosine theta degrees a d j over cosine theta degrees equals h h times cosine theta degrees equals a d j cosine theta degrees equals a d j over h h equals a d j over cosine theta degrees"/>
          <p:cNvPicPr preferRelativeResize="0"/>
          <p:nvPr/>
        </p:nvPicPr>
        <p:blipFill rotWithShape="1">
          <a:blip r:embed="rId6">
            <a:alphaModFix/>
          </a:blip>
          <a:srcRect b="0" l="35101" r="48838" t="0"/>
          <a:stretch/>
        </p:blipFill>
        <p:spPr>
          <a:xfrm>
            <a:off x="5606149" y="1490475"/>
            <a:ext cx="1667676" cy="630000"/>
          </a:xfrm>
          <a:prstGeom prst="rect">
            <a:avLst/>
          </a:prstGeom>
          <a:noFill/>
          <a:ln>
            <a:noFill/>
          </a:ln>
        </p:spPr>
      </p:pic>
      <p:grpSp>
        <p:nvGrpSpPr>
          <p:cNvPr id="979" name="Google Shape;979;p71"/>
          <p:cNvGrpSpPr/>
          <p:nvPr/>
        </p:nvGrpSpPr>
        <p:grpSpPr>
          <a:xfrm>
            <a:off x="6074298" y="1974700"/>
            <a:ext cx="880251" cy="358239"/>
            <a:chOff x="6074298" y="1974700"/>
            <a:chExt cx="880251" cy="358239"/>
          </a:xfrm>
        </p:grpSpPr>
        <p:pic>
          <p:nvPicPr>
            <p:cNvPr descr="&lt;math xmlns=&quot;http://www.w3.org/1998/Math/MathML&quot; display=&quot;block&quot; data-is-equatio=&quot;1&quot; data-latex=&quot;\frac{adj}{h}=\cos\left(\theta°\right)\ \ \ \ \ \frac{adj}{\cos\left(\theta°\right)}=h\ \ \ \ \ h\times\cos\left(\theta°\right)=adj\ \ \ \ \ \ \ \ \ \ \ \ \ \ \ \ \ \ \cos\left(\theta°\right)=\frac{adj}{h}\ \ \ \ \ h=\frac{adj}{\cos\left(\theta°\right)}\ &quot;&gt;&lt;mfrac&gt;&lt;mrow&gt;&lt;mi&gt;a&lt;/mi&gt;&lt;mi&gt;d&lt;/mi&gt;&lt;mi&gt;j&lt;/mi&gt;&lt;/mrow&gt;&lt;mi&gt;h&lt;/mi&gt;&lt;/mfrac&gt;&lt;mo&gt;=&lt;/mo&gt;&lt;mi&gt;cos&lt;/mi&gt;&lt;mo data-mjx-texclass=&quot;NONE&quot;&gt;⁡&lt;/mo&gt;&lt;mrow data-mjx-texclass=&quot;INNER&quot;&gt;&lt;mo data-mjx-texclass=&quot;OPEN&quot;&gt;(&lt;/mo&gt;&lt;mi&gt;θ&lt;/mi&gt;&lt;mrow data-mjx-texclass=&quot;ORD&quot;&gt;&lt;mo data-mjx-pseudoscript=&quot;true&quot;&gt;°&lt;/mo&gt;&lt;/mrow&gt;&lt;mo data-mjx-texclass=&quot;CLOSE&quot;&gt;)&lt;/mo&gt;&lt;/mrow&gt;&lt;mtext&gt;&lt;/mtext&gt;&lt;mtext&gt;&lt;/mtext&gt;&lt;mtext&gt;&lt;/mtext&gt;&lt;mtext&gt;&lt;/mtext&gt;&lt;mtext&gt;&lt;/mtext&gt;&lt;mfrac&gt;&lt;mrow&gt;&lt;mi&gt;a&lt;/mi&gt;&lt;mi&gt;d&lt;/mi&gt;&lt;mi&gt;j&lt;/mi&gt;&lt;/mrow&gt;&lt;mrow&gt;&lt;mi&gt;cos&lt;/mi&gt;&lt;mo data-mjx-texclass=&quot;NONE&quot;&gt;⁡&lt;/mo&gt;&lt;mrow data-mjx-texclass=&quot;INNER&quot;&gt;&lt;mo data-mjx-texclass=&quot;OPEN&quot;&gt;(&lt;/mo&gt;&lt;mi&gt;θ&lt;/mi&gt;&lt;mrow data-mjx-texclass=&quot;ORD&quot;&gt;&lt;mo data-mjx-pseudoscript=&quot;true&quot;&gt;°&lt;/mo&gt;&lt;/mrow&gt;&lt;mo data-mjx-texclass=&quot;CLOSE&quot;&gt;)&lt;/mo&gt;&lt;/mrow&gt;&lt;/mrow&gt;&lt;/mfrac&gt;&lt;mo&gt;=&lt;/mo&gt;&lt;mi&gt;h&lt;/mi&gt;&lt;mtext&gt;&lt;/mtext&gt;&lt;mtext&gt;&lt;/mtext&gt;&lt;mtext&gt;&lt;/mtext&gt;&lt;mtext&gt;&lt;/mtext&gt;&lt;mtext&gt;&lt;/mtext&gt;&lt;mi&gt;h&lt;/mi&gt;&lt;mo&gt;×&lt;/mo&gt;&lt;mi&gt;cos&lt;/mi&gt;&lt;mo data-mjx-texclass=&quot;NONE&quot;&gt;⁡&lt;/mo&gt;&lt;mrow data-mjx-texclass=&quot;INNER&quot;&gt;&lt;mo data-mjx-texclass=&quot;OPEN&quot;&gt;(&lt;/mo&gt;&lt;mi&gt;θ&lt;/mi&gt;&lt;mrow data-mjx-texclass=&quot;ORD&quot;&gt;&lt;mo data-mjx-pseudoscript=&quot;true&quot;&gt;°&lt;/mo&gt;&lt;/mrow&gt;&lt;mo data-mjx-texclass=&quot;CLOSE&quot;&gt;)&lt;/mo&gt;&lt;/mrow&gt;&lt;mo&gt;=&lt;/mo&gt;&lt;mi&gt;a&lt;/mi&gt;&lt;mi&gt;d&lt;/mi&gt;&lt;mi&gt;j&lt;/mi&gt;&lt;mtext&gt;&lt;/mtext&gt;&lt;mtext&gt;&lt;/mtext&gt;&lt;mtext&gt;&lt;/mtext&gt;&lt;mtext&gt;&lt;/mtext&gt;&lt;mtext&gt;&lt;/mtext&gt;&lt;mtext&gt;&lt;/mtext&gt;&lt;mtext&gt;&lt;/mtext&gt;&lt;mtext&gt;&lt;/mtext&gt;&lt;mtext&gt;&lt;/mtext&gt;&lt;mtext&gt;&lt;/mtext&gt;&lt;mtext&gt;&lt;/mtext&gt;&lt;mtext&gt;&lt;/mtext&gt;&lt;mtext&gt;&lt;/mtext&gt;&lt;mtext&gt;&lt;/mtext&gt;&lt;mtext&gt;&lt;/mtext&gt;&lt;mtext&gt;&lt;/mtext&gt;&lt;mtext&gt;&lt;/mtext&gt;&lt;mtext&gt;&lt;/mtext&gt;&lt;mi&gt;cos&lt;/mi&gt;&lt;mo data-mjx-texclass=&quot;NONE&quot;&gt;⁡&lt;/mo&gt;&lt;mrow data-mjx-texclass=&quot;INNER&quot;&gt;&lt;mo data-mjx-texclass=&quot;OPEN&quot;&gt;(&lt;/mo&gt;&lt;mi&gt;θ&lt;/mi&gt;&lt;mrow data-mjx-texclass=&quot;ORD&quot;&gt;&lt;mo data-mjx-pseudoscript=&quot;true&quot;&gt;°&lt;/mo&gt;&lt;/mrow&gt;&lt;mo data-mjx-texclass=&quot;CLOSE&quot;&gt;)&lt;/mo&gt;&lt;/mrow&gt;&lt;mo&gt;=&lt;/mo&gt;&lt;mfrac&gt;&lt;mrow&gt;&lt;mi&gt;a&lt;/mi&gt;&lt;mi&gt;d&lt;/mi&gt;&lt;mi&gt;j&lt;/mi&gt;&lt;/mrow&gt;&lt;mi&gt;h&lt;/mi&gt;&lt;/mfrac&gt;&lt;mtext&gt;&lt;/mtext&gt;&lt;mtext&gt;&lt;/mtext&gt;&lt;mtext&gt;&lt;/mtext&gt;&lt;mtext&gt;&lt;/mtext&gt;&lt;mtext&gt;&lt;/mtext&gt;&lt;mi&gt;h&lt;/mi&gt;&lt;mo&gt;=&lt;/mo&gt;&lt;mfrac&gt;&lt;mrow&gt;&lt;mi&gt;a&lt;/mi&gt;&lt;mi&gt;d&lt;/mi&gt;&lt;mi&gt;j&lt;/mi&gt;&lt;/mrow&gt;&lt;mrow&gt;&lt;mi&gt;cos&lt;/mi&gt;&lt;mo data-mjx-texclass=&quot;NONE&quot;&gt;⁡&lt;/mo&gt;&lt;mrow data-mjx-texclass=&quot;INNER&quot;&gt;&lt;mo data-mjx-texclass=&quot;OPEN&quot;&gt;(&lt;/mo&gt;&lt;mi&gt;θ&lt;/mi&gt;&lt;mrow data-mjx-texclass=&quot;ORD&quot;&gt;&lt;mo data-mjx-pseudoscript=&quot;true&quot;&gt;°&lt;/mo&gt;&lt;/mrow&gt;&lt;mo data-mjx-texclass=&quot;CLOSE&quot;&gt;)&lt;/mo&gt;&lt;/mrow&gt;&lt;/mrow&gt;&lt;/mfrac&gt;&lt;mtext&gt;&lt;/mtext&gt;&lt;/math&gt;" id="980" name="Google Shape;980;p71" title="a d j over h equals cosine theta degrees a d j over cosine theta degrees equals h h times cosine theta degrees equals a d j cosine theta degrees equals a d j over h h equals a d j over cosine theta degrees"/>
            <p:cNvPicPr preferRelativeResize="0"/>
            <p:nvPr/>
          </p:nvPicPr>
          <p:blipFill rotWithShape="1">
            <a:blip r:embed="rId6">
              <a:alphaModFix/>
            </a:blip>
            <a:srcRect b="23273" l="39617" r="51905" t="23273"/>
            <a:stretch/>
          </p:blipFill>
          <p:spPr>
            <a:xfrm>
              <a:off x="6074298" y="1996190"/>
              <a:ext cx="880251" cy="336750"/>
            </a:xfrm>
            <a:prstGeom prst="rect">
              <a:avLst/>
            </a:prstGeom>
            <a:noFill/>
            <a:ln>
              <a:noFill/>
            </a:ln>
          </p:spPr>
        </p:pic>
        <p:cxnSp>
          <p:nvCxnSpPr>
            <p:cNvPr id="981" name="Google Shape;981;p71"/>
            <p:cNvCxnSpPr/>
            <p:nvPr/>
          </p:nvCxnSpPr>
          <p:spPr>
            <a:xfrm>
              <a:off x="6121375" y="1974700"/>
              <a:ext cx="795600" cy="0"/>
            </a:xfrm>
            <a:prstGeom prst="straightConnector1">
              <a:avLst/>
            </a:prstGeom>
            <a:noFill/>
            <a:ln cap="flat" cmpd="sng" w="19050">
              <a:solidFill>
                <a:schemeClr val="dk1"/>
              </a:solidFill>
              <a:prstDash val="solid"/>
              <a:round/>
              <a:headEnd len="med" w="med" type="none"/>
              <a:tailEnd len="med" w="med" type="none"/>
            </a:ln>
          </p:spPr>
        </p:cxnSp>
      </p:grpSp>
      <p:grpSp>
        <p:nvGrpSpPr>
          <p:cNvPr id="982" name="Google Shape;982;p71"/>
          <p:cNvGrpSpPr/>
          <p:nvPr/>
        </p:nvGrpSpPr>
        <p:grpSpPr>
          <a:xfrm>
            <a:off x="6177280" y="1706246"/>
            <a:ext cx="756857" cy="553001"/>
            <a:chOff x="1490986" y="1328856"/>
            <a:chExt cx="168000" cy="553001"/>
          </a:xfrm>
        </p:grpSpPr>
        <p:cxnSp>
          <p:nvCxnSpPr>
            <p:cNvPr id="983" name="Google Shape;983;p71"/>
            <p:cNvCxnSpPr/>
            <p:nvPr/>
          </p:nvCxnSpPr>
          <p:spPr>
            <a:xfrm>
              <a:off x="1490986" y="1328856"/>
              <a:ext cx="168000" cy="191100"/>
            </a:xfrm>
            <a:prstGeom prst="straightConnector1">
              <a:avLst/>
            </a:prstGeom>
            <a:noFill/>
            <a:ln cap="flat" cmpd="sng" w="19050">
              <a:solidFill>
                <a:schemeClr val="dk1"/>
              </a:solidFill>
              <a:prstDash val="solid"/>
              <a:round/>
              <a:headEnd len="med" w="med" type="none"/>
              <a:tailEnd len="med" w="med" type="none"/>
            </a:ln>
          </p:spPr>
        </p:cxnSp>
        <p:cxnSp>
          <p:nvCxnSpPr>
            <p:cNvPr id="984" name="Google Shape;984;p71"/>
            <p:cNvCxnSpPr/>
            <p:nvPr/>
          </p:nvCxnSpPr>
          <p:spPr>
            <a:xfrm>
              <a:off x="1490986" y="1690756"/>
              <a:ext cx="168000" cy="191100"/>
            </a:xfrm>
            <a:prstGeom prst="straightConnector1">
              <a:avLst/>
            </a:prstGeom>
            <a:noFill/>
            <a:ln cap="flat" cmpd="sng" w="19050">
              <a:solidFill>
                <a:schemeClr val="dk1"/>
              </a:solidFill>
              <a:prstDash val="solid"/>
              <a:round/>
              <a:headEnd len="med" w="med" type="none"/>
              <a:tailEnd len="med" w="med" type="none"/>
            </a:ln>
          </p:spPr>
        </p:cxnSp>
      </p:grpSp>
      <p:pic>
        <p:nvPicPr>
          <p:cNvPr descr="&lt;math xmlns=&quot;http://www.w3.org/1998/Math/MathML&quot; display=&quot;block&quot; data-is-equatio=&quot;1&quot; data-latex=&quot;\frac{\text{adj}}{h}=\cos\left(\theta°\right)\ \ \ \ \ \frac{\text{ad}\text{j}}{\cos\left(\theta°\right)}=h\ \ \ \ \ h\times\cos\left(\theta°\right)=\text{adj}&quot;&gt;&lt;mfrac&gt;&lt;mtext&gt;adj&lt;/mtext&gt;&lt;mi&gt;h&lt;/mi&gt;&lt;/mfrac&gt;&lt;mo&gt;=&lt;/mo&gt;&lt;mi&gt;cos&lt;/mi&gt;&lt;mo data-mjx-texclass=&quot;NONE&quot;&gt;⁡&lt;/mo&gt;&lt;mrow data-mjx-texclass=&quot;INNER&quot;&gt;&lt;mo data-mjx-texclass=&quot;OPEN&quot;&gt;(&lt;/mo&gt;&lt;mi&gt;θ&lt;/mi&gt;&lt;mrow data-mjx-texclass=&quot;ORD&quot;&gt;&lt;mo data-mjx-pseudoscript=&quot;true&quot;&gt;°&lt;/mo&gt;&lt;/mrow&gt;&lt;mo data-mjx-texclass=&quot;CLOSE&quot;&gt;)&lt;/mo&gt;&lt;/mrow&gt;&lt;mtext&gt;&lt;/mtext&gt;&lt;mtext&gt;&lt;/mtext&gt;&lt;mtext&gt;&lt;/mtext&gt;&lt;mtext&gt;&lt;/mtext&gt;&lt;mtext&gt;&lt;/mtext&gt;&lt;mfrac&gt;&lt;mrow&gt;&lt;mtext&gt;ad&lt;/mtext&gt;&lt;mtext&gt;j&lt;/mtext&gt;&lt;/mrow&gt;&lt;mrow&gt;&lt;mi&gt;cos&lt;/mi&gt;&lt;mo data-mjx-texclass=&quot;NONE&quot;&gt;⁡&lt;/mo&gt;&lt;mrow data-mjx-texclass=&quot;INNER&quot;&gt;&lt;mo data-mjx-texclass=&quot;OPEN&quot;&gt;(&lt;/mo&gt;&lt;mi&gt;θ&lt;/mi&gt;&lt;mrow data-mjx-texclass=&quot;ORD&quot;&gt;&lt;mo data-mjx-pseudoscript=&quot;true&quot;&gt;°&lt;/mo&gt;&lt;/mrow&gt;&lt;mo data-mjx-texclass=&quot;CLOSE&quot;&gt;)&lt;/mo&gt;&lt;/mrow&gt;&lt;/mrow&gt;&lt;/mfrac&gt;&lt;mo&gt;=&lt;/mo&gt;&lt;mi&gt;h&lt;/mi&gt;&lt;mtext&gt;&lt;/mtext&gt;&lt;mtext&gt;&lt;/mtext&gt;&lt;mtext&gt;&lt;/mtext&gt;&lt;mtext&gt;&lt;/mtext&gt;&lt;mtext&gt;&lt;/mtext&gt;&lt;mi&gt;h&lt;/mi&gt;&lt;mo&gt;×&lt;/mo&gt;&lt;mi&gt;cos&lt;/mi&gt;&lt;mo data-mjx-texclass=&quot;NONE&quot;&gt;⁡&lt;/mo&gt;&lt;mrow data-mjx-texclass=&quot;INNER&quot;&gt;&lt;mo data-mjx-texclass=&quot;OPEN&quot;&gt;(&lt;/mo&gt;&lt;mi&gt;θ&lt;/mi&gt;&lt;mrow data-mjx-texclass=&quot;ORD&quot;&gt;&lt;mo data-mjx-pseudoscript=&quot;true&quot;&gt;°&lt;/mo&gt;&lt;/mrow&gt;&lt;mo data-mjx-texclass=&quot;CLOSE&quot;&gt;)&lt;/mo&gt;&lt;/mrow&gt;&lt;mo&gt;=&lt;/mo&gt;&lt;mtext&gt;adj&lt;/mtext&gt;&lt;/math&gt;" id="985" name="Google Shape;985;p71" title="adj over h equals cosine theta degrees the fraction with numerator ad j and denominator cosine theta degrees equals h h times cosine theta degrees equals adj"/>
          <p:cNvPicPr preferRelativeResize="0"/>
          <p:nvPr/>
        </p:nvPicPr>
        <p:blipFill rotWithShape="1">
          <a:blip r:embed="rId3">
            <a:alphaModFix/>
          </a:blip>
          <a:srcRect b="57359" l="0" r="92567" t="0"/>
          <a:stretch/>
        </p:blipFill>
        <p:spPr>
          <a:xfrm>
            <a:off x="3013963" y="1681277"/>
            <a:ext cx="423325" cy="279475"/>
          </a:xfrm>
          <a:prstGeom prst="rect">
            <a:avLst/>
          </a:prstGeom>
          <a:noFill/>
          <a:ln>
            <a:noFill/>
          </a:ln>
        </p:spPr>
      </p:pic>
      <p:pic>
        <p:nvPicPr>
          <p:cNvPr descr="&lt;math xmlns=&quot;http://www.w3.org/1998/Math/MathML&quot; display=&quot;block&quot; data-is-equatio=&quot;1&quot; data-latex=&quot;\frac{\text{adj}}{h}=\cos\left(\theta°\right)\ \ \ \ \ \frac{\text{ad}\text{j}}{\cos\left(\theta°\right)}=h\ \ \ \ \ h\times\cos\left(\theta°\right)=\text{adj}&quot;&gt;&lt;mfrac&gt;&lt;mtext&gt;adj&lt;/mtext&gt;&lt;mi&gt;h&lt;/mi&gt;&lt;/mfrac&gt;&lt;mo&gt;=&lt;/mo&gt;&lt;mi&gt;cos&lt;/mi&gt;&lt;mo data-mjx-texclass=&quot;NONE&quot;&gt;⁡&lt;/mo&gt;&lt;mrow data-mjx-texclass=&quot;INNER&quot;&gt;&lt;mo data-mjx-texclass=&quot;OPEN&quot;&gt;(&lt;/mo&gt;&lt;mi&gt;θ&lt;/mi&gt;&lt;mrow data-mjx-texclass=&quot;ORD&quot;&gt;&lt;mo data-mjx-pseudoscript=&quot;true&quot;&gt;°&lt;/mo&gt;&lt;/mrow&gt;&lt;mo data-mjx-texclass=&quot;CLOSE&quot;&gt;)&lt;/mo&gt;&lt;/mrow&gt;&lt;mtext&gt;&lt;/mtext&gt;&lt;mtext&gt;&lt;/mtext&gt;&lt;mtext&gt;&lt;/mtext&gt;&lt;mtext&gt;&lt;/mtext&gt;&lt;mtext&gt;&lt;/mtext&gt;&lt;mfrac&gt;&lt;mrow&gt;&lt;mtext&gt;ad&lt;/mtext&gt;&lt;mtext&gt;j&lt;/mtext&gt;&lt;/mrow&gt;&lt;mrow&gt;&lt;mi&gt;cos&lt;/mi&gt;&lt;mo data-mjx-texclass=&quot;NONE&quot;&gt;⁡&lt;/mo&gt;&lt;mrow data-mjx-texclass=&quot;INNER&quot;&gt;&lt;mo data-mjx-texclass=&quot;OPEN&quot;&gt;(&lt;/mo&gt;&lt;mi&gt;θ&lt;/mi&gt;&lt;mrow data-mjx-texclass=&quot;ORD&quot;&gt;&lt;mo data-mjx-pseudoscript=&quot;true&quot;&gt;°&lt;/mo&gt;&lt;/mrow&gt;&lt;mo data-mjx-texclass=&quot;CLOSE&quot;&gt;)&lt;/mo&gt;&lt;/mrow&gt;&lt;/mrow&gt;&lt;/mfrac&gt;&lt;mo&gt;=&lt;/mo&gt;&lt;mi&gt;h&lt;/mi&gt;&lt;mtext&gt;&lt;/mtext&gt;&lt;mtext&gt;&lt;/mtext&gt;&lt;mtext&gt;&lt;/mtext&gt;&lt;mtext&gt;&lt;/mtext&gt;&lt;mtext&gt;&lt;/mtext&gt;&lt;mi&gt;h&lt;/mi&gt;&lt;mo&gt;×&lt;/mo&gt;&lt;mi&gt;cos&lt;/mi&gt;&lt;mo data-mjx-texclass=&quot;NONE&quot;&gt;⁡&lt;/mo&gt;&lt;mrow data-mjx-texclass=&quot;INNER&quot;&gt;&lt;mo data-mjx-texclass=&quot;OPEN&quot;&gt;(&lt;/mo&gt;&lt;mi&gt;θ&lt;/mi&gt;&lt;mrow data-mjx-texclass=&quot;ORD&quot;&gt;&lt;mo data-mjx-pseudoscript=&quot;true&quot;&gt;°&lt;/mo&gt;&lt;/mrow&gt;&lt;mo data-mjx-texclass=&quot;CLOSE&quot;&gt;)&lt;/mo&gt;&lt;/mrow&gt;&lt;mo&gt;=&lt;/mo&gt;&lt;mtext&gt;adj&lt;/mtext&gt;&lt;/math&gt;" id="986" name="Google Shape;986;p71" title="adj over h equals cosine theta degrees the fraction with numerator ad j and denominator cosine theta degrees equals h h times cosine theta degrees equals adj"/>
          <p:cNvPicPr preferRelativeResize="0"/>
          <p:nvPr/>
        </p:nvPicPr>
        <p:blipFill rotWithShape="1">
          <a:blip r:embed="rId3">
            <a:alphaModFix/>
          </a:blip>
          <a:srcRect b="57359" l="0" r="92567" t="0"/>
          <a:stretch/>
        </p:blipFill>
        <p:spPr>
          <a:xfrm>
            <a:off x="7452350" y="1681277"/>
            <a:ext cx="423325" cy="279475"/>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965"/>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968"/>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971"/>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957"/>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964"/>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961"/>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978"/>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986"/>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979"/>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975"/>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982"/>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958"/>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959"/>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90" name="Shape 990"/>
        <p:cNvGrpSpPr/>
        <p:nvPr/>
      </p:nvGrpSpPr>
      <p:grpSpPr>
        <a:xfrm>
          <a:off x="0" y="0"/>
          <a:ext cx="0" cy="0"/>
          <a:chOff x="0" y="0"/>
          <a:chExt cx="0" cy="0"/>
        </a:xfrm>
      </p:grpSpPr>
      <p:pic>
        <p:nvPicPr>
          <p:cNvPr descr="&lt;math xmlns=&quot;http://www.w3.org/1998/Math/MathML&quot; display=&quot;block&quot; data-is-equatio=&quot;1&quot; data-latex=&quot;\frac{\text{adj}}{h}=\cos\left(\theta°\right)\ \ \ \ \ \frac{\text{ad}\text{j}}{\cos\left(\theta°\right)}=h\ \ \ \ \ h\times\cos\left(\theta°\right)=\text{adj}&quot;&gt;&lt;mfrac&gt;&lt;mtext&gt;adj&lt;/mtext&gt;&lt;mi&gt;h&lt;/mi&gt;&lt;/mfrac&gt;&lt;mo&gt;=&lt;/mo&gt;&lt;mi&gt;cos&lt;/mi&gt;&lt;mo data-mjx-texclass=&quot;NONE&quot;&gt;⁡&lt;/mo&gt;&lt;mrow data-mjx-texclass=&quot;INNER&quot;&gt;&lt;mo data-mjx-texclass=&quot;OPEN&quot;&gt;(&lt;/mo&gt;&lt;mi&gt;θ&lt;/mi&gt;&lt;mrow data-mjx-texclass=&quot;ORD&quot;&gt;&lt;mo data-mjx-pseudoscript=&quot;true&quot;&gt;°&lt;/mo&gt;&lt;/mrow&gt;&lt;mo data-mjx-texclass=&quot;CLOSE&quot;&gt;)&lt;/mo&gt;&lt;/mrow&gt;&lt;mtext&gt;&lt;/mtext&gt;&lt;mtext&gt;&lt;/mtext&gt;&lt;mtext&gt;&lt;/mtext&gt;&lt;mtext&gt;&lt;/mtext&gt;&lt;mtext&gt;&lt;/mtext&gt;&lt;mfrac&gt;&lt;mrow&gt;&lt;mtext&gt;ad&lt;/mtext&gt;&lt;mtext&gt;j&lt;/mtext&gt;&lt;/mrow&gt;&lt;mrow&gt;&lt;mi&gt;cos&lt;/mi&gt;&lt;mo data-mjx-texclass=&quot;NONE&quot;&gt;⁡&lt;/mo&gt;&lt;mrow data-mjx-texclass=&quot;INNER&quot;&gt;&lt;mo data-mjx-texclass=&quot;OPEN&quot;&gt;(&lt;/mo&gt;&lt;mi&gt;θ&lt;/mi&gt;&lt;mrow data-mjx-texclass=&quot;ORD&quot;&gt;&lt;mo data-mjx-pseudoscript=&quot;true&quot;&gt;°&lt;/mo&gt;&lt;/mrow&gt;&lt;mo data-mjx-texclass=&quot;CLOSE&quot;&gt;)&lt;/mo&gt;&lt;/mrow&gt;&lt;/mrow&gt;&lt;/mfrac&gt;&lt;mo&gt;=&lt;/mo&gt;&lt;mi&gt;h&lt;/mi&gt;&lt;mtext&gt;&lt;/mtext&gt;&lt;mtext&gt;&lt;/mtext&gt;&lt;mtext&gt;&lt;/mtext&gt;&lt;mtext&gt;&lt;/mtext&gt;&lt;mtext&gt;&lt;/mtext&gt;&lt;mi&gt;h&lt;/mi&gt;&lt;mo&gt;×&lt;/mo&gt;&lt;mi&gt;cos&lt;/mi&gt;&lt;mo data-mjx-texclass=&quot;NONE&quot;&gt;⁡&lt;/mo&gt;&lt;mrow data-mjx-texclass=&quot;INNER&quot;&gt;&lt;mo data-mjx-texclass=&quot;OPEN&quot;&gt;(&lt;/mo&gt;&lt;mi&gt;θ&lt;/mi&gt;&lt;mrow data-mjx-texclass=&quot;ORD&quot;&gt;&lt;mo data-mjx-pseudoscript=&quot;true&quot;&gt;°&lt;/mo&gt;&lt;/mrow&gt;&lt;mo data-mjx-texclass=&quot;CLOSE&quot;&gt;)&lt;/mo&gt;&lt;/mrow&gt;&lt;mo&gt;=&lt;/mo&gt;&lt;mtext&gt;adj&lt;/mtext&gt;&lt;/math&gt;" id="991" name="Google Shape;991;p72" title="adj over h equals cosine theta degrees the fraction with numerator ad j and denominator cosine theta degrees equals h h times cosine theta degrees equals adj"/>
          <p:cNvPicPr preferRelativeResize="0"/>
          <p:nvPr/>
        </p:nvPicPr>
        <p:blipFill rotWithShape="1">
          <a:blip r:embed="rId3">
            <a:alphaModFix/>
          </a:blip>
          <a:srcRect b="0" l="64787" r="0" t="0"/>
          <a:stretch/>
        </p:blipFill>
        <p:spPr>
          <a:xfrm>
            <a:off x="790743" y="1871723"/>
            <a:ext cx="2005649" cy="655425"/>
          </a:xfrm>
          <a:prstGeom prst="rect">
            <a:avLst/>
          </a:prstGeom>
          <a:noFill/>
          <a:ln>
            <a:noFill/>
          </a:ln>
        </p:spPr>
      </p:pic>
      <p:pic>
        <p:nvPicPr>
          <p:cNvPr descr="&lt;math xmlns=&quot;http://www.w3.org/1998/Math/MathML&quot; display=&quot;block&quot; data-is-equatio=&quot;1&quot; data-latex=&quot;\frac{\text{adj}}{h}=\cos\left(\theta°\right)\ \ \ \ \ \frac{\text{ad}\text{j}}{\cos\left(\theta°\right)}=h\ \ \ \ \ h\times\cos\left(\theta°\right)=\text{adj}&quot;&gt;&lt;mfrac&gt;&lt;mtext&gt;adj&lt;/mtext&gt;&lt;mi&gt;h&lt;/mi&gt;&lt;/mfrac&gt;&lt;mo&gt;=&lt;/mo&gt;&lt;mi&gt;cos&lt;/mi&gt;&lt;mo data-mjx-texclass=&quot;NONE&quot;&gt;⁡&lt;/mo&gt;&lt;mrow data-mjx-texclass=&quot;INNER&quot;&gt;&lt;mo data-mjx-texclass=&quot;OPEN&quot;&gt;(&lt;/mo&gt;&lt;mi&gt;θ&lt;/mi&gt;&lt;mrow data-mjx-texclass=&quot;ORD&quot;&gt;&lt;mo data-mjx-pseudoscript=&quot;true&quot;&gt;°&lt;/mo&gt;&lt;/mrow&gt;&lt;mo data-mjx-texclass=&quot;CLOSE&quot;&gt;)&lt;/mo&gt;&lt;/mrow&gt;&lt;mtext&gt;&lt;/mtext&gt;&lt;mtext&gt;&lt;/mtext&gt;&lt;mtext&gt;&lt;/mtext&gt;&lt;mtext&gt;&lt;/mtext&gt;&lt;mtext&gt;&lt;/mtext&gt;&lt;mfrac&gt;&lt;mrow&gt;&lt;mtext&gt;ad&lt;/mtext&gt;&lt;mtext&gt;j&lt;/mtext&gt;&lt;/mrow&gt;&lt;mrow&gt;&lt;mi&gt;cos&lt;/mi&gt;&lt;mo data-mjx-texclass=&quot;NONE&quot;&gt;⁡&lt;/mo&gt;&lt;mrow data-mjx-texclass=&quot;INNER&quot;&gt;&lt;mo data-mjx-texclass=&quot;OPEN&quot;&gt;(&lt;/mo&gt;&lt;mi&gt;θ&lt;/mi&gt;&lt;mrow data-mjx-texclass=&quot;ORD&quot;&gt;&lt;mo data-mjx-pseudoscript=&quot;true&quot;&gt;°&lt;/mo&gt;&lt;/mrow&gt;&lt;mo data-mjx-texclass=&quot;CLOSE&quot;&gt;)&lt;/mo&gt;&lt;/mrow&gt;&lt;/mrow&gt;&lt;/mfrac&gt;&lt;mo&gt;=&lt;/mo&gt;&lt;mi&gt;h&lt;/mi&gt;&lt;mtext&gt;&lt;/mtext&gt;&lt;mtext&gt;&lt;/mtext&gt;&lt;mtext&gt;&lt;/mtext&gt;&lt;mtext&gt;&lt;/mtext&gt;&lt;mtext&gt;&lt;/mtext&gt;&lt;mi&gt;h&lt;/mi&gt;&lt;mo&gt;×&lt;/mo&gt;&lt;mi&gt;cos&lt;/mi&gt;&lt;mo data-mjx-texclass=&quot;NONE&quot;&gt;⁡&lt;/mo&gt;&lt;mrow data-mjx-texclass=&quot;INNER&quot;&gt;&lt;mo data-mjx-texclass=&quot;OPEN&quot;&gt;(&lt;/mo&gt;&lt;mi&gt;θ&lt;/mi&gt;&lt;mrow data-mjx-texclass=&quot;ORD&quot;&gt;&lt;mo data-mjx-pseudoscript=&quot;true&quot;&gt;°&lt;/mo&gt;&lt;/mrow&gt;&lt;mo data-mjx-texclass=&quot;CLOSE&quot;&gt;)&lt;/mo&gt;&lt;/mrow&gt;&lt;mo&gt;=&lt;/mo&gt;&lt;mtext&gt;adj&lt;/mtext&gt;&lt;/math&gt;" id="992" name="Google Shape;992;p72" title="adj over h equals cosine theta degrees the fraction with numerator ad j and denominator cosine theta degrees equals h h times cosine theta degrees equals adj"/>
          <p:cNvPicPr preferRelativeResize="0"/>
          <p:nvPr/>
        </p:nvPicPr>
        <p:blipFill rotWithShape="1">
          <a:blip r:embed="rId3">
            <a:alphaModFix/>
          </a:blip>
          <a:srcRect b="0" l="34162" r="36761" t="0"/>
          <a:stretch/>
        </p:blipFill>
        <p:spPr>
          <a:xfrm>
            <a:off x="768001" y="2944425"/>
            <a:ext cx="1656126" cy="655425"/>
          </a:xfrm>
          <a:prstGeom prst="rect">
            <a:avLst/>
          </a:prstGeom>
          <a:noFill/>
          <a:ln>
            <a:noFill/>
          </a:ln>
        </p:spPr>
      </p:pic>
      <p:pic>
        <p:nvPicPr>
          <p:cNvPr descr="&lt;math xmlns=&quot;http://www.w3.org/1998/Math/MathML&quot; display=&quot;block&quot; data-is-equatio=&quot;1&quot; data-latex=&quot;\frac{\text{adj}}{h}=\cos\left(\theta°\right)\ \ \ \ \ \frac{\text{ad}\text{j}}{\cos\left(\theta°\right)}=h\ \ \ \ \ h\times\cos\left(\theta°\right)=\text{adj}&quot;&gt;&lt;mfrac&gt;&lt;mtext&gt;adj&lt;/mtext&gt;&lt;mi&gt;h&lt;/mi&gt;&lt;/mfrac&gt;&lt;mo&gt;=&lt;/mo&gt;&lt;mi&gt;cos&lt;/mi&gt;&lt;mo data-mjx-texclass=&quot;NONE&quot;&gt;⁡&lt;/mo&gt;&lt;mrow data-mjx-texclass=&quot;INNER&quot;&gt;&lt;mo data-mjx-texclass=&quot;OPEN&quot;&gt;(&lt;/mo&gt;&lt;mi&gt;θ&lt;/mi&gt;&lt;mrow data-mjx-texclass=&quot;ORD&quot;&gt;&lt;mo data-mjx-pseudoscript=&quot;true&quot;&gt;°&lt;/mo&gt;&lt;/mrow&gt;&lt;mo data-mjx-texclass=&quot;CLOSE&quot;&gt;)&lt;/mo&gt;&lt;/mrow&gt;&lt;mtext&gt;&lt;/mtext&gt;&lt;mtext&gt;&lt;/mtext&gt;&lt;mtext&gt;&lt;/mtext&gt;&lt;mtext&gt;&lt;/mtext&gt;&lt;mtext&gt;&lt;/mtext&gt;&lt;mfrac&gt;&lt;mrow&gt;&lt;mtext&gt;ad&lt;/mtext&gt;&lt;mtext&gt;j&lt;/mtext&gt;&lt;/mrow&gt;&lt;mrow&gt;&lt;mi&gt;cos&lt;/mi&gt;&lt;mo data-mjx-texclass=&quot;NONE&quot;&gt;⁡&lt;/mo&gt;&lt;mrow data-mjx-texclass=&quot;INNER&quot;&gt;&lt;mo data-mjx-texclass=&quot;OPEN&quot;&gt;(&lt;/mo&gt;&lt;mi&gt;θ&lt;/mi&gt;&lt;mrow data-mjx-texclass=&quot;ORD&quot;&gt;&lt;mo data-mjx-pseudoscript=&quot;true&quot;&gt;°&lt;/mo&gt;&lt;/mrow&gt;&lt;mo data-mjx-texclass=&quot;CLOSE&quot;&gt;)&lt;/mo&gt;&lt;/mrow&gt;&lt;/mrow&gt;&lt;/mfrac&gt;&lt;mo&gt;=&lt;/mo&gt;&lt;mi&gt;h&lt;/mi&gt;&lt;mtext&gt;&lt;/mtext&gt;&lt;mtext&gt;&lt;/mtext&gt;&lt;mtext&gt;&lt;/mtext&gt;&lt;mtext&gt;&lt;/mtext&gt;&lt;mtext&gt;&lt;/mtext&gt;&lt;mi&gt;h&lt;/mi&gt;&lt;mo&gt;×&lt;/mo&gt;&lt;mi&gt;cos&lt;/mi&gt;&lt;mo data-mjx-texclass=&quot;NONE&quot;&gt;⁡&lt;/mo&gt;&lt;mrow data-mjx-texclass=&quot;INNER&quot;&gt;&lt;mo data-mjx-texclass=&quot;OPEN&quot;&gt;(&lt;/mo&gt;&lt;mi&gt;θ&lt;/mi&gt;&lt;mrow data-mjx-texclass=&quot;ORD&quot;&gt;&lt;mo data-mjx-pseudoscript=&quot;true&quot;&gt;°&lt;/mo&gt;&lt;/mrow&gt;&lt;mo data-mjx-texclass=&quot;CLOSE&quot;&gt;)&lt;/mo&gt;&lt;/mrow&gt;&lt;mo&gt;=&lt;/mo&gt;&lt;mtext&gt;adj&lt;/mtext&gt;&lt;/math&gt;" id="993" name="Google Shape;993;p72" title="adj over h equals cosine theta degrees the fraction with numerator ad j and denominator cosine theta degrees equals h h times cosine theta degrees equals adj"/>
          <p:cNvPicPr preferRelativeResize="0"/>
          <p:nvPr/>
        </p:nvPicPr>
        <p:blipFill rotWithShape="1">
          <a:blip r:embed="rId3">
            <a:alphaModFix/>
          </a:blip>
          <a:srcRect b="0" l="0" r="70923" t="0"/>
          <a:stretch/>
        </p:blipFill>
        <p:spPr>
          <a:xfrm>
            <a:off x="904859" y="4015609"/>
            <a:ext cx="1656126" cy="655400"/>
          </a:xfrm>
          <a:prstGeom prst="rect">
            <a:avLst/>
          </a:prstGeom>
          <a:noFill/>
          <a:ln>
            <a:noFill/>
          </a:ln>
        </p:spPr>
      </p:pic>
      <p:pic>
        <p:nvPicPr>
          <p:cNvPr descr="&lt;math xmlns=&quot;http://www.w3.org/1998/Math/MathML&quot; display=&quot;block&quot; data-is-equatio=&quot;1&quot; data-latex=&quot;\textcolor{#845ad9}{\frac{21}{b}=\cos\left(72°\right)\ \ \ \ \ \frac{21}{\cos\left(72°\right)}=b\ \ \ \ \ b\times\cos\left(72°\right)=21}&quot;&gt;&lt;mstyle mathcolor=&quot;#845ad9&quot;&gt;&lt;mfrac&gt;&lt;mn&gt;21&lt;/mn&gt;&lt;mi&gt;b&lt;/mi&gt;&lt;/mfrac&gt;&lt;mo&gt;=&lt;/mo&gt;&lt;mi&gt;cos&lt;/mi&gt;&lt;mo data-mjx-texclass=&quot;NONE&quot;&gt;⁡&lt;/mo&gt;&lt;mrow data-mjx-texclass=&quot;INNER&quot;&gt;&lt;mo data-mjx-texclass=&quot;OPEN&quot;&gt;(&lt;/mo&gt;&lt;mn&gt;72&lt;/mn&gt;&lt;mrow data-mjx-texclass=&quot;ORD&quot;&gt;&lt;mo data-mjx-pseudoscript=&quot;true&quot;&gt;°&lt;/mo&gt;&lt;/mrow&gt;&lt;mo data-mjx-texclass=&quot;CLOSE&quot;&gt;)&lt;/mo&gt;&lt;/mrow&gt;&lt;mtext&gt;&lt;/mtext&gt;&lt;mtext&gt;&lt;/mtext&gt;&lt;mtext&gt;&lt;/mtext&gt;&lt;mtext&gt;&lt;/mtext&gt;&lt;mtext&gt;&lt;/mtext&gt;&lt;mfrac&gt;&lt;mn&gt;21&lt;/mn&gt;&lt;mrow&gt;&lt;mi&gt;cos&lt;/mi&gt;&lt;mo data-mjx-texclass=&quot;NONE&quot;&gt;⁡&lt;/mo&gt;&lt;mrow data-mjx-texclass=&quot;INNER&quot;&gt;&lt;mo data-mjx-texclass=&quot;OPEN&quot;&gt;(&lt;/mo&gt;&lt;mn&gt;72&lt;/mn&gt;&lt;mrow data-mjx-texclass=&quot;ORD&quot;&gt;&lt;mo data-mjx-pseudoscript=&quot;true&quot;&gt;°&lt;/mo&gt;&lt;/mrow&gt;&lt;mo data-mjx-texclass=&quot;CLOSE&quot;&gt;)&lt;/mo&gt;&lt;/mrow&gt;&lt;/mrow&gt;&lt;/mfrac&gt;&lt;mo&gt;=&lt;/mo&gt;&lt;mi&gt;b&lt;/mi&gt;&lt;mtext&gt;&lt;/mtext&gt;&lt;mtext&gt;&lt;/mtext&gt;&lt;mtext&gt;&lt;/mtext&gt;&lt;mtext&gt;&lt;/mtext&gt;&lt;mtext&gt;&lt;/mtext&gt;&lt;mi&gt;b&lt;/mi&gt;&lt;mo&gt;×&lt;/mo&gt;&lt;mi&gt;cos&lt;/mi&gt;&lt;mo data-mjx-texclass=&quot;NONE&quot;&gt;⁡&lt;/mo&gt;&lt;mrow data-mjx-texclass=&quot;INNER&quot;&gt;&lt;mo data-mjx-texclass=&quot;OPEN&quot;&gt;(&lt;/mo&gt;&lt;mn&gt;72&lt;/mn&gt;&lt;mrow data-mjx-texclass=&quot;ORD&quot;&gt;&lt;mo data-mjx-pseudoscript=&quot;true&quot;&gt;°&lt;/mo&gt;&lt;/mrow&gt;&lt;mo data-mjx-texclass=&quot;CLOSE&quot;&gt;)&lt;/mo&gt;&lt;/mrow&gt;&lt;mo&gt;=&lt;/mo&gt;&lt;mn&gt;21&lt;/mn&gt;&lt;/mstyle&gt;&lt;/math&gt;" id="994" name="Google Shape;994;p72" title="21 over b equals cosine 72 degrees 21 over cosine 72 degrees equals b b times cosine 72 degrees equals 21"/>
          <p:cNvPicPr preferRelativeResize="0"/>
          <p:nvPr/>
        </p:nvPicPr>
        <p:blipFill rotWithShape="1">
          <a:blip r:embed="rId4">
            <a:alphaModFix/>
          </a:blip>
          <a:srcRect b="0" l="0" r="71516" t="0"/>
          <a:stretch/>
        </p:blipFill>
        <p:spPr>
          <a:xfrm>
            <a:off x="3066723" y="4074750"/>
            <a:ext cx="1505273" cy="561600"/>
          </a:xfrm>
          <a:prstGeom prst="rect">
            <a:avLst/>
          </a:prstGeom>
          <a:noFill/>
          <a:ln>
            <a:noFill/>
          </a:ln>
        </p:spPr>
      </p:pic>
      <p:pic>
        <p:nvPicPr>
          <p:cNvPr descr="&lt;math xmlns=&quot;http://www.w3.org/1998/Math/MathML&quot; display=&quot;block&quot; data-is-equatio=&quot;1&quot; data-latex=&quot;\textcolor{#845ad9}{\frac{21}{b}=\cos\left(72°\right)\ \ \ \ \ \frac{21}{\cos\left(72°\right)}=b\ \ \ \ \ b\times\cos\left(72°\right)=21}&quot;&gt;&lt;mstyle mathcolor=&quot;#845ad9&quot;&gt;&lt;mfrac&gt;&lt;mn&gt;21&lt;/mn&gt;&lt;mi&gt;b&lt;/mi&gt;&lt;/mfrac&gt;&lt;mo&gt;=&lt;/mo&gt;&lt;mi&gt;cos&lt;/mi&gt;&lt;mo data-mjx-texclass=&quot;NONE&quot;&gt;⁡&lt;/mo&gt;&lt;mrow data-mjx-texclass=&quot;INNER&quot;&gt;&lt;mo data-mjx-texclass=&quot;OPEN&quot;&gt;(&lt;/mo&gt;&lt;mn&gt;72&lt;/mn&gt;&lt;mrow data-mjx-texclass=&quot;ORD&quot;&gt;&lt;mo data-mjx-pseudoscript=&quot;true&quot;&gt;°&lt;/mo&gt;&lt;/mrow&gt;&lt;mo data-mjx-texclass=&quot;CLOSE&quot;&gt;)&lt;/mo&gt;&lt;/mrow&gt;&lt;mtext&gt;&lt;/mtext&gt;&lt;mtext&gt;&lt;/mtext&gt;&lt;mtext&gt;&lt;/mtext&gt;&lt;mtext&gt;&lt;/mtext&gt;&lt;mtext&gt;&lt;/mtext&gt;&lt;mfrac&gt;&lt;mn&gt;21&lt;/mn&gt;&lt;mrow&gt;&lt;mi&gt;cos&lt;/mi&gt;&lt;mo data-mjx-texclass=&quot;NONE&quot;&gt;⁡&lt;/mo&gt;&lt;mrow data-mjx-texclass=&quot;INNER&quot;&gt;&lt;mo data-mjx-texclass=&quot;OPEN&quot;&gt;(&lt;/mo&gt;&lt;mn&gt;72&lt;/mn&gt;&lt;mrow data-mjx-texclass=&quot;ORD&quot;&gt;&lt;mo data-mjx-pseudoscript=&quot;true&quot;&gt;°&lt;/mo&gt;&lt;/mrow&gt;&lt;mo data-mjx-texclass=&quot;CLOSE&quot;&gt;)&lt;/mo&gt;&lt;/mrow&gt;&lt;/mrow&gt;&lt;/mfrac&gt;&lt;mo&gt;=&lt;/mo&gt;&lt;mi&gt;b&lt;/mi&gt;&lt;mtext&gt;&lt;/mtext&gt;&lt;mtext&gt;&lt;/mtext&gt;&lt;mtext&gt;&lt;/mtext&gt;&lt;mtext&gt;&lt;/mtext&gt;&lt;mtext&gt;&lt;/mtext&gt;&lt;mi&gt;b&lt;/mi&gt;&lt;mo&gt;×&lt;/mo&gt;&lt;mi&gt;cos&lt;/mi&gt;&lt;mo data-mjx-texclass=&quot;NONE&quot;&gt;⁡&lt;/mo&gt;&lt;mrow data-mjx-texclass=&quot;INNER&quot;&gt;&lt;mo data-mjx-texclass=&quot;OPEN&quot;&gt;(&lt;/mo&gt;&lt;mn&gt;72&lt;/mn&gt;&lt;mrow data-mjx-texclass=&quot;ORD&quot;&gt;&lt;mo data-mjx-pseudoscript=&quot;true&quot;&gt;°&lt;/mo&gt;&lt;/mrow&gt;&lt;mo data-mjx-texclass=&quot;CLOSE&quot;&gt;)&lt;/mo&gt;&lt;/mrow&gt;&lt;mo&gt;=&lt;/mo&gt;&lt;mn&gt;21&lt;/mn&gt;&lt;/mstyle&gt;&lt;/math&gt;" id="995" name="Google Shape;995;p72" title="21 over b equals cosine 72 degrees 21 over cosine 72 degrees equals b b times cosine 72 degrees equals 21"/>
          <p:cNvPicPr preferRelativeResize="0"/>
          <p:nvPr/>
        </p:nvPicPr>
        <p:blipFill rotWithShape="1">
          <a:blip r:embed="rId4">
            <a:alphaModFix/>
          </a:blip>
          <a:srcRect b="0" l="34239" r="39499" t="0"/>
          <a:stretch/>
        </p:blipFill>
        <p:spPr>
          <a:xfrm>
            <a:off x="3029750" y="3005550"/>
            <a:ext cx="1387799" cy="561600"/>
          </a:xfrm>
          <a:prstGeom prst="rect">
            <a:avLst/>
          </a:prstGeom>
          <a:noFill/>
          <a:ln>
            <a:noFill/>
          </a:ln>
        </p:spPr>
      </p:pic>
      <p:pic>
        <p:nvPicPr>
          <p:cNvPr descr="&lt;math xmlns=&quot;http://www.w3.org/1998/Math/MathML&quot; display=&quot;block&quot; data-is-equatio=&quot;1&quot; data-latex=&quot;\textcolor{#845ad9}{\frac{21}{b}=\cos\left(72°\right)\ \ \ \ \ \frac{21}{\cos\left(72°\right)}=b\ \ \ \ \ b\times\cos\left(72°\right)=21}&quot;&gt;&lt;mstyle mathcolor=&quot;#845ad9&quot;&gt;&lt;mfrac&gt;&lt;mn&gt;21&lt;/mn&gt;&lt;mi&gt;b&lt;/mi&gt;&lt;/mfrac&gt;&lt;mo&gt;=&lt;/mo&gt;&lt;mi&gt;cos&lt;/mi&gt;&lt;mo data-mjx-texclass=&quot;NONE&quot;&gt;⁡&lt;/mo&gt;&lt;mrow data-mjx-texclass=&quot;INNER&quot;&gt;&lt;mo data-mjx-texclass=&quot;OPEN&quot;&gt;(&lt;/mo&gt;&lt;mn&gt;72&lt;/mn&gt;&lt;mrow data-mjx-texclass=&quot;ORD&quot;&gt;&lt;mo data-mjx-pseudoscript=&quot;true&quot;&gt;°&lt;/mo&gt;&lt;/mrow&gt;&lt;mo data-mjx-texclass=&quot;CLOSE&quot;&gt;)&lt;/mo&gt;&lt;/mrow&gt;&lt;mtext&gt;&lt;/mtext&gt;&lt;mtext&gt;&lt;/mtext&gt;&lt;mtext&gt;&lt;/mtext&gt;&lt;mtext&gt;&lt;/mtext&gt;&lt;mtext&gt;&lt;/mtext&gt;&lt;mfrac&gt;&lt;mn&gt;21&lt;/mn&gt;&lt;mrow&gt;&lt;mi&gt;cos&lt;/mi&gt;&lt;mo data-mjx-texclass=&quot;NONE&quot;&gt;⁡&lt;/mo&gt;&lt;mrow data-mjx-texclass=&quot;INNER&quot;&gt;&lt;mo data-mjx-texclass=&quot;OPEN&quot;&gt;(&lt;/mo&gt;&lt;mn&gt;72&lt;/mn&gt;&lt;mrow data-mjx-texclass=&quot;ORD&quot;&gt;&lt;mo data-mjx-pseudoscript=&quot;true&quot;&gt;°&lt;/mo&gt;&lt;/mrow&gt;&lt;mo data-mjx-texclass=&quot;CLOSE&quot;&gt;)&lt;/mo&gt;&lt;/mrow&gt;&lt;/mrow&gt;&lt;/mfrac&gt;&lt;mo&gt;=&lt;/mo&gt;&lt;mi&gt;b&lt;/mi&gt;&lt;mtext&gt;&lt;/mtext&gt;&lt;mtext&gt;&lt;/mtext&gt;&lt;mtext&gt;&lt;/mtext&gt;&lt;mtext&gt;&lt;/mtext&gt;&lt;mtext&gt;&lt;/mtext&gt;&lt;mi&gt;b&lt;/mi&gt;&lt;mo&gt;×&lt;/mo&gt;&lt;mi&gt;cos&lt;/mi&gt;&lt;mo data-mjx-texclass=&quot;NONE&quot;&gt;⁡&lt;/mo&gt;&lt;mrow data-mjx-texclass=&quot;INNER&quot;&gt;&lt;mo data-mjx-texclass=&quot;OPEN&quot;&gt;(&lt;/mo&gt;&lt;mn&gt;72&lt;/mn&gt;&lt;mrow data-mjx-texclass=&quot;ORD&quot;&gt;&lt;mo data-mjx-pseudoscript=&quot;true&quot;&gt;°&lt;/mo&gt;&lt;/mrow&gt;&lt;mo data-mjx-texclass=&quot;CLOSE&quot;&gt;)&lt;/mo&gt;&lt;/mrow&gt;&lt;mo&gt;=&lt;/mo&gt;&lt;mn&gt;21&lt;/mn&gt;&lt;/mstyle&gt;&lt;/math&gt;" id="996" name="Google Shape;996;p72" title="21 over b equals cosine 72 degrees 21 over cosine 72 degrees equals b b times cosine 72 degrees equals 21"/>
          <p:cNvPicPr preferRelativeResize="0"/>
          <p:nvPr/>
        </p:nvPicPr>
        <p:blipFill rotWithShape="1">
          <a:blip r:embed="rId4">
            <a:alphaModFix/>
          </a:blip>
          <a:srcRect b="0" l="65104" r="0" t="0"/>
          <a:stretch/>
        </p:blipFill>
        <p:spPr>
          <a:xfrm>
            <a:off x="3021955" y="1934175"/>
            <a:ext cx="1844124" cy="561600"/>
          </a:xfrm>
          <a:prstGeom prst="rect">
            <a:avLst/>
          </a:prstGeom>
          <a:noFill/>
          <a:ln>
            <a:noFill/>
          </a:ln>
        </p:spPr>
      </p:pic>
      <p:sp>
        <p:nvSpPr>
          <p:cNvPr id="997" name="Google Shape;997;p72"/>
          <p:cNvSpPr txBox="1"/>
          <p:nvPr>
            <p:ph type="title"/>
          </p:nvPr>
        </p:nvSpPr>
        <p:spPr>
          <a:xfrm>
            <a:off x="324000" y="0"/>
            <a:ext cx="7885200" cy="613500"/>
          </a:xfrm>
          <a:prstGeom prst="rect">
            <a:avLst/>
          </a:prstGeom>
        </p:spPr>
        <p:txBody>
          <a:bodyPr anchorCtr="0" anchor="ctr" bIns="0" lIns="0" spcFirstLastPara="1" rIns="0" wrap="square" tIns="0">
            <a:noAutofit/>
          </a:bodyPr>
          <a:lstStyle/>
          <a:p>
            <a:pPr indent="0" lvl="0" marL="0" rtl="0" algn="l">
              <a:spcBef>
                <a:spcPts val="0"/>
              </a:spcBef>
              <a:spcAft>
                <a:spcPts val="0"/>
              </a:spcAft>
              <a:buNone/>
            </a:pPr>
            <a:r>
              <a:rPr lang="en-GB"/>
              <a:t>Formalising the cosine formula</a:t>
            </a:r>
            <a:endParaRPr/>
          </a:p>
        </p:txBody>
      </p:sp>
      <p:sp>
        <p:nvSpPr>
          <p:cNvPr id="998" name="Google Shape;998;p72"/>
          <p:cNvSpPr/>
          <p:nvPr/>
        </p:nvSpPr>
        <p:spPr>
          <a:xfrm>
            <a:off x="6175249" y="3158886"/>
            <a:ext cx="980700" cy="981000"/>
          </a:xfrm>
          <a:prstGeom prst="arc">
            <a:avLst>
              <a:gd fmla="val 17449468" name="adj1"/>
              <a:gd fmla="val 53074" name="adj2"/>
            </a:avLst>
          </a:prstGeom>
          <a:solidFill>
            <a:srgbClr val="F3EEFB"/>
          </a:solidFill>
          <a:ln cap="flat" cmpd="sng" w="28575">
            <a:solidFill>
              <a:srgbClr val="845AD9"/>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sp>
        <p:nvSpPr>
          <p:cNvPr id="999" name="Google Shape;999;p72"/>
          <p:cNvSpPr/>
          <p:nvPr/>
        </p:nvSpPr>
        <p:spPr>
          <a:xfrm rot="-5400000">
            <a:off x="6158070" y="2490161"/>
            <a:ext cx="1668300" cy="650100"/>
          </a:xfrm>
          <a:prstGeom prst="rtTriangle">
            <a:avLst/>
          </a:prstGeom>
          <a:noFill/>
          <a:ln cap="flat" cmpd="sng" w="28575">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cxnSp>
        <p:nvCxnSpPr>
          <p:cNvPr id="1000" name="Google Shape;1000;p72"/>
          <p:cNvCxnSpPr/>
          <p:nvPr/>
        </p:nvCxnSpPr>
        <p:spPr>
          <a:xfrm flipH="1">
            <a:off x="6590919" y="1904861"/>
            <a:ext cx="650100" cy="1668300"/>
          </a:xfrm>
          <a:prstGeom prst="straightConnector1">
            <a:avLst/>
          </a:prstGeom>
          <a:noFill/>
          <a:ln cap="flat" cmpd="sng" w="28575">
            <a:solidFill>
              <a:srgbClr val="845AD9"/>
            </a:solidFill>
            <a:prstDash val="solid"/>
            <a:round/>
            <a:headEnd len="med" w="med" type="triangle"/>
            <a:tailEnd len="med" w="med" type="triangle"/>
          </a:ln>
        </p:spPr>
      </p:cxnSp>
      <p:cxnSp>
        <p:nvCxnSpPr>
          <p:cNvPr id="1001" name="Google Shape;1001;p72"/>
          <p:cNvCxnSpPr/>
          <p:nvPr/>
        </p:nvCxnSpPr>
        <p:spPr>
          <a:xfrm>
            <a:off x="6667176" y="3808911"/>
            <a:ext cx="667500" cy="0"/>
          </a:xfrm>
          <a:prstGeom prst="straightConnector1">
            <a:avLst/>
          </a:prstGeom>
          <a:noFill/>
          <a:ln cap="flat" cmpd="sng" w="28575">
            <a:solidFill>
              <a:srgbClr val="845AD9"/>
            </a:solidFill>
            <a:prstDash val="solid"/>
            <a:round/>
            <a:headEnd len="med" w="med" type="triangle"/>
            <a:tailEnd len="med" w="med" type="triangle"/>
          </a:ln>
        </p:spPr>
      </p:cxnSp>
      <p:sp>
        <p:nvSpPr>
          <p:cNvPr id="1002" name="Google Shape;1002;p72"/>
          <p:cNvSpPr txBox="1"/>
          <p:nvPr/>
        </p:nvSpPr>
        <p:spPr>
          <a:xfrm flipH="1">
            <a:off x="6698587" y="3402717"/>
            <a:ext cx="443700" cy="2505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Clr>
                <a:srgbClr val="000000"/>
              </a:buClr>
              <a:buSzPts val="1100"/>
              <a:buFont typeface="Arial"/>
              <a:buNone/>
            </a:pPr>
            <a:r>
              <a:rPr lang="en-GB" sz="1800">
                <a:latin typeface="Lexend"/>
                <a:ea typeface="Lexend"/>
                <a:cs typeface="Lexend"/>
                <a:sym typeface="Lexend"/>
              </a:rPr>
              <a:t>72°</a:t>
            </a:r>
            <a:endParaRPr sz="1800">
              <a:latin typeface="Lexend"/>
              <a:ea typeface="Lexend"/>
              <a:cs typeface="Lexend"/>
              <a:sym typeface="Lexend"/>
            </a:endParaRPr>
          </a:p>
        </p:txBody>
      </p:sp>
      <p:sp>
        <p:nvSpPr>
          <p:cNvPr id="1003" name="Google Shape;1003;p72"/>
          <p:cNvSpPr/>
          <p:nvPr/>
        </p:nvSpPr>
        <p:spPr>
          <a:xfrm>
            <a:off x="7229671" y="3561711"/>
            <a:ext cx="87600" cy="87600"/>
          </a:xfrm>
          <a:prstGeom prst="rect">
            <a:avLst/>
          </a:prstGeom>
          <a:noFill/>
          <a:ln cap="flat" cmpd="sng" w="19050">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sp>
        <p:nvSpPr>
          <p:cNvPr id="1004" name="Google Shape;1004;p72"/>
          <p:cNvSpPr txBox="1"/>
          <p:nvPr/>
        </p:nvSpPr>
        <p:spPr>
          <a:xfrm flipH="1">
            <a:off x="6631763" y="3889375"/>
            <a:ext cx="738300" cy="2505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Clr>
                <a:srgbClr val="000000"/>
              </a:buClr>
              <a:buSzPts val="1100"/>
              <a:buFont typeface="Arial"/>
              <a:buNone/>
            </a:pPr>
            <a:r>
              <a:rPr lang="en-GB" sz="1800">
                <a:latin typeface="Lexend"/>
                <a:ea typeface="Lexend"/>
                <a:cs typeface="Lexend"/>
                <a:sym typeface="Lexend"/>
              </a:rPr>
              <a:t>21 cm</a:t>
            </a:r>
            <a:endParaRPr sz="1800">
              <a:latin typeface="Lexend"/>
              <a:ea typeface="Lexend"/>
              <a:cs typeface="Lexend"/>
              <a:sym typeface="Lexend"/>
            </a:endParaRPr>
          </a:p>
        </p:txBody>
      </p:sp>
      <p:sp>
        <p:nvSpPr>
          <p:cNvPr id="1005" name="Google Shape;1005;p72"/>
          <p:cNvSpPr txBox="1"/>
          <p:nvPr/>
        </p:nvSpPr>
        <p:spPr>
          <a:xfrm flipH="1">
            <a:off x="6212684" y="2574748"/>
            <a:ext cx="624300" cy="250500"/>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Clr>
                <a:srgbClr val="000000"/>
              </a:buClr>
              <a:buSzPts val="1100"/>
              <a:buFont typeface="Arial"/>
              <a:buNone/>
            </a:pPr>
            <a:r>
              <a:rPr i="1" lang="en-GB" sz="2200">
                <a:solidFill>
                  <a:srgbClr val="000000"/>
                </a:solidFill>
                <a:latin typeface="Times New Roman"/>
                <a:ea typeface="Times New Roman"/>
                <a:cs typeface="Times New Roman"/>
                <a:sym typeface="Times New Roman"/>
              </a:rPr>
              <a:t>b</a:t>
            </a:r>
            <a:r>
              <a:rPr lang="en-GB" sz="1800">
                <a:solidFill>
                  <a:srgbClr val="000000"/>
                </a:solidFill>
                <a:latin typeface="Lexend"/>
                <a:ea typeface="Lexend"/>
                <a:cs typeface="Lexend"/>
                <a:sym typeface="Lexend"/>
              </a:rPr>
              <a:t> cm</a:t>
            </a:r>
            <a:endParaRPr sz="1800">
              <a:latin typeface="Lexend"/>
              <a:ea typeface="Lexend"/>
              <a:cs typeface="Lexend"/>
              <a:sym typeface="Lexend"/>
            </a:endParaRPr>
          </a:p>
        </p:txBody>
      </p:sp>
      <p:sp>
        <p:nvSpPr>
          <p:cNvPr id="1006" name="Google Shape;1006;p72"/>
          <p:cNvSpPr txBox="1"/>
          <p:nvPr/>
        </p:nvSpPr>
        <p:spPr>
          <a:xfrm>
            <a:off x="324000" y="610600"/>
            <a:ext cx="8496000" cy="8313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Clr>
                <a:srgbClr val="000000"/>
              </a:buClr>
              <a:buSzPts val="1100"/>
              <a:buFont typeface="Arial"/>
              <a:buNone/>
            </a:pPr>
            <a:r>
              <a:rPr lang="en-GB" sz="1800">
                <a:latin typeface="Lexend"/>
                <a:ea typeface="Lexend"/>
                <a:cs typeface="Lexend"/>
                <a:sym typeface="Lexend"/>
              </a:rPr>
              <a:t>We can substitute values in a right-angled triangle into each version of the cosine formula to represent the relationship between the side adjacent to an angle and the hypotenuse in different ways.</a:t>
            </a:r>
            <a:endParaRPr sz="1800">
              <a:latin typeface="Lexend"/>
              <a:ea typeface="Lexend"/>
              <a:cs typeface="Lexend"/>
              <a:sym typeface="Lexend"/>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996"/>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995"/>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994"/>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10" name="Shape 1010"/>
        <p:cNvGrpSpPr/>
        <p:nvPr/>
      </p:nvGrpSpPr>
      <p:grpSpPr>
        <a:xfrm>
          <a:off x="0" y="0"/>
          <a:ext cx="0" cy="0"/>
          <a:chOff x="0" y="0"/>
          <a:chExt cx="0" cy="0"/>
        </a:xfrm>
      </p:grpSpPr>
      <p:pic>
        <p:nvPicPr>
          <p:cNvPr descr="&lt;math xmlns=&quot;http://www.w3.org/1998/Math/MathML&quot; display=&quot;block&quot; data-is-equatio=&quot;1&quot; data-latex=&quot;20\times\cos\left(38°\right)=adj\ \ \ \ \ \ \ \ \cos\left(38°\right)=\frac{adj}{20}\ \ \ \ \ \ \ \ \ \cos\left(38°\right)=\frac{20}{adj}&quot;&gt;&lt;mn&gt;20&lt;/mn&gt;&lt;mo&gt;×&lt;/mo&gt;&lt;mi&gt;cos&lt;/mi&gt;&lt;mo data-mjx-texclass=&quot;NONE&quot;&gt;⁡&lt;/mo&gt;&lt;mrow data-mjx-texclass=&quot;INNER&quot;&gt;&lt;mo data-mjx-texclass=&quot;OPEN&quot;&gt;(&lt;/mo&gt;&lt;mn&gt;38&lt;/mn&gt;&lt;mrow data-mjx-texclass=&quot;ORD&quot;&gt;&lt;mo data-mjx-pseudoscript=&quot;true&quot;&gt;°&lt;/mo&gt;&lt;/mrow&gt;&lt;mo data-mjx-texclass=&quot;CLOSE&quot;&gt;)&lt;/mo&gt;&lt;/mrow&gt;&lt;mo&gt;=&lt;/mo&gt;&lt;mi&gt;a&lt;/mi&gt;&lt;mi&gt;d&lt;/mi&gt;&lt;mi&gt;j&lt;/mi&gt;&lt;mtext&gt;&lt;/mtext&gt;&lt;mtext&gt;&lt;/mtext&gt;&lt;mtext&gt;&lt;/mtext&gt;&lt;mtext&gt;&lt;/mtext&gt;&lt;mtext&gt;&lt;/mtext&gt;&lt;mtext&gt;&lt;/mtext&gt;&lt;mtext&gt;&lt;/mtext&gt;&lt;mtext&gt;&lt;/mtext&gt;&lt;mi&gt;cos&lt;/mi&gt;&lt;mo data-mjx-texclass=&quot;NONE&quot;&gt;⁡&lt;/mo&gt;&lt;mrow data-mjx-texclass=&quot;INNER&quot;&gt;&lt;mo data-mjx-texclass=&quot;OPEN&quot;&gt;(&lt;/mo&gt;&lt;mn&gt;38&lt;/mn&gt;&lt;mrow data-mjx-texclass=&quot;ORD&quot;&gt;&lt;mo data-mjx-pseudoscript=&quot;true&quot;&gt;°&lt;/mo&gt;&lt;/mrow&gt;&lt;mo data-mjx-texclass=&quot;CLOSE&quot;&gt;)&lt;/mo&gt;&lt;/mrow&gt;&lt;mo&gt;=&lt;/mo&gt;&lt;mfrac&gt;&lt;mrow&gt;&lt;mi&gt;a&lt;/mi&gt;&lt;mi&gt;d&lt;/mi&gt;&lt;mi&gt;j&lt;/mi&gt;&lt;/mrow&gt;&lt;mn&gt;20&lt;/mn&gt;&lt;/mfrac&gt;&lt;mtext&gt;&lt;/mtext&gt;&lt;mtext&gt;&lt;/mtext&gt;&lt;mtext&gt;&lt;/mtext&gt;&lt;mtext&gt;&lt;/mtext&gt;&lt;mtext&gt;&lt;/mtext&gt;&lt;mtext&gt;&lt;/mtext&gt;&lt;mtext&gt;&lt;/mtext&gt;&lt;mtext&gt;&lt;/mtext&gt;&lt;mtext&gt;&lt;/mtext&gt;&lt;mi&gt;cos&lt;/mi&gt;&lt;mo data-mjx-texclass=&quot;NONE&quot;&gt;⁡&lt;/mo&gt;&lt;mrow data-mjx-texclass=&quot;INNER&quot;&gt;&lt;mo data-mjx-texclass=&quot;OPEN&quot;&gt;(&lt;/mo&gt;&lt;mn&gt;38&lt;/mn&gt;&lt;mrow data-mjx-texclass=&quot;ORD&quot;&gt;&lt;mo data-mjx-pseudoscript=&quot;true&quot;&gt;°&lt;/mo&gt;&lt;/mrow&gt;&lt;mo data-mjx-texclass=&quot;CLOSE&quot;&gt;)&lt;/mo&gt;&lt;/mrow&gt;&lt;mo&gt;=&lt;/mo&gt;&lt;mfrac&gt;&lt;mn&gt;20&lt;/mn&gt;&lt;mrow&gt;&lt;mi&gt;a&lt;/mi&gt;&lt;mi&gt;d&lt;/mi&gt;&lt;mi&gt;j&lt;/mi&gt;&lt;/mrow&gt;&lt;/mfrac&gt;&lt;/math&gt;" id="1011" name="Google Shape;1011;p73" title="20 times cosine 38 degrees equals a d j cosine 38 degrees equals a d j over 20 cosine 38 degrees equals 20 over a d j"/>
          <p:cNvPicPr preferRelativeResize="0"/>
          <p:nvPr/>
        </p:nvPicPr>
        <p:blipFill rotWithShape="1">
          <a:blip r:embed="rId3">
            <a:alphaModFix/>
          </a:blip>
          <a:srcRect b="0" l="39100" r="41832" t="0"/>
          <a:stretch/>
        </p:blipFill>
        <p:spPr>
          <a:xfrm>
            <a:off x="1146100" y="4149325"/>
            <a:ext cx="1197902" cy="561600"/>
          </a:xfrm>
          <a:prstGeom prst="rect">
            <a:avLst/>
          </a:prstGeom>
          <a:noFill/>
          <a:ln>
            <a:noFill/>
          </a:ln>
        </p:spPr>
      </p:pic>
      <p:pic>
        <p:nvPicPr>
          <p:cNvPr descr="&lt;math xmlns=&quot;http://www.w3.org/1998/Math/MathML&quot; display=&quot;block&quot; data-is-equatio=&quot;1&quot; data-latex=&quot;20\times\cos\left(38°\right)=adj\ \ \ \ \ \ \ \ \cos\left(38°\right)=\frac{adj}{20}\ \ \ \ \ \ \ \ \ \cos\left(38°\right)=\frac{20}{adj}&quot;&gt;&lt;mn&gt;20&lt;/mn&gt;&lt;mo&gt;×&lt;/mo&gt;&lt;mi&gt;cos&lt;/mi&gt;&lt;mo data-mjx-texclass=&quot;NONE&quot;&gt;⁡&lt;/mo&gt;&lt;mrow data-mjx-texclass=&quot;INNER&quot;&gt;&lt;mo data-mjx-texclass=&quot;OPEN&quot;&gt;(&lt;/mo&gt;&lt;mn&gt;38&lt;/mn&gt;&lt;mrow data-mjx-texclass=&quot;ORD&quot;&gt;&lt;mo data-mjx-pseudoscript=&quot;true&quot;&gt;°&lt;/mo&gt;&lt;/mrow&gt;&lt;mo data-mjx-texclass=&quot;CLOSE&quot;&gt;)&lt;/mo&gt;&lt;/mrow&gt;&lt;mo&gt;=&lt;/mo&gt;&lt;mi&gt;a&lt;/mi&gt;&lt;mi&gt;d&lt;/mi&gt;&lt;mi&gt;j&lt;/mi&gt;&lt;mtext&gt;&lt;/mtext&gt;&lt;mtext&gt;&lt;/mtext&gt;&lt;mtext&gt;&lt;/mtext&gt;&lt;mtext&gt;&lt;/mtext&gt;&lt;mtext&gt;&lt;/mtext&gt;&lt;mtext&gt;&lt;/mtext&gt;&lt;mtext&gt;&lt;/mtext&gt;&lt;mtext&gt;&lt;/mtext&gt;&lt;mi&gt;cos&lt;/mi&gt;&lt;mo data-mjx-texclass=&quot;NONE&quot;&gt;⁡&lt;/mo&gt;&lt;mrow data-mjx-texclass=&quot;INNER&quot;&gt;&lt;mo data-mjx-texclass=&quot;OPEN&quot;&gt;(&lt;/mo&gt;&lt;mn&gt;38&lt;/mn&gt;&lt;mrow data-mjx-texclass=&quot;ORD&quot;&gt;&lt;mo data-mjx-pseudoscript=&quot;true&quot;&gt;°&lt;/mo&gt;&lt;/mrow&gt;&lt;mo data-mjx-texclass=&quot;CLOSE&quot;&gt;)&lt;/mo&gt;&lt;/mrow&gt;&lt;mo&gt;=&lt;/mo&gt;&lt;mfrac&gt;&lt;mrow&gt;&lt;mi&gt;a&lt;/mi&gt;&lt;mi&gt;d&lt;/mi&gt;&lt;mi&gt;j&lt;/mi&gt;&lt;/mrow&gt;&lt;mn&gt;20&lt;/mn&gt;&lt;/mfrac&gt;&lt;mtext&gt;&lt;/mtext&gt;&lt;mtext&gt;&lt;/mtext&gt;&lt;mtext&gt;&lt;/mtext&gt;&lt;mtext&gt;&lt;/mtext&gt;&lt;mtext&gt;&lt;/mtext&gt;&lt;mtext&gt;&lt;/mtext&gt;&lt;mtext&gt;&lt;/mtext&gt;&lt;mtext&gt;&lt;/mtext&gt;&lt;mtext&gt;&lt;/mtext&gt;&lt;mi&gt;cos&lt;/mi&gt;&lt;mo data-mjx-texclass=&quot;NONE&quot;&gt;⁡&lt;/mo&gt;&lt;mrow data-mjx-texclass=&quot;INNER&quot;&gt;&lt;mo data-mjx-texclass=&quot;OPEN&quot;&gt;(&lt;/mo&gt;&lt;mn&gt;38&lt;/mn&gt;&lt;mrow data-mjx-texclass=&quot;ORD&quot;&gt;&lt;mo data-mjx-pseudoscript=&quot;true&quot;&gt;°&lt;/mo&gt;&lt;/mrow&gt;&lt;mo data-mjx-texclass=&quot;CLOSE&quot;&gt;)&lt;/mo&gt;&lt;/mrow&gt;&lt;mo&gt;=&lt;/mo&gt;&lt;mfrac&gt;&lt;mn&gt;20&lt;/mn&gt;&lt;mrow&gt;&lt;mi&gt;a&lt;/mi&gt;&lt;mi&gt;d&lt;/mi&gt;&lt;mi&gt;j&lt;/mi&gt;&lt;/mrow&gt;&lt;/mfrac&gt;&lt;/math&gt;" id="1012" name="Google Shape;1012;p73" title="20 times cosine 38 degrees equals a d j cosine 38 degrees equals a d j over 20 cosine 38 degrees equals 20 over a d j"/>
          <p:cNvPicPr preferRelativeResize="0"/>
          <p:nvPr/>
        </p:nvPicPr>
        <p:blipFill rotWithShape="1">
          <a:blip r:embed="rId3">
            <a:alphaModFix/>
          </a:blip>
          <a:srcRect b="0" l="73752" r="6545" t="0"/>
          <a:stretch/>
        </p:blipFill>
        <p:spPr>
          <a:xfrm>
            <a:off x="1146100" y="3219625"/>
            <a:ext cx="1237827" cy="561600"/>
          </a:xfrm>
          <a:prstGeom prst="rect">
            <a:avLst/>
          </a:prstGeom>
          <a:noFill/>
          <a:ln>
            <a:noFill/>
          </a:ln>
        </p:spPr>
      </p:pic>
      <p:pic>
        <p:nvPicPr>
          <p:cNvPr descr="&lt;math xmlns=&quot;http://www.w3.org/1998/Math/MathML&quot; display=&quot;block&quot; data-is-equatio=&quot;1&quot; data-latex=&quot;20\times\cos\left(38°\right)=adj\ \ \ \ \ \ \ \ \cos\left(38°\right)=\frac{adj}{20}\ \ \ \ \ \ \ \ \ \cos\left(38°\right)=\frac{20}{adj}&quot;&gt;&lt;mn&gt;20&lt;/mn&gt;&lt;mo&gt;×&lt;/mo&gt;&lt;mi&gt;cos&lt;/mi&gt;&lt;mo data-mjx-texclass=&quot;NONE&quot;&gt;⁡&lt;/mo&gt;&lt;mrow data-mjx-texclass=&quot;INNER&quot;&gt;&lt;mo data-mjx-texclass=&quot;OPEN&quot;&gt;(&lt;/mo&gt;&lt;mn&gt;38&lt;/mn&gt;&lt;mrow data-mjx-texclass=&quot;ORD&quot;&gt;&lt;mo data-mjx-pseudoscript=&quot;true&quot;&gt;°&lt;/mo&gt;&lt;/mrow&gt;&lt;mo data-mjx-texclass=&quot;CLOSE&quot;&gt;)&lt;/mo&gt;&lt;/mrow&gt;&lt;mo&gt;=&lt;/mo&gt;&lt;mi&gt;a&lt;/mi&gt;&lt;mi&gt;d&lt;/mi&gt;&lt;mi&gt;j&lt;/mi&gt;&lt;mtext&gt;&lt;/mtext&gt;&lt;mtext&gt;&lt;/mtext&gt;&lt;mtext&gt;&lt;/mtext&gt;&lt;mtext&gt;&lt;/mtext&gt;&lt;mtext&gt;&lt;/mtext&gt;&lt;mtext&gt;&lt;/mtext&gt;&lt;mtext&gt;&lt;/mtext&gt;&lt;mtext&gt;&lt;/mtext&gt;&lt;mi&gt;cos&lt;/mi&gt;&lt;mo data-mjx-texclass=&quot;NONE&quot;&gt;⁡&lt;/mo&gt;&lt;mrow data-mjx-texclass=&quot;INNER&quot;&gt;&lt;mo data-mjx-texclass=&quot;OPEN&quot;&gt;(&lt;/mo&gt;&lt;mn&gt;38&lt;/mn&gt;&lt;mrow data-mjx-texclass=&quot;ORD&quot;&gt;&lt;mo data-mjx-pseudoscript=&quot;true&quot;&gt;°&lt;/mo&gt;&lt;/mrow&gt;&lt;mo data-mjx-texclass=&quot;CLOSE&quot;&gt;)&lt;/mo&gt;&lt;/mrow&gt;&lt;mo&gt;=&lt;/mo&gt;&lt;mfrac&gt;&lt;mrow&gt;&lt;mi&gt;a&lt;/mi&gt;&lt;mi&gt;d&lt;/mi&gt;&lt;mi&gt;j&lt;/mi&gt;&lt;/mrow&gt;&lt;mn&gt;20&lt;/mn&gt;&lt;/mfrac&gt;&lt;mtext&gt;&lt;/mtext&gt;&lt;mtext&gt;&lt;/mtext&gt;&lt;mtext&gt;&lt;/mtext&gt;&lt;mtext&gt;&lt;/mtext&gt;&lt;mtext&gt;&lt;/mtext&gt;&lt;mtext&gt;&lt;/mtext&gt;&lt;mtext&gt;&lt;/mtext&gt;&lt;mtext&gt;&lt;/mtext&gt;&lt;mtext&gt;&lt;/mtext&gt;&lt;mi&gt;cos&lt;/mi&gt;&lt;mo data-mjx-texclass=&quot;NONE&quot;&gt;⁡&lt;/mo&gt;&lt;mrow data-mjx-texclass=&quot;INNER&quot;&gt;&lt;mo data-mjx-texclass=&quot;OPEN&quot;&gt;(&lt;/mo&gt;&lt;mn&gt;38&lt;/mn&gt;&lt;mrow data-mjx-texclass=&quot;ORD&quot;&gt;&lt;mo data-mjx-pseudoscript=&quot;true&quot;&gt;°&lt;/mo&gt;&lt;/mrow&gt;&lt;mo data-mjx-texclass=&quot;CLOSE&quot;&gt;)&lt;/mo&gt;&lt;/mrow&gt;&lt;mo&gt;=&lt;/mo&gt;&lt;mfrac&gt;&lt;mn&gt;20&lt;/mn&gt;&lt;mrow&gt;&lt;mi&gt;a&lt;/mi&gt;&lt;mi&gt;d&lt;/mi&gt;&lt;mi&gt;j&lt;/mi&gt;&lt;/mrow&gt;&lt;/mfrac&gt;&lt;/math&gt;" id="1013" name="Google Shape;1013;p73" title="20 times cosine 38 degrees equals a d j cosine 38 degrees equals a d j over 20 cosine 38 degrees equals 20 over a d j"/>
          <p:cNvPicPr preferRelativeResize="0"/>
          <p:nvPr/>
        </p:nvPicPr>
        <p:blipFill rotWithShape="1">
          <a:blip r:embed="rId3">
            <a:alphaModFix/>
          </a:blip>
          <a:srcRect b="0" l="0" r="73639" t="0"/>
          <a:stretch/>
        </p:blipFill>
        <p:spPr>
          <a:xfrm>
            <a:off x="867100" y="1551375"/>
            <a:ext cx="1656127" cy="561600"/>
          </a:xfrm>
          <a:prstGeom prst="rect">
            <a:avLst/>
          </a:prstGeom>
          <a:noFill/>
          <a:ln>
            <a:noFill/>
          </a:ln>
        </p:spPr>
      </p:pic>
      <p:sp>
        <p:nvSpPr>
          <p:cNvPr id="1014" name="Google Shape;1014;p73"/>
          <p:cNvSpPr txBox="1"/>
          <p:nvPr/>
        </p:nvSpPr>
        <p:spPr>
          <a:xfrm>
            <a:off x="324000" y="638076"/>
            <a:ext cx="5032800" cy="8313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Clr>
                <a:srgbClr val="000000"/>
              </a:buClr>
              <a:buSzPts val="1100"/>
              <a:buFont typeface="Arial"/>
              <a:buNone/>
            </a:pPr>
            <a:r>
              <a:rPr lang="en-GB" sz="1800">
                <a:latin typeface="Lexend"/>
                <a:ea typeface="Lexend"/>
                <a:cs typeface="Lexend"/>
                <a:sym typeface="Lexend"/>
              </a:rPr>
              <a:t>One correct equation showing the relationship between the hypotenuse and side adjacent to the 38° angle is:</a:t>
            </a:r>
            <a:endParaRPr sz="1800">
              <a:latin typeface="Lexend"/>
              <a:ea typeface="Lexend"/>
              <a:cs typeface="Lexend"/>
              <a:sym typeface="Lexend"/>
            </a:endParaRPr>
          </a:p>
        </p:txBody>
      </p:sp>
      <p:sp>
        <p:nvSpPr>
          <p:cNvPr id="1015" name="Google Shape;1015;p73"/>
          <p:cNvSpPr txBox="1"/>
          <p:nvPr>
            <p:ph type="title"/>
          </p:nvPr>
        </p:nvSpPr>
        <p:spPr>
          <a:xfrm>
            <a:off x="324000" y="0"/>
            <a:ext cx="7885200" cy="613500"/>
          </a:xfrm>
          <a:prstGeom prst="rect">
            <a:avLst/>
          </a:prstGeom>
        </p:spPr>
        <p:txBody>
          <a:bodyPr anchorCtr="0" anchor="ctr" bIns="0" lIns="0" spcFirstLastPara="1" rIns="0" wrap="square" tIns="0">
            <a:noAutofit/>
          </a:bodyPr>
          <a:lstStyle/>
          <a:p>
            <a:pPr indent="0" lvl="0" marL="0" rtl="0" algn="l">
              <a:spcBef>
                <a:spcPts val="0"/>
              </a:spcBef>
              <a:spcAft>
                <a:spcPts val="0"/>
              </a:spcAft>
              <a:buNone/>
            </a:pPr>
            <a:r>
              <a:rPr lang="en-GB"/>
              <a:t>Formalising the cosine formula</a:t>
            </a:r>
            <a:endParaRPr/>
          </a:p>
        </p:txBody>
      </p:sp>
      <p:graphicFrame>
        <p:nvGraphicFramePr>
          <p:cNvPr id="1016" name="Google Shape;1016;p73"/>
          <p:cNvGraphicFramePr/>
          <p:nvPr/>
        </p:nvGraphicFramePr>
        <p:xfrm>
          <a:off x="6275565" y="815350"/>
          <a:ext cx="3000000" cy="3000000"/>
        </p:xfrm>
        <a:graphic>
          <a:graphicData uri="http://schemas.openxmlformats.org/drawingml/2006/table">
            <a:tbl>
              <a:tblPr>
                <a:noFill/>
                <a:tableStyleId>{D4A714CD-EBCC-4E9A-895D-88BA93CF39AF}</a:tableStyleId>
              </a:tblPr>
              <a:tblGrid>
                <a:gridCol w="725975"/>
                <a:gridCol w="1120225"/>
              </a:tblGrid>
              <a:tr h="489250">
                <a:tc>
                  <a:txBody>
                    <a:bodyPr/>
                    <a:lstStyle/>
                    <a:p>
                      <a:pPr indent="0" lvl="0" marL="0" rtl="0" algn="ctr">
                        <a:spcBef>
                          <a:spcPts val="0"/>
                        </a:spcBef>
                        <a:spcAft>
                          <a:spcPts val="0"/>
                        </a:spcAft>
                        <a:buNone/>
                      </a:pPr>
                      <a:r>
                        <a:rPr lang="en-GB" sz="1800">
                          <a:latin typeface="Lexend"/>
                          <a:ea typeface="Lexend"/>
                          <a:cs typeface="Lexend"/>
                          <a:sym typeface="Lexend"/>
                        </a:rPr>
                        <a:t> </a:t>
                      </a:r>
                      <a:endParaRPr sz="1800">
                        <a:latin typeface="Lexend"/>
                        <a:ea typeface="Lexend"/>
                        <a:cs typeface="Lexend"/>
                        <a:sym typeface="Lexend"/>
                      </a:endParaRPr>
                    </a:p>
                  </a:txBody>
                  <a:tcPr marT="91425" marB="91425" marR="91425" marL="91425" anchor="ctr">
                    <a:lnL cap="flat" cmpd="sng" w="9525">
                      <a:solidFill>
                        <a:srgbClr val="666666"/>
                      </a:solidFill>
                      <a:prstDash val="solid"/>
                      <a:round/>
                      <a:headEnd len="sm" w="sm" type="none"/>
                      <a:tailEnd len="sm" w="sm" type="none"/>
                    </a:lnL>
                    <a:lnR cap="flat" cmpd="sng" w="9525">
                      <a:solidFill>
                        <a:srgbClr val="666666"/>
                      </a:solidFill>
                      <a:prstDash val="solid"/>
                      <a:round/>
                      <a:headEnd len="sm" w="sm" type="none"/>
                      <a:tailEnd len="sm" w="sm" type="none"/>
                    </a:lnR>
                    <a:lnT cap="flat" cmpd="sng" w="9525">
                      <a:solidFill>
                        <a:srgbClr val="666666"/>
                      </a:solidFill>
                      <a:prstDash val="solid"/>
                      <a:round/>
                      <a:headEnd len="sm" w="sm" type="none"/>
                      <a:tailEnd len="sm" w="sm" type="none"/>
                    </a:lnT>
                    <a:lnB cap="flat" cmpd="sng" w="9525">
                      <a:solidFill>
                        <a:srgbClr val="666666"/>
                      </a:solidFill>
                      <a:prstDash val="solid"/>
                      <a:round/>
                      <a:headEnd len="sm" w="sm" type="none"/>
                      <a:tailEnd len="sm" w="sm" type="none"/>
                    </a:lnB>
                  </a:tcPr>
                </a:tc>
                <a:tc>
                  <a:txBody>
                    <a:bodyPr/>
                    <a:lstStyle/>
                    <a:p>
                      <a:pPr indent="0" lvl="0" marL="0" rtl="0" algn="ctr">
                        <a:spcBef>
                          <a:spcPts val="0"/>
                        </a:spcBef>
                        <a:spcAft>
                          <a:spcPts val="0"/>
                        </a:spcAft>
                        <a:buNone/>
                      </a:pPr>
                      <a:r>
                        <a:rPr lang="en-GB" sz="1800">
                          <a:latin typeface="Lexend"/>
                          <a:ea typeface="Lexend"/>
                          <a:cs typeface="Lexend"/>
                          <a:sym typeface="Lexend"/>
                        </a:rPr>
                        <a:t> </a:t>
                      </a:r>
                      <a:endParaRPr sz="1800">
                        <a:latin typeface="Lexend"/>
                        <a:ea typeface="Lexend"/>
                        <a:cs typeface="Lexend"/>
                        <a:sym typeface="Lexend"/>
                      </a:endParaRPr>
                    </a:p>
                  </a:txBody>
                  <a:tcPr marT="91425" marB="91425" marR="91425" marL="91425" anchor="ctr">
                    <a:lnL cap="flat" cmpd="sng" w="9525">
                      <a:solidFill>
                        <a:srgbClr val="666666"/>
                      </a:solidFill>
                      <a:prstDash val="solid"/>
                      <a:round/>
                      <a:headEnd len="sm" w="sm" type="none"/>
                      <a:tailEnd len="sm" w="sm" type="none"/>
                    </a:lnL>
                    <a:lnR cap="flat" cmpd="sng" w="9525">
                      <a:solidFill>
                        <a:srgbClr val="666666"/>
                      </a:solidFill>
                      <a:prstDash val="solid"/>
                      <a:round/>
                      <a:headEnd len="sm" w="sm" type="none"/>
                      <a:tailEnd len="sm" w="sm" type="none"/>
                    </a:lnR>
                    <a:lnT cap="flat" cmpd="sng" w="9525">
                      <a:solidFill>
                        <a:srgbClr val="666666"/>
                      </a:solidFill>
                      <a:prstDash val="solid"/>
                      <a:round/>
                      <a:headEnd len="sm" w="sm" type="none"/>
                      <a:tailEnd len="sm" w="sm" type="none"/>
                    </a:lnT>
                    <a:lnB cap="flat" cmpd="sng" w="9525">
                      <a:solidFill>
                        <a:srgbClr val="666666"/>
                      </a:solidFill>
                      <a:prstDash val="solid"/>
                      <a:round/>
                      <a:headEnd len="sm" w="sm" type="none"/>
                      <a:tailEnd len="sm" w="sm" type="none"/>
                    </a:lnB>
                  </a:tcPr>
                </a:tc>
              </a:tr>
              <a:tr h="489250">
                <a:tc>
                  <a:txBody>
                    <a:bodyPr/>
                    <a:lstStyle/>
                    <a:p>
                      <a:pPr indent="0" lvl="0" marL="0" rtl="0" algn="ctr">
                        <a:spcBef>
                          <a:spcPts val="0"/>
                        </a:spcBef>
                        <a:spcAft>
                          <a:spcPts val="0"/>
                        </a:spcAft>
                        <a:buNone/>
                      </a:pPr>
                      <a:r>
                        <a:rPr lang="en-GB" sz="1800">
                          <a:latin typeface="Lexend"/>
                          <a:ea typeface="Lexend"/>
                          <a:cs typeface="Lexend"/>
                          <a:sym typeface="Lexend"/>
                        </a:rPr>
                        <a:t> </a:t>
                      </a:r>
                      <a:endParaRPr sz="1800">
                        <a:latin typeface="Lexend"/>
                        <a:ea typeface="Lexend"/>
                        <a:cs typeface="Lexend"/>
                        <a:sym typeface="Lexend"/>
                      </a:endParaRPr>
                    </a:p>
                  </a:txBody>
                  <a:tcPr marT="91425" marB="91425" marR="91425" marL="91425" anchor="ctr">
                    <a:lnL cap="flat" cmpd="sng" w="9525">
                      <a:solidFill>
                        <a:srgbClr val="666666"/>
                      </a:solidFill>
                      <a:prstDash val="solid"/>
                      <a:round/>
                      <a:headEnd len="sm" w="sm" type="none"/>
                      <a:tailEnd len="sm" w="sm" type="none"/>
                    </a:lnL>
                    <a:lnR cap="flat" cmpd="sng" w="9525">
                      <a:solidFill>
                        <a:srgbClr val="666666"/>
                      </a:solidFill>
                      <a:prstDash val="solid"/>
                      <a:round/>
                      <a:headEnd len="sm" w="sm" type="none"/>
                      <a:tailEnd len="sm" w="sm" type="none"/>
                    </a:lnR>
                    <a:lnT cap="flat" cmpd="sng" w="9525">
                      <a:solidFill>
                        <a:srgbClr val="666666"/>
                      </a:solidFill>
                      <a:prstDash val="solid"/>
                      <a:round/>
                      <a:headEnd len="sm" w="sm" type="none"/>
                      <a:tailEnd len="sm" w="sm" type="none"/>
                    </a:lnT>
                    <a:lnB cap="flat" cmpd="sng" w="9525">
                      <a:solidFill>
                        <a:srgbClr val="666666"/>
                      </a:solidFill>
                      <a:prstDash val="solid"/>
                      <a:round/>
                      <a:headEnd len="sm" w="sm" type="none"/>
                      <a:tailEnd len="sm" w="sm" type="none"/>
                    </a:lnB>
                  </a:tcPr>
                </a:tc>
                <a:tc>
                  <a:txBody>
                    <a:bodyPr/>
                    <a:lstStyle/>
                    <a:p>
                      <a:pPr indent="0" lvl="0" marL="0" rtl="0" algn="ctr">
                        <a:spcBef>
                          <a:spcPts val="0"/>
                        </a:spcBef>
                        <a:spcAft>
                          <a:spcPts val="0"/>
                        </a:spcAft>
                        <a:buNone/>
                      </a:pPr>
                      <a:r>
                        <a:t/>
                      </a:r>
                      <a:endParaRPr sz="1800">
                        <a:latin typeface="Lexend"/>
                        <a:ea typeface="Lexend"/>
                        <a:cs typeface="Lexend"/>
                        <a:sym typeface="Lexend"/>
                      </a:endParaRPr>
                    </a:p>
                  </a:txBody>
                  <a:tcPr marT="91425" marB="91425" marR="91425" marL="91425" anchor="ctr">
                    <a:lnL cap="flat" cmpd="sng" w="9525">
                      <a:solidFill>
                        <a:srgbClr val="666666"/>
                      </a:solidFill>
                      <a:prstDash val="solid"/>
                      <a:round/>
                      <a:headEnd len="sm" w="sm" type="none"/>
                      <a:tailEnd len="sm" w="sm" type="none"/>
                    </a:lnL>
                    <a:lnR cap="flat" cmpd="sng" w="9525">
                      <a:solidFill>
                        <a:srgbClr val="666666"/>
                      </a:solidFill>
                      <a:prstDash val="solid"/>
                      <a:round/>
                      <a:headEnd len="sm" w="sm" type="none"/>
                      <a:tailEnd len="sm" w="sm" type="none"/>
                    </a:lnR>
                    <a:lnT cap="flat" cmpd="sng" w="9525">
                      <a:solidFill>
                        <a:srgbClr val="666666"/>
                      </a:solidFill>
                      <a:prstDash val="solid"/>
                      <a:round/>
                      <a:headEnd len="sm" w="sm" type="none"/>
                      <a:tailEnd len="sm" w="sm" type="none"/>
                    </a:lnT>
                    <a:lnB cap="flat" cmpd="sng" w="9525">
                      <a:solidFill>
                        <a:srgbClr val="666666"/>
                      </a:solidFill>
                      <a:prstDash val="solid"/>
                      <a:round/>
                      <a:headEnd len="sm" w="sm" type="none"/>
                      <a:tailEnd len="sm" w="sm" type="none"/>
                    </a:lnB>
                  </a:tcPr>
                </a:tc>
              </a:tr>
            </a:tbl>
          </a:graphicData>
        </a:graphic>
      </p:graphicFrame>
      <p:sp>
        <p:nvSpPr>
          <p:cNvPr id="1017" name="Google Shape;1017;p73"/>
          <p:cNvSpPr txBox="1"/>
          <p:nvPr/>
        </p:nvSpPr>
        <p:spPr>
          <a:xfrm>
            <a:off x="6275575" y="1300613"/>
            <a:ext cx="726000" cy="4893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Clr>
                <a:schemeClr val="dk1"/>
              </a:buClr>
              <a:buSzPts val="1100"/>
              <a:buFont typeface="Arial"/>
              <a:buNone/>
            </a:pPr>
            <a:r>
              <a:rPr lang="en-GB" sz="2000">
                <a:solidFill>
                  <a:schemeClr val="dk1"/>
                </a:solidFill>
                <a:latin typeface="Times New Roman"/>
                <a:ea typeface="Times New Roman"/>
                <a:cs typeface="Times New Roman"/>
                <a:sym typeface="Times New Roman"/>
              </a:rPr>
              <a:t>20</a:t>
            </a:r>
            <a:endParaRPr sz="2000">
              <a:latin typeface="Times New Roman"/>
              <a:ea typeface="Times New Roman"/>
              <a:cs typeface="Times New Roman"/>
              <a:sym typeface="Times New Roman"/>
            </a:endParaRPr>
          </a:p>
        </p:txBody>
      </p:sp>
      <p:sp>
        <p:nvSpPr>
          <p:cNvPr id="1018" name="Google Shape;1018;p73"/>
          <p:cNvSpPr txBox="1"/>
          <p:nvPr/>
        </p:nvSpPr>
        <p:spPr>
          <a:xfrm>
            <a:off x="6275575" y="811413"/>
            <a:ext cx="726000" cy="4893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Clr>
                <a:srgbClr val="000000"/>
              </a:buClr>
              <a:buSzPts val="1100"/>
              <a:buFont typeface="Arial"/>
              <a:buNone/>
            </a:pPr>
            <a:r>
              <a:rPr lang="en-GB" sz="1800">
                <a:latin typeface="Lexend"/>
                <a:ea typeface="Lexend"/>
                <a:cs typeface="Lexend"/>
                <a:sym typeface="Lexend"/>
              </a:rPr>
              <a:t>1</a:t>
            </a:r>
            <a:endParaRPr sz="1800">
              <a:latin typeface="Lexend"/>
              <a:ea typeface="Lexend"/>
              <a:cs typeface="Lexend"/>
              <a:sym typeface="Lexend"/>
            </a:endParaRPr>
          </a:p>
        </p:txBody>
      </p:sp>
      <p:sp>
        <p:nvSpPr>
          <p:cNvPr id="1019" name="Google Shape;1019;p73"/>
          <p:cNvSpPr txBox="1"/>
          <p:nvPr/>
        </p:nvSpPr>
        <p:spPr>
          <a:xfrm>
            <a:off x="7001575" y="1300625"/>
            <a:ext cx="1120200" cy="4893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Clr>
                <a:schemeClr val="dk1"/>
              </a:buClr>
              <a:buSzPts val="1100"/>
              <a:buFont typeface="Arial"/>
              <a:buNone/>
            </a:pPr>
            <a:r>
              <a:rPr lang="en-GB" sz="2000">
                <a:solidFill>
                  <a:schemeClr val="dk1"/>
                </a:solidFill>
                <a:latin typeface="Times New Roman"/>
                <a:ea typeface="Times New Roman"/>
                <a:cs typeface="Times New Roman"/>
                <a:sym typeface="Times New Roman"/>
              </a:rPr>
              <a:t>adj</a:t>
            </a:r>
            <a:endParaRPr sz="1600">
              <a:latin typeface="Times New Roman"/>
              <a:ea typeface="Times New Roman"/>
              <a:cs typeface="Times New Roman"/>
              <a:sym typeface="Times New Roman"/>
            </a:endParaRPr>
          </a:p>
        </p:txBody>
      </p:sp>
      <p:sp>
        <p:nvSpPr>
          <p:cNvPr id="1020" name="Google Shape;1020;p73"/>
          <p:cNvSpPr txBox="1"/>
          <p:nvPr/>
        </p:nvSpPr>
        <p:spPr>
          <a:xfrm>
            <a:off x="7001575" y="811425"/>
            <a:ext cx="1120200" cy="4893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Clr>
                <a:schemeClr val="dk1"/>
              </a:buClr>
              <a:buSzPts val="1100"/>
              <a:buFont typeface="Arial"/>
              <a:buNone/>
            </a:pPr>
            <a:r>
              <a:rPr lang="en-GB" sz="2200">
                <a:solidFill>
                  <a:schemeClr val="dk1"/>
                </a:solidFill>
                <a:latin typeface="Times New Roman"/>
                <a:ea typeface="Times New Roman"/>
                <a:cs typeface="Times New Roman"/>
                <a:sym typeface="Times New Roman"/>
              </a:rPr>
              <a:t>cos</a:t>
            </a:r>
            <a:r>
              <a:rPr lang="en-GB" sz="1800">
                <a:solidFill>
                  <a:schemeClr val="dk1"/>
                </a:solidFill>
                <a:latin typeface="Lexend"/>
                <a:ea typeface="Lexend"/>
                <a:cs typeface="Lexend"/>
                <a:sym typeface="Lexend"/>
              </a:rPr>
              <a:t>(</a:t>
            </a:r>
            <a:r>
              <a:rPr i="1" lang="en-GB" sz="1800">
                <a:solidFill>
                  <a:schemeClr val="dk1"/>
                </a:solidFill>
                <a:latin typeface="Lexend"/>
                <a:ea typeface="Lexend"/>
                <a:cs typeface="Lexend"/>
                <a:sym typeface="Lexend"/>
              </a:rPr>
              <a:t>θ</a:t>
            </a:r>
            <a:r>
              <a:rPr lang="en-GB" sz="1800">
                <a:solidFill>
                  <a:schemeClr val="dk1"/>
                </a:solidFill>
                <a:latin typeface="Lexend"/>
                <a:ea typeface="Lexend"/>
                <a:cs typeface="Lexend"/>
                <a:sym typeface="Lexend"/>
              </a:rPr>
              <a:t>°)</a:t>
            </a:r>
            <a:endParaRPr sz="1800">
              <a:latin typeface="Lexend"/>
              <a:ea typeface="Lexend"/>
              <a:cs typeface="Lexend"/>
              <a:sym typeface="Lexend"/>
            </a:endParaRPr>
          </a:p>
        </p:txBody>
      </p:sp>
      <p:sp>
        <p:nvSpPr>
          <p:cNvPr id="1021" name="Google Shape;1021;p73"/>
          <p:cNvSpPr/>
          <p:nvPr/>
        </p:nvSpPr>
        <p:spPr>
          <a:xfrm flipH="1">
            <a:off x="5715281" y="3513425"/>
            <a:ext cx="1431300" cy="1431300"/>
          </a:xfrm>
          <a:prstGeom prst="arc">
            <a:avLst>
              <a:gd fmla="val 10771373" name="adj1"/>
              <a:gd fmla="val 13050632" name="adj2"/>
            </a:avLst>
          </a:prstGeom>
          <a:solidFill>
            <a:srgbClr val="F3EEFB"/>
          </a:solidFill>
          <a:ln cap="flat" cmpd="sng" w="28575">
            <a:solidFill>
              <a:srgbClr val="845AD9"/>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sp>
        <p:nvSpPr>
          <p:cNvPr id="1022" name="Google Shape;1022;p73"/>
          <p:cNvSpPr/>
          <p:nvPr/>
        </p:nvSpPr>
        <p:spPr>
          <a:xfrm rot="-5400000">
            <a:off x="6583354" y="3040400"/>
            <a:ext cx="1016400" cy="1359900"/>
          </a:xfrm>
          <a:prstGeom prst="rtTriangle">
            <a:avLst/>
          </a:prstGeom>
          <a:noFill/>
          <a:ln cap="flat" cmpd="sng" w="28575">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sp>
        <p:nvSpPr>
          <p:cNvPr id="1023" name="Google Shape;1023;p73"/>
          <p:cNvSpPr/>
          <p:nvPr/>
        </p:nvSpPr>
        <p:spPr>
          <a:xfrm>
            <a:off x="7577399" y="4034526"/>
            <a:ext cx="194100" cy="194100"/>
          </a:xfrm>
          <a:prstGeom prst="rect">
            <a:avLst/>
          </a:prstGeom>
          <a:noFill/>
          <a:ln cap="flat" cmpd="sng" w="28575">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cxnSp>
        <p:nvCxnSpPr>
          <p:cNvPr id="1024" name="Google Shape;1024;p73"/>
          <p:cNvCxnSpPr/>
          <p:nvPr/>
        </p:nvCxnSpPr>
        <p:spPr>
          <a:xfrm flipH="1">
            <a:off x="6335404" y="3135950"/>
            <a:ext cx="1359900" cy="1016400"/>
          </a:xfrm>
          <a:prstGeom prst="straightConnector1">
            <a:avLst/>
          </a:prstGeom>
          <a:noFill/>
          <a:ln cap="flat" cmpd="sng" w="28575">
            <a:solidFill>
              <a:srgbClr val="845AD9"/>
            </a:solidFill>
            <a:prstDash val="solid"/>
            <a:round/>
            <a:headEnd len="med" w="med" type="triangle"/>
            <a:tailEnd len="med" w="med" type="triangle"/>
          </a:ln>
        </p:spPr>
      </p:cxnSp>
      <p:cxnSp>
        <p:nvCxnSpPr>
          <p:cNvPr id="1025" name="Google Shape;1025;p73"/>
          <p:cNvCxnSpPr/>
          <p:nvPr/>
        </p:nvCxnSpPr>
        <p:spPr>
          <a:xfrm rot="10800000">
            <a:off x="6411604" y="4325016"/>
            <a:ext cx="1359900" cy="0"/>
          </a:xfrm>
          <a:prstGeom prst="straightConnector1">
            <a:avLst/>
          </a:prstGeom>
          <a:noFill/>
          <a:ln cap="flat" cmpd="sng" w="28575">
            <a:solidFill>
              <a:srgbClr val="845AD9"/>
            </a:solidFill>
            <a:prstDash val="solid"/>
            <a:round/>
            <a:headEnd len="med" w="med" type="triangle"/>
            <a:tailEnd len="med" w="med" type="triangle"/>
          </a:ln>
        </p:spPr>
      </p:cxnSp>
      <p:sp>
        <p:nvSpPr>
          <p:cNvPr id="1026" name="Google Shape;1026;p73"/>
          <p:cNvSpPr txBox="1"/>
          <p:nvPr/>
        </p:nvSpPr>
        <p:spPr>
          <a:xfrm>
            <a:off x="6411600" y="3332800"/>
            <a:ext cx="692100" cy="2424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Clr>
                <a:srgbClr val="000000"/>
              </a:buClr>
              <a:buSzPts val="1100"/>
              <a:buFont typeface="Arial"/>
              <a:buNone/>
            </a:pPr>
            <a:r>
              <a:rPr lang="en-GB" sz="1800">
                <a:latin typeface="Lexend"/>
                <a:ea typeface="Lexend"/>
                <a:cs typeface="Lexend"/>
                <a:sym typeface="Lexend"/>
              </a:rPr>
              <a:t>20 cm</a:t>
            </a:r>
            <a:endParaRPr sz="1800">
              <a:latin typeface="Lexend"/>
              <a:ea typeface="Lexend"/>
              <a:cs typeface="Lexend"/>
              <a:sym typeface="Lexend"/>
            </a:endParaRPr>
          </a:p>
        </p:txBody>
      </p:sp>
      <p:sp>
        <p:nvSpPr>
          <p:cNvPr id="1027" name="Google Shape;1027;p73"/>
          <p:cNvSpPr txBox="1"/>
          <p:nvPr/>
        </p:nvSpPr>
        <p:spPr>
          <a:xfrm flipH="1">
            <a:off x="6634501" y="3958555"/>
            <a:ext cx="530400" cy="2646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Clr>
                <a:srgbClr val="000000"/>
              </a:buClr>
              <a:buSzPts val="1100"/>
              <a:buFont typeface="Arial"/>
              <a:buNone/>
            </a:pPr>
            <a:r>
              <a:rPr lang="en-GB" sz="1800">
                <a:latin typeface="Lexend"/>
                <a:ea typeface="Lexend"/>
                <a:cs typeface="Lexend"/>
                <a:sym typeface="Lexend"/>
              </a:rPr>
              <a:t>38°</a:t>
            </a:r>
            <a:endParaRPr sz="1800">
              <a:latin typeface="Lexend"/>
              <a:ea typeface="Lexend"/>
              <a:cs typeface="Lexend"/>
              <a:sym typeface="Lexend"/>
            </a:endParaRPr>
          </a:p>
        </p:txBody>
      </p:sp>
      <p:cxnSp>
        <p:nvCxnSpPr>
          <p:cNvPr id="1028" name="Google Shape;1028;p73"/>
          <p:cNvCxnSpPr/>
          <p:nvPr/>
        </p:nvCxnSpPr>
        <p:spPr>
          <a:xfrm rot="10800000">
            <a:off x="7867970" y="3212161"/>
            <a:ext cx="0" cy="1016400"/>
          </a:xfrm>
          <a:prstGeom prst="straightConnector1">
            <a:avLst/>
          </a:prstGeom>
          <a:noFill/>
          <a:ln cap="flat" cmpd="sng" w="28575">
            <a:solidFill>
              <a:srgbClr val="845AD9"/>
            </a:solidFill>
            <a:prstDash val="solid"/>
            <a:round/>
            <a:headEnd len="med" w="med" type="triangle"/>
            <a:tailEnd len="med" w="med" type="triangle"/>
          </a:ln>
        </p:spPr>
      </p:cxnSp>
      <p:sp>
        <p:nvSpPr>
          <p:cNvPr id="1029" name="Google Shape;1029;p73"/>
          <p:cNvSpPr txBox="1"/>
          <p:nvPr/>
        </p:nvSpPr>
        <p:spPr>
          <a:xfrm>
            <a:off x="6824850" y="4400625"/>
            <a:ext cx="692100" cy="2424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Clr>
                <a:schemeClr val="dk1"/>
              </a:buClr>
              <a:buSzPts val="1100"/>
              <a:buFont typeface="Arial"/>
              <a:buNone/>
            </a:pPr>
            <a:r>
              <a:rPr lang="en-GB" sz="1800">
                <a:solidFill>
                  <a:schemeClr val="dk1"/>
                </a:solidFill>
                <a:latin typeface="Lexend"/>
                <a:ea typeface="Lexend"/>
                <a:cs typeface="Lexend"/>
                <a:sym typeface="Lexend"/>
              </a:rPr>
              <a:t>adj</a:t>
            </a:r>
            <a:endParaRPr sz="1800">
              <a:latin typeface="Lexend"/>
              <a:ea typeface="Lexend"/>
              <a:cs typeface="Lexend"/>
              <a:sym typeface="Lexend"/>
            </a:endParaRPr>
          </a:p>
        </p:txBody>
      </p:sp>
      <p:grpSp>
        <p:nvGrpSpPr>
          <p:cNvPr id="1030" name="Google Shape;1030;p73"/>
          <p:cNvGrpSpPr/>
          <p:nvPr/>
        </p:nvGrpSpPr>
        <p:grpSpPr>
          <a:xfrm>
            <a:off x="5470100" y="1013325"/>
            <a:ext cx="3382973" cy="582538"/>
            <a:chOff x="5851100" y="2308725"/>
            <a:chExt cx="3382973" cy="582538"/>
          </a:xfrm>
        </p:grpSpPr>
        <p:sp>
          <p:nvSpPr>
            <p:cNvPr id="1031" name="Google Shape;1031;p73"/>
            <p:cNvSpPr/>
            <p:nvPr/>
          </p:nvSpPr>
          <p:spPr>
            <a:xfrm flipH="1">
              <a:off x="8556240" y="2308725"/>
              <a:ext cx="145300" cy="582525"/>
            </a:xfrm>
            <a:custGeom>
              <a:rect b="b" l="l" r="r" t="t"/>
              <a:pathLst>
                <a:path extrusionOk="0" h="23301" w="5812">
                  <a:moveTo>
                    <a:pt x="5812" y="0"/>
                  </a:moveTo>
                  <a:cubicBezTo>
                    <a:pt x="-862" y="4007"/>
                    <a:pt x="-2242" y="18988"/>
                    <a:pt x="4238" y="23301"/>
                  </a:cubicBezTo>
                </a:path>
              </a:pathLst>
            </a:custGeom>
            <a:noFill/>
            <a:ln cap="flat" cmpd="sng" w="28575">
              <a:solidFill>
                <a:srgbClr val="000000"/>
              </a:solidFill>
              <a:prstDash val="solid"/>
              <a:round/>
              <a:headEnd len="med" w="med" type="none"/>
              <a:tailEnd len="med" w="med" type="triangle"/>
            </a:ln>
          </p:spPr>
        </p:sp>
        <p:grpSp>
          <p:nvGrpSpPr>
            <p:cNvPr id="1032" name="Google Shape;1032;p73"/>
            <p:cNvGrpSpPr/>
            <p:nvPr/>
          </p:nvGrpSpPr>
          <p:grpSpPr>
            <a:xfrm>
              <a:off x="5851100" y="2308738"/>
              <a:ext cx="719520" cy="582525"/>
              <a:chOff x="5851100" y="2308738"/>
              <a:chExt cx="719520" cy="582525"/>
            </a:xfrm>
          </p:grpSpPr>
          <p:sp>
            <p:nvSpPr>
              <p:cNvPr id="1033" name="Google Shape;1033;p73"/>
              <p:cNvSpPr/>
              <p:nvPr/>
            </p:nvSpPr>
            <p:spPr>
              <a:xfrm>
                <a:off x="6425320" y="2308738"/>
                <a:ext cx="145300" cy="582525"/>
              </a:xfrm>
              <a:custGeom>
                <a:rect b="b" l="l" r="r" t="t"/>
                <a:pathLst>
                  <a:path extrusionOk="0" h="23301" w="5812">
                    <a:moveTo>
                      <a:pt x="5812" y="0"/>
                    </a:moveTo>
                    <a:cubicBezTo>
                      <a:pt x="-862" y="4007"/>
                      <a:pt x="-2242" y="18988"/>
                      <a:pt x="4238" y="23301"/>
                    </a:cubicBezTo>
                  </a:path>
                </a:pathLst>
              </a:custGeom>
              <a:noFill/>
              <a:ln cap="flat" cmpd="sng" w="28575">
                <a:solidFill>
                  <a:srgbClr val="000000"/>
                </a:solidFill>
                <a:prstDash val="solid"/>
                <a:round/>
                <a:headEnd len="med" w="med" type="none"/>
                <a:tailEnd len="med" w="med" type="triangle"/>
              </a:ln>
            </p:spPr>
          </p:sp>
          <p:sp>
            <p:nvSpPr>
              <p:cNvPr id="1034" name="Google Shape;1034;p73"/>
              <p:cNvSpPr txBox="1"/>
              <p:nvPr/>
            </p:nvSpPr>
            <p:spPr>
              <a:xfrm>
                <a:off x="5851100" y="2411400"/>
                <a:ext cx="530400" cy="320700"/>
              </a:xfrm>
              <a:prstGeom prst="rect">
                <a:avLst/>
              </a:prstGeom>
              <a:noFill/>
              <a:ln>
                <a:noFill/>
              </a:ln>
            </p:spPr>
            <p:txBody>
              <a:bodyPr anchorCtr="0" anchor="t" bIns="0" lIns="0" spcFirstLastPara="1" rIns="0" wrap="square" tIns="0">
                <a:noAutofit/>
              </a:bodyPr>
              <a:lstStyle/>
              <a:p>
                <a:pPr indent="0" lvl="0" marL="0" rtl="0" algn="l">
                  <a:lnSpc>
                    <a:spcPct val="115000"/>
                  </a:lnSpc>
                  <a:spcBef>
                    <a:spcPts val="0"/>
                  </a:spcBef>
                  <a:spcAft>
                    <a:spcPts val="1000"/>
                  </a:spcAft>
                  <a:buNone/>
                </a:pPr>
                <a:r>
                  <a:rPr lang="en-GB" sz="2000">
                    <a:solidFill>
                      <a:srgbClr val="000000"/>
                    </a:solidFill>
                    <a:latin typeface="Times New Roman"/>
                    <a:ea typeface="Times New Roman"/>
                    <a:cs typeface="Times New Roman"/>
                    <a:sym typeface="Times New Roman"/>
                  </a:rPr>
                  <a:t>× </a:t>
                </a:r>
                <a:r>
                  <a:rPr lang="en-GB" sz="2000">
                    <a:solidFill>
                      <a:schemeClr val="dk1"/>
                    </a:solidFill>
                    <a:latin typeface="Times New Roman"/>
                    <a:ea typeface="Times New Roman"/>
                    <a:cs typeface="Times New Roman"/>
                    <a:sym typeface="Times New Roman"/>
                  </a:rPr>
                  <a:t>20</a:t>
                </a:r>
                <a:endParaRPr sz="2000">
                  <a:solidFill>
                    <a:srgbClr val="000000"/>
                  </a:solidFill>
                  <a:latin typeface="Times New Roman"/>
                  <a:ea typeface="Times New Roman"/>
                  <a:cs typeface="Times New Roman"/>
                  <a:sym typeface="Times New Roman"/>
                </a:endParaRPr>
              </a:p>
            </p:txBody>
          </p:sp>
        </p:grpSp>
        <p:sp>
          <p:nvSpPr>
            <p:cNvPr id="1035" name="Google Shape;1035;p73"/>
            <p:cNvSpPr txBox="1"/>
            <p:nvPr/>
          </p:nvSpPr>
          <p:spPr>
            <a:xfrm>
              <a:off x="8703673" y="2368275"/>
              <a:ext cx="530400" cy="320700"/>
            </a:xfrm>
            <a:prstGeom prst="rect">
              <a:avLst/>
            </a:prstGeom>
            <a:noFill/>
            <a:ln>
              <a:noFill/>
            </a:ln>
          </p:spPr>
          <p:txBody>
            <a:bodyPr anchorCtr="0" anchor="t" bIns="0" lIns="0" spcFirstLastPara="1" rIns="0" wrap="square" tIns="0">
              <a:noAutofit/>
            </a:bodyPr>
            <a:lstStyle/>
            <a:p>
              <a:pPr indent="0" lvl="0" marL="0" rtl="0" algn="l">
                <a:lnSpc>
                  <a:spcPct val="115000"/>
                </a:lnSpc>
                <a:spcBef>
                  <a:spcPts val="0"/>
                </a:spcBef>
                <a:spcAft>
                  <a:spcPts val="1000"/>
                </a:spcAft>
                <a:buNone/>
              </a:pPr>
              <a:r>
                <a:rPr lang="en-GB" sz="2000">
                  <a:solidFill>
                    <a:srgbClr val="000000"/>
                  </a:solidFill>
                  <a:latin typeface="Times New Roman"/>
                  <a:ea typeface="Times New Roman"/>
                  <a:cs typeface="Times New Roman"/>
                  <a:sym typeface="Times New Roman"/>
                </a:rPr>
                <a:t>× </a:t>
              </a:r>
              <a:r>
                <a:rPr lang="en-GB" sz="2000">
                  <a:solidFill>
                    <a:schemeClr val="dk1"/>
                  </a:solidFill>
                  <a:latin typeface="Times New Roman"/>
                  <a:ea typeface="Times New Roman"/>
                  <a:cs typeface="Times New Roman"/>
                  <a:sym typeface="Times New Roman"/>
                </a:rPr>
                <a:t>20 </a:t>
              </a:r>
              <a:endParaRPr sz="2000">
                <a:solidFill>
                  <a:srgbClr val="000000"/>
                </a:solidFill>
                <a:latin typeface="Times New Roman"/>
                <a:ea typeface="Times New Roman"/>
                <a:cs typeface="Times New Roman"/>
                <a:sym typeface="Times New Roman"/>
              </a:endParaRPr>
            </a:p>
          </p:txBody>
        </p:sp>
      </p:grpSp>
      <p:grpSp>
        <p:nvGrpSpPr>
          <p:cNvPr id="1036" name="Google Shape;1036;p73"/>
          <p:cNvGrpSpPr/>
          <p:nvPr/>
        </p:nvGrpSpPr>
        <p:grpSpPr>
          <a:xfrm>
            <a:off x="6573650" y="1877600"/>
            <a:ext cx="1197900" cy="472225"/>
            <a:chOff x="6878450" y="3173000"/>
            <a:chExt cx="1197900" cy="472225"/>
          </a:xfrm>
        </p:grpSpPr>
        <p:sp>
          <p:nvSpPr>
            <p:cNvPr id="1037" name="Google Shape;1037;p73"/>
            <p:cNvSpPr/>
            <p:nvPr/>
          </p:nvSpPr>
          <p:spPr>
            <a:xfrm>
              <a:off x="7072065" y="3173000"/>
              <a:ext cx="645500" cy="137100"/>
            </a:xfrm>
            <a:custGeom>
              <a:rect b="b" l="l" r="r" t="t"/>
              <a:pathLst>
                <a:path extrusionOk="0" h="5484" w="25820">
                  <a:moveTo>
                    <a:pt x="0" y="315"/>
                  </a:moveTo>
                  <a:cubicBezTo>
                    <a:pt x="3392" y="8226"/>
                    <a:pt x="19739" y="6091"/>
                    <a:pt x="25820" y="0"/>
                  </a:cubicBezTo>
                </a:path>
              </a:pathLst>
            </a:custGeom>
            <a:noFill/>
            <a:ln cap="flat" cmpd="sng" w="28575">
              <a:solidFill>
                <a:srgbClr val="000000"/>
              </a:solidFill>
              <a:prstDash val="solid"/>
              <a:round/>
              <a:headEnd len="med" w="med" type="none"/>
              <a:tailEnd len="med" w="med" type="triangle"/>
            </a:ln>
          </p:spPr>
        </p:sp>
        <p:sp>
          <p:nvSpPr>
            <p:cNvPr id="1038" name="Google Shape;1038;p73"/>
            <p:cNvSpPr txBox="1"/>
            <p:nvPr/>
          </p:nvSpPr>
          <p:spPr>
            <a:xfrm>
              <a:off x="6878450" y="3324525"/>
              <a:ext cx="1197900" cy="320700"/>
            </a:xfrm>
            <a:prstGeom prst="rect">
              <a:avLst/>
            </a:prstGeom>
            <a:noFill/>
            <a:ln>
              <a:noFill/>
            </a:ln>
          </p:spPr>
          <p:txBody>
            <a:bodyPr anchorCtr="0" anchor="t" bIns="0" lIns="0" spcFirstLastPara="1" rIns="0" wrap="square" tIns="0">
              <a:noAutofit/>
            </a:bodyPr>
            <a:lstStyle/>
            <a:p>
              <a:pPr indent="0" lvl="0" marL="0" rtl="0" algn="l">
                <a:lnSpc>
                  <a:spcPct val="115000"/>
                </a:lnSpc>
                <a:spcBef>
                  <a:spcPts val="0"/>
                </a:spcBef>
                <a:spcAft>
                  <a:spcPts val="1000"/>
                </a:spcAft>
                <a:buClr>
                  <a:schemeClr val="dk1"/>
                </a:buClr>
                <a:buSzPts val="1100"/>
                <a:buFont typeface="Arial"/>
                <a:buNone/>
              </a:pPr>
              <a:r>
                <a:rPr lang="en-GB" sz="2000">
                  <a:solidFill>
                    <a:schemeClr val="dk1"/>
                  </a:solidFill>
                  <a:latin typeface="Times New Roman"/>
                  <a:ea typeface="Times New Roman"/>
                  <a:cs typeface="Times New Roman"/>
                  <a:sym typeface="Times New Roman"/>
                </a:rPr>
                <a:t>× cos(38°)</a:t>
              </a:r>
              <a:endParaRPr sz="2000">
                <a:solidFill>
                  <a:srgbClr val="000000"/>
                </a:solidFill>
                <a:latin typeface="Times New Roman"/>
                <a:ea typeface="Times New Roman"/>
                <a:cs typeface="Times New Roman"/>
                <a:sym typeface="Times New Roman"/>
              </a:endParaRPr>
            </a:p>
          </p:txBody>
        </p:sp>
      </p:grpSp>
      <p:sp>
        <p:nvSpPr>
          <p:cNvPr id="1039" name="Google Shape;1039;p73"/>
          <p:cNvSpPr txBox="1"/>
          <p:nvPr/>
        </p:nvSpPr>
        <p:spPr>
          <a:xfrm>
            <a:off x="324000" y="2253676"/>
            <a:ext cx="5032800" cy="8313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Clr>
                <a:srgbClr val="000000"/>
              </a:buClr>
              <a:buSzPts val="1100"/>
              <a:buFont typeface="Arial"/>
              <a:buNone/>
            </a:pPr>
            <a:r>
              <a:rPr lang="en-GB" sz="1800">
                <a:latin typeface="Lexend"/>
                <a:ea typeface="Lexend"/>
                <a:cs typeface="Lexend"/>
                <a:sym typeface="Lexend"/>
              </a:rPr>
              <a:t>Which of these also correctly shows the relationship between the hypotenuse and adjacent side of this triangle?</a:t>
            </a:r>
            <a:endParaRPr sz="1800">
              <a:latin typeface="Lexend"/>
              <a:ea typeface="Lexend"/>
              <a:cs typeface="Lexend"/>
              <a:sym typeface="Lexend"/>
            </a:endParaRPr>
          </a:p>
        </p:txBody>
      </p:sp>
      <p:grpSp>
        <p:nvGrpSpPr>
          <p:cNvPr id="1040" name="Google Shape;1040;p73"/>
          <p:cNvGrpSpPr/>
          <p:nvPr/>
        </p:nvGrpSpPr>
        <p:grpSpPr>
          <a:xfrm>
            <a:off x="903000" y="3380308"/>
            <a:ext cx="243093" cy="243093"/>
            <a:chOff x="1020916" y="1442088"/>
            <a:chExt cx="457200" cy="457200"/>
          </a:xfrm>
        </p:grpSpPr>
        <p:pic>
          <p:nvPicPr>
            <p:cNvPr id="1041" name="Google Shape;1041;p73"/>
            <p:cNvPicPr preferRelativeResize="0"/>
            <p:nvPr/>
          </p:nvPicPr>
          <p:blipFill>
            <a:blip r:embed="rId4">
              <a:alphaModFix/>
            </a:blip>
            <a:stretch>
              <a:fillRect/>
            </a:stretch>
          </p:blipFill>
          <p:spPr>
            <a:xfrm>
              <a:off x="1020916" y="1442088"/>
              <a:ext cx="457200" cy="457200"/>
            </a:xfrm>
            <a:prstGeom prst="rect">
              <a:avLst/>
            </a:prstGeom>
            <a:noFill/>
            <a:ln>
              <a:noFill/>
            </a:ln>
          </p:spPr>
        </p:pic>
        <p:sp>
          <p:nvSpPr>
            <p:cNvPr id="1042" name="Google Shape;1042;p73"/>
            <p:cNvSpPr txBox="1"/>
            <p:nvPr/>
          </p:nvSpPr>
          <p:spPr>
            <a:xfrm>
              <a:off x="1045521" y="1451202"/>
              <a:ext cx="408000" cy="4185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GB" sz="1800">
                  <a:solidFill>
                    <a:srgbClr val="FFFFFF"/>
                  </a:solidFill>
                  <a:latin typeface="Lexend"/>
                  <a:ea typeface="Lexend"/>
                  <a:cs typeface="Lexend"/>
                  <a:sym typeface="Lexend"/>
                </a:rPr>
                <a:t>a</a:t>
              </a:r>
              <a:endParaRPr b="1" sz="1800">
                <a:solidFill>
                  <a:srgbClr val="FFFFFF"/>
                </a:solidFill>
                <a:latin typeface="Lexend"/>
                <a:ea typeface="Lexend"/>
                <a:cs typeface="Lexend"/>
                <a:sym typeface="Lexend"/>
              </a:endParaRPr>
            </a:p>
          </p:txBody>
        </p:sp>
      </p:grpSp>
      <p:grpSp>
        <p:nvGrpSpPr>
          <p:cNvPr id="1043" name="Google Shape;1043;p73"/>
          <p:cNvGrpSpPr/>
          <p:nvPr/>
        </p:nvGrpSpPr>
        <p:grpSpPr>
          <a:xfrm>
            <a:off x="903000" y="4311608"/>
            <a:ext cx="243093" cy="243093"/>
            <a:chOff x="1020916" y="1442088"/>
            <a:chExt cx="457200" cy="457200"/>
          </a:xfrm>
        </p:grpSpPr>
        <p:pic>
          <p:nvPicPr>
            <p:cNvPr id="1044" name="Google Shape;1044;p73"/>
            <p:cNvPicPr preferRelativeResize="0"/>
            <p:nvPr/>
          </p:nvPicPr>
          <p:blipFill>
            <a:blip r:embed="rId4">
              <a:alphaModFix/>
            </a:blip>
            <a:stretch>
              <a:fillRect/>
            </a:stretch>
          </p:blipFill>
          <p:spPr>
            <a:xfrm>
              <a:off x="1020916" y="1442088"/>
              <a:ext cx="457200" cy="457200"/>
            </a:xfrm>
            <a:prstGeom prst="rect">
              <a:avLst/>
            </a:prstGeom>
            <a:noFill/>
            <a:ln>
              <a:noFill/>
            </a:ln>
          </p:spPr>
        </p:pic>
        <p:sp>
          <p:nvSpPr>
            <p:cNvPr id="1045" name="Google Shape;1045;p73"/>
            <p:cNvSpPr txBox="1"/>
            <p:nvPr/>
          </p:nvSpPr>
          <p:spPr>
            <a:xfrm>
              <a:off x="1045521" y="1451202"/>
              <a:ext cx="408000" cy="4185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GB" sz="1800">
                  <a:solidFill>
                    <a:srgbClr val="FFFFFF"/>
                  </a:solidFill>
                  <a:latin typeface="Lexend"/>
                  <a:ea typeface="Lexend"/>
                  <a:cs typeface="Lexend"/>
                  <a:sym typeface="Lexend"/>
                </a:rPr>
                <a:t>b</a:t>
              </a:r>
              <a:endParaRPr b="1" sz="1800">
                <a:solidFill>
                  <a:srgbClr val="FFFFFF"/>
                </a:solidFill>
                <a:latin typeface="Lexend"/>
                <a:ea typeface="Lexend"/>
                <a:cs typeface="Lexend"/>
                <a:sym typeface="Lexend"/>
              </a:endParaRPr>
            </a:p>
          </p:txBody>
        </p:sp>
      </p:grpSp>
      <p:pic>
        <p:nvPicPr>
          <p:cNvPr id="1046" name="Google Shape;1046;p73"/>
          <p:cNvPicPr preferRelativeResize="0"/>
          <p:nvPr/>
        </p:nvPicPr>
        <p:blipFill>
          <a:blip r:embed="rId5">
            <a:alphaModFix/>
          </a:blip>
          <a:stretch>
            <a:fillRect/>
          </a:stretch>
        </p:blipFill>
        <p:spPr>
          <a:xfrm>
            <a:off x="3013596" y="4223600"/>
            <a:ext cx="396000" cy="419100"/>
          </a:xfrm>
          <a:prstGeom prst="rect">
            <a:avLst/>
          </a:prstGeom>
          <a:noFill/>
          <a:ln>
            <a:noFill/>
          </a:ln>
        </p:spPr>
      </p:pic>
      <p:pic>
        <p:nvPicPr>
          <p:cNvPr id="1047" name="Google Shape;1047;p73"/>
          <p:cNvPicPr preferRelativeResize="0"/>
          <p:nvPr/>
        </p:nvPicPr>
        <p:blipFill>
          <a:blip r:embed="rId6">
            <a:alphaModFix/>
          </a:blip>
          <a:stretch>
            <a:fillRect/>
          </a:stretch>
        </p:blipFill>
        <p:spPr>
          <a:xfrm>
            <a:off x="3013600" y="3290542"/>
            <a:ext cx="396000" cy="419760"/>
          </a:xfrm>
          <a:prstGeom prst="rect">
            <a:avLst/>
          </a:prstGeom>
          <a:noFill/>
          <a:ln>
            <a:noFill/>
          </a:ln>
        </p:spPr>
      </p:pic>
      <p:grpSp>
        <p:nvGrpSpPr>
          <p:cNvPr id="1048" name="Google Shape;1048;p73"/>
          <p:cNvGrpSpPr/>
          <p:nvPr/>
        </p:nvGrpSpPr>
        <p:grpSpPr>
          <a:xfrm>
            <a:off x="856279" y="1985975"/>
            <a:ext cx="266871" cy="313325"/>
            <a:chOff x="879231" y="1985975"/>
            <a:chExt cx="266871" cy="313325"/>
          </a:xfrm>
        </p:grpSpPr>
        <p:cxnSp>
          <p:nvCxnSpPr>
            <p:cNvPr id="1049" name="Google Shape;1049;p73"/>
            <p:cNvCxnSpPr/>
            <p:nvPr/>
          </p:nvCxnSpPr>
          <p:spPr>
            <a:xfrm>
              <a:off x="879231" y="1985975"/>
              <a:ext cx="246900" cy="0"/>
            </a:xfrm>
            <a:prstGeom prst="straightConnector1">
              <a:avLst/>
            </a:prstGeom>
            <a:noFill/>
            <a:ln cap="flat" cmpd="sng" w="19050">
              <a:solidFill>
                <a:schemeClr val="dk1"/>
              </a:solidFill>
              <a:prstDash val="solid"/>
              <a:round/>
              <a:headEnd len="med" w="med" type="none"/>
              <a:tailEnd len="med" w="med" type="none"/>
            </a:ln>
          </p:spPr>
        </p:cxnSp>
        <p:pic>
          <p:nvPicPr>
            <p:cNvPr id="1050" name="Google Shape;1050;p73"/>
            <p:cNvPicPr preferRelativeResize="0"/>
            <p:nvPr/>
          </p:nvPicPr>
          <p:blipFill rotWithShape="1">
            <a:blip r:embed="rId7">
              <a:alphaModFix/>
            </a:blip>
            <a:srcRect b="25195" l="0" r="95803" t="25195"/>
            <a:stretch/>
          </p:blipFill>
          <p:spPr>
            <a:xfrm>
              <a:off x="882475" y="2020700"/>
              <a:ext cx="263627" cy="278600"/>
            </a:xfrm>
            <a:prstGeom prst="rect">
              <a:avLst/>
            </a:prstGeom>
            <a:noFill/>
            <a:ln>
              <a:noFill/>
            </a:ln>
          </p:spPr>
        </p:pic>
      </p:grpSp>
      <p:grpSp>
        <p:nvGrpSpPr>
          <p:cNvPr id="1051" name="Google Shape;1051;p73"/>
          <p:cNvGrpSpPr/>
          <p:nvPr/>
        </p:nvGrpSpPr>
        <p:grpSpPr>
          <a:xfrm>
            <a:off x="2546525" y="1985975"/>
            <a:ext cx="343500" cy="313325"/>
            <a:chOff x="845925" y="1985975"/>
            <a:chExt cx="343500" cy="313325"/>
          </a:xfrm>
        </p:grpSpPr>
        <p:cxnSp>
          <p:nvCxnSpPr>
            <p:cNvPr id="1052" name="Google Shape;1052;p73"/>
            <p:cNvCxnSpPr/>
            <p:nvPr/>
          </p:nvCxnSpPr>
          <p:spPr>
            <a:xfrm>
              <a:off x="845925" y="1985975"/>
              <a:ext cx="343500" cy="0"/>
            </a:xfrm>
            <a:prstGeom prst="straightConnector1">
              <a:avLst/>
            </a:prstGeom>
            <a:noFill/>
            <a:ln cap="flat" cmpd="sng" w="19050">
              <a:solidFill>
                <a:schemeClr val="dk1"/>
              </a:solidFill>
              <a:prstDash val="solid"/>
              <a:round/>
              <a:headEnd len="med" w="med" type="none"/>
              <a:tailEnd len="med" w="med" type="none"/>
            </a:ln>
          </p:spPr>
        </p:cxnSp>
        <p:pic>
          <p:nvPicPr>
            <p:cNvPr id="1053" name="Google Shape;1053;p73"/>
            <p:cNvPicPr preferRelativeResize="0"/>
            <p:nvPr/>
          </p:nvPicPr>
          <p:blipFill rotWithShape="1">
            <a:blip r:embed="rId7">
              <a:alphaModFix/>
            </a:blip>
            <a:srcRect b="25195" l="0" r="95803" t="25195"/>
            <a:stretch/>
          </p:blipFill>
          <p:spPr>
            <a:xfrm>
              <a:off x="885862" y="2020700"/>
              <a:ext cx="263627" cy="278600"/>
            </a:xfrm>
            <a:prstGeom prst="rect">
              <a:avLst/>
            </a:prstGeom>
            <a:noFill/>
            <a:ln>
              <a:noFill/>
            </a:ln>
          </p:spPr>
        </p:pic>
      </p:grpSp>
      <p:pic>
        <p:nvPicPr>
          <p:cNvPr descr="&lt;math xmlns=&quot;http://www.w3.org/1998/Math/MathML&quot; display=&quot;block&quot; data-is-equatio=&quot;1&quot; data-latex=&quot;\frac{\text{adj}}{h}=\cos\left(\theta°\right)\ \ \ \ \ \frac{\text{ad}\text{j}}{\cos\left(\theta°\right)}=h\ \ \ \ \ h\times\cos\left(\theta°\right)=\text{adj}&quot;&gt;&lt;mfrac&gt;&lt;mtext&gt;adj&lt;/mtext&gt;&lt;mi&gt;h&lt;/mi&gt;&lt;/mfrac&gt;&lt;mo&gt;=&lt;/mo&gt;&lt;mi&gt;cos&lt;/mi&gt;&lt;mo data-mjx-texclass=&quot;NONE&quot;&gt;⁡&lt;/mo&gt;&lt;mrow data-mjx-texclass=&quot;INNER&quot;&gt;&lt;mo data-mjx-texclass=&quot;OPEN&quot;&gt;(&lt;/mo&gt;&lt;mi&gt;θ&lt;/mi&gt;&lt;mrow data-mjx-texclass=&quot;ORD&quot;&gt;&lt;mo data-mjx-pseudoscript=&quot;true&quot;&gt;°&lt;/mo&gt;&lt;/mrow&gt;&lt;mo data-mjx-texclass=&quot;CLOSE&quot;&gt;)&lt;/mo&gt;&lt;/mrow&gt;&lt;mtext&gt;&lt;/mtext&gt;&lt;mtext&gt;&lt;/mtext&gt;&lt;mtext&gt;&lt;/mtext&gt;&lt;mtext&gt;&lt;/mtext&gt;&lt;mtext&gt;&lt;/mtext&gt;&lt;mfrac&gt;&lt;mrow&gt;&lt;mtext&gt;ad&lt;/mtext&gt;&lt;mtext&gt;j&lt;/mtext&gt;&lt;/mrow&gt;&lt;mrow&gt;&lt;mi&gt;cos&lt;/mi&gt;&lt;mo data-mjx-texclass=&quot;NONE&quot;&gt;⁡&lt;/mo&gt;&lt;mrow data-mjx-texclass=&quot;INNER&quot;&gt;&lt;mo data-mjx-texclass=&quot;OPEN&quot;&gt;(&lt;/mo&gt;&lt;mi&gt;θ&lt;/mi&gt;&lt;mrow data-mjx-texclass=&quot;ORD&quot;&gt;&lt;mo data-mjx-pseudoscript=&quot;true&quot;&gt;°&lt;/mo&gt;&lt;/mrow&gt;&lt;mo data-mjx-texclass=&quot;CLOSE&quot;&gt;)&lt;/mo&gt;&lt;/mrow&gt;&lt;/mrow&gt;&lt;/mfrac&gt;&lt;mo&gt;=&lt;/mo&gt;&lt;mi&gt;h&lt;/mi&gt;&lt;mtext&gt;&lt;/mtext&gt;&lt;mtext&gt;&lt;/mtext&gt;&lt;mtext&gt;&lt;/mtext&gt;&lt;mtext&gt;&lt;/mtext&gt;&lt;mtext&gt;&lt;/mtext&gt;&lt;mi&gt;h&lt;/mi&gt;&lt;mo&gt;×&lt;/mo&gt;&lt;mi&gt;cos&lt;/mi&gt;&lt;mo data-mjx-texclass=&quot;NONE&quot;&gt;⁡&lt;/mo&gt;&lt;mrow data-mjx-texclass=&quot;INNER&quot;&gt;&lt;mo data-mjx-texclass=&quot;OPEN&quot;&gt;(&lt;/mo&gt;&lt;mi&gt;θ&lt;/mi&gt;&lt;mrow data-mjx-texclass=&quot;ORD&quot;&gt;&lt;mo data-mjx-pseudoscript=&quot;true&quot;&gt;°&lt;/mo&gt;&lt;/mrow&gt;&lt;mo data-mjx-texclass=&quot;CLOSE&quot;&gt;)&lt;/mo&gt;&lt;/mrow&gt;&lt;mo&gt;=&lt;/mo&gt;&lt;mtext&gt;adj&lt;/mtext&gt;&lt;/math&gt;" id="1054" name="Google Shape;1054;p73" title="adj over h equals cosine theta degrees the fraction with numerator ad j and denominator cosine theta degrees equals h h times cosine theta degrees equals adj"/>
          <p:cNvPicPr preferRelativeResize="0"/>
          <p:nvPr/>
        </p:nvPicPr>
        <p:blipFill rotWithShape="1">
          <a:blip r:embed="rId8">
            <a:alphaModFix/>
          </a:blip>
          <a:srcRect b="57359" l="0" r="92567" t="0"/>
          <a:stretch/>
        </p:blipFill>
        <p:spPr>
          <a:xfrm>
            <a:off x="2506600" y="1721789"/>
            <a:ext cx="423325" cy="279475"/>
          </a:xfrm>
          <a:prstGeom prst="rect">
            <a:avLst/>
          </a:prstGeom>
          <a:noFill/>
          <a:ln>
            <a:noFill/>
          </a:ln>
        </p:spPr>
      </p:pic>
      <p:grpSp>
        <p:nvGrpSpPr>
          <p:cNvPr id="1055" name="Google Shape;1055;p73"/>
          <p:cNvGrpSpPr/>
          <p:nvPr/>
        </p:nvGrpSpPr>
        <p:grpSpPr>
          <a:xfrm>
            <a:off x="2383913" y="4440280"/>
            <a:ext cx="343500" cy="313325"/>
            <a:chOff x="845925" y="1985975"/>
            <a:chExt cx="343500" cy="313325"/>
          </a:xfrm>
        </p:grpSpPr>
        <p:cxnSp>
          <p:nvCxnSpPr>
            <p:cNvPr id="1056" name="Google Shape;1056;p73"/>
            <p:cNvCxnSpPr/>
            <p:nvPr/>
          </p:nvCxnSpPr>
          <p:spPr>
            <a:xfrm>
              <a:off x="845925" y="1985975"/>
              <a:ext cx="343500" cy="0"/>
            </a:xfrm>
            <a:prstGeom prst="straightConnector1">
              <a:avLst/>
            </a:prstGeom>
            <a:noFill/>
            <a:ln cap="flat" cmpd="sng" w="19050">
              <a:solidFill>
                <a:schemeClr val="dk1"/>
              </a:solidFill>
              <a:prstDash val="solid"/>
              <a:round/>
              <a:headEnd len="med" w="med" type="none"/>
              <a:tailEnd len="med" w="med" type="none"/>
            </a:ln>
          </p:spPr>
        </p:cxnSp>
        <p:pic>
          <p:nvPicPr>
            <p:cNvPr id="1057" name="Google Shape;1057;p73"/>
            <p:cNvPicPr preferRelativeResize="0"/>
            <p:nvPr/>
          </p:nvPicPr>
          <p:blipFill rotWithShape="1">
            <a:blip r:embed="rId7">
              <a:alphaModFix/>
            </a:blip>
            <a:srcRect b="25195" l="0" r="95803" t="25195"/>
            <a:stretch/>
          </p:blipFill>
          <p:spPr>
            <a:xfrm>
              <a:off x="885862" y="2020700"/>
              <a:ext cx="263627" cy="278600"/>
            </a:xfrm>
            <a:prstGeom prst="rect">
              <a:avLst/>
            </a:prstGeom>
            <a:noFill/>
            <a:ln>
              <a:noFill/>
            </a:ln>
          </p:spPr>
        </p:pic>
      </p:grpSp>
      <p:pic>
        <p:nvPicPr>
          <p:cNvPr descr="&lt;math xmlns=&quot;http://www.w3.org/1998/Math/MathML&quot; display=&quot;block&quot; data-is-equatio=&quot;1&quot; data-latex=&quot;\frac{\text{adj}}{h}=\cos\left(\theta°\right)\ \ \ \ \ \frac{\text{ad}\text{j}}{\cos\left(\theta°\right)}=h\ \ \ \ \ h\times\cos\left(\theta°\right)=\text{adj}&quot;&gt;&lt;mfrac&gt;&lt;mtext&gt;adj&lt;/mtext&gt;&lt;mi&gt;h&lt;/mi&gt;&lt;/mfrac&gt;&lt;mo&gt;=&lt;/mo&gt;&lt;mi&gt;cos&lt;/mi&gt;&lt;mo data-mjx-texclass=&quot;NONE&quot;&gt;⁡&lt;/mo&gt;&lt;mrow data-mjx-texclass=&quot;INNER&quot;&gt;&lt;mo data-mjx-texclass=&quot;OPEN&quot;&gt;(&lt;/mo&gt;&lt;mi&gt;θ&lt;/mi&gt;&lt;mrow data-mjx-texclass=&quot;ORD&quot;&gt;&lt;mo data-mjx-pseudoscript=&quot;true&quot;&gt;°&lt;/mo&gt;&lt;/mrow&gt;&lt;mo data-mjx-texclass=&quot;CLOSE&quot;&gt;)&lt;/mo&gt;&lt;/mrow&gt;&lt;mtext&gt;&lt;/mtext&gt;&lt;mtext&gt;&lt;/mtext&gt;&lt;mtext&gt;&lt;/mtext&gt;&lt;mtext&gt;&lt;/mtext&gt;&lt;mtext&gt;&lt;/mtext&gt;&lt;mfrac&gt;&lt;mrow&gt;&lt;mtext&gt;ad&lt;/mtext&gt;&lt;mtext&gt;j&lt;/mtext&gt;&lt;/mrow&gt;&lt;mrow&gt;&lt;mi&gt;cos&lt;/mi&gt;&lt;mo data-mjx-texclass=&quot;NONE&quot;&gt;⁡&lt;/mo&gt;&lt;mrow data-mjx-texclass=&quot;INNER&quot;&gt;&lt;mo data-mjx-texclass=&quot;OPEN&quot;&gt;(&lt;/mo&gt;&lt;mi&gt;θ&lt;/mi&gt;&lt;mrow data-mjx-texclass=&quot;ORD&quot;&gt;&lt;mo data-mjx-pseudoscript=&quot;true&quot;&gt;°&lt;/mo&gt;&lt;/mrow&gt;&lt;mo data-mjx-texclass=&quot;CLOSE&quot;&gt;)&lt;/mo&gt;&lt;/mrow&gt;&lt;/mrow&gt;&lt;/mfrac&gt;&lt;mo&gt;=&lt;/mo&gt;&lt;mi&gt;h&lt;/mi&gt;&lt;mtext&gt;&lt;/mtext&gt;&lt;mtext&gt;&lt;/mtext&gt;&lt;mtext&gt;&lt;/mtext&gt;&lt;mtext&gt;&lt;/mtext&gt;&lt;mtext&gt;&lt;/mtext&gt;&lt;mi&gt;h&lt;/mi&gt;&lt;mo&gt;×&lt;/mo&gt;&lt;mi&gt;cos&lt;/mi&gt;&lt;mo data-mjx-texclass=&quot;NONE&quot;&gt;⁡&lt;/mo&gt;&lt;mrow data-mjx-texclass=&quot;INNER&quot;&gt;&lt;mo data-mjx-texclass=&quot;OPEN&quot;&gt;(&lt;/mo&gt;&lt;mi&gt;θ&lt;/mi&gt;&lt;mrow data-mjx-texclass=&quot;ORD&quot;&gt;&lt;mo data-mjx-pseudoscript=&quot;true&quot;&gt;°&lt;/mo&gt;&lt;/mrow&gt;&lt;mo data-mjx-texclass=&quot;CLOSE&quot;&gt;)&lt;/mo&gt;&lt;/mrow&gt;&lt;mo&gt;=&lt;/mo&gt;&lt;mtext&gt;adj&lt;/mtext&gt;&lt;/math&gt;" id="1058" name="Google Shape;1058;p73" title="adj over h equals cosine theta degrees the fraction with numerator ad j and denominator cosine theta degrees equals h h times cosine theta degrees equals adj"/>
          <p:cNvPicPr preferRelativeResize="0"/>
          <p:nvPr/>
        </p:nvPicPr>
        <p:blipFill rotWithShape="1">
          <a:blip r:embed="rId8">
            <a:alphaModFix/>
          </a:blip>
          <a:srcRect b="57359" l="0" r="92567" t="0"/>
          <a:stretch/>
        </p:blipFill>
        <p:spPr>
          <a:xfrm>
            <a:off x="2343988" y="4176095"/>
            <a:ext cx="423325" cy="279475"/>
          </a:xfrm>
          <a:prstGeom prst="rect">
            <a:avLst/>
          </a:prstGeom>
          <a:noFill/>
          <a:ln>
            <a:noFill/>
          </a:ln>
        </p:spPr>
      </p:pic>
      <p:cxnSp>
        <p:nvCxnSpPr>
          <p:cNvPr id="1059" name="Google Shape;1059;p73"/>
          <p:cNvCxnSpPr/>
          <p:nvPr/>
        </p:nvCxnSpPr>
        <p:spPr>
          <a:xfrm>
            <a:off x="2385179" y="3500338"/>
            <a:ext cx="343500" cy="0"/>
          </a:xfrm>
          <a:prstGeom prst="straightConnector1">
            <a:avLst/>
          </a:prstGeom>
          <a:noFill/>
          <a:ln cap="flat" cmpd="sng" w="19050">
            <a:solidFill>
              <a:schemeClr val="dk1"/>
            </a:solidFill>
            <a:prstDash val="solid"/>
            <a:round/>
            <a:headEnd len="med" w="med" type="none"/>
            <a:tailEnd len="med" w="med" type="none"/>
          </a:ln>
        </p:spPr>
      </p:cxnSp>
      <p:pic>
        <p:nvPicPr>
          <p:cNvPr id="1060" name="Google Shape;1060;p73"/>
          <p:cNvPicPr preferRelativeResize="0"/>
          <p:nvPr/>
        </p:nvPicPr>
        <p:blipFill rotWithShape="1">
          <a:blip r:embed="rId7">
            <a:alphaModFix/>
          </a:blip>
          <a:srcRect b="25195" l="0" r="95803" t="25195"/>
          <a:stretch/>
        </p:blipFill>
        <p:spPr>
          <a:xfrm>
            <a:off x="2425115" y="3275384"/>
            <a:ext cx="263627" cy="278600"/>
          </a:xfrm>
          <a:prstGeom prst="rect">
            <a:avLst/>
          </a:prstGeom>
          <a:noFill/>
          <a:ln>
            <a:noFill/>
          </a:ln>
        </p:spPr>
      </p:pic>
      <p:pic>
        <p:nvPicPr>
          <p:cNvPr descr="&lt;math xmlns=&quot;http://www.w3.org/1998/Math/MathML&quot; display=&quot;block&quot; data-is-equatio=&quot;1&quot; data-latex=&quot;\frac{\text{adj}}{h}=\cos\left(\theta°\right)\ \ \ \ \ \frac{\text{ad}\text{j}}{\cos\left(\theta°\right)}=h\ \ \ \ \ h\times\cos\left(\theta°\right)=\text{adj}&quot;&gt;&lt;mfrac&gt;&lt;mtext&gt;adj&lt;/mtext&gt;&lt;mi&gt;h&lt;/mi&gt;&lt;/mfrac&gt;&lt;mo&gt;=&lt;/mo&gt;&lt;mi&gt;cos&lt;/mi&gt;&lt;mo data-mjx-texclass=&quot;NONE&quot;&gt;⁡&lt;/mo&gt;&lt;mrow data-mjx-texclass=&quot;INNER&quot;&gt;&lt;mo data-mjx-texclass=&quot;OPEN&quot;&gt;(&lt;/mo&gt;&lt;mi&gt;θ&lt;/mi&gt;&lt;mrow data-mjx-texclass=&quot;ORD&quot;&gt;&lt;mo data-mjx-pseudoscript=&quot;true&quot;&gt;°&lt;/mo&gt;&lt;/mrow&gt;&lt;mo data-mjx-texclass=&quot;CLOSE&quot;&gt;)&lt;/mo&gt;&lt;/mrow&gt;&lt;mtext&gt;&lt;/mtext&gt;&lt;mtext&gt;&lt;/mtext&gt;&lt;mtext&gt;&lt;/mtext&gt;&lt;mtext&gt;&lt;/mtext&gt;&lt;mtext&gt;&lt;/mtext&gt;&lt;mfrac&gt;&lt;mrow&gt;&lt;mtext&gt;ad&lt;/mtext&gt;&lt;mtext&gt;j&lt;/mtext&gt;&lt;/mrow&gt;&lt;mrow&gt;&lt;mi&gt;cos&lt;/mi&gt;&lt;mo data-mjx-texclass=&quot;NONE&quot;&gt;⁡&lt;/mo&gt;&lt;mrow data-mjx-texclass=&quot;INNER&quot;&gt;&lt;mo data-mjx-texclass=&quot;OPEN&quot;&gt;(&lt;/mo&gt;&lt;mi&gt;θ&lt;/mi&gt;&lt;mrow data-mjx-texclass=&quot;ORD&quot;&gt;&lt;mo data-mjx-pseudoscript=&quot;true&quot;&gt;°&lt;/mo&gt;&lt;/mrow&gt;&lt;mo data-mjx-texclass=&quot;CLOSE&quot;&gt;)&lt;/mo&gt;&lt;/mrow&gt;&lt;/mrow&gt;&lt;/mfrac&gt;&lt;mo&gt;=&lt;/mo&gt;&lt;mi&gt;h&lt;/mi&gt;&lt;mtext&gt;&lt;/mtext&gt;&lt;mtext&gt;&lt;/mtext&gt;&lt;mtext&gt;&lt;/mtext&gt;&lt;mtext&gt;&lt;/mtext&gt;&lt;mtext&gt;&lt;/mtext&gt;&lt;mi&gt;h&lt;/mi&gt;&lt;mo&gt;×&lt;/mo&gt;&lt;mi&gt;cos&lt;/mi&gt;&lt;mo data-mjx-texclass=&quot;NONE&quot;&gt;⁡&lt;/mo&gt;&lt;mrow data-mjx-texclass=&quot;INNER&quot;&gt;&lt;mo data-mjx-texclass=&quot;OPEN&quot;&gt;(&lt;/mo&gt;&lt;mi&gt;θ&lt;/mi&gt;&lt;mrow data-mjx-texclass=&quot;ORD&quot;&gt;&lt;mo data-mjx-pseudoscript=&quot;true&quot;&gt;°&lt;/mo&gt;&lt;/mrow&gt;&lt;mo data-mjx-texclass=&quot;CLOSE&quot;&gt;)&lt;/mo&gt;&lt;/mrow&gt;&lt;mo&gt;=&lt;/mo&gt;&lt;mtext&gt;adj&lt;/mtext&gt;&lt;/math&gt;" id="1061" name="Google Shape;1061;p73" title="adj over h equals cosine theta degrees the fraction with numerator ad j and denominator cosine theta degrees equals h h times cosine theta degrees equals adj"/>
          <p:cNvPicPr preferRelativeResize="0"/>
          <p:nvPr/>
        </p:nvPicPr>
        <p:blipFill rotWithShape="1">
          <a:blip r:embed="rId8">
            <a:alphaModFix/>
          </a:blip>
          <a:srcRect b="57359" l="0" r="92567" t="0"/>
          <a:stretch/>
        </p:blipFill>
        <p:spPr>
          <a:xfrm>
            <a:off x="2345254" y="3525413"/>
            <a:ext cx="423325" cy="279475"/>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048"/>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1051"/>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046"/>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1047"/>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65" name="Shape 1065"/>
        <p:cNvGrpSpPr/>
        <p:nvPr/>
      </p:nvGrpSpPr>
      <p:grpSpPr>
        <a:xfrm>
          <a:off x="0" y="0"/>
          <a:ext cx="0" cy="0"/>
          <a:chOff x="0" y="0"/>
          <a:chExt cx="0" cy="0"/>
        </a:xfrm>
      </p:grpSpPr>
      <p:pic>
        <p:nvPicPr>
          <p:cNvPr descr="&lt;math xmlns=&quot;http://www.w3.org/1998/Math/MathML&quot; display=&quot;block&quot; data-is-equatio=&quot;1&quot; data-latex=&quot;\textcolor{#FFFFF}{\frac{14}{100}=\cos\left(82°\right)\ \ \ \ \ \frac{14}{\cos\left(82°\right)}=100\ \ \ \ \ 100\times\cos\left(82°\right)=14}\ \ \ \ \ \cos\left(82°\times100\right)=14\ \ \ \ \ \cos\left(\frac{82°}{14}\right)=100&quot;&gt;&lt;mstyle mathcolor=&quot;#FFFFF&quot;&gt;&lt;mfrac&gt;&lt;mn&gt;14&lt;/mn&gt;&lt;mn&gt;100&lt;/mn&gt;&lt;/mfrac&gt;&lt;mo&gt;=&lt;/mo&gt;&lt;mi&gt;cos&lt;/mi&gt;&lt;mo data-mjx-texclass=&quot;NONE&quot;&gt;⁡&lt;/mo&gt;&lt;mrow data-mjx-texclass=&quot;INNER&quot;&gt;&lt;mo data-mjx-texclass=&quot;OPEN&quot;&gt;(&lt;/mo&gt;&lt;mn&gt;82&lt;/mn&gt;&lt;mrow data-mjx-texclass=&quot;ORD&quot;&gt;&lt;mo data-mjx-pseudoscript=&quot;true&quot;&gt;°&lt;/mo&gt;&lt;/mrow&gt;&lt;mo data-mjx-texclass=&quot;CLOSE&quot;&gt;)&lt;/mo&gt;&lt;/mrow&gt;&lt;mtext&gt;&lt;/mtext&gt;&lt;mtext&gt;&lt;/mtext&gt;&lt;mtext&gt;&lt;/mtext&gt;&lt;mtext&gt;&lt;/mtext&gt;&lt;mtext&gt;&lt;/mtext&gt;&lt;mfrac&gt;&lt;mn&gt;14&lt;/mn&gt;&lt;mrow&gt;&lt;mi&gt;cos&lt;/mi&gt;&lt;mo data-mjx-texclass=&quot;NONE&quot;&gt;⁡&lt;/mo&gt;&lt;mrow data-mjx-texclass=&quot;INNER&quot;&gt;&lt;mo data-mjx-texclass=&quot;OPEN&quot;&gt;(&lt;/mo&gt;&lt;mn&gt;82&lt;/mn&gt;&lt;mrow data-mjx-texclass=&quot;ORD&quot;&gt;&lt;mo data-mjx-pseudoscript=&quot;true&quot;&gt;°&lt;/mo&gt;&lt;/mrow&gt;&lt;mo data-mjx-texclass=&quot;CLOSE&quot;&gt;)&lt;/mo&gt;&lt;/mrow&gt;&lt;/mrow&gt;&lt;/mfrac&gt;&lt;mo&gt;=&lt;/mo&gt;&lt;mn&gt;100&lt;/mn&gt;&lt;mtext&gt;&lt;/mtext&gt;&lt;mtext&gt;&lt;/mtext&gt;&lt;mtext&gt;&lt;/mtext&gt;&lt;mtext&gt;&lt;/mtext&gt;&lt;mtext&gt;&lt;/mtext&gt;&lt;mn&gt;100&lt;/mn&gt;&lt;mo&gt;×&lt;/mo&gt;&lt;mi&gt;cos&lt;/mi&gt;&lt;mo data-mjx-texclass=&quot;NONE&quot;&gt;⁡&lt;/mo&gt;&lt;mrow data-mjx-texclass=&quot;INNER&quot;&gt;&lt;mo data-mjx-texclass=&quot;OPEN&quot;&gt;(&lt;/mo&gt;&lt;mn&gt;82&lt;/mn&gt;&lt;mrow data-mjx-texclass=&quot;ORD&quot;&gt;&lt;mo data-mjx-pseudoscript=&quot;true&quot;&gt;°&lt;/mo&gt;&lt;/mrow&gt;&lt;mo data-mjx-texclass=&quot;CLOSE&quot;&gt;)&lt;/mo&gt;&lt;/mrow&gt;&lt;mo&gt;=&lt;/mo&gt;&lt;mn&gt;14&lt;/mn&gt;&lt;/mstyle&gt;&lt;mtext&gt;&lt;/mtext&gt;&lt;mtext&gt;&lt;/mtext&gt;&lt;mtext&gt;&lt;/mtext&gt;&lt;mtext&gt;&lt;/mtext&gt;&lt;mtext&gt;&lt;/mtext&gt;&lt;mi&gt;cos&lt;/mi&gt;&lt;mo data-mjx-texclass=&quot;NONE&quot;&gt;⁡&lt;/mo&gt;&lt;mrow data-mjx-texclass=&quot;INNER&quot;&gt;&lt;mo data-mjx-texclass=&quot;OPEN&quot;&gt;(&lt;/mo&gt;&lt;mn&gt;82&lt;/mn&gt;&lt;mrow data-mjx-texclass=&quot;ORD&quot;&gt;&lt;mo data-mjx-pseudoscript=&quot;true&quot;&gt;°&lt;/mo&gt;&lt;/mrow&gt;&lt;mo&gt;×&lt;/mo&gt;&lt;mn&gt;100&lt;/mn&gt;&lt;mo data-mjx-texclass=&quot;CLOSE&quot;&gt;)&lt;/mo&gt;&lt;/mrow&gt;&lt;mo&gt;=&lt;/mo&gt;&lt;mn&gt;14&lt;/mn&gt;&lt;mtext&gt;&lt;/mtext&gt;&lt;mtext&gt;&lt;/mtext&gt;&lt;mtext&gt;&lt;/mtext&gt;&lt;mtext&gt;&lt;/mtext&gt;&lt;mtext&gt;&lt;/mtext&gt;&lt;mi&gt;cos&lt;/mi&gt;&lt;mo data-mjx-texclass=&quot;NONE&quot;&gt;⁡&lt;/mo&gt;&lt;mrow data-mjx-texclass=&quot;INNER&quot;&gt;&lt;mo data-mjx-texclass=&quot;OPEN&quot;&gt;(&lt;/mo&gt;&lt;mfrac&gt;&lt;mrow&gt;&lt;mn&gt;82&lt;/mn&gt;&lt;mrow data-mjx-texclass=&quot;ORD&quot;&gt;&lt;mo data-mjx-pseudoscript=&quot;true&quot;&gt;°&lt;/mo&gt;&lt;/mrow&gt;&lt;/mrow&gt;&lt;mn&gt;14&lt;/mn&gt;&lt;/mfrac&gt;&lt;mo data-mjx-texclass=&quot;CLOSE&quot;&gt;)&lt;/mo&gt;&lt;/mrow&gt;&lt;mo&gt;=&lt;/mo&gt;&lt;mn&gt;100&lt;/mn&gt;&lt;/math&gt;" id="1066" name="Google Shape;1066;p74" title="14 over 100 equals cosine 82 degrees 14 over cosine 82 degrees equals 100 100 times cosine 82 degrees equals 14 the cosine of open paren 82 degrees times 100 close paren equals 14 the cosine of open paren 82 degrees over 14 close paren equals 100"/>
          <p:cNvPicPr preferRelativeResize="0"/>
          <p:nvPr/>
        </p:nvPicPr>
        <p:blipFill rotWithShape="1">
          <a:blip r:embed="rId3">
            <a:alphaModFix/>
          </a:blip>
          <a:srcRect b="0" l="0" r="84534" t="0"/>
          <a:stretch/>
        </p:blipFill>
        <p:spPr>
          <a:xfrm>
            <a:off x="866525" y="2888300"/>
            <a:ext cx="1470725" cy="561600"/>
          </a:xfrm>
          <a:prstGeom prst="rect">
            <a:avLst/>
          </a:prstGeom>
          <a:noFill/>
          <a:ln>
            <a:noFill/>
          </a:ln>
        </p:spPr>
      </p:pic>
      <p:pic>
        <p:nvPicPr>
          <p:cNvPr descr="&lt;math xmlns=&quot;http://www.w3.org/1998/Math/MathML&quot; display=&quot;block&quot; data-is-equatio=&quot;1&quot; data-latex=&quot;\textcolor{#FFFFF}{\frac{14}{100}=\cos\left(82°\right)\ \ \ \ \ \frac{14}{\cos\left(82°\right)}=100\ \ \ \ \ 100\times\cos\left(82°\right)=14}\ \ \ \ \ \cos\left(82°\times100\right)=14\ \ \ \ \ \cos\left(\frac{82°}{14}\right)=100&quot;&gt;&lt;mstyle mathcolor=&quot;#FFFFF&quot;&gt;&lt;mfrac&gt;&lt;mn&gt;14&lt;/mn&gt;&lt;mn&gt;100&lt;/mn&gt;&lt;/mfrac&gt;&lt;mo&gt;=&lt;/mo&gt;&lt;mi&gt;cos&lt;/mi&gt;&lt;mo data-mjx-texclass=&quot;NONE&quot;&gt;⁡&lt;/mo&gt;&lt;mrow data-mjx-texclass=&quot;INNER&quot;&gt;&lt;mo data-mjx-texclass=&quot;OPEN&quot;&gt;(&lt;/mo&gt;&lt;mn&gt;82&lt;/mn&gt;&lt;mrow data-mjx-texclass=&quot;ORD&quot;&gt;&lt;mo data-mjx-pseudoscript=&quot;true&quot;&gt;°&lt;/mo&gt;&lt;/mrow&gt;&lt;mo data-mjx-texclass=&quot;CLOSE&quot;&gt;)&lt;/mo&gt;&lt;/mrow&gt;&lt;mtext&gt;&lt;/mtext&gt;&lt;mtext&gt;&lt;/mtext&gt;&lt;mtext&gt;&lt;/mtext&gt;&lt;mtext&gt;&lt;/mtext&gt;&lt;mtext&gt;&lt;/mtext&gt;&lt;mfrac&gt;&lt;mn&gt;14&lt;/mn&gt;&lt;mrow&gt;&lt;mi&gt;cos&lt;/mi&gt;&lt;mo data-mjx-texclass=&quot;NONE&quot;&gt;⁡&lt;/mo&gt;&lt;mrow data-mjx-texclass=&quot;INNER&quot;&gt;&lt;mo data-mjx-texclass=&quot;OPEN&quot;&gt;(&lt;/mo&gt;&lt;mn&gt;82&lt;/mn&gt;&lt;mrow data-mjx-texclass=&quot;ORD&quot;&gt;&lt;mo data-mjx-pseudoscript=&quot;true&quot;&gt;°&lt;/mo&gt;&lt;/mrow&gt;&lt;mo data-mjx-texclass=&quot;CLOSE&quot;&gt;)&lt;/mo&gt;&lt;/mrow&gt;&lt;/mrow&gt;&lt;/mfrac&gt;&lt;mo&gt;=&lt;/mo&gt;&lt;mn&gt;100&lt;/mn&gt;&lt;mtext&gt;&lt;/mtext&gt;&lt;mtext&gt;&lt;/mtext&gt;&lt;mtext&gt;&lt;/mtext&gt;&lt;mtext&gt;&lt;/mtext&gt;&lt;mtext&gt;&lt;/mtext&gt;&lt;mn&gt;100&lt;/mn&gt;&lt;mo&gt;×&lt;/mo&gt;&lt;mi&gt;cos&lt;/mi&gt;&lt;mo data-mjx-texclass=&quot;NONE&quot;&gt;⁡&lt;/mo&gt;&lt;mrow data-mjx-texclass=&quot;INNER&quot;&gt;&lt;mo data-mjx-texclass=&quot;OPEN&quot;&gt;(&lt;/mo&gt;&lt;mn&gt;82&lt;/mn&gt;&lt;mrow data-mjx-texclass=&quot;ORD&quot;&gt;&lt;mo data-mjx-pseudoscript=&quot;true&quot;&gt;°&lt;/mo&gt;&lt;/mrow&gt;&lt;mo data-mjx-texclass=&quot;CLOSE&quot;&gt;)&lt;/mo&gt;&lt;/mrow&gt;&lt;mo&gt;=&lt;/mo&gt;&lt;mn&gt;14&lt;/mn&gt;&lt;/mstyle&gt;&lt;mtext&gt;&lt;/mtext&gt;&lt;mtext&gt;&lt;/mtext&gt;&lt;mtext&gt;&lt;/mtext&gt;&lt;mtext&gt;&lt;/mtext&gt;&lt;mtext&gt;&lt;/mtext&gt;&lt;mi&gt;cos&lt;/mi&gt;&lt;mo data-mjx-texclass=&quot;NONE&quot;&gt;⁡&lt;/mo&gt;&lt;mrow data-mjx-texclass=&quot;INNER&quot;&gt;&lt;mo data-mjx-texclass=&quot;OPEN&quot;&gt;(&lt;/mo&gt;&lt;mn&gt;82&lt;/mn&gt;&lt;mrow data-mjx-texclass=&quot;ORD&quot;&gt;&lt;mo data-mjx-pseudoscript=&quot;true&quot;&gt;°&lt;/mo&gt;&lt;/mrow&gt;&lt;mo&gt;×&lt;/mo&gt;&lt;mn&gt;100&lt;/mn&gt;&lt;mo data-mjx-texclass=&quot;CLOSE&quot;&gt;)&lt;/mo&gt;&lt;/mrow&gt;&lt;mo&gt;=&lt;/mo&gt;&lt;mn&gt;14&lt;/mn&gt;&lt;mtext&gt;&lt;/mtext&gt;&lt;mtext&gt;&lt;/mtext&gt;&lt;mtext&gt;&lt;/mtext&gt;&lt;mtext&gt;&lt;/mtext&gt;&lt;mtext&gt;&lt;/mtext&gt;&lt;mi&gt;cos&lt;/mi&gt;&lt;mo data-mjx-texclass=&quot;NONE&quot;&gt;⁡&lt;/mo&gt;&lt;mrow data-mjx-texclass=&quot;INNER&quot;&gt;&lt;mo data-mjx-texclass=&quot;OPEN&quot;&gt;(&lt;/mo&gt;&lt;mfrac&gt;&lt;mrow&gt;&lt;mn&gt;82&lt;/mn&gt;&lt;mrow data-mjx-texclass=&quot;ORD&quot;&gt;&lt;mo data-mjx-pseudoscript=&quot;true&quot;&gt;°&lt;/mo&gt;&lt;/mrow&gt;&lt;/mrow&gt;&lt;mn&gt;14&lt;/mn&gt;&lt;/mfrac&gt;&lt;mo data-mjx-texclass=&quot;CLOSE&quot;&gt;)&lt;/mo&gt;&lt;/mrow&gt;&lt;mo&gt;=&lt;/mo&gt;&lt;mn&gt;100&lt;/mn&gt;&lt;/math&gt;" id="1067" name="Google Shape;1067;p74" title="14 over 100 equals cosine 82 degrees 14 over cosine 82 degrees equals 100 100 times cosine 82 degrees equals 14 the cosine of open paren 82 degrees times 100 close paren equals 14 the cosine of open paren 82 degrees over 14 close paren equals 100"/>
          <p:cNvPicPr preferRelativeResize="0"/>
          <p:nvPr/>
        </p:nvPicPr>
        <p:blipFill rotWithShape="1">
          <a:blip r:embed="rId3">
            <a:alphaModFix/>
          </a:blip>
          <a:srcRect b="0" l="82304" r="0" t="0"/>
          <a:stretch/>
        </p:blipFill>
        <p:spPr>
          <a:xfrm>
            <a:off x="831932" y="1987775"/>
            <a:ext cx="1682749" cy="561600"/>
          </a:xfrm>
          <a:prstGeom prst="rect">
            <a:avLst/>
          </a:prstGeom>
          <a:noFill/>
          <a:ln>
            <a:noFill/>
          </a:ln>
        </p:spPr>
      </p:pic>
      <p:pic>
        <p:nvPicPr>
          <p:cNvPr descr="&lt;math xmlns=&quot;http://www.w3.org/1998/Math/MathML&quot; display=&quot;block&quot; data-is-equatio=&quot;1&quot; data-latex=&quot;\textcolor{#FFFFF}{\frac{14}{100}=\cos\left(82°\right)\ \ \ \ \ \frac{14}{\cos\left(82°\right)}=100\ \ \ \ \ 100\times\cos\left(82°\right)=14}\ \ \ \ \ \cos\left(82°\times100\right)=14\ \ \ \ \ \cos\left(\frac{82°}{14}\right)=100&quot;&gt;&lt;mstyle mathcolor=&quot;#FFFFF&quot;&gt;&lt;mfrac&gt;&lt;mn&gt;14&lt;/mn&gt;&lt;mn&gt;100&lt;/mn&gt;&lt;/mfrac&gt;&lt;mo&gt;=&lt;/mo&gt;&lt;mi&gt;cos&lt;/mi&gt;&lt;mo data-mjx-texclass=&quot;NONE&quot;&gt;⁡&lt;/mo&gt;&lt;mrow data-mjx-texclass=&quot;INNER&quot;&gt;&lt;mo data-mjx-texclass=&quot;OPEN&quot;&gt;(&lt;/mo&gt;&lt;mn&gt;82&lt;/mn&gt;&lt;mrow data-mjx-texclass=&quot;ORD&quot;&gt;&lt;mo data-mjx-pseudoscript=&quot;true&quot;&gt;°&lt;/mo&gt;&lt;/mrow&gt;&lt;mo data-mjx-texclass=&quot;CLOSE&quot;&gt;)&lt;/mo&gt;&lt;/mrow&gt;&lt;mtext&gt;&lt;/mtext&gt;&lt;mtext&gt;&lt;/mtext&gt;&lt;mtext&gt;&lt;/mtext&gt;&lt;mtext&gt;&lt;/mtext&gt;&lt;mtext&gt;&lt;/mtext&gt;&lt;mfrac&gt;&lt;mn&gt;14&lt;/mn&gt;&lt;mrow&gt;&lt;mi&gt;cos&lt;/mi&gt;&lt;mo data-mjx-texclass=&quot;NONE&quot;&gt;⁡&lt;/mo&gt;&lt;mrow data-mjx-texclass=&quot;INNER&quot;&gt;&lt;mo data-mjx-texclass=&quot;OPEN&quot;&gt;(&lt;/mo&gt;&lt;mn&gt;82&lt;/mn&gt;&lt;mrow data-mjx-texclass=&quot;ORD&quot;&gt;&lt;mo data-mjx-pseudoscript=&quot;true&quot;&gt;°&lt;/mo&gt;&lt;/mrow&gt;&lt;mo data-mjx-texclass=&quot;CLOSE&quot;&gt;)&lt;/mo&gt;&lt;/mrow&gt;&lt;/mrow&gt;&lt;/mfrac&gt;&lt;mo&gt;=&lt;/mo&gt;&lt;mn&gt;100&lt;/mn&gt;&lt;mtext&gt;&lt;/mtext&gt;&lt;mtext&gt;&lt;/mtext&gt;&lt;mtext&gt;&lt;/mtext&gt;&lt;mtext&gt;&lt;/mtext&gt;&lt;mtext&gt;&lt;/mtext&gt;&lt;mn&gt;100&lt;/mn&gt;&lt;mo&gt;×&lt;/mo&gt;&lt;mi&gt;cos&lt;/mi&gt;&lt;mo data-mjx-texclass=&quot;NONE&quot;&gt;⁡&lt;/mo&gt;&lt;mrow data-mjx-texclass=&quot;INNER&quot;&gt;&lt;mo data-mjx-texclass=&quot;OPEN&quot;&gt;(&lt;/mo&gt;&lt;mn&gt;82&lt;/mn&gt;&lt;mrow data-mjx-texclass=&quot;ORD&quot;&gt;&lt;mo data-mjx-pseudoscript=&quot;true&quot;&gt;°&lt;/mo&gt;&lt;/mrow&gt;&lt;mo data-mjx-texclass=&quot;CLOSE&quot;&gt;)&lt;/mo&gt;&lt;/mrow&gt;&lt;mo&gt;=&lt;/mo&gt;&lt;mn&gt;14&lt;/mn&gt;&lt;/mstyle&gt;&lt;mtext&gt;&lt;/mtext&gt;&lt;mtext&gt;&lt;/mtext&gt;&lt;mtext&gt;&lt;/mtext&gt;&lt;mtext&gt;&lt;/mtext&gt;&lt;mtext&gt;&lt;/mtext&gt;&lt;mi&gt;cos&lt;/mi&gt;&lt;mo data-mjx-texclass=&quot;NONE&quot;&gt;⁡&lt;/mo&gt;&lt;mrow data-mjx-texclass=&quot;INNER&quot;&gt;&lt;mo data-mjx-texclass=&quot;OPEN&quot;&gt;(&lt;/mo&gt;&lt;mn&gt;82&lt;/mn&gt;&lt;mrow data-mjx-texclass=&quot;ORD&quot;&gt;&lt;mo data-mjx-pseudoscript=&quot;true&quot;&gt;°&lt;/mo&gt;&lt;/mrow&gt;&lt;mo&gt;×&lt;/mo&gt;&lt;mn&gt;100&lt;/mn&gt;&lt;mo data-mjx-texclass=&quot;CLOSE&quot;&gt;)&lt;/mo&gt;&lt;/mrow&gt;&lt;mo&gt;=&lt;/mo&gt;&lt;mn&gt;14&lt;/mn&gt;&lt;mtext&gt;&lt;/mtext&gt;&lt;mtext&gt;&lt;/mtext&gt;&lt;mtext&gt;&lt;/mtext&gt;&lt;mtext&gt;&lt;/mtext&gt;&lt;mtext&gt;&lt;/mtext&gt;&lt;mi&gt;cos&lt;/mi&gt;&lt;mo data-mjx-texclass=&quot;NONE&quot;&gt;⁡&lt;/mo&gt;&lt;mrow data-mjx-texclass=&quot;INNER&quot;&gt;&lt;mo data-mjx-texclass=&quot;OPEN&quot;&gt;(&lt;/mo&gt;&lt;mfrac&gt;&lt;mrow&gt;&lt;mn&gt;82&lt;/mn&gt;&lt;mrow data-mjx-texclass=&quot;ORD&quot;&gt;&lt;mo data-mjx-pseudoscript=&quot;true&quot;&gt;°&lt;/mo&gt;&lt;/mrow&gt;&lt;/mrow&gt;&lt;mn&gt;14&lt;/mn&gt;&lt;/mfrac&gt;&lt;mo data-mjx-texclass=&quot;CLOSE&quot;&gt;)&lt;/mo&gt;&lt;/mrow&gt;&lt;mo&gt;=&lt;/mo&gt;&lt;mn&gt;100&lt;/mn&gt;&lt;/math&gt;" id="1068" name="Google Shape;1068;p74" title="14 over 100 equals cosine 82 degrees 14 over cosine 82 degrees equals 100 100 times cosine 82 degrees equals 14 the cosine of open paren 82 degrees times 100 close paren equals 14 the cosine of open paren 82 degrees over 14 close paren equals 100"/>
          <p:cNvPicPr preferRelativeResize="0"/>
          <p:nvPr/>
        </p:nvPicPr>
        <p:blipFill rotWithShape="1">
          <a:blip r:embed="rId3">
            <a:alphaModFix/>
          </a:blip>
          <a:srcRect b="18505" l="36684" r="43167" t="18505"/>
          <a:stretch/>
        </p:blipFill>
        <p:spPr>
          <a:xfrm>
            <a:off x="859850" y="3884875"/>
            <a:ext cx="1916001" cy="353750"/>
          </a:xfrm>
          <a:prstGeom prst="rect">
            <a:avLst/>
          </a:prstGeom>
          <a:noFill/>
          <a:ln>
            <a:noFill/>
          </a:ln>
        </p:spPr>
      </p:pic>
      <p:sp>
        <p:nvSpPr>
          <p:cNvPr id="1069" name="Google Shape;1069;p74"/>
          <p:cNvSpPr/>
          <p:nvPr/>
        </p:nvSpPr>
        <p:spPr>
          <a:xfrm>
            <a:off x="859850" y="3890800"/>
            <a:ext cx="1898100" cy="309600"/>
          </a:xfrm>
          <a:prstGeom prst="rect">
            <a:avLst/>
          </a:prstGeom>
          <a:noFill/>
          <a:ln cap="flat" cmpd="sng" w="28575">
            <a:solidFill>
              <a:srgbClr val="D02AA7"/>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sz="1800">
              <a:solidFill>
                <a:srgbClr val="000000"/>
              </a:solidFill>
              <a:latin typeface="Lexend"/>
              <a:ea typeface="Lexend"/>
              <a:cs typeface="Lexend"/>
              <a:sym typeface="Lexend"/>
            </a:endParaRPr>
          </a:p>
        </p:txBody>
      </p:sp>
      <p:sp>
        <p:nvSpPr>
          <p:cNvPr id="1070" name="Google Shape;1070;p74"/>
          <p:cNvSpPr txBox="1"/>
          <p:nvPr/>
        </p:nvSpPr>
        <p:spPr>
          <a:xfrm>
            <a:off x="324000" y="610600"/>
            <a:ext cx="8496000" cy="8313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Clr>
                <a:srgbClr val="000000"/>
              </a:buClr>
              <a:buSzPts val="1100"/>
              <a:buFont typeface="Arial"/>
              <a:buNone/>
            </a:pPr>
            <a:r>
              <a:rPr lang="en-GB" sz="1800">
                <a:latin typeface="Lexend"/>
                <a:ea typeface="Lexend"/>
                <a:cs typeface="Lexend"/>
                <a:sym typeface="Lexend"/>
              </a:rPr>
              <a:t>Which of these correctly shows the relationship between the hypotenuse and the side adjacent to the 82° angle for this triangle (values are rounded to the nearest integer)?</a:t>
            </a:r>
            <a:endParaRPr sz="1800">
              <a:latin typeface="Lexend"/>
              <a:ea typeface="Lexend"/>
              <a:cs typeface="Lexend"/>
              <a:sym typeface="Lexend"/>
            </a:endParaRPr>
          </a:p>
        </p:txBody>
      </p:sp>
      <p:sp>
        <p:nvSpPr>
          <p:cNvPr id="1071" name="Google Shape;1071;p74"/>
          <p:cNvSpPr txBox="1"/>
          <p:nvPr>
            <p:ph type="title"/>
          </p:nvPr>
        </p:nvSpPr>
        <p:spPr>
          <a:xfrm>
            <a:off x="324000" y="0"/>
            <a:ext cx="7885200" cy="613500"/>
          </a:xfrm>
          <a:prstGeom prst="rect">
            <a:avLst/>
          </a:prstGeom>
        </p:spPr>
        <p:txBody>
          <a:bodyPr anchorCtr="0" anchor="ctr" bIns="0" lIns="0" spcFirstLastPara="1" rIns="0" wrap="square" tIns="0">
            <a:noAutofit/>
          </a:bodyPr>
          <a:lstStyle/>
          <a:p>
            <a:pPr indent="0" lvl="0" marL="0" rtl="0" algn="l">
              <a:spcBef>
                <a:spcPts val="0"/>
              </a:spcBef>
              <a:spcAft>
                <a:spcPts val="0"/>
              </a:spcAft>
              <a:buNone/>
            </a:pPr>
            <a:r>
              <a:rPr lang="en-GB"/>
              <a:t>Formalising the cosine formula</a:t>
            </a:r>
            <a:endParaRPr/>
          </a:p>
        </p:txBody>
      </p:sp>
      <p:sp>
        <p:nvSpPr>
          <p:cNvPr id="1072" name="Google Shape;1072;p74"/>
          <p:cNvSpPr/>
          <p:nvPr/>
        </p:nvSpPr>
        <p:spPr>
          <a:xfrm flipH="1">
            <a:off x="6331848" y="3371549"/>
            <a:ext cx="1108500" cy="1108500"/>
          </a:xfrm>
          <a:prstGeom prst="arc">
            <a:avLst>
              <a:gd fmla="val 10771373" name="adj1"/>
              <a:gd fmla="val 14522387" name="adj2"/>
            </a:avLst>
          </a:prstGeom>
          <a:solidFill>
            <a:srgbClr val="F3EEFB"/>
          </a:solidFill>
          <a:ln cap="flat" cmpd="sng" w="28575">
            <a:solidFill>
              <a:srgbClr val="845AD9"/>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sp>
        <p:nvSpPr>
          <p:cNvPr id="1073" name="Google Shape;1073;p74"/>
          <p:cNvSpPr/>
          <p:nvPr/>
        </p:nvSpPr>
        <p:spPr>
          <a:xfrm flipH="1">
            <a:off x="7772739" y="3730801"/>
            <a:ext cx="194100" cy="194100"/>
          </a:xfrm>
          <a:prstGeom prst="rect">
            <a:avLst/>
          </a:prstGeom>
          <a:noFill/>
          <a:ln cap="flat" cmpd="sng" w="28575">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grpSp>
        <p:nvGrpSpPr>
          <p:cNvPr id="1074" name="Google Shape;1074;p74"/>
          <p:cNvGrpSpPr/>
          <p:nvPr/>
        </p:nvGrpSpPr>
        <p:grpSpPr>
          <a:xfrm>
            <a:off x="6805021" y="1834359"/>
            <a:ext cx="1273367" cy="2201921"/>
            <a:chOff x="-2089411" y="1392790"/>
            <a:chExt cx="1126077" cy="1822933"/>
          </a:xfrm>
        </p:grpSpPr>
        <p:sp>
          <p:nvSpPr>
            <p:cNvPr id="1075" name="Google Shape;1075;p74"/>
            <p:cNvSpPr/>
            <p:nvPr/>
          </p:nvSpPr>
          <p:spPr>
            <a:xfrm rot="-5400000">
              <a:off x="-2375725" y="1809575"/>
              <a:ext cx="1668300" cy="960900"/>
            </a:xfrm>
            <a:prstGeom prst="rtTriangle">
              <a:avLst/>
            </a:prstGeom>
            <a:noFill/>
            <a:ln cap="flat" cmpd="sng" w="28575">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cxnSp>
          <p:nvCxnSpPr>
            <p:cNvPr id="1076" name="Google Shape;1076;p74"/>
            <p:cNvCxnSpPr/>
            <p:nvPr/>
          </p:nvCxnSpPr>
          <p:spPr>
            <a:xfrm flipH="1">
              <a:off x="-2089411" y="1392790"/>
              <a:ext cx="960900" cy="1668300"/>
            </a:xfrm>
            <a:prstGeom prst="straightConnector1">
              <a:avLst/>
            </a:prstGeom>
            <a:noFill/>
            <a:ln cap="flat" cmpd="sng" w="28575">
              <a:solidFill>
                <a:srgbClr val="845AD9"/>
              </a:solidFill>
              <a:prstDash val="solid"/>
              <a:round/>
              <a:headEnd len="med" w="med" type="triangle"/>
              <a:tailEnd len="med" w="med" type="triangle"/>
            </a:ln>
          </p:spPr>
        </p:cxnSp>
        <p:cxnSp>
          <p:nvCxnSpPr>
            <p:cNvPr id="1077" name="Google Shape;1077;p74"/>
            <p:cNvCxnSpPr/>
            <p:nvPr/>
          </p:nvCxnSpPr>
          <p:spPr>
            <a:xfrm rot="10800000">
              <a:off x="-2022025" y="3215724"/>
              <a:ext cx="960900" cy="0"/>
            </a:xfrm>
            <a:prstGeom prst="straightConnector1">
              <a:avLst/>
            </a:prstGeom>
            <a:noFill/>
            <a:ln cap="flat" cmpd="sng" w="28575">
              <a:solidFill>
                <a:srgbClr val="845AD9"/>
              </a:solidFill>
              <a:prstDash val="solid"/>
              <a:round/>
              <a:headEnd len="med" w="med" type="triangle"/>
              <a:tailEnd len="med" w="med" type="triangle"/>
            </a:ln>
          </p:spPr>
        </p:cxnSp>
        <p:cxnSp>
          <p:nvCxnSpPr>
            <p:cNvPr id="1078" name="Google Shape;1078;p74"/>
            <p:cNvCxnSpPr/>
            <p:nvPr/>
          </p:nvCxnSpPr>
          <p:spPr>
            <a:xfrm rot="10800000">
              <a:off x="-963334" y="1455875"/>
              <a:ext cx="0" cy="1668300"/>
            </a:xfrm>
            <a:prstGeom prst="straightConnector1">
              <a:avLst/>
            </a:prstGeom>
            <a:noFill/>
            <a:ln cap="flat" cmpd="sng" w="28575">
              <a:solidFill>
                <a:srgbClr val="845AD9"/>
              </a:solidFill>
              <a:prstDash val="solid"/>
              <a:round/>
              <a:headEnd len="med" w="med" type="triangle"/>
              <a:tailEnd len="med" w="med" type="triangle"/>
            </a:ln>
          </p:spPr>
        </p:cxnSp>
      </p:grpSp>
      <p:sp>
        <p:nvSpPr>
          <p:cNvPr id="1079" name="Google Shape;1079;p74"/>
          <p:cNvSpPr txBox="1"/>
          <p:nvPr/>
        </p:nvSpPr>
        <p:spPr>
          <a:xfrm flipH="1">
            <a:off x="6971481" y="3707075"/>
            <a:ext cx="468000" cy="1791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Clr>
                <a:srgbClr val="000000"/>
              </a:buClr>
              <a:buSzPts val="1100"/>
              <a:buFont typeface="Arial"/>
              <a:buNone/>
            </a:pPr>
            <a:r>
              <a:rPr lang="en-GB" sz="1800">
                <a:solidFill>
                  <a:srgbClr val="000000"/>
                </a:solidFill>
                <a:latin typeface="Lexend"/>
                <a:ea typeface="Lexend"/>
                <a:cs typeface="Lexend"/>
                <a:sym typeface="Lexend"/>
              </a:rPr>
              <a:t>8</a:t>
            </a:r>
            <a:r>
              <a:rPr lang="en-GB" sz="1800">
                <a:latin typeface="Lexend"/>
                <a:ea typeface="Lexend"/>
                <a:cs typeface="Lexend"/>
                <a:sym typeface="Lexend"/>
              </a:rPr>
              <a:t>2</a:t>
            </a:r>
            <a:r>
              <a:rPr lang="en-GB" sz="1800">
                <a:solidFill>
                  <a:srgbClr val="000000"/>
                </a:solidFill>
                <a:latin typeface="Lexend"/>
                <a:ea typeface="Lexend"/>
                <a:cs typeface="Lexend"/>
                <a:sym typeface="Lexend"/>
              </a:rPr>
              <a:t>°</a:t>
            </a:r>
            <a:endParaRPr sz="1800">
              <a:latin typeface="Lexend"/>
              <a:ea typeface="Lexend"/>
              <a:cs typeface="Lexend"/>
              <a:sym typeface="Lexend"/>
            </a:endParaRPr>
          </a:p>
        </p:txBody>
      </p:sp>
      <p:sp>
        <p:nvSpPr>
          <p:cNvPr id="1080" name="Google Shape;1080;p74"/>
          <p:cNvSpPr txBox="1"/>
          <p:nvPr/>
        </p:nvSpPr>
        <p:spPr>
          <a:xfrm flipH="1">
            <a:off x="6157610" y="2740654"/>
            <a:ext cx="1098600" cy="2121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Clr>
                <a:srgbClr val="000000"/>
              </a:buClr>
              <a:buSzPts val="1100"/>
              <a:buFont typeface="Arial"/>
              <a:buNone/>
            </a:pPr>
            <a:r>
              <a:rPr lang="en-GB" sz="1800">
                <a:latin typeface="Lexend"/>
                <a:ea typeface="Lexend"/>
                <a:cs typeface="Lexend"/>
                <a:sym typeface="Lexend"/>
              </a:rPr>
              <a:t>100 cm</a:t>
            </a:r>
            <a:endParaRPr sz="1800">
              <a:latin typeface="Lexend"/>
              <a:ea typeface="Lexend"/>
              <a:cs typeface="Lexend"/>
              <a:sym typeface="Lexend"/>
            </a:endParaRPr>
          </a:p>
        </p:txBody>
      </p:sp>
      <p:grpSp>
        <p:nvGrpSpPr>
          <p:cNvPr id="1081" name="Google Shape;1081;p74"/>
          <p:cNvGrpSpPr/>
          <p:nvPr/>
        </p:nvGrpSpPr>
        <p:grpSpPr>
          <a:xfrm>
            <a:off x="538555" y="2157358"/>
            <a:ext cx="243093" cy="243093"/>
            <a:chOff x="1020916" y="1442088"/>
            <a:chExt cx="457200" cy="457200"/>
          </a:xfrm>
        </p:grpSpPr>
        <p:pic>
          <p:nvPicPr>
            <p:cNvPr id="1082" name="Google Shape;1082;p74"/>
            <p:cNvPicPr preferRelativeResize="0"/>
            <p:nvPr/>
          </p:nvPicPr>
          <p:blipFill>
            <a:blip r:embed="rId4">
              <a:alphaModFix/>
            </a:blip>
            <a:stretch>
              <a:fillRect/>
            </a:stretch>
          </p:blipFill>
          <p:spPr>
            <a:xfrm>
              <a:off x="1020916" y="1442088"/>
              <a:ext cx="457200" cy="457200"/>
            </a:xfrm>
            <a:prstGeom prst="rect">
              <a:avLst/>
            </a:prstGeom>
            <a:noFill/>
            <a:ln>
              <a:noFill/>
            </a:ln>
          </p:spPr>
        </p:pic>
        <p:sp>
          <p:nvSpPr>
            <p:cNvPr id="1083" name="Google Shape;1083;p74"/>
            <p:cNvSpPr txBox="1"/>
            <p:nvPr/>
          </p:nvSpPr>
          <p:spPr>
            <a:xfrm>
              <a:off x="1045521" y="1451202"/>
              <a:ext cx="408000" cy="4185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GB" sz="1800">
                  <a:solidFill>
                    <a:srgbClr val="FFFFFF"/>
                  </a:solidFill>
                  <a:latin typeface="Lexend"/>
                  <a:ea typeface="Lexend"/>
                  <a:cs typeface="Lexend"/>
                  <a:sym typeface="Lexend"/>
                </a:rPr>
                <a:t>a</a:t>
              </a:r>
              <a:endParaRPr b="1" sz="1800">
                <a:solidFill>
                  <a:srgbClr val="FFFFFF"/>
                </a:solidFill>
                <a:latin typeface="Lexend"/>
                <a:ea typeface="Lexend"/>
                <a:cs typeface="Lexend"/>
                <a:sym typeface="Lexend"/>
              </a:endParaRPr>
            </a:p>
          </p:txBody>
        </p:sp>
      </p:grpSp>
      <p:grpSp>
        <p:nvGrpSpPr>
          <p:cNvPr id="1084" name="Google Shape;1084;p74"/>
          <p:cNvGrpSpPr/>
          <p:nvPr/>
        </p:nvGrpSpPr>
        <p:grpSpPr>
          <a:xfrm>
            <a:off x="538555" y="3049333"/>
            <a:ext cx="243093" cy="243093"/>
            <a:chOff x="1020916" y="1442088"/>
            <a:chExt cx="457200" cy="457200"/>
          </a:xfrm>
        </p:grpSpPr>
        <p:pic>
          <p:nvPicPr>
            <p:cNvPr id="1085" name="Google Shape;1085;p74"/>
            <p:cNvPicPr preferRelativeResize="0"/>
            <p:nvPr/>
          </p:nvPicPr>
          <p:blipFill>
            <a:blip r:embed="rId4">
              <a:alphaModFix/>
            </a:blip>
            <a:stretch>
              <a:fillRect/>
            </a:stretch>
          </p:blipFill>
          <p:spPr>
            <a:xfrm>
              <a:off x="1020916" y="1442088"/>
              <a:ext cx="457200" cy="457200"/>
            </a:xfrm>
            <a:prstGeom prst="rect">
              <a:avLst/>
            </a:prstGeom>
            <a:noFill/>
            <a:ln>
              <a:noFill/>
            </a:ln>
          </p:spPr>
        </p:pic>
        <p:sp>
          <p:nvSpPr>
            <p:cNvPr id="1086" name="Google Shape;1086;p74"/>
            <p:cNvSpPr txBox="1"/>
            <p:nvPr/>
          </p:nvSpPr>
          <p:spPr>
            <a:xfrm>
              <a:off x="1045521" y="1451202"/>
              <a:ext cx="408000" cy="4185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GB" sz="1800">
                  <a:solidFill>
                    <a:srgbClr val="FFFFFF"/>
                  </a:solidFill>
                  <a:latin typeface="Lexend"/>
                  <a:ea typeface="Lexend"/>
                  <a:cs typeface="Lexend"/>
                  <a:sym typeface="Lexend"/>
                </a:rPr>
                <a:t>b</a:t>
              </a:r>
              <a:endParaRPr b="1" sz="1800">
                <a:solidFill>
                  <a:srgbClr val="FFFFFF"/>
                </a:solidFill>
                <a:latin typeface="Lexend"/>
                <a:ea typeface="Lexend"/>
                <a:cs typeface="Lexend"/>
                <a:sym typeface="Lexend"/>
              </a:endParaRPr>
            </a:p>
          </p:txBody>
        </p:sp>
      </p:grpSp>
      <p:grpSp>
        <p:nvGrpSpPr>
          <p:cNvPr id="1087" name="Google Shape;1087;p74"/>
          <p:cNvGrpSpPr/>
          <p:nvPr/>
        </p:nvGrpSpPr>
        <p:grpSpPr>
          <a:xfrm>
            <a:off x="538555" y="3934908"/>
            <a:ext cx="243093" cy="243093"/>
            <a:chOff x="1020916" y="1442088"/>
            <a:chExt cx="457200" cy="457200"/>
          </a:xfrm>
        </p:grpSpPr>
        <p:pic>
          <p:nvPicPr>
            <p:cNvPr id="1088" name="Google Shape;1088;p74"/>
            <p:cNvPicPr preferRelativeResize="0"/>
            <p:nvPr/>
          </p:nvPicPr>
          <p:blipFill>
            <a:blip r:embed="rId4">
              <a:alphaModFix/>
            </a:blip>
            <a:stretch>
              <a:fillRect/>
            </a:stretch>
          </p:blipFill>
          <p:spPr>
            <a:xfrm>
              <a:off x="1020916" y="1442088"/>
              <a:ext cx="457200" cy="457200"/>
            </a:xfrm>
            <a:prstGeom prst="rect">
              <a:avLst/>
            </a:prstGeom>
            <a:noFill/>
            <a:ln>
              <a:noFill/>
            </a:ln>
          </p:spPr>
        </p:pic>
        <p:sp>
          <p:nvSpPr>
            <p:cNvPr id="1089" name="Google Shape;1089;p74"/>
            <p:cNvSpPr txBox="1"/>
            <p:nvPr/>
          </p:nvSpPr>
          <p:spPr>
            <a:xfrm>
              <a:off x="1045521" y="1451202"/>
              <a:ext cx="408000" cy="4185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GB" sz="1800">
                  <a:solidFill>
                    <a:srgbClr val="FFFFFF"/>
                  </a:solidFill>
                  <a:latin typeface="Lexend"/>
                  <a:ea typeface="Lexend"/>
                  <a:cs typeface="Lexend"/>
                  <a:sym typeface="Lexend"/>
                </a:rPr>
                <a:t>c</a:t>
              </a:r>
              <a:endParaRPr b="1" sz="1800">
                <a:solidFill>
                  <a:srgbClr val="FFFFFF"/>
                </a:solidFill>
                <a:latin typeface="Lexend"/>
                <a:ea typeface="Lexend"/>
                <a:cs typeface="Lexend"/>
                <a:sym typeface="Lexend"/>
              </a:endParaRPr>
            </a:p>
          </p:txBody>
        </p:sp>
      </p:grpSp>
      <p:grpSp>
        <p:nvGrpSpPr>
          <p:cNvPr id="1090" name="Google Shape;1090;p74"/>
          <p:cNvGrpSpPr/>
          <p:nvPr/>
        </p:nvGrpSpPr>
        <p:grpSpPr>
          <a:xfrm>
            <a:off x="3349805" y="2603345"/>
            <a:ext cx="243093" cy="243093"/>
            <a:chOff x="1020916" y="1442088"/>
            <a:chExt cx="457200" cy="457200"/>
          </a:xfrm>
        </p:grpSpPr>
        <p:pic>
          <p:nvPicPr>
            <p:cNvPr id="1091" name="Google Shape;1091;p74"/>
            <p:cNvPicPr preferRelativeResize="0"/>
            <p:nvPr/>
          </p:nvPicPr>
          <p:blipFill>
            <a:blip r:embed="rId4">
              <a:alphaModFix/>
            </a:blip>
            <a:stretch>
              <a:fillRect/>
            </a:stretch>
          </p:blipFill>
          <p:spPr>
            <a:xfrm>
              <a:off x="1020916" y="1442088"/>
              <a:ext cx="457200" cy="457200"/>
            </a:xfrm>
            <a:prstGeom prst="rect">
              <a:avLst/>
            </a:prstGeom>
            <a:noFill/>
            <a:ln>
              <a:noFill/>
            </a:ln>
          </p:spPr>
        </p:pic>
        <p:sp>
          <p:nvSpPr>
            <p:cNvPr id="1092" name="Google Shape;1092;p74"/>
            <p:cNvSpPr txBox="1"/>
            <p:nvPr/>
          </p:nvSpPr>
          <p:spPr>
            <a:xfrm>
              <a:off x="1045521" y="1451202"/>
              <a:ext cx="408000" cy="4185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GB" sz="1800">
                  <a:solidFill>
                    <a:srgbClr val="FFFFFF"/>
                  </a:solidFill>
                  <a:latin typeface="Lexend"/>
                  <a:ea typeface="Lexend"/>
                  <a:cs typeface="Lexend"/>
                  <a:sym typeface="Lexend"/>
                </a:rPr>
                <a:t>d</a:t>
              </a:r>
              <a:endParaRPr b="1" sz="1800">
                <a:solidFill>
                  <a:srgbClr val="FFFFFF"/>
                </a:solidFill>
                <a:latin typeface="Lexend"/>
                <a:ea typeface="Lexend"/>
                <a:cs typeface="Lexend"/>
                <a:sym typeface="Lexend"/>
              </a:endParaRPr>
            </a:p>
          </p:txBody>
        </p:sp>
      </p:grpSp>
      <p:grpSp>
        <p:nvGrpSpPr>
          <p:cNvPr id="1093" name="Google Shape;1093;p74"/>
          <p:cNvGrpSpPr/>
          <p:nvPr/>
        </p:nvGrpSpPr>
        <p:grpSpPr>
          <a:xfrm>
            <a:off x="3349805" y="3495308"/>
            <a:ext cx="243093" cy="243093"/>
            <a:chOff x="1020916" y="1442088"/>
            <a:chExt cx="457200" cy="457200"/>
          </a:xfrm>
        </p:grpSpPr>
        <p:pic>
          <p:nvPicPr>
            <p:cNvPr id="1094" name="Google Shape;1094;p74"/>
            <p:cNvPicPr preferRelativeResize="0"/>
            <p:nvPr/>
          </p:nvPicPr>
          <p:blipFill>
            <a:blip r:embed="rId4">
              <a:alphaModFix/>
            </a:blip>
            <a:stretch>
              <a:fillRect/>
            </a:stretch>
          </p:blipFill>
          <p:spPr>
            <a:xfrm>
              <a:off x="1020916" y="1442088"/>
              <a:ext cx="457200" cy="457200"/>
            </a:xfrm>
            <a:prstGeom prst="rect">
              <a:avLst/>
            </a:prstGeom>
            <a:noFill/>
            <a:ln>
              <a:noFill/>
            </a:ln>
          </p:spPr>
        </p:pic>
        <p:sp>
          <p:nvSpPr>
            <p:cNvPr id="1095" name="Google Shape;1095;p74"/>
            <p:cNvSpPr txBox="1"/>
            <p:nvPr/>
          </p:nvSpPr>
          <p:spPr>
            <a:xfrm>
              <a:off x="1045521" y="1451202"/>
              <a:ext cx="408000" cy="4185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GB" sz="1800">
                  <a:solidFill>
                    <a:srgbClr val="FFFFFF"/>
                  </a:solidFill>
                  <a:latin typeface="Lexend"/>
                  <a:ea typeface="Lexend"/>
                  <a:cs typeface="Lexend"/>
                  <a:sym typeface="Lexend"/>
                </a:rPr>
                <a:t>e</a:t>
              </a:r>
              <a:endParaRPr b="1" sz="1800">
                <a:solidFill>
                  <a:srgbClr val="FFFFFF"/>
                </a:solidFill>
                <a:latin typeface="Lexend"/>
                <a:ea typeface="Lexend"/>
                <a:cs typeface="Lexend"/>
                <a:sym typeface="Lexend"/>
              </a:endParaRPr>
            </a:p>
          </p:txBody>
        </p:sp>
      </p:grpSp>
      <p:grpSp>
        <p:nvGrpSpPr>
          <p:cNvPr id="1096" name="Google Shape;1096;p74"/>
          <p:cNvGrpSpPr/>
          <p:nvPr/>
        </p:nvGrpSpPr>
        <p:grpSpPr>
          <a:xfrm>
            <a:off x="2337250" y="2069017"/>
            <a:ext cx="3543579" cy="2165758"/>
            <a:chOff x="2104521" y="1840417"/>
            <a:chExt cx="3543579" cy="2165758"/>
          </a:xfrm>
        </p:grpSpPr>
        <p:pic>
          <p:nvPicPr>
            <p:cNvPr id="1097" name="Google Shape;1097;p74"/>
            <p:cNvPicPr preferRelativeResize="0"/>
            <p:nvPr/>
          </p:nvPicPr>
          <p:blipFill>
            <a:blip r:embed="rId5">
              <a:alphaModFix/>
            </a:blip>
            <a:stretch>
              <a:fillRect/>
            </a:stretch>
          </p:blipFill>
          <p:spPr>
            <a:xfrm>
              <a:off x="2104521" y="2730950"/>
              <a:ext cx="396000" cy="419100"/>
            </a:xfrm>
            <a:prstGeom prst="rect">
              <a:avLst/>
            </a:prstGeom>
            <a:noFill/>
            <a:ln>
              <a:noFill/>
            </a:ln>
          </p:spPr>
        </p:pic>
        <p:pic>
          <p:nvPicPr>
            <p:cNvPr id="1098" name="Google Shape;1098;p74"/>
            <p:cNvPicPr preferRelativeResize="0"/>
            <p:nvPr/>
          </p:nvPicPr>
          <p:blipFill>
            <a:blip r:embed="rId6">
              <a:alphaModFix/>
            </a:blip>
            <a:stretch>
              <a:fillRect/>
            </a:stretch>
          </p:blipFill>
          <p:spPr>
            <a:xfrm>
              <a:off x="2332225" y="1840417"/>
              <a:ext cx="396000" cy="419760"/>
            </a:xfrm>
            <a:prstGeom prst="rect">
              <a:avLst/>
            </a:prstGeom>
            <a:noFill/>
            <a:ln>
              <a:noFill/>
            </a:ln>
          </p:spPr>
        </p:pic>
        <p:pic>
          <p:nvPicPr>
            <p:cNvPr id="1099" name="Google Shape;1099;p74"/>
            <p:cNvPicPr preferRelativeResize="0"/>
            <p:nvPr/>
          </p:nvPicPr>
          <p:blipFill>
            <a:blip r:embed="rId5">
              <a:alphaModFix/>
            </a:blip>
            <a:stretch>
              <a:fillRect/>
            </a:stretch>
          </p:blipFill>
          <p:spPr>
            <a:xfrm>
              <a:off x="2572071" y="3587075"/>
              <a:ext cx="396000" cy="419100"/>
            </a:xfrm>
            <a:prstGeom prst="rect">
              <a:avLst/>
            </a:prstGeom>
            <a:noFill/>
            <a:ln>
              <a:noFill/>
            </a:ln>
          </p:spPr>
        </p:pic>
        <p:pic>
          <p:nvPicPr>
            <p:cNvPr id="1100" name="Google Shape;1100;p74"/>
            <p:cNvPicPr preferRelativeResize="0"/>
            <p:nvPr/>
          </p:nvPicPr>
          <p:blipFill>
            <a:blip r:embed="rId5">
              <a:alphaModFix/>
            </a:blip>
            <a:stretch>
              <a:fillRect/>
            </a:stretch>
          </p:blipFill>
          <p:spPr>
            <a:xfrm>
              <a:off x="4955946" y="3178700"/>
              <a:ext cx="396000" cy="419100"/>
            </a:xfrm>
            <a:prstGeom prst="rect">
              <a:avLst/>
            </a:prstGeom>
            <a:noFill/>
            <a:ln>
              <a:noFill/>
            </a:ln>
          </p:spPr>
        </p:pic>
        <p:pic>
          <p:nvPicPr>
            <p:cNvPr id="1101" name="Google Shape;1101;p74"/>
            <p:cNvPicPr preferRelativeResize="0"/>
            <p:nvPr/>
          </p:nvPicPr>
          <p:blipFill>
            <a:blip r:embed="rId6">
              <a:alphaModFix/>
            </a:blip>
            <a:stretch>
              <a:fillRect/>
            </a:stretch>
          </p:blipFill>
          <p:spPr>
            <a:xfrm>
              <a:off x="5252100" y="2214817"/>
              <a:ext cx="396000" cy="419760"/>
            </a:xfrm>
            <a:prstGeom prst="rect">
              <a:avLst/>
            </a:prstGeom>
            <a:noFill/>
            <a:ln>
              <a:noFill/>
            </a:ln>
          </p:spPr>
        </p:pic>
      </p:grpSp>
      <p:sp>
        <p:nvSpPr>
          <p:cNvPr id="1102" name="Google Shape;1102;p74"/>
          <p:cNvSpPr txBox="1"/>
          <p:nvPr/>
        </p:nvSpPr>
        <p:spPr>
          <a:xfrm flipH="1">
            <a:off x="7056747" y="4121641"/>
            <a:ext cx="804900" cy="2121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Clr>
                <a:srgbClr val="000000"/>
              </a:buClr>
              <a:buSzPts val="1100"/>
              <a:buFont typeface="Arial"/>
              <a:buNone/>
            </a:pPr>
            <a:r>
              <a:rPr lang="en-GB" sz="1800">
                <a:latin typeface="Lexend"/>
                <a:ea typeface="Lexend"/>
                <a:cs typeface="Lexend"/>
                <a:sym typeface="Lexend"/>
              </a:rPr>
              <a:t>14 cm</a:t>
            </a:r>
            <a:endParaRPr sz="1800">
              <a:latin typeface="Lexend"/>
              <a:ea typeface="Lexend"/>
              <a:cs typeface="Lexend"/>
              <a:sym typeface="Lexend"/>
            </a:endParaRPr>
          </a:p>
        </p:txBody>
      </p:sp>
      <p:pic>
        <p:nvPicPr>
          <p:cNvPr descr="&lt;math xmlns=&quot;http://www.w3.org/1998/Math/MathML&quot; display=&quot;block&quot; data-is-equatio=&quot;1&quot; data-latex=&quot;\textcolor{#FFFFF}{\frac{14}{100}=\cos\left(82°\right)\ \ \ \ \ \frac{14}{\cos\left(82°\right)}=100\ \ \ \ \ 100\times\cos\left(82°\right)=14}\ \ \ \ \ \cos\left(82°\times100\right)=14\ \ \ \ \ \cos\left(\frac{82°}{14}\right)=100&quot;&gt;&lt;mstyle mathcolor=&quot;#FFFFF&quot;&gt;&lt;mfrac&gt;&lt;mn&gt;14&lt;/mn&gt;&lt;mn&gt;100&lt;/mn&gt;&lt;/mfrac&gt;&lt;mo&gt;=&lt;/mo&gt;&lt;mi&gt;cos&lt;/mi&gt;&lt;mo data-mjx-texclass=&quot;NONE&quot;&gt;⁡&lt;/mo&gt;&lt;mrow data-mjx-texclass=&quot;INNER&quot;&gt;&lt;mo data-mjx-texclass=&quot;OPEN&quot;&gt;(&lt;/mo&gt;&lt;mn&gt;82&lt;/mn&gt;&lt;mrow data-mjx-texclass=&quot;ORD&quot;&gt;&lt;mo data-mjx-pseudoscript=&quot;true&quot;&gt;°&lt;/mo&gt;&lt;/mrow&gt;&lt;mo data-mjx-texclass=&quot;CLOSE&quot;&gt;)&lt;/mo&gt;&lt;/mrow&gt;&lt;mtext&gt;&lt;/mtext&gt;&lt;mtext&gt;&lt;/mtext&gt;&lt;mtext&gt;&lt;/mtext&gt;&lt;mtext&gt;&lt;/mtext&gt;&lt;mtext&gt;&lt;/mtext&gt;&lt;mfrac&gt;&lt;mn&gt;14&lt;/mn&gt;&lt;mrow&gt;&lt;mi&gt;cos&lt;/mi&gt;&lt;mo data-mjx-texclass=&quot;NONE&quot;&gt;⁡&lt;/mo&gt;&lt;mrow data-mjx-texclass=&quot;INNER&quot;&gt;&lt;mo data-mjx-texclass=&quot;OPEN&quot;&gt;(&lt;/mo&gt;&lt;mn&gt;82&lt;/mn&gt;&lt;mrow data-mjx-texclass=&quot;ORD&quot;&gt;&lt;mo data-mjx-pseudoscript=&quot;true&quot;&gt;°&lt;/mo&gt;&lt;/mrow&gt;&lt;mo data-mjx-texclass=&quot;CLOSE&quot;&gt;)&lt;/mo&gt;&lt;/mrow&gt;&lt;/mrow&gt;&lt;/mfrac&gt;&lt;mo&gt;=&lt;/mo&gt;&lt;mn&gt;100&lt;/mn&gt;&lt;mtext&gt;&lt;/mtext&gt;&lt;mtext&gt;&lt;/mtext&gt;&lt;mtext&gt;&lt;/mtext&gt;&lt;mtext&gt;&lt;/mtext&gt;&lt;mtext&gt;&lt;/mtext&gt;&lt;mn&gt;100&lt;/mn&gt;&lt;mo&gt;×&lt;/mo&gt;&lt;mi&gt;cos&lt;/mi&gt;&lt;mo data-mjx-texclass=&quot;NONE&quot;&gt;⁡&lt;/mo&gt;&lt;mrow data-mjx-texclass=&quot;INNER&quot;&gt;&lt;mo data-mjx-texclass=&quot;OPEN&quot;&gt;(&lt;/mo&gt;&lt;mn&gt;82&lt;/mn&gt;&lt;mrow data-mjx-texclass=&quot;ORD&quot;&gt;&lt;mo data-mjx-pseudoscript=&quot;true&quot;&gt;°&lt;/mo&gt;&lt;/mrow&gt;&lt;mo data-mjx-texclass=&quot;CLOSE&quot;&gt;)&lt;/mo&gt;&lt;/mrow&gt;&lt;mo&gt;=&lt;/mo&gt;&lt;mn&gt;14&lt;/mn&gt;&lt;/mstyle&gt;&lt;mtext&gt;&lt;/mtext&gt;&lt;mtext&gt;&lt;/mtext&gt;&lt;mtext&gt;&lt;/mtext&gt;&lt;mtext&gt;&lt;/mtext&gt;&lt;mtext&gt;&lt;/mtext&gt;&lt;mi&gt;cos&lt;/mi&gt;&lt;mo data-mjx-texclass=&quot;NONE&quot;&gt;⁡&lt;/mo&gt;&lt;mrow data-mjx-texclass=&quot;INNER&quot;&gt;&lt;mo data-mjx-texclass=&quot;OPEN&quot;&gt;(&lt;/mo&gt;&lt;mn&gt;82&lt;/mn&gt;&lt;mrow data-mjx-texclass=&quot;ORD&quot;&gt;&lt;mo data-mjx-pseudoscript=&quot;true&quot;&gt;°&lt;/mo&gt;&lt;/mrow&gt;&lt;mo&gt;×&lt;/mo&gt;&lt;mn&gt;100&lt;/mn&gt;&lt;mo data-mjx-texclass=&quot;CLOSE&quot;&gt;)&lt;/mo&gt;&lt;/mrow&gt;&lt;mo&gt;=&lt;/mo&gt;&lt;mn&gt;14&lt;/mn&gt;&lt;mtext&gt;&lt;/mtext&gt;&lt;mtext&gt;&lt;/mtext&gt;&lt;mtext&gt;&lt;/mtext&gt;&lt;mtext&gt;&lt;/mtext&gt;&lt;mtext&gt;&lt;/mtext&gt;&lt;mi&gt;cos&lt;/mi&gt;&lt;mo data-mjx-texclass=&quot;NONE&quot;&gt;⁡&lt;/mo&gt;&lt;mrow data-mjx-texclass=&quot;INNER&quot;&gt;&lt;mo data-mjx-texclass=&quot;OPEN&quot;&gt;(&lt;/mo&gt;&lt;mfrac&gt;&lt;mrow&gt;&lt;mn&gt;82&lt;/mn&gt;&lt;mrow data-mjx-texclass=&quot;ORD&quot;&gt;&lt;mo data-mjx-pseudoscript=&quot;true&quot;&gt;°&lt;/mo&gt;&lt;/mrow&gt;&lt;/mrow&gt;&lt;mn&gt;14&lt;/mn&gt;&lt;/mfrac&gt;&lt;mo data-mjx-texclass=&quot;CLOSE&quot;&gt;)&lt;/mo&gt;&lt;/mrow&gt;&lt;mo&gt;=&lt;/mo&gt;&lt;mn&gt;100&lt;/mn&gt;&lt;/math&gt;" id="1103" name="Google Shape;1103;p74" title="14 over 100 equals cosine 82 degrees 14 over cosine 82 degrees equals 100 100 times cosine 82 degrees equals 14 the cosine of open paren 82 degrees times 100 close paren equals 14 the cosine of open paren 82 degrees over 14 close paren equals 100"/>
          <p:cNvPicPr preferRelativeResize="0"/>
          <p:nvPr/>
        </p:nvPicPr>
        <p:blipFill rotWithShape="1">
          <a:blip r:embed="rId3">
            <a:alphaModFix/>
          </a:blip>
          <a:srcRect b="0" l="59471" r="20676" t="0"/>
          <a:stretch/>
        </p:blipFill>
        <p:spPr>
          <a:xfrm>
            <a:off x="3640601" y="2432575"/>
            <a:ext cx="1887800" cy="561600"/>
          </a:xfrm>
          <a:prstGeom prst="rect">
            <a:avLst/>
          </a:prstGeom>
          <a:noFill/>
          <a:ln>
            <a:noFill/>
          </a:ln>
        </p:spPr>
      </p:pic>
      <p:pic>
        <p:nvPicPr>
          <p:cNvPr descr="&lt;math xmlns=&quot;http://www.w3.org/1998/Math/MathML&quot; display=&quot;block&quot; data-is-equatio=&quot;1&quot; data-latex=&quot;\textcolor{#FFFFF}{\frac{14}{100}=\cos\left(82°\right)\ \ \ \ \ \frac{14}{\cos\left(82°\right)}=100\ \ \ \ \ 100\times\cos\left(82°\right)=14}\ \ \ \ \ \cos\left(82°\times100\right)=14\ \ \ \ \ \cos\left(\frac{82°}{14}\right)=100&quot;&gt;&lt;mstyle mathcolor=&quot;#FFFFF&quot;&gt;&lt;mfrac&gt;&lt;mn&gt;14&lt;/mn&gt;&lt;mn&gt;100&lt;/mn&gt;&lt;/mfrac&gt;&lt;mo&gt;=&lt;/mo&gt;&lt;mi&gt;cos&lt;/mi&gt;&lt;mo data-mjx-texclass=&quot;NONE&quot;&gt;⁡&lt;/mo&gt;&lt;mrow data-mjx-texclass=&quot;INNER&quot;&gt;&lt;mo data-mjx-texclass=&quot;OPEN&quot;&gt;(&lt;/mo&gt;&lt;mn&gt;82&lt;/mn&gt;&lt;mrow data-mjx-texclass=&quot;ORD&quot;&gt;&lt;mo data-mjx-pseudoscript=&quot;true&quot;&gt;°&lt;/mo&gt;&lt;/mrow&gt;&lt;mo data-mjx-texclass=&quot;CLOSE&quot;&gt;)&lt;/mo&gt;&lt;/mrow&gt;&lt;mtext&gt;&lt;/mtext&gt;&lt;mtext&gt;&lt;/mtext&gt;&lt;mtext&gt;&lt;/mtext&gt;&lt;mtext&gt;&lt;/mtext&gt;&lt;mtext&gt;&lt;/mtext&gt;&lt;mfrac&gt;&lt;mn&gt;14&lt;/mn&gt;&lt;mrow&gt;&lt;mi&gt;cos&lt;/mi&gt;&lt;mo data-mjx-texclass=&quot;NONE&quot;&gt;⁡&lt;/mo&gt;&lt;mrow data-mjx-texclass=&quot;INNER&quot;&gt;&lt;mo data-mjx-texclass=&quot;OPEN&quot;&gt;(&lt;/mo&gt;&lt;mn&gt;82&lt;/mn&gt;&lt;mrow data-mjx-texclass=&quot;ORD&quot;&gt;&lt;mo data-mjx-pseudoscript=&quot;true&quot;&gt;°&lt;/mo&gt;&lt;/mrow&gt;&lt;mo data-mjx-texclass=&quot;CLOSE&quot;&gt;)&lt;/mo&gt;&lt;/mrow&gt;&lt;/mrow&gt;&lt;/mfrac&gt;&lt;mo&gt;=&lt;/mo&gt;&lt;mn&gt;100&lt;/mn&gt;&lt;mtext&gt;&lt;/mtext&gt;&lt;mtext&gt;&lt;/mtext&gt;&lt;mtext&gt;&lt;/mtext&gt;&lt;mtext&gt;&lt;/mtext&gt;&lt;mtext&gt;&lt;/mtext&gt;&lt;mn&gt;100&lt;/mn&gt;&lt;mo&gt;×&lt;/mo&gt;&lt;mi&gt;cos&lt;/mi&gt;&lt;mo data-mjx-texclass=&quot;NONE&quot;&gt;⁡&lt;/mo&gt;&lt;mrow data-mjx-texclass=&quot;INNER&quot;&gt;&lt;mo data-mjx-texclass=&quot;OPEN&quot;&gt;(&lt;/mo&gt;&lt;mn&gt;82&lt;/mn&gt;&lt;mrow data-mjx-texclass=&quot;ORD&quot;&gt;&lt;mo data-mjx-pseudoscript=&quot;true&quot;&gt;°&lt;/mo&gt;&lt;/mrow&gt;&lt;mo data-mjx-texclass=&quot;CLOSE&quot;&gt;)&lt;/mo&gt;&lt;/mrow&gt;&lt;mo&gt;=&lt;/mo&gt;&lt;mn&gt;14&lt;/mn&gt;&lt;/mstyle&gt;&lt;mtext&gt;&lt;/mtext&gt;&lt;mtext&gt;&lt;/mtext&gt;&lt;mtext&gt;&lt;/mtext&gt;&lt;mtext&gt;&lt;/mtext&gt;&lt;mtext&gt;&lt;/mtext&gt;&lt;mi&gt;cos&lt;/mi&gt;&lt;mo data-mjx-texclass=&quot;NONE&quot;&gt;⁡&lt;/mo&gt;&lt;mrow data-mjx-texclass=&quot;INNER&quot;&gt;&lt;mo data-mjx-texclass=&quot;OPEN&quot;&gt;(&lt;/mo&gt;&lt;mn&gt;82&lt;/mn&gt;&lt;mrow data-mjx-texclass=&quot;ORD&quot;&gt;&lt;mo data-mjx-pseudoscript=&quot;true&quot;&gt;°&lt;/mo&gt;&lt;/mrow&gt;&lt;mo&gt;×&lt;/mo&gt;&lt;mn&gt;100&lt;/mn&gt;&lt;mo data-mjx-texclass=&quot;CLOSE&quot;&gt;)&lt;/mo&gt;&lt;/mrow&gt;&lt;mo&gt;=&lt;/mo&gt;&lt;mn&gt;14&lt;/mn&gt;&lt;mtext&gt;&lt;/mtext&gt;&lt;mtext&gt;&lt;/mtext&gt;&lt;mtext&gt;&lt;/mtext&gt;&lt;mtext&gt;&lt;/mtext&gt;&lt;mtext&gt;&lt;/mtext&gt;&lt;mi&gt;cos&lt;/mi&gt;&lt;mo data-mjx-texclass=&quot;NONE&quot;&gt;⁡&lt;/mo&gt;&lt;mrow data-mjx-texclass=&quot;INNER&quot;&gt;&lt;mo data-mjx-texclass=&quot;OPEN&quot;&gt;(&lt;/mo&gt;&lt;mfrac&gt;&lt;mrow&gt;&lt;mn&gt;82&lt;/mn&gt;&lt;mrow data-mjx-texclass=&quot;ORD&quot;&gt;&lt;mo data-mjx-pseudoscript=&quot;true&quot;&gt;°&lt;/mo&gt;&lt;/mrow&gt;&lt;/mrow&gt;&lt;mn&gt;14&lt;/mn&gt;&lt;/mfrac&gt;&lt;mo data-mjx-texclass=&quot;CLOSE&quot;&gt;)&lt;/mo&gt;&lt;/mrow&gt;&lt;mo&gt;=&lt;/mo&gt;&lt;mn&gt;100&lt;/mn&gt;&lt;/math&gt;" id="1104" name="Google Shape;1104;p74" title="14 over 100 equals cosine 82 degrees 14 over cosine 82 degrees equals 100 100 times cosine 82 degrees equals 14 the cosine of open paren 82 degrees times 100 close paren equals 14 the cosine of open paren 82 degrees over 14 close paren equals 100"/>
          <p:cNvPicPr preferRelativeResize="0"/>
          <p:nvPr/>
        </p:nvPicPr>
        <p:blipFill rotWithShape="1">
          <a:blip r:embed="rId3">
            <a:alphaModFix/>
          </a:blip>
          <a:srcRect b="0" l="18229" r="65746" t="0"/>
          <a:stretch/>
        </p:blipFill>
        <p:spPr>
          <a:xfrm>
            <a:off x="3628907" y="3342645"/>
            <a:ext cx="1523773" cy="561600"/>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069"/>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096"/>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08" name="Shape 1108"/>
        <p:cNvGrpSpPr/>
        <p:nvPr/>
      </p:nvGrpSpPr>
      <p:grpSpPr>
        <a:xfrm>
          <a:off x="0" y="0"/>
          <a:ext cx="0" cy="0"/>
          <a:chOff x="0" y="0"/>
          <a:chExt cx="0" cy="0"/>
        </a:xfrm>
      </p:grpSpPr>
      <p:pic>
        <p:nvPicPr>
          <p:cNvPr descr="&lt;math xmlns=&quot;http://www.w3.org/1998/Math/MathML&quot; display=&quot;block&quot; data-is-equatio=&quot;1&quot; data-latex=&quot;\textcolor{#FFFFF}{\frac{39}{116}=\cos\left(\theta°\right)\ \ \ \ \ \frac{39}{\cos\left(\theta°\right)}=116\ \ \ \ \ 116\times\cos\left(\theta°\right)=39}\ \ \ \ \ \ 116\times\cos\left(39°\right)=\theta\ \ \ \ \ \ \ \ \ \frac{\cos\left(\theta°\right)}{39}=116&quot;&gt;&lt;mstyle mathcolor=&quot;#FFFFF&quot;&gt;&lt;mfrac&gt;&lt;mn&gt;39&lt;/mn&gt;&lt;mn&gt;116&lt;/mn&gt;&lt;/mfrac&gt;&lt;mo&gt;=&lt;/mo&gt;&lt;mi&gt;cos&lt;/mi&gt;&lt;mo data-mjx-texclass=&quot;NONE&quot;&gt;⁡&lt;/mo&gt;&lt;mrow data-mjx-texclass=&quot;INNER&quot;&gt;&lt;mo data-mjx-texclass=&quot;OPEN&quot;&gt;(&lt;/mo&gt;&lt;mi&gt;θ&lt;/mi&gt;&lt;mrow data-mjx-texclass=&quot;ORD&quot;&gt;&lt;mo data-mjx-pseudoscript=&quot;true&quot;&gt;°&lt;/mo&gt;&lt;/mrow&gt;&lt;mo data-mjx-texclass=&quot;CLOSE&quot;&gt;)&lt;/mo&gt;&lt;/mrow&gt;&lt;mtext&gt;&lt;/mtext&gt;&lt;mtext&gt;&lt;/mtext&gt;&lt;mtext&gt;&lt;/mtext&gt;&lt;mtext&gt;&lt;/mtext&gt;&lt;mtext&gt;&lt;/mtext&gt;&lt;mfrac&gt;&lt;mn&gt;39&lt;/mn&gt;&lt;mrow&gt;&lt;mi&gt;cos&lt;/mi&gt;&lt;mo data-mjx-texclass=&quot;NONE&quot;&gt;⁡&lt;/mo&gt;&lt;mrow data-mjx-texclass=&quot;INNER&quot;&gt;&lt;mo data-mjx-texclass=&quot;OPEN&quot;&gt;(&lt;/mo&gt;&lt;mi&gt;θ&lt;/mi&gt;&lt;mrow data-mjx-texclass=&quot;ORD&quot;&gt;&lt;mo data-mjx-pseudoscript=&quot;true&quot;&gt;°&lt;/mo&gt;&lt;/mrow&gt;&lt;mo data-mjx-texclass=&quot;CLOSE&quot;&gt;)&lt;/mo&gt;&lt;/mrow&gt;&lt;/mrow&gt;&lt;/mfrac&gt;&lt;mo&gt;=&lt;/mo&gt;&lt;mn&gt;116&lt;/mn&gt;&lt;mtext&gt;&lt;/mtext&gt;&lt;mtext&gt;&lt;/mtext&gt;&lt;mtext&gt;&lt;/mtext&gt;&lt;mtext&gt;&lt;/mtext&gt;&lt;mtext&gt;&lt;/mtext&gt;&lt;mn&gt;116&lt;/mn&gt;&lt;mo&gt;×&lt;/mo&gt;&lt;mi&gt;cos&lt;/mi&gt;&lt;mo data-mjx-texclass=&quot;NONE&quot;&gt;⁡&lt;/mo&gt;&lt;mrow data-mjx-texclass=&quot;INNER&quot;&gt;&lt;mo data-mjx-texclass=&quot;OPEN&quot;&gt;(&lt;/mo&gt;&lt;mi&gt;θ&lt;/mi&gt;&lt;mrow data-mjx-texclass=&quot;ORD&quot;&gt;&lt;mo data-mjx-pseudoscript=&quot;true&quot;&gt;°&lt;/mo&gt;&lt;/mrow&gt;&lt;mo data-mjx-texclass=&quot;CLOSE&quot;&gt;)&lt;/mo&gt;&lt;/mrow&gt;&lt;mo&gt;=&lt;/mo&gt;&lt;mn&gt;39&lt;/mn&gt;&lt;/mstyle&gt;&lt;mtext&gt;&lt;/mtext&gt;&lt;mtext&gt;&lt;/mtext&gt;&lt;mtext&gt;&lt;/mtext&gt;&lt;mtext&gt;&lt;/mtext&gt;&lt;mtext&gt;&lt;/mtext&gt;&lt;mtext&gt;&lt;/mtext&gt;&lt;mn&gt;116&lt;/mn&gt;&lt;mo&gt;×&lt;/mo&gt;&lt;mi&gt;cos&lt;/mi&gt;&lt;mo data-mjx-texclass=&quot;NONE&quot;&gt;⁡&lt;/mo&gt;&lt;mrow data-mjx-texclass=&quot;INNER&quot;&gt;&lt;mo data-mjx-texclass=&quot;OPEN&quot;&gt;(&lt;/mo&gt;&lt;mn&gt;39&lt;/mn&gt;&lt;mrow data-mjx-texclass=&quot;ORD&quot;&gt;&lt;mo data-mjx-pseudoscript=&quot;true&quot;&gt;°&lt;/mo&gt;&lt;/mrow&gt;&lt;mo data-mjx-texclass=&quot;CLOSE&quot;&gt;)&lt;/mo&gt;&lt;/mrow&gt;&lt;mo&gt;=&lt;/mo&gt;&lt;mi&gt;θ&lt;/mi&gt;&lt;mtext&gt;&lt;/mtext&gt;&lt;mtext&gt;&lt;/mtext&gt;&lt;mtext&gt;&lt;/mtext&gt;&lt;mtext&gt;&lt;/mtext&gt;&lt;mtext&gt;&lt;/mtext&gt;&lt;mtext&gt;&lt;/mtext&gt;&lt;mtext&gt;&lt;/mtext&gt;&lt;mtext&gt;&lt;/mtext&gt;&lt;mtext&gt;&lt;/mtext&gt;&lt;mfrac&gt;&lt;mrow&gt;&lt;mi&gt;cos&lt;/mi&gt;&lt;mo data-mjx-texclass=&quot;NONE&quot;&gt;⁡&lt;/mo&gt;&lt;mrow data-mjx-texclass=&quot;INNER&quot;&gt;&lt;mo data-mjx-texclass=&quot;OPEN&quot;&gt;(&lt;/mo&gt;&lt;mi&gt;θ&lt;/mi&gt;&lt;mrow data-mjx-texclass=&quot;ORD&quot;&gt;&lt;mo data-mjx-pseudoscript=&quot;true&quot;&gt;°&lt;/mo&gt;&lt;/mrow&gt;&lt;mo data-mjx-texclass=&quot;CLOSE&quot;&gt;)&lt;/mo&gt;&lt;/mrow&gt;&lt;/mrow&gt;&lt;mn&gt;39&lt;/mn&gt;&lt;/mfrac&gt;&lt;mo&gt;=&lt;/mo&gt;&lt;mn&gt;116&lt;/mn&gt;&lt;/math&gt;" id="1109" name="Google Shape;1109;p75" title="39 over 116 equals cosine theta degrees 39 over cosine theta degrees equals 116 116 times cosine theta degrees equals 39 116 times cosine 39 degrees equals theta cosine theta degrees over 39 equals 116"/>
          <p:cNvPicPr preferRelativeResize="0"/>
          <p:nvPr/>
        </p:nvPicPr>
        <p:blipFill rotWithShape="1">
          <a:blip r:embed="rId3">
            <a:alphaModFix/>
          </a:blip>
          <a:srcRect b="0" l="58749" r="20208" t="0"/>
          <a:stretch/>
        </p:blipFill>
        <p:spPr>
          <a:xfrm>
            <a:off x="705451" y="1926726"/>
            <a:ext cx="2070400" cy="561600"/>
          </a:xfrm>
          <a:prstGeom prst="rect">
            <a:avLst/>
          </a:prstGeom>
          <a:noFill/>
          <a:ln>
            <a:noFill/>
          </a:ln>
        </p:spPr>
      </p:pic>
      <p:pic>
        <p:nvPicPr>
          <p:cNvPr descr="&lt;math xmlns=&quot;http://www.w3.org/1998/Math/MathML&quot; display=&quot;block&quot; data-is-equatio=&quot;1&quot; data-latex=&quot;\textcolor{#FFFFF}{\frac{39}{116}=\cos\left(\theta°\right)\ \ \ \ \ \frac{39}{\cos\left(\theta°\right)}=116\ \ \ \ \ 116\times\cos\left(\theta°\right)=39}\ \ \ \ \ \ 116\times\cos\left(39°\right)=\theta\ \ \ \ \ \ \ \ \ \frac{\cos\left(\theta°\right)}{39}=116&quot;&gt;&lt;mstyle mathcolor=&quot;#FFFFF&quot;&gt;&lt;mfrac&gt;&lt;mn&gt;39&lt;/mn&gt;&lt;mn&gt;116&lt;/mn&gt;&lt;/mfrac&gt;&lt;mo&gt;=&lt;/mo&gt;&lt;mi&gt;cos&lt;/mi&gt;&lt;mo data-mjx-texclass=&quot;NONE&quot;&gt;⁡&lt;/mo&gt;&lt;mrow data-mjx-texclass=&quot;INNER&quot;&gt;&lt;mo data-mjx-texclass=&quot;OPEN&quot;&gt;(&lt;/mo&gt;&lt;mi&gt;θ&lt;/mi&gt;&lt;mrow data-mjx-texclass=&quot;ORD&quot;&gt;&lt;mo data-mjx-pseudoscript=&quot;true&quot;&gt;°&lt;/mo&gt;&lt;/mrow&gt;&lt;mo data-mjx-texclass=&quot;CLOSE&quot;&gt;)&lt;/mo&gt;&lt;/mrow&gt;&lt;mtext&gt;&lt;/mtext&gt;&lt;mtext&gt;&lt;/mtext&gt;&lt;mtext&gt;&lt;/mtext&gt;&lt;mtext&gt;&lt;/mtext&gt;&lt;mtext&gt;&lt;/mtext&gt;&lt;mfrac&gt;&lt;mn&gt;39&lt;/mn&gt;&lt;mrow&gt;&lt;mi&gt;cos&lt;/mi&gt;&lt;mo data-mjx-texclass=&quot;NONE&quot;&gt;⁡&lt;/mo&gt;&lt;mrow data-mjx-texclass=&quot;INNER&quot;&gt;&lt;mo data-mjx-texclass=&quot;OPEN&quot;&gt;(&lt;/mo&gt;&lt;mi&gt;θ&lt;/mi&gt;&lt;mrow data-mjx-texclass=&quot;ORD&quot;&gt;&lt;mo data-mjx-pseudoscript=&quot;true&quot;&gt;°&lt;/mo&gt;&lt;/mrow&gt;&lt;mo data-mjx-texclass=&quot;CLOSE&quot;&gt;)&lt;/mo&gt;&lt;/mrow&gt;&lt;/mrow&gt;&lt;/mfrac&gt;&lt;mo&gt;=&lt;/mo&gt;&lt;mn&gt;116&lt;/mn&gt;&lt;mtext&gt;&lt;/mtext&gt;&lt;mtext&gt;&lt;/mtext&gt;&lt;mtext&gt;&lt;/mtext&gt;&lt;mtext&gt;&lt;/mtext&gt;&lt;mtext&gt;&lt;/mtext&gt;&lt;mn&gt;116&lt;/mn&gt;&lt;mo&gt;×&lt;/mo&gt;&lt;mi&gt;cos&lt;/mi&gt;&lt;mo data-mjx-texclass=&quot;NONE&quot;&gt;⁡&lt;/mo&gt;&lt;mrow data-mjx-texclass=&quot;INNER&quot;&gt;&lt;mo data-mjx-texclass=&quot;OPEN&quot;&gt;(&lt;/mo&gt;&lt;mi&gt;θ&lt;/mi&gt;&lt;mrow data-mjx-texclass=&quot;ORD&quot;&gt;&lt;mo data-mjx-pseudoscript=&quot;true&quot;&gt;°&lt;/mo&gt;&lt;/mrow&gt;&lt;mo data-mjx-texclass=&quot;CLOSE&quot;&gt;)&lt;/mo&gt;&lt;/mrow&gt;&lt;mo&gt;=&lt;/mo&gt;&lt;mn&gt;39&lt;/mn&gt;&lt;/mstyle&gt;&lt;mtext&gt;&lt;/mtext&gt;&lt;mtext&gt;&lt;/mtext&gt;&lt;mtext&gt;&lt;/mtext&gt;&lt;mtext&gt;&lt;/mtext&gt;&lt;mtext&gt;&lt;/mtext&gt;&lt;mtext&gt;&lt;/mtext&gt;&lt;mn&gt;116&lt;/mn&gt;&lt;mo&gt;×&lt;/mo&gt;&lt;mi&gt;cos&lt;/mi&gt;&lt;mo data-mjx-texclass=&quot;NONE&quot;&gt;⁡&lt;/mo&gt;&lt;mrow data-mjx-texclass=&quot;INNER&quot;&gt;&lt;mo data-mjx-texclass=&quot;OPEN&quot;&gt;(&lt;/mo&gt;&lt;mn&gt;39&lt;/mn&gt;&lt;mrow data-mjx-texclass=&quot;ORD&quot;&gt;&lt;mo data-mjx-pseudoscript=&quot;true&quot;&gt;°&lt;/mo&gt;&lt;/mrow&gt;&lt;mo data-mjx-texclass=&quot;CLOSE&quot;&gt;)&lt;/mo&gt;&lt;/mrow&gt;&lt;mo&gt;=&lt;/mo&gt;&lt;mi&gt;θ&lt;/mi&gt;&lt;mtext&gt;&lt;/mtext&gt;&lt;mtext&gt;&lt;/mtext&gt;&lt;mtext&gt;&lt;/mtext&gt;&lt;mtext&gt;&lt;/mtext&gt;&lt;mtext&gt;&lt;/mtext&gt;&lt;mtext&gt;&lt;/mtext&gt;&lt;mtext&gt;&lt;/mtext&gt;&lt;mtext&gt;&lt;/mtext&gt;&lt;mtext&gt;&lt;/mtext&gt;&lt;mfrac&gt;&lt;mrow&gt;&lt;mi&gt;cos&lt;/mi&gt;&lt;mo data-mjx-texclass=&quot;NONE&quot;&gt;⁡&lt;/mo&gt;&lt;mrow data-mjx-texclass=&quot;INNER&quot;&gt;&lt;mo data-mjx-texclass=&quot;OPEN&quot;&gt;(&lt;/mo&gt;&lt;mi&gt;θ&lt;/mi&gt;&lt;mrow data-mjx-texclass=&quot;ORD&quot;&gt;&lt;mo data-mjx-pseudoscript=&quot;true&quot;&gt;°&lt;/mo&gt;&lt;/mrow&gt;&lt;mo data-mjx-texclass=&quot;CLOSE&quot;&gt;)&lt;/mo&gt;&lt;/mrow&gt;&lt;/mrow&gt;&lt;mn&gt;39&lt;/mn&gt;&lt;/mfrac&gt;&lt;mo&gt;=&lt;/mo&gt;&lt;mn&gt;116&lt;/mn&gt;&lt;/math&gt;" id="1110" name="Google Shape;1110;p75" title="39 over 116 equals cosine theta degrees 39 over cosine theta degrees equals 116 116 times cosine theta degrees equals 39 116 times cosine 39 degrees equals theta cosine theta degrees over 39 equals 116"/>
          <p:cNvPicPr preferRelativeResize="0"/>
          <p:nvPr/>
        </p:nvPicPr>
        <p:blipFill rotWithShape="1">
          <a:blip r:embed="rId3">
            <a:alphaModFix/>
          </a:blip>
          <a:srcRect b="0" l="18076" r="65903" t="0"/>
          <a:stretch/>
        </p:blipFill>
        <p:spPr>
          <a:xfrm>
            <a:off x="804402" y="2800650"/>
            <a:ext cx="1576300" cy="561600"/>
          </a:xfrm>
          <a:prstGeom prst="rect">
            <a:avLst/>
          </a:prstGeom>
          <a:noFill/>
          <a:ln>
            <a:noFill/>
          </a:ln>
        </p:spPr>
      </p:pic>
      <p:pic>
        <p:nvPicPr>
          <p:cNvPr descr="&lt;math xmlns=&quot;http://www.w3.org/1998/Math/MathML&quot; display=&quot;block&quot; data-is-equatio=&quot;1&quot; data-latex=&quot;\textcolor{#FFFFF}{\frac{39}{116}=\cos\left(\theta°\right)\ \ \ \ \ \frac{39}{\cos\left(\theta°\right)}=116\ \ \ \ \ 116\times\cos\left(\theta°\right)=39}\ \ \ \ \ \ 116\times\cos\left(39°\right)=\theta\ \ \ \ \ \ \ \ \ \frac{\cos\left(\theta°\right)}{39}=116&quot;&gt;&lt;mstyle mathcolor=&quot;#FFFFF&quot;&gt;&lt;mfrac&gt;&lt;mn&gt;39&lt;/mn&gt;&lt;mn&gt;116&lt;/mn&gt;&lt;/mfrac&gt;&lt;mo&gt;=&lt;/mo&gt;&lt;mi&gt;cos&lt;/mi&gt;&lt;mo data-mjx-texclass=&quot;NONE&quot;&gt;⁡&lt;/mo&gt;&lt;mrow data-mjx-texclass=&quot;INNER&quot;&gt;&lt;mo data-mjx-texclass=&quot;OPEN&quot;&gt;(&lt;/mo&gt;&lt;mi&gt;θ&lt;/mi&gt;&lt;mrow data-mjx-texclass=&quot;ORD&quot;&gt;&lt;mo data-mjx-pseudoscript=&quot;true&quot;&gt;°&lt;/mo&gt;&lt;/mrow&gt;&lt;mo data-mjx-texclass=&quot;CLOSE&quot;&gt;)&lt;/mo&gt;&lt;/mrow&gt;&lt;mtext&gt;&lt;/mtext&gt;&lt;mtext&gt;&lt;/mtext&gt;&lt;mtext&gt;&lt;/mtext&gt;&lt;mtext&gt;&lt;/mtext&gt;&lt;mtext&gt;&lt;/mtext&gt;&lt;mfrac&gt;&lt;mn&gt;39&lt;/mn&gt;&lt;mrow&gt;&lt;mi&gt;cos&lt;/mi&gt;&lt;mo data-mjx-texclass=&quot;NONE&quot;&gt;⁡&lt;/mo&gt;&lt;mrow data-mjx-texclass=&quot;INNER&quot;&gt;&lt;mo data-mjx-texclass=&quot;OPEN&quot;&gt;(&lt;/mo&gt;&lt;mi&gt;θ&lt;/mi&gt;&lt;mrow data-mjx-texclass=&quot;ORD&quot;&gt;&lt;mo data-mjx-pseudoscript=&quot;true&quot;&gt;°&lt;/mo&gt;&lt;/mrow&gt;&lt;mo data-mjx-texclass=&quot;CLOSE&quot;&gt;)&lt;/mo&gt;&lt;/mrow&gt;&lt;/mrow&gt;&lt;/mfrac&gt;&lt;mo&gt;=&lt;/mo&gt;&lt;mn&gt;116&lt;/mn&gt;&lt;mtext&gt;&lt;/mtext&gt;&lt;mtext&gt;&lt;/mtext&gt;&lt;mtext&gt;&lt;/mtext&gt;&lt;mtext&gt;&lt;/mtext&gt;&lt;mtext&gt;&lt;/mtext&gt;&lt;mn&gt;116&lt;/mn&gt;&lt;mo&gt;×&lt;/mo&gt;&lt;mi&gt;cos&lt;/mi&gt;&lt;mo data-mjx-texclass=&quot;NONE&quot;&gt;⁡&lt;/mo&gt;&lt;mrow data-mjx-texclass=&quot;INNER&quot;&gt;&lt;mo data-mjx-texclass=&quot;OPEN&quot;&gt;(&lt;/mo&gt;&lt;mi&gt;θ&lt;/mi&gt;&lt;mrow data-mjx-texclass=&quot;ORD&quot;&gt;&lt;mo data-mjx-pseudoscript=&quot;true&quot;&gt;°&lt;/mo&gt;&lt;/mrow&gt;&lt;mo data-mjx-texclass=&quot;CLOSE&quot;&gt;)&lt;/mo&gt;&lt;/mrow&gt;&lt;mo&gt;=&lt;/mo&gt;&lt;mn&gt;39&lt;/mn&gt;&lt;/mstyle&gt;&lt;mtext&gt;&lt;/mtext&gt;&lt;mtext&gt;&lt;/mtext&gt;&lt;mtext&gt;&lt;/mtext&gt;&lt;mtext&gt;&lt;/mtext&gt;&lt;mtext&gt;&lt;/mtext&gt;&lt;mtext&gt;&lt;/mtext&gt;&lt;mn&gt;116&lt;/mn&gt;&lt;mo&gt;×&lt;/mo&gt;&lt;mi&gt;cos&lt;/mi&gt;&lt;mo data-mjx-texclass=&quot;NONE&quot;&gt;⁡&lt;/mo&gt;&lt;mrow data-mjx-texclass=&quot;INNER&quot;&gt;&lt;mo data-mjx-texclass=&quot;OPEN&quot;&gt;(&lt;/mo&gt;&lt;mn&gt;39&lt;/mn&gt;&lt;mrow data-mjx-texclass=&quot;ORD&quot;&gt;&lt;mo data-mjx-pseudoscript=&quot;true&quot;&gt;°&lt;/mo&gt;&lt;/mrow&gt;&lt;mo data-mjx-texclass=&quot;CLOSE&quot;&gt;)&lt;/mo&gt;&lt;/mrow&gt;&lt;mo&gt;=&lt;/mo&gt;&lt;mi&gt;θ&lt;/mi&gt;&lt;mtext&gt;&lt;/mtext&gt;&lt;mtext&gt;&lt;/mtext&gt;&lt;mtext&gt;&lt;/mtext&gt;&lt;mtext&gt;&lt;/mtext&gt;&lt;mtext&gt;&lt;/mtext&gt;&lt;mtext&gt;&lt;/mtext&gt;&lt;mtext&gt;&lt;/mtext&gt;&lt;mtext&gt;&lt;/mtext&gt;&lt;mtext&gt;&lt;/mtext&gt;&lt;mfrac&gt;&lt;mrow&gt;&lt;mi&gt;cos&lt;/mi&gt;&lt;mo data-mjx-texclass=&quot;NONE&quot;&gt;⁡&lt;/mo&gt;&lt;mrow data-mjx-texclass=&quot;INNER&quot;&gt;&lt;mo data-mjx-texclass=&quot;OPEN&quot;&gt;(&lt;/mo&gt;&lt;mi&gt;θ&lt;/mi&gt;&lt;mrow data-mjx-texclass=&quot;ORD&quot;&gt;&lt;mo data-mjx-pseudoscript=&quot;true&quot;&gt;°&lt;/mo&gt;&lt;/mrow&gt;&lt;mo data-mjx-texclass=&quot;CLOSE&quot;&gt;)&lt;/mo&gt;&lt;/mrow&gt;&lt;/mrow&gt;&lt;mn&gt;39&lt;/mn&gt;&lt;/mfrac&gt;&lt;mo&gt;=&lt;/mo&gt;&lt;mn&gt;116&lt;/mn&gt;&lt;/math&gt;" id="1111" name="Google Shape;1111;p75" title="39 over 116 equals cosine theta degrees 39 over cosine theta degrees equals 116 116 times cosine theta degrees equals 39 116 times cosine 39 degrees equals theta cosine theta degrees over 39 equals 116"/>
          <p:cNvPicPr preferRelativeResize="0"/>
          <p:nvPr/>
        </p:nvPicPr>
        <p:blipFill rotWithShape="1">
          <a:blip r:embed="rId3">
            <a:alphaModFix/>
          </a:blip>
          <a:srcRect b="0" l="0" r="84665" t="0"/>
          <a:stretch/>
        </p:blipFill>
        <p:spPr>
          <a:xfrm>
            <a:off x="804407" y="3697850"/>
            <a:ext cx="1508823" cy="561600"/>
          </a:xfrm>
          <a:prstGeom prst="rect">
            <a:avLst/>
          </a:prstGeom>
          <a:noFill/>
          <a:ln>
            <a:noFill/>
          </a:ln>
        </p:spPr>
      </p:pic>
      <p:pic>
        <p:nvPicPr>
          <p:cNvPr descr="&lt;math xmlns=&quot;http://www.w3.org/1998/Math/MathML&quot; display=&quot;block&quot; data-is-equatio=&quot;1&quot; data-latex=&quot;\textcolor{#FFFFF}{\frac{39}{116}=\cos\left(\theta°\right)\ \ \ \ \ \frac{39}{\cos\left(\theta°\right)}=116\ \ \ \ \ 116\times\cos\left(\theta°\right)=39}\ \ \ \ \ \ 116\times\cos\left(39°\right)=\theta\ \ \ \ \ \ \ \ \ \frac{\cos\left(\theta°\right)}{39}=116&quot;&gt;&lt;mstyle mathcolor=&quot;#FFFFF&quot;&gt;&lt;mfrac&gt;&lt;mn&gt;39&lt;/mn&gt;&lt;mn&gt;116&lt;/mn&gt;&lt;/mfrac&gt;&lt;mo&gt;=&lt;/mo&gt;&lt;mi&gt;cos&lt;/mi&gt;&lt;mo data-mjx-texclass=&quot;NONE&quot;&gt;⁡&lt;/mo&gt;&lt;mrow data-mjx-texclass=&quot;INNER&quot;&gt;&lt;mo data-mjx-texclass=&quot;OPEN&quot;&gt;(&lt;/mo&gt;&lt;mi&gt;θ&lt;/mi&gt;&lt;mrow data-mjx-texclass=&quot;ORD&quot;&gt;&lt;mo data-mjx-pseudoscript=&quot;true&quot;&gt;°&lt;/mo&gt;&lt;/mrow&gt;&lt;mo data-mjx-texclass=&quot;CLOSE&quot;&gt;)&lt;/mo&gt;&lt;/mrow&gt;&lt;mtext&gt;&lt;/mtext&gt;&lt;mtext&gt;&lt;/mtext&gt;&lt;mtext&gt;&lt;/mtext&gt;&lt;mtext&gt;&lt;/mtext&gt;&lt;mtext&gt;&lt;/mtext&gt;&lt;mfrac&gt;&lt;mn&gt;39&lt;/mn&gt;&lt;mrow&gt;&lt;mi&gt;cos&lt;/mi&gt;&lt;mo data-mjx-texclass=&quot;NONE&quot;&gt;⁡&lt;/mo&gt;&lt;mrow data-mjx-texclass=&quot;INNER&quot;&gt;&lt;mo data-mjx-texclass=&quot;OPEN&quot;&gt;(&lt;/mo&gt;&lt;mi&gt;θ&lt;/mi&gt;&lt;mrow data-mjx-texclass=&quot;ORD&quot;&gt;&lt;mo data-mjx-pseudoscript=&quot;true&quot;&gt;°&lt;/mo&gt;&lt;/mrow&gt;&lt;mo data-mjx-texclass=&quot;CLOSE&quot;&gt;)&lt;/mo&gt;&lt;/mrow&gt;&lt;/mrow&gt;&lt;/mfrac&gt;&lt;mo&gt;=&lt;/mo&gt;&lt;mn&gt;116&lt;/mn&gt;&lt;mtext&gt;&lt;/mtext&gt;&lt;mtext&gt;&lt;/mtext&gt;&lt;mtext&gt;&lt;/mtext&gt;&lt;mtext&gt;&lt;/mtext&gt;&lt;mtext&gt;&lt;/mtext&gt;&lt;mn&gt;116&lt;/mn&gt;&lt;mo&gt;×&lt;/mo&gt;&lt;mi&gt;cos&lt;/mi&gt;&lt;mo data-mjx-texclass=&quot;NONE&quot;&gt;⁡&lt;/mo&gt;&lt;mrow data-mjx-texclass=&quot;INNER&quot;&gt;&lt;mo data-mjx-texclass=&quot;OPEN&quot;&gt;(&lt;/mo&gt;&lt;mi&gt;θ&lt;/mi&gt;&lt;mrow data-mjx-texclass=&quot;ORD&quot;&gt;&lt;mo data-mjx-pseudoscript=&quot;true&quot;&gt;°&lt;/mo&gt;&lt;/mrow&gt;&lt;mo data-mjx-texclass=&quot;CLOSE&quot;&gt;)&lt;/mo&gt;&lt;/mrow&gt;&lt;mo&gt;=&lt;/mo&gt;&lt;mn&gt;39&lt;/mn&gt;&lt;/mstyle&gt;&lt;mtext&gt;&lt;/mtext&gt;&lt;mtext&gt;&lt;/mtext&gt;&lt;mtext&gt;&lt;/mtext&gt;&lt;mtext&gt;&lt;/mtext&gt;&lt;mtext&gt;&lt;/mtext&gt;&lt;mtext&gt;&lt;/mtext&gt;&lt;mn&gt;116&lt;/mn&gt;&lt;mo&gt;×&lt;/mo&gt;&lt;mi&gt;cos&lt;/mi&gt;&lt;mo data-mjx-texclass=&quot;NONE&quot;&gt;⁡&lt;/mo&gt;&lt;mrow data-mjx-texclass=&quot;INNER&quot;&gt;&lt;mo data-mjx-texclass=&quot;OPEN&quot;&gt;(&lt;/mo&gt;&lt;mn&gt;39&lt;/mn&gt;&lt;mrow data-mjx-texclass=&quot;ORD&quot;&gt;&lt;mo data-mjx-pseudoscript=&quot;true&quot;&gt;°&lt;/mo&gt;&lt;/mrow&gt;&lt;mo data-mjx-texclass=&quot;CLOSE&quot;&gt;)&lt;/mo&gt;&lt;/mrow&gt;&lt;mo&gt;=&lt;/mo&gt;&lt;mi&gt;θ&lt;/mi&gt;&lt;mtext&gt;&lt;/mtext&gt;&lt;mtext&gt;&lt;/mtext&gt;&lt;mtext&gt;&lt;/mtext&gt;&lt;mtext&gt;&lt;/mtext&gt;&lt;mtext&gt;&lt;/mtext&gt;&lt;mtext&gt;&lt;/mtext&gt;&lt;mtext&gt;&lt;/mtext&gt;&lt;mtext&gt;&lt;/mtext&gt;&lt;mtext&gt;&lt;/mtext&gt;&lt;mfrac&gt;&lt;mrow&gt;&lt;mi&gt;cos&lt;/mi&gt;&lt;mo data-mjx-texclass=&quot;NONE&quot;&gt;⁡&lt;/mo&gt;&lt;mrow data-mjx-texclass=&quot;INNER&quot;&gt;&lt;mo data-mjx-texclass=&quot;OPEN&quot;&gt;(&lt;/mo&gt;&lt;mi&gt;θ&lt;/mi&gt;&lt;mrow data-mjx-texclass=&quot;ORD&quot;&gt;&lt;mo data-mjx-pseudoscript=&quot;true&quot;&gt;°&lt;/mo&gt;&lt;/mrow&gt;&lt;mo data-mjx-texclass=&quot;CLOSE&quot;&gt;)&lt;/mo&gt;&lt;/mrow&gt;&lt;/mrow&gt;&lt;mn&gt;39&lt;/mn&gt;&lt;/mfrac&gt;&lt;mo&gt;=&lt;/mo&gt;&lt;mn&gt;116&lt;/mn&gt;&lt;/math&gt;" id="1112" name="Google Shape;1112;p75" title="39 over 116 equals cosine theta degrees 39 over cosine theta degrees equals 116 116 times cosine theta degrees equals 39 116 times cosine 39 degrees equals theta cosine theta degrees over 39 equals 116"/>
          <p:cNvPicPr preferRelativeResize="0"/>
          <p:nvPr/>
        </p:nvPicPr>
        <p:blipFill rotWithShape="1">
          <a:blip r:embed="rId3">
            <a:alphaModFix/>
          </a:blip>
          <a:srcRect b="0" l="36222" r="43636" t="0"/>
          <a:stretch/>
        </p:blipFill>
        <p:spPr>
          <a:xfrm>
            <a:off x="3266198" y="2363325"/>
            <a:ext cx="1981701" cy="561600"/>
          </a:xfrm>
          <a:prstGeom prst="rect">
            <a:avLst/>
          </a:prstGeom>
          <a:noFill/>
          <a:ln>
            <a:noFill/>
          </a:ln>
        </p:spPr>
      </p:pic>
      <p:sp>
        <p:nvSpPr>
          <p:cNvPr id="1113" name="Google Shape;1113;p75"/>
          <p:cNvSpPr/>
          <p:nvPr/>
        </p:nvSpPr>
        <p:spPr>
          <a:xfrm>
            <a:off x="3266200" y="2471975"/>
            <a:ext cx="1982100" cy="309600"/>
          </a:xfrm>
          <a:prstGeom prst="rect">
            <a:avLst/>
          </a:prstGeom>
          <a:noFill/>
          <a:ln cap="flat" cmpd="sng" w="28575">
            <a:solidFill>
              <a:srgbClr val="D02AA7"/>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sz="1800">
              <a:solidFill>
                <a:srgbClr val="000000"/>
              </a:solidFill>
              <a:latin typeface="Lexend"/>
              <a:ea typeface="Lexend"/>
              <a:cs typeface="Lexend"/>
              <a:sym typeface="Lexend"/>
            </a:endParaRPr>
          </a:p>
        </p:txBody>
      </p:sp>
      <p:sp>
        <p:nvSpPr>
          <p:cNvPr id="1114" name="Google Shape;1114;p75"/>
          <p:cNvSpPr/>
          <p:nvPr/>
        </p:nvSpPr>
        <p:spPr>
          <a:xfrm flipH="1" rot="-7114392">
            <a:off x="8079086" y="2736494"/>
            <a:ext cx="957178" cy="957178"/>
          </a:xfrm>
          <a:prstGeom prst="arc">
            <a:avLst>
              <a:gd fmla="val 10771373" name="adj1"/>
              <a:gd fmla="val 14522387" name="adj2"/>
            </a:avLst>
          </a:prstGeom>
          <a:solidFill>
            <a:srgbClr val="F3EEFB"/>
          </a:solidFill>
          <a:ln cap="flat" cmpd="sng" w="28575">
            <a:solidFill>
              <a:srgbClr val="845AD9"/>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sp>
        <p:nvSpPr>
          <p:cNvPr id="1115" name="Google Shape;1115;p75"/>
          <p:cNvSpPr/>
          <p:nvPr/>
        </p:nvSpPr>
        <p:spPr>
          <a:xfrm rot="9085700">
            <a:off x="6407777" y="2680813"/>
            <a:ext cx="2015441" cy="1086588"/>
          </a:xfrm>
          <a:prstGeom prst="rtTriangle">
            <a:avLst/>
          </a:prstGeom>
          <a:noFill/>
          <a:ln cap="flat" cmpd="sng" w="28575">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sp>
        <p:nvSpPr>
          <p:cNvPr id="1116" name="Google Shape;1116;p75"/>
          <p:cNvSpPr txBox="1"/>
          <p:nvPr/>
        </p:nvSpPr>
        <p:spPr>
          <a:xfrm>
            <a:off x="324000" y="610600"/>
            <a:ext cx="8496000" cy="5541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None/>
            </a:pPr>
            <a:r>
              <a:rPr lang="en-GB" sz="1800">
                <a:latin typeface="Lexend"/>
                <a:ea typeface="Lexend"/>
                <a:cs typeface="Lexend"/>
                <a:sym typeface="Lexend"/>
              </a:rPr>
              <a:t>Which of these correctly shows the relationship between the hypotenuse and the side adjacent to the angle </a:t>
            </a:r>
            <a:r>
              <a:rPr i="1" lang="en-GB" sz="1800">
                <a:latin typeface="Lexend"/>
                <a:ea typeface="Lexend"/>
                <a:cs typeface="Lexend"/>
                <a:sym typeface="Lexend"/>
              </a:rPr>
              <a:t>θ</a:t>
            </a:r>
            <a:r>
              <a:rPr lang="en-GB" sz="1800">
                <a:latin typeface="Lexend"/>
                <a:ea typeface="Lexend"/>
                <a:cs typeface="Lexend"/>
                <a:sym typeface="Lexend"/>
              </a:rPr>
              <a:t>° for this triangle?</a:t>
            </a:r>
            <a:endParaRPr sz="1800">
              <a:latin typeface="Lexend"/>
              <a:ea typeface="Lexend"/>
              <a:cs typeface="Lexend"/>
              <a:sym typeface="Lexend"/>
            </a:endParaRPr>
          </a:p>
        </p:txBody>
      </p:sp>
      <p:sp>
        <p:nvSpPr>
          <p:cNvPr id="1117" name="Google Shape;1117;p75"/>
          <p:cNvSpPr txBox="1"/>
          <p:nvPr>
            <p:ph type="title"/>
          </p:nvPr>
        </p:nvSpPr>
        <p:spPr>
          <a:xfrm>
            <a:off x="324000" y="0"/>
            <a:ext cx="7885200" cy="613500"/>
          </a:xfrm>
          <a:prstGeom prst="rect">
            <a:avLst/>
          </a:prstGeom>
        </p:spPr>
        <p:txBody>
          <a:bodyPr anchorCtr="0" anchor="ctr" bIns="0" lIns="0" spcFirstLastPara="1" rIns="0" wrap="square" tIns="0">
            <a:noAutofit/>
          </a:bodyPr>
          <a:lstStyle/>
          <a:p>
            <a:pPr indent="0" lvl="0" marL="0" rtl="0" algn="l">
              <a:spcBef>
                <a:spcPts val="0"/>
              </a:spcBef>
              <a:spcAft>
                <a:spcPts val="0"/>
              </a:spcAft>
              <a:buNone/>
            </a:pPr>
            <a:r>
              <a:rPr lang="en-GB"/>
              <a:t>Formalising the cosine formula</a:t>
            </a:r>
            <a:endParaRPr/>
          </a:p>
        </p:txBody>
      </p:sp>
      <p:sp>
        <p:nvSpPr>
          <p:cNvPr id="1118" name="Google Shape;1118;p75"/>
          <p:cNvSpPr/>
          <p:nvPr/>
        </p:nvSpPr>
        <p:spPr>
          <a:xfrm flipH="1" rot="-7112399">
            <a:off x="7904326" y="2300928"/>
            <a:ext cx="194654" cy="194654"/>
          </a:xfrm>
          <a:prstGeom prst="rect">
            <a:avLst/>
          </a:prstGeom>
          <a:noFill/>
          <a:ln cap="flat" cmpd="sng" w="28575">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sp>
        <p:nvSpPr>
          <p:cNvPr id="1119" name="Google Shape;1119;p75"/>
          <p:cNvSpPr txBox="1"/>
          <p:nvPr/>
        </p:nvSpPr>
        <p:spPr>
          <a:xfrm flipH="1" rot="5127">
            <a:off x="8231997" y="2461873"/>
            <a:ext cx="804601" cy="2121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Clr>
                <a:srgbClr val="000000"/>
              </a:buClr>
              <a:buSzPts val="1100"/>
              <a:buFont typeface="Arial"/>
              <a:buNone/>
            </a:pPr>
            <a:r>
              <a:rPr lang="en-GB" sz="1800">
                <a:latin typeface="Lexend"/>
                <a:ea typeface="Lexend"/>
                <a:cs typeface="Lexend"/>
                <a:sym typeface="Lexend"/>
              </a:rPr>
              <a:t>39    cm</a:t>
            </a:r>
            <a:endParaRPr sz="1800">
              <a:latin typeface="Lexend"/>
              <a:ea typeface="Lexend"/>
              <a:cs typeface="Lexend"/>
              <a:sym typeface="Lexend"/>
            </a:endParaRPr>
          </a:p>
        </p:txBody>
      </p:sp>
      <p:cxnSp>
        <p:nvCxnSpPr>
          <p:cNvPr id="1120" name="Google Shape;1120;p75"/>
          <p:cNvCxnSpPr/>
          <p:nvPr/>
        </p:nvCxnSpPr>
        <p:spPr>
          <a:xfrm flipH="1" rot="-7114052">
            <a:off x="6841765" y="2319742"/>
            <a:ext cx="1086588" cy="2015441"/>
          </a:xfrm>
          <a:prstGeom prst="straightConnector1">
            <a:avLst/>
          </a:prstGeom>
          <a:noFill/>
          <a:ln cap="flat" cmpd="sng" w="28575">
            <a:solidFill>
              <a:srgbClr val="845AD9"/>
            </a:solidFill>
            <a:prstDash val="solid"/>
            <a:round/>
            <a:headEnd len="med" w="med" type="triangle"/>
            <a:tailEnd len="med" w="med" type="triangle"/>
          </a:ln>
        </p:spPr>
      </p:cxnSp>
      <p:cxnSp>
        <p:nvCxnSpPr>
          <p:cNvPr id="1121" name="Google Shape;1121;p75"/>
          <p:cNvCxnSpPr/>
          <p:nvPr/>
        </p:nvCxnSpPr>
        <p:spPr>
          <a:xfrm rot="3685948">
            <a:off x="7854273" y="2689194"/>
            <a:ext cx="1086588" cy="0"/>
          </a:xfrm>
          <a:prstGeom prst="straightConnector1">
            <a:avLst/>
          </a:prstGeom>
          <a:noFill/>
          <a:ln cap="flat" cmpd="sng" w="28575">
            <a:solidFill>
              <a:srgbClr val="845AD9"/>
            </a:solidFill>
            <a:prstDash val="solid"/>
            <a:round/>
            <a:headEnd len="med" w="med" type="triangle"/>
            <a:tailEnd len="med" w="med" type="triangle"/>
          </a:ln>
        </p:spPr>
      </p:cxnSp>
      <p:sp>
        <p:nvSpPr>
          <p:cNvPr id="1122" name="Google Shape;1122;p75"/>
          <p:cNvSpPr txBox="1"/>
          <p:nvPr/>
        </p:nvSpPr>
        <p:spPr>
          <a:xfrm flipH="1" rot="-11033">
            <a:off x="8065715" y="2993610"/>
            <a:ext cx="467402" cy="1791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Clr>
                <a:srgbClr val="000000"/>
              </a:buClr>
              <a:buSzPts val="1100"/>
              <a:buFont typeface="Arial"/>
              <a:buNone/>
            </a:pPr>
            <a:r>
              <a:rPr i="1" lang="en-GB" sz="1800">
                <a:latin typeface="Lexend"/>
                <a:ea typeface="Lexend"/>
                <a:cs typeface="Lexend"/>
                <a:sym typeface="Lexend"/>
              </a:rPr>
              <a:t>θ</a:t>
            </a:r>
            <a:r>
              <a:rPr lang="en-GB" sz="1800">
                <a:solidFill>
                  <a:srgbClr val="000000"/>
                </a:solidFill>
                <a:latin typeface="Lexend"/>
                <a:ea typeface="Lexend"/>
                <a:cs typeface="Lexend"/>
                <a:sym typeface="Lexend"/>
              </a:rPr>
              <a:t>°</a:t>
            </a:r>
            <a:endParaRPr sz="1800">
              <a:latin typeface="Lexend"/>
              <a:ea typeface="Lexend"/>
              <a:cs typeface="Lexend"/>
              <a:sym typeface="Lexend"/>
            </a:endParaRPr>
          </a:p>
        </p:txBody>
      </p:sp>
      <p:sp>
        <p:nvSpPr>
          <p:cNvPr id="1123" name="Google Shape;1123;p75"/>
          <p:cNvSpPr txBox="1"/>
          <p:nvPr/>
        </p:nvSpPr>
        <p:spPr>
          <a:xfrm flipH="1" rot="5425">
            <a:off x="6437398" y="3336769"/>
            <a:ext cx="1901102" cy="2121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Clr>
                <a:srgbClr val="000000"/>
              </a:buClr>
              <a:buSzPts val="1100"/>
              <a:buFont typeface="Arial"/>
              <a:buNone/>
            </a:pPr>
            <a:r>
              <a:rPr lang="en-GB" sz="1800">
                <a:latin typeface="Lexend"/>
                <a:ea typeface="Lexend"/>
                <a:cs typeface="Lexend"/>
                <a:sym typeface="Lexend"/>
              </a:rPr>
              <a:t>116 cm</a:t>
            </a:r>
            <a:endParaRPr sz="1800">
              <a:latin typeface="Lexend"/>
              <a:ea typeface="Lexend"/>
              <a:cs typeface="Lexend"/>
              <a:sym typeface="Lexend"/>
            </a:endParaRPr>
          </a:p>
        </p:txBody>
      </p:sp>
      <p:grpSp>
        <p:nvGrpSpPr>
          <p:cNvPr id="1124" name="Google Shape;1124;p75"/>
          <p:cNvGrpSpPr/>
          <p:nvPr/>
        </p:nvGrpSpPr>
        <p:grpSpPr>
          <a:xfrm>
            <a:off x="462355" y="2081158"/>
            <a:ext cx="243093" cy="243093"/>
            <a:chOff x="1020916" y="1442088"/>
            <a:chExt cx="457200" cy="457200"/>
          </a:xfrm>
        </p:grpSpPr>
        <p:pic>
          <p:nvPicPr>
            <p:cNvPr id="1125" name="Google Shape;1125;p75"/>
            <p:cNvPicPr preferRelativeResize="0"/>
            <p:nvPr/>
          </p:nvPicPr>
          <p:blipFill>
            <a:blip r:embed="rId4">
              <a:alphaModFix/>
            </a:blip>
            <a:stretch>
              <a:fillRect/>
            </a:stretch>
          </p:blipFill>
          <p:spPr>
            <a:xfrm>
              <a:off x="1020916" y="1442088"/>
              <a:ext cx="457200" cy="457200"/>
            </a:xfrm>
            <a:prstGeom prst="rect">
              <a:avLst/>
            </a:prstGeom>
            <a:noFill/>
            <a:ln>
              <a:noFill/>
            </a:ln>
          </p:spPr>
        </p:pic>
        <p:sp>
          <p:nvSpPr>
            <p:cNvPr id="1126" name="Google Shape;1126;p75"/>
            <p:cNvSpPr txBox="1"/>
            <p:nvPr/>
          </p:nvSpPr>
          <p:spPr>
            <a:xfrm>
              <a:off x="1045521" y="1451202"/>
              <a:ext cx="408000" cy="4185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GB" sz="1800">
                  <a:solidFill>
                    <a:srgbClr val="FFFFFF"/>
                  </a:solidFill>
                  <a:latin typeface="Lexend"/>
                  <a:ea typeface="Lexend"/>
                  <a:cs typeface="Lexend"/>
                  <a:sym typeface="Lexend"/>
                </a:rPr>
                <a:t>a</a:t>
              </a:r>
              <a:endParaRPr b="1" sz="1800">
                <a:solidFill>
                  <a:srgbClr val="FFFFFF"/>
                </a:solidFill>
                <a:latin typeface="Lexend"/>
                <a:ea typeface="Lexend"/>
                <a:cs typeface="Lexend"/>
                <a:sym typeface="Lexend"/>
              </a:endParaRPr>
            </a:p>
          </p:txBody>
        </p:sp>
      </p:grpSp>
      <p:grpSp>
        <p:nvGrpSpPr>
          <p:cNvPr id="1127" name="Google Shape;1127;p75"/>
          <p:cNvGrpSpPr/>
          <p:nvPr/>
        </p:nvGrpSpPr>
        <p:grpSpPr>
          <a:xfrm>
            <a:off x="462355" y="2973133"/>
            <a:ext cx="243093" cy="243093"/>
            <a:chOff x="1020916" y="1442088"/>
            <a:chExt cx="457200" cy="457200"/>
          </a:xfrm>
        </p:grpSpPr>
        <p:pic>
          <p:nvPicPr>
            <p:cNvPr id="1128" name="Google Shape;1128;p75"/>
            <p:cNvPicPr preferRelativeResize="0"/>
            <p:nvPr/>
          </p:nvPicPr>
          <p:blipFill>
            <a:blip r:embed="rId4">
              <a:alphaModFix/>
            </a:blip>
            <a:stretch>
              <a:fillRect/>
            </a:stretch>
          </p:blipFill>
          <p:spPr>
            <a:xfrm>
              <a:off x="1020916" y="1442088"/>
              <a:ext cx="457200" cy="457200"/>
            </a:xfrm>
            <a:prstGeom prst="rect">
              <a:avLst/>
            </a:prstGeom>
            <a:noFill/>
            <a:ln>
              <a:noFill/>
            </a:ln>
          </p:spPr>
        </p:pic>
        <p:sp>
          <p:nvSpPr>
            <p:cNvPr id="1129" name="Google Shape;1129;p75"/>
            <p:cNvSpPr txBox="1"/>
            <p:nvPr/>
          </p:nvSpPr>
          <p:spPr>
            <a:xfrm>
              <a:off x="1045521" y="1451202"/>
              <a:ext cx="408000" cy="4185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GB" sz="1800">
                  <a:solidFill>
                    <a:srgbClr val="FFFFFF"/>
                  </a:solidFill>
                  <a:latin typeface="Lexend"/>
                  <a:ea typeface="Lexend"/>
                  <a:cs typeface="Lexend"/>
                  <a:sym typeface="Lexend"/>
                </a:rPr>
                <a:t>b</a:t>
              </a:r>
              <a:endParaRPr b="1" sz="1800">
                <a:solidFill>
                  <a:srgbClr val="FFFFFF"/>
                </a:solidFill>
                <a:latin typeface="Lexend"/>
                <a:ea typeface="Lexend"/>
                <a:cs typeface="Lexend"/>
                <a:sym typeface="Lexend"/>
              </a:endParaRPr>
            </a:p>
          </p:txBody>
        </p:sp>
      </p:grpSp>
      <p:grpSp>
        <p:nvGrpSpPr>
          <p:cNvPr id="1130" name="Google Shape;1130;p75"/>
          <p:cNvGrpSpPr/>
          <p:nvPr/>
        </p:nvGrpSpPr>
        <p:grpSpPr>
          <a:xfrm>
            <a:off x="462355" y="3858708"/>
            <a:ext cx="243093" cy="243093"/>
            <a:chOff x="1020916" y="1442088"/>
            <a:chExt cx="457200" cy="457200"/>
          </a:xfrm>
        </p:grpSpPr>
        <p:pic>
          <p:nvPicPr>
            <p:cNvPr id="1131" name="Google Shape;1131;p75"/>
            <p:cNvPicPr preferRelativeResize="0"/>
            <p:nvPr/>
          </p:nvPicPr>
          <p:blipFill>
            <a:blip r:embed="rId4">
              <a:alphaModFix/>
            </a:blip>
            <a:stretch>
              <a:fillRect/>
            </a:stretch>
          </p:blipFill>
          <p:spPr>
            <a:xfrm>
              <a:off x="1020916" y="1442088"/>
              <a:ext cx="457200" cy="457200"/>
            </a:xfrm>
            <a:prstGeom prst="rect">
              <a:avLst/>
            </a:prstGeom>
            <a:noFill/>
            <a:ln>
              <a:noFill/>
            </a:ln>
          </p:spPr>
        </p:pic>
        <p:sp>
          <p:nvSpPr>
            <p:cNvPr id="1132" name="Google Shape;1132;p75"/>
            <p:cNvSpPr txBox="1"/>
            <p:nvPr/>
          </p:nvSpPr>
          <p:spPr>
            <a:xfrm>
              <a:off x="1045521" y="1451202"/>
              <a:ext cx="408000" cy="4185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GB" sz="1800">
                  <a:solidFill>
                    <a:srgbClr val="FFFFFF"/>
                  </a:solidFill>
                  <a:latin typeface="Lexend"/>
                  <a:ea typeface="Lexend"/>
                  <a:cs typeface="Lexend"/>
                  <a:sym typeface="Lexend"/>
                </a:rPr>
                <a:t>c</a:t>
              </a:r>
              <a:endParaRPr b="1" sz="1800">
                <a:solidFill>
                  <a:srgbClr val="FFFFFF"/>
                </a:solidFill>
                <a:latin typeface="Lexend"/>
                <a:ea typeface="Lexend"/>
                <a:cs typeface="Lexend"/>
                <a:sym typeface="Lexend"/>
              </a:endParaRPr>
            </a:p>
          </p:txBody>
        </p:sp>
      </p:grpSp>
      <p:grpSp>
        <p:nvGrpSpPr>
          <p:cNvPr id="1133" name="Google Shape;1133;p75"/>
          <p:cNvGrpSpPr/>
          <p:nvPr/>
        </p:nvGrpSpPr>
        <p:grpSpPr>
          <a:xfrm>
            <a:off x="2968805" y="2527145"/>
            <a:ext cx="243093" cy="243093"/>
            <a:chOff x="1020916" y="1442088"/>
            <a:chExt cx="457200" cy="457200"/>
          </a:xfrm>
        </p:grpSpPr>
        <p:pic>
          <p:nvPicPr>
            <p:cNvPr id="1134" name="Google Shape;1134;p75"/>
            <p:cNvPicPr preferRelativeResize="0"/>
            <p:nvPr/>
          </p:nvPicPr>
          <p:blipFill>
            <a:blip r:embed="rId4">
              <a:alphaModFix/>
            </a:blip>
            <a:stretch>
              <a:fillRect/>
            </a:stretch>
          </p:blipFill>
          <p:spPr>
            <a:xfrm>
              <a:off x="1020916" y="1442088"/>
              <a:ext cx="457200" cy="457200"/>
            </a:xfrm>
            <a:prstGeom prst="rect">
              <a:avLst/>
            </a:prstGeom>
            <a:noFill/>
            <a:ln>
              <a:noFill/>
            </a:ln>
          </p:spPr>
        </p:pic>
        <p:sp>
          <p:nvSpPr>
            <p:cNvPr id="1135" name="Google Shape;1135;p75"/>
            <p:cNvSpPr txBox="1"/>
            <p:nvPr/>
          </p:nvSpPr>
          <p:spPr>
            <a:xfrm>
              <a:off x="1045521" y="1451202"/>
              <a:ext cx="408000" cy="4185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GB" sz="1800">
                  <a:solidFill>
                    <a:srgbClr val="FFFFFF"/>
                  </a:solidFill>
                  <a:latin typeface="Lexend"/>
                  <a:ea typeface="Lexend"/>
                  <a:cs typeface="Lexend"/>
                  <a:sym typeface="Lexend"/>
                </a:rPr>
                <a:t>d</a:t>
              </a:r>
              <a:endParaRPr b="1" sz="1800">
                <a:solidFill>
                  <a:srgbClr val="FFFFFF"/>
                </a:solidFill>
                <a:latin typeface="Lexend"/>
                <a:ea typeface="Lexend"/>
                <a:cs typeface="Lexend"/>
                <a:sym typeface="Lexend"/>
              </a:endParaRPr>
            </a:p>
          </p:txBody>
        </p:sp>
      </p:grpSp>
      <p:grpSp>
        <p:nvGrpSpPr>
          <p:cNvPr id="1136" name="Google Shape;1136;p75"/>
          <p:cNvGrpSpPr/>
          <p:nvPr/>
        </p:nvGrpSpPr>
        <p:grpSpPr>
          <a:xfrm>
            <a:off x="2968805" y="3419108"/>
            <a:ext cx="243093" cy="243093"/>
            <a:chOff x="1020916" y="1442088"/>
            <a:chExt cx="457200" cy="457200"/>
          </a:xfrm>
        </p:grpSpPr>
        <p:pic>
          <p:nvPicPr>
            <p:cNvPr id="1137" name="Google Shape;1137;p75"/>
            <p:cNvPicPr preferRelativeResize="0"/>
            <p:nvPr/>
          </p:nvPicPr>
          <p:blipFill>
            <a:blip r:embed="rId4">
              <a:alphaModFix/>
            </a:blip>
            <a:stretch>
              <a:fillRect/>
            </a:stretch>
          </p:blipFill>
          <p:spPr>
            <a:xfrm>
              <a:off x="1020916" y="1442088"/>
              <a:ext cx="457200" cy="457200"/>
            </a:xfrm>
            <a:prstGeom prst="rect">
              <a:avLst/>
            </a:prstGeom>
            <a:noFill/>
            <a:ln>
              <a:noFill/>
            </a:ln>
          </p:spPr>
        </p:pic>
        <p:sp>
          <p:nvSpPr>
            <p:cNvPr id="1138" name="Google Shape;1138;p75"/>
            <p:cNvSpPr txBox="1"/>
            <p:nvPr/>
          </p:nvSpPr>
          <p:spPr>
            <a:xfrm>
              <a:off x="1045521" y="1451202"/>
              <a:ext cx="408000" cy="4185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GB" sz="1800">
                  <a:solidFill>
                    <a:srgbClr val="FFFFFF"/>
                  </a:solidFill>
                  <a:latin typeface="Lexend"/>
                  <a:ea typeface="Lexend"/>
                  <a:cs typeface="Lexend"/>
                  <a:sym typeface="Lexend"/>
                </a:rPr>
                <a:t>e</a:t>
              </a:r>
              <a:endParaRPr b="1" sz="1800">
                <a:solidFill>
                  <a:srgbClr val="FFFFFF"/>
                </a:solidFill>
                <a:latin typeface="Lexend"/>
                <a:ea typeface="Lexend"/>
                <a:cs typeface="Lexend"/>
                <a:sym typeface="Lexend"/>
              </a:endParaRPr>
            </a:p>
          </p:txBody>
        </p:sp>
      </p:grpSp>
      <p:grpSp>
        <p:nvGrpSpPr>
          <p:cNvPr id="1139" name="Google Shape;1139;p75"/>
          <p:cNvGrpSpPr/>
          <p:nvPr/>
        </p:nvGrpSpPr>
        <p:grpSpPr>
          <a:xfrm>
            <a:off x="2274908" y="1916617"/>
            <a:ext cx="3423700" cy="2226146"/>
            <a:chOff x="2122508" y="1916617"/>
            <a:chExt cx="3423700" cy="2226146"/>
          </a:xfrm>
        </p:grpSpPr>
        <p:pic>
          <p:nvPicPr>
            <p:cNvPr id="1140" name="Google Shape;1140;p75"/>
            <p:cNvPicPr preferRelativeResize="0"/>
            <p:nvPr/>
          </p:nvPicPr>
          <p:blipFill>
            <a:blip r:embed="rId5">
              <a:alphaModFix/>
            </a:blip>
            <a:stretch>
              <a:fillRect/>
            </a:stretch>
          </p:blipFill>
          <p:spPr>
            <a:xfrm>
              <a:off x="2207126" y="2858575"/>
              <a:ext cx="396000" cy="419100"/>
            </a:xfrm>
            <a:prstGeom prst="rect">
              <a:avLst/>
            </a:prstGeom>
            <a:noFill/>
            <a:ln>
              <a:noFill/>
            </a:ln>
          </p:spPr>
        </p:pic>
        <p:pic>
          <p:nvPicPr>
            <p:cNvPr id="1141" name="Google Shape;1141;p75"/>
            <p:cNvPicPr preferRelativeResize="0"/>
            <p:nvPr/>
          </p:nvPicPr>
          <p:blipFill>
            <a:blip r:embed="rId6">
              <a:alphaModFix/>
            </a:blip>
            <a:stretch>
              <a:fillRect/>
            </a:stretch>
          </p:blipFill>
          <p:spPr>
            <a:xfrm>
              <a:off x="2521486" y="1916617"/>
              <a:ext cx="396000" cy="419760"/>
            </a:xfrm>
            <a:prstGeom prst="rect">
              <a:avLst/>
            </a:prstGeom>
            <a:noFill/>
            <a:ln>
              <a:noFill/>
            </a:ln>
          </p:spPr>
        </p:pic>
        <p:pic>
          <p:nvPicPr>
            <p:cNvPr id="1142" name="Google Shape;1142;p75"/>
            <p:cNvPicPr preferRelativeResize="0"/>
            <p:nvPr/>
          </p:nvPicPr>
          <p:blipFill>
            <a:blip r:embed="rId5">
              <a:alphaModFix/>
            </a:blip>
            <a:stretch>
              <a:fillRect/>
            </a:stretch>
          </p:blipFill>
          <p:spPr>
            <a:xfrm>
              <a:off x="2122508" y="3723663"/>
              <a:ext cx="396000" cy="419100"/>
            </a:xfrm>
            <a:prstGeom prst="rect">
              <a:avLst/>
            </a:prstGeom>
            <a:noFill/>
            <a:ln>
              <a:noFill/>
            </a:ln>
          </p:spPr>
        </p:pic>
        <p:pic>
          <p:nvPicPr>
            <p:cNvPr id="1143" name="Google Shape;1143;p75"/>
            <p:cNvPicPr preferRelativeResize="0"/>
            <p:nvPr/>
          </p:nvPicPr>
          <p:blipFill>
            <a:blip r:embed="rId5">
              <a:alphaModFix/>
            </a:blip>
            <a:stretch>
              <a:fillRect/>
            </a:stretch>
          </p:blipFill>
          <p:spPr>
            <a:xfrm>
              <a:off x="5150208" y="2388458"/>
              <a:ext cx="396000" cy="419100"/>
            </a:xfrm>
            <a:prstGeom prst="rect">
              <a:avLst/>
            </a:prstGeom>
            <a:noFill/>
            <a:ln>
              <a:noFill/>
            </a:ln>
          </p:spPr>
        </p:pic>
        <p:pic>
          <p:nvPicPr>
            <p:cNvPr id="1144" name="Google Shape;1144;p75"/>
            <p:cNvPicPr preferRelativeResize="0"/>
            <p:nvPr/>
          </p:nvPicPr>
          <p:blipFill>
            <a:blip r:embed="rId6">
              <a:alphaModFix/>
            </a:blip>
            <a:stretch>
              <a:fillRect/>
            </a:stretch>
          </p:blipFill>
          <p:spPr>
            <a:xfrm>
              <a:off x="4697055" y="3300844"/>
              <a:ext cx="396000" cy="419760"/>
            </a:xfrm>
            <a:prstGeom prst="rect">
              <a:avLst/>
            </a:prstGeom>
            <a:noFill/>
            <a:ln>
              <a:noFill/>
            </a:ln>
          </p:spPr>
        </p:pic>
      </p:grpSp>
      <p:pic>
        <p:nvPicPr>
          <p:cNvPr descr="&lt;math xmlns=&quot;http://www.w3.org/1998/Math/MathML&quot; display=&quot;block&quot; data-is-equatio=&quot;1&quot; data-latex=&quot;\textcolor{#FFFFF}{\frac{39}{116}=\cos\left(\theta°\right)\ \ \ \ \ \frac{39}{\cos\left(\theta°\right)}=116\ \ \ \ \ 116\times\cos\left(\theta°\right)=39}\ \ \ \ \ \ 116\times\cos\left(39°\right)=\theta\ \ \ \ \ \ \ \ \ \frac{\cos\left(\theta°\right)}{39}=116&quot;&gt;&lt;mstyle mathcolor=&quot;#FFFFF&quot;&gt;&lt;mfrac&gt;&lt;mn&gt;39&lt;/mn&gt;&lt;mn&gt;116&lt;/mn&gt;&lt;/mfrac&gt;&lt;mo&gt;=&lt;/mo&gt;&lt;mi&gt;cos&lt;/mi&gt;&lt;mo data-mjx-texclass=&quot;NONE&quot;&gt;⁡&lt;/mo&gt;&lt;mrow data-mjx-texclass=&quot;INNER&quot;&gt;&lt;mo data-mjx-texclass=&quot;OPEN&quot;&gt;(&lt;/mo&gt;&lt;mi&gt;θ&lt;/mi&gt;&lt;mrow data-mjx-texclass=&quot;ORD&quot;&gt;&lt;mo data-mjx-pseudoscript=&quot;true&quot;&gt;°&lt;/mo&gt;&lt;/mrow&gt;&lt;mo data-mjx-texclass=&quot;CLOSE&quot;&gt;)&lt;/mo&gt;&lt;/mrow&gt;&lt;mtext&gt;&lt;/mtext&gt;&lt;mtext&gt;&lt;/mtext&gt;&lt;mtext&gt;&lt;/mtext&gt;&lt;mtext&gt;&lt;/mtext&gt;&lt;mtext&gt;&lt;/mtext&gt;&lt;mfrac&gt;&lt;mn&gt;39&lt;/mn&gt;&lt;mrow&gt;&lt;mi&gt;cos&lt;/mi&gt;&lt;mo data-mjx-texclass=&quot;NONE&quot;&gt;⁡&lt;/mo&gt;&lt;mrow data-mjx-texclass=&quot;INNER&quot;&gt;&lt;mo data-mjx-texclass=&quot;OPEN&quot;&gt;(&lt;/mo&gt;&lt;mi&gt;θ&lt;/mi&gt;&lt;mrow data-mjx-texclass=&quot;ORD&quot;&gt;&lt;mo data-mjx-pseudoscript=&quot;true&quot;&gt;°&lt;/mo&gt;&lt;/mrow&gt;&lt;mo data-mjx-texclass=&quot;CLOSE&quot;&gt;)&lt;/mo&gt;&lt;/mrow&gt;&lt;/mrow&gt;&lt;/mfrac&gt;&lt;mo&gt;=&lt;/mo&gt;&lt;mn&gt;116&lt;/mn&gt;&lt;mtext&gt;&lt;/mtext&gt;&lt;mtext&gt;&lt;/mtext&gt;&lt;mtext&gt;&lt;/mtext&gt;&lt;mtext&gt;&lt;/mtext&gt;&lt;mtext&gt;&lt;/mtext&gt;&lt;mn&gt;116&lt;/mn&gt;&lt;mo&gt;×&lt;/mo&gt;&lt;mi&gt;cos&lt;/mi&gt;&lt;mo data-mjx-texclass=&quot;NONE&quot;&gt;⁡&lt;/mo&gt;&lt;mrow data-mjx-texclass=&quot;INNER&quot;&gt;&lt;mo data-mjx-texclass=&quot;OPEN&quot;&gt;(&lt;/mo&gt;&lt;mi&gt;θ&lt;/mi&gt;&lt;mrow data-mjx-texclass=&quot;ORD&quot;&gt;&lt;mo data-mjx-pseudoscript=&quot;true&quot;&gt;°&lt;/mo&gt;&lt;/mrow&gt;&lt;mo data-mjx-texclass=&quot;CLOSE&quot;&gt;)&lt;/mo&gt;&lt;/mrow&gt;&lt;mo&gt;=&lt;/mo&gt;&lt;mn&gt;39&lt;/mn&gt;&lt;/mstyle&gt;&lt;mtext&gt;&lt;/mtext&gt;&lt;mtext&gt;&lt;/mtext&gt;&lt;mtext&gt;&lt;/mtext&gt;&lt;mtext&gt;&lt;/mtext&gt;&lt;mtext&gt;&lt;/mtext&gt;&lt;mtext&gt;&lt;/mtext&gt;&lt;mn&gt;116&lt;/mn&gt;&lt;mo&gt;×&lt;/mo&gt;&lt;mi&gt;cos&lt;/mi&gt;&lt;mo data-mjx-texclass=&quot;NONE&quot;&gt;⁡&lt;/mo&gt;&lt;mrow data-mjx-texclass=&quot;INNER&quot;&gt;&lt;mo data-mjx-texclass=&quot;OPEN&quot;&gt;(&lt;/mo&gt;&lt;mn&gt;39&lt;/mn&gt;&lt;mrow data-mjx-texclass=&quot;ORD&quot;&gt;&lt;mo data-mjx-pseudoscript=&quot;true&quot;&gt;°&lt;/mo&gt;&lt;/mrow&gt;&lt;mo data-mjx-texclass=&quot;CLOSE&quot;&gt;)&lt;/mo&gt;&lt;/mrow&gt;&lt;mo&gt;=&lt;/mo&gt;&lt;mi&gt;θ&lt;/mi&gt;&lt;mtext&gt;&lt;/mtext&gt;&lt;mtext&gt;&lt;/mtext&gt;&lt;mtext&gt;&lt;/mtext&gt;&lt;mtext&gt;&lt;/mtext&gt;&lt;mtext&gt;&lt;/mtext&gt;&lt;mtext&gt;&lt;/mtext&gt;&lt;mtext&gt;&lt;/mtext&gt;&lt;mtext&gt;&lt;/mtext&gt;&lt;mtext&gt;&lt;/mtext&gt;&lt;mfrac&gt;&lt;mrow&gt;&lt;mi&gt;cos&lt;/mi&gt;&lt;mo data-mjx-texclass=&quot;NONE&quot;&gt;⁡&lt;/mo&gt;&lt;mrow data-mjx-texclass=&quot;INNER&quot;&gt;&lt;mo data-mjx-texclass=&quot;OPEN&quot;&gt;(&lt;/mo&gt;&lt;mi&gt;θ&lt;/mi&gt;&lt;mrow data-mjx-texclass=&quot;ORD&quot;&gt;&lt;mo data-mjx-pseudoscript=&quot;true&quot;&gt;°&lt;/mo&gt;&lt;/mrow&gt;&lt;mo data-mjx-texclass=&quot;CLOSE&quot;&gt;)&lt;/mo&gt;&lt;/mrow&gt;&lt;/mrow&gt;&lt;mn&gt;39&lt;/mn&gt;&lt;/mfrac&gt;&lt;mo&gt;=&lt;/mo&gt;&lt;mn&gt;116&lt;/mn&gt;&lt;/math&gt;" id="1145" name="Google Shape;1145;p75" title="39 over 116 equals cosine theta degrees 39 over cosine theta degrees equals 116 116 times cosine theta degrees equals 39 116 times cosine 39 degrees equals theta cosine theta degrees over 39 equals 116"/>
          <p:cNvPicPr preferRelativeResize="0"/>
          <p:nvPr/>
        </p:nvPicPr>
        <p:blipFill rotWithShape="1">
          <a:blip r:embed="rId3">
            <a:alphaModFix/>
          </a:blip>
          <a:srcRect b="0" l="83979" r="0" t="0"/>
          <a:stretch/>
        </p:blipFill>
        <p:spPr>
          <a:xfrm>
            <a:off x="3211905" y="3239775"/>
            <a:ext cx="1576300" cy="561600"/>
          </a:xfrm>
          <a:prstGeom prst="rect">
            <a:avLst/>
          </a:prstGeom>
          <a:noFill/>
          <a:ln>
            <a:noFill/>
          </a:ln>
        </p:spPr>
      </p:pic>
      <p:pic>
        <p:nvPicPr>
          <p:cNvPr id="1146" name="Google Shape;1146;p75"/>
          <p:cNvPicPr preferRelativeResize="0"/>
          <p:nvPr/>
        </p:nvPicPr>
        <p:blipFill>
          <a:blip r:embed="rId7">
            <a:alphaModFix/>
          </a:blip>
          <a:stretch>
            <a:fillRect/>
          </a:stretch>
        </p:blipFill>
        <p:spPr>
          <a:xfrm rot="-1728159">
            <a:off x="6096608" y="2553675"/>
            <a:ext cx="2060584" cy="222900"/>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113"/>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139"/>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50" name="Shape 1150"/>
        <p:cNvGrpSpPr/>
        <p:nvPr/>
      </p:nvGrpSpPr>
      <p:grpSpPr>
        <a:xfrm>
          <a:off x="0" y="0"/>
          <a:ext cx="0" cy="0"/>
          <a:chOff x="0" y="0"/>
          <a:chExt cx="0" cy="0"/>
        </a:xfrm>
      </p:grpSpPr>
      <p:sp>
        <p:nvSpPr>
          <p:cNvPr id="1151" name="Google Shape;1151;p76"/>
          <p:cNvSpPr/>
          <p:nvPr/>
        </p:nvSpPr>
        <p:spPr>
          <a:xfrm>
            <a:off x="788827" y="2002375"/>
            <a:ext cx="2078400" cy="392400"/>
          </a:xfrm>
          <a:prstGeom prst="rect">
            <a:avLst/>
          </a:prstGeom>
          <a:noFill/>
          <a:ln cap="flat" cmpd="sng" w="38100">
            <a:solidFill>
              <a:schemeClr val="accent4"/>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sz="200">
              <a:solidFill>
                <a:schemeClr val="dk1"/>
              </a:solidFill>
              <a:latin typeface="Lexend"/>
              <a:ea typeface="Lexend"/>
              <a:cs typeface="Lexend"/>
              <a:sym typeface="Lexend"/>
            </a:endParaRPr>
          </a:p>
        </p:txBody>
      </p:sp>
      <p:sp>
        <p:nvSpPr>
          <p:cNvPr id="1152" name="Google Shape;1152;p76"/>
          <p:cNvSpPr txBox="1"/>
          <p:nvPr/>
        </p:nvSpPr>
        <p:spPr>
          <a:xfrm>
            <a:off x="324000" y="610600"/>
            <a:ext cx="8496000" cy="11082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Clr>
                <a:srgbClr val="000000"/>
              </a:buClr>
              <a:buSzPts val="1100"/>
              <a:buFont typeface="Arial"/>
              <a:buNone/>
            </a:pPr>
            <a:r>
              <a:rPr lang="en-GB" sz="1800">
                <a:latin typeface="Lexend"/>
                <a:ea typeface="Lexend"/>
                <a:cs typeface="Lexend"/>
                <a:sym typeface="Lexend"/>
              </a:rPr>
              <a:t>In each version of the formula, a different part of the triangle is written as the subject.</a:t>
            </a:r>
            <a:endParaRPr sz="1800">
              <a:latin typeface="Lexend"/>
              <a:ea typeface="Lexend"/>
              <a:cs typeface="Lexend"/>
              <a:sym typeface="Lexend"/>
            </a:endParaRPr>
          </a:p>
          <a:p>
            <a:pPr indent="0" lvl="0" marL="0" rtl="0" algn="l">
              <a:spcBef>
                <a:spcPts val="0"/>
              </a:spcBef>
              <a:spcAft>
                <a:spcPts val="0"/>
              </a:spcAft>
              <a:buClr>
                <a:srgbClr val="000000"/>
              </a:buClr>
              <a:buSzPts val="1100"/>
              <a:buFont typeface="Arial"/>
              <a:buNone/>
            </a:pPr>
            <a:r>
              <a:rPr lang="en-GB" sz="1800">
                <a:latin typeface="Lexend"/>
                <a:ea typeface="Lexend"/>
                <a:cs typeface="Lexend"/>
                <a:sym typeface="Lexend"/>
              </a:rPr>
              <a:t>It is helpful to use the version of the formula whose subject matches the part of the triangle you are trying to find the value of.</a:t>
            </a:r>
            <a:endParaRPr sz="1800">
              <a:latin typeface="Lexend"/>
              <a:ea typeface="Lexend"/>
              <a:cs typeface="Lexend"/>
              <a:sym typeface="Lexend"/>
            </a:endParaRPr>
          </a:p>
        </p:txBody>
      </p:sp>
      <p:sp>
        <p:nvSpPr>
          <p:cNvPr id="1153" name="Google Shape;1153;p76"/>
          <p:cNvSpPr txBox="1"/>
          <p:nvPr>
            <p:ph type="title"/>
          </p:nvPr>
        </p:nvSpPr>
        <p:spPr>
          <a:xfrm>
            <a:off x="324000" y="0"/>
            <a:ext cx="7885200" cy="613500"/>
          </a:xfrm>
          <a:prstGeom prst="rect">
            <a:avLst/>
          </a:prstGeom>
        </p:spPr>
        <p:txBody>
          <a:bodyPr anchorCtr="0" anchor="ctr" bIns="0" lIns="0" spcFirstLastPara="1" rIns="0" wrap="square" tIns="0">
            <a:noAutofit/>
          </a:bodyPr>
          <a:lstStyle/>
          <a:p>
            <a:pPr indent="0" lvl="0" marL="0" rtl="0" algn="l">
              <a:spcBef>
                <a:spcPts val="0"/>
              </a:spcBef>
              <a:spcAft>
                <a:spcPts val="0"/>
              </a:spcAft>
              <a:buNone/>
            </a:pPr>
            <a:r>
              <a:rPr lang="en-GB"/>
              <a:t>Formalising the cosine formula</a:t>
            </a:r>
            <a:endParaRPr/>
          </a:p>
        </p:txBody>
      </p:sp>
      <p:sp>
        <p:nvSpPr>
          <p:cNvPr id="1154" name="Google Shape;1154;p76"/>
          <p:cNvSpPr/>
          <p:nvPr/>
        </p:nvSpPr>
        <p:spPr>
          <a:xfrm flipH="1">
            <a:off x="7626797" y="1998004"/>
            <a:ext cx="1108800" cy="1109100"/>
          </a:xfrm>
          <a:prstGeom prst="arc">
            <a:avLst>
              <a:gd fmla="val 21431706" name="adj1"/>
              <a:gd fmla="val 2341765" name="adj2"/>
            </a:avLst>
          </a:prstGeom>
          <a:solidFill>
            <a:srgbClr val="F3EEFB"/>
          </a:solidFill>
          <a:ln cap="flat" cmpd="sng" w="28575">
            <a:solidFill>
              <a:srgbClr val="845AD9"/>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sp>
        <p:nvSpPr>
          <p:cNvPr id="1155" name="Google Shape;1155;p76"/>
          <p:cNvSpPr txBox="1"/>
          <p:nvPr/>
        </p:nvSpPr>
        <p:spPr>
          <a:xfrm>
            <a:off x="7642171" y="2535812"/>
            <a:ext cx="417300" cy="2355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Clr>
                <a:srgbClr val="000000"/>
              </a:buClr>
              <a:buSzPts val="1100"/>
              <a:buFont typeface="Arial"/>
              <a:buNone/>
            </a:pPr>
            <a:r>
              <a:rPr lang="en-GB" sz="1800">
                <a:latin typeface="Lexend"/>
                <a:ea typeface="Lexend"/>
                <a:cs typeface="Lexend"/>
                <a:sym typeface="Lexend"/>
              </a:rPr>
              <a:t>57°</a:t>
            </a:r>
            <a:endParaRPr sz="1800">
              <a:latin typeface="Lexend"/>
              <a:ea typeface="Lexend"/>
              <a:cs typeface="Lexend"/>
              <a:sym typeface="Lexend"/>
            </a:endParaRPr>
          </a:p>
        </p:txBody>
      </p:sp>
      <p:sp>
        <p:nvSpPr>
          <p:cNvPr id="1156" name="Google Shape;1156;p76"/>
          <p:cNvSpPr/>
          <p:nvPr/>
        </p:nvSpPr>
        <p:spPr>
          <a:xfrm flipH="1" rot="-2368091">
            <a:off x="7078841" y="3174271"/>
            <a:ext cx="182648" cy="182648"/>
          </a:xfrm>
          <a:prstGeom prst="rect">
            <a:avLst/>
          </a:prstGeom>
          <a:noFill/>
          <a:ln cap="flat" cmpd="sng" w="28575">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sp>
        <p:nvSpPr>
          <p:cNvPr id="1157" name="Google Shape;1157;p76"/>
          <p:cNvSpPr txBox="1"/>
          <p:nvPr/>
        </p:nvSpPr>
        <p:spPr>
          <a:xfrm flipH="1">
            <a:off x="6760251" y="2157500"/>
            <a:ext cx="1053300" cy="2355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Clr>
                <a:srgbClr val="000000"/>
              </a:buClr>
              <a:buSzPts val="1100"/>
              <a:buFont typeface="Arial"/>
              <a:buNone/>
            </a:pPr>
            <a:r>
              <a:rPr lang="en-GB" sz="1800">
                <a:latin typeface="Lexend"/>
                <a:ea typeface="Lexend"/>
                <a:cs typeface="Lexend"/>
                <a:sym typeface="Lexend"/>
              </a:rPr>
              <a:t>103 cm</a:t>
            </a:r>
            <a:endParaRPr sz="1800">
              <a:latin typeface="Lexend"/>
              <a:ea typeface="Lexend"/>
              <a:cs typeface="Lexend"/>
              <a:sym typeface="Lexend"/>
            </a:endParaRPr>
          </a:p>
        </p:txBody>
      </p:sp>
      <p:sp>
        <p:nvSpPr>
          <p:cNvPr id="1158" name="Google Shape;1158;p76"/>
          <p:cNvSpPr txBox="1"/>
          <p:nvPr/>
        </p:nvSpPr>
        <p:spPr>
          <a:xfrm flipH="1">
            <a:off x="7663673" y="2963274"/>
            <a:ext cx="771000" cy="2355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Clr>
                <a:srgbClr val="000000"/>
              </a:buClr>
              <a:buSzPts val="1100"/>
              <a:buFont typeface="Arial"/>
              <a:buNone/>
            </a:pPr>
            <a:r>
              <a:rPr i="1" lang="en-GB" sz="2200">
                <a:latin typeface="Times New Roman"/>
                <a:ea typeface="Times New Roman"/>
                <a:cs typeface="Times New Roman"/>
                <a:sym typeface="Times New Roman"/>
              </a:rPr>
              <a:t>p</a:t>
            </a:r>
            <a:r>
              <a:rPr lang="en-GB" sz="1800">
                <a:latin typeface="Lexend"/>
                <a:ea typeface="Lexend"/>
                <a:cs typeface="Lexend"/>
                <a:sym typeface="Lexend"/>
              </a:rPr>
              <a:t> cm</a:t>
            </a:r>
            <a:endParaRPr sz="1800">
              <a:latin typeface="Lexend"/>
              <a:ea typeface="Lexend"/>
              <a:cs typeface="Lexend"/>
              <a:sym typeface="Lexend"/>
            </a:endParaRPr>
          </a:p>
        </p:txBody>
      </p:sp>
      <p:sp>
        <p:nvSpPr>
          <p:cNvPr id="1159" name="Google Shape;1159;p76"/>
          <p:cNvSpPr/>
          <p:nvPr/>
        </p:nvSpPr>
        <p:spPr>
          <a:xfrm>
            <a:off x="7717064" y="3296253"/>
            <a:ext cx="664200" cy="333000"/>
          </a:xfrm>
          <a:prstGeom prst="rect">
            <a:avLst/>
          </a:prstGeom>
          <a:solidFill>
            <a:srgbClr val="F3EEFB"/>
          </a:solidFill>
          <a:ln cap="flat" cmpd="sng" w="38100">
            <a:solidFill>
              <a:schemeClr val="accent4"/>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GB" sz="1800">
                <a:solidFill>
                  <a:schemeClr val="dk1"/>
                </a:solidFill>
                <a:latin typeface="Lexend"/>
                <a:ea typeface="Lexend"/>
                <a:cs typeface="Lexend"/>
                <a:sym typeface="Lexend"/>
              </a:rPr>
              <a:t>adj</a:t>
            </a:r>
            <a:endParaRPr sz="200">
              <a:solidFill>
                <a:schemeClr val="dk1"/>
              </a:solidFill>
              <a:latin typeface="Lexend"/>
              <a:ea typeface="Lexend"/>
              <a:cs typeface="Lexend"/>
              <a:sym typeface="Lexend"/>
            </a:endParaRPr>
          </a:p>
        </p:txBody>
      </p:sp>
      <p:sp>
        <p:nvSpPr>
          <p:cNvPr id="1160" name="Google Shape;1160;p76"/>
          <p:cNvSpPr/>
          <p:nvPr/>
        </p:nvSpPr>
        <p:spPr>
          <a:xfrm>
            <a:off x="6954800" y="1827009"/>
            <a:ext cx="664200" cy="333000"/>
          </a:xfrm>
          <a:prstGeom prst="rect">
            <a:avLst/>
          </a:prstGeom>
          <a:solidFill>
            <a:srgbClr val="F3EEFB"/>
          </a:solidFill>
          <a:ln cap="flat" cmpd="sng" w="38100">
            <a:solidFill>
              <a:schemeClr val="accent4"/>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GB" sz="1800">
                <a:solidFill>
                  <a:schemeClr val="dk1"/>
                </a:solidFill>
                <a:latin typeface="Lexend"/>
                <a:ea typeface="Lexend"/>
                <a:cs typeface="Lexend"/>
                <a:sym typeface="Lexend"/>
              </a:rPr>
              <a:t>hyp</a:t>
            </a:r>
            <a:endParaRPr sz="1800">
              <a:solidFill>
                <a:schemeClr val="dk1"/>
              </a:solidFill>
              <a:latin typeface="Lexend"/>
              <a:ea typeface="Lexend"/>
              <a:cs typeface="Lexend"/>
              <a:sym typeface="Lexend"/>
            </a:endParaRPr>
          </a:p>
          <a:p>
            <a:pPr indent="0" lvl="0" marL="0" rtl="0" algn="ctr">
              <a:spcBef>
                <a:spcPts val="0"/>
              </a:spcBef>
              <a:spcAft>
                <a:spcPts val="0"/>
              </a:spcAft>
              <a:buNone/>
            </a:pPr>
            <a:r>
              <a:rPr lang="en-GB" sz="200">
                <a:solidFill>
                  <a:schemeClr val="dk1"/>
                </a:solidFill>
                <a:latin typeface="Lexend"/>
                <a:ea typeface="Lexend"/>
                <a:cs typeface="Lexend"/>
                <a:sym typeface="Lexend"/>
              </a:rPr>
              <a:t> </a:t>
            </a:r>
            <a:endParaRPr sz="200">
              <a:solidFill>
                <a:schemeClr val="dk1"/>
              </a:solidFill>
              <a:latin typeface="Lexend"/>
              <a:ea typeface="Lexend"/>
              <a:cs typeface="Lexend"/>
              <a:sym typeface="Lexend"/>
            </a:endParaRPr>
          </a:p>
        </p:txBody>
      </p:sp>
      <p:sp>
        <p:nvSpPr>
          <p:cNvPr id="1161" name="Google Shape;1161;p76"/>
          <p:cNvSpPr txBox="1"/>
          <p:nvPr/>
        </p:nvSpPr>
        <p:spPr>
          <a:xfrm>
            <a:off x="3994025" y="3932400"/>
            <a:ext cx="4673400" cy="6156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Clr>
                <a:srgbClr val="000000"/>
              </a:buClr>
              <a:buSzPts val="1100"/>
              <a:buFont typeface="Arial"/>
              <a:buNone/>
            </a:pPr>
            <a:r>
              <a:rPr lang="en-GB" sz="1800">
                <a:latin typeface="Lexend"/>
                <a:ea typeface="Lexend"/>
                <a:cs typeface="Lexend"/>
                <a:sym typeface="Lexend"/>
              </a:rPr>
              <a:t>We want to find the value of </a:t>
            </a:r>
            <a:r>
              <a:rPr i="1" lang="en-GB" sz="2200">
                <a:solidFill>
                  <a:schemeClr val="dk1"/>
                </a:solidFill>
                <a:latin typeface="Times New Roman"/>
                <a:ea typeface="Times New Roman"/>
                <a:cs typeface="Times New Roman"/>
                <a:sym typeface="Times New Roman"/>
              </a:rPr>
              <a:t>p</a:t>
            </a:r>
            <a:r>
              <a:rPr lang="en-GB" sz="1800">
                <a:latin typeface="Lexend"/>
                <a:ea typeface="Lexend"/>
                <a:cs typeface="Lexend"/>
                <a:sym typeface="Lexend"/>
              </a:rPr>
              <a:t>,</a:t>
            </a:r>
            <a:r>
              <a:rPr lang="en-GB" sz="1800">
                <a:latin typeface="Lexend"/>
                <a:ea typeface="Lexend"/>
                <a:cs typeface="Lexend"/>
                <a:sym typeface="Lexend"/>
              </a:rPr>
              <a:t> the length of the side </a:t>
            </a:r>
            <a:r>
              <a:rPr lang="en-GB" sz="1800">
                <a:solidFill>
                  <a:schemeClr val="accent4"/>
                </a:solidFill>
                <a:latin typeface="Lexend"/>
                <a:ea typeface="Lexend"/>
                <a:cs typeface="Lexend"/>
                <a:sym typeface="Lexend"/>
              </a:rPr>
              <a:t>adjacent </a:t>
            </a:r>
            <a:r>
              <a:rPr lang="en-GB" sz="1800">
                <a:latin typeface="Lexend"/>
                <a:ea typeface="Lexend"/>
                <a:cs typeface="Lexend"/>
                <a:sym typeface="Lexend"/>
              </a:rPr>
              <a:t>to an angle of 57°.</a:t>
            </a:r>
            <a:endParaRPr sz="1800">
              <a:latin typeface="Lexend"/>
              <a:ea typeface="Lexend"/>
              <a:cs typeface="Lexend"/>
              <a:sym typeface="Lexend"/>
            </a:endParaRPr>
          </a:p>
        </p:txBody>
      </p:sp>
      <p:grpSp>
        <p:nvGrpSpPr>
          <p:cNvPr id="1162" name="Google Shape;1162;p76"/>
          <p:cNvGrpSpPr/>
          <p:nvPr/>
        </p:nvGrpSpPr>
        <p:grpSpPr>
          <a:xfrm flipH="1" rot="-2367281">
            <a:off x="6866336" y="1814380"/>
            <a:ext cx="1362862" cy="1962410"/>
            <a:chOff x="-2041379" y="1455875"/>
            <a:chExt cx="980254" cy="2738463"/>
          </a:xfrm>
        </p:grpSpPr>
        <p:sp>
          <p:nvSpPr>
            <p:cNvPr id="1163" name="Google Shape;1163;p76"/>
            <p:cNvSpPr/>
            <p:nvPr/>
          </p:nvSpPr>
          <p:spPr>
            <a:xfrm rot="-5400000">
              <a:off x="-2375725" y="1809575"/>
              <a:ext cx="1668300" cy="960900"/>
            </a:xfrm>
            <a:prstGeom prst="rtTriangle">
              <a:avLst/>
            </a:prstGeom>
            <a:noFill/>
            <a:ln cap="flat" cmpd="sng" w="28575">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cxnSp>
          <p:nvCxnSpPr>
            <p:cNvPr id="1164" name="Google Shape;1164;p76"/>
            <p:cNvCxnSpPr/>
            <p:nvPr/>
          </p:nvCxnSpPr>
          <p:spPr>
            <a:xfrm rot="7323120">
              <a:off x="-2101093" y="2761354"/>
              <a:ext cx="1094427" cy="1009267"/>
            </a:xfrm>
            <a:prstGeom prst="straightConnector1">
              <a:avLst/>
            </a:prstGeom>
            <a:noFill/>
            <a:ln cap="flat" cmpd="sng" w="28575">
              <a:solidFill>
                <a:srgbClr val="845AD9"/>
              </a:solidFill>
              <a:prstDash val="solid"/>
              <a:round/>
              <a:headEnd len="med" w="med" type="triangle"/>
              <a:tailEnd len="med" w="med" type="triangle"/>
            </a:ln>
          </p:spPr>
        </p:cxnSp>
      </p:grpSp>
      <p:pic>
        <p:nvPicPr>
          <p:cNvPr descr="&lt;math xmlns=&quot;http://www.w3.org/1998/Math/MathML&quot; display=&quot;block&quot; data-is-equatio=&quot;1&quot; data-latex=&quot;\frac{\text{adj}}{h}=\cos\left(\theta°\right)\ \ \ \ \ \frac{\text{ad}\text{j}}{\cos\left(\theta°\right)}=h\ \ \ \ \ h\times\cos\left(\theta°\right)=\text{adj}&quot;&gt;&lt;mfrac&gt;&lt;mtext&gt;adj&lt;/mtext&gt;&lt;mi&gt;h&lt;/mi&gt;&lt;/mfrac&gt;&lt;mo&gt;=&lt;/mo&gt;&lt;mi&gt;cos&lt;/mi&gt;&lt;mo data-mjx-texclass=&quot;NONE&quot;&gt;⁡&lt;/mo&gt;&lt;mrow data-mjx-texclass=&quot;INNER&quot;&gt;&lt;mo data-mjx-texclass=&quot;OPEN&quot;&gt;(&lt;/mo&gt;&lt;mi&gt;θ&lt;/mi&gt;&lt;mrow data-mjx-texclass=&quot;ORD&quot;&gt;&lt;mo data-mjx-pseudoscript=&quot;true&quot;&gt;°&lt;/mo&gt;&lt;/mrow&gt;&lt;mo data-mjx-texclass=&quot;CLOSE&quot;&gt;)&lt;/mo&gt;&lt;/mrow&gt;&lt;mtext&gt;&lt;/mtext&gt;&lt;mtext&gt;&lt;/mtext&gt;&lt;mtext&gt;&lt;/mtext&gt;&lt;mtext&gt;&lt;/mtext&gt;&lt;mtext&gt;&lt;/mtext&gt;&lt;mfrac&gt;&lt;mrow&gt;&lt;mtext&gt;ad&lt;/mtext&gt;&lt;mtext&gt;j&lt;/mtext&gt;&lt;/mrow&gt;&lt;mrow&gt;&lt;mi&gt;cos&lt;/mi&gt;&lt;mo data-mjx-texclass=&quot;NONE&quot;&gt;⁡&lt;/mo&gt;&lt;mrow data-mjx-texclass=&quot;INNER&quot;&gt;&lt;mo data-mjx-texclass=&quot;OPEN&quot;&gt;(&lt;/mo&gt;&lt;mi&gt;θ&lt;/mi&gt;&lt;mrow data-mjx-texclass=&quot;ORD&quot;&gt;&lt;mo data-mjx-pseudoscript=&quot;true&quot;&gt;°&lt;/mo&gt;&lt;/mrow&gt;&lt;mo data-mjx-texclass=&quot;CLOSE&quot;&gt;)&lt;/mo&gt;&lt;/mrow&gt;&lt;/mrow&gt;&lt;/mfrac&gt;&lt;mo&gt;=&lt;/mo&gt;&lt;mi&gt;h&lt;/mi&gt;&lt;mtext&gt;&lt;/mtext&gt;&lt;mtext&gt;&lt;/mtext&gt;&lt;mtext&gt;&lt;/mtext&gt;&lt;mtext&gt;&lt;/mtext&gt;&lt;mtext&gt;&lt;/mtext&gt;&lt;mi&gt;h&lt;/mi&gt;&lt;mo&gt;×&lt;/mo&gt;&lt;mi&gt;cos&lt;/mi&gt;&lt;mo data-mjx-texclass=&quot;NONE&quot;&gt;⁡&lt;/mo&gt;&lt;mrow data-mjx-texclass=&quot;INNER&quot;&gt;&lt;mo data-mjx-texclass=&quot;OPEN&quot;&gt;(&lt;/mo&gt;&lt;mi&gt;θ&lt;/mi&gt;&lt;mrow data-mjx-texclass=&quot;ORD&quot;&gt;&lt;mo data-mjx-pseudoscript=&quot;true&quot;&gt;°&lt;/mo&gt;&lt;/mrow&gt;&lt;mo data-mjx-texclass=&quot;CLOSE&quot;&gt;)&lt;/mo&gt;&lt;/mrow&gt;&lt;mo&gt;=&lt;/mo&gt;&lt;mtext&gt;adj&lt;/mtext&gt;&lt;/math&gt;" id="1165" name="Google Shape;1165;p76" title="adj over h equals cosine theta degrees the fraction with numerator ad j and denominator cosine theta degrees equals h h times cosine theta degrees equals adj"/>
          <p:cNvPicPr preferRelativeResize="0"/>
          <p:nvPr/>
        </p:nvPicPr>
        <p:blipFill rotWithShape="1">
          <a:blip r:embed="rId3">
            <a:alphaModFix/>
          </a:blip>
          <a:srcRect b="0" l="64787" r="0" t="0"/>
          <a:stretch/>
        </p:blipFill>
        <p:spPr>
          <a:xfrm>
            <a:off x="790743" y="1871723"/>
            <a:ext cx="2005649" cy="655425"/>
          </a:xfrm>
          <a:prstGeom prst="rect">
            <a:avLst/>
          </a:prstGeom>
          <a:noFill/>
          <a:ln>
            <a:noFill/>
          </a:ln>
        </p:spPr>
      </p:pic>
      <p:pic>
        <p:nvPicPr>
          <p:cNvPr descr="&lt;math xmlns=&quot;http://www.w3.org/1998/Math/MathML&quot; display=&quot;block&quot; data-is-equatio=&quot;1&quot; data-latex=&quot;\frac{\text{adj}}{h}=\cos\left(\theta°\right)\ \ \ \ \ \frac{\text{ad}\text{j}}{\cos\left(\theta°\right)}=h\ \ \ \ \ h\times\cos\left(\theta°\right)=\text{adj}&quot;&gt;&lt;mfrac&gt;&lt;mtext&gt;adj&lt;/mtext&gt;&lt;mi&gt;h&lt;/mi&gt;&lt;/mfrac&gt;&lt;mo&gt;=&lt;/mo&gt;&lt;mi&gt;cos&lt;/mi&gt;&lt;mo data-mjx-texclass=&quot;NONE&quot;&gt;⁡&lt;/mo&gt;&lt;mrow data-mjx-texclass=&quot;INNER&quot;&gt;&lt;mo data-mjx-texclass=&quot;OPEN&quot;&gt;(&lt;/mo&gt;&lt;mi&gt;θ&lt;/mi&gt;&lt;mrow data-mjx-texclass=&quot;ORD&quot;&gt;&lt;mo data-mjx-pseudoscript=&quot;true&quot;&gt;°&lt;/mo&gt;&lt;/mrow&gt;&lt;mo data-mjx-texclass=&quot;CLOSE&quot;&gt;)&lt;/mo&gt;&lt;/mrow&gt;&lt;mtext&gt;&lt;/mtext&gt;&lt;mtext&gt;&lt;/mtext&gt;&lt;mtext&gt;&lt;/mtext&gt;&lt;mtext&gt;&lt;/mtext&gt;&lt;mtext&gt;&lt;/mtext&gt;&lt;mfrac&gt;&lt;mrow&gt;&lt;mtext&gt;ad&lt;/mtext&gt;&lt;mtext&gt;j&lt;/mtext&gt;&lt;/mrow&gt;&lt;mrow&gt;&lt;mi&gt;cos&lt;/mi&gt;&lt;mo data-mjx-texclass=&quot;NONE&quot;&gt;⁡&lt;/mo&gt;&lt;mrow data-mjx-texclass=&quot;INNER&quot;&gt;&lt;mo data-mjx-texclass=&quot;OPEN&quot;&gt;(&lt;/mo&gt;&lt;mi&gt;θ&lt;/mi&gt;&lt;mrow data-mjx-texclass=&quot;ORD&quot;&gt;&lt;mo data-mjx-pseudoscript=&quot;true&quot;&gt;°&lt;/mo&gt;&lt;/mrow&gt;&lt;mo data-mjx-texclass=&quot;CLOSE&quot;&gt;)&lt;/mo&gt;&lt;/mrow&gt;&lt;/mrow&gt;&lt;/mfrac&gt;&lt;mo&gt;=&lt;/mo&gt;&lt;mi&gt;h&lt;/mi&gt;&lt;mtext&gt;&lt;/mtext&gt;&lt;mtext&gt;&lt;/mtext&gt;&lt;mtext&gt;&lt;/mtext&gt;&lt;mtext&gt;&lt;/mtext&gt;&lt;mtext&gt;&lt;/mtext&gt;&lt;mi&gt;h&lt;/mi&gt;&lt;mo&gt;×&lt;/mo&gt;&lt;mi&gt;cos&lt;/mi&gt;&lt;mo data-mjx-texclass=&quot;NONE&quot;&gt;⁡&lt;/mo&gt;&lt;mrow data-mjx-texclass=&quot;INNER&quot;&gt;&lt;mo data-mjx-texclass=&quot;OPEN&quot;&gt;(&lt;/mo&gt;&lt;mi&gt;θ&lt;/mi&gt;&lt;mrow data-mjx-texclass=&quot;ORD&quot;&gt;&lt;mo data-mjx-pseudoscript=&quot;true&quot;&gt;°&lt;/mo&gt;&lt;/mrow&gt;&lt;mo data-mjx-texclass=&quot;CLOSE&quot;&gt;)&lt;/mo&gt;&lt;/mrow&gt;&lt;mo&gt;=&lt;/mo&gt;&lt;mtext&gt;adj&lt;/mtext&gt;&lt;/math&gt;" id="1166" name="Google Shape;1166;p76" title="adj over h equals cosine theta degrees the fraction with numerator ad j and denominator cosine theta degrees equals h h times cosine theta degrees equals adj"/>
          <p:cNvPicPr preferRelativeResize="0"/>
          <p:nvPr/>
        </p:nvPicPr>
        <p:blipFill rotWithShape="1">
          <a:blip r:embed="rId3">
            <a:alphaModFix/>
          </a:blip>
          <a:srcRect b="0" l="34162" r="36761" t="0"/>
          <a:stretch/>
        </p:blipFill>
        <p:spPr>
          <a:xfrm>
            <a:off x="768001" y="2944425"/>
            <a:ext cx="1656126" cy="655425"/>
          </a:xfrm>
          <a:prstGeom prst="rect">
            <a:avLst/>
          </a:prstGeom>
          <a:noFill/>
          <a:ln>
            <a:noFill/>
          </a:ln>
        </p:spPr>
      </p:pic>
      <p:pic>
        <p:nvPicPr>
          <p:cNvPr descr="&lt;math xmlns=&quot;http://www.w3.org/1998/Math/MathML&quot; display=&quot;block&quot; data-is-equatio=&quot;1&quot; data-latex=&quot;\frac{\text{adj}}{h}=\cos\left(\theta°\right)\ \ \ \ \ \frac{\text{ad}\text{j}}{\cos\left(\theta°\right)}=h\ \ \ \ \ h\times\cos\left(\theta°\right)=\text{adj}&quot;&gt;&lt;mfrac&gt;&lt;mtext&gt;adj&lt;/mtext&gt;&lt;mi&gt;h&lt;/mi&gt;&lt;/mfrac&gt;&lt;mo&gt;=&lt;/mo&gt;&lt;mi&gt;cos&lt;/mi&gt;&lt;mo data-mjx-texclass=&quot;NONE&quot;&gt;⁡&lt;/mo&gt;&lt;mrow data-mjx-texclass=&quot;INNER&quot;&gt;&lt;mo data-mjx-texclass=&quot;OPEN&quot;&gt;(&lt;/mo&gt;&lt;mi&gt;θ&lt;/mi&gt;&lt;mrow data-mjx-texclass=&quot;ORD&quot;&gt;&lt;mo data-mjx-pseudoscript=&quot;true&quot;&gt;°&lt;/mo&gt;&lt;/mrow&gt;&lt;mo data-mjx-texclass=&quot;CLOSE&quot;&gt;)&lt;/mo&gt;&lt;/mrow&gt;&lt;mtext&gt;&lt;/mtext&gt;&lt;mtext&gt;&lt;/mtext&gt;&lt;mtext&gt;&lt;/mtext&gt;&lt;mtext&gt;&lt;/mtext&gt;&lt;mtext&gt;&lt;/mtext&gt;&lt;mfrac&gt;&lt;mrow&gt;&lt;mtext&gt;ad&lt;/mtext&gt;&lt;mtext&gt;j&lt;/mtext&gt;&lt;/mrow&gt;&lt;mrow&gt;&lt;mi&gt;cos&lt;/mi&gt;&lt;mo data-mjx-texclass=&quot;NONE&quot;&gt;⁡&lt;/mo&gt;&lt;mrow data-mjx-texclass=&quot;INNER&quot;&gt;&lt;mo data-mjx-texclass=&quot;OPEN&quot;&gt;(&lt;/mo&gt;&lt;mi&gt;θ&lt;/mi&gt;&lt;mrow data-mjx-texclass=&quot;ORD&quot;&gt;&lt;mo data-mjx-pseudoscript=&quot;true&quot;&gt;°&lt;/mo&gt;&lt;/mrow&gt;&lt;mo data-mjx-texclass=&quot;CLOSE&quot;&gt;)&lt;/mo&gt;&lt;/mrow&gt;&lt;/mrow&gt;&lt;/mfrac&gt;&lt;mo&gt;=&lt;/mo&gt;&lt;mi&gt;h&lt;/mi&gt;&lt;mtext&gt;&lt;/mtext&gt;&lt;mtext&gt;&lt;/mtext&gt;&lt;mtext&gt;&lt;/mtext&gt;&lt;mtext&gt;&lt;/mtext&gt;&lt;mtext&gt;&lt;/mtext&gt;&lt;mi&gt;h&lt;/mi&gt;&lt;mo&gt;×&lt;/mo&gt;&lt;mi&gt;cos&lt;/mi&gt;&lt;mo data-mjx-texclass=&quot;NONE&quot;&gt;⁡&lt;/mo&gt;&lt;mrow data-mjx-texclass=&quot;INNER&quot;&gt;&lt;mo data-mjx-texclass=&quot;OPEN&quot;&gt;(&lt;/mo&gt;&lt;mi&gt;θ&lt;/mi&gt;&lt;mrow data-mjx-texclass=&quot;ORD&quot;&gt;&lt;mo data-mjx-pseudoscript=&quot;true&quot;&gt;°&lt;/mo&gt;&lt;/mrow&gt;&lt;mo data-mjx-texclass=&quot;CLOSE&quot;&gt;)&lt;/mo&gt;&lt;/mrow&gt;&lt;mo&gt;=&lt;/mo&gt;&lt;mtext&gt;adj&lt;/mtext&gt;&lt;/math&gt;" id="1167" name="Google Shape;1167;p76" title="adj over h equals cosine theta degrees the fraction with numerator ad j and denominator cosine theta degrees equals h h times cosine theta degrees equals adj"/>
          <p:cNvPicPr preferRelativeResize="0"/>
          <p:nvPr/>
        </p:nvPicPr>
        <p:blipFill rotWithShape="1">
          <a:blip r:embed="rId3">
            <a:alphaModFix/>
          </a:blip>
          <a:srcRect b="0" l="0" r="70923" t="0"/>
          <a:stretch/>
        </p:blipFill>
        <p:spPr>
          <a:xfrm>
            <a:off x="904859" y="4015609"/>
            <a:ext cx="1656126" cy="655400"/>
          </a:xfrm>
          <a:prstGeom prst="rect">
            <a:avLst/>
          </a:prstGeom>
          <a:noFill/>
          <a:ln>
            <a:noFill/>
          </a:ln>
        </p:spPr>
      </p:pic>
      <p:sp>
        <p:nvSpPr>
          <p:cNvPr id="1168" name="Google Shape;1168;p76"/>
          <p:cNvSpPr/>
          <p:nvPr/>
        </p:nvSpPr>
        <p:spPr>
          <a:xfrm>
            <a:off x="656500" y="2491150"/>
            <a:ext cx="2362800" cy="2171700"/>
          </a:xfrm>
          <a:prstGeom prst="rect">
            <a:avLst/>
          </a:prstGeom>
          <a:solidFill>
            <a:schemeClr val="l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sp>
        <p:nvSpPr>
          <p:cNvPr id="1169" name="Google Shape;1169;p76"/>
          <p:cNvSpPr txBox="1"/>
          <p:nvPr/>
        </p:nvSpPr>
        <p:spPr>
          <a:xfrm>
            <a:off x="701402" y="3391175"/>
            <a:ext cx="2409600" cy="3387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Clr>
                <a:srgbClr val="000000"/>
              </a:buClr>
              <a:buSzPts val="1100"/>
              <a:buFont typeface="Arial"/>
              <a:buNone/>
            </a:pPr>
            <a:r>
              <a:rPr i="1" lang="en-GB" sz="2200">
                <a:solidFill>
                  <a:schemeClr val="dk1"/>
                </a:solidFill>
                <a:latin typeface="Times New Roman"/>
                <a:ea typeface="Times New Roman"/>
                <a:cs typeface="Times New Roman"/>
                <a:sym typeface="Times New Roman"/>
              </a:rPr>
              <a:t>p</a:t>
            </a:r>
            <a:r>
              <a:rPr lang="en-GB" sz="1800">
                <a:solidFill>
                  <a:schemeClr val="dk1"/>
                </a:solidFill>
                <a:latin typeface="Lexend"/>
                <a:ea typeface="Lexend"/>
                <a:cs typeface="Lexend"/>
                <a:sym typeface="Lexend"/>
              </a:rPr>
              <a:t> = 56.098 cm (3 d.p.)</a:t>
            </a:r>
            <a:endParaRPr sz="1800">
              <a:latin typeface="Lexend"/>
              <a:ea typeface="Lexend"/>
              <a:cs typeface="Lexend"/>
              <a:sym typeface="Lexend"/>
            </a:endParaRPr>
          </a:p>
        </p:txBody>
      </p:sp>
      <p:sp>
        <p:nvSpPr>
          <p:cNvPr id="1170" name="Google Shape;1170;p76"/>
          <p:cNvSpPr txBox="1"/>
          <p:nvPr/>
        </p:nvSpPr>
        <p:spPr>
          <a:xfrm>
            <a:off x="701391" y="2719028"/>
            <a:ext cx="1935600" cy="3387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Clr>
                <a:srgbClr val="000000"/>
              </a:buClr>
              <a:buSzPts val="1100"/>
              <a:buFont typeface="Arial"/>
              <a:buNone/>
            </a:pPr>
            <a:r>
              <a:rPr lang="en-GB" sz="1800">
                <a:latin typeface="Lexend"/>
                <a:ea typeface="Lexend"/>
                <a:cs typeface="Lexend"/>
                <a:sym typeface="Lexend"/>
              </a:rPr>
              <a:t>103 × </a:t>
            </a:r>
            <a:r>
              <a:rPr lang="en-GB" sz="2200">
                <a:latin typeface="Times New Roman"/>
                <a:ea typeface="Times New Roman"/>
                <a:cs typeface="Times New Roman"/>
                <a:sym typeface="Times New Roman"/>
              </a:rPr>
              <a:t>cos</a:t>
            </a:r>
            <a:r>
              <a:rPr lang="en-GB" sz="1800">
                <a:latin typeface="Lexend"/>
                <a:ea typeface="Lexend"/>
                <a:cs typeface="Lexend"/>
                <a:sym typeface="Lexend"/>
              </a:rPr>
              <a:t>(57°) = </a:t>
            </a:r>
            <a:r>
              <a:rPr i="1" lang="en-GB" sz="2200">
                <a:solidFill>
                  <a:schemeClr val="dk1"/>
                </a:solidFill>
                <a:latin typeface="Times New Roman"/>
                <a:ea typeface="Times New Roman"/>
                <a:cs typeface="Times New Roman"/>
                <a:sym typeface="Times New Roman"/>
              </a:rPr>
              <a:t>p</a:t>
            </a:r>
            <a:endParaRPr sz="1800">
              <a:latin typeface="Lexend"/>
              <a:ea typeface="Lexend"/>
              <a:cs typeface="Lexend"/>
              <a:sym typeface="Lexend"/>
            </a:endParaRPr>
          </a:p>
        </p:txBody>
      </p:sp>
      <p:pic>
        <p:nvPicPr>
          <p:cNvPr id="1171" name="Google Shape;1171;p76"/>
          <p:cNvPicPr preferRelativeResize="0"/>
          <p:nvPr/>
        </p:nvPicPr>
        <p:blipFill>
          <a:blip r:embed="rId4">
            <a:alphaModFix/>
          </a:blip>
          <a:stretch>
            <a:fillRect/>
          </a:stretch>
        </p:blipFill>
        <p:spPr>
          <a:xfrm rot="166488">
            <a:off x="6376704" y="2316482"/>
            <a:ext cx="1820393" cy="222886"/>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159"/>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1160"/>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1161"/>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151"/>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1168"/>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170"/>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169"/>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75" name="Shape 1175"/>
        <p:cNvGrpSpPr/>
        <p:nvPr/>
      </p:nvGrpSpPr>
      <p:grpSpPr>
        <a:xfrm>
          <a:off x="0" y="0"/>
          <a:ext cx="0" cy="0"/>
          <a:chOff x="0" y="0"/>
          <a:chExt cx="0" cy="0"/>
        </a:xfrm>
      </p:grpSpPr>
      <p:pic>
        <p:nvPicPr>
          <p:cNvPr descr="&lt;math xmlns=&quot;http://www.w3.org/1998/Math/MathML&quot; display=&quot;block&quot; data-is-equatio=&quot;1&quot; data-latex=&quot;\textcolor{#FFFFF}{\frac{85}{q}=\cos\left(16°\right)\ \ \ \ \ \frac{85}{\cos\left(16°\right)}=q\ \ \ \ \ q\times\cos\left(16°\right)=85}\ \ \ \ \ \ 85\times\cos\left(q°\right)=16\ \ \ \ \ \ \ \frac{\cos\left(16°\right)}{q}=85&quot;&gt;&lt;mstyle mathcolor=&quot;#FFFFF&quot;&gt;&lt;mfrac&gt;&lt;mn&gt;85&lt;/mn&gt;&lt;mi&gt;q&lt;/mi&gt;&lt;/mfrac&gt;&lt;mo&gt;=&lt;/mo&gt;&lt;mi&gt;cos&lt;/mi&gt;&lt;mo data-mjx-texclass=&quot;NONE&quot;&gt;⁡&lt;/mo&gt;&lt;mrow data-mjx-texclass=&quot;INNER&quot;&gt;&lt;mo data-mjx-texclass=&quot;OPEN&quot;&gt;(&lt;/mo&gt;&lt;mn&gt;16&lt;/mn&gt;&lt;mrow data-mjx-texclass=&quot;ORD&quot;&gt;&lt;mo data-mjx-pseudoscript=&quot;true&quot;&gt;°&lt;/mo&gt;&lt;/mrow&gt;&lt;mo data-mjx-texclass=&quot;CLOSE&quot;&gt;)&lt;/mo&gt;&lt;/mrow&gt;&lt;mtext&gt;&lt;/mtext&gt;&lt;mtext&gt;&lt;/mtext&gt;&lt;mtext&gt;&lt;/mtext&gt;&lt;mtext&gt;&lt;/mtext&gt;&lt;mtext&gt;&lt;/mtext&gt;&lt;mfrac&gt;&lt;mn&gt;85&lt;/mn&gt;&lt;mrow&gt;&lt;mi&gt;cos&lt;/mi&gt;&lt;mo data-mjx-texclass=&quot;NONE&quot;&gt;⁡&lt;/mo&gt;&lt;mrow data-mjx-texclass=&quot;INNER&quot;&gt;&lt;mo data-mjx-texclass=&quot;OPEN&quot;&gt;(&lt;/mo&gt;&lt;mn&gt;16&lt;/mn&gt;&lt;mrow data-mjx-texclass=&quot;ORD&quot;&gt;&lt;mo data-mjx-pseudoscript=&quot;true&quot;&gt;°&lt;/mo&gt;&lt;/mrow&gt;&lt;mo data-mjx-texclass=&quot;CLOSE&quot;&gt;)&lt;/mo&gt;&lt;/mrow&gt;&lt;/mrow&gt;&lt;/mfrac&gt;&lt;mo&gt;=&lt;/mo&gt;&lt;mi&gt;q&lt;/mi&gt;&lt;mtext&gt;&lt;/mtext&gt;&lt;mtext&gt;&lt;/mtext&gt;&lt;mtext&gt;&lt;/mtext&gt;&lt;mtext&gt;&lt;/mtext&gt;&lt;mtext&gt;&lt;/mtext&gt;&lt;mi&gt;q&lt;/mi&gt;&lt;mo&gt;×&lt;/mo&gt;&lt;mi&gt;cos&lt;/mi&gt;&lt;mo data-mjx-texclass=&quot;NONE&quot;&gt;⁡&lt;/mo&gt;&lt;mrow data-mjx-texclass=&quot;INNER&quot;&gt;&lt;mo data-mjx-texclass=&quot;OPEN&quot;&gt;(&lt;/mo&gt;&lt;mn&gt;16&lt;/mn&gt;&lt;mrow data-mjx-texclass=&quot;ORD&quot;&gt;&lt;mo data-mjx-pseudoscript=&quot;true&quot;&gt;°&lt;/mo&gt;&lt;/mrow&gt;&lt;mo data-mjx-texclass=&quot;CLOSE&quot;&gt;)&lt;/mo&gt;&lt;/mrow&gt;&lt;mo&gt;=&lt;/mo&gt;&lt;mn&gt;85&lt;/mn&gt;&lt;/mstyle&gt;&lt;mtext&gt;&lt;/mtext&gt;&lt;mtext&gt;&lt;/mtext&gt;&lt;mtext&gt;&lt;/mtext&gt;&lt;mtext&gt;&lt;/mtext&gt;&lt;mtext&gt;&lt;/mtext&gt;&lt;mtext&gt;&lt;/mtext&gt;&lt;mn&gt;85&lt;/mn&gt;&lt;mo&gt;×&lt;/mo&gt;&lt;mi&gt;cos&lt;/mi&gt;&lt;mo data-mjx-texclass=&quot;NONE&quot;&gt;⁡&lt;/mo&gt;&lt;mrow data-mjx-texclass=&quot;INNER&quot;&gt;&lt;mo data-mjx-texclass=&quot;OPEN&quot;&gt;(&lt;/mo&gt;&lt;mi&gt;q&lt;/mi&gt;&lt;mrow data-mjx-texclass=&quot;ORD&quot;&gt;&lt;mo data-mjx-pseudoscript=&quot;true&quot;&gt;°&lt;/mo&gt;&lt;/mrow&gt;&lt;mo data-mjx-texclass=&quot;CLOSE&quot;&gt;)&lt;/mo&gt;&lt;/mrow&gt;&lt;mo&gt;=&lt;/mo&gt;&lt;mn&gt;16&lt;/mn&gt;&lt;mtext&gt;&lt;/mtext&gt;&lt;mtext&gt;&lt;/mtext&gt;&lt;mtext&gt;&lt;/mtext&gt;&lt;mtext&gt;&lt;/mtext&gt;&lt;mtext&gt;&lt;/mtext&gt;&lt;mtext&gt;&lt;/mtext&gt;&lt;mtext&gt;&lt;/mtext&gt;&lt;mfrac&gt;&lt;mrow&gt;&lt;mi&gt;cos&lt;/mi&gt;&lt;mo data-mjx-texclass=&quot;NONE&quot;&gt;⁡&lt;/mo&gt;&lt;mrow data-mjx-texclass=&quot;INNER&quot;&gt;&lt;mo data-mjx-texclass=&quot;OPEN&quot;&gt;(&lt;/mo&gt;&lt;mn&gt;16&lt;/mn&gt;&lt;mrow data-mjx-texclass=&quot;ORD&quot;&gt;&lt;mo data-mjx-pseudoscript=&quot;true&quot;&gt;°&lt;/mo&gt;&lt;/mrow&gt;&lt;mo data-mjx-texclass=&quot;CLOSE&quot;&gt;)&lt;/mo&gt;&lt;/mrow&gt;&lt;/mrow&gt;&lt;mi&gt;q&lt;/mi&gt;&lt;/mfrac&gt;&lt;mo&gt;=&lt;/mo&gt;&lt;mn&gt;85&lt;/mn&gt;&lt;/math&gt;" id="1176" name="Google Shape;1176;p77" title="85 over q equals cosine 16 degrees 85 over cosine 16 degrees equals q q times cosine 16 degrees equals 85 85 times cosine q degrees equals 16 cosine 16 degrees over q equals 85"/>
          <p:cNvPicPr preferRelativeResize="0"/>
          <p:nvPr/>
        </p:nvPicPr>
        <p:blipFill rotWithShape="1">
          <a:blip r:embed="rId3">
            <a:alphaModFix/>
          </a:blip>
          <a:srcRect b="0" l="59897" r="20020" t="0"/>
          <a:stretch/>
        </p:blipFill>
        <p:spPr>
          <a:xfrm>
            <a:off x="3113251" y="3259550"/>
            <a:ext cx="1860101" cy="561600"/>
          </a:xfrm>
          <a:prstGeom prst="rect">
            <a:avLst/>
          </a:prstGeom>
          <a:noFill/>
          <a:ln>
            <a:noFill/>
          </a:ln>
        </p:spPr>
      </p:pic>
      <p:pic>
        <p:nvPicPr>
          <p:cNvPr descr="&lt;math xmlns=&quot;http://www.w3.org/1998/Math/MathML&quot; display=&quot;block&quot; data-is-equatio=&quot;1&quot; data-latex=&quot;\textcolor{#FFFFF}{\frac{85}{q}=\cos\left(16°\right)\ \ \ \ \ \frac{85}{\cos\left(16°\right)}=q\ \ \ \ \ q\times\cos\left(16°\right)=85}\ \ \ \ \ \ 85\times\cos\left(q°\right)=16\ \ \ \ \ \ \ \frac{\cos\left(16°\right)}{q}=85&quot;&gt;&lt;mstyle mathcolor=&quot;#FFFFF&quot;&gt;&lt;mfrac&gt;&lt;mn&gt;85&lt;/mn&gt;&lt;mi&gt;q&lt;/mi&gt;&lt;/mfrac&gt;&lt;mo&gt;=&lt;/mo&gt;&lt;mi&gt;cos&lt;/mi&gt;&lt;mo data-mjx-texclass=&quot;NONE&quot;&gt;⁡&lt;/mo&gt;&lt;mrow data-mjx-texclass=&quot;INNER&quot;&gt;&lt;mo data-mjx-texclass=&quot;OPEN&quot;&gt;(&lt;/mo&gt;&lt;mn&gt;16&lt;/mn&gt;&lt;mrow data-mjx-texclass=&quot;ORD&quot;&gt;&lt;mo data-mjx-pseudoscript=&quot;true&quot;&gt;°&lt;/mo&gt;&lt;/mrow&gt;&lt;mo data-mjx-texclass=&quot;CLOSE&quot;&gt;)&lt;/mo&gt;&lt;/mrow&gt;&lt;mtext&gt;&lt;/mtext&gt;&lt;mtext&gt;&lt;/mtext&gt;&lt;mtext&gt;&lt;/mtext&gt;&lt;mtext&gt;&lt;/mtext&gt;&lt;mtext&gt;&lt;/mtext&gt;&lt;mfrac&gt;&lt;mn&gt;85&lt;/mn&gt;&lt;mrow&gt;&lt;mi&gt;cos&lt;/mi&gt;&lt;mo data-mjx-texclass=&quot;NONE&quot;&gt;⁡&lt;/mo&gt;&lt;mrow data-mjx-texclass=&quot;INNER&quot;&gt;&lt;mo data-mjx-texclass=&quot;OPEN&quot;&gt;(&lt;/mo&gt;&lt;mn&gt;16&lt;/mn&gt;&lt;mrow data-mjx-texclass=&quot;ORD&quot;&gt;&lt;mo data-mjx-pseudoscript=&quot;true&quot;&gt;°&lt;/mo&gt;&lt;/mrow&gt;&lt;mo data-mjx-texclass=&quot;CLOSE&quot;&gt;)&lt;/mo&gt;&lt;/mrow&gt;&lt;/mrow&gt;&lt;/mfrac&gt;&lt;mo&gt;=&lt;/mo&gt;&lt;mi&gt;q&lt;/mi&gt;&lt;mtext&gt;&lt;/mtext&gt;&lt;mtext&gt;&lt;/mtext&gt;&lt;mtext&gt;&lt;/mtext&gt;&lt;mtext&gt;&lt;/mtext&gt;&lt;mtext&gt;&lt;/mtext&gt;&lt;mi&gt;q&lt;/mi&gt;&lt;mo&gt;×&lt;/mo&gt;&lt;mi&gt;cos&lt;/mi&gt;&lt;mo data-mjx-texclass=&quot;NONE&quot;&gt;⁡&lt;/mo&gt;&lt;mrow data-mjx-texclass=&quot;INNER&quot;&gt;&lt;mo data-mjx-texclass=&quot;OPEN&quot;&gt;(&lt;/mo&gt;&lt;mn&gt;16&lt;/mn&gt;&lt;mrow data-mjx-texclass=&quot;ORD&quot;&gt;&lt;mo data-mjx-pseudoscript=&quot;true&quot;&gt;°&lt;/mo&gt;&lt;/mrow&gt;&lt;mo data-mjx-texclass=&quot;CLOSE&quot;&gt;)&lt;/mo&gt;&lt;/mrow&gt;&lt;mo&gt;=&lt;/mo&gt;&lt;mn&gt;85&lt;/mn&gt;&lt;/mstyle&gt;&lt;mtext&gt;&lt;/mtext&gt;&lt;mtext&gt;&lt;/mtext&gt;&lt;mtext&gt;&lt;/mtext&gt;&lt;mtext&gt;&lt;/mtext&gt;&lt;mtext&gt;&lt;/mtext&gt;&lt;mtext&gt;&lt;/mtext&gt;&lt;mn&gt;85&lt;/mn&gt;&lt;mo&gt;×&lt;/mo&gt;&lt;mi&gt;cos&lt;/mi&gt;&lt;mo data-mjx-texclass=&quot;NONE&quot;&gt;⁡&lt;/mo&gt;&lt;mrow data-mjx-texclass=&quot;INNER&quot;&gt;&lt;mo data-mjx-texclass=&quot;OPEN&quot;&gt;(&lt;/mo&gt;&lt;mi&gt;q&lt;/mi&gt;&lt;mrow data-mjx-texclass=&quot;ORD&quot;&gt;&lt;mo data-mjx-pseudoscript=&quot;true&quot;&gt;°&lt;/mo&gt;&lt;/mrow&gt;&lt;mo data-mjx-texclass=&quot;CLOSE&quot;&gt;)&lt;/mo&gt;&lt;/mrow&gt;&lt;mo&gt;=&lt;/mo&gt;&lt;mn&gt;16&lt;/mn&gt;&lt;mtext&gt;&lt;/mtext&gt;&lt;mtext&gt;&lt;/mtext&gt;&lt;mtext&gt;&lt;/mtext&gt;&lt;mtext&gt;&lt;/mtext&gt;&lt;mtext&gt;&lt;/mtext&gt;&lt;mtext&gt;&lt;/mtext&gt;&lt;mtext&gt;&lt;/mtext&gt;&lt;mfrac&gt;&lt;mrow&gt;&lt;mi&gt;cos&lt;/mi&gt;&lt;mo data-mjx-texclass=&quot;NONE&quot;&gt;⁡&lt;/mo&gt;&lt;mrow data-mjx-texclass=&quot;INNER&quot;&gt;&lt;mo data-mjx-texclass=&quot;OPEN&quot;&gt;(&lt;/mo&gt;&lt;mn&gt;16&lt;/mn&gt;&lt;mrow data-mjx-texclass=&quot;ORD&quot;&gt;&lt;mo data-mjx-pseudoscript=&quot;true&quot;&gt;°&lt;/mo&gt;&lt;/mrow&gt;&lt;mo data-mjx-texclass=&quot;CLOSE&quot;&gt;)&lt;/mo&gt;&lt;/mrow&gt;&lt;/mrow&gt;&lt;mi&gt;q&lt;/mi&gt;&lt;/mfrac&gt;&lt;mo&gt;=&lt;/mo&gt;&lt;mn&gt;85&lt;/mn&gt;&lt;/math&gt;" id="1177" name="Google Shape;1177;p77" title="85 over q equals cosine 16 degrees 85 over cosine 16 degrees equals q q times cosine 16 degrees equals 85 85 times cosine q degrees equals 16 cosine 16 degrees over q equals 85"/>
          <p:cNvPicPr preferRelativeResize="0"/>
          <p:nvPr/>
        </p:nvPicPr>
        <p:blipFill rotWithShape="1">
          <a:blip r:embed="rId3">
            <a:alphaModFix/>
          </a:blip>
          <a:srcRect b="0" l="36249" r="43669" t="0"/>
          <a:stretch/>
        </p:blipFill>
        <p:spPr>
          <a:xfrm>
            <a:off x="3067425" y="2367900"/>
            <a:ext cx="1860101" cy="561600"/>
          </a:xfrm>
          <a:prstGeom prst="rect">
            <a:avLst/>
          </a:prstGeom>
          <a:noFill/>
          <a:ln>
            <a:noFill/>
          </a:ln>
        </p:spPr>
      </p:pic>
      <p:pic>
        <p:nvPicPr>
          <p:cNvPr descr="&lt;math xmlns=&quot;http://www.w3.org/1998/Math/MathML&quot; display=&quot;block&quot; data-is-equatio=&quot;1&quot; data-latex=&quot;\textcolor{#FFFFF}{\frac{85}{q}=\cos\left(16°\right)\ \ \ \ \ \frac{85}{\cos\left(16°\right)}=q\ \ \ \ \ q\times\cos\left(16°\right)=85}\ \ \ \ \ \ 85\times\cos\left(q°\right)=16\ \ \ \ \ \ \ \frac{\cos\left(16°\right)}{q}=85&quot;&gt;&lt;mstyle mathcolor=&quot;#FFFFF&quot;&gt;&lt;mfrac&gt;&lt;mn&gt;85&lt;/mn&gt;&lt;mi&gt;q&lt;/mi&gt;&lt;/mfrac&gt;&lt;mo&gt;=&lt;/mo&gt;&lt;mi&gt;cos&lt;/mi&gt;&lt;mo data-mjx-texclass=&quot;NONE&quot;&gt;⁡&lt;/mo&gt;&lt;mrow data-mjx-texclass=&quot;INNER&quot;&gt;&lt;mo data-mjx-texclass=&quot;OPEN&quot;&gt;(&lt;/mo&gt;&lt;mn&gt;16&lt;/mn&gt;&lt;mrow data-mjx-texclass=&quot;ORD&quot;&gt;&lt;mo data-mjx-pseudoscript=&quot;true&quot;&gt;°&lt;/mo&gt;&lt;/mrow&gt;&lt;mo data-mjx-texclass=&quot;CLOSE&quot;&gt;)&lt;/mo&gt;&lt;/mrow&gt;&lt;mtext&gt;&lt;/mtext&gt;&lt;mtext&gt;&lt;/mtext&gt;&lt;mtext&gt;&lt;/mtext&gt;&lt;mtext&gt;&lt;/mtext&gt;&lt;mtext&gt;&lt;/mtext&gt;&lt;mfrac&gt;&lt;mn&gt;85&lt;/mn&gt;&lt;mrow&gt;&lt;mi&gt;cos&lt;/mi&gt;&lt;mo data-mjx-texclass=&quot;NONE&quot;&gt;⁡&lt;/mo&gt;&lt;mrow data-mjx-texclass=&quot;INNER&quot;&gt;&lt;mo data-mjx-texclass=&quot;OPEN&quot;&gt;(&lt;/mo&gt;&lt;mn&gt;16&lt;/mn&gt;&lt;mrow data-mjx-texclass=&quot;ORD&quot;&gt;&lt;mo data-mjx-pseudoscript=&quot;true&quot;&gt;°&lt;/mo&gt;&lt;/mrow&gt;&lt;mo data-mjx-texclass=&quot;CLOSE&quot;&gt;)&lt;/mo&gt;&lt;/mrow&gt;&lt;/mrow&gt;&lt;/mfrac&gt;&lt;mo&gt;=&lt;/mo&gt;&lt;mi&gt;q&lt;/mi&gt;&lt;mtext&gt;&lt;/mtext&gt;&lt;mtext&gt;&lt;/mtext&gt;&lt;mtext&gt;&lt;/mtext&gt;&lt;mtext&gt;&lt;/mtext&gt;&lt;mtext&gt;&lt;/mtext&gt;&lt;mi&gt;q&lt;/mi&gt;&lt;mo&gt;×&lt;/mo&gt;&lt;mi&gt;cos&lt;/mi&gt;&lt;mo data-mjx-texclass=&quot;NONE&quot;&gt;⁡&lt;/mo&gt;&lt;mrow data-mjx-texclass=&quot;INNER&quot;&gt;&lt;mo data-mjx-texclass=&quot;OPEN&quot;&gt;(&lt;/mo&gt;&lt;mn&gt;16&lt;/mn&gt;&lt;mrow data-mjx-texclass=&quot;ORD&quot;&gt;&lt;mo data-mjx-pseudoscript=&quot;true&quot;&gt;°&lt;/mo&gt;&lt;/mrow&gt;&lt;mo data-mjx-texclass=&quot;CLOSE&quot;&gt;)&lt;/mo&gt;&lt;/mrow&gt;&lt;mo&gt;=&lt;/mo&gt;&lt;mn&gt;85&lt;/mn&gt;&lt;/mstyle&gt;&lt;mtext&gt;&lt;/mtext&gt;&lt;mtext&gt;&lt;/mtext&gt;&lt;mtext&gt;&lt;/mtext&gt;&lt;mtext&gt;&lt;/mtext&gt;&lt;mtext&gt;&lt;/mtext&gt;&lt;mtext&gt;&lt;/mtext&gt;&lt;mn&gt;85&lt;/mn&gt;&lt;mo&gt;×&lt;/mo&gt;&lt;mi&gt;cos&lt;/mi&gt;&lt;mo data-mjx-texclass=&quot;NONE&quot;&gt;⁡&lt;/mo&gt;&lt;mrow data-mjx-texclass=&quot;INNER&quot;&gt;&lt;mo data-mjx-texclass=&quot;OPEN&quot;&gt;(&lt;/mo&gt;&lt;mi&gt;q&lt;/mi&gt;&lt;mrow data-mjx-texclass=&quot;ORD&quot;&gt;&lt;mo data-mjx-pseudoscript=&quot;true&quot;&gt;°&lt;/mo&gt;&lt;/mrow&gt;&lt;mo data-mjx-texclass=&quot;CLOSE&quot;&gt;)&lt;/mo&gt;&lt;/mrow&gt;&lt;mo&gt;=&lt;/mo&gt;&lt;mn&gt;16&lt;/mn&gt;&lt;mtext&gt;&lt;/mtext&gt;&lt;mtext&gt;&lt;/mtext&gt;&lt;mtext&gt;&lt;/mtext&gt;&lt;mtext&gt;&lt;/mtext&gt;&lt;mtext&gt;&lt;/mtext&gt;&lt;mtext&gt;&lt;/mtext&gt;&lt;mtext&gt;&lt;/mtext&gt;&lt;mfrac&gt;&lt;mrow&gt;&lt;mi&gt;cos&lt;/mi&gt;&lt;mo data-mjx-texclass=&quot;NONE&quot;&gt;⁡&lt;/mo&gt;&lt;mrow data-mjx-texclass=&quot;INNER&quot;&gt;&lt;mo data-mjx-texclass=&quot;OPEN&quot;&gt;(&lt;/mo&gt;&lt;mn&gt;16&lt;/mn&gt;&lt;mrow data-mjx-texclass=&quot;ORD&quot;&gt;&lt;mo data-mjx-pseudoscript=&quot;true&quot;&gt;°&lt;/mo&gt;&lt;/mrow&gt;&lt;mo data-mjx-texclass=&quot;CLOSE&quot;&gt;)&lt;/mo&gt;&lt;/mrow&gt;&lt;/mrow&gt;&lt;mi&gt;q&lt;/mi&gt;&lt;/mfrac&gt;&lt;mo&gt;=&lt;/mo&gt;&lt;mn&gt;85&lt;/mn&gt;&lt;/math&gt;" id="1178" name="Google Shape;1178;p77" title="85 over q equals cosine 16 degrees 85 over cosine 16 degrees equals q q times cosine 16 degrees equals 85 85 times cosine q degrees equals 16 cosine 16 degrees over q equals 85"/>
          <p:cNvPicPr preferRelativeResize="0"/>
          <p:nvPr/>
        </p:nvPicPr>
        <p:blipFill rotWithShape="1">
          <a:blip r:embed="rId3">
            <a:alphaModFix/>
          </a:blip>
          <a:srcRect b="0" l="83965" r="0" t="0"/>
          <a:stretch/>
        </p:blipFill>
        <p:spPr>
          <a:xfrm>
            <a:off x="756702" y="3699250"/>
            <a:ext cx="1485225" cy="561600"/>
          </a:xfrm>
          <a:prstGeom prst="rect">
            <a:avLst/>
          </a:prstGeom>
          <a:noFill/>
          <a:ln>
            <a:noFill/>
          </a:ln>
        </p:spPr>
      </p:pic>
      <p:pic>
        <p:nvPicPr>
          <p:cNvPr descr="&lt;math xmlns=&quot;http://www.w3.org/1998/Math/MathML&quot; display=&quot;block&quot; data-is-equatio=&quot;1&quot; data-latex=&quot;\textcolor{#FFFFF}{\frac{85}{q}=\cos\left(16°\right)\ \ \ \ \ \frac{85}{\cos\left(16°\right)}=q\ \ \ \ \ q\times\cos\left(16°\right)=85}\ \ \ \ \ \ 85\times\cos\left(q°\right)=16\ \ \ \ \ \ \ \frac{\cos\left(16°\right)}{q}=85&quot;&gt;&lt;mstyle mathcolor=&quot;#FFFFF&quot;&gt;&lt;mfrac&gt;&lt;mn&gt;85&lt;/mn&gt;&lt;mi&gt;q&lt;/mi&gt;&lt;/mfrac&gt;&lt;mo&gt;=&lt;/mo&gt;&lt;mi&gt;cos&lt;/mi&gt;&lt;mo data-mjx-texclass=&quot;NONE&quot;&gt;⁡&lt;/mo&gt;&lt;mrow data-mjx-texclass=&quot;INNER&quot;&gt;&lt;mo data-mjx-texclass=&quot;OPEN&quot;&gt;(&lt;/mo&gt;&lt;mn&gt;16&lt;/mn&gt;&lt;mrow data-mjx-texclass=&quot;ORD&quot;&gt;&lt;mo data-mjx-pseudoscript=&quot;true&quot;&gt;°&lt;/mo&gt;&lt;/mrow&gt;&lt;mo data-mjx-texclass=&quot;CLOSE&quot;&gt;)&lt;/mo&gt;&lt;/mrow&gt;&lt;mtext&gt;&lt;/mtext&gt;&lt;mtext&gt;&lt;/mtext&gt;&lt;mtext&gt;&lt;/mtext&gt;&lt;mtext&gt;&lt;/mtext&gt;&lt;mtext&gt;&lt;/mtext&gt;&lt;mfrac&gt;&lt;mn&gt;85&lt;/mn&gt;&lt;mrow&gt;&lt;mi&gt;cos&lt;/mi&gt;&lt;mo data-mjx-texclass=&quot;NONE&quot;&gt;⁡&lt;/mo&gt;&lt;mrow data-mjx-texclass=&quot;INNER&quot;&gt;&lt;mo data-mjx-texclass=&quot;OPEN&quot;&gt;(&lt;/mo&gt;&lt;mn&gt;16&lt;/mn&gt;&lt;mrow data-mjx-texclass=&quot;ORD&quot;&gt;&lt;mo data-mjx-pseudoscript=&quot;true&quot;&gt;°&lt;/mo&gt;&lt;/mrow&gt;&lt;mo data-mjx-texclass=&quot;CLOSE&quot;&gt;)&lt;/mo&gt;&lt;/mrow&gt;&lt;/mrow&gt;&lt;/mfrac&gt;&lt;mo&gt;=&lt;/mo&gt;&lt;mi&gt;q&lt;/mi&gt;&lt;mtext&gt;&lt;/mtext&gt;&lt;mtext&gt;&lt;/mtext&gt;&lt;mtext&gt;&lt;/mtext&gt;&lt;mtext&gt;&lt;/mtext&gt;&lt;mtext&gt;&lt;/mtext&gt;&lt;mi&gt;q&lt;/mi&gt;&lt;mo&gt;×&lt;/mo&gt;&lt;mi&gt;cos&lt;/mi&gt;&lt;mo data-mjx-texclass=&quot;NONE&quot;&gt;⁡&lt;/mo&gt;&lt;mrow data-mjx-texclass=&quot;INNER&quot;&gt;&lt;mo data-mjx-texclass=&quot;OPEN&quot;&gt;(&lt;/mo&gt;&lt;mn&gt;16&lt;/mn&gt;&lt;mrow data-mjx-texclass=&quot;ORD&quot;&gt;&lt;mo data-mjx-pseudoscript=&quot;true&quot;&gt;°&lt;/mo&gt;&lt;/mrow&gt;&lt;mo data-mjx-texclass=&quot;CLOSE&quot;&gt;)&lt;/mo&gt;&lt;/mrow&gt;&lt;mo&gt;=&lt;/mo&gt;&lt;mn&gt;85&lt;/mn&gt;&lt;/mstyle&gt;&lt;mtext&gt;&lt;/mtext&gt;&lt;mtext&gt;&lt;/mtext&gt;&lt;mtext&gt;&lt;/mtext&gt;&lt;mtext&gt;&lt;/mtext&gt;&lt;mtext&gt;&lt;/mtext&gt;&lt;mtext&gt;&lt;/mtext&gt;&lt;mn&gt;85&lt;/mn&gt;&lt;mo&gt;×&lt;/mo&gt;&lt;mi&gt;cos&lt;/mi&gt;&lt;mo data-mjx-texclass=&quot;NONE&quot;&gt;⁡&lt;/mo&gt;&lt;mrow data-mjx-texclass=&quot;INNER&quot;&gt;&lt;mo data-mjx-texclass=&quot;OPEN&quot;&gt;(&lt;/mo&gt;&lt;mi&gt;q&lt;/mi&gt;&lt;mrow data-mjx-texclass=&quot;ORD&quot;&gt;&lt;mo data-mjx-pseudoscript=&quot;true&quot;&gt;°&lt;/mo&gt;&lt;/mrow&gt;&lt;mo data-mjx-texclass=&quot;CLOSE&quot;&gt;)&lt;/mo&gt;&lt;/mrow&gt;&lt;mo&gt;=&lt;/mo&gt;&lt;mn&gt;16&lt;/mn&gt;&lt;mtext&gt;&lt;/mtext&gt;&lt;mtext&gt;&lt;/mtext&gt;&lt;mtext&gt;&lt;/mtext&gt;&lt;mtext&gt;&lt;/mtext&gt;&lt;mtext&gt;&lt;/mtext&gt;&lt;mtext&gt;&lt;/mtext&gt;&lt;mtext&gt;&lt;/mtext&gt;&lt;mfrac&gt;&lt;mrow&gt;&lt;mi&gt;cos&lt;/mi&gt;&lt;mo data-mjx-texclass=&quot;NONE&quot;&gt;⁡&lt;/mo&gt;&lt;mrow data-mjx-texclass=&quot;INNER&quot;&gt;&lt;mo data-mjx-texclass=&quot;OPEN&quot;&gt;(&lt;/mo&gt;&lt;mn&gt;16&lt;/mn&gt;&lt;mrow data-mjx-texclass=&quot;ORD&quot;&gt;&lt;mo data-mjx-pseudoscript=&quot;true&quot;&gt;°&lt;/mo&gt;&lt;/mrow&gt;&lt;mo data-mjx-texclass=&quot;CLOSE&quot;&gt;)&lt;/mo&gt;&lt;/mrow&gt;&lt;/mrow&gt;&lt;mi&gt;q&lt;/mi&gt;&lt;/mfrac&gt;&lt;mo&gt;=&lt;/mo&gt;&lt;mn&gt;85&lt;/mn&gt;&lt;/math&gt;" id="1179" name="Google Shape;1179;p77" title="85 over q equals cosine 16 degrees 85 over cosine 16 degrees equals q q times cosine 16 degrees equals 85 85 times cosine q degrees equals 16 cosine 16 degrees over q equals 85"/>
          <p:cNvPicPr preferRelativeResize="0"/>
          <p:nvPr/>
        </p:nvPicPr>
        <p:blipFill rotWithShape="1">
          <a:blip r:embed="rId3">
            <a:alphaModFix/>
          </a:blip>
          <a:srcRect b="0" l="19158" r="65836" t="0"/>
          <a:stretch/>
        </p:blipFill>
        <p:spPr>
          <a:xfrm>
            <a:off x="781652" y="2811425"/>
            <a:ext cx="1389752" cy="561600"/>
          </a:xfrm>
          <a:prstGeom prst="rect">
            <a:avLst/>
          </a:prstGeom>
          <a:noFill/>
          <a:ln>
            <a:noFill/>
          </a:ln>
        </p:spPr>
      </p:pic>
      <p:pic>
        <p:nvPicPr>
          <p:cNvPr descr="&lt;math xmlns=&quot;http://www.w3.org/1998/Math/MathML&quot; display=&quot;block&quot; data-is-equatio=&quot;1&quot; data-latex=&quot;\textcolor{#FFFFF}{\frac{85}{q}=\cos\left(16°\right)\ \ \ \ \ \frac{85}{\cos\left(16°\right)}=q\ \ \ \ \ q\times\cos\left(16°\right)=85}\ \ \ \ \ \ 85\times\cos\left(q°\right)=16\ \ \ \ \ \ \ \frac{\cos\left(16°\right)}{q}=85&quot;&gt;&lt;mstyle mathcolor=&quot;#FFFFF&quot;&gt;&lt;mfrac&gt;&lt;mn&gt;85&lt;/mn&gt;&lt;mi&gt;q&lt;/mi&gt;&lt;/mfrac&gt;&lt;mo&gt;=&lt;/mo&gt;&lt;mi&gt;cos&lt;/mi&gt;&lt;mo data-mjx-texclass=&quot;NONE&quot;&gt;⁡&lt;/mo&gt;&lt;mrow data-mjx-texclass=&quot;INNER&quot;&gt;&lt;mo data-mjx-texclass=&quot;OPEN&quot;&gt;(&lt;/mo&gt;&lt;mn&gt;16&lt;/mn&gt;&lt;mrow data-mjx-texclass=&quot;ORD&quot;&gt;&lt;mo data-mjx-pseudoscript=&quot;true&quot;&gt;°&lt;/mo&gt;&lt;/mrow&gt;&lt;mo data-mjx-texclass=&quot;CLOSE&quot;&gt;)&lt;/mo&gt;&lt;/mrow&gt;&lt;mtext&gt;&lt;/mtext&gt;&lt;mtext&gt;&lt;/mtext&gt;&lt;mtext&gt;&lt;/mtext&gt;&lt;mtext&gt;&lt;/mtext&gt;&lt;mtext&gt;&lt;/mtext&gt;&lt;mfrac&gt;&lt;mn&gt;85&lt;/mn&gt;&lt;mrow&gt;&lt;mi&gt;cos&lt;/mi&gt;&lt;mo data-mjx-texclass=&quot;NONE&quot;&gt;⁡&lt;/mo&gt;&lt;mrow data-mjx-texclass=&quot;INNER&quot;&gt;&lt;mo data-mjx-texclass=&quot;OPEN&quot;&gt;(&lt;/mo&gt;&lt;mn&gt;16&lt;/mn&gt;&lt;mrow data-mjx-texclass=&quot;ORD&quot;&gt;&lt;mo data-mjx-pseudoscript=&quot;true&quot;&gt;°&lt;/mo&gt;&lt;/mrow&gt;&lt;mo data-mjx-texclass=&quot;CLOSE&quot;&gt;)&lt;/mo&gt;&lt;/mrow&gt;&lt;/mrow&gt;&lt;/mfrac&gt;&lt;mo&gt;=&lt;/mo&gt;&lt;mi&gt;q&lt;/mi&gt;&lt;mtext&gt;&lt;/mtext&gt;&lt;mtext&gt;&lt;/mtext&gt;&lt;mtext&gt;&lt;/mtext&gt;&lt;mtext&gt;&lt;/mtext&gt;&lt;mtext&gt;&lt;/mtext&gt;&lt;mi&gt;q&lt;/mi&gt;&lt;mo&gt;×&lt;/mo&gt;&lt;mi&gt;cos&lt;/mi&gt;&lt;mo data-mjx-texclass=&quot;NONE&quot;&gt;⁡&lt;/mo&gt;&lt;mrow data-mjx-texclass=&quot;INNER&quot;&gt;&lt;mo data-mjx-texclass=&quot;OPEN&quot;&gt;(&lt;/mo&gt;&lt;mn&gt;16&lt;/mn&gt;&lt;mrow data-mjx-texclass=&quot;ORD&quot;&gt;&lt;mo data-mjx-pseudoscript=&quot;true&quot;&gt;°&lt;/mo&gt;&lt;/mrow&gt;&lt;mo data-mjx-texclass=&quot;CLOSE&quot;&gt;)&lt;/mo&gt;&lt;/mrow&gt;&lt;mo&gt;=&lt;/mo&gt;&lt;mn&gt;85&lt;/mn&gt;&lt;/mstyle&gt;&lt;mtext&gt;&lt;/mtext&gt;&lt;mtext&gt;&lt;/mtext&gt;&lt;mtext&gt;&lt;/mtext&gt;&lt;mtext&gt;&lt;/mtext&gt;&lt;mtext&gt;&lt;/mtext&gt;&lt;mtext&gt;&lt;/mtext&gt;&lt;mn&gt;85&lt;/mn&gt;&lt;mo&gt;×&lt;/mo&gt;&lt;mi&gt;cos&lt;/mi&gt;&lt;mo data-mjx-texclass=&quot;NONE&quot;&gt;⁡&lt;/mo&gt;&lt;mrow data-mjx-texclass=&quot;INNER&quot;&gt;&lt;mo data-mjx-texclass=&quot;OPEN&quot;&gt;(&lt;/mo&gt;&lt;mi&gt;q&lt;/mi&gt;&lt;mrow data-mjx-texclass=&quot;ORD&quot;&gt;&lt;mo data-mjx-pseudoscript=&quot;true&quot;&gt;°&lt;/mo&gt;&lt;/mrow&gt;&lt;mo data-mjx-texclass=&quot;CLOSE&quot;&gt;)&lt;/mo&gt;&lt;/mrow&gt;&lt;mo&gt;=&lt;/mo&gt;&lt;mn&gt;16&lt;/mn&gt;&lt;mtext&gt;&lt;/mtext&gt;&lt;mtext&gt;&lt;/mtext&gt;&lt;mtext&gt;&lt;/mtext&gt;&lt;mtext&gt;&lt;/mtext&gt;&lt;mtext&gt;&lt;/mtext&gt;&lt;mtext&gt;&lt;/mtext&gt;&lt;mtext&gt;&lt;/mtext&gt;&lt;mfrac&gt;&lt;mrow&gt;&lt;mi&gt;cos&lt;/mi&gt;&lt;mo data-mjx-texclass=&quot;NONE&quot;&gt;⁡&lt;/mo&gt;&lt;mrow data-mjx-texclass=&quot;INNER&quot;&gt;&lt;mo data-mjx-texclass=&quot;OPEN&quot;&gt;(&lt;/mo&gt;&lt;mn&gt;16&lt;/mn&gt;&lt;mrow data-mjx-texclass=&quot;ORD&quot;&gt;&lt;mo data-mjx-pseudoscript=&quot;true&quot;&gt;°&lt;/mo&gt;&lt;/mrow&gt;&lt;mo data-mjx-texclass=&quot;CLOSE&quot;&gt;)&lt;/mo&gt;&lt;/mrow&gt;&lt;/mrow&gt;&lt;mi&gt;q&lt;/mi&gt;&lt;/mfrac&gt;&lt;mo&gt;=&lt;/mo&gt;&lt;mn&gt;85&lt;/mn&gt;&lt;/math&gt;" id="1180" name="Google Shape;1180;p77" title="85 over q equals cosine 16 degrees 85 over cosine 16 degrees equals q q times cosine 16 degrees equals 85 85 times cosine q degrees equals 16 cosine 16 degrees over q equals 85"/>
          <p:cNvPicPr preferRelativeResize="0"/>
          <p:nvPr/>
        </p:nvPicPr>
        <p:blipFill rotWithShape="1">
          <a:blip r:embed="rId3">
            <a:alphaModFix/>
          </a:blip>
          <a:srcRect b="0" l="0" r="83965" t="0"/>
          <a:stretch/>
        </p:blipFill>
        <p:spPr>
          <a:xfrm>
            <a:off x="776949" y="1919300"/>
            <a:ext cx="1485225" cy="561600"/>
          </a:xfrm>
          <a:prstGeom prst="rect">
            <a:avLst/>
          </a:prstGeom>
          <a:noFill/>
          <a:ln>
            <a:noFill/>
          </a:ln>
        </p:spPr>
      </p:pic>
      <p:sp>
        <p:nvSpPr>
          <p:cNvPr id="1181" name="Google Shape;1181;p77"/>
          <p:cNvSpPr/>
          <p:nvPr/>
        </p:nvSpPr>
        <p:spPr>
          <a:xfrm flipH="1">
            <a:off x="7658428" y="1673451"/>
            <a:ext cx="2067600" cy="2074500"/>
          </a:xfrm>
          <a:prstGeom prst="arc">
            <a:avLst>
              <a:gd fmla="val 20215124" name="adj1"/>
              <a:gd fmla="val 0" name="adj2"/>
            </a:avLst>
          </a:prstGeom>
          <a:noFill/>
          <a:ln cap="flat" cmpd="sng" w="28575">
            <a:solidFill>
              <a:srgbClr val="845AD9"/>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sp>
        <p:nvSpPr>
          <p:cNvPr id="1182" name="Google Shape;1182;p77"/>
          <p:cNvSpPr txBox="1"/>
          <p:nvPr/>
        </p:nvSpPr>
        <p:spPr>
          <a:xfrm>
            <a:off x="324000" y="610600"/>
            <a:ext cx="8496000" cy="8313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None/>
            </a:pPr>
            <a:r>
              <a:rPr lang="en-GB" sz="1800">
                <a:solidFill>
                  <a:schemeClr val="dk1"/>
                </a:solidFill>
                <a:latin typeface="Lexend"/>
                <a:ea typeface="Lexend"/>
                <a:cs typeface="Lexend"/>
                <a:sym typeface="Lexend"/>
              </a:rPr>
              <a:t>Which of these correctly shows the relationship between the hypotenuse and the side adjacent to the angle of 16° for this triangle (values are rounded to the nearest integer)?</a:t>
            </a:r>
            <a:endParaRPr sz="1800">
              <a:latin typeface="Lexend"/>
              <a:ea typeface="Lexend"/>
              <a:cs typeface="Lexend"/>
              <a:sym typeface="Lexend"/>
            </a:endParaRPr>
          </a:p>
        </p:txBody>
      </p:sp>
      <p:sp>
        <p:nvSpPr>
          <p:cNvPr id="1183" name="Google Shape;1183;p77"/>
          <p:cNvSpPr txBox="1"/>
          <p:nvPr>
            <p:ph type="title"/>
          </p:nvPr>
        </p:nvSpPr>
        <p:spPr>
          <a:xfrm>
            <a:off x="324000" y="0"/>
            <a:ext cx="7885200" cy="613500"/>
          </a:xfrm>
          <a:prstGeom prst="rect">
            <a:avLst/>
          </a:prstGeom>
        </p:spPr>
        <p:txBody>
          <a:bodyPr anchorCtr="0" anchor="ctr" bIns="0" lIns="0" spcFirstLastPara="1" rIns="0" wrap="square" tIns="0">
            <a:noAutofit/>
          </a:bodyPr>
          <a:lstStyle/>
          <a:p>
            <a:pPr indent="0" lvl="0" marL="0" rtl="0" algn="l">
              <a:spcBef>
                <a:spcPts val="0"/>
              </a:spcBef>
              <a:spcAft>
                <a:spcPts val="0"/>
              </a:spcAft>
              <a:buNone/>
            </a:pPr>
            <a:r>
              <a:rPr lang="en-GB"/>
              <a:t>Formalising the cosine formula</a:t>
            </a:r>
            <a:endParaRPr/>
          </a:p>
        </p:txBody>
      </p:sp>
      <p:cxnSp>
        <p:nvCxnSpPr>
          <p:cNvPr id="1184" name="Google Shape;1184;p77"/>
          <p:cNvCxnSpPr/>
          <p:nvPr/>
        </p:nvCxnSpPr>
        <p:spPr>
          <a:xfrm flipH="1" rot="10800000">
            <a:off x="6180494" y="2811321"/>
            <a:ext cx="2547300" cy="29400"/>
          </a:xfrm>
          <a:prstGeom prst="straightConnector1">
            <a:avLst/>
          </a:prstGeom>
          <a:noFill/>
          <a:ln cap="flat" cmpd="sng" w="28575">
            <a:solidFill>
              <a:schemeClr val="accent4"/>
            </a:solidFill>
            <a:prstDash val="solid"/>
            <a:round/>
            <a:headEnd len="med" w="med" type="triangle"/>
            <a:tailEnd len="med" w="med" type="triangle"/>
          </a:ln>
        </p:spPr>
      </p:cxnSp>
      <p:sp>
        <p:nvSpPr>
          <p:cNvPr id="1185" name="Google Shape;1185;p77"/>
          <p:cNvSpPr/>
          <p:nvPr/>
        </p:nvSpPr>
        <p:spPr>
          <a:xfrm flipH="1" rot="6710224">
            <a:off x="6500685" y="1855392"/>
            <a:ext cx="179047" cy="179994"/>
          </a:xfrm>
          <a:prstGeom prst="rect">
            <a:avLst/>
          </a:prstGeom>
          <a:noFill/>
          <a:ln cap="flat" cmpd="sng" w="28575">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sp>
        <p:nvSpPr>
          <p:cNvPr id="1186" name="Google Shape;1186;p77"/>
          <p:cNvSpPr txBox="1"/>
          <p:nvPr/>
        </p:nvSpPr>
        <p:spPr>
          <a:xfrm>
            <a:off x="6951420" y="2894771"/>
            <a:ext cx="907800" cy="320700"/>
          </a:xfrm>
          <a:prstGeom prst="rect">
            <a:avLst/>
          </a:prstGeom>
          <a:noFill/>
          <a:ln>
            <a:noFill/>
          </a:ln>
        </p:spPr>
        <p:txBody>
          <a:bodyPr anchorCtr="0" anchor="ctr" bIns="0" lIns="0" spcFirstLastPara="1" rIns="0" wrap="square" tIns="0">
            <a:noAutofit/>
          </a:bodyPr>
          <a:lstStyle/>
          <a:p>
            <a:pPr indent="0" lvl="0" marL="0" rtl="0" algn="ctr">
              <a:lnSpc>
                <a:spcPct val="100000"/>
              </a:lnSpc>
              <a:spcBef>
                <a:spcPts val="0"/>
              </a:spcBef>
              <a:spcAft>
                <a:spcPts val="0"/>
              </a:spcAft>
              <a:buNone/>
            </a:pPr>
            <a:r>
              <a:rPr i="1" lang="en-GB" sz="2200">
                <a:solidFill>
                  <a:schemeClr val="dk1"/>
                </a:solidFill>
                <a:latin typeface="Times New Roman"/>
                <a:ea typeface="Times New Roman"/>
                <a:cs typeface="Times New Roman"/>
                <a:sym typeface="Times New Roman"/>
              </a:rPr>
              <a:t>q</a:t>
            </a:r>
            <a:r>
              <a:rPr lang="en-GB" sz="1800">
                <a:solidFill>
                  <a:srgbClr val="000000"/>
                </a:solidFill>
                <a:latin typeface="Lexend"/>
                <a:ea typeface="Lexend"/>
                <a:cs typeface="Lexend"/>
                <a:sym typeface="Lexend"/>
              </a:rPr>
              <a:t> cm</a:t>
            </a:r>
            <a:endParaRPr sz="1800">
              <a:solidFill>
                <a:srgbClr val="000000"/>
              </a:solidFill>
              <a:latin typeface="Lexend"/>
              <a:ea typeface="Lexend"/>
              <a:cs typeface="Lexend"/>
              <a:sym typeface="Lexend"/>
            </a:endParaRPr>
          </a:p>
        </p:txBody>
      </p:sp>
      <p:sp>
        <p:nvSpPr>
          <p:cNvPr id="1187" name="Google Shape;1187;p77"/>
          <p:cNvSpPr txBox="1"/>
          <p:nvPr/>
        </p:nvSpPr>
        <p:spPr>
          <a:xfrm flipH="1">
            <a:off x="7732995" y="2423252"/>
            <a:ext cx="402900" cy="249900"/>
          </a:xfrm>
          <a:prstGeom prst="rect">
            <a:avLst/>
          </a:prstGeom>
          <a:noFill/>
          <a:ln>
            <a:noFill/>
          </a:ln>
        </p:spPr>
        <p:txBody>
          <a:bodyPr anchorCtr="0" anchor="t" bIns="0" lIns="0" spcFirstLastPara="1" rIns="0" wrap="square" tIns="0">
            <a:noAutofit/>
          </a:bodyPr>
          <a:lstStyle/>
          <a:p>
            <a:pPr indent="0" lvl="0" marL="0" rtl="0" algn="l">
              <a:lnSpc>
                <a:spcPct val="130000"/>
              </a:lnSpc>
              <a:spcBef>
                <a:spcPts val="0"/>
              </a:spcBef>
              <a:spcAft>
                <a:spcPts val="1000"/>
              </a:spcAft>
              <a:buNone/>
            </a:pPr>
            <a:r>
              <a:rPr lang="en-GB" sz="1800">
                <a:latin typeface="Lexend"/>
                <a:ea typeface="Lexend"/>
                <a:cs typeface="Lexend"/>
                <a:sym typeface="Lexend"/>
              </a:rPr>
              <a:t>16</a:t>
            </a:r>
            <a:r>
              <a:rPr lang="en-GB" sz="1800">
                <a:solidFill>
                  <a:srgbClr val="000000"/>
                </a:solidFill>
                <a:latin typeface="Lexend"/>
                <a:ea typeface="Lexend"/>
                <a:cs typeface="Lexend"/>
                <a:sym typeface="Lexend"/>
              </a:rPr>
              <a:t>°</a:t>
            </a:r>
            <a:endParaRPr sz="1800">
              <a:solidFill>
                <a:srgbClr val="000000"/>
              </a:solidFill>
              <a:latin typeface="Lexend"/>
              <a:ea typeface="Lexend"/>
              <a:cs typeface="Lexend"/>
              <a:sym typeface="Lexend"/>
            </a:endParaRPr>
          </a:p>
        </p:txBody>
      </p:sp>
      <p:sp>
        <p:nvSpPr>
          <p:cNvPr id="1188" name="Google Shape;1188;p77"/>
          <p:cNvSpPr txBox="1"/>
          <p:nvPr/>
        </p:nvSpPr>
        <p:spPr>
          <a:xfrm>
            <a:off x="7401839" y="1830846"/>
            <a:ext cx="864600" cy="320700"/>
          </a:xfrm>
          <a:prstGeom prst="rect">
            <a:avLst/>
          </a:prstGeom>
          <a:noFill/>
          <a:ln>
            <a:noFill/>
          </a:ln>
        </p:spPr>
        <p:txBody>
          <a:bodyPr anchorCtr="0" anchor="ctr" bIns="0" lIns="0" spcFirstLastPara="1" rIns="0" wrap="square" tIns="0">
            <a:noAutofit/>
          </a:bodyPr>
          <a:lstStyle/>
          <a:p>
            <a:pPr indent="0" lvl="0" marL="0" rtl="0" algn="ctr">
              <a:lnSpc>
                <a:spcPct val="100000"/>
              </a:lnSpc>
              <a:spcBef>
                <a:spcPts val="0"/>
              </a:spcBef>
              <a:spcAft>
                <a:spcPts val="0"/>
              </a:spcAft>
              <a:buNone/>
            </a:pPr>
            <a:r>
              <a:rPr lang="en-GB" sz="1800">
                <a:latin typeface="Lexend"/>
                <a:ea typeface="Lexend"/>
                <a:cs typeface="Lexend"/>
                <a:sym typeface="Lexend"/>
              </a:rPr>
              <a:t>85</a:t>
            </a:r>
            <a:r>
              <a:rPr lang="en-GB" sz="1800">
                <a:solidFill>
                  <a:srgbClr val="000000"/>
                </a:solidFill>
                <a:latin typeface="Lexend"/>
                <a:ea typeface="Lexend"/>
                <a:cs typeface="Lexend"/>
                <a:sym typeface="Lexend"/>
              </a:rPr>
              <a:t> m</a:t>
            </a:r>
            <a:endParaRPr sz="1800">
              <a:solidFill>
                <a:srgbClr val="000000"/>
              </a:solidFill>
              <a:latin typeface="Lexend"/>
              <a:ea typeface="Lexend"/>
              <a:cs typeface="Lexend"/>
              <a:sym typeface="Lexend"/>
            </a:endParaRPr>
          </a:p>
        </p:txBody>
      </p:sp>
      <p:grpSp>
        <p:nvGrpSpPr>
          <p:cNvPr id="1189" name="Google Shape;1189;p77"/>
          <p:cNvGrpSpPr/>
          <p:nvPr/>
        </p:nvGrpSpPr>
        <p:grpSpPr>
          <a:xfrm>
            <a:off x="462355" y="2081158"/>
            <a:ext cx="243093" cy="243093"/>
            <a:chOff x="1020916" y="1442088"/>
            <a:chExt cx="457200" cy="457200"/>
          </a:xfrm>
        </p:grpSpPr>
        <p:pic>
          <p:nvPicPr>
            <p:cNvPr id="1190" name="Google Shape;1190;p77"/>
            <p:cNvPicPr preferRelativeResize="0"/>
            <p:nvPr/>
          </p:nvPicPr>
          <p:blipFill>
            <a:blip r:embed="rId4">
              <a:alphaModFix/>
            </a:blip>
            <a:stretch>
              <a:fillRect/>
            </a:stretch>
          </p:blipFill>
          <p:spPr>
            <a:xfrm>
              <a:off x="1020916" y="1442088"/>
              <a:ext cx="457200" cy="457200"/>
            </a:xfrm>
            <a:prstGeom prst="rect">
              <a:avLst/>
            </a:prstGeom>
            <a:noFill/>
            <a:ln>
              <a:noFill/>
            </a:ln>
          </p:spPr>
        </p:pic>
        <p:sp>
          <p:nvSpPr>
            <p:cNvPr id="1191" name="Google Shape;1191;p77"/>
            <p:cNvSpPr txBox="1"/>
            <p:nvPr/>
          </p:nvSpPr>
          <p:spPr>
            <a:xfrm>
              <a:off x="1045521" y="1451202"/>
              <a:ext cx="408000" cy="4185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GB" sz="1800">
                  <a:solidFill>
                    <a:srgbClr val="FFFFFF"/>
                  </a:solidFill>
                  <a:latin typeface="Lexend"/>
                  <a:ea typeface="Lexend"/>
                  <a:cs typeface="Lexend"/>
                  <a:sym typeface="Lexend"/>
                </a:rPr>
                <a:t>a</a:t>
              </a:r>
              <a:endParaRPr b="1" sz="1800">
                <a:solidFill>
                  <a:srgbClr val="FFFFFF"/>
                </a:solidFill>
                <a:latin typeface="Lexend"/>
                <a:ea typeface="Lexend"/>
                <a:cs typeface="Lexend"/>
                <a:sym typeface="Lexend"/>
              </a:endParaRPr>
            </a:p>
          </p:txBody>
        </p:sp>
      </p:grpSp>
      <p:grpSp>
        <p:nvGrpSpPr>
          <p:cNvPr id="1192" name="Google Shape;1192;p77"/>
          <p:cNvGrpSpPr/>
          <p:nvPr/>
        </p:nvGrpSpPr>
        <p:grpSpPr>
          <a:xfrm>
            <a:off x="462355" y="2973133"/>
            <a:ext cx="243093" cy="243093"/>
            <a:chOff x="1020916" y="1442088"/>
            <a:chExt cx="457200" cy="457200"/>
          </a:xfrm>
        </p:grpSpPr>
        <p:pic>
          <p:nvPicPr>
            <p:cNvPr id="1193" name="Google Shape;1193;p77"/>
            <p:cNvPicPr preferRelativeResize="0"/>
            <p:nvPr/>
          </p:nvPicPr>
          <p:blipFill>
            <a:blip r:embed="rId4">
              <a:alphaModFix/>
            </a:blip>
            <a:stretch>
              <a:fillRect/>
            </a:stretch>
          </p:blipFill>
          <p:spPr>
            <a:xfrm>
              <a:off x="1020916" y="1442088"/>
              <a:ext cx="457200" cy="457200"/>
            </a:xfrm>
            <a:prstGeom prst="rect">
              <a:avLst/>
            </a:prstGeom>
            <a:noFill/>
            <a:ln>
              <a:noFill/>
            </a:ln>
          </p:spPr>
        </p:pic>
        <p:sp>
          <p:nvSpPr>
            <p:cNvPr id="1194" name="Google Shape;1194;p77"/>
            <p:cNvSpPr txBox="1"/>
            <p:nvPr/>
          </p:nvSpPr>
          <p:spPr>
            <a:xfrm>
              <a:off x="1045521" y="1451202"/>
              <a:ext cx="408000" cy="4185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GB" sz="1800">
                  <a:solidFill>
                    <a:srgbClr val="FFFFFF"/>
                  </a:solidFill>
                  <a:latin typeface="Lexend"/>
                  <a:ea typeface="Lexend"/>
                  <a:cs typeface="Lexend"/>
                  <a:sym typeface="Lexend"/>
                </a:rPr>
                <a:t>b</a:t>
              </a:r>
              <a:endParaRPr b="1" sz="1800">
                <a:solidFill>
                  <a:srgbClr val="FFFFFF"/>
                </a:solidFill>
                <a:latin typeface="Lexend"/>
                <a:ea typeface="Lexend"/>
                <a:cs typeface="Lexend"/>
                <a:sym typeface="Lexend"/>
              </a:endParaRPr>
            </a:p>
          </p:txBody>
        </p:sp>
      </p:grpSp>
      <p:grpSp>
        <p:nvGrpSpPr>
          <p:cNvPr id="1195" name="Google Shape;1195;p77"/>
          <p:cNvGrpSpPr/>
          <p:nvPr/>
        </p:nvGrpSpPr>
        <p:grpSpPr>
          <a:xfrm>
            <a:off x="462355" y="3858708"/>
            <a:ext cx="243093" cy="243093"/>
            <a:chOff x="1020916" y="1442088"/>
            <a:chExt cx="457200" cy="457200"/>
          </a:xfrm>
        </p:grpSpPr>
        <p:pic>
          <p:nvPicPr>
            <p:cNvPr id="1196" name="Google Shape;1196;p77"/>
            <p:cNvPicPr preferRelativeResize="0"/>
            <p:nvPr/>
          </p:nvPicPr>
          <p:blipFill>
            <a:blip r:embed="rId4">
              <a:alphaModFix/>
            </a:blip>
            <a:stretch>
              <a:fillRect/>
            </a:stretch>
          </p:blipFill>
          <p:spPr>
            <a:xfrm>
              <a:off x="1020916" y="1442088"/>
              <a:ext cx="457200" cy="457200"/>
            </a:xfrm>
            <a:prstGeom prst="rect">
              <a:avLst/>
            </a:prstGeom>
            <a:noFill/>
            <a:ln>
              <a:noFill/>
            </a:ln>
          </p:spPr>
        </p:pic>
        <p:sp>
          <p:nvSpPr>
            <p:cNvPr id="1197" name="Google Shape;1197;p77"/>
            <p:cNvSpPr txBox="1"/>
            <p:nvPr/>
          </p:nvSpPr>
          <p:spPr>
            <a:xfrm>
              <a:off x="1045521" y="1451202"/>
              <a:ext cx="408000" cy="4185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GB" sz="1800">
                  <a:solidFill>
                    <a:srgbClr val="FFFFFF"/>
                  </a:solidFill>
                  <a:latin typeface="Lexend"/>
                  <a:ea typeface="Lexend"/>
                  <a:cs typeface="Lexend"/>
                  <a:sym typeface="Lexend"/>
                </a:rPr>
                <a:t>c</a:t>
              </a:r>
              <a:endParaRPr b="1" sz="1800">
                <a:solidFill>
                  <a:srgbClr val="FFFFFF"/>
                </a:solidFill>
                <a:latin typeface="Lexend"/>
                <a:ea typeface="Lexend"/>
                <a:cs typeface="Lexend"/>
                <a:sym typeface="Lexend"/>
              </a:endParaRPr>
            </a:p>
          </p:txBody>
        </p:sp>
      </p:grpSp>
      <p:grpSp>
        <p:nvGrpSpPr>
          <p:cNvPr id="1198" name="Google Shape;1198;p77"/>
          <p:cNvGrpSpPr/>
          <p:nvPr/>
        </p:nvGrpSpPr>
        <p:grpSpPr>
          <a:xfrm>
            <a:off x="2816405" y="2527145"/>
            <a:ext cx="243093" cy="243093"/>
            <a:chOff x="1020916" y="1442088"/>
            <a:chExt cx="457200" cy="457200"/>
          </a:xfrm>
        </p:grpSpPr>
        <p:pic>
          <p:nvPicPr>
            <p:cNvPr id="1199" name="Google Shape;1199;p77"/>
            <p:cNvPicPr preferRelativeResize="0"/>
            <p:nvPr/>
          </p:nvPicPr>
          <p:blipFill>
            <a:blip r:embed="rId4">
              <a:alphaModFix/>
            </a:blip>
            <a:stretch>
              <a:fillRect/>
            </a:stretch>
          </p:blipFill>
          <p:spPr>
            <a:xfrm>
              <a:off x="1020916" y="1442088"/>
              <a:ext cx="457200" cy="457200"/>
            </a:xfrm>
            <a:prstGeom prst="rect">
              <a:avLst/>
            </a:prstGeom>
            <a:noFill/>
            <a:ln>
              <a:noFill/>
            </a:ln>
          </p:spPr>
        </p:pic>
        <p:sp>
          <p:nvSpPr>
            <p:cNvPr id="1200" name="Google Shape;1200;p77"/>
            <p:cNvSpPr txBox="1"/>
            <p:nvPr/>
          </p:nvSpPr>
          <p:spPr>
            <a:xfrm>
              <a:off x="1045521" y="1451202"/>
              <a:ext cx="408000" cy="4185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GB" sz="1800">
                  <a:solidFill>
                    <a:srgbClr val="FFFFFF"/>
                  </a:solidFill>
                  <a:latin typeface="Lexend"/>
                  <a:ea typeface="Lexend"/>
                  <a:cs typeface="Lexend"/>
                  <a:sym typeface="Lexend"/>
                </a:rPr>
                <a:t>d</a:t>
              </a:r>
              <a:endParaRPr b="1" sz="1800">
                <a:solidFill>
                  <a:srgbClr val="FFFFFF"/>
                </a:solidFill>
                <a:latin typeface="Lexend"/>
                <a:ea typeface="Lexend"/>
                <a:cs typeface="Lexend"/>
                <a:sym typeface="Lexend"/>
              </a:endParaRPr>
            </a:p>
          </p:txBody>
        </p:sp>
      </p:grpSp>
      <p:grpSp>
        <p:nvGrpSpPr>
          <p:cNvPr id="1201" name="Google Shape;1201;p77"/>
          <p:cNvGrpSpPr/>
          <p:nvPr/>
        </p:nvGrpSpPr>
        <p:grpSpPr>
          <a:xfrm>
            <a:off x="2816405" y="3419108"/>
            <a:ext cx="243093" cy="243093"/>
            <a:chOff x="1020916" y="1442088"/>
            <a:chExt cx="457200" cy="457200"/>
          </a:xfrm>
        </p:grpSpPr>
        <p:pic>
          <p:nvPicPr>
            <p:cNvPr id="1202" name="Google Shape;1202;p77"/>
            <p:cNvPicPr preferRelativeResize="0"/>
            <p:nvPr/>
          </p:nvPicPr>
          <p:blipFill>
            <a:blip r:embed="rId4">
              <a:alphaModFix/>
            </a:blip>
            <a:stretch>
              <a:fillRect/>
            </a:stretch>
          </p:blipFill>
          <p:spPr>
            <a:xfrm>
              <a:off x="1020916" y="1442088"/>
              <a:ext cx="457200" cy="457200"/>
            </a:xfrm>
            <a:prstGeom prst="rect">
              <a:avLst/>
            </a:prstGeom>
            <a:noFill/>
            <a:ln>
              <a:noFill/>
            </a:ln>
          </p:spPr>
        </p:pic>
        <p:sp>
          <p:nvSpPr>
            <p:cNvPr id="1203" name="Google Shape;1203;p77"/>
            <p:cNvSpPr txBox="1"/>
            <p:nvPr/>
          </p:nvSpPr>
          <p:spPr>
            <a:xfrm>
              <a:off x="1045521" y="1451202"/>
              <a:ext cx="408000" cy="4185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GB" sz="1800">
                  <a:solidFill>
                    <a:srgbClr val="FFFFFF"/>
                  </a:solidFill>
                  <a:latin typeface="Lexend"/>
                  <a:ea typeface="Lexend"/>
                  <a:cs typeface="Lexend"/>
                  <a:sym typeface="Lexend"/>
                </a:rPr>
                <a:t>e</a:t>
              </a:r>
              <a:endParaRPr b="1" sz="1800">
                <a:solidFill>
                  <a:srgbClr val="FFFFFF"/>
                </a:solidFill>
                <a:latin typeface="Lexend"/>
                <a:ea typeface="Lexend"/>
                <a:cs typeface="Lexend"/>
                <a:sym typeface="Lexend"/>
              </a:endParaRPr>
            </a:p>
          </p:txBody>
        </p:sp>
      </p:grpSp>
      <p:grpSp>
        <p:nvGrpSpPr>
          <p:cNvPr id="1204" name="Google Shape;1204;p77"/>
          <p:cNvGrpSpPr/>
          <p:nvPr/>
        </p:nvGrpSpPr>
        <p:grpSpPr>
          <a:xfrm>
            <a:off x="2198583" y="1982375"/>
            <a:ext cx="3123075" cy="2207739"/>
            <a:chOff x="2198583" y="1982375"/>
            <a:chExt cx="3123075" cy="2207739"/>
          </a:xfrm>
        </p:grpSpPr>
        <p:pic>
          <p:nvPicPr>
            <p:cNvPr id="1205" name="Google Shape;1205;p77"/>
            <p:cNvPicPr preferRelativeResize="0"/>
            <p:nvPr/>
          </p:nvPicPr>
          <p:blipFill>
            <a:blip r:embed="rId5">
              <a:alphaModFix/>
            </a:blip>
            <a:stretch>
              <a:fillRect/>
            </a:stretch>
          </p:blipFill>
          <p:spPr>
            <a:xfrm>
              <a:off x="2198583" y="2885125"/>
              <a:ext cx="396000" cy="419100"/>
            </a:xfrm>
            <a:prstGeom prst="rect">
              <a:avLst/>
            </a:prstGeom>
            <a:noFill/>
            <a:ln>
              <a:noFill/>
            </a:ln>
          </p:spPr>
        </p:pic>
        <p:pic>
          <p:nvPicPr>
            <p:cNvPr id="1206" name="Google Shape;1206;p77"/>
            <p:cNvPicPr preferRelativeResize="0"/>
            <p:nvPr/>
          </p:nvPicPr>
          <p:blipFill>
            <a:blip r:embed="rId6">
              <a:alphaModFix/>
            </a:blip>
            <a:stretch>
              <a:fillRect/>
            </a:stretch>
          </p:blipFill>
          <p:spPr>
            <a:xfrm>
              <a:off x="2274763" y="3770354"/>
              <a:ext cx="396000" cy="419760"/>
            </a:xfrm>
            <a:prstGeom prst="rect">
              <a:avLst/>
            </a:prstGeom>
            <a:noFill/>
            <a:ln>
              <a:noFill/>
            </a:ln>
          </p:spPr>
        </p:pic>
        <p:pic>
          <p:nvPicPr>
            <p:cNvPr id="1207" name="Google Shape;1207;p77"/>
            <p:cNvPicPr preferRelativeResize="0"/>
            <p:nvPr/>
          </p:nvPicPr>
          <p:blipFill>
            <a:blip r:embed="rId5">
              <a:alphaModFix/>
            </a:blip>
            <a:stretch>
              <a:fillRect/>
            </a:stretch>
          </p:blipFill>
          <p:spPr>
            <a:xfrm>
              <a:off x="2274783" y="1982375"/>
              <a:ext cx="396000" cy="419100"/>
            </a:xfrm>
            <a:prstGeom prst="rect">
              <a:avLst/>
            </a:prstGeom>
            <a:noFill/>
            <a:ln>
              <a:noFill/>
            </a:ln>
          </p:spPr>
        </p:pic>
        <p:pic>
          <p:nvPicPr>
            <p:cNvPr id="1208" name="Google Shape;1208;p77"/>
            <p:cNvPicPr preferRelativeResize="0"/>
            <p:nvPr/>
          </p:nvPicPr>
          <p:blipFill>
            <a:blip r:embed="rId5">
              <a:alphaModFix/>
            </a:blip>
            <a:stretch>
              <a:fillRect/>
            </a:stretch>
          </p:blipFill>
          <p:spPr>
            <a:xfrm>
              <a:off x="4925658" y="2439150"/>
              <a:ext cx="396000" cy="419100"/>
            </a:xfrm>
            <a:prstGeom prst="rect">
              <a:avLst/>
            </a:prstGeom>
            <a:noFill/>
            <a:ln>
              <a:noFill/>
            </a:ln>
          </p:spPr>
        </p:pic>
        <p:pic>
          <p:nvPicPr>
            <p:cNvPr id="1209" name="Google Shape;1209;p77"/>
            <p:cNvPicPr preferRelativeResize="0"/>
            <p:nvPr/>
          </p:nvPicPr>
          <p:blipFill>
            <a:blip r:embed="rId6">
              <a:alphaModFix/>
            </a:blip>
            <a:stretch>
              <a:fillRect/>
            </a:stretch>
          </p:blipFill>
          <p:spPr>
            <a:xfrm>
              <a:off x="4925638" y="3330767"/>
              <a:ext cx="396000" cy="419760"/>
            </a:xfrm>
            <a:prstGeom prst="rect">
              <a:avLst/>
            </a:prstGeom>
            <a:noFill/>
            <a:ln>
              <a:noFill/>
            </a:ln>
          </p:spPr>
        </p:pic>
      </p:grpSp>
      <p:sp>
        <p:nvSpPr>
          <p:cNvPr id="1210" name="Google Shape;1210;p77"/>
          <p:cNvSpPr/>
          <p:nvPr/>
        </p:nvSpPr>
        <p:spPr>
          <a:xfrm flipH="1" rot="-9493624">
            <a:off x="6276816" y="2228796"/>
            <a:ext cx="2354357" cy="972338"/>
          </a:xfrm>
          <a:prstGeom prst="rtTriangle">
            <a:avLst/>
          </a:prstGeom>
          <a:noFill/>
          <a:ln cap="flat" cmpd="sng" w="28575">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cxnSp>
        <p:nvCxnSpPr>
          <p:cNvPr id="1211" name="Google Shape;1211;p77"/>
          <p:cNvCxnSpPr/>
          <p:nvPr/>
        </p:nvCxnSpPr>
        <p:spPr>
          <a:xfrm>
            <a:off x="6605818" y="1716187"/>
            <a:ext cx="2186400" cy="873300"/>
          </a:xfrm>
          <a:prstGeom prst="straightConnector1">
            <a:avLst/>
          </a:prstGeom>
          <a:noFill/>
          <a:ln cap="flat" cmpd="sng" w="28575">
            <a:solidFill>
              <a:schemeClr val="accent4"/>
            </a:solidFill>
            <a:prstDash val="solid"/>
            <a:round/>
            <a:headEnd len="med" w="med" type="triangle"/>
            <a:tailEnd len="med" w="med" type="triangle"/>
          </a:ln>
        </p:spPr>
      </p:cxn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204"/>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15" name="Shape 1215"/>
        <p:cNvGrpSpPr/>
        <p:nvPr/>
      </p:nvGrpSpPr>
      <p:grpSpPr>
        <a:xfrm>
          <a:off x="0" y="0"/>
          <a:ext cx="0" cy="0"/>
          <a:chOff x="0" y="0"/>
          <a:chExt cx="0" cy="0"/>
        </a:xfrm>
      </p:grpSpPr>
      <p:sp>
        <p:nvSpPr>
          <p:cNvPr id="1216" name="Google Shape;1216;p78"/>
          <p:cNvSpPr txBox="1"/>
          <p:nvPr>
            <p:ph type="title"/>
          </p:nvPr>
        </p:nvSpPr>
        <p:spPr>
          <a:xfrm>
            <a:off x="324000" y="0"/>
            <a:ext cx="7885200" cy="613500"/>
          </a:xfrm>
          <a:prstGeom prst="rect">
            <a:avLst/>
          </a:prstGeom>
        </p:spPr>
        <p:txBody>
          <a:bodyPr anchorCtr="0" anchor="ctr" bIns="0" lIns="0" spcFirstLastPara="1" rIns="0" wrap="square" tIns="0">
            <a:noAutofit/>
          </a:bodyPr>
          <a:lstStyle/>
          <a:p>
            <a:pPr indent="0" lvl="0" marL="0" rtl="0" algn="l">
              <a:spcBef>
                <a:spcPts val="0"/>
              </a:spcBef>
              <a:spcAft>
                <a:spcPts val="0"/>
              </a:spcAft>
              <a:buNone/>
            </a:pPr>
            <a:r>
              <a:rPr lang="en-GB"/>
              <a:t>Formalising the cosine formula</a:t>
            </a:r>
            <a:endParaRPr/>
          </a:p>
        </p:txBody>
      </p:sp>
      <p:grpSp>
        <p:nvGrpSpPr>
          <p:cNvPr id="1217" name="Google Shape;1217;p78"/>
          <p:cNvGrpSpPr/>
          <p:nvPr/>
        </p:nvGrpSpPr>
        <p:grpSpPr>
          <a:xfrm>
            <a:off x="462355" y="2081158"/>
            <a:ext cx="243093" cy="243093"/>
            <a:chOff x="1020916" y="1442088"/>
            <a:chExt cx="457200" cy="457200"/>
          </a:xfrm>
        </p:grpSpPr>
        <p:pic>
          <p:nvPicPr>
            <p:cNvPr id="1218" name="Google Shape;1218;p78"/>
            <p:cNvPicPr preferRelativeResize="0"/>
            <p:nvPr/>
          </p:nvPicPr>
          <p:blipFill>
            <a:blip r:embed="rId3">
              <a:alphaModFix/>
            </a:blip>
            <a:stretch>
              <a:fillRect/>
            </a:stretch>
          </p:blipFill>
          <p:spPr>
            <a:xfrm>
              <a:off x="1020916" y="1442088"/>
              <a:ext cx="457200" cy="457200"/>
            </a:xfrm>
            <a:prstGeom prst="rect">
              <a:avLst/>
            </a:prstGeom>
            <a:noFill/>
            <a:ln>
              <a:noFill/>
            </a:ln>
          </p:spPr>
        </p:pic>
        <p:sp>
          <p:nvSpPr>
            <p:cNvPr id="1219" name="Google Shape;1219;p78"/>
            <p:cNvSpPr txBox="1"/>
            <p:nvPr/>
          </p:nvSpPr>
          <p:spPr>
            <a:xfrm>
              <a:off x="1045521" y="1451202"/>
              <a:ext cx="408000" cy="4185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GB" sz="1800">
                  <a:solidFill>
                    <a:srgbClr val="FFFFFF"/>
                  </a:solidFill>
                  <a:latin typeface="Lexend"/>
                  <a:ea typeface="Lexend"/>
                  <a:cs typeface="Lexend"/>
                  <a:sym typeface="Lexend"/>
                </a:rPr>
                <a:t>a</a:t>
              </a:r>
              <a:endParaRPr b="1" sz="1800">
                <a:solidFill>
                  <a:srgbClr val="FFFFFF"/>
                </a:solidFill>
                <a:latin typeface="Lexend"/>
                <a:ea typeface="Lexend"/>
                <a:cs typeface="Lexend"/>
                <a:sym typeface="Lexend"/>
              </a:endParaRPr>
            </a:p>
          </p:txBody>
        </p:sp>
      </p:grpSp>
      <p:grpSp>
        <p:nvGrpSpPr>
          <p:cNvPr id="1220" name="Google Shape;1220;p78"/>
          <p:cNvGrpSpPr/>
          <p:nvPr/>
        </p:nvGrpSpPr>
        <p:grpSpPr>
          <a:xfrm>
            <a:off x="462355" y="2973133"/>
            <a:ext cx="243093" cy="243093"/>
            <a:chOff x="1020916" y="1442088"/>
            <a:chExt cx="457200" cy="457200"/>
          </a:xfrm>
        </p:grpSpPr>
        <p:pic>
          <p:nvPicPr>
            <p:cNvPr id="1221" name="Google Shape;1221;p78"/>
            <p:cNvPicPr preferRelativeResize="0"/>
            <p:nvPr/>
          </p:nvPicPr>
          <p:blipFill>
            <a:blip r:embed="rId3">
              <a:alphaModFix/>
            </a:blip>
            <a:stretch>
              <a:fillRect/>
            </a:stretch>
          </p:blipFill>
          <p:spPr>
            <a:xfrm>
              <a:off x="1020916" y="1442088"/>
              <a:ext cx="457200" cy="457200"/>
            </a:xfrm>
            <a:prstGeom prst="rect">
              <a:avLst/>
            </a:prstGeom>
            <a:noFill/>
            <a:ln>
              <a:noFill/>
            </a:ln>
          </p:spPr>
        </p:pic>
        <p:sp>
          <p:nvSpPr>
            <p:cNvPr id="1222" name="Google Shape;1222;p78"/>
            <p:cNvSpPr txBox="1"/>
            <p:nvPr/>
          </p:nvSpPr>
          <p:spPr>
            <a:xfrm>
              <a:off x="1045521" y="1451202"/>
              <a:ext cx="408000" cy="4185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GB" sz="1800">
                  <a:solidFill>
                    <a:srgbClr val="FFFFFF"/>
                  </a:solidFill>
                  <a:latin typeface="Lexend"/>
                  <a:ea typeface="Lexend"/>
                  <a:cs typeface="Lexend"/>
                  <a:sym typeface="Lexend"/>
                </a:rPr>
                <a:t>b</a:t>
              </a:r>
              <a:endParaRPr b="1" sz="1800">
                <a:solidFill>
                  <a:srgbClr val="FFFFFF"/>
                </a:solidFill>
                <a:latin typeface="Lexend"/>
                <a:ea typeface="Lexend"/>
                <a:cs typeface="Lexend"/>
                <a:sym typeface="Lexend"/>
              </a:endParaRPr>
            </a:p>
          </p:txBody>
        </p:sp>
      </p:grpSp>
      <p:pic>
        <p:nvPicPr>
          <p:cNvPr id="1223" name="Google Shape;1223;p78"/>
          <p:cNvPicPr preferRelativeResize="0"/>
          <p:nvPr/>
        </p:nvPicPr>
        <p:blipFill>
          <a:blip r:embed="rId4">
            <a:alphaModFix/>
          </a:blip>
          <a:stretch>
            <a:fillRect/>
          </a:stretch>
        </p:blipFill>
        <p:spPr>
          <a:xfrm>
            <a:off x="2198583" y="2885125"/>
            <a:ext cx="396000" cy="419100"/>
          </a:xfrm>
          <a:prstGeom prst="rect">
            <a:avLst/>
          </a:prstGeom>
          <a:noFill/>
          <a:ln>
            <a:noFill/>
          </a:ln>
        </p:spPr>
      </p:pic>
      <p:grpSp>
        <p:nvGrpSpPr>
          <p:cNvPr id="1224" name="Google Shape;1224;p78"/>
          <p:cNvGrpSpPr/>
          <p:nvPr/>
        </p:nvGrpSpPr>
        <p:grpSpPr>
          <a:xfrm>
            <a:off x="462355" y="3858708"/>
            <a:ext cx="243093" cy="243093"/>
            <a:chOff x="1020916" y="1442088"/>
            <a:chExt cx="457200" cy="457200"/>
          </a:xfrm>
        </p:grpSpPr>
        <p:pic>
          <p:nvPicPr>
            <p:cNvPr id="1225" name="Google Shape;1225;p78"/>
            <p:cNvPicPr preferRelativeResize="0"/>
            <p:nvPr/>
          </p:nvPicPr>
          <p:blipFill>
            <a:blip r:embed="rId3">
              <a:alphaModFix/>
            </a:blip>
            <a:stretch>
              <a:fillRect/>
            </a:stretch>
          </p:blipFill>
          <p:spPr>
            <a:xfrm>
              <a:off x="1020916" y="1442088"/>
              <a:ext cx="457200" cy="457200"/>
            </a:xfrm>
            <a:prstGeom prst="rect">
              <a:avLst/>
            </a:prstGeom>
            <a:noFill/>
            <a:ln>
              <a:noFill/>
            </a:ln>
          </p:spPr>
        </p:pic>
        <p:sp>
          <p:nvSpPr>
            <p:cNvPr id="1226" name="Google Shape;1226;p78"/>
            <p:cNvSpPr txBox="1"/>
            <p:nvPr/>
          </p:nvSpPr>
          <p:spPr>
            <a:xfrm>
              <a:off x="1045521" y="1451202"/>
              <a:ext cx="408000" cy="4185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GB" sz="1800">
                  <a:solidFill>
                    <a:srgbClr val="FFFFFF"/>
                  </a:solidFill>
                  <a:latin typeface="Lexend"/>
                  <a:ea typeface="Lexend"/>
                  <a:cs typeface="Lexend"/>
                  <a:sym typeface="Lexend"/>
                </a:rPr>
                <a:t>d</a:t>
              </a:r>
              <a:endParaRPr b="1" sz="1800">
                <a:solidFill>
                  <a:srgbClr val="FFFFFF"/>
                </a:solidFill>
                <a:latin typeface="Lexend"/>
                <a:ea typeface="Lexend"/>
                <a:cs typeface="Lexend"/>
                <a:sym typeface="Lexend"/>
              </a:endParaRPr>
            </a:p>
          </p:txBody>
        </p:sp>
      </p:grpSp>
      <p:sp>
        <p:nvSpPr>
          <p:cNvPr id="1227" name="Google Shape;1227;p78"/>
          <p:cNvSpPr txBox="1"/>
          <p:nvPr/>
        </p:nvSpPr>
        <p:spPr>
          <a:xfrm>
            <a:off x="324000" y="610600"/>
            <a:ext cx="8496000" cy="3387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None/>
            </a:pPr>
            <a:r>
              <a:rPr lang="en-GB" sz="1800">
                <a:latin typeface="Lexend"/>
                <a:ea typeface="Lexend"/>
                <a:cs typeface="Lexend"/>
                <a:sym typeface="Lexend"/>
              </a:rPr>
              <a:t>Which of these is the correct equation to find the value of </a:t>
            </a:r>
            <a:r>
              <a:rPr i="1" lang="en-GB" sz="2200">
                <a:latin typeface="Times New Roman"/>
                <a:ea typeface="Times New Roman"/>
                <a:cs typeface="Times New Roman"/>
                <a:sym typeface="Times New Roman"/>
              </a:rPr>
              <a:t>q</a:t>
            </a:r>
            <a:r>
              <a:rPr lang="en-GB" sz="1800">
                <a:latin typeface="Lexend"/>
                <a:ea typeface="Lexend"/>
                <a:cs typeface="Lexend"/>
                <a:sym typeface="Lexend"/>
              </a:rPr>
              <a:t> most efficiently?</a:t>
            </a:r>
            <a:endParaRPr sz="1800">
              <a:latin typeface="Lexend"/>
              <a:ea typeface="Lexend"/>
              <a:cs typeface="Lexend"/>
              <a:sym typeface="Lexend"/>
            </a:endParaRPr>
          </a:p>
        </p:txBody>
      </p:sp>
      <p:sp>
        <p:nvSpPr>
          <p:cNvPr id="1228" name="Google Shape;1228;p78"/>
          <p:cNvSpPr txBox="1"/>
          <p:nvPr/>
        </p:nvSpPr>
        <p:spPr>
          <a:xfrm>
            <a:off x="2705225" y="2958825"/>
            <a:ext cx="1866900" cy="3387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None/>
            </a:pPr>
            <a:r>
              <a:rPr i="1" lang="en-GB" sz="2200">
                <a:solidFill>
                  <a:schemeClr val="dk1"/>
                </a:solidFill>
                <a:latin typeface="Times New Roman"/>
                <a:ea typeface="Times New Roman"/>
                <a:cs typeface="Times New Roman"/>
                <a:sym typeface="Times New Roman"/>
              </a:rPr>
              <a:t>q</a:t>
            </a:r>
            <a:r>
              <a:rPr lang="en-GB" sz="1800">
                <a:latin typeface="Lexend"/>
                <a:ea typeface="Lexend"/>
                <a:cs typeface="Lexend"/>
                <a:sym typeface="Lexend"/>
              </a:rPr>
              <a:t> </a:t>
            </a:r>
            <a:r>
              <a:rPr lang="en-GB" sz="2000">
                <a:latin typeface="Kalam"/>
                <a:ea typeface="Kalam"/>
                <a:cs typeface="Kalam"/>
                <a:sym typeface="Kalam"/>
              </a:rPr>
              <a:t>= 88.43</a:t>
            </a:r>
            <a:endParaRPr sz="2000">
              <a:latin typeface="Kalam"/>
              <a:ea typeface="Kalam"/>
              <a:cs typeface="Kalam"/>
              <a:sym typeface="Kalam"/>
            </a:endParaRPr>
          </a:p>
        </p:txBody>
      </p:sp>
      <p:sp>
        <p:nvSpPr>
          <p:cNvPr id="1229" name="Google Shape;1229;p78"/>
          <p:cNvSpPr txBox="1"/>
          <p:nvPr/>
        </p:nvSpPr>
        <p:spPr>
          <a:xfrm>
            <a:off x="324000" y="1051825"/>
            <a:ext cx="8496000" cy="3387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None/>
            </a:pPr>
            <a:r>
              <a:rPr lang="en-GB" sz="1800">
                <a:latin typeface="Lexend"/>
                <a:ea typeface="Lexend"/>
                <a:cs typeface="Lexend"/>
                <a:sym typeface="Lexend"/>
              </a:rPr>
              <a:t>Hence, find the value of the side labelled </a:t>
            </a:r>
            <a:r>
              <a:rPr i="1" lang="en-GB" sz="2200">
                <a:solidFill>
                  <a:schemeClr val="dk1"/>
                </a:solidFill>
                <a:latin typeface="Times New Roman"/>
                <a:ea typeface="Times New Roman"/>
                <a:cs typeface="Times New Roman"/>
                <a:sym typeface="Times New Roman"/>
              </a:rPr>
              <a:t>q</a:t>
            </a:r>
            <a:r>
              <a:rPr lang="en-GB" sz="1800">
                <a:latin typeface="Lexend"/>
                <a:ea typeface="Lexend"/>
                <a:cs typeface="Lexend"/>
                <a:sym typeface="Lexend"/>
              </a:rPr>
              <a:t> (2 d.p.)</a:t>
            </a:r>
            <a:endParaRPr sz="1800">
              <a:latin typeface="Lexend"/>
              <a:ea typeface="Lexend"/>
              <a:cs typeface="Lexend"/>
              <a:sym typeface="Lexend"/>
            </a:endParaRPr>
          </a:p>
        </p:txBody>
      </p:sp>
      <p:sp>
        <p:nvSpPr>
          <p:cNvPr id="1230" name="Google Shape;1230;p78"/>
          <p:cNvSpPr txBox="1"/>
          <p:nvPr/>
        </p:nvSpPr>
        <p:spPr>
          <a:xfrm>
            <a:off x="6520550" y="3261268"/>
            <a:ext cx="1866900" cy="307800"/>
          </a:xfrm>
          <a:prstGeom prst="rect">
            <a:avLst/>
          </a:prstGeom>
          <a:noFill/>
          <a:ln>
            <a:noFill/>
          </a:ln>
        </p:spPr>
        <p:txBody>
          <a:bodyPr anchorCtr="0" anchor="t" bIns="0" lIns="0" spcFirstLastPara="1" rIns="0" wrap="square" tIns="0">
            <a:spAutoFit/>
          </a:bodyPr>
          <a:lstStyle/>
          <a:p>
            <a:pPr indent="0" lvl="0" marL="0" rtl="0" algn="ctr">
              <a:spcBef>
                <a:spcPts val="0"/>
              </a:spcBef>
              <a:spcAft>
                <a:spcPts val="0"/>
              </a:spcAft>
              <a:buNone/>
            </a:pPr>
            <a:r>
              <a:rPr lang="en-GB" sz="2000">
                <a:latin typeface="Kalam"/>
                <a:ea typeface="Kalam"/>
                <a:cs typeface="Kalam"/>
                <a:sym typeface="Kalam"/>
              </a:rPr>
              <a:t>88.43 cm</a:t>
            </a:r>
            <a:endParaRPr sz="2000">
              <a:latin typeface="Kalam"/>
              <a:ea typeface="Kalam"/>
              <a:cs typeface="Kalam"/>
              <a:sym typeface="Kalam"/>
            </a:endParaRPr>
          </a:p>
        </p:txBody>
      </p:sp>
      <p:sp>
        <p:nvSpPr>
          <p:cNvPr id="1231" name="Google Shape;1231;p78"/>
          <p:cNvSpPr txBox="1"/>
          <p:nvPr/>
        </p:nvSpPr>
        <p:spPr>
          <a:xfrm>
            <a:off x="3755050" y="3857350"/>
            <a:ext cx="5065200" cy="9234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None/>
            </a:pPr>
            <a:r>
              <a:rPr lang="en-GB" sz="2000">
                <a:latin typeface="Kalam"/>
                <a:ea typeface="Kalam"/>
                <a:cs typeface="Kalam"/>
                <a:sym typeface="Kalam"/>
              </a:rPr>
              <a:t>88.43 cm seems like a sensible answer, since this is the hypotenuse, and so should be greater in length than the side 85 cm.</a:t>
            </a:r>
            <a:endParaRPr sz="2000">
              <a:latin typeface="Kalam"/>
              <a:ea typeface="Kalam"/>
              <a:cs typeface="Kalam"/>
              <a:sym typeface="Kalam"/>
            </a:endParaRPr>
          </a:p>
        </p:txBody>
      </p:sp>
      <p:pic>
        <p:nvPicPr>
          <p:cNvPr descr="&lt;math xmlns=&quot;http://www.w3.org/1998/Math/MathML&quot; display=&quot;block&quot; data-is-equatio=&quot;1&quot; data-latex=&quot;\textcolor{#FFFFF}{\frac{85}{q}=\cos\left(16°\right)\ \ \ \ \ \frac{85}{\cos\left(16°\right)}=q\ \ \ \ \ q\times\cos\left(16°\right)=85}\ \ \ \ \ \ 85\times\cos\left(q°\right)=16\ \ \ \ \ \ \ \frac{\cos\left(16°\right)}{q}=85&quot;&gt;&lt;mstyle mathcolor=&quot;#FFFFF&quot;&gt;&lt;mfrac&gt;&lt;mn&gt;85&lt;/mn&gt;&lt;mi&gt;q&lt;/mi&gt;&lt;/mfrac&gt;&lt;mo&gt;=&lt;/mo&gt;&lt;mi&gt;cos&lt;/mi&gt;&lt;mo data-mjx-texclass=&quot;NONE&quot;&gt;⁡&lt;/mo&gt;&lt;mrow data-mjx-texclass=&quot;INNER&quot;&gt;&lt;mo data-mjx-texclass=&quot;OPEN&quot;&gt;(&lt;/mo&gt;&lt;mn&gt;16&lt;/mn&gt;&lt;mrow data-mjx-texclass=&quot;ORD&quot;&gt;&lt;mo data-mjx-pseudoscript=&quot;true&quot;&gt;°&lt;/mo&gt;&lt;/mrow&gt;&lt;mo data-mjx-texclass=&quot;CLOSE&quot;&gt;)&lt;/mo&gt;&lt;/mrow&gt;&lt;mtext&gt;&lt;/mtext&gt;&lt;mtext&gt;&lt;/mtext&gt;&lt;mtext&gt;&lt;/mtext&gt;&lt;mtext&gt;&lt;/mtext&gt;&lt;mtext&gt;&lt;/mtext&gt;&lt;mfrac&gt;&lt;mn&gt;85&lt;/mn&gt;&lt;mrow&gt;&lt;mi&gt;cos&lt;/mi&gt;&lt;mo data-mjx-texclass=&quot;NONE&quot;&gt;⁡&lt;/mo&gt;&lt;mrow data-mjx-texclass=&quot;INNER&quot;&gt;&lt;mo data-mjx-texclass=&quot;OPEN&quot;&gt;(&lt;/mo&gt;&lt;mn&gt;16&lt;/mn&gt;&lt;mrow data-mjx-texclass=&quot;ORD&quot;&gt;&lt;mo data-mjx-pseudoscript=&quot;true&quot;&gt;°&lt;/mo&gt;&lt;/mrow&gt;&lt;mo data-mjx-texclass=&quot;CLOSE&quot;&gt;)&lt;/mo&gt;&lt;/mrow&gt;&lt;/mrow&gt;&lt;/mfrac&gt;&lt;mo&gt;=&lt;/mo&gt;&lt;mi&gt;q&lt;/mi&gt;&lt;mtext&gt;&lt;/mtext&gt;&lt;mtext&gt;&lt;/mtext&gt;&lt;mtext&gt;&lt;/mtext&gt;&lt;mtext&gt;&lt;/mtext&gt;&lt;mtext&gt;&lt;/mtext&gt;&lt;mi&gt;q&lt;/mi&gt;&lt;mo&gt;×&lt;/mo&gt;&lt;mi&gt;cos&lt;/mi&gt;&lt;mo data-mjx-texclass=&quot;NONE&quot;&gt;⁡&lt;/mo&gt;&lt;mrow data-mjx-texclass=&quot;INNER&quot;&gt;&lt;mo data-mjx-texclass=&quot;OPEN&quot;&gt;(&lt;/mo&gt;&lt;mn&gt;16&lt;/mn&gt;&lt;mrow data-mjx-texclass=&quot;ORD&quot;&gt;&lt;mo data-mjx-pseudoscript=&quot;true&quot;&gt;°&lt;/mo&gt;&lt;/mrow&gt;&lt;mo data-mjx-texclass=&quot;CLOSE&quot;&gt;)&lt;/mo&gt;&lt;/mrow&gt;&lt;mo&gt;=&lt;/mo&gt;&lt;mn&gt;85&lt;/mn&gt;&lt;/mstyle&gt;&lt;mtext&gt;&lt;/mtext&gt;&lt;mtext&gt;&lt;/mtext&gt;&lt;mtext&gt;&lt;/mtext&gt;&lt;mtext&gt;&lt;/mtext&gt;&lt;mtext&gt;&lt;/mtext&gt;&lt;mtext&gt;&lt;/mtext&gt;&lt;mn&gt;85&lt;/mn&gt;&lt;mo&gt;×&lt;/mo&gt;&lt;mi&gt;cos&lt;/mi&gt;&lt;mo data-mjx-texclass=&quot;NONE&quot;&gt;⁡&lt;/mo&gt;&lt;mrow data-mjx-texclass=&quot;INNER&quot;&gt;&lt;mo data-mjx-texclass=&quot;OPEN&quot;&gt;(&lt;/mo&gt;&lt;mi&gt;q&lt;/mi&gt;&lt;mrow data-mjx-texclass=&quot;ORD&quot;&gt;&lt;mo data-mjx-pseudoscript=&quot;true&quot;&gt;°&lt;/mo&gt;&lt;/mrow&gt;&lt;mo data-mjx-texclass=&quot;CLOSE&quot;&gt;)&lt;/mo&gt;&lt;/mrow&gt;&lt;mo&gt;=&lt;/mo&gt;&lt;mn&gt;16&lt;/mn&gt;&lt;mtext&gt;&lt;/mtext&gt;&lt;mtext&gt;&lt;/mtext&gt;&lt;mtext&gt;&lt;/mtext&gt;&lt;mtext&gt;&lt;/mtext&gt;&lt;mtext&gt;&lt;/mtext&gt;&lt;mtext&gt;&lt;/mtext&gt;&lt;mtext&gt;&lt;/mtext&gt;&lt;mfrac&gt;&lt;mrow&gt;&lt;mi&gt;cos&lt;/mi&gt;&lt;mo data-mjx-texclass=&quot;NONE&quot;&gt;⁡&lt;/mo&gt;&lt;mrow data-mjx-texclass=&quot;INNER&quot;&gt;&lt;mo data-mjx-texclass=&quot;OPEN&quot;&gt;(&lt;/mo&gt;&lt;mn&gt;16&lt;/mn&gt;&lt;mrow data-mjx-texclass=&quot;ORD&quot;&gt;&lt;mo data-mjx-pseudoscript=&quot;true&quot;&gt;°&lt;/mo&gt;&lt;/mrow&gt;&lt;mo data-mjx-texclass=&quot;CLOSE&quot;&gt;)&lt;/mo&gt;&lt;/mrow&gt;&lt;/mrow&gt;&lt;mi&gt;q&lt;/mi&gt;&lt;/mfrac&gt;&lt;mo&gt;=&lt;/mo&gt;&lt;mn&gt;85&lt;/mn&gt;&lt;/math&gt;" id="1232" name="Google Shape;1232;p78" title="85 over q equals cosine 16 degrees 85 over cosine 16 degrees equals q q times cosine 16 degrees equals 85 85 times cosine q degrees equals 16 cosine 16 degrees over q equals 85"/>
          <p:cNvPicPr preferRelativeResize="0"/>
          <p:nvPr/>
        </p:nvPicPr>
        <p:blipFill rotWithShape="1">
          <a:blip r:embed="rId5">
            <a:alphaModFix/>
          </a:blip>
          <a:srcRect b="0" l="36249" r="43669" t="0"/>
          <a:stretch/>
        </p:blipFill>
        <p:spPr>
          <a:xfrm>
            <a:off x="754750" y="3703550"/>
            <a:ext cx="1860101" cy="561600"/>
          </a:xfrm>
          <a:prstGeom prst="rect">
            <a:avLst/>
          </a:prstGeom>
          <a:noFill/>
          <a:ln>
            <a:noFill/>
          </a:ln>
        </p:spPr>
      </p:pic>
      <p:pic>
        <p:nvPicPr>
          <p:cNvPr descr="&lt;math xmlns=&quot;http://www.w3.org/1998/Math/MathML&quot; display=&quot;block&quot; data-is-equatio=&quot;1&quot; data-latex=&quot;\textcolor{#FFFFF}{\frac{85}{q}=\cos\left(16°\right)\ \ \ \ \ \frac{85}{\cos\left(16°\right)}=q\ \ \ \ \ q\times\cos\left(16°\right)=85}\ \ \ \ \ \ 85\times\cos\left(q°\right)=16\ \ \ \ \ \ \ \frac{\cos\left(16°\right)}{q}=85&quot;&gt;&lt;mstyle mathcolor=&quot;#FFFFF&quot;&gt;&lt;mfrac&gt;&lt;mn&gt;85&lt;/mn&gt;&lt;mi&gt;q&lt;/mi&gt;&lt;/mfrac&gt;&lt;mo&gt;=&lt;/mo&gt;&lt;mi&gt;cos&lt;/mi&gt;&lt;mo data-mjx-texclass=&quot;NONE&quot;&gt;⁡&lt;/mo&gt;&lt;mrow data-mjx-texclass=&quot;INNER&quot;&gt;&lt;mo data-mjx-texclass=&quot;OPEN&quot;&gt;(&lt;/mo&gt;&lt;mn&gt;16&lt;/mn&gt;&lt;mrow data-mjx-texclass=&quot;ORD&quot;&gt;&lt;mo data-mjx-pseudoscript=&quot;true&quot;&gt;°&lt;/mo&gt;&lt;/mrow&gt;&lt;mo data-mjx-texclass=&quot;CLOSE&quot;&gt;)&lt;/mo&gt;&lt;/mrow&gt;&lt;mtext&gt;&lt;/mtext&gt;&lt;mtext&gt;&lt;/mtext&gt;&lt;mtext&gt;&lt;/mtext&gt;&lt;mtext&gt;&lt;/mtext&gt;&lt;mtext&gt;&lt;/mtext&gt;&lt;mfrac&gt;&lt;mn&gt;85&lt;/mn&gt;&lt;mrow&gt;&lt;mi&gt;cos&lt;/mi&gt;&lt;mo data-mjx-texclass=&quot;NONE&quot;&gt;⁡&lt;/mo&gt;&lt;mrow data-mjx-texclass=&quot;INNER&quot;&gt;&lt;mo data-mjx-texclass=&quot;OPEN&quot;&gt;(&lt;/mo&gt;&lt;mn&gt;16&lt;/mn&gt;&lt;mrow data-mjx-texclass=&quot;ORD&quot;&gt;&lt;mo data-mjx-pseudoscript=&quot;true&quot;&gt;°&lt;/mo&gt;&lt;/mrow&gt;&lt;mo data-mjx-texclass=&quot;CLOSE&quot;&gt;)&lt;/mo&gt;&lt;/mrow&gt;&lt;/mrow&gt;&lt;/mfrac&gt;&lt;mo&gt;=&lt;/mo&gt;&lt;mi&gt;q&lt;/mi&gt;&lt;mtext&gt;&lt;/mtext&gt;&lt;mtext&gt;&lt;/mtext&gt;&lt;mtext&gt;&lt;/mtext&gt;&lt;mtext&gt;&lt;/mtext&gt;&lt;mtext&gt;&lt;/mtext&gt;&lt;mi&gt;q&lt;/mi&gt;&lt;mo&gt;×&lt;/mo&gt;&lt;mi&gt;cos&lt;/mi&gt;&lt;mo data-mjx-texclass=&quot;NONE&quot;&gt;⁡&lt;/mo&gt;&lt;mrow data-mjx-texclass=&quot;INNER&quot;&gt;&lt;mo data-mjx-texclass=&quot;OPEN&quot;&gt;(&lt;/mo&gt;&lt;mn&gt;16&lt;/mn&gt;&lt;mrow data-mjx-texclass=&quot;ORD&quot;&gt;&lt;mo data-mjx-pseudoscript=&quot;true&quot;&gt;°&lt;/mo&gt;&lt;/mrow&gt;&lt;mo data-mjx-texclass=&quot;CLOSE&quot;&gt;)&lt;/mo&gt;&lt;/mrow&gt;&lt;mo&gt;=&lt;/mo&gt;&lt;mn&gt;85&lt;/mn&gt;&lt;/mstyle&gt;&lt;mtext&gt;&lt;/mtext&gt;&lt;mtext&gt;&lt;/mtext&gt;&lt;mtext&gt;&lt;/mtext&gt;&lt;mtext&gt;&lt;/mtext&gt;&lt;mtext&gt;&lt;/mtext&gt;&lt;mtext&gt;&lt;/mtext&gt;&lt;mn&gt;85&lt;/mn&gt;&lt;mo&gt;×&lt;/mo&gt;&lt;mi&gt;cos&lt;/mi&gt;&lt;mo data-mjx-texclass=&quot;NONE&quot;&gt;⁡&lt;/mo&gt;&lt;mrow data-mjx-texclass=&quot;INNER&quot;&gt;&lt;mo data-mjx-texclass=&quot;OPEN&quot;&gt;(&lt;/mo&gt;&lt;mi&gt;q&lt;/mi&gt;&lt;mrow data-mjx-texclass=&quot;ORD&quot;&gt;&lt;mo data-mjx-pseudoscript=&quot;true&quot;&gt;°&lt;/mo&gt;&lt;/mrow&gt;&lt;mo data-mjx-texclass=&quot;CLOSE&quot;&gt;)&lt;/mo&gt;&lt;/mrow&gt;&lt;mo&gt;=&lt;/mo&gt;&lt;mn&gt;16&lt;/mn&gt;&lt;mtext&gt;&lt;/mtext&gt;&lt;mtext&gt;&lt;/mtext&gt;&lt;mtext&gt;&lt;/mtext&gt;&lt;mtext&gt;&lt;/mtext&gt;&lt;mtext&gt;&lt;/mtext&gt;&lt;mtext&gt;&lt;/mtext&gt;&lt;mtext&gt;&lt;/mtext&gt;&lt;mfrac&gt;&lt;mrow&gt;&lt;mi&gt;cos&lt;/mi&gt;&lt;mo data-mjx-texclass=&quot;NONE&quot;&gt;⁡&lt;/mo&gt;&lt;mrow data-mjx-texclass=&quot;INNER&quot;&gt;&lt;mo data-mjx-texclass=&quot;OPEN&quot;&gt;(&lt;/mo&gt;&lt;mn&gt;16&lt;/mn&gt;&lt;mrow data-mjx-texclass=&quot;ORD&quot;&gt;&lt;mo data-mjx-pseudoscript=&quot;true&quot;&gt;°&lt;/mo&gt;&lt;/mrow&gt;&lt;mo data-mjx-texclass=&quot;CLOSE&quot;&gt;)&lt;/mo&gt;&lt;/mrow&gt;&lt;/mrow&gt;&lt;mi&gt;q&lt;/mi&gt;&lt;/mfrac&gt;&lt;mo&gt;=&lt;/mo&gt;&lt;mn&gt;85&lt;/mn&gt;&lt;/math&gt;" id="1233" name="Google Shape;1233;p78" title="85 over q equals cosine 16 degrees 85 over cosine 16 degrees equals q q times cosine 16 degrees equals 85 85 times cosine q degrees equals 16 cosine 16 degrees over q equals 85"/>
          <p:cNvPicPr preferRelativeResize="0"/>
          <p:nvPr/>
        </p:nvPicPr>
        <p:blipFill rotWithShape="1">
          <a:blip r:embed="rId5">
            <a:alphaModFix/>
          </a:blip>
          <a:srcRect b="0" l="19158" r="65836" t="0"/>
          <a:stretch/>
        </p:blipFill>
        <p:spPr>
          <a:xfrm>
            <a:off x="781652" y="2811425"/>
            <a:ext cx="1389752" cy="561600"/>
          </a:xfrm>
          <a:prstGeom prst="rect">
            <a:avLst/>
          </a:prstGeom>
          <a:noFill/>
          <a:ln>
            <a:noFill/>
          </a:ln>
        </p:spPr>
      </p:pic>
      <p:pic>
        <p:nvPicPr>
          <p:cNvPr descr="&lt;math xmlns=&quot;http://www.w3.org/1998/Math/MathML&quot; display=&quot;block&quot; data-is-equatio=&quot;1&quot; data-latex=&quot;\textcolor{#FFFFF}{\frac{85}{q}=\cos\left(16°\right)\ \ \ \ \ \frac{85}{\cos\left(16°\right)}=q\ \ \ \ \ q\times\cos\left(16°\right)=85}\ \ \ \ \ \ 85\times\cos\left(q°\right)=16\ \ \ \ \ \ \ \frac{\cos\left(16°\right)}{q}=85&quot;&gt;&lt;mstyle mathcolor=&quot;#FFFFF&quot;&gt;&lt;mfrac&gt;&lt;mn&gt;85&lt;/mn&gt;&lt;mi&gt;q&lt;/mi&gt;&lt;/mfrac&gt;&lt;mo&gt;=&lt;/mo&gt;&lt;mi&gt;cos&lt;/mi&gt;&lt;mo data-mjx-texclass=&quot;NONE&quot;&gt;⁡&lt;/mo&gt;&lt;mrow data-mjx-texclass=&quot;INNER&quot;&gt;&lt;mo data-mjx-texclass=&quot;OPEN&quot;&gt;(&lt;/mo&gt;&lt;mn&gt;16&lt;/mn&gt;&lt;mrow data-mjx-texclass=&quot;ORD&quot;&gt;&lt;mo data-mjx-pseudoscript=&quot;true&quot;&gt;°&lt;/mo&gt;&lt;/mrow&gt;&lt;mo data-mjx-texclass=&quot;CLOSE&quot;&gt;)&lt;/mo&gt;&lt;/mrow&gt;&lt;mtext&gt;&lt;/mtext&gt;&lt;mtext&gt;&lt;/mtext&gt;&lt;mtext&gt;&lt;/mtext&gt;&lt;mtext&gt;&lt;/mtext&gt;&lt;mtext&gt;&lt;/mtext&gt;&lt;mfrac&gt;&lt;mn&gt;85&lt;/mn&gt;&lt;mrow&gt;&lt;mi&gt;cos&lt;/mi&gt;&lt;mo data-mjx-texclass=&quot;NONE&quot;&gt;⁡&lt;/mo&gt;&lt;mrow data-mjx-texclass=&quot;INNER&quot;&gt;&lt;mo data-mjx-texclass=&quot;OPEN&quot;&gt;(&lt;/mo&gt;&lt;mn&gt;16&lt;/mn&gt;&lt;mrow data-mjx-texclass=&quot;ORD&quot;&gt;&lt;mo data-mjx-pseudoscript=&quot;true&quot;&gt;°&lt;/mo&gt;&lt;/mrow&gt;&lt;mo data-mjx-texclass=&quot;CLOSE&quot;&gt;)&lt;/mo&gt;&lt;/mrow&gt;&lt;/mrow&gt;&lt;/mfrac&gt;&lt;mo&gt;=&lt;/mo&gt;&lt;mi&gt;q&lt;/mi&gt;&lt;mtext&gt;&lt;/mtext&gt;&lt;mtext&gt;&lt;/mtext&gt;&lt;mtext&gt;&lt;/mtext&gt;&lt;mtext&gt;&lt;/mtext&gt;&lt;mtext&gt;&lt;/mtext&gt;&lt;mi&gt;q&lt;/mi&gt;&lt;mo&gt;×&lt;/mo&gt;&lt;mi&gt;cos&lt;/mi&gt;&lt;mo data-mjx-texclass=&quot;NONE&quot;&gt;⁡&lt;/mo&gt;&lt;mrow data-mjx-texclass=&quot;INNER&quot;&gt;&lt;mo data-mjx-texclass=&quot;OPEN&quot;&gt;(&lt;/mo&gt;&lt;mn&gt;16&lt;/mn&gt;&lt;mrow data-mjx-texclass=&quot;ORD&quot;&gt;&lt;mo data-mjx-pseudoscript=&quot;true&quot;&gt;°&lt;/mo&gt;&lt;/mrow&gt;&lt;mo data-mjx-texclass=&quot;CLOSE&quot;&gt;)&lt;/mo&gt;&lt;/mrow&gt;&lt;mo&gt;=&lt;/mo&gt;&lt;mn&gt;85&lt;/mn&gt;&lt;/mstyle&gt;&lt;mtext&gt;&lt;/mtext&gt;&lt;mtext&gt;&lt;/mtext&gt;&lt;mtext&gt;&lt;/mtext&gt;&lt;mtext&gt;&lt;/mtext&gt;&lt;mtext&gt;&lt;/mtext&gt;&lt;mtext&gt;&lt;/mtext&gt;&lt;mn&gt;85&lt;/mn&gt;&lt;mo&gt;×&lt;/mo&gt;&lt;mi&gt;cos&lt;/mi&gt;&lt;mo data-mjx-texclass=&quot;NONE&quot;&gt;⁡&lt;/mo&gt;&lt;mrow data-mjx-texclass=&quot;INNER&quot;&gt;&lt;mo data-mjx-texclass=&quot;OPEN&quot;&gt;(&lt;/mo&gt;&lt;mi&gt;q&lt;/mi&gt;&lt;mrow data-mjx-texclass=&quot;ORD&quot;&gt;&lt;mo data-mjx-pseudoscript=&quot;true&quot;&gt;°&lt;/mo&gt;&lt;/mrow&gt;&lt;mo data-mjx-texclass=&quot;CLOSE&quot;&gt;)&lt;/mo&gt;&lt;/mrow&gt;&lt;mo&gt;=&lt;/mo&gt;&lt;mn&gt;16&lt;/mn&gt;&lt;mtext&gt;&lt;/mtext&gt;&lt;mtext&gt;&lt;/mtext&gt;&lt;mtext&gt;&lt;/mtext&gt;&lt;mtext&gt;&lt;/mtext&gt;&lt;mtext&gt;&lt;/mtext&gt;&lt;mtext&gt;&lt;/mtext&gt;&lt;mtext&gt;&lt;/mtext&gt;&lt;mfrac&gt;&lt;mrow&gt;&lt;mi&gt;cos&lt;/mi&gt;&lt;mo data-mjx-texclass=&quot;NONE&quot;&gt;⁡&lt;/mo&gt;&lt;mrow data-mjx-texclass=&quot;INNER&quot;&gt;&lt;mo data-mjx-texclass=&quot;OPEN&quot;&gt;(&lt;/mo&gt;&lt;mn&gt;16&lt;/mn&gt;&lt;mrow data-mjx-texclass=&quot;ORD&quot;&gt;&lt;mo data-mjx-pseudoscript=&quot;true&quot;&gt;°&lt;/mo&gt;&lt;/mrow&gt;&lt;mo data-mjx-texclass=&quot;CLOSE&quot;&gt;)&lt;/mo&gt;&lt;/mrow&gt;&lt;/mrow&gt;&lt;mi&gt;q&lt;/mi&gt;&lt;/mfrac&gt;&lt;mo&gt;=&lt;/mo&gt;&lt;mn&gt;85&lt;/mn&gt;&lt;/math&gt;" id="1234" name="Google Shape;1234;p78" title="85 over q equals cosine 16 degrees 85 over cosine 16 degrees equals q q times cosine 16 degrees equals 85 85 times cosine q degrees equals 16 cosine 16 degrees over q equals 85"/>
          <p:cNvPicPr preferRelativeResize="0"/>
          <p:nvPr/>
        </p:nvPicPr>
        <p:blipFill rotWithShape="1">
          <a:blip r:embed="rId5">
            <a:alphaModFix/>
          </a:blip>
          <a:srcRect b="0" l="0" r="83965" t="0"/>
          <a:stretch/>
        </p:blipFill>
        <p:spPr>
          <a:xfrm>
            <a:off x="776949" y="1919300"/>
            <a:ext cx="1485225" cy="561600"/>
          </a:xfrm>
          <a:prstGeom prst="rect">
            <a:avLst/>
          </a:prstGeom>
          <a:noFill/>
          <a:ln>
            <a:noFill/>
          </a:ln>
        </p:spPr>
      </p:pic>
      <p:sp>
        <p:nvSpPr>
          <p:cNvPr id="1235" name="Google Shape;1235;p78"/>
          <p:cNvSpPr/>
          <p:nvPr/>
        </p:nvSpPr>
        <p:spPr>
          <a:xfrm flipH="1">
            <a:off x="7658428" y="1673451"/>
            <a:ext cx="2067600" cy="2074500"/>
          </a:xfrm>
          <a:prstGeom prst="arc">
            <a:avLst>
              <a:gd fmla="val 20215124" name="adj1"/>
              <a:gd fmla="val 0" name="adj2"/>
            </a:avLst>
          </a:prstGeom>
          <a:noFill/>
          <a:ln cap="flat" cmpd="sng" w="28575">
            <a:solidFill>
              <a:srgbClr val="845AD9"/>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cxnSp>
        <p:nvCxnSpPr>
          <p:cNvPr id="1236" name="Google Shape;1236;p78"/>
          <p:cNvCxnSpPr/>
          <p:nvPr/>
        </p:nvCxnSpPr>
        <p:spPr>
          <a:xfrm flipH="1" rot="10800000">
            <a:off x="6180494" y="2811321"/>
            <a:ext cx="2547300" cy="29400"/>
          </a:xfrm>
          <a:prstGeom prst="straightConnector1">
            <a:avLst/>
          </a:prstGeom>
          <a:noFill/>
          <a:ln cap="flat" cmpd="sng" w="28575">
            <a:solidFill>
              <a:schemeClr val="accent4"/>
            </a:solidFill>
            <a:prstDash val="solid"/>
            <a:round/>
            <a:headEnd len="med" w="med" type="triangle"/>
            <a:tailEnd len="med" w="med" type="triangle"/>
          </a:ln>
        </p:spPr>
      </p:cxnSp>
      <p:sp>
        <p:nvSpPr>
          <p:cNvPr id="1237" name="Google Shape;1237;p78"/>
          <p:cNvSpPr/>
          <p:nvPr/>
        </p:nvSpPr>
        <p:spPr>
          <a:xfrm flipH="1" rot="6710224">
            <a:off x="6500685" y="1855392"/>
            <a:ext cx="179047" cy="179994"/>
          </a:xfrm>
          <a:prstGeom prst="rect">
            <a:avLst/>
          </a:prstGeom>
          <a:noFill/>
          <a:ln cap="flat" cmpd="sng" w="28575">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sp>
        <p:nvSpPr>
          <p:cNvPr id="1238" name="Google Shape;1238;p78"/>
          <p:cNvSpPr txBox="1"/>
          <p:nvPr/>
        </p:nvSpPr>
        <p:spPr>
          <a:xfrm>
            <a:off x="6951420" y="2894771"/>
            <a:ext cx="907800" cy="320700"/>
          </a:xfrm>
          <a:prstGeom prst="rect">
            <a:avLst/>
          </a:prstGeom>
          <a:noFill/>
          <a:ln>
            <a:noFill/>
          </a:ln>
        </p:spPr>
        <p:txBody>
          <a:bodyPr anchorCtr="0" anchor="ctr" bIns="0" lIns="0" spcFirstLastPara="1" rIns="0" wrap="square" tIns="0">
            <a:noAutofit/>
          </a:bodyPr>
          <a:lstStyle/>
          <a:p>
            <a:pPr indent="0" lvl="0" marL="0" rtl="0" algn="ctr">
              <a:lnSpc>
                <a:spcPct val="100000"/>
              </a:lnSpc>
              <a:spcBef>
                <a:spcPts val="0"/>
              </a:spcBef>
              <a:spcAft>
                <a:spcPts val="0"/>
              </a:spcAft>
              <a:buNone/>
            </a:pPr>
            <a:r>
              <a:rPr i="1" lang="en-GB" sz="2200">
                <a:solidFill>
                  <a:schemeClr val="dk1"/>
                </a:solidFill>
                <a:latin typeface="Times New Roman"/>
                <a:ea typeface="Times New Roman"/>
                <a:cs typeface="Times New Roman"/>
                <a:sym typeface="Times New Roman"/>
              </a:rPr>
              <a:t>q</a:t>
            </a:r>
            <a:r>
              <a:rPr lang="en-GB" sz="1800">
                <a:solidFill>
                  <a:srgbClr val="000000"/>
                </a:solidFill>
                <a:latin typeface="Lexend"/>
                <a:ea typeface="Lexend"/>
                <a:cs typeface="Lexend"/>
                <a:sym typeface="Lexend"/>
              </a:rPr>
              <a:t> cm</a:t>
            </a:r>
            <a:endParaRPr sz="1800">
              <a:solidFill>
                <a:srgbClr val="000000"/>
              </a:solidFill>
              <a:latin typeface="Lexend"/>
              <a:ea typeface="Lexend"/>
              <a:cs typeface="Lexend"/>
              <a:sym typeface="Lexend"/>
            </a:endParaRPr>
          </a:p>
        </p:txBody>
      </p:sp>
      <p:sp>
        <p:nvSpPr>
          <p:cNvPr id="1239" name="Google Shape;1239;p78"/>
          <p:cNvSpPr txBox="1"/>
          <p:nvPr/>
        </p:nvSpPr>
        <p:spPr>
          <a:xfrm flipH="1">
            <a:off x="7732995" y="2423252"/>
            <a:ext cx="402900" cy="249900"/>
          </a:xfrm>
          <a:prstGeom prst="rect">
            <a:avLst/>
          </a:prstGeom>
          <a:noFill/>
          <a:ln>
            <a:noFill/>
          </a:ln>
        </p:spPr>
        <p:txBody>
          <a:bodyPr anchorCtr="0" anchor="t" bIns="0" lIns="0" spcFirstLastPara="1" rIns="0" wrap="square" tIns="0">
            <a:noAutofit/>
          </a:bodyPr>
          <a:lstStyle/>
          <a:p>
            <a:pPr indent="0" lvl="0" marL="0" rtl="0" algn="l">
              <a:lnSpc>
                <a:spcPct val="130000"/>
              </a:lnSpc>
              <a:spcBef>
                <a:spcPts val="0"/>
              </a:spcBef>
              <a:spcAft>
                <a:spcPts val="1000"/>
              </a:spcAft>
              <a:buNone/>
            </a:pPr>
            <a:r>
              <a:rPr lang="en-GB" sz="1800">
                <a:latin typeface="Lexend"/>
                <a:ea typeface="Lexend"/>
                <a:cs typeface="Lexend"/>
                <a:sym typeface="Lexend"/>
              </a:rPr>
              <a:t>16</a:t>
            </a:r>
            <a:r>
              <a:rPr lang="en-GB" sz="1800">
                <a:solidFill>
                  <a:srgbClr val="000000"/>
                </a:solidFill>
                <a:latin typeface="Lexend"/>
                <a:ea typeface="Lexend"/>
                <a:cs typeface="Lexend"/>
                <a:sym typeface="Lexend"/>
              </a:rPr>
              <a:t>°</a:t>
            </a:r>
            <a:endParaRPr sz="1800">
              <a:solidFill>
                <a:srgbClr val="000000"/>
              </a:solidFill>
              <a:latin typeface="Lexend"/>
              <a:ea typeface="Lexend"/>
              <a:cs typeface="Lexend"/>
              <a:sym typeface="Lexend"/>
            </a:endParaRPr>
          </a:p>
        </p:txBody>
      </p:sp>
      <p:sp>
        <p:nvSpPr>
          <p:cNvPr id="1240" name="Google Shape;1240;p78"/>
          <p:cNvSpPr txBox="1"/>
          <p:nvPr/>
        </p:nvSpPr>
        <p:spPr>
          <a:xfrm>
            <a:off x="7401839" y="1830846"/>
            <a:ext cx="864600" cy="320700"/>
          </a:xfrm>
          <a:prstGeom prst="rect">
            <a:avLst/>
          </a:prstGeom>
          <a:noFill/>
          <a:ln>
            <a:noFill/>
          </a:ln>
        </p:spPr>
        <p:txBody>
          <a:bodyPr anchorCtr="0" anchor="ctr" bIns="0" lIns="0" spcFirstLastPara="1" rIns="0" wrap="square" tIns="0">
            <a:noAutofit/>
          </a:bodyPr>
          <a:lstStyle/>
          <a:p>
            <a:pPr indent="0" lvl="0" marL="0" rtl="0" algn="ctr">
              <a:lnSpc>
                <a:spcPct val="100000"/>
              </a:lnSpc>
              <a:spcBef>
                <a:spcPts val="0"/>
              </a:spcBef>
              <a:spcAft>
                <a:spcPts val="0"/>
              </a:spcAft>
              <a:buNone/>
            </a:pPr>
            <a:r>
              <a:rPr lang="en-GB" sz="1800">
                <a:latin typeface="Lexend"/>
                <a:ea typeface="Lexend"/>
                <a:cs typeface="Lexend"/>
                <a:sym typeface="Lexend"/>
              </a:rPr>
              <a:t>85</a:t>
            </a:r>
            <a:r>
              <a:rPr lang="en-GB" sz="1800">
                <a:solidFill>
                  <a:srgbClr val="000000"/>
                </a:solidFill>
                <a:latin typeface="Lexend"/>
                <a:ea typeface="Lexend"/>
                <a:cs typeface="Lexend"/>
                <a:sym typeface="Lexend"/>
              </a:rPr>
              <a:t> m</a:t>
            </a:r>
            <a:endParaRPr sz="1800">
              <a:solidFill>
                <a:srgbClr val="000000"/>
              </a:solidFill>
              <a:latin typeface="Lexend"/>
              <a:ea typeface="Lexend"/>
              <a:cs typeface="Lexend"/>
              <a:sym typeface="Lexend"/>
            </a:endParaRPr>
          </a:p>
        </p:txBody>
      </p:sp>
      <p:sp>
        <p:nvSpPr>
          <p:cNvPr id="1241" name="Google Shape;1241;p78"/>
          <p:cNvSpPr/>
          <p:nvPr/>
        </p:nvSpPr>
        <p:spPr>
          <a:xfrm flipH="1" rot="-9493624">
            <a:off x="6276816" y="2228796"/>
            <a:ext cx="2354357" cy="972338"/>
          </a:xfrm>
          <a:prstGeom prst="rtTriangle">
            <a:avLst/>
          </a:prstGeom>
          <a:noFill/>
          <a:ln cap="flat" cmpd="sng" w="28575">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cxnSp>
        <p:nvCxnSpPr>
          <p:cNvPr id="1242" name="Google Shape;1242;p78"/>
          <p:cNvCxnSpPr/>
          <p:nvPr/>
        </p:nvCxnSpPr>
        <p:spPr>
          <a:xfrm>
            <a:off x="6605818" y="1716187"/>
            <a:ext cx="2186400" cy="873300"/>
          </a:xfrm>
          <a:prstGeom prst="straightConnector1">
            <a:avLst/>
          </a:prstGeom>
          <a:noFill/>
          <a:ln cap="flat" cmpd="sng" w="28575">
            <a:solidFill>
              <a:schemeClr val="accent4"/>
            </a:solidFill>
            <a:prstDash val="solid"/>
            <a:round/>
            <a:headEnd len="med" w="med" type="triangle"/>
            <a:tailEnd len="med" w="med" type="triangle"/>
          </a:ln>
        </p:spPr>
      </p:cxn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223"/>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229"/>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228"/>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1230"/>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231"/>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46" name="Shape 1246"/>
        <p:cNvGrpSpPr/>
        <p:nvPr/>
      </p:nvGrpSpPr>
      <p:grpSpPr>
        <a:xfrm>
          <a:off x="0" y="0"/>
          <a:ext cx="0" cy="0"/>
          <a:chOff x="0" y="0"/>
          <a:chExt cx="0" cy="0"/>
        </a:xfrm>
      </p:grpSpPr>
      <p:pic>
        <p:nvPicPr>
          <p:cNvPr descr="&lt;math xmlns=&quot;http://www.w3.org/1998/Math/MathML&quot; display=&quot;block&quot; data-is-equatio=&quot;1&quot; data-latex=&quot;\frac{\text{adj}}{h}=\cos\left(\theta°\right)\ \ \ \ \ \frac{\text{ad}\text{j}}{\cos\left(\theta°\right)}=h\ \ \ \ \ h\times\cos\left(\theta°\right)=\text{adj}&quot;&gt;&lt;mfrac&gt;&lt;mtext&gt;adj&lt;/mtext&gt;&lt;mi&gt;h&lt;/mi&gt;&lt;/mfrac&gt;&lt;mo&gt;=&lt;/mo&gt;&lt;mi&gt;cos&lt;/mi&gt;&lt;mo data-mjx-texclass=&quot;NONE&quot;&gt;⁡&lt;/mo&gt;&lt;mrow data-mjx-texclass=&quot;INNER&quot;&gt;&lt;mo data-mjx-texclass=&quot;OPEN&quot;&gt;(&lt;/mo&gt;&lt;mi&gt;θ&lt;/mi&gt;&lt;mrow data-mjx-texclass=&quot;ORD&quot;&gt;&lt;mo data-mjx-pseudoscript=&quot;true&quot;&gt;°&lt;/mo&gt;&lt;/mrow&gt;&lt;mo data-mjx-texclass=&quot;CLOSE&quot;&gt;)&lt;/mo&gt;&lt;/mrow&gt;&lt;mtext&gt;&lt;/mtext&gt;&lt;mtext&gt;&lt;/mtext&gt;&lt;mtext&gt;&lt;/mtext&gt;&lt;mtext&gt;&lt;/mtext&gt;&lt;mtext&gt;&lt;/mtext&gt;&lt;mfrac&gt;&lt;mrow&gt;&lt;mtext&gt;ad&lt;/mtext&gt;&lt;mtext&gt;j&lt;/mtext&gt;&lt;/mrow&gt;&lt;mrow&gt;&lt;mi&gt;cos&lt;/mi&gt;&lt;mo data-mjx-texclass=&quot;NONE&quot;&gt;⁡&lt;/mo&gt;&lt;mrow data-mjx-texclass=&quot;INNER&quot;&gt;&lt;mo data-mjx-texclass=&quot;OPEN&quot;&gt;(&lt;/mo&gt;&lt;mi&gt;θ&lt;/mi&gt;&lt;mrow data-mjx-texclass=&quot;ORD&quot;&gt;&lt;mo data-mjx-pseudoscript=&quot;true&quot;&gt;°&lt;/mo&gt;&lt;/mrow&gt;&lt;mo data-mjx-texclass=&quot;CLOSE&quot;&gt;)&lt;/mo&gt;&lt;/mrow&gt;&lt;/mrow&gt;&lt;/mfrac&gt;&lt;mo&gt;=&lt;/mo&gt;&lt;mi&gt;h&lt;/mi&gt;&lt;mtext&gt;&lt;/mtext&gt;&lt;mtext&gt;&lt;/mtext&gt;&lt;mtext&gt;&lt;/mtext&gt;&lt;mtext&gt;&lt;/mtext&gt;&lt;mtext&gt;&lt;/mtext&gt;&lt;mi&gt;h&lt;/mi&gt;&lt;mo&gt;×&lt;/mo&gt;&lt;mi&gt;cos&lt;/mi&gt;&lt;mo data-mjx-texclass=&quot;NONE&quot;&gt;⁡&lt;/mo&gt;&lt;mrow data-mjx-texclass=&quot;INNER&quot;&gt;&lt;mo data-mjx-texclass=&quot;OPEN&quot;&gt;(&lt;/mo&gt;&lt;mi&gt;θ&lt;/mi&gt;&lt;mrow data-mjx-texclass=&quot;ORD&quot;&gt;&lt;mo data-mjx-pseudoscript=&quot;true&quot;&gt;°&lt;/mo&gt;&lt;/mrow&gt;&lt;mo data-mjx-texclass=&quot;CLOSE&quot;&gt;)&lt;/mo&gt;&lt;/mrow&gt;&lt;mo&gt;=&lt;/mo&gt;&lt;mtext&gt;adj&lt;/mtext&gt;&lt;/math&gt;" id="1247" name="Google Shape;1247;p79" title="adj over h equals cosine theta degrees the fraction with numerator ad j and denominator cosine theta degrees equals h h times cosine theta degrees equals adj"/>
          <p:cNvPicPr preferRelativeResize="0"/>
          <p:nvPr/>
        </p:nvPicPr>
        <p:blipFill rotWithShape="1">
          <a:blip r:embed="rId3">
            <a:alphaModFix/>
          </a:blip>
          <a:srcRect b="0" l="34162" r="36761" t="0"/>
          <a:stretch/>
        </p:blipFill>
        <p:spPr>
          <a:xfrm>
            <a:off x="6734778" y="2604243"/>
            <a:ext cx="1656126" cy="655425"/>
          </a:xfrm>
          <a:prstGeom prst="rect">
            <a:avLst/>
          </a:prstGeom>
          <a:noFill/>
          <a:ln>
            <a:noFill/>
          </a:ln>
        </p:spPr>
      </p:pic>
      <p:pic>
        <p:nvPicPr>
          <p:cNvPr descr="&lt;math xmlns=&quot;http://www.w3.org/1998/Math/MathML&quot; display=&quot;block&quot; data-is-equatio=&quot;1&quot; data-latex=&quot;\frac{\text{adj}}{h}=\cos\left(\theta°\right)\ \ \ \ \ \frac{\text{ad}\text{j}}{\cos\left(\theta°\right)}=h\ \ \ \ \ h\times\cos\left(\theta°\right)=\text{adj}&quot;&gt;&lt;mfrac&gt;&lt;mtext&gt;adj&lt;/mtext&gt;&lt;mi&gt;h&lt;/mi&gt;&lt;/mfrac&gt;&lt;mo&gt;=&lt;/mo&gt;&lt;mi&gt;cos&lt;/mi&gt;&lt;mo data-mjx-texclass=&quot;NONE&quot;&gt;⁡&lt;/mo&gt;&lt;mrow data-mjx-texclass=&quot;INNER&quot;&gt;&lt;mo data-mjx-texclass=&quot;OPEN&quot;&gt;(&lt;/mo&gt;&lt;mi&gt;θ&lt;/mi&gt;&lt;mrow data-mjx-texclass=&quot;ORD&quot;&gt;&lt;mo data-mjx-pseudoscript=&quot;true&quot;&gt;°&lt;/mo&gt;&lt;/mrow&gt;&lt;mo data-mjx-texclass=&quot;CLOSE&quot;&gt;)&lt;/mo&gt;&lt;/mrow&gt;&lt;mtext&gt;&lt;/mtext&gt;&lt;mtext&gt;&lt;/mtext&gt;&lt;mtext&gt;&lt;/mtext&gt;&lt;mtext&gt;&lt;/mtext&gt;&lt;mtext&gt;&lt;/mtext&gt;&lt;mfrac&gt;&lt;mrow&gt;&lt;mtext&gt;ad&lt;/mtext&gt;&lt;mtext&gt;j&lt;/mtext&gt;&lt;/mrow&gt;&lt;mrow&gt;&lt;mi&gt;cos&lt;/mi&gt;&lt;mo data-mjx-texclass=&quot;NONE&quot;&gt;⁡&lt;/mo&gt;&lt;mrow data-mjx-texclass=&quot;INNER&quot;&gt;&lt;mo data-mjx-texclass=&quot;OPEN&quot;&gt;(&lt;/mo&gt;&lt;mi&gt;θ&lt;/mi&gt;&lt;mrow data-mjx-texclass=&quot;ORD&quot;&gt;&lt;mo data-mjx-pseudoscript=&quot;true&quot;&gt;°&lt;/mo&gt;&lt;/mrow&gt;&lt;mo data-mjx-texclass=&quot;CLOSE&quot;&gt;)&lt;/mo&gt;&lt;/mrow&gt;&lt;/mrow&gt;&lt;/mfrac&gt;&lt;mo&gt;=&lt;/mo&gt;&lt;mi&gt;h&lt;/mi&gt;&lt;mtext&gt;&lt;/mtext&gt;&lt;mtext&gt;&lt;/mtext&gt;&lt;mtext&gt;&lt;/mtext&gt;&lt;mtext&gt;&lt;/mtext&gt;&lt;mtext&gt;&lt;/mtext&gt;&lt;mi&gt;h&lt;/mi&gt;&lt;mo&gt;×&lt;/mo&gt;&lt;mi&gt;cos&lt;/mi&gt;&lt;mo data-mjx-texclass=&quot;NONE&quot;&gt;⁡&lt;/mo&gt;&lt;mrow data-mjx-texclass=&quot;INNER&quot;&gt;&lt;mo data-mjx-texclass=&quot;OPEN&quot;&gt;(&lt;/mo&gt;&lt;mi&gt;θ&lt;/mi&gt;&lt;mrow data-mjx-texclass=&quot;ORD&quot;&gt;&lt;mo data-mjx-pseudoscript=&quot;true&quot;&gt;°&lt;/mo&gt;&lt;/mrow&gt;&lt;mo data-mjx-texclass=&quot;CLOSE&quot;&gt;)&lt;/mo&gt;&lt;/mrow&gt;&lt;mo&gt;=&lt;/mo&gt;&lt;mtext&gt;adj&lt;/mtext&gt;&lt;/math&gt;" id="1248" name="Google Shape;1248;p79" title="adj over h equals cosine theta degrees the fraction with numerator ad j and denominator cosine theta degrees equals h h times cosine theta degrees equals adj"/>
          <p:cNvPicPr preferRelativeResize="0"/>
          <p:nvPr/>
        </p:nvPicPr>
        <p:blipFill rotWithShape="1">
          <a:blip r:embed="rId3">
            <a:alphaModFix/>
          </a:blip>
          <a:srcRect b="0" l="64787" r="0" t="0"/>
          <a:stretch/>
        </p:blipFill>
        <p:spPr>
          <a:xfrm>
            <a:off x="1028368" y="1218580"/>
            <a:ext cx="2005649" cy="655425"/>
          </a:xfrm>
          <a:prstGeom prst="rect">
            <a:avLst/>
          </a:prstGeom>
          <a:noFill/>
          <a:ln>
            <a:noFill/>
          </a:ln>
        </p:spPr>
      </p:pic>
      <p:sp>
        <p:nvSpPr>
          <p:cNvPr id="1249" name="Google Shape;1249;p79"/>
          <p:cNvSpPr/>
          <p:nvPr/>
        </p:nvSpPr>
        <p:spPr>
          <a:xfrm>
            <a:off x="4462500" y="1156425"/>
            <a:ext cx="1249200" cy="1249500"/>
          </a:xfrm>
          <a:prstGeom prst="arc">
            <a:avLst>
              <a:gd fmla="val 21431706" name="adj1"/>
              <a:gd fmla="val 2341765" name="adj2"/>
            </a:avLst>
          </a:prstGeom>
          <a:solidFill>
            <a:srgbClr val="F3EEFB"/>
          </a:solidFill>
          <a:ln cap="flat" cmpd="sng" w="28575">
            <a:solidFill>
              <a:srgbClr val="845AD9"/>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grpSp>
        <p:nvGrpSpPr>
          <p:cNvPr id="1250" name="Google Shape;1250;p79"/>
          <p:cNvGrpSpPr/>
          <p:nvPr/>
        </p:nvGrpSpPr>
        <p:grpSpPr>
          <a:xfrm rot="2367305">
            <a:off x="5079405" y="1180438"/>
            <a:ext cx="1108219" cy="1589185"/>
            <a:chOff x="-2022025" y="1455875"/>
            <a:chExt cx="960900" cy="2673494"/>
          </a:xfrm>
        </p:grpSpPr>
        <p:sp>
          <p:nvSpPr>
            <p:cNvPr id="1251" name="Google Shape;1251;p79"/>
            <p:cNvSpPr/>
            <p:nvPr/>
          </p:nvSpPr>
          <p:spPr>
            <a:xfrm rot="-5400000">
              <a:off x="-2375725" y="1809575"/>
              <a:ext cx="1668300" cy="960900"/>
            </a:xfrm>
            <a:prstGeom prst="rtTriangle">
              <a:avLst/>
            </a:prstGeom>
            <a:noFill/>
            <a:ln cap="flat" cmpd="sng" w="28575">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cxnSp>
          <p:nvCxnSpPr>
            <p:cNvPr id="1252" name="Google Shape;1252;p79"/>
            <p:cNvCxnSpPr/>
            <p:nvPr/>
          </p:nvCxnSpPr>
          <p:spPr>
            <a:xfrm flipH="1" rot="-6778967">
              <a:off x="-1975754" y="2828102"/>
              <a:ext cx="888964" cy="965733"/>
            </a:xfrm>
            <a:prstGeom prst="straightConnector1">
              <a:avLst/>
            </a:prstGeom>
            <a:noFill/>
            <a:ln cap="flat" cmpd="sng" w="28575">
              <a:solidFill>
                <a:srgbClr val="845AD9"/>
              </a:solidFill>
              <a:prstDash val="solid"/>
              <a:round/>
              <a:headEnd len="med" w="med" type="triangle"/>
              <a:tailEnd len="med" w="med" type="triangle"/>
            </a:ln>
          </p:spPr>
        </p:cxnSp>
      </p:grpSp>
      <p:sp>
        <p:nvSpPr>
          <p:cNvPr id="1253" name="Google Shape;1253;p79"/>
          <p:cNvSpPr/>
          <p:nvPr/>
        </p:nvSpPr>
        <p:spPr>
          <a:xfrm flipH="1">
            <a:off x="2494401" y="3927475"/>
            <a:ext cx="1039500" cy="1039500"/>
          </a:xfrm>
          <a:prstGeom prst="arc">
            <a:avLst>
              <a:gd fmla="val 10771373" name="adj1"/>
              <a:gd fmla="val 14522387" name="adj2"/>
            </a:avLst>
          </a:prstGeom>
          <a:solidFill>
            <a:srgbClr val="F3EEFB"/>
          </a:solidFill>
          <a:ln cap="flat" cmpd="sng" w="28575">
            <a:solidFill>
              <a:srgbClr val="845AD9"/>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grpSp>
        <p:nvGrpSpPr>
          <p:cNvPr id="1254" name="Google Shape;1254;p79"/>
          <p:cNvGrpSpPr/>
          <p:nvPr/>
        </p:nvGrpSpPr>
        <p:grpSpPr>
          <a:xfrm>
            <a:off x="2947199" y="2724167"/>
            <a:ext cx="1072182" cy="1737708"/>
            <a:chOff x="-2089411" y="1392790"/>
            <a:chExt cx="1150780" cy="1746089"/>
          </a:xfrm>
        </p:grpSpPr>
        <p:sp>
          <p:nvSpPr>
            <p:cNvPr id="1255" name="Google Shape;1255;p79"/>
            <p:cNvSpPr/>
            <p:nvPr/>
          </p:nvSpPr>
          <p:spPr>
            <a:xfrm rot="-5400000">
              <a:off x="-2375725" y="1809575"/>
              <a:ext cx="1668300" cy="960900"/>
            </a:xfrm>
            <a:prstGeom prst="rtTriangle">
              <a:avLst/>
            </a:prstGeom>
            <a:noFill/>
            <a:ln cap="flat" cmpd="sng" w="28575">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cxnSp>
          <p:nvCxnSpPr>
            <p:cNvPr id="1256" name="Google Shape;1256;p79"/>
            <p:cNvCxnSpPr/>
            <p:nvPr/>
          </p:nvCxnSpPr>
          <p:spPr>
            <a:xfrm flipH="1">
              <a:off x="-2089411" y="1392790"/>
              <a:ext cx="960900" cy="1668300"/>
            </a:xfrm>
            <a:prstGeom prst="straightConnector1">
              <a:avLst/>
            </a:prstGeom>
            <a:noFill/>
            <a:ln cap="flat" cmpd="sng" w="28575">
              <a:solidFill>
                <a:srgbClr val="845AD9"/>
              </a:solidFill>
              <a:prstDash val="solid"/>
              <a:round/>
              <a:headEnd len="med" w="med" type="triangle"/>
              <a:tailEnd len="med" w="med" type="triangle"/>
            </a:ln>
          </p:spPr>
        </p:cxnSp>
        <p:cxnSp>
          <p:nvCxnSpPr>
            <p:cNvPr id="1257" name="Google Shape;1257;p79"/>
            <p:cNvCxnSpPr/>
            <p:nvPr/>
          </p:nvCxnSpPr>
          <p:spPr>
            <a:xfrm rot="10800000">
              <a:off x="-938630" y="1455879"/>
              <a:ext cx="0" cy="1683000"/>
            </a:xfrm>
            <a:prstGeom prst="straightConnector1">
              <a:avLst/>
            </a:prstGeom>
            <a:noFill/>
            <a:ln cap="flat" cmpd="sng" w="28575">
              <a:solidFill>
                <a:srgbClr val="845AD9"/>
              </a:solidFill>
              <a:prstDash val="solid"/>
              <a:round/>
              <a:headEnd len="med" w="med" type="triangle"/>
              <a:tailEnd len="med" w="med" type="triangle"/>
            </a:ln>
          </p:spPr>
        </p:cxnSp>
      </p:grpSp>
      <p:sp>
        <p:nvSpPr>
          <p:cNvPr id="1258" name="Google Shape;1258;p79"/>
          <p:cNvSpPr txBox="1"/>
          <p:nvPr/>
        </p:nvSpPr>
        <p:spPr>
          <a:xfrm>
            <a:off x="324000" y="610600"/>
            <a:ext cx="8496000" cy="5541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None/>
            </a:pPr>
            <a:r>
              <a:rPr lang="en-GB" sz="1800">
                <a:latin typeface="Lexend"/>
                <a:ea typeface="Lexend"/>
                <a:cs typeface="Lexend"/>
                <a:sym typeface="Lexend"/>
              </a:rPr>
              <a:t>1) Substitute the labelled sides and angle in each triangle into the given version of the cosine formula, and find the length of its missing side.</a:t>
            </a:r>
            <a:endParaRPr sz="1800">
              <a:latin typeface="Lexend"/>
              <a:ea typeface="Lexend"/>
              <a:cs typeface="Lexend"/>
              <a:sym typeface="Lexend"/>
            </a:endParaRPr>
          </a:p>
        </p:txBody>
      </p:sp>
      <p:sp>
        <p:nvSpPr>
          <p:cNvPr id="1259" name="Google Shape;1259;p79"/>
          <p:cNvSpPr txBox="1"/>
          <p:nvPr>
            <p:ph type="title"/>
          </p:nvPr>
        </p:nvSpPr>
        <p:spPr>
          <a:xfrm>
            <a:off x="1479300" y="39650"/>
            <a:ext cx="6855300" cy="382800"/>
          </a:xfrm>
          <a:prstGeom prst="rect">
            <a:avLst/>
          </a:prstGeom>
        </p:spPr>
        <p:txBody>
          <a:bodyPr anchorCtr="0" anchor="b" bIns="0" lIns="0" spcFirstLastPara="1" rIns="0" wrap="square" tIns="0">
            <a:noAutofit/>
          </a:bodyPr>
          <a:lstStyle/>
          <a:p>
            <a:pPr indent="0" lvl="0" marL="0" rtl="0" algn="l">
              <a:spcBef>
                <a:spcPts val="0"/>
              </a:spcBef>
              <a:spcAft>
                <a:spcPts val="0"/>
              </a:spcAft>
              <a:buNone/>
            </a:pPr>
            <a:r>
              <a:rPr lang="en-GB"/>
              <a:t>Formalising the cosine formula</a:t>
            </a:r>
            <a:endParaRPr/>
          </a:p>
        </p:txBody>
      </p:sp>
      <p:cxnSp>
        <p:nvCxnSpPr>
          <p:cNvPr id="1260" name="Google Shape;1260;p79"/>
          <p:cNvCxnSpPr>
            <a:stCxn id="1258" idx="2"/>
          </p:cNvCxnSpPr>
          <p:nvPr/>
        </p:nvCxnSpPr>
        <p:spPr>
          <a:xfrm>
            <a:off x="4572000" y="1164700"/>
            <a:ext cx="0" cy="3642000"/>
          </a:xfrm>
          <a:prstGeom prst="straightConnector1">
            <a:avLst/>
          </a:prstGeom>
          <a:noFill/>
          <a:ln cap="flat" cmpd="sng" w="38100">
            <a:solidFill>
              <a:schemeClr val="accent4"/>
            </a:solidFill>
            <a:prstDash val="solid"/>
            <a:round/>
            <a:headEnd len="med" w="med" type="none"/>
            <a:tailEnd len="med" w="med" type="none"/>
          </a:ln>
        </p:spPr>
      </p:cxnSp>
      <p:sp>
        <p:nvSpPr>
          <p:cNvPr id="1261" name="Google Shape;1261;p79"/>
          <p:cNvSpPr/>
          <p:nvPr/>
        </p:nvSpPr>
        <p:spPr>
          <a:xfrm>
            <a:off x="910275" y="1797353"/>
            <a:ext cx="555900" cy="309600"/>
          </a:xfrm>
          <a:prstGeom prst="rect">
            <a:avLst/>
          </a:prstGeom>
          <a:noFill/>
          <a:ln cap="flat" cmpd="sng" w="28575">
            <a:solidFill>
              <a:srgbClr val="D02AA7"/>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sz="1800">
              <a:solidFill>
                <a:srgbClr val="000000"/>
              </a:solidFill>
              <a:latin typeface="Lexend"/>
              <a:ea typeface="Lexend"/>
              <a:cs typeface="Lexend"/>
              <a:sym typeface="Lexend"/>
            </a:endParaRPr>
          </a:p>
        </p:txBody>
      </p:sp>
      <p:sp>
        <p:nvSpPr>
          <p:cNvPr id="1262" name="Google Shape;1262;p79"/>
          <p:cNvSpPr txBox="1"/>
          <p:nvPr/>
        </p:nvSpPr>
        <p:spPr>
          <a:xfrm>
            <a:off x="1137499" y="1801203"/>
            <a:ext cx="2187000" cy="269700"/>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Clr>
                <a:schemeClr val="dk1"/>
              </a:buClr>
              <a:buSzPts val="1100"/>
              <a:buFont typeface="Arial"/>
              <a:buNone/>
            </a:pPr>
            <a:r>
              <a:rPr lang="en-GB" sz="2200">
                <a:solidFill>
                  <a:schemeClr val="dk1"/>
                </a:solidFill>
                <a:latin typeface="Times New Roman"/>
                <a:ea typeface="Times New Roman"/>
                <a:cs typeface="Times New Roman"/>
                <a:sym typeface="Times New Roman"/>
              </a:rPr>
              <a:t>     </a:t>
            </a:r>
            <a:r>
              <a:rPr lang="en-GB" sz="1800">
                <a:solidFill>
                  <a:schemeClr val="dk1"/>
                </a:solidFill>
                <a:latin typeface="Lexend"/>
                <a:ea typeface="Lexend"/>
                <a:cs typeface="Lexend"/>
                <a:sym typeface="Lexend"/>
              </a:rPr>
              <a:t>× </a:t>
            </a:r>
            <a:r>
              <a:rPr i="1" lang="en-GB" sz="2200">
                <a:solidFill>
                  <a:schemeClr val="dk1"/>
                </a:solidFill>
                <a:latin typeface="Times New Roman"/>
                <a:ea typeface="Times New Roman"/>
                <a:cs typeface="Times New Roman"/>
                <a:sym typeface="Times New Roman"/>
              </a:rPr>
              <a:t> </a:t>
            </a:r>
            <a:r>
              <a:rPr lang="en-GB" sz="2200">
                <a:solidFill>
                  <a:schemeClr val="dk1"/>
                </a:solidFill>
                <a:latin typeface="Times New Roman"/>
                <a:ea typeface="Times New Roman"/>
                <a:cs typeface="Times New Roman"/>
                <a:sym typeface="Times New Roman"/>
              </a:rPr>
              <a:t>cos</a:t>
            </a:r>
            <a:r>
              <a:rPr lang="en-GB" sz="1800">
                <a:solidFill>
                  <a:schemeClr val="dk1"/>
                </a:solidFill>
                <a:latin typeface="Lexend"/>
                <a:ea typeface="Lexend"/>
                <a:cs typeface="Lexend"/>
                <a:sym typeface="Lexend"/>
              </a:rPr>
              <a:t>(         )  =  </a:t>
            </a:r>
            <a:endParaRPr sz="1800">
              <a:latin typeface="Lexend"/>
              <a:ea typeface="Lexend"/>
              <a:cs typeface="Lexend"/>
              <a:sym typeface="Lexend"/>
            </a:endParaRPr>
          </a:p>
        </p:txBody>
      </p:sp>
      <p:sp>
        <p:nvSpPr>
          <p:cNvPr id="1263" name="Google Shape;1263;p79"/>
          <p:cNvSpPr/>
          <p:nvPr/>
        </p:nvSpPr>
        <p:spPr>
          <a:xfrm>
            <a:off x="2188322" y="1797353"/>
            <a:ext cx="575400" cy="309600"/>
          </a:xfrm>
          <a:prstGeom prst="rect">
            <a:avLst/>
          </a:prstGeom>
          <a:noFill/>
          <a:ln cap="flat" cmpd="sng" w="28575">
            <a:solidFill>
              <a:srgbClr val="D02AA7"/>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sz="1800">
              <a:solidFill>
                <a:srgbClr val="000000"/>
              </a:solidFill>
              <a:latin typeface="Lexend"/>
              <a:ea typeface="Lexend"/>
              <a:cs typeface="Lexend"/>
              <a:sym typeface="Lexend"/>
            </a:endParaRPr>
          </a:p>
        </p:txBody>
      </p:sp>
      <p:sp>
        <p:nvSpPr>
          <p:cNvPr id="1264" name="Google Shape;1264;p79"/>
          <p:cNvSpPr/>
          <p:nvPr/>
        </p:nvSpPr>
        <p:spPr>
          <a:xfrm>
            <a:off x="3119667" y="1797353"/>
            <a:ext cx="575400" cy="309600"/>
          </a:xfrm>
          <a:prstGeom prst="rect">
            <a:avLst/>
          </a:prstGeom>
          <a:noFill/>
          <a:ln cap="flat" cmpd="sng" w="28575">
            <a:solidFill>
              <a:srgbClr val="D02AA7"/>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sz="1800">
              <a:solidFill>
                <a:srgbClr val="000000"/>
              </a:solidFill>
              <a:latin typeface="Lexend"/>
              <a:ea typeface="Lexend"/>
              <a:cs typeface="Lexend"/>
              <a:sym typeface="Lexend"/>
            </a:endParaRPr>
          </a:p>
        </p:txBody>
      </p:sp>
      <p:sp>
        <p:nvSpPr>
          <p:cNvPr id="1265" name="Google Shape;1265;p79"/>
          <p:cNvSpPr/>
          <p:nvPr/>
        </p:nvSpPr>
        <p:spPr>
          <a:xfrm>
            <a:off x="7218570" y="3863978"/>
            <a:ext cx="575400" cy="309600"/>
          </a:xfrm>
          <a:prstGeom prst="rect">
            <a:avLst/>
          </a:prstGeom>
          <a:noFill/>
          <a:ln cap="flat" cmpd="sng" w="28575">
            <a:solidFill>
              <a:srgbClr val="D02AA7"/>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sz="1800">
              <a:solidFill>
                <a:srgbClr val="000000"/>
              </a:solidFill>
              <a:latin typeface="Lexend"/>
              <a:ea typeface="Lexend"/>
              <a:cs typeface="Lexend"/>
              <a:sym typeface="Lexend"/>
            </a:endParaRPr>
          </a:p>
        </p:txBody>
      </p:sp>
      <p:sp>
        <p:nvSpPr>
          <p:cNvPr id="1266" name="Google Shape;1266;p79"/>
          <p:cNvSpPr txBox="1"/>
          <p:nvPr/>
        </p:nvSpPr>
        <p:spPr>
          <a:xfrm>
            <a:off x="6765000" y="3850225"/>
            <a:ext cx="1163400" cy="269700"/>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Clr>
                <a:schemeClr val="dk1"/>
              </a:buClr>
              <a:buSzPts val="1100"/>
              <a:buFont typeface="Arial"/>
              <a:buNone/>
            </a:pPr>
            <a:r>
              <a:rPr lang="en-GB" sz="2200">
                <a:solidFill>
                  <a:schemeClr val="dk1"/>
                </a:solidFill>
                <a:latin typeface="Times New Roman"/>
                <a:ea typeface="Times New Roman"/>
                <a:cs typeface="Times New Roman"/>
                <a:sym typeface="Times New Roman"/>
              </a:rPr>
              <a:t>cos</a:t>
            </a:r>
            <a:r>
              <a:rPr lang="en-GB" sz="1800">
                <a:solidFill>
                  <a:schemeClr val="dk1"/>
                </a:solidFill>
                <a:latin typeface="Lexend"/>
                <a:ea typeface="Lexend"/>
                <a:cs typeface="Lexend"/>
                <a:sym typeface="Lexend"/>
              </a:rPr>
              <a:t>(         )</a:t>
            </a:r>
            <a:endParaRPr sz="1800">
              <a:latin typeface="Lexend"/>
              <a:ea typeface="Lexend"/>
              <a:cs typeface="Lexend"/>
              <a:sym typeface="Lexend"/>
            </a:endParaRPr>
          </a:p>
        </p:txBody>
      </p:sp>
      <p:sp>
        <p:nvSpPr>
          <p:cNvPr id="1267" name="Google Shape;1267;p79"/>
          <p:cNvSpPr txBox="1"/>
          <p:nvPr/>
        </p:nvSpPr>
        <p:spPr>
          <a:xfrm>
            <a:off x="7990450" y="3674725"/>
            <a:ext cx="510300" cy="269700"/>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Clr>
                <a:schemeClr val="dk1"/>
              </a:buClr>
              <a:buSzPts val="1100"/>
              <a:buFont typeface="Arial"/>
              <a:buNone/>
            </a:pPr>
            <a:r>
              <a:rPr lang="en-GB" sz="1800">
                <a:solidFill>
                  <a:schemeClr val="dk1"/>
                </a:solidFill>
                <a:latin typeface="Lexend"/>
                <a:ea typeface="Lexend"/>
                <a:cs typeface="Lexend"/>
                <a:sym typeface="Lexend"/>
              </a:rPr>
              <a:t>=  </a:t>
            </a:r>
            <a:endParaRPr i="1" sz="2200">
              <a:latin typeface="Times New Roman"/>
              <a:ea typeface="Times New Roman"/>
              <a:cs typeface="Times New Roman"/>
              <a:sym typeface="Times New Roman"/>
            </a:endParaRPr>
          </a:p>
        </p:txBody>
      </p:sp>
      <p:cxnSp>
        <p:nvCxnSpPr>
          <p:cNvPr id="1268" name="Google Shape;1268;p79"/>
          <p:cNvCxnSpPr/>
          <p:nvPr/>
        </p:nvCxnSpPr>
        <p:spPr>
          <a:xfrm>
            <a:off x="6776675" y="3850225"/>
            <a:ext cx="1111500" cy="0"/>
          </a:xfrm>
          <a:prstGeom prst="straightConnector1">
            <a:avLst/>
          </a:prstGeom>
          <a:noFill/>
          <a:ln cap="flat" cmpd="sng" w="19050">
            <a:solidFill>
              <a:schemeClr val="dk1"/>
            </a:solidFill>
            <a:prstDash val="solid"/>
            <a:round/>
            <a:headEnd len="med" w="med" type="none"/>
            <a:tailEnd len="med" w="med" type="none"/>
          </a:ln>
        </p:spPr>
      </p:cxnSp>
      <p:sp>
        <p:nvSpPr>
          <p:cNvPr id="1269" name="Google Shape;1269;p79"/>
          <p:cNvSpPr/>
          <p:nvPr/>
        </p:nvSpPr>
        <p:spPr>
          <a:xfrm>
            <a:off x="6844770" y="3488925"/>
            <a:ext cx="1055700" cy="309600"/>
          </a:xfrm>
          <a:prstGeom prst="rect">
            <a:avLst/>
          </a:prstGeom>
          <a:noFill/>
          <a:ln cap="flat" cmpd="sng" w="28575">
            <a:solidFill>
              <a:srgbClr val="D02AA7"/>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sz="1800">
              <a:solidFill>
                <a:srgbClr val="000000"/>
              </a:solidFill>
              <a:latin typeface="Lexend"/>
              <a:ea typeface="Lexend"/>
              <a:cs typeface="Lexend"/>
              <a:sym typeface="Lexend"/>
            </a:endParaRPr>
          </a:p>
        </p:txBody>
      </p:sp>
      <p:sp>
        <p:nvSpPr>
          <p:cNvPr id="1270" name="Google Shape;1270;p79"/>
          <p:cNvSpPr/>
          <p:nvPr/>
        </p:nvSpPr>
        <p:spPr>
          <a:xfrm>
            <a:off x="8170739" y="3670221"/>
            <a:ext cx="575400" cy="309600"/>
          </a:xfrm>
          <a:prstGeom prst="rect">
            <a:avLst/>
          </a:prstGeom>
          <a:noFill/>
          <a:ln cap="flat" cmpd="sng" w="28575">
            <a:solidFill>
              <a:srgbClr val="D02AA7"/>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sz="1800">
              <a:solidFill>
                <a:srgbClr val="000000"/>
              </a:solidFill>
              <a:latin typeface="Lexend"/>
              <a:ea typeface="Lexend"/>
              <a:cs typeface="Lexend"/>
              <a:sym typeface="Lexend"/>
            </a:endParaRPr>
          </a:p>
        </p:txBody>
      </p:sp>
      <p:sp>
        <p:nvSpPr>
          <p:cNvPr id="1271" name="Google Shape;1271;p79"/>
          <p:cNvSpPr/>
          <p:nvPr/>
        </p:nvSpPr>
        <p:spPr>
          <a:xfrm rot="2367420">
            <a:off x="5850025" y="2296920"/>
            <a:ext cx="151534" cy="151534"/>
          </a:xfrm>
          <a:prstGeom prst="rect">
            <a:avLst/>
          </a:prstGeom>
          <a:noFill/>
          <a:ln cap="flat" cmpd="sng" w="28575">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sp>
        <p:nvSpPr>
          <p:cNvPr id="1272" name="Google Shape;1272;p79"/>
          <p:cNvSpPr txBox="1"/>
          <p:nvPr/>
        </p:nvSpPr>
        <p:spPr>
          <a:xfrm>
            <a:off x="4836194" y="2258696"/>
            <a:ext cx="762000" cy="195300"/>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Clr>
                <a:srgbClr val="000000"/>
              </a:buClr>
              <a:buSzPts val="1100"/>
              <a:buFont typeface="Arial"/>
              <a:buNone/>
            </a:pPr>
            <a:r>
              <a:rPr lang="en-GB" sz="1800">
                <a:latin typeface="Lexend"/>
                <a:ea typeface="Lexend"/>
                <a:cs typeface="Lexend"/>
                <a:sym typeface="Lexend"/>
              </a:rPr>
              <a:t>3.5 cm</a:t>
            </a:r>
            <a:endParaRPr sz="1800">
              <a:latin typeface="Lexend"/>
              <a:ea typeface="Lexend"/>
              <a:cs typeface="Lexend"/>
              <a:sym typeface="Lexend"/>
            </a:endParaRPr>
          </a:p>
        </p:txBody>
      </p:sp>
      <p:sp>
        <p:nvSpPr>
          <p:cNvPr id="1273" name="Google Shape;1273;p79"/>
          <p:cNvSpPr txBox="1"/>
          <p:nvPr/>
        </p:nvSpPr>
        <p:spPr>
          <a:xfrm>
            <a:off x="5509162" y="1426521"/>
            <a:ext cx="639600" cy="1953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Clr>
                <a:srgbClr val="000000"/>
              </a:buClr>
              <a:buSzPts val="1100"/>
              <a:buFont typeface="Arial"/>
              <a:buNone/>
            </a:pPr>
            <a:r>
              <a:rPr i="1" lang="en-GB" sz="2200">
                <a:latin typeface="Times New Roman"/>
                <a:ea typeface="Times New Roman"/>
                <a:cs typeface="Times New Roman"/>
                <a:sym typeface="Times New Roman"/>
              </a:rPr>
              <a:t>b</a:t>
            </a:r>
            <a:r>
              <a:rPr lang="en-GB" sz="1800">
                <a:latin typeface="Lexend"/>
                <a:ea typeface="Lexend"/>
                <a:cs typeface="Lexend"/>
                <a:sym typeface="Lexend"/>
              </a:rPr>
              <a:t> cm</a:t>
            </a:r>
            <a:endParaRPr sz="1800">
              <a:latin typeface="Lexend"/>
              <a:ea typeface="Lexend"/>
              <a:cs typeface="Lexend"/>
              <a:sym typeface="Lexend"/>
            </a:endParaRPr>
          </a:p>
        </p:txBody>
      </p:sp>
      <p:sp>
        <p:nvSpPr>
          <p:cNvPr id="1274" name="Google Shape;1274;p79"/>
          <p:cNvSpPr/>
          <p:nvPr/>
        </p:nvSpPr>
        <p:spPr>
          <a:xfrm flipH="1">
            <a:off x="3744603" y="4286621"/>
            <a:ext cx="159900" cy="159900"/>
          </a:xfrm>
          <a:prstGeom prst="rect">
            <a:avLst/>
          </a:prstGeom>
          <a:noFill/>
          <a:ln cap="flat" cmpd="sng" w="28575">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sp>
        <p:nvSpPr>
          <p:cNvPr id="1275" name="Google Shape;1275;p79"/>
          <p:cNvSpPr txBox="1"/>
          <p:nvPr/>
        </p:nvSpPr>
        <p:spPr>
          <a:xfrm flipH="1">
            <a:off x="3125064" y="4605646"/>
            <a:ext cx="663000" cy="1746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Clr>
                <a:srgbClr val="000000"/>
              </a:buClr>
              <a:buSzPts val="1100"/>
              <a:buFont typeface="Arial"/>
              <a:buNone/>
            </a:pPr>
            <a:r>
              <a:rPr i="1" lang="en-GB" sz="2200">
                <a:solidFill>
                  <a:schemeClr val="dk1"/>
                </a:solidFill>
                <a:latin typeface="Times New Roman"/>
                <a:ea typeface="Times New Roman"/>
                <a:cs typeface="Times New Roman"/>
                <a:sym typeface="Times New Roman"/>
              </a:rPr>
              <a:t>a</a:t>
            </a:r>
            <a:r>
              <a:rPr lang="en-GB" sz="1800">
                <a:latin typeface="Lexend"/>
                <a:ea typeface="Lexend"/>
                <a:cs typeface="Lexend"/>
                <a:sym typeface="Lexend"/>
              </a:rPr>
              <a:t> cm</a:t>
            </a:r>
            <a:endParaRPr sz="1800">
              <a:latin typeface="Lexend"/>
              <a:ea typeface="Lexend"/>
              <a:cs typeface="Lexend"/>
              <a:sym typeface="Lexend"/>
            </a:endParaRPr>
          </a:p>
        </p:txBody>
      </p:sp>
      <p:sp>
        <p:nvSpPr>
          <p:cNvPr id="1276" name="Google Shape;1276;p79"/>
          <p:cNvSpPr txBox="1"/>
          <p:nvPr/>
        </p:nvSpPr>
        <p:spPr>
          <a:xfrm flipH="1">
            <a:off x="3111512" y="4259361"/>
            <a:ext cx="385500" cy="1476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Clr>
                <a:srgbClr val="000000"/>
              </a:buClr>
              <a:buSzPts val="1100"/>
              <a:buFont typeface="Arial"/>
              <a:buNone/>
            </a:pPr>
            <a:r>
              <a:rPr lang="en-GB" sz="1800">
                <a:solidFill>
                  <a:srgbClr val="000000"/>
                </a:solidFill>
                <a:latin typeface="Lexend"/>
                <a:ea typeface="Lexend"/>
                <a:cs typeface="Lexend"/>
                <a:sym typeface="Lexend"/>
              </a:rPr>
              <a:t>8</a:t>
            </a:r>
            <a:r>
              <a:rPr lang="en-GB" sz="1800">
                <a:latin typeface="Lexend"/>
                <a:ea typeface="Lexend"/>
                <a:cs typeface="Lexend"/>
                <a:sym typeface="Lexend"/>
              </a:rPr>
              <a:t>5</a:t>
            </a:r>
            <a:r>
              <a:rPr lang="en-GB" sz="1800">
                <a:solidFill>
                  <a:srgbClr val="000000"/>
                </a:solidFill>
                <a:latin typeface="Lexend"/>
                <a:ea typeface="Lexend"/>
                <a:cs typeface="Lexend"/>
                <a:sym typeface="Lexend"/>
              </a:rPr>
              <a:t>°</a:t>
            </a:r>
            <a:endParaRPr sz="1800">
              <a:latin typeface="Lexend"/>
              <a:ea typeface="Lexend"/>
              <a:cs typeface="Lexend"/>
              <a:sym typeface="Lexend"/>
            </a:endParaRPr>
          </a:p>
        </p:txBody>
      </p:sp>
      <p:sp>
        <p:nvSpPr>
          <p:cNvPr id="1277" name="Google Shape;1277;p79"/>
          <p:cNvSpPr txBox="1"/>
          <p:nvPr/>
        </p:nvSpPr>
        <p:spPr>
          <a:xfrm flipH="1" rot="-3694335">
            <a:off x="2476601" y="3397006"/>
            <a:ext cx="1576724" cy="174638"/>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Clr>
                <a:srgbClr val="000000"/>
              </a:buClr>
              <a:buSzPts val="1100"/>
              <a:buFont typeface="Arial"/>
              <a:buNone/>
            </a:pPr>
            <a:r>
              <a:rPr lang="en-GB" sz="1800">
                <a:latin typeface="Lexend"/>
                <a:ea typeface="Lexend"/>
                <a:cs typeface="Lexend"/>
                <a:sym typeface="Lexend"/>
              </a:rPr>
              <a:t>289 cm</a:t>
            </a:r>
            <a:endParaRPr sz="1800">
              <a:latin typeface="Lexend"/>
              <a:ea typeface="Lexend"/>
              <a:cs typeface="Lexend"/>
              <a:sym typeface="Lexend"/>
            </a:endParaRPr>
          </a:p>
        </p:txBody>
      </p:sp>
      <p:sp>
        <p:nvSpPr>
          <p:cNvPr id="1278" name="Google Shape;1278;p79"/>
          <p:cNvSpPr txBox="1"/>
          <p:nvPr/>
        </p:nvSpPr>
        <p:spPr>
          <a:xfrm flipH="1">
            <a:off x="910200" y="1865025"/>
            <a:ext cx="555900" cy="1746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Clr>
                <a:srgbClr val="000000"/>
              </a:buClr>
              <a:buSzPts val="1100"/>
              <a:buFont typeface="Arial"/>
              <a:buNone/>
            </a:pPr>
            <a:r>
              <a:rPr lang="en-GB" sz="1800">
                <a:latin typeface="Lexend"/>
                <a:ea typeface="Lexend"/>
                <a:cs typeface="Lexend"/>
                <a:sym typeface="Lexend"/>
              </a:rPr>
              <a:t>289</a:t>
            </a:r>
            <a:endParaRPr sz="1800">
              <a:latin typeface="Lexend"/>
              <a:ea typeface="Lexend"/>
              <a:cs typeface="Lexend"/>
              <a:sym typeface="Lexend"/>
            </a:endParaRPr>
          </a:p>
        </p:txBody>
      </p:sp>
      <p:sp>
        <p:nvSpPr>
          <p:cNvPr id="1279" name="Google Shape;1279;p79"/>
          <p:cNvSpPr txBox="1"/>
          <p:nvPr/>
        </p:nvSpPr>
        <p:spPr>
          <a:xfrm flipH="1">
            <a:off x="5276537" y="1791011"/>
            <a:ext cx="455700" cy="1953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Clr>
                <a:srgbClr val="000000"/>
              </a:buClr>
              <a:buSzPts val="1100"/>
              <a:buFont typeface="Arial"/>
              <a:buNone/>
            </a:pPr>
            <a:r>
              <a:rPr lang="en-GB" sz="1800">
                <a:latin typeface="Lexend"/>
                <a:ea typeface="Lexend"/>
                <a:cs typeface="Lexend"/>
                <a:sym typeface="Lexend"/>
              </a:rPr>
              <a:t>51°</a:t>
            </a:r>
            <a:endParaRPr sz="1800">
              <a:latin typeface="Lexend"/>
              <a:ea typeface="Lexend"/>
              <a:cs typeface="Lexend"/>
              <a:sym typeface="Lexend"/>
            </a:endParaRPr>
          </a:p>
        </p:txBody>
      </p:sp>
      <p:sp>
        <p:nvSpPr>
          <p:cNvPr id="1280" name="Google Shape;1280;p79"/>
          <p:cNvSpPr txBox="1"/>
          <p:nvPr/>
        </p:nvSpPr>
        <p:spPr>
          <a:xfrm>
            <a:off x="1382150" y="2307275"/>
            <a:ext cx="1942500" cy="269700"/>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Clr>
                <a:schemeClr val="dk1"/>
              </a:buClr>
              <a:buSzPts val="1100"/>
              <a:buFont typeface="Arial"/>
              <a:buNone/>
            </a:pPr>
            <a:r>
              <a:rPr i="1" lang="en-GB" sz="2200">
                <a:solidFill>
                  <a:schemeClr val="dk1"/>
                </a:solidFill>
                <a:latin typeface="Times New Roman"/>
                <a:ea typeface="Times New Roman"/>
                <a:cs typeface="Times New Roman"/>
                <a:sym typeface="Times New Roman"/>
              </a:rPr>
              <a:t>a</a:t>
            </a:r>
            <a:r>
              <a:rPr lang="en-GB" sz="2200">
                <a:solidFill>
                  <a:schemeClr val="dk1"/>
                </a:solidFill>
                <a:latin typeface="Times New Roman"/>
                <a:ea typeface="Times New Roman"/>
                <a:cs typeface="Times New Roman"/>
                <a:sym typeface="Times New Roman"/>
              </a:rPr>
              <a:t> = </a:t>
            </a:r>
            <a:endParaRPr sz="1800">
              <a:latin typeface="Lexend"/>
              <a:ea typeface="Lexend"/>
              <a:cs typeface="Lexend"/>
              <a:sym typeface="Lexend"/>
            </a:endParaRPr>
          </a:p>
        </p:txBody>
      </p:sp>
      <p:sp>
        <p:nvSpPr>
          <p:cNvPr id="1281" name="Google Shape;1281;p79"/>
          <p:cNvSpPr txBox="1"/>
          <p:nvPr/>
        </p:nvSpPr>
        <p:spPr>
          <a:xfrm>
            <a:off x="7036944" y="4491475"/>
            <a:ext cx="455700" cy="269700"/>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Clr>
                <a:schemeClr val="dk1"/>
              </a:buClr>
              <a:buSzPts val="1100"/>
              <a:buFont typeface="Arial"/>
              <a:buNone/>
            </a:pPr>
            <a:r>
              <a:rPr i="1" lang="en-GB" sz="2200">
                <a:solidFill>
                  <a:schemeClr val="dk1"/>
                </a:solidFill>
                <a:latin typeface="Times New Roman"/>
                <a:ea typeface="Times New Roman"/>
                <a:cs typeface="Times New Roman"/>
                <a:sym typeface="Times New Roman"/>
              </a:rPr>
              <a:t>b</a:t>
            </a:r>
            <a:r>
              <a:rPr lang="en-GB" sz="2200">
                <a:solidFill>
                  <a:schemeClr val="dk1"/>
                </a:solidFill>
                <a:latin typeface="Times New Roman"/>
                <a:ea typeface="Times New Roman"/>
                <a:cs typeface="Times New Roman"/>
                <a:sym typeface="Times New Roman"/>
              </a:rPr>
              <a:t> = </a:t>
            </a:r>
            <a:endParaRPr sz="1800">
              <a:latin typeface="Lexend"/>
              <a:ea typeface="Lexend"/>
              <a:cs typeface="Lexend"/>
              <a:sym typeface="Lexend"/>
            </a:endParaRPr>
          </a:p>
        </p:txBody>
      </p:sp>
      <p:sp>
        <p:nvSpPr>
          <p:cNvPr id="1282" name="Google Shape;1282;p79"/>
          <p:cNvSpPr/>
          <p:nvPr/>
        </p:nvSpPr>
        <p:spPr>
          <a:xfrm>
            <a:off x="7481710" y="4471528"/>
            <a:ext cx="575400" cy="309600"/>
          </a:xfrm>
          <a:prstGeom prst="rect">
            <a:avLst/>
          </a:prstGeom>
          <a:noFill/>
          <a:ln cap="flat" cmpd="sng" w="28575">
            <a:solidFill>
              <a:srgbClr val="D02AA7"/>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sz="1800">
              <a:solidFill>
                <a:srgbClr val="000000"/>
              </a:solidFill>
              <a:latin typeface="Lexend"/>
              <a:ea typeface="Lexend"/>
              <a:cs typeface="Lexend"/>
              <a:sym typeface="Lexend"/>
            </a:endParaRPr>
          </a:p>
        </p:txBody>
      </p:sp>
      <p:sp>
        <p:nvSpPr>
          <p:cNvPr id="1283" name="Google Shape;1283;p79"/>
          <p:cNvSpPr/>
          <p:nvPr/>
        </p:nvSpPr>
        <p:spPr>
          <a:xfrm>
            <a:off x="1826933" y="2287325"/>
            <a:ext cx="1163400" cy="309600"/>
          </a:xfrm>
          <a:prstGeom prst="rect">
            <a:avLst/>
          </a:prstGeom>
          <a:noFill/>
          <a:ln cap="flat" cmpd="sng" w="28575">
            <a:solidFill>
              <a:srgbClr val="D02AA7"/>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sz="1800">
              <a:solidFill>
                <a:srgbClr val="000000"/>
              </a:solidFill>
              <a:latin typeface="Lexend"/>
              <a:ea typeface="Lexend"/>
              <a:cs typeface="Lexend"/>
              <a:sym typeface="Lexend"/>
            </a:endParaRPr>
          </a:p>
        </p:txBody>
      </p:sp>
      <p:cxnSp>
        <p:nvCxnSpPr>
          <p:cNvPr id="1284" name="Google Shape;1284;p79"/>
          <p:cNvCxnSpPr/>
          <p:nvPr/>
        </p:nvCxnSpPr>
        <p:spPr>
          <a:xfrm>
            <a:off x="2996384" y="4564474"/>
            <a:ext cx="920400" cy="0"/>
          </a:xfrm>
          <a:prstGeom prst="straightConnector1">
            <a:avLst/>
          </a:prstGeom>
          <a:noFill/>
          <a:ln cap="flat" cmpd="sng" w="28575">
            <a:solidFill>
              <a:srgbClr val="845AD9"/>
            </a:solidFill>
            <a:prstDash val="solid"/>
            <a:round/>
            <a:headEnd len="med" w="med" type="triangle"/>
            <a:tailEnd len="med" w="med" type="triangle"/>
          </a:ln>
        </p:spPr>
      </p:cxnSp>
      <p:pic>
        <p:nvPicPr>
          <p:cNvPr id="1285" name="Google Shape;1285;p79"/>
          <p:cNvPicPr preferRelativeResize="0"/>
          <p:nvPr/>
        </p:nvPicPr>
        <p:blipFill>
          <a:blip r:embed="rId4">
            <a:alphaModFix/>
          </a:blip>
          <a:stretch>
            <a:fillRect/>
          </a:stretch>
        </p:blipFill>
        <p:spPr>
          <a:xfrm rot="-176322">
            <a:off x="4965403" y="1562950"/>
            <a:ext cx="1727094" cy="222899"/>
          </a:xfrm>
          <a:prstGeom prst="rect">
            <a:avLst/>
          </a:prstGeom>
          <a:noFill/>
          <a:ln>
            <a:noFill/>
          </a:ln>
        </p:spPr>
      </p:pic>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89" name="Shape 1289"/>
        <p:cNvGrpSpPr/>
        <p:nvPr/>
      </p:nvGrpSpPr>
      <p:grpSpPr>
        <a:xfrm>
          <a:off x="0" y="0"/>
          <a:ext cx="0" cy="0"/>
          <a:chOff x="0" y="0"/>
          <a:chExt cx="0" cy="0"/>
        </a:xfrm>
      </p:grpSpPr>
      <p:sp>
        <p:nvSpPr>
          <p:cNvPr id="1290" name="Google Shape;1290;p80"/>
          <p:cNvSpPr/>
          <p:nvPr/>
        </p:nvSpPr>
        <p:spPr>
          <a:xfrm flipH="1">
            <a:off x="3459574" y="1468475"/>
            <a:ext cx="1013100" cy="1013700"/>
          </a:xfrm>
          <a:prstGeom prst="arc">
            <a:avLst>
              <a:gd fmla="val 5344843" name="adj1"/>
              <a:gd fmla="val 8988316" name="adj2"/>
            </a:avLst>
          </a:prstGeom>
          <a:solidFill>
            <a:srgbClr val="F3EEFB"/>
          </a:solidFill>
          <a:ln cap="flat" cmpd="sng" w="28575">
            <a:solidFill>
              <a:srgbClr val="845AD9"/>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sp>
        <p:nvSpPr>
          <p:cNvPr id="1291" name="Google Shape;1291;p80"/>
          <p:cNvSpPr/>
          <p:nvPr/>
        </p:nvSpPr>
        <p:spPr>
          <a:xfrm>
            <a:off x="3956250" y="1967700"/>
            <a:ext cx="1668300" cy="960900"/>
          </a:xfrm>
          <a:prstGeom prst="rtTriangle">
            <a:avLst/>
          </a:prstGeom>
          <a:noFill/>
          <a:ln cap="flat" cmpd="sng" w="28575">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cxnSp>
        <p:nvCxnSpPr>
          <p:cNvPr id="1292" name="Google Shape;1292;p80"/>
          <p:cNvCxnSpPr/>
          <p:nvPr/>
        </p:nvCxnSpPr>
        <p:spPr>
          <a:xfrm rot="10800000">
            <a:off x="4032450" y="1891500"/>
            <a:ext cx="1668300" cy="960900"/>
          </a:xfrm>
          <a:prstGeom prst="straightConnector1">
            <a:avLst/>
          </a:prstGeom>
          <a:noFill/>
          <a:ln cap="flat" cmpd="sng" w="28575">
            <a:solidFill>
              <a:srgbClr val="845AD9"/>
            </a:solidFill>
            <a:prstDash val="solid"/>
            <a:round/>
            <a:headEnd len="med" w="med" type="triangle"/>
            <a:tailEnd len="med" w="med" type="triangle"/>
          </a:ln>
        </p:spPr>
      </p:cxnSp>
      <p:cxnSp>
        <p:nvCxnSpPr>
          <p:cNvPr id="1293" name="Google Shape;1293;p80"/>
          <p:cNvCxnSpPr/>
          <p:nvPr/>
        </p:nvCxnSpPr>
        <p:spPr>
          <a:xfrm>
            <a:off x="1129998" y="3046619"/>
            <a:ext cx="1668300" cy="0"/>
          </a:xfrm>
          <a:prstGeom prst="straightConnector1">
            <a:avLst/>
          </a:prstGeom>
          <a:noFill/>
          <a:ln cap="flat" cmpd="sng" w="28575">
            <a:solidFill>
              <a:srgbClr val="845AD9"/>
            </a:solidFill>
            <a:prstDash val="solid"/>
            <a:round/>
            <a:headEnd len="med" w="med" type="triangle"/>
            <a:tailEnd len="med" w="med" type="triangle"/>
          </a:ln>
        </p:spPr>
      </p:cxnSp>
      <p:sp>
        <p:nvSpPr>
          <p:cNvPr id="1294" name="Google Shape;1294;p80"/>
          <p:cNvSpPr/>
          <p:nvPr/>
        </p:nvSpPr>
        <p:spPr>
          <a:xfrm flipH="1">
            <a:off x="2058075" y="2215650"/>
            <a:ext cx="1406100" cy="1406700"/>
          </a:xfrm>
          <a:prstGeom prst="arc">
            <a:avLst>
              <a:gd fmla="val 19809554" name="adj1"/>
              <a:gd fmla="val 57629" name="adj2"/>
            </a:avLst>
          </a:prstGeom>
          <a:solidFill>
            <a:srgbClr val="F3EEFB"/>
          </a:solidFill>
          <a:ln cap="flat" cmpd="sng" w="28575">
            <a:solidFill>
              <a:srgbClr val="845AD9"/>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sp>
        <p:nvSpPr>
          <p:cNvPr id="1295" name="Google Shape;1295;p80"/>
          <p:cNvSpPr txBox="1"/>
          <p:nvPr/>
        </p:nvSpPr>
        <p:spPr>
          <a:xfrm>
            <a:off x="324000" y="610600"/>
            <a:ext cx="7233000" cy="11697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None/>
            </a:pPr>
            <a:r>
              <a:rPr lang="en-GB" sz="1800">
                <a:latin typeface="Lexend"/>
                <a:ea typeface="Lexend"/>
                <a:cs typeface="Lexend"/>
                <a:sym typeface="Lexend"/>
              </a:rPr>
              <a:t>2) Match the triangle to the equation showing the relationship between its hypotenuse and an adjacent side.</a:t>
            </a:r>
            <a:endParaRPr sz="1800">
              <a:latin typeface="Lexend"/>
              <a:ea typeface="Lexend"/>
              <a:cs typeface="Lexend"/>
              <a:sym typeface="Lexend"/>
            </a:endParaRPr>
          </a:p>
          <a:p>
            <a:pPr indent="0" lvl="0" marL="0" rtl="0" algn="l">
              <a:spcBef>
                <a:spcPts val="0"/>
              </a:spcBef>
              <a:spcAft>
                <a:spcPts val="0"/>
              </a:spcAft>
              <a:buNone/>
            </a:pPr>
            <a:r>
              <a:rPr lang="en-GB" sz="1800">
                <a:latin typeface="Lexend"/>
                <a:ea typeface="Lexend"/>
                <a:cs typeface="Lexend"/>
                <a:sym typeface="Lexend"/>
              </a:rPr>
              <a:t>Use the equation to find the length of the missing side labelled </a:t>
            </a:r>
            <a:r>
              <a:rPr i="1" lang="en-GB" sz="2200">
                <a:solidFill>
                  <a:schemeClr val="dk1"/>
                </a:solidFill>
                <a:latin typeface="Times New Roman"/>
                <a:ea typeface="Times New Roman"/>
                <a:cs typeface="Times New Roman"/>
                <a:sym typeface="Times New Roman"/>
              </a:rPr>
              <a:t>x</a:t>
            </a:r>
            <a:r>
              <a:rPr lang="en-GB" sz="1800">
                <a:latin typeface="Lexend"/>
                <a:ea typeface="Lexend"/>
                <a:cs typeface="Lexend"/>
                <a:sym typeface="Lexend"/>
              </a:rPr>
              <a:t> on each triangle </a:t>
            </a:r>
            <a:r>
              <a:rPr lang="en-GB" sz="1800">
                <a:solidFill>
                  <a:schemeClr val="dk1"/>
                </a:solidFill>
                <a:latin typeface="Lexend"/>
                <a:ea typeface="Lexend"/>
                <a:cs typeface="Lexend"/>
                <a:sym typeface="Lexend"/>
              </a:rPr>
              <a:t>(2 d.p.)</a:t>
            </a:r>
            <a:endParaRPr sz="1800">
              <a:latin typeface="Lexend"/>
              <a:ea typeface="Lexend"/>
              <a:cs typeface="Lexend"/>
              <a:sym typeface="Lexend"/>
            </a:endParaRPr>
          </a:p>
        </p:txBody>
      </p:sp>
      <p:sp>
        <p:nvSpPr>
          <p:cNvPr id="1296" name="Google Shape;1296;p80"/>
          <p:cNvSpPr txBox="1"/>
          <p:nvPr>
            <p:ph type="title"/>
          </p:nvPr>
        </p:nvSpPr>
        <p:spPr>
          <a:xfrm>
            <a:off x="1479300" y="39650"/>
            <a:ext cx="6855300" cy="382800"/>
          </a:xfrm>
          <a:prstGeom prst="rect">
            <a:avLst/>
          </a:prstGeom>
        </p:spPr>
        <p:txBody>
          <a:bodyPr anchorCtr="0" anchor="b" bIns="0" lIns="0" spcFirstLastPara="1" rIns="0" wrap="square" tIns="0">
            <a:noAutofit/>
          </a:bodyPr>
          <a:lstStyle/>
          <a:p>
            <a:pPr indent="0" lvl="0" marL="0" rtl="0" algn="l">
              <a:spcBef>
                <a:spcPts val="0"/>
              </a:spcBef>
              <a:spcAft>
                <a:spcPts val="0"/>
              </a:spcAft>
              <a:buNone/>
            </a:pPr>
            <a:r>
              <a:rPr lang="en-GB"/>
              <a:t>Formalising the cosine formula</a:t>
            </a:r>
            <a:endParaRPr/>
          </a:p>
        </p:txBody>
      </p:sp>
      <p:sp>
        <p:nvSpPr>
          <p:cNvPr id="1297" name="Google Shape;1297;p80"/>
          <p:cNvSpPr/>
          <p:nvPr/>
        </p:nvSpPr>
        <p:spPr>
          <a:xfrm rot="5400000">
            <a:off x="1119300" y="2734500"/>
            <a:ext cx="194100" cy="194100"/>
          </a:xfrm>
          <a:prstGeom prst="rect">
            <a:avLst/>
          </a:prstGeom>
          <a:noFill/>
          <a:ln cap="flat" cmpd="sng" w="28575">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sp>
        <p:nvSpPr>
          <p:cNvPr id="1298" name="Google Shape;1298;p80"/>
          <p:cNvSpPr/>
          <p:nvPr/>
        </p:nvSpPr>
        <p:spPr>
          <a:xfrm>
            <a:off x="1119300" y="1967700"/>
            <a:ext cx="1668300" cy="960900"/>
          </a:xfrm>
          <a:prstGeom prst="rtTriangle">
            <a:avLst/>
          </a:prstGeom>
          <a:noFill/>
          <a:ln cap="flat" cmpd="sng" w="28575">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cxnSp>
        <p:nvCxnSpPr>
          <p:cNvPr id="1299" name="Google Shape;1299;p80"/>
          <p:cNvCxnSpPr/>
          <p:nvPr/>
        </p:nvCxnSpPr>
        <p:spPr>
          <a:xfrm rot="10800000">
            <a:off x="1195500" y="1891500"/>
            <a:ext cx="1668300" cy="960900"/>
          </a:xfrm>
          <a:prstGeom prst="straightConnector1">
            <a:avLst/>
          </a:prstGeom>
          <a:noFill/>
          <a:ln cap="flat" cmpd="sng" w="28575">
            <a:solidFill>
              <a:srgbClr val="845AD9"/>
            </a:solidFill>
            <a:prstDash val="solid"/>
            <a:round/>
            <a:headEnd len="med" w="med" type="triangle"/>
            <a:tailEnd len="med" w="med" type="triangle"/>
          </a:ln>
        </p:spPr>
      </p:cxnSp>
      <p:cxnSp>
        <p:nvCxnSpPr>
          <p:cNvPr id="1300" name="Google Shape;1300;p80"/>
          <p:cNvCxnSpPr/>
          <p:nvPr/>
        </p:nvCxnSpPr>
        <p:spPr>
          <a:xfrm rot="10800000">
            <a:off x="3806832" y="1967700"/>
            <a:ext cx="0" cy="960900"/>
          </a:xfrm>
          <a:prstGeom prst="straightConnector1">
            <a:avLst/>
          </a:prstGeom>
          <a:noFill/>
          <a:ln cap="flat" cmpd="sng" w="28575">
            <a:solidFill>
              <a:srgbClr val="845AD9"/>
            </a:solidFill>
            <a:prstDash val="solid"/>
            <a:round/>
            <a:headEnd len="med" w="med" type="triangle"/>
            <a:tailEnd len="med" w="med" type="triangle"/>
          </a:ln>
        </p:spPr>
      </p:cxnSp>
      <p:sp>
        <p:nvSpPr>
          <p:cNvPr id="1301" name="Google Shape;1301;p80"/>
          <p:cNvSpPr txBox="1"/>
          <p:nvPr/>
        </p:nvSpPr>
        <p:spPr>
          <a:xfrm>
            <a:off x="2033600" y="2677525"/>
            <a:ext cx="490500" cy="2772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lang="en-GB" sz="1800">
                <a:latin typeface="Lexend"/>
                <a:ea typeface="Lexend"/>
                <a:cs typeface="Lexend"/>
                <a:sym typeface="Lexend"/>
              </a:rPr>
              <a:t>31°</a:t>
            </a:r>
            <a:endParaRPr sz="1800">
              <a:latin typeface="Lexend"/>
              <a:ea typeface="Lexend"/>
              <a:cs typeface="Lexend"/>
              <a:sym typeface="Lexend"/>
            </a:endParaRPr>
          </a:p>
        </p:txBody>
      </p:sp>
      <p:sp>
        <p:nvSpPr>
          <p:cNvPr id="1302" name="Google Shape;1302;p80"/>
          <p:cNvSpPr txBox="1"/>
          <p:nvPr/>
        </p:nvSpPr>
        <p:spPr>
          <a:xfrm>
            <a:off x="3150108" y="2330450"/>
            <a:ext cx="677400" cy="2772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i="1" lang="en-GB" sz="2200">
                <a:latin typeface="Times New Roman"/>
                <a:ea typeface="Times New Roman"/>
                <a:cs typeface="Times New Roman"/>
                <a:sym typeface="Times New Roman"/>
              </a:rPr>
              <a:t>x</a:t>
            </a:r>
            <a:r>
              <a:rPr lang="en-GB" sz="1800">
                <a:latin typeface="Lexend"/>
                <a:ea typeface="Lexend"/>
                <a:cs typeface="Lexend"/>
                <a:sym typeface="Lexend"/>
              </a:rPr>
              <a:t> cm</a:t>
            </a:r>
            <a:endParaRPr sz="1800">
              <a:latin typeface="Lexend"/>
              <a:ea typeface="Lexend"/>
              <a:cs typeface="Lexend"/>
              <a:sym typeface="Lexend"/>
            </a:endParaRPr>
          </a:p>
        </p:txBody>
      </p:sp>
      <p:sp>
        <p:nvSpPr>
          <p:cNvPr id="1303" name="Google Shape;1303;p80"/>
          <p:cNvSpPr txBox="1"/>
          <p:nvPr/>
        </p:nvSpPr>
        <p:spPr>
          <a:xfrm>
            <a:off x="1929990" y="2055758"/>
            <a:ext cx="677400" cy="2772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lang="en-GB" sz="1800">
                <a:latin typeface="Lexend"/>
                <a:ea typeface="Lexend"/>
                <a:cs typeface="Lexend"/>
                <a:sym typeface="Lexend"/>
              </a:rPr>
              <a:t>53 cm</a:t>
            </a:r>
            <a:endParaRPr sz="1800">
              <a:latin typeface="Lexend"/>
              <a:ea typeface="Lexend"/>
              <a:cs typeface="Lexend"/>
              <a:sym typeface="Lexend"/>
            </a:endParaRPr>
          </a:p>
        </p:txBody>
      </p:sp>
      <p:sp>
        <p:nvSpPr>
          <p:cNvPr id="1304" name="Google Shape;1304;p80"/>
          <p:cNvSpPr/>
          <p:nvPr/>
        </p:nvSpPr>
        <p:spPr>
          <a:xfrm rot="5400000">
            <a:off x="3956250" y="2734500"/>
            <a:ext cx="194100" cy="194100"/>
          </a:xfrm>
          <a:prstGeom prst="rect">
            <a:avLst/>
          </a:prstGeom>
          <a:noFill/>
          <a:ln cap="flat" cmpd="sng" w="28575">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sp>
        <p:nvSpPr>
          <p:cNvPr id="1305" name="Google Shape;1305;p80"/>
          <p:cNvSpPr txBox="1"/>
          <p:nvPr/>
        </p:nvSpPr>
        <p:spPr>
          <a:xfrm>
            <a:off x="1604543" y="3046625"/>
            <a:ext cx="677400" cy="2772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i="1" lang="en-GB" sz="2200">
                <a:latin typeface="Times New Roman"/>
                <a:ea typeface="Times New Roman"/>
                <a:cs typeface="Times New Roman"/>
                <a:sym typeface="Times New Roman"/>
              </a:rPr>
              <a:t>x</a:t>
            </a:r>
            <a:r>
              <a:rPr lang="en-GB" sz="1800">
                <a:latin typeface="Lexend"/>
                <a:ea typeface="Lexend"/>
                <a:cs typeface="Lexend"/>
                <a:sym typeface="Lexend"/>
              </a:rPr>
              <a:t> cm</a:t>
            </a:r>
            <a:endParaRPr sz="1800">
              <a:latin typeface="Lexend"/>
              <a:ea typeface="Lexend"/>
              <a:cs typeface="Lexend"/>
              <a:sym typeface="Lexend"/>
            </a:endParaRPr>
          </a:p>
        </p:txBody>
      </p:sp>
      <p:sp>
        <p:nvSpPr>
          <p:cNvPr id="1306" name="Google Shape;1306;p80"/>
          <p:cNvSpPr txBox="1"/>
          <p:nvPr/>
        </p:nvSpPr>
        <p:spPr>
          <a:xfrm>
            <a:off x="4766940" y="2055758"/>
            <a:ext cx="677400" cy="2772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lang="en-GB" sz="1800">
                <a:latin typeface="Lexend"/>
                <a:ea typeface="Lexend"/>
                <a:cs typeface="Lexend"/>
                <a:sym typeface="Lexend"/>
              </a:rPr>
              <a:t>31 cm</a:t>
            </a:r>
            <a:endParaRPr sz="1800">
              <a:latin typeface="Lexend"/>
              <a:ea typeface="Lexend"/>
              <a:cs typeface="Lexend"/>
              <a:sym typeface="Lexend"/>
            </a:endParaRPr>
          </a:p>
        </p:txBody>
      </p:sp>
      <p:sp>
        <p:nvSpPr>
          <p:cNvPr id="1307" name="Google Shape;1307;p80"/>
          <p:cNvSpPr txBox="1"/>
          <p:nvPr/>
        </p:nvSpPr>
        <p:spPr>
          <a:xfrm>
            <a:off x="3918056" y="2136244"/>
            <a:ext cx="490500" cy="2772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lang="en-GB" sz="1800">
                <a:latin typeface="Lexend"/>
                <a:ea typeface="Lexend"/>
                <a:cs typeface="Lexend"/>
                <a:sym typeface="Lexend"/>
              </a:rPr>
              <a:t>53°</a:t>
            </a:r>
            <a:endParaRPr sz="1800">
              <a:latin typeface="Lexend"/>
              <a:ea typeface="Lexend"/>
              <a:cs typeface="Lexend"/>
              <a:sym typeface="Lexend"/>
            </a:endParaRPr>
          </a:p>
        </p:txBody>
      </p:sp>
      <p:grpSp>
        <p:nvGrpSpPr>
          <p:cNvPr id="1308" name="Google Shape;1308;p80"/>
          <p:cNvGrpSpPr/>
          <p:nvPr/>
        </p:nvGrpSpPr>
        <p:grpSpPr>
          <a:xfrm>
            <a:off x="6358500" y="3934925"/>
            <a:ext cx="2461500" cy="419400"/>
            <a:chOff x="3369600" y="3706325"/>
            <a:chExt cx="2461500" cy="419400"/>
          </a:xfrm>
        </p:grpSpPr>
        <p:sp>
          <p:nvSpPr>
            <p:cNvPr id="1309" name="Google Shape;1309;p80"/>
            <p:cNvSpPr/>
            <p:nvPr/>
          </p:nvSpPr>
          <p:spPr>
            <a:xfrm>
              <a:off x="3369600" y="3706325"/>
              <a:ext cx="2461500" cy="419400"/>
            </a:xfrm>
            <a:prstGeom prst="roundRect">
              <a:avLst>
                <a:gd fmla="val 50000" name="adj"/>
              </a:avLst>
            </a:prstGeom>
            <a:noFill/>
            <a:ln cap="flat" cmpd="sng" w="28575">
              <a:solidFill>
                <a:schemeClr val="dk1"/>
              </a:solidFill>
              <a:prstDash val="solid"/>
              <a:round/>
              <a:headEnd len="sm" w="sm" type="none"/>
              <a:tailEnd len="sm" w="sm" type="none"/>
            </a:ln>
          </p:spPr>
          <p:txBody>
            <a:bodyPr anchorCtr="0" anchor="ctr" bIns="0" lIns="468000" spcFirstLastPara="1" rIns="0" wrap="square" tIns="0">
              <a:noAutofit/>
            </a:bodyPr>
            <a:lstStyle/>
            <a:p>
              <a:pPr indent="0" lvl="0" marL="0" rtl="0" algn="l">
                <a:spcBef>
                  <a:spcPts val="0"/>
                </a:spcBef>
                <a:spcAft>
                  <a:spcPts val="0"/>
                </a:spcAft>
                <a:buNone/>
              </a:pPr>
              <a:r>
                <a:rPr lang="en-GB" sz="2000">
                  <a:latin typeface="Times New Roman"/>
                  <a:ea typeface="Times New Roman"/>
                  <a:cs typeface="Times New Roman"/>
                  <a:sym typeface="Times New Roman"/>
                </a:rPr>
                <a:t>31 × </a:t>
              </a:r>
              <a:r>
                <a:rPr lang="en-GB" sz="2400">
                  <a:solidFill>
                    <a:schemeClr val="dk1"/>
                  </a:solidFill>
                  <a:latin typeface="Times New Roman"/>
                  <a:ea typeface="Times New Roman"/>
                  <a:cs typeface="Times New Roman"/>
                  <a:sym typeface="Times New Roman"/>
                </a:rPr>
                <a:t>cos</a:t>
              </a:r>
              <a:r>
                <a:rPr lang="en-GB" sz="2000">
                  <a:latin typeface="Times New Roman"/>
                  <a:ea typeface="Times New Roman"/>
                  <a:cs typeface="Times New Roman"/>
                  <a:sym typeface="Times New Roman"/>
                </a:rPr>
                <a:t>(53°) = </a:t>
              </a:r>
              <a:r>
                <a:rPr i="1" lang="en-GB" sz="2400">
                  <a:latin typeface="Times New Roman"/>
                  <a:ea typeface="Times New Roman"/>
                  <a:cs typeface="Times New Roman"/>
                  <a:sym typeface="Times New Roman"/>
                </a:rPr>
                <a:t>x</a:t>
              </a:r>
              <a:endParaRPr i="1" sz="2400">
                <a:latin typeface="Times New Roman"/>
                <a:ea typeface="Times New Roman"/>
                <a:cs typeface="Times New Roman"/>
                <a:sym typeface="Times New Roman"/>
              </a:endParaRPr>
            </a:p>
          </p:txBody>
        </p:sp>
        <p:sp>
          <p:nvSpPr>
            <p:cNvPr id="1310" name="Google Shape;1310;p80"/>
            <p:cNvSpPr/>
            <p:nvPr/>
          </p:nvSpPr>
          <p:spPr>
            <a:xfrm>
              <a:off x="3369600" y="3706325"/>
              <a:ext cx="419400" cy="419400"/>
            </a:xfrm>
            <a:prstGeom prst="ellipse">
              <a:avLst/>
            </a:prstGeom>
            <a:solidFill>
              <a:schemeClr val="accent4"/>
            </a:solidFill>
            <a:ln cap="flat" cmpd="sng" w="28575">
              <a:solidFill>
                <a:schemeClr val="dk1"/>
              </a:solidFill>
              <a:prstDash val="solid"/>
              <a:round/>
              <a:headEnd len="sm" w="sm" type="none"/>
              <a:tailEnd len="sm" w="sm" type="none"/>
            </a:ln>
          </p:spPr>
          <p:txBody>
            <a:bodyPr anchorCtr="0" anchor="ctr" bIns="0" lIns="0" spcFirstLastPara="1" rIns="0" wrap="square" tIns="0">
              <a:noAutofit/>
            </a:bodyPr>
            <a:lstStyle/>
            <a:p>
              <a:pPr indent="0" lvl="0" marL="0" rtl="0" algn="ctr">
                <a:spcBef>
                  <a:spcPts val="0"/>
                </a:spcBef>
                <a:spcAft>
                  <a:spcPts val="0"/>
                </a:spcAft>
                <a:buNone/>
              </a:pPr>
              <a:r>
                <a:rPr lang="en-GB" sz="1800">
                  <a:solidFill>
                    <a:schemeClr val="lt1"/>
                  </a:solidFill>
                  <a:latin typeface="Lexend"/>
                  <a:ea typeface="Lexend"/>
                  <a:cs typeface="Lexend"/>
                  <a:sym typeface="Lexend"/>
                </a:rPr>
                <a:t>f</a:t>
              </a:r>
              <a:endParaRPr sz="1800">
                <a:solidFill>
                  <a:schemeClr val="lt1"/>
                </a:solidFill>
                <a:latin typeface="Lexend"/>
                <a:ea typeface="Lexend"/>
                <a:cs typeface="Lexend"/>
                <a:sym typeface="Lexend"/>
              </a:endParaRPr>
            </a:p>
          </p:txBody>
        </p:sp>
      </p:grpSp>
      <p:grpSp>
        <p:nvGrpSpPr>
          <p:cNvPr id="1311" name="Google Shape;1311;p80"/>
          <p:cNvGrpSpPr/>
          <p:nvPr/>
        </p:nvGrpSpPr>
        <p:grpSpPr>
          <a:xfrm>
            <a:off x="324000" y="3934925"/>
            <a:ext cx="2461500" cy="419400"/>
            <a:chOff x="6358500" y="3706325"/>
            <a:chExt cx="2461500" cy="419400"/>
          </a:xfrm>
        </p:grpSpPr>
        <p:sp>
          <p:nvSpPr>
            <p:cNvPr id="1312" name="Google Shape;1312;p80"/>
            <p:cNvSpPr/>
            <p:nvPr/>
          </p:nvSpPr>
          <p:spPr>
            <a:xfrm>
              <a:off x="6358500" y="3706325"/>
              <a:ext cx="2461500" cy="419400"/>
            </a:xfrm>
            <a:prstGeom prst="roundRect">
              <a:avLst>
                <a:gd fmla="val 50000" name="adj"/>
              </a:avLst>
            </a:prstGeom>
            <a:noFill/>
            <a:ln cap="flat" cmpd="sng" w="28575">
              <a:solidFill>
                <a:schemeClr val="dk1"/>
              </a:solidFill>
              <a:prstDash val="solid"/>
              <a:round/>
              <a:headEnd len="sm" w="sm" type="none"/>
              <a:tailEnd len="sm" w="sm" type="none"/>
            </a:ln>
          </p:spPr>
          <p:txBody>
            <a:bodyPr anchorCtr="0" anchor="ctr" bIns="0" lIns="468000" spcFirstLastPara="1" rIns="0" wrap="square" tIns="0">
              <a:noAutofit/>
            </a:bodyPr>
            <a:lstStyle/>
            <a:p>
              <a:pPr indent="0" lvl="0" marL="0" rtl="0" algn="l">
                <a:spcBef>
                  <a:spcPts val="0"/>
                </a:spcBef>
                <a:spcAft>
                  <a:spcPts val="0"/>
                </a:spcAft>
                <a:buNone/>
              </a:pPr>
              <a:r>
                <a:rPr lang="en-GB" sz="2000">
                  <a:solidFill>
                    <a:schemeClr val="dk1"/>
                  </a:solidFill>
                  <a:latin typeface="Times New Roman"/>
                  <a:ea typeface="Times New Roman"/>
                  <a:cs typeface="Times New Roman"/>
                  <a:sym typeface="Times New Roman"/>
                </a:rPr>
                <a:t>53 × </a:t>
              </a:r>
              <a:r>
                <a:rPr lang="en-GB" sz="2400">
                  <a:solidFill>
                    <a:schemeClr val="dk1"/>
                  </a:solidFill>
                  <a:latin typeface="Times New Roman"/>
                  <a:ea typeface="Times New Roman"/>
                  <a:cs typeface="Times New Roman"/>
                  <a:sym typeface="Times New Roman"/>
                </a:rPr>
                <a:t>cos</a:t>
              </a:r>
              <a:r>
                <a:rPr lang="en-GB" sz="2000">
                  <a:solidFill>
                    <a:schemeClr val="dk1"/>
                  </a:solidFill>
                  <a:latin typeface="Times New Roman"/>
                  <a:ea typeface="Times New Roman"/>
                  <a:cs typeface="Times New Roman"/>
                  <a:sym typeface="Times New Roman"/>
                </a:rPr>
                <a:t>(31°) = </a:t>
              </a:r>
              <a:r>
                <a:rPr i="1" lang="en-GB" sz="2400">
                  <a:solidFill>
                    <a:schemeClr val="dk1"/>
                  </a:solidFill>
                  <a:latin typeface="Times New Roman"/>
                  <a:ea typeface="Times New Roman"/>
                  <a:cs typeface="Times New Roman"/>
                  <a:sym typeface="Times New Roman"/>
                </a:rPr>
                <a:t>x</a:t>
              </a:r>
              <a:endParaRPr i="1" sz="2400">
                <a:latin typeface="Times New Roman"/>
                <a:ea typeface="Times New Roman"/>
                <a:cs typeface="Times New Roman"/>
                <a:sym typeface="Times New Roman"/>
              </a:endParaRPr>
            </a:p>
          </p:txBody>
        </p:sp>
        <p:sp>
          <p:nvSpPr>
            <p:cNvPr id="1313" name="Google Shape;1313;p80"/>
            <p:cNvSpPr/>
            <p:nvPr/>
          </p:nvSpPr>
          <p:spPr>
            <a:xfrm>
              <a:off x="6358500" y="3706325"/>
              <a:ext cx="419400" cy="419400"/>
            </a:xfrm>
            <a:prstGeom prst="ellipse">
              <a:avLst/>
            </a:prstGeom>
            <a:solidFill>
              <a:schemeClr val="accent4"/>
            </a:solidFill>
            <a:ln cap="flat" cmpd="sng" w="28575">
              <a:solidFill>
                <a:schemeClr val="dk1"/>
              </a:solidFill>
              <a:prstDash val="solid"/>
              <a:round/>
              <a:headEnd len="sm" w="sm" type="none"/>
              <a:tailEnd len="sm" w="sm" type="none"/>
            </a:ln>
          </p:spPr>
          <p:txBody>
            <a:bodyPr anchorCtr="0" anchor="ctr" bIns="0" lIns="0" spcFirstLastPara="1" rIns="0" wrap="square" tIns="0">
              <a:noAutofit/>
            </a:bodyPr>
            <a:lstStyle/>
            <a:p>
              <a:pPr indent="0" lvl="0" marL="0" rtl="0" algn="ctr">
                <a:spcBef>
                  <a:spcPts val="0"/>
                </a:spcBef>
                <a:spcAft>
                  <a:spcPts val="0"/>
                </a:spcAft>
                <a:buNone/>
              </a:pPr>
              <a:r>
                <a:rPr lang="en-GB" sz="1800">
                  <a:solidFill>
                    <a:schemeClr val="lt1"/>
                  </a:solidFill>
                  <a:latin typeface="Lexend"/>
                  <a:ea typeface="Lexend"/>
                  <a:cs typeface="Lexend"/>
                  <a:sym typeface="Lexend"/>
                </a:rPr>
                <a:t>d</a:t>
              </a:r>
              <a:endParaRPr sz="1800">
                <a:solidFill>
                  <a:schemeClr val="lt1"/>
                </a:solidFill>
                <a:latin typeface="Lexend"/>
                <a:ea typeface="Lexend"/>
                <a:cs typeface="Lexend"/>
                <a:sym typeface="Lexend"/>
              </a:endParaRPr>
            </a:p>
          </p:txBody>
        </p:sp>
      </p:grpSp>
      <p:grpSp>
        <p:nvGrpSpPr>
          <p:cNvPr id="1314" name="Google Shape;1314;p80"/>
          <p:cNvGrpSpPr/>
          <p:nvPr/>
        </p:nvGrpSpPr>
        <p:grpSpPr>
          <a:xfrm>
            <a:off x="3341250" y="3934925"/>
            <a:ext cx="2461500" cy="419400"/>
            <a:chOff x="324000" y="3706325"/>
            <a:chExt cx="2461500" cy="419400"/>
          </a:xfrm>
        </p:grpSpPr>
        <p:sp>
          <p:nvSpPr>
            <p:cNvPr id="1315" name="Google Shape;1315;p80"/>
            <p:cNvSpPr/>
            <p:nvPr/>
          </p:nvSpPr>
          <p:spPr>
            <a:xfrm>
              <a:off x="324000" y="3706325"/>
              <a:ext cx="2461500" cy="419400"/>
            </a:xfrm>
            <a:prstGeom prst="roundRect">
              <a:avLst>
                <a:gd fmla="val 50000" name="adj"/>
              </a:avLst>
            </a:prstGeom>
            <a:noFill/>
            <a:ln cap="flat" cmpd="sng" w="28575">
              <a:solidFill>
                <a:schemeClr val="dk1"/>
              </a:solidFill>
              <a:prstDash val="solid"/>
              <a:round/>
              <a:headEnd len="sm" w="sm" type="none"/>
              <a:tailEnd len="sm" w="sm" type="none"/>
            </a:ln>
          </p:spPr>
          <p:txBody>
            <a:bodyPr anchorCtr="0" anchor="ctr" bIns="0" lIns="468000" spcFirstLastPara="1" rIns="0" wrap="square" tIns="0">
              <a:noAutofit/>
            </a:bodyPr>
            <a:lstStyle/>
            <a:p>
              <a:pPr indent="0" lvl="0" marL="0" rtl="0" algn="l">
                <a:spcBef>
                  <a:spcPts val="0"/>
                </a:spcBef>
                <a:spcAft>
                  <a:spcPts val="0"/>
                </a:spcAft>
                <a:buNone/>
              </a:pPr>
              <a:r>
                <a:rPr i="1" lang="en-GB" sz="2400">
                  <a:solidFill>
                    <a:schemeClr val="dk1"/>
                  </a:solidFill>
                  <a:latin typeface="Times New Roman"/>
                  <a:ea typeface="Times New Roman"/>
                  <a:cs typeface="Times New Roman"/>
                  <a:sym typeface="Times New Roman"/>
                </a:rPr>
                <a:t>x</a:t>
              </a:r>
              <a:r>
                <a:rPr lang="en-GB" sz="2000">
                  <a:solidFill>
                    <a:schemeClr val="dk1"/>
                  </a:solidFill>
                  <a:latin typeface="Times New Roman"/>
                  <a:ea typeface="Times New Roman"/>
                  <a:cs typeface="Times New Roman"/>
                  <a:sym typeface="Times New Roman"/>
                </a:rPr>
                <a:t> × </a:t>
              </a:r>
              <a:r>
                <a:rPr lang="en-GB" sz="2400">
                  <a:solidFill>
                    <a:schemeClr val="dk1"/>
                  </a:solidFill>
                  <a:latin typeface="Times New Roman"/>
                  <a:ea typeface="Times New Roman"/>
                  <a:cs typeface="Times New Roman"/>
                  <a:sym typeface="Times New Roman"/>
                </a:rPr>
                <a:t>cos</a:t>
              </a:r>
              <a:r>
                <a:rPr lang="en-GB" sz="2000">
                  <a:solidFill>
                    <a:schemeClr val="dk1"/>
                  </a:solidFill>
                  <a:latin typeface="Times New Roman"/>
                  <a:ea typeface="Times New Roman"/>
                  <a:cs typeface="Times New Roman"/>
                  <a:sym typeface="Times New Roman"/>
                </a:rPr>
                <a:t>(31°) = 53</a:t>
              </a:r>
              <a:endParaRPr sz="2000">
                <a:latin typeface="Times New Roman"/>
                <a:ea typeface="Times New Roman"/>
                <a:cs typeface="Times New Roman"/>
                <a:sym typeface="Times New Roman"/>
              </a:endParaRPr>
            </a:p>
          </p:txBody>
        </p:sp>
        <p:sp>
          <p:nvSpPr>
            <p:cNvPr id="1316" name="Google Shape;1316;p80"/>
            <p:cNvSpPr/>
            <p:nvPr/>
          </p:nvSpPr>
          <p:spPr>
            <a:xfrm>
              <a:off x="324000" y="3706325"/>
              <a:ext cx="419400" cy="419400"/>
            </a:xfrm>
            <a:prstGeom prst="ellipse">
              <a:avLst/>
            </a:prstGeom>
            <a:solidFill>
              <a:schemeClr val="accent4"/>
            </a:solidFill>
            <a:ln cap="flat" cmpd="sng" w="28575">
              <a:solidFill>
                <a:schemeClr val="dk1"/>
              </a:solidFill>
              <a:prstDash val="solid"/>
              <a:round/>
              <a:headEnd len="sm" w="sm" type="none"/>
              <a:tailEnd len="sm" w="sm" type="none"/>
            </a:ln>
          </p:spPr>
          <p:txBody>
            <a:bodyPr anchorCtr="0" anchor="ctr" bIns="0" lIns="0" spcFirstLastPara="1" rIns="0" wrap="square" tIns="0">
              <a:noAutofit/>
            </a:bodyPr>
            <a:lstStyle/>
            <a:p>
              <a:pPr indent="0" lvl="0" marL="0" rtl="0" algn="ctr">
                <a:spcBef>
                  <a:spcPts val="0"/>
                </a:spcBef>
                <a:spcAft>
                  <a:spcPts val="0"/>
                </a:spcAft>
                <a:buNone/>
              </a:pPr>
              <a:r>
                <a:rPr lang="en-GB" sz="1800">
                  <a:solidFill>
                    <a:schemeClr val="lt1"/>
                  </a:solidFill>
                  <a:latin typeface="Lexend"/>
                  <a:ea typeface="Lexend"/>
                  <a:cs typeface="Lexend"/>
                  <a:sym typeface="Lexend"/>
                </a:rPr>
                <a:t>e</a:t>
              </a:r>
              <a:endParaRPr sz="1800">
                <a:solidFill>
                  <a:schemeClr val="lt1"/>
                </a:solidFill>
                <a:latin typeface="Lexend"/>
                <a:ea typeface="Lexend"/>
                <a:cs typeface="Lexend"/>
                <a:sym typeface="Lexend"/>
              </a:endParaRPr>
            </a:p>
          </p:txBody>
        </p:sp>
      </p:grpSp>
      <p:sp>
        <p:nvSpPr>
          <p:cNvPr id="1317" name="Google Shape;1317;p80"/>
          <p:cNvSpPr txBox="1"/>
          <p:nvPr/>
        </p:nvSpPr>
        <p:spPr>
          <a:xfrm>
            <a:off x="496950" y="1836725"/>
            <a:ext cx="311700" cy="2772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None/>
            </a:pPr>
            <a:r>
              <a:rPr lang="en-GB" sz="1800">
                <a:latin typeface="Lexend"/>
                <a:ea typeface="Lexend"/>
                <a:cs typeface="Lexend"/>
                <a:sym typeface="Lexend"/>
              </a:rPr>
              <a:t>a)</a:t>
            </a:r>
            <a:endParaRPr sz="1800">
              <a:latin typeface="Lexend"/>
              <a:ea typeface="Lexend"/>
              <a:cs typeface="Lexend"/>
              <a:sym typeface="Lexend"/>
            </a:endParaRPr>
          </a:p>
        </p:txBody>
      </p:sp>
      <p:sp>
        <p:nvSpPr>
          <p:cNvPr id="1318" name="Google Shape;1318;p80"/>
          <p:cNvSpPr txBox="1"/>
          <p:nvPr/>
        </p:nvSpPr>
        <p:spPr>
          <a:xfrm>
            <a:off x="3453950" y="1760525"/>
            <a:ext cx="311700" cy="2772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None/>
            </a:pPr>
            <a:r>
              <a:rPr lang="en-GB" sz="1800">
                <a:latin typeface="Lexend"/>
                <a:ea typeface="Lexend"/>
                <a:cs typeface="Lexend"/>
                <a:sym typeface="Lexend"/>
              </a:rPr>
              <a:t>b)</a:t>
            </a:r>
            <a:endParaRPr sz="1800">
              <a:latin typeface="Lexend"/>
              <a:ea typeface="Lexend"/>
              <a:cs typeface="Lexend"/>
              <a:sym typeface="Lexend"/>
            </a:endParaRPr>
          </a:p>
        </p:txBody>
      </p:sp>
      <p:sp>
        <p:nvSpPr>
          <p:cNvPr id="1319" name="Google Shape;1319;p80"/>
          <p:cNvSpPr/>
          <p:nvPr/>
        </p:nvSpPr>
        <p:spPr>
          <a:xfrm flipH="1" rot="-5400000">
            <a:off x="7017324" y="553024"/>
            <a:ext cx="1877400" cy="1878300"/>
          </a:xfrm>
          <a:prstGeom prst="arc">
            <a:avLst>
              <a:gd fmla="val 19809554" name="adj1"/>
              <a:gd fmla="val 57629" name="adj2"/>
            </a:avLst>
          </a:prstGeom>
          <a:solidFill>
            <a:srgbClr val="F3EEFB"/>
          </a:solidFill>
          <a:ln cap="flat" cmpd="sng" w="28575">
            <a:solidFill>
              <a:srgbClr val="845AD9"/>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sp>
        <p:nvSpPr>
          <p:cNvPr id="1320" name="Google Shape;1320;p80"/>
          <p:cNvSpPr/>
          <p:nvPr/>
        </p:nvSpPr>
        <p:spPr>
          <a:xfrm rot="-5400000">
            <a:off x="6651041" y="1819466"/>
            <a:ext cx="1668300" cy="960900"/>
          </a:xfrm>
          <a:prstGeom prst="rtTriangle">
            <a:avLst/>
          </a:prstGeom>
          <a:noFill/>
          <a:ln cap="flat" cmpd="sng" w="28575">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sp>
        <p:nvSpPr>
          <p:cNvPr id="1321" name="Google Shape;1321;p80"/>
          <p:cNvSpPr/>
          <p:nvPr/>
        </p:nvSpPr>
        <p:spPr>
          <a:xfrm>
            <a:off x="7771541" y="2939967"/>
            <a:ext cx="194100" cy="194100"/>
          </a:xfrm>
          <a:prstGeom prst="rect">
            <a:avLst/>
          </a:prstGeom>
          <a:noFill/>
          <a:ln cap="flat" cmpd="sng" w="28575">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sp>
        <p:nvSpPr>
          <p:cNvPr id="1322" name="Google Shape;1322;p80"/>
          <p:cNvSpPr txBox="1"/>
          <p:nvPr/>
        </p:nvSpPr>
        <p:spPr>
          <a:xfrm>
            <a:off x="7528821" y="2084783"/>
            <a:ext cx="490500" cy="2772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lang="en-GB" sz="1800">
                <a:latin typeface="Lexend"/>
                <a:ea typeface="Lexend"/>
                <a:cs typeface="Lexend"/>
                <a:sym typeface="Lexend"/>
              </a:rPr>
              <a:t>31°</a:t>
            </a:r>
            <a:endParaRPr sz="1800">
              <a:latin typeface="Lexend"/>
              <a:ea typeface="Lexend"/>
              <a:cs typeface="Lexend"/>
              <a:sym typeface="Lexend"/>
            </a:endParaRPr>
          </a:p>
        </p:txBody>
      </p:sp>
      <p:sp>
        <p:nvSpPr>
          <p:cNvPr id="1323" name="Google Shape;1323;p80"/>
          <p:cNvSpPr txBox="1"/>
          <p:nvPr/>
        </p:nvSpPr>
        <p:spPr>
          <a:xfrm>
            <a:off x="6782117" y="1977287"/>
            <a:ext cx="677400" cy="2772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i="1" lang="en-GB" sz="2200">
                <a:solidFill>
                  <a:schemeClr val="dk1"/>
                </a:solidFill>
                <a:latin typeface="Times New Roman"/>
                <a:ea typeface="Times New Roman"/>
                <a:cs typeface="Times New Roman"/>
                <a:sym typeface="Times New Roman"/>
              </a:rPr>
              <a:t>x</a:t>
            </a:r>
            <a:r>
              <a:rPr lang="en-GB" sz="1800">
                <a:solidFill>
                  <a:schemeClr val="dk1"/>
                </a:solidFill>
                <a:latin typeface="Lexend"/>
                <a:ea typeface="Lexend"/>
                <a:cs typeface="Lexend"/>
                <a:sym typeface="Lexend"/>
              </a:rPr>
              <a:t> </a:t>
            </a:r>
            <a:r>
              <a:rPr lang="en-GB" sz="1800">
                <a:latin typeface="Lexend"/>
                <a:ea typeface="Lexend"/>
                <a:cs typeface="Lexend"/>
                <a:sym typeface="Lexend"/>
              </a:rPr>
              <a:t>cm</a:t>
            </a:r>
            <a:endParaRPr sz="1800">
              <a:latin typeface="Lexend"/>
              <a:ea typeface="Lexend"/>
              <a:cs typeface="Lexend"/>
              <a:sym typeface="Lexend"/>
            </a:endParaRPr>
          </a:p>
        </p:txBody>
      </p:sp>
      <p:sp>
        <p:nvSpPr>
          <p:cNvPr id="1324" name="Google Shape;1324;p80"/>
          <p:cNvSpPr txBox="1"/>
          <p:nvPr/>
        </p:nvSpPr>
        <p:spPr>
          <a:xfrm>
            <a:off x="8119891" y="2233355"/>
            <a:ext cx="677400" cy="2772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lang="en-GB" sz="1800">
                <a:latin typeface="Lexend"/>
                <a:ea typeface="Lexend"/>
                <a:cs typeface="Lexend"/>
                <a:sym typeface="Lexend"/>
              </a:rPr>
              <a:t>53 cm</a:t>
            </a:r>
            <a:endParaRPr sz="1800">
              <a:latin typeface="Lexend"/>
              <a:ea typeface="Lexend"/>
              <a:cs typeface="Lexend"/>
              <a:sym typeface="Lexend"/>
            </a:endParaRPr>
          </a:p>
        </p:txBody>
      </p:sp>
      <p:cxnSp>
        <p:nvCxnSpPr>
          <p:cNvPr id="1325" name="Google Shape;1325;p80"/>
          <p:cNvCxnSpPr/>
          <p:nvPr/>
        </p:nvCxnSpPr>
        <p:spPr>
          <a:xfrm rot="5400000">
            <a:off x="6574841" y="1743266"/>
            <a:ext cx="1668300" cy="960900"/>
          </a:xfrm>
          <a:prstGeom prst="straightConnector1">
            <a:avLst/>
          </a:prstGeom>
          <a:noFill/>
          <a:ln cap="flat" cmpd="sng" w="28575">
            <a:solidFill>
              <a:srgbClr val="845AD9"/>
            </a:solidFill>
            <a:prstDash val="solid"/>
            <a:round/>
            <a:headEnd len="med" w="med" type="triangle"/>
            <a:tailEnd len="med" w="med" type="triangle"/>
          </a:ln>
        </p:spPr>
      </p:cxnSp>
      <p:cxnSp>
        <p:nvCxnSpPr>
          <p:cNvPr id="1326" name="Google Shape;1326;p80"/>
          <p:cNvCxnSpPr/>
          <p:nvPr/>
        </p:nvCxnSpPr>
        <p:spPr>
          <a:xfrm rot="-5400000">
            <a:off x="7249510" y="2299916"/>
            <a:ext cx="1668300" cy="0"/>
          </a:xfrm>
          <a:prstGeom prst="straightConnector1">
            <a:avLst/>
          </a:prstGeom>
          <a:noFill/>
          <a:ln cap="flat" cmpd="sng" w="28575">
            <a:solidFill>
              <a:srgbClr val="845AD9"/>
            </a:solidFill>
            <a:prstDash val="solid"/>
            <a:round/>
            <a:headEnd len="med" w="med" type="triangle"/>
            <a:tailEnd len="med" w="med" type="triangle"/>
          </a:ln>
        </p:spPr>
      </p:cxnSp>
      <p:sp>
        <p:nvSpPr>
          <p:cNvPr id="1327" name="Google Shape;1327;p80"/>
          <p:cNvSpPr txBox="1"/>
          <p:nvPr/>
        </p:nvSpPr>
        <p:spPr>
          <a:xfrm>
            <a:off x="8203500" y="1389575"/>
            <a:ext cx="311700" cy="2772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None/>
            </a:pPr>
            <a:r>
              <a:rPr lang="en-GB" sz="1800">
                <a:latin typeface="Lexend"/>
                <a:ea typeface="Lexend"/>
                <a:cs typeface="Lexend"/>
                <a:sym typeface="Lexend"/>
              </a:rPr>
              <a:t>c)</a:t>
            </a:r>
            <a:endParaRPr sz="1800">
              <a:latin typeface="Lexend"/>
              <a:ea typeface="Lexend"/>
              <a:cs typeface="Lexend"/>
              <a:sym typeface="Lexend"/>
            </a:endParaRPr>
          </a:p>
        </p:txBody>
      </p:sp>
      <p:pic>
        <p:nvPicPr>
          <p:cNvPr id="1328" name="Google Shape;1328;p80"/>
          <p:cNvPicPr preferRelativeResize="0"/>
          <p:nvPr/>
        </p:nvPicPr>
        <p:blipFill>
          <a:blip r:embed="rId3">
            <a:alphaModFix/>
          </a:blip>
          <a:stretch>
            <a:fillRect/>
          </a:stretch>
        </p:blipFill>
        <p:spPr>
          <a:xfrm>
            <a:off x="6975725" y="3183725"/>
            <a:ext cx="1013100" cy="194100"/>
          </a:xfrm>
          <a:prstGeom prst="rect">
            <a:avLst/>
          </a:prstGeom>
          <a:noFill/>
          <a:ln>
            <a:noFill/>
          </a:ln>
        </p:spPr>
      </p:pic>
    </p:spTree>
  </p:cSld>
  <p:clrMapOvr>
    <a:masterClrMapping/>
  </p:clrMapOvr>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32" name="Shape 1332"/>
        <p:cNvGrpSpPr/>
        <p:nvPr/>
      </p:nvGrpSpPr>
      <p:grpSpPr>
        <a:xfrm>
          <a:off x="0" y="0"/>
          <a:ext cx="0" cy="0"/>
          <a:chOff x="0" y="0"/>
          <a:chExt cx="0" cy="0"/>
        </a:xfrm>
      </p:grpSpPr>
      <p:sp>
        <p:nvSpPr>
          <p:cNvPr id="1333" name="Google Shape;1333;p81"/>
          <p:cNvSpPr/>
          <p:nvPr/>
        </p:nvSpPr>
        <p:spPr>
          <a:xfrm>
            <a:off x="7551550" y="3096975"/>
            <a:ext cx="1953300" cy="1953300"/>
          </a:xfrm>
          <a:prstGeom prst="arc">
            <a:avLst>
              <a:gd fmla="val 10771373" name="adj1"/>
              <a:gd fmla="val 12068672" name="adj2"/>
            </a:avLst>
          </a:prstGeom>
          <a:solidFill>
            <a:srgbClr val="F3EEFB"/>
          </a:solidFill>
          <a:ln cap="flat" cmpd="sng" w="28575">
            <a:solidFill>
              <a:srgbClr val="845AD9"/>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sp>
        <p:nvSpPr>
          <p:cNvPr id="1334" name="Google Shape;1334;p81"/>
          <p:cNvSpPr/>
          <p:nvPr/>
        </p:nvSpPr>
        <p:spPr>
          <a:xfrm flipH="1" rot="5400000">
            <a:off x="7196907" y="2713900"/>
            <a:ext cx="735900" cy="1991100"/>
          </a:xfrm>
          <a:prstGeom prst="rtTriangle">
            <a:avLst/>
          </a:prstGeom>
          <a:noFill/>
          <a:ln cap="flat" cmpd="sng" w="28575">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sp>
        <p:nvSpPr>
          <p:cNvPr id="1335" name="Google Shape;1335;p81"/>
          <p:cNvSpPr/>
          <p:nvPr/>
        </p:nvSpPr>
        <p:spPr>
          <a:xfrm flipH="1">
            <a:off x="5757250" y="1745775"/>
            <a:ext cx="1363500" cy="1363500"/>
          </a:xfrm>
          <a:prstGeom prst="arc">
            <a:avLst>
              <a:gd fmla="val 10771373" name="adj1"/>
              <a:gd fmla="val 13388379" name="adj2"/>
            </a:avLst>
          </a:prstGeom>
          <a:solidFill>
            <a:srgbClr val="F3EEFB"/>
          </a:solidFill>
          <a:ln cap="flat" cmpd="sng" w="28575">
            <a:solidFill>
              <a:srgbClr val="845AD9"/>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sp>
        <p:nvSpPr>
          <p:cNvPr id="1336" name="Google Shape;1336;p81"/>
          <p:cNvSpPr txBox="1"/>
          <p:nvPr/>
        </p:nvSpPr>
        <p:spPr>
          <a:xfrm>
            <a:off x="382167" y="3482684"/>
            <a:ext cx="855000" cy="2424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Clr>
                <a:schemeClr val="dk1"/>
              </a:buClr>
              <a:buSzPts val="1100"/>
              <a:buFont typeface="Arial"/>
              <a:buNone/>
            </a:pPr>
            <a:r>
              <a:rPr i="1" lang="en-GB" sz="2200">
                <a:solidFill>
                  <a:schemeClr val="dk1"/>
                </a:solidFill>
                <a:latin typeface="Times New Roman"/>
                <a:ea typeface="Times New Roman"/>
                <a:cs typeface="Times New Roman"/>
                <a:sym typeface="Times New Roman"/>
              </a:rPr>
              <a:t>d</a:t>
            </a:r>
            <a:r>
              <a:rPr lang="en-GB" sz="1800">
                <a:solidFill>
                  <a:schemeClr val="dk1"/>
                </a:solidFill>
                <a:latin typeface="Lexend"/>
                <a:ea typeface="Lexend"/>
                <a:cs typeface="Lexend"/>
                <a:sym typeface="Lexend"/>
              </a:rPr>
              <a:t> cm</a:t>
            </a:r>
            <a:endParaRPr sz="1800">
              <a:latin typeface="Lexend"/>
              <a:ea typeface="Lexend"/>
              <a:cs typeface="Lexend"/>
              <a:sym typeface="Lexend"/>
            </a:endParaRPr>
          </a:p>
        </p:txBody>
      </p:sp>
      <p:sp>
        <p:nvSpPr>
          <p:cNvPr id="1337" name="Google Shape;1337;p81"/>
          <p:cNvSpPr/>
          <p:nvPr/>
        </p:nvSpPr>
        <p:spPr>
          <a:xfrm rot="-5400000">
            <a:off x="6478675" y="1126000"/>
            <a:ext cx="1242000" cy="1359900"/>
          </a:xfrm>
          <a:prstGeom prst="rtTriangle">
            <a:avLst/>
          </a:prstGeom>
          <a:noFill/>
          <a:ln cap="flat" cmpd="sng" w="28575">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sp>
        <p:nvSpPr>
          <p:cNvPr id="1338" name="Google Shape;1338;p81"/>
          <p:cNvSpPr txBox="1"/>
          <p:nvPr/>
        </p:nvSpPr>
        <p:spPr>
          <a:xfrm>
            <a:off x="324000" y="610600"/>
            <a:ext cx="8496000" cy="5541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None/>
            </a:pPr>
            <a:r>
              <a:rPr lang="en-GB" sz="1800">
                <a:latin typeface="Lexend"/>
                <a:ea typeface="Lexend"/>
                <a:cs typeface="Lexend"/>
                <a:sym typeface="Lexend"/>
              </a:rPr>
              <a:t>3) By using the cosine formula, find the length of the missing side labelled with a letter for each of these triangles </a:t>
            </a:r>
            <a:r>
              <a:rPr lang="en-GB" sz="1800">
                <a:solidFill>
                  <a:schemeClr val="dk1"/>
                </a:solidFill>
                <a:latin typeface="Lexend"/>
                <a:ea typeface="Lexend"/>
                <a:cs typeface="Lexend"/>
                <a:sym typeface="Lexend"/>
              </a:rPr>
              <a:t>(2 d.p.)</a:t>
            </a:r>
            <a:endParaRPr sz="1800">
              <a:latin typeface="Lexend"/>
              <a:ea typeface="Lexend"/>
              <a:cs typeface="Lexend"/>
              <a:sym typeface="Lexend"/>
            </a:endParaRPr>
          </a:p>
        </p:txBody>
      </p:sp>
      <p:sp>
        <p:nvSpPr>
          <p:cNvPr id="1339" name="Google Shape;1339;p81"/>
          <p:cNvSpPr txBox="1"/>
          <p:nvPr>
            <p:ph type="title"/>
          </p:nvPr>
        </p:nvSpPr>
        <p:spPr>
          <a:xfrm>
            <a:off x="1479300" y="39650"/>
            <a:ext cx="6855300" cy="382800"/>
          </a:xfrm>
          <a:prstGeom prst="rect">
            <a:avLst/>
          </a:prstGeom>
        </p:spPr>
        <p:txBody>
          <a:bodyPr anchorCtr="0" anchor="b" bIns="0" lIns="0" spcFirstLastPara="1" rIns="0" wrap="square" tIns="0">
            <a:noAutofit/>
          </a:bodyPr>
          <a:lstStyle/>
          <a:p>
            <a:pPr indent="0" lvl="0" marL="0" rtl="0" algn="l">
              <a:spcBef>
                <a:spcPts val="0"/>
              </a:spcBef>
              <a:spcAft>
                <a:spcPts val="0"/>
              </a:spcAft>
              <a:buNone/>
            </a:pPr>
            <a:r>
              <a:rPr lang="en-GB"/>
              <a:t>Formalising the cosine formula</a:t>
            </a:r>
            <a:endParaRPr/>
          </a:p>
        </p:txBody>
      </p:sp>
      <p:sp>
        <p:nvSpPr>
          <p:cNvPr id="1340" name="Google Shape;1340;p81"/>
          <p:cNvSpPr/>
          <p:nvPr/>
        </p:nvSpPr>
        <p:spPr>
          <a:xfrm flipH="1">
            <a:off x="-202674" y="1711825"/>
            <a:ext cx="1431300" cy="1431300"/>
          </a:xfrm>
          <a:prstGeom prst="arc">
            <a:avLst>
              <a:gd fmla="val 10771373" name="adj1"/>
              <a:gd fmla="val 13050632" name="adj2"/>
            </a:avLst>
          </a:prstGeom>
          <a:solidFill>
            <a:srgbClr val="F3EEFB"/>
          </a:solidFill>
          <a:ln cap="flat" cmpd="sng" w="28575">
            <a:solidFill>
              <a:srgbClr val="845AD9"/>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sp>
        <p:nvSpPr>
          <p:cNvPr id="1341" name="Google Shape;1341;p81"/>
          <p:cNvSpPr/>
          <p:nvPr/>
        </p:nvSpPr>
        <p:spPr>
          <a:xfrm rot="-5400000">
            <a:off x="665399" y="1238800"/>
            <a:ext cx="1016400" cy="1359900"/>
          </a:xfrm>
          <a:prstGeom prst="rtTriangle">
            <a:avLst/>
          </a:prstGeom>
          <a:noFill/>
          <a:ln cap="flat" cmpd="sng" w="28575">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cxnSp>
        <p:nvCxnSpPr>
          <p:cNvPr id="1342" name="Google Shape;1342;p81"/>
          <p:cNvCxnSpPr/>
          <p:nvPr/>
        </p:nvCxnSpPr>
        <p:spPr>
          <a:xfrm>
            <a:off x="5988039" y="1137525"/>
            <a:ext cx="0" cy="3682800"/>
          </a:xfrm>
          <a:prstGeom prst="straightConnector1">
            <a:avLst/>
          </a:prstGeom>
          <a:noFill/>
          <a:ln cap="flat" cmpd="sng" w="38100">
            <a:solidFill>
              <a:schemeClr val="accent4"/>
            </a:solidFill>
            <a:prstDash val="solid"/>
            <a:round/>
            <a:headEnd len="med" w="med" type="none"/>
            <a:tailEnd len="med" w="med" type="none"/>
          </a:ln>
        </p:spPr>
      </p:cxnSp>
      <p:cxnSp>
        <p:nvCxnSpPr>
          <p:cNvPr id="1343" name="Google Shape;1343;p81"/>
          <p:cNvCxnSpPr/>
          <p:nvPr/>
        </p:nvCxnSpPr>
        <p:spPr>
          <a:xfrm>
            <a:off x="3156072" y="1137525"/>
            <a:ext cx="0" cy="3682800"/>
          </a:xfrm>
          <a:prstGeom prst="straightConnector1">
            <a:avLst/>
          </a:prstGeom>
          <a:noFill/>
          <a:ln cap="flat" cmpd="sng" w="38100">
            <a:solidFill>
              <a:schemeClr val="accent4"/>
            </a:solidFill>
            <a:prstDash val="solid"/>
            <a:round/>
            <a:headEnd len="med" w="med" type="none"/>
            <a:tailEnd len="med" w="med" type="none"/>
          </a:ln>
        </p:spPr>
      </p:cxnSp>
      <p:sp>
        <p:nvSpPr>
          <p:cNvPr id="1344" name="Google Shape;1344;p81"/>
          <p:cNvSpPr/>
          <p:nvPr/>
        </p:nvSpPr>
        <p:spPr>
          <a:xfrm>
            <a:off x="1659443" y="2232926"/>
            <a:ext cx="194100" cy="194100"/>
          </a:xfrm>
          <a:prstGeom prst="rect">
            <a:avLst/>
          </a:prstGeom>
          <a:noFill/>
          <a:ln cap="flat" cmpd="sng" w="28575">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cxnSp>
        <p:nvCxnSpPr>
          <p:cNvPr id="1345" name="Google Shape;1345;p81"/>
          <p:cNvCxnSpPr/>
          <p:nvPr/>
        </p:nvCxnSpPr>
        <p:spPr>
          <a:xfrm flipH="1">
            <a:off x="417449" y="1334350"/>
            <a:ext cx="1359900" cy="1016400"/>
          </a:xfrm>
          <a:prstGeom prst="straightConnector1">
            <a:avLst/>
          </a:prstGeom>
          <a:noFill/>
          <a:ln cap="flat" cmpd="sng" w="28575">
            <a:solidFill>
              <a:srgbClr val="845AD9"/>
            </a:solidFill>
            <a:prstDash val="solid"/>
            <a:round/>
            <a:headEnd len="med" w="med" type="triangle"/>
            <a:tailEnd len="med" w="med" type="triangle"/>
          </a:ln>
        </p:spPr>
      </p:cxnSp>
      <p:sp>
        <p:nvSpPr>
          <p:cNvPr id="1346" name="Google Shape;1346;p81"/>
          <p:cNvSpPr txBox="1"/>
          <p:nvPr/>
        </p:nvSpPr>
        <p:spPr>
          <a:xfrm>
            <a:off x="553117" y="1531211"/>
            <a:ext cx="632700" cy="2424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Clr>
                <a:srgbClr val="000000"/>
              </a:buClr>
              <a:buSzPts val="1100"/>
              <a:buFont typeface="Arial"/>
              <a:buNone/>
            </a:pPr>
            <a:r>
              <a:rPr lang="en-GB" sz="1800">
                <a:latin typeface="Lexend"/>
                <a:ea typeface="Lexend"/>
                <a:cs typeface="Lexend"/>
                <a:sym typeface="Lexend"/>
              </a:rPr>
              <a:t>1 cm</a:t>
            </a:r>
            <a:endParaRPr sz="1800">
              <a:latin typeface="Lexend"/>
              <a:ea typeface="Lexend"/>
              <a:cs typeface="Lexend"/>
              <a:sym typeface="Lexend"/>
            </a:endParaRPr>
          </a:p>
        </p:txBody>
      </p:sp>
      <p:cxnSp>
        <p:nvCxnSpPr>
          <p:cNvPr id="1347" name="Google Shape;1347;p81"/>
          <p:cNvCxnSpPr/>
          <p:nvPr/>
        </p:nvCxnSpPr>
        <p:spPr>
          <a:xfrm rot="10800000">
            <a:off x="1950014" y="1410561"/>
            <a:ext cx="0" cy="1016400"/>
          </a:xfrm>
          <a:prstGeom prst="straightConnector1">
            <a:avLst/>
          </a:prstGeom>
          <a:noFill/>
          <a:ln cap="flat" cmpd="sng" w="28575">
            <a:solidFill>
              <a:srgbClr val="845AD9"/>
            </a:solidFill>
            <a:prstDash val="solid"/>
            <a:round/>
            <a:headEnd len="med" w="med" type="triangle"/>
            <a:tailEnd len="med" w="med" type="triangle"/>
          </a:ln>
        </p:spPr>
      </p:cxnSp>
      <p:sp>
        <p:nvSpPr>
          <p:cNvPr id="1348" name="Google Shape;1348;p81"/>
          <p:cNvSpPr/>
          <p:nvPr/>
        </p:nvSpPr>
        <p:spPr>
          <a:xfrm flipH="1">
            <a:off x="2690019" y="1711825"/>
            <a:ext cx="1431300" cy="1431300"/>
          </a:xfrm>
          <a:prstGeom prst="arc">
            <a:avLst>
              <a:gd fmla="val 10771373" name="adj1"/>
              <a:gd fmla="val 13050632" name="adj2"/>
            </a:avLst>
          </a:prstGeom>
          <a:solidFill>
            <a:srgbClr val="F3EEFB"/>
          </a:solidFill>
          <a:ln cap="flat" cmpd="sng" w="28575">
            <a:solidFill>
              <a:srgbClr val="845AD9"/>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sp>
        <p:nvSpPr>
          <p:cNvPr id="1349" name="Google Shape;1349;p81"/>
          <p:cNvSpPr/>
          <p:nvPr/>
        </p:nvSpPr>
        <p:spPr>
          <a:xfrm rot="-5400000">
            <a:off x="3558092" y="1238800"/>
            <a:ext cx="1016400" cy="1359900"/>
          </a:xfrm>
          <a:prstGeom prst="rtTriangle">
            <a:avLst/>
          </a:prstGeom>
          <a:noFill/>
          <a:ln cap="flat" cmpd="sng" w="28575">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sp>
        <p:nvSpPr>
          <p:cNvPr id="1350" name="Google Shape;1350;p81"/>
          <p:cNvSpPr/>
          <p:nvPr/>
        </p:nvSpPr>
        <p:spPr>
          <a:xfrm>
            <a:off x="4552136" y="2232926"/>
            <a:ext cx="194100" cy="194100"/>
          </a:xfrm>
          <a:prstGeom prst="rect">
            <a:avLst/>
          </a:prstGeom>
          <a:noFill/>
          <a:ln cap="flat" cmpd="sng" w="28575">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cxnSp>
        <p:nvCxnSpPr>
          <p:cNvPr id="1351" name="Google Shape;1351;p81"/>
          <p:cNvCxnSpPr/>
          <p:nvPr/>
        </p:nvCxnSpPr>
        <p:spPr>
          <a:xfrm flipH="1">
            <a:off x="3310142" y="1334350"/>
            <a:ext cx="1359900" cy="1016400"/>
          </a:xfrm>
          <a:prstGeom prst="straightConnector1">
            <a:avLst/>
          </a:prstGeom>
          <a:noFill/>
          <a:ln cap="flat" cmpd="sng" w="28575">
            <a:solidFill>
              <a:srgbClr val="845AD9"/>
            </a:solidFill>
            <a:prstDash val="solid"/>
            <a:round/>
            <a:headEnd len="med" w="med" type="triangle"/>
            <a:tailEnd len="med" w="med" type="triangle"/>
          </a:ln>
        </p:spPr>
      </p:cxnSp>
      <p:sp>
        <p:nvSpPr>
          <p:cNvPr id="1352" name="Google Shape;1352;p81"/>
          <p:cNvSpPr txBox="1"/>
          <p:nvPr/>
        </p:nvSpPr>
        <p:spPr>
          <a:xfrm flipH="1">
            <a:off x="3609239" y="2156955"/>
            <a:ext cx="530400" cy="2646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Clr>
                <a:srgbClr val="000000"/>
              </a:buClr>
              <a:buSzPts val="1100"/>
              <a:buFont typeface="Arial"/>
              <a:buNone/>
            </a:pPr>
            <a:r>
              <a:rPr lang="en-GB" sz="1800">
                <a:latin typeface="Lexend"/>
                <a:ea typeface="Lexend"/>
                <a:cs typeface="Lexend"/>
                <a:sym typeface="Lexend"/>
              </a:rPr>
              <a:t>32°</a:t>
            </a:r>
            <a:endParaRPr sz="1800">
              <a:latin typeface="Lexend"/>
              <a:ea typeface="Lexend"/>
              <a:cs typeface="Lexend"/>
              <a:sym typeface="Lexend"/>
            </a:endParaRPr>
          </a:p>
        </p:txBody>
      </p:sp>
      <p:cxnSp>
        <p:nvCxnSpPr>
          <p:cNvPr id="1353" name="Google Shape;1353;p81"/>
          <p:cNvCxnSpPr/>
          <p:nvPr/>
        </p:nvCxnSpPr>
        <p:spPr>
          <a:xfrm rot="10800000">
            <a:off x="4842708" y="1410561"/>
            <a:ext cx="0" cy="1016400"/>
          </a:xfrm>
          <a:prstGeom prst="straightConnector1">
            <a:avLst/>
          </a:prstGeom>
          <a:noFill/>
          <a:ln cap="flat" cmpd="sng" w="28575">
            <a:solidFill>
              <a:srgbClr val="845AD9"/>
            </a:solidFill>
            <a:prstDash val="solid"/>
            <a:round/>
            <a:headEnd len="med" w="med" type="triangle"/>
            <a:tailEnd len="med" w="med" type="triangle"/>
          </a:ln>
        </p:spPr>
      </p:cxnSp>
      <p:sp>
        <p:nvSpPr>
          <p:cNvPr id="1354" name="Google Shape;1354;p81"/>
          <p:cNvSpPr/>
          <p:nvPr/>
        </p:nvSpPr>
        <p:spPr>
          <a:xfrm flipH="1">
            <a:off x="6569308" y="3883376"/>
            <a:ext cx="194100" cy="194100"/>
          </a:xfrm>
          <a:prstGeom prst="rect">
            <a:avLst/>
          </a:prstGeom>
          <a:noFill/>
          <a:ln cap="flat" cmpd="sng" w="28575">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cxnSp>
        <p:nvCxnSpPr>
          <p:cNvPr id="1355" name="Google Shape;1355;p81"/>
          <p:cNvCxnSpPr/>
          <p:nvPr/>
        </p:nvCxnSpPr>
        <p:spPr>
          <a:xfrm rot="10800000">
            <a:off x="6466113" y="3341500"/>
            <a:ext cx="0" cy="744000"/>
          </a:xfrm>
          <a:prstGeom prst="straightConnector1">
            <a:avLst/>
          </a:prstGeom>
          <a:noFill/>
          <a:ln cap="flat" cmpd="sng" w="28575">
            <a:solidFill>
              <a:srgbClr val="845AD9"/>
            </a:solidFill>
            <a:prstDash val="solid"/>
            <a:round/>
            <a:headEnd len="med" w="med" type="triangle"/>
            <a:tailEnd len="med" w="med" type="triangle"/>
          </a:ln>
        </p:spPr>
      </p:cxnSp>
      <p:cxnSp>
        <p:nvCxnSpPr>
          <p:cNvPr id="1356" name="Google Shape;1356;p81"/>
          <p:cNvCxnSpPr/>
          <p:nvPr/>
        </p:nvCxnSpPr>
        <p:spPr>
          <a:xfrm rot="10800000">
            <a:off x="6611125" y="3244671"/>
            <a:ext cx="1991100" cy="735900"/>
          </a:xfrm>
          <a:prstGeom prst="straightConnector1">
            <a:avLst/>
          </a:prstGeom>
          <a:noFill/>
          <a:ln cap="flat" cmpd="sng" w="28575">
            <a:solidFill>
              <a:srgbClr val="845AD9"/>
            </a:solidFill>
            <a:prstDash val="solid"/>
            <a:round/>
            <a:headEnd len="med" w="med" type="triangle"/>
            <a:tailEnd len="med" w="med" type="triangle"/>
          </a:ln>
        </p:spPr>
      </p:cxnSp>
      <p:sp>
        <p:nvSpPr>
          <p:cNvPr id="1357" name="Google Shape;1357;p81"/>
          <p:cNvSpPr/>
          <p:nvPr/>
        </p:nvSpPr>
        <p:spPr>
          <a:xfrm>
            <a:off x="7585511" y="2232926"/>
            <a:ext cx="194100" cy="194100"/>
          </a:xfrm>
          <a:prstGeom prst="rect">
            <a:avLst/>
          </a:prstGeom>
          <a:noFill/>
          <a:ln cap="flat" cmpd="sng" w="28575">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cxnSp>
        <p:nvCxnSpPr>
          <p:cNvPr id="1358" name="Google Shape;1358;p81"/>
          <p:cNvCxnSpPr/>
          <p:nvPr/>
        </p:nvCxnSpPr>
        <p:spPr>
          <a:xfrm flipH="1">
            <a:off x="6357870" y="1100143"/>
            <a:ext cx="1359900" cy="1242000"/>
          </a:xfrm>
          <a:prstGeom prst="straightConnector1">
            <a:avLst/>
          </a:prstGeom>
          <a:noFill/>
          <a:ln cap="flat" cmpd="sng" w="28575">
            <a:solidFill>
              <a:srgbClr val="845AD9"/>
            </a:solidFill>
            <a:prstDash val="solid"/>
            <a:round/>
            <a:headEnd len="med" w="med" type="triangle"/>
            <a:tailEnd len="med" w="med" type="triangle"/>
          </a:ln>
        </p:spPr>
      </p:cxnSp>
      <p:sp>
        <p:nvSpPr>
          <p:cNvPr id="1359" name="Google Shape;1359;p81"/>
          <p:cNvSpPr txBox="1"/>
          <p:nvPr/>
        </p:nvSpPr>
        <p:spPr>
          <a:xfrm>
            <a:off x="6256800" y="1531200"/>
            <a:ext cx="855000" cy="2424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Clr>
                <a:schemeClr val="dk1"/>
              </a:buClr>
              <a:buSzPts val="1100"/>
              <a:buFont typeface="Arial"/>
              <a:buNone/>
            </a:pPr>
            <a:r>
              <a:rPr lang="en-GB" sz="1800">
                <a:solidFill>
                  <a:schemeClr val="dk1"/>
                </a:solidFill>
                <a:latin typeface="Lexend"/>
                <a:ea typeface="Lexend"/>
                <a:cs typeface="Lexend"/>
                <a:sym typeface="Lexend"/>
              </a:rPr>
              <a:t>22 cm</a:t>
            </a:r>
            <a:endParaRPr sz="1800">
              <a:latin typeface="Lexend"/>
              <a:ea typeface="Lexend"/>
              <a:cs typeface="Lexend"/>
              <a:sym typeface="Lexend"/>
            </a:endParaRPr>
          </a:p>
        </p:txBody>
      </p:sp>
      <p:sp>
        <p:nvSpPr>
          <p:cNvPr id="1360" name="Google Shape;1360;p81"/>
          <p:cNvSpPr txBox="1"/>
          <p:nvPr/>
        </p:nvSpPr>
        <p:spPr>
          <a:xfrm flipH="1">
            <a:off x="6615108" y="2136326"/>
            <a:ext cx="530400" cy="2646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Clr>
                <a:srgbClr val="000000"/>
              </a:buClr>
              <a:buSzPts val="1100"/>
              <a:buFont typeface="Arial"/>
              <a:buNone/>
            </a:pPr>
            <a:r>
              <a:rPr lang="en-GB" sz="1800">
                <a:latin typeface="Lexend"/>
                <a:ea typeface="Lexend"/>
                <a:cs typeface="Lexend"/>
                <a:sym typeface="Lexend"/>
              </a:rPr>
              <a:t>42°</a:t>
            </a:r>
            <a:endParaRPr sz="1800">
              <a:latin typeface="Lexend"/>
              <a:ea typeface="Lexend"/>
              <a:cs typeface="Lexend"/>
              <a:sym typeface="Lexend"/>
            </a:endParaRPr>
          </a:p>
        </p:txBody>
      </p:sp>
      <p:sp>
        <p:nvSpPr>
          <p:cNvPr id="1361" name="Google Shape;1361;p81"/>
          <p:cNvSpPr/>
          <p:nvPr/>
        </p:nvSpPr>
        <p:spPr>
          <a:xfrm flipH="1">
            <a:off x="2826444" y="3445912"/>
            <a:ext cx="1431300" cy="1431300"/>
          </a:xfrm>
          <a:prstGeom prst="arc">
            <a:avLst>
              <a:gd fmla="val 10771373" name="adj1"/>
              <a:gd fmla="val 13050632" name="adj2"/>
            </a:avLst>
          </a:prstGeom>
          <a:solidFill>
            <a:srgbClr val="F3EEFB"/>
          </a:solidFill>
          <a:ln cap="flat" cmpd="sng" w="28575">
            <a:solidFill>
              <a:srgbClr val="845AD9"/>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cxnSp>
        <p:nvCxnSpPr>
          <p:cNvPr id="1362" name="Google Shape;1362;p81"/>
          <p:cNvCxnSpPr/>
          <p:nvPr/>
        </p:nvCxnSpPr>
        <p:spPr>
          <a:xfrm rot="10800000">
            <a:off x="7876075" y="1184947"/>
            <a:ext cx="0" cy="1242000"/>
          </a:xfrm>
          <a:prstGeom prst="straightConnector1">
            <a:avLst/>
          </a:prstGeom>
          <a:noFill/>
          <a:ln cap="flat" cmpd="sng" w="28575">
            <a:solidFill>
              <a:srgbClr val="845AD9"/>
            </a:solidFill>
            <a:prstDash val="solid"/>
            <a:round/>
            <a:headEnd len="med" w="med" type="triangle"/>
            <a:tailEnd len="med" w="med" type="triangle"/>
          </a:ln>
        </p:spPr>
      </p:cxnSp>
      <p:sp>
        <p:nvSpPr>
          <p:cNvPr id="1363" name="Google Shape;1363;p81"/>
          <p:cNvSpPr/>
          <p:nvPr/>
        </p:nvSpPr>
        <p:spPr>
          <a:xfrm>
            <a:off x="4688561" y="3967012"/>
            <a:ext cx="194100" cy="194100"/>
          </a:xfrm>
          <a:prstGeom prst="rect">
            <a:avLst/>
          </a:prstGeom>
          <a:noFill/>
          <a:ln cap="flat" cmpd="sng" w="28575">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cxnSp>
        <p:nvCxnSpPr>
          <p:cNvPr id="1364" name="Google Shape;1364;p81"/>
          <p:cNvCxnSpPr/>
          <p:nvPr/>
        </p:nvCxnSpPr>
        <p:spPr>
          <a:xfrm flipH="1">
            <a:off x="3432814" y="3047808"/>
            <a:ext cx="1359900" cy="1016400"/>
          </a:xfrm>
          <a:prstGeom prst="straightConnector1">
            <a:avLst/>
          </a:prstGeom>
          <a:noFill/>
          <a:ln cap="flat" cmpd="sng" w="28575">
            <a:solidFill>
              <a:srgbClr val="845AD9"/>
            </a:solidFill>
            <a:prstDash val="solid"/>
            <a:round/>
            <a:headEnd len="med" w="med" type="triangle"/>
            <a:tailEnd len="med" w="med" type="triangle"/>
          </a:ln>
        </p:spPr>
      </p:cxnSp>
      <p:cxnSp>
        <p:nvCxnSpPr>
          <p:cNvPr id="1365" name="Google Shape;1365;p81"/>
          <p:cNvCxnSpPr/>
          <p:nvPr/>
        </p:nvCxnSpPr>
        <p:spPr>
          <a:xfrm rot="10800000">
            <a:off x="5006700" y="3181850"/>
            <a:ext cx="0" cy="985200"/>
          </a:xfrm>
          <a:prstGeom prst="straightConnector1">
            <a:avLst/>
          </a:prstGeom>
          <a:noFill/>
          <a:ln cap="flat" cmpd="sng" w="28575">
            <a:solidFill>
              <a:srgbClr val="845AD9"/>
            </a:solidFill>
            <a:prstDash val="solid"/>
            <a:round/>
            <a:headEnd len="med" w="med" type="triangle"/>
            <a:tailEnd len="med" w="med" type="triangle"/>
          </a:ln>
        </p:spPr>
      </p:cxnSp>
      <p:sp>
        <p:nvSpPr>
          <p:cNvPr id="1366" name="Google Shape;1366;p81"/>
          <p:cNvSpPr txBox="1"/>
          <p:nvPr/>
        </p:nvSpPr>
        <p:spPr>
          <a:xfrm>
            <a:off x="4996026" y="3553250"/>
            <a:ext cx="778500" cy="2424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Clr>
                <a:schemeClr val="dk1"/>
              </a:buClr>
              <a:buSzPts val="1100"/>
              <a:buFont typeface="Arial"/>
              <a:buNone/>
            </a:pPr>
            <a:r>
              <a:rPr lang="en-GB" sz="1800">
                <a:solidFill>
                  <a:schemeClr val="dk1"/>
                </a:solidFill>
                <a:latin typeface="Lexend"/>
                <a:ea typeface="Lexend"/>
                <a:cs typeface="Lexend"/>
                <a:sym typeface="Lexend"/>
              </a:rPr>
              <a:t>22 cm</a:t>
            </a:r>
            <a:endParaRPr sz="1800">
              <a:latin typeface="Lexend"/>
              <a:ea typeface="Lexend"/>
              <a:cs typeface="Lexend"/>
              <a:sym typeface="Lexend"/>
            </a:endParaRPr>
          </a:p>
        </p:txBody>
      </p:sp>
      <p:sp>
        <p:nvSpPr>
          <p:cNvPr id="1367" name="Google Shape;1367;p81"/>
          <p:cNvSpPr txBox="1"/>
          <p:nvPr/>
        </p:nvSpPr>
        <p:spPr>
          <a:xfrm flipH="1">
            <a:off x="3745664" y="3891042"/>
            <a:ext cx="530400" cy="2646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Clr>
                <a:srgbClr val="000000"/>
              </a:buClr>
              <a:buSzPts val="1100"/>
              <a:buFont typeface="Arial"/>
              <a:buNone/>
            </a:pPr>
            <a:r>
              <a:rPr lang="en-GB" sz="1800">
                <a:latin typeface="Lexend"/>
                <a:ea typeface="Lexend"/>
                <a:cs typeface="Lexend"/>
                <a:sym typeface="Lexend"/>
              </a:rPr>
              <a:t>42°</a:t>
            </a:r>
            <a:endParaRPr sz="1800">
              <a:latin typeface="Lexend"/>
              <a:ea typeface="Lexend"/>
              <a:cs typeface="Lexend"/>
              <a:sym typeface="Lexend"/>
            </a:endParaRPr>
          </a:p>
        </p:txBody>
      </p:sp>
      <p:sp>
        <p:nvSpPr>
          <p:cNvPr id="1368" name="Google Shape;1368;p81"/>
          <p:cNvSpPr txBox="1"/>
          <p:nvPr/>
        </p:nvSpPr>
        <p:spPr>
          <a:xfrm flipH="1">
            <a:off x="716545" y="2156955"/>
            <a:ext cx="530400" cy="2646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Clr>
                <a:srgbClr val="000000"/>
              </a:buClr>
              <a:buSzPts val="1100"/>
              <a:buFont typeface="Arial"/>
              <a:buNone/>
            </a:pPr>
            <a:r>
              <a:rPr lang="en-GB" sz="1800">
                <a:latin typeface="Lexend"/>
                <a:ea typeface="Lexend"/>
                <a:cs typeface="Lexend"/>
                <a:sym typeface="Lexend"/>
              </a:rPr>
              <a:t>32°</a:t>
            </a:r>
            <a:endParaRPr sz="1800">
              <a:latin typeface="Lexend"/>
              <a:ea typeface="Lexend"/>
              <a:cs typeface="Lexend"/>
              <a:sym typeface="Lexend"/>
            </a:endParaRPr>
          </a:p>
        </p:txBody>
      </p:sp>
      <p:sp>
        <p:nvSpPr>
          <p:cNvPr id="1369" name="Google Shape;1369;p81"/>
          <p:cNvSpPr/>
          <p:nvPr/>
        </p:nvSpPr>
        <p:spPr>
          <a:xfrm flipH="1">
            <a:off x="4296675" y="2577512"/>
            <a:ext cx="1155900" cy="1155900"/>
          </a:xfrm>
          <a:prstGeom prst="arc">
            <a:avLst>
              <a:gd fmla="val 2216544" name="adj1"/>
              <a:gd fmla="val 5415087" name="adj2"/>
            </a:avLst>
          </a:prstGeom>
          <a:solidFill>
            <a:srgbClr val="F3EEFB"/>
          </a:solidFill>
          <a:ln cap="flat" cmpd="sng" w="28575">
            <a:solidFill>
              <a:srgbClr val="845AD9"/>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sp>
        <p:nvSpPr>
          <p:cNvPr id="1370" name="Google Shape;1370;p81"/>
          <p:cNvSpPr txBox="1"/>
          <p:nvPr/>
        </p:nvSpPr>
        <p:spPr>
          <a:xfrm flipH="1">
            <a:off x="4418026" y="3384998"/>
            <a:ext cx="530400" cy="2646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Clr>
                <a:srgbClr val="000000"/>
              </a:buClr>
              <a:buSzPts val="1100"/>
              <a:buFont typeface="Arial"/>
              <a:buNone/>
            </a:pPr>
            <a:r>
              <a:rPr lang="en-GB" sz="1800">
                <a:latin typeface="Lexend"/>
                <a:ea typeface="Lexend"/>
                <a:cs typeface="Lexend"/>
                <a:sym typeface="Lexend"/>
              </a:rPr>
              <a:t>48°</a:t>
            </a:r>
            <a:endParaRPr sz="1800">
              <a:latin typeface="Lexend"/>
              <a:ea typeface="Lexend"/>
              <a:cs typeface="Lexend"/>
              <a:sym typeface="Lexend"/>
            </a:endParaRPr>
          </a:p>
        </p:txBody>
      </p:sp>
      <p:sp>
        <p:nvSpPr>
          <p:cNvPr id="1371" name="Google Shape;1371;p81"/>
          <p:cNvSpPr txBox="1"/>
          <p:nvPr/>
        </p:nvSpPr>
        <p:spPr>
          <a:xfrm>
            <a:off x="3592483" y="3289961"/>
            <a:ext cx="560100" cy="264600"/>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None/>
            </a:pPr>
            <a:r>
              <a:rPr i="1" lang="en-GB" sz="2200">
                <a:latin typeface="Times New Roman"/>
                <a:ea typeface="Times New Roman"/>
                <a:cs typeface="Times New Roman"/>
                <a:sym typeface="Times New Roman"/>
              </a:rPr>
              <a:t>e</a:t>
            </a:r>
            <a:r>
              <a:rPr lang="en-GB" sz="1800">
                <a:latin typeface="Lexend"/>
                <a:ea typeface="Lexend"/>
                <a:cs typeface="Lexend"/>
                <a:sym typeface="Lexend"/>
              </a:rPr>
              <a:t> cm</a:t>
            </a:r>
            <a:endParaRPr sz="1800">
              <a:latin typeface="Lexend"/>
              <a:ea typeface="Lexend"/>
              <a:cs typeface="Lexend"/>
              <a:sym typeface="Lexend"/>
            </a:endParaRPr>
          </a:p>
        </p:txBody>
      </p:sp>
      <p:sp>
        <p:nvSpPr>
          <p:cNvPr id="1372" name="Google Shape;1372;p81"/>
          <p:cNvSpPr txBox="1"/>
          <p:nvPr/>
        </p:nvSpPr>
        <p:spPr>
          <a:xfrm>
            <a:off x="7496790" y="3239246"/>
            <a:ext cx="560100" cy="264600"/>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None/>
            </a:pPr>
            <a:r>
              <a:rPr i="1" lang="en-GB" sz="2200">
                <a:latin typeface="Times New Roman"/>
                <a:ea typeface="Times New Roman"/>
                <a:cs typeface="Times New Roman"/>
                <a:sym typeface="Times New Roman"/>
              </a:rPr>
              <a:t>f</a:t>
            </a:r>
            <a:r>
              <a:rPr lang="en-GB" sz="1800">
                <a:latin typeface="Lexend"/>
                <a:ea typeface="Lexend"/>
                <a:cs typeface="Lexend"/>
                <a:sym typeface="Lexend"/>
              </a:rPr>
              <a:t> cm</a:t>
            </a:r>
            <a:endParaRPr sz="1800">
              <a:latin typeface="Lexend"/>
              <a:ea typeface="Lexend"/>
              <a:cs typeface="Lexend"/>
              <a:sym typeface="Lexend"/>
            </a:endParaRPr>
          </a:p>
        </p:txBody>
      </p:sp>
      <p:cxnSp>
        <p:nvCxnSpPr>
          <p:cNvPr id="1373" name="Google Shape;1373;p81"/>
          <p:cNvCxnSpPr/>
          <p:nvPr/>
        </p:nvCxnSpPr>
        <p:spPr>
          <a:xfrm rot="10800000">
            <a:off x="465750" y="2534925"/>
            <a:ext cx="1387800" cy="0"/>
          </a:xfrm>
          <a:prstGeom prst="straightConnector1">
            <a:avLst/>
          </a:prstGeom>
          <a:noFill/>
          <a:ln cap="flat" cmpd="sng" w="28575">
            <a:solidFill>
              <a:srgbClr val="845AD9"/>
            </a:solidFill>
            <a:prstDash val="solid"/>
            <a:round/>
            <a:headEnd len="med" w="med" type="triangle"/>
            <a:tailEnd len="med" w="med" type="triangle"/>
          </a:ln>
        </p:spPr>
      </p:cxnSp>
      <p:sp>
        <p:nvSpPr>
          <p:cNvPr id="1374" name="Google Shape;1374;p81"/>
          <p:cNvSpPr txBox="1"/>
          <p:nvPr/>
        </p:nvSpPr>
        <p:spPr>
          <a:xfrm>
            <a:off x="697496" y="2581358"/>
            <a:ext cx="924300" cy="2424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Clr>
                <a:schemeClr val="dk1"/>
              </a:buClr>
              <a:buSzPts val="1100"/>
              <a:buFont typeface="Arial"/>
              <a:buNone/>
            </a:pPr>
            <a:r>
              <a:rPr i="1" lang="en-GB" sz="2200">
                <a:solidFill>
                  <a:schemeClr val="dk1"/>
                </a:solidFill>
                <a:latin typeface="Times New Roman"/>
                <a:ea typeface="Times New Roman"/>
                <a:cs typeface="Times New Roman"/>
                <a:sym typeface="Times New Roman"/>
              </a:rPr>
              <a:t>a</a:t>
            </a:r>
            <a:r>
              <a:rPr lang="en-GB" sz="1800">
                <a:solidFill>
                  <a:schemeClr val="dk1"/>
                </a:solidFill>
                <a:latin typeface="Lexend"/>
                <a:ea typeface="Lexend"/>
                <a:cs typeface="Lexend"/>
                <a:sym typeface="Lexend"/>
              </a:rPr>
              <a:t> cm</a:t>
            </a:r>
            <a:endParaRPr sz="1800">
              <a:latin typeface="Lexend"/>
              <a:ea typeface="Lexend"/>
              <a:cs typeface="Lexend"/>
              <a:sym typeface="Lexend"/>
            </a:endParaRPr>
          </a:p>
        </p:txBody>
      </p:sp>
      <p:sp>
        <p:nvSpPr>
          <p:cNvPr id="1375" name="Google Shape;1375;p81"/>
          <p:cNvSpPr txBox="1"/>
          <p:nvPr/>
        </p:nvSpPr>
        <p:spPr>
          <a:xfrm>
            <a:off x="3360162" y="1531200"/>
            <a:ext cx="746400" cy="2424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Clr>
                <a:srgbClr val="000000"/>
              </a:buClr>
              <a:buSzPts val="1100"/>
              <a:buFont typeface="Arial"/>
              <a:buNone/>
            </a:pPr>
            <a:r>
              <a:rPr lang="en-GB" sz="1800">
                <a:latin typeface="Lexend"/>
                <a:ea typeface="Lexend"/>
                <a:cs typeface="Lexend"/>
                <a:sym typeface="Lexend"/>
              </a:rPr>
              <a:t>22 cm</a:t>
            </a:r>
            <a:endParaRPr sz="1800">
              <a:latin typeface="Lexend"/>
              <a:ea typeface="Lexend"/>
              <a:cs typeface="Lexend"/>
              <a:sym typeface="Lexend"/>
            </a:endParaRPr>
          </a:p>
        </p:txBody>
      </p:sp>
      <p:cxnSp>
        <p:nvCxnSpPr>
          <p:cNvPr id="1376" name="Google Shape;1376;p81"/>
          <p:cNvCxnSpPr/>
          <p:nvPr/>
        </p:nvCxnSpPr>
        <p:spPr>
          <a:xfrm rot="10800000">
            <a:off x="3372400" y="2534925"/>
            <a:ext cx="1387800" cy="0"/>
          </a:xfrm>
          <a:prstGeom prst="straightConnector1">
            <a:avLst/>
          </a:prstGeom>
          <a:noFill/>
          <a:ln cap="flat" cmpd="sng" w="28575">
            <a:solidFill>
              <a:srgbClr val="845AD9"/>
            </a:solidFill>
            <a:prstDash val="solid"/>
            <a:round/>
            <a:headEnd len="med" w="med" type="triangle"/>
            <a:tailEnd len="med" w="med" type="triangle"/>
          </a:ln>
        </p:spPr>
      </p:cxnSp>
      <p:sp>
        <p:nvSpPr>
          <p:cNvPr id="1377" name="Google Shape;1377;p81"/>
          <p:cNvSpPr txBox="1"/>
          <p:nvPr/>
        </p:nvSpPr>
        <p:spPr>
          <a:xfrm>
            <a:off x="3604146" y="2581358"/>
            <a:ext cx="924300" cy="2424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Clr>
                <a:schemeClr val="dk1"/>
              </a:buClr>
              <a:buSzPts val="1100"/>
              <a:buFont typeface="Arial"/>
              <a:buNone/>
            </a:pPr>
            <a:r>
              <a:rPr i="1" lang="en-GB" sz="2200">
                <a:solidFill>
                  <a:schemeClr val="dk1"/>
                </a:solidFill>
                <a:latin typeface="Times New Roman"/>
                <a:ea typeface="Times New Roman"/>
                <a:cs typeface="Times New Roman"/>
                <a:sym typeface="Times New Roman"/>
              </a:rPr>
              <a:t>b</a:t>
            </a:r>
            <a:r>
              <a:rPr lang="en-GB" sz="1800">
                <a:solidFill>
                  <a:schemeClr val="dk1"/>
                </a:solidFill>
                <a:latin typeface="Lexend"/>
                <a:ea typeface="Lexend"/>
                <a:cs typeface="Lexend"/>
                <a:sym typeface="Lexend"/>
              </a:rPr>
              <a:t> cm</a:t>
            </a:r>
            <a:endParaRPr sz="1800">
              <a:latin typeface="Lexend"/>
              <a:ea typeface="Lexend"/>
              <a:cs typeface="Lexend"/>
              <a:sym typeface="Lexend"/>
            </a:endParaRPr>
          </a:p>
        </p:txBody>
      </p:sp>
      <p:cxnSp>
        <p:nvCxnSpPr>
          <p:cNvPr id="1378" name="Google Shape;1378;p81"/>
          <p:cNvCxnSpPr/>
          <p:nvPr/>
        </p:nvCxnSpPr>
        <p:spPr>
          <a:xfrm rot="10800000">
            <a:off x="6419528" y="2540681"/>
            <a:ext cx="1387800" cy="0"/>
          </a:xfrm>
          <a:prstGeom prst="straightConnector1">
            <a:avLst/>
          </a:prstGeom>
          <a:noFill/>
          <a:ln cap="flat" cmpd="sng" w="28575">
            <a:solidFill>
              <a:srgbClr val="845AD9"/>
            </a:solidFill>
            <a:prstDash val="solid"/>
            <a:round/>
            <a:headEnd len="med" w="med" type="triangle"/>
            <a:tailEnd len="med" w="med" type="triangle"/>
          </a:ln>
        </p:spPr>
      </p:cxnSp>
      <p:sp>
        <p:nvSpPr>
          <p:cNvPr id="1379" name="Google Shape;1379;p81"/>
          <p:cNvSpPr txBox="1"/>
          <p:nvPr/>
        </p:nvSpPr>
        <p:spPr>
          <a:xfrm>
            <a:off x="6651274" y="2587113"/>
            <a:ext cx="924300" cy="2424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Clr>
                <a:schemeClr val="dk1"/>
              </a:buClr>
              <a:buSzPts val="1100"/>
              <a:buFont typeface="Arial"/>
              <a:buNone/>
            </a:pPr>
            <a:r>
              <a:rPr i="1" lang="en-GB" sz="2200">
                <a:solidFill>
                  <a:schemeClr val="dk1"/>
                </a:solidFill>
                <a:latin typeface="Times New Roman"/>
                <a:ea typeface="Times New Roman"/>
                <a:cs typeface="Times New Roman"/>
                <a:sym typeface="Times New Roman"/>
              </a:rPr>
              <a:t>c</a:t>
            </a:r>
            <a:r>
              <a:rPr lang="en-GB" sz="1800">
                <a:solidFill>
                  <a:schemeClr val="dk1"/>
                </a:solidFill>
                <a:latin typeface="Lexend"/>
                <a:ea typeface="Lexend"/>
                <a:cs typeface="Lexend"/>
                <a:sym typeface="Lexend"/>
              </a:rPr>
              <a:t> cm</a:t>
            </a:r>
            <a:endParaRPr sz="1800">
              <a:latin typeface="Lexend"/>
              <a:ea typeface="Lexend"/>
              <a:cs typeface="Lexend"/>
              <a:sym typeface="Lexend"/>
            </a:endParaRPr>
          </a:p>
        </p:txBody>
      </p:sp>
      <p:sp>
        <p:nvSpPr>
          <p:cNvPr id="1380" name="Google Shape;1380;p81"/>
          <p:cNvSpPr/>
          <p:nvPr/>
        </p:nvSpPr>
        <p:spPr>
          <a:xfrm flipH="1">
            <a:off x="-117383" y="3697259"/>
            <a:ext cx="1363500" cy="1363500"/>
          </a:xfrm>
          <a:prstGeom prst="arc">
            <a:avLst>
              <a:gd fmla="val 10771373" name="adj1"/>
              <a:gd fmla="val 13388379" name="adj2"/>
            </a:avLst>
          </a:prstGeom>
          <a:solidFill>
            <a:srgbClr val="F3EEFB"/>
          </a:solidFill>
          <a:ln cap="flat" cmpd="sng" w="28575">
            <a:solidFill>
              <a:srgbClr val="845AD9"/>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sp>
        <p:nvSpPr>
          <p:cNvPr id="1381" name="Google Shape;1381;p81"/>
          <p:cNvSpPr/>
          <p:nvPr/>
        </p:nvSpPr>
        <p:spPr>
          <a:xfrm rot="-5400000">
            <a:off x="604042" y="3077484"/>
            <a:ext cx="1242000" cy="1359900"/>
          </a:xfrm>
          <a:prstGeom prst="rtTriangle">
            <a:avLst/>
          </a:prstGeom>
          <a:noFill/>
          <a:ln cap="flat" cmpd="sng" w="28575">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sp>
        <p:nvSpPr>
          <p:cNvPr id="1382" name="Google Shape;1382;p81"/>
          <p:cNvSpPr/>
          <p:nvPr/>
        </p:nvSpPr>
        <p:spPr>
          <a:xfrm>
            <a:off x="1710878" y="4184410"/>
            <a:ext cx="194100" cy="194100"/>
          </a:xfrm>
          <a:prstGeom prst="rect">
            <a:avLst/>
          </a:prstGeom>
          <a:noFill/>
          <a:ln cap="flat" cmpd="sng" w="28575">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cxnSp>
        <p:nvCxnSpPr>
          <p:cNvPr id="1383" name="Google Shape;1383;p81"/>
          <p:cNvCxnSpPr/>
          <p:nvPr/>
        </p:nvCxnSpPr>
        <p:spPr>
          <a:xfrm flipH="1">
            <a:off x="483237" y="3051627"/>
            <a:ext cx="1359900" cy="1242000"/>
          </a:xfrm>
          <a:prstGeom prst="straightConnector1">
            <a:avLst/>
          </a:prstGeom>
          <a:noFill/>
          <a:ln cap="flat" cmpd="sng" w="28575">
            <a:solidFill>
              <a:srgbClr val="845AD9"/>
            </a:solidFill>
            <a:prstDash val="solid"/>
            <a:round/>
            <a:headEnd len="med" w="med" type="triangle"/>
            <a:tailEnd len="med" w="med" type="triangle"/>
          </a:ln>
        </p:spPr>
      </p:cxnSp>
      <p:sp>
        <p:nvSpPr>
          <p:cNvPr id="1384" name="Google Shape;1384;p81"/>
          <p:cNvSpPr txBox="1"/>
          <p:nvPr/>
        </p:nvSpPr>
        <p:spPr>
          <a:xfrm flipH="1">
            <a:off x="740475" y="4087810"/>
            <a:ext cx="530400" cy="2646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Clr>
                <a:srgbClr val="000000"/>
              </a:buClr>
              <a:buSzPts val="1100"/>
              <a:buFont typeface="Arial"/>
              <a:buNone/>
            </a:pPr>
            <a:r>
              <a:rPr lang="en-GB" sz="1800">
                <a:latin typeface="Lexend"/>
                <a:ea typeface="Lexend"/>
                <a:cs typeface="Lexend"/>
                <a:sym typeface="Lexend"/>
              </a:rPr>
              <a:t>42°</a:t>
            </a:r>
            <a:endParaRPr sz="1800">
              <a:latin typeface="Lexend"/>
              <a:ea typeface="Lexend"/>
              <a:cs typeface="Lexend"/>
              <a:sym typeface="Lexend"/>
            </a:endParaRPr>
          </a:p>
        </p:txBody>
      </p:sp>
      <p:cxnSp>
        <p:nvCxnSpPr>
          <p:cNvPr id="1385" name="Google Shape;1385;p81"/>
          <p:cNvCxnSpPr/>
          <p:nvPr/>
        </p:nvCxnSpPr>
        <p:spPr>
          <a:xfrm rot="10800000">
            <a:off x="2001442" y="3136431"/>
            <a:ext cx="0" cy="1242000"/>
          </a:xfrm>
          <a:prstGeom prst="straightConnector1">
            <a:avLst/>
          </a:prstGeom>
          <a:noFill/>
          <a:ln cap="flat" cmpd="sng" w="28575">
            <a:solidFill>
              <a:srgbClr val="845AD9"/>
            </a:solidFill>
            <a:prstDash val="solid"/>
            <a:round/>
            <a:headEnd len="med" w="med" type="triangle"/>
            <a:tailEnd len="med" w="med" type="triangle"/>
          </a:ln>
        </p:spPr>
      </p:cxnSp>
      <p:cxnSp>
        <p:nvCxnSpPr>
          <p:cNvPr id="1386" name="Google Shape;1386;p81"/>
          <p:cNvCxnSpPr/>
          <p:nvPr/>
        </p:nvCxnSpPr>
        <p:spPr>
          <a:xfrm rot="10800000">
            <a:off x="544895" y="4492165"/>
            <a:ext cx="1387800" cy="0"/>
          </a:xfrm>
          <a:prstGeom prst="straightConnector1">
            <a:avLst/>
          </a:prstGeom>
          <a:noFill/>
          <a:ln cap="flat" cmpd="sng" w="28575">
            <a:solidFill>
              <a:srgbClr val="845AD9"/>
            </a:solidFill>
            <a:prstDash val="solid"/>
            <a:round/>
            <a:headEnd len="med" w="med" type="triangle"/>
            <a:tailEnd len="med" w="med" type="triangle"/>
          </a:ln>
        </p:spPr>
      </p:cxnSp>
      <p:sp>
        <p:nvSpPr>
          <p:cNvPr id="1387" name="Google Shape;1387;p81"/>
          <p:cNvSpPr txBox="1"/>
          <p:nvPr/>
        </p:nvSpPr>
        <p:spPr>
          <a:xfrm>
            <a:off x="776641" y="4538597"/>
            <a:ext cx="924300" cy="2424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Clr>
                <a:schemeClr val="dk1"/>
              </a:buClr>
              <a:buSzPts val="1100"/>
              <a:buFont typeface="Arial"/>
              <a:buNone/>
            </a:pPr>
            <a:r>
              <a:rPr lang="en-GB" sz="1800">
                <a:solidFill>
                  <a:schemeClr val="dk1"/>
                </a:solidFill>
                <a:latin typeface="Lexend"/>
                <a:ea typeface="Lexend"/>
                <a:cs typeface="Lexend"/>
                <a:sym typeface="Lexend"/>
              </a:rPr>
              <a:t>22 cm</a:t>
            </a:r>
            <a:endParaRPr i="1" sz="2200">
              <a:solidFill>
                <a:schemeClr val="dk1"/>
              </a:solidFill>
              <a:latin typeface="Times New Roman"/>
              <a:ea typeface="Times New Roman"/>
              <a:cs typeface="Times New Roman"/>
              <a:sym typeface="Times New Roman"/>
            </a:endParaRPr>
          </a:p>
        </p:txBody>
      </p:sp>
      <p:sp>
        <p:nvSpPr>
          <p:cNvPr id="1388" name="Google Shape;1388;p81"/>
          <p:cNvSpPr/>
          <p:nvPr/>
        </p:nvSpPr>
        <p:spPr>
          <a:xfrm rot="-5400000">
            <a:off x="3694517" y="2972887"/>
            <a:ext cx="1016400" cy="1359900"/>
          </a:xfrm>
          <a:prstGeom prst="rtTriangle">
            <a:avLst/>
          </a:prstGeom>
          <a:noFill/>
          <a:ln cap="flat" cmpd="sng" w="28575">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cxnSp>
        <p:nvCxnSpPr>
          <p:cNvPr id="1389" name="Google Shape;1389;p81"/>
          <p:cNvCxnSpPr/>
          <p:nvPr/>
        </p:nvCxnSpPr>
        <p:spPr>
          <a:xfrm rot="10800000">
            <a:off x="6569302" y="4200000"/>
            <a:ext cx="1991100" cy="0"/>
          </a:xfrm>
          <a:prstGeom prst="straightConnector1">
            <a:avLst/>
          </a:prstGeom>
          <a:noFill/>
          <a:ln cap="flat" cmpd="sng" w="28575">
            <a:solidFill>
              <a:srgbClr val="845AD9"/>
            </a:solidFill>
            <a:prstDash val="solid"/>
            <a:round/>
            <a:headEnd len="med" w="med" type="triangle"/>
            <a:tailEnd len="med" w="med" type="triangle"/>
          </a:ln>
        </p:spPr>
      </p:cxnSp>
      <p:sp>
        <p:nvSpPr>
          <p:cNvPr id="1390" name="Google Shape;1390;p81"/>
          <p:cNvSpPr txBox="1"/>
          <p:nvPr/>
        </p:nvSpPr>
        <p:spPr>
          <a:xfrm>
            <a:off x="6901792" y="4246431"/>
            <a:ext cx="1326000" cy="2424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Clr>
                <a:schemeClr val="dk1"/>
              </a:buClr>
              <a:buSzPts val="1100"/>
              <a:buFont typeface="Arial"/>
              <a:buNone/>
            </a:pPr>
            <a:r>
              <a:rPr lang="en-GB" sz="1800">
                <a:solidFill>
                  <a:schemeClr val="dk1"/>
                </a:solidFill>
                <a:latin typeface="Lexend"/>
                <a:ea typeface="Lexend"/>
                <a:cs typeface="Lexend"/>
                <a:sym typeface="Lexend"/>
              </a:rPr>
              <a:t>42 cm</a:t>
            </a:r>
            <a:endParaRPr i="1" sz="2200">
              <a:solidFill>
                <a:schemeClr val="dk1"/>
              </a:solidFill>
              <a:latin typeface="Times New Roman"/>
              <a:ea typeface="Times New Roman"/>
              <a:cs typeface="Times New Roman"/>
              <a:sym typeface="Times New Roman"/>
            </a:endParaRPr>
          </a:p>
        </p:txBody>
      </p:sp>
      <p:sp>
        <p:nvSpPr>
          <p:cNvPr id="1391" name="Google Shape;1391;p81"/>
          <p:cNvSpPr txBox="1"/>
          <p:nvPr/>
        </p:nvSpPr>
        <p:spPr>
          <a:xfrm>
            <a:off x="7428927" y="3817990"/>
            <a:ext cx="739800" cy="2646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Clr>
                <a:srgbClr val="000000"/>
              </a:buClr>
              <a:buSzPts val="1100"/>
              <a:buFont typeface="Arial"/>
              <a:buNone/>
            </a:pPr>
            <a:r>
              <a:rPr lang="en-GB" sz="1800">
                <a:latin typeface="Lexend"/>
                <a:ea typeface="Lexend"/>
                <a:cs typeface="Lexend"/>
                <a:sym typeface="Lexend"/>
              </a:rPr>
              <a:t>22°</a:t>
            </a:r>
            <a:endParaRPr sz="1800">
              <a:latin typeface="Lexend"/>
              <a:ea typeface="Lexend"/>
              <a:cs typeface="Lexend"/>
              <a:sym typeface="Lexend"/>
            </a:endParaRPr>
          </a:p>
        </p:txBody>
      </p:sp>
      <p:cxnSp>
        <p:nvCxnSpPr>
          <p:cNvPr id="1392" name="Google Shape;1392;p81"/>
          <p:cNvCxnSpPr/>
          <p:nvPr/>
        </p:nvCxnSpPr>
        <p:spPr>
          <a:xfrm rot="10800000">
            <a:off x="3494845" y="4299361"/>
            <a:ext cx="1387800" cy="0"/>
          </a:xfrm>
          <a:prstGeom prst="straightConnector1">
            <a:avLst/>
          </a:prstGeom>
          <a:noFill/>
          <a:ln cap="flat" cmpd="sng" w="28575">
            <a:solidFill>
              <a:srgbClr val="845AD9"/>
            </a:solidFill>
            <a:prstDash val="solid"/>
            <a:round/>
            <a:headEnd len="med" w="med" type="triangle"/>
            <a:tailEnd len="med" w="med" type="triangle"/>
          </a:ln>
        </p:spPr>
      </p:cxnSp>
      <p:sp>
        <p:nvSpPr>
          <p:cNvPr id="1393" name="Google Shape;1393;p81"/>
          <p:cNvSpPr txBox="1"/>
          <p:nvPr/>
        </p:nvSpPr>
        <p:spPr>
          <a:xfrm>
            <a:off x="313925" y="1133150"/>
            <a:ext cx="398100" cy="2772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None/>
            </a:pPr>
            <a:r>
              <a:rPr lang="en-GB" sz="1800">
                <a:latin typeface="Lexend"/>
                <a:ea typeface="Lexend"/>
                <a:cs typeface="Lexend"/>
                <a:sym typeface="Lexend"/>
              </a:rPr>
              <a:t>a)</a:t>
            </a:r>
            <a:endParaRPr sz="1800">
              <a:latin typeface="Lexend"/>
              <a:ea typeface="Lexend"/>
              <a:cs typeface="Lexend"/>
              <a:sym typeface="Lexend"/>
            </a:endParaRPr>
          </a:p>
        </p:txBody>
      </p:sp>
      <p:sp>
        <p:nvSpPr>
          <p:cNvPr id="1394" name="Google Shape;1394;p81"/>
          <p:cNvSpPr txBox="1"/>
          <p:nvPr/>
        </p:nvSpPr>
        <p:spPr>
          <a:xfrm>
            <a:off x="3206625" y="1133150"/>
            <a:ext cx="398100" cy="2772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None/>
            </a:pPr>
            <a:r>
              <a:rPr lang="en-GB" sz="1800">
                <a:latin typeface="Lexend"/>
                <a:ea typeface="Lexend"/>
                <a:cs typeface="Lexend"/>
                <a:sym typeface="Lexend"/>
              </a:rPr>
              <a:t>b)</a:t>
            </a:r>
            <a:endParaRPr sz="1800">
              <a:latin typeface="Lexend"/>
              <a:ea typeface="Lexend"/>
              <a:cs typeface="Lexend"/>
              <a:sym typeface="Lexend"/>
            </a:endParaRPr>
          </a:p>
        </p:txBody>
      </p:sp>
      <p:sp>
        <p:nvSpPr>
          <p:cNvPr id="1395" name="Google Shape;1395;p81"/>
          <p:cNvSpPr txBox="1"/>
          <p:nvPr/>
        </p:nvSpPr>
        <p:spPr>
          <a:xfrm>
            <a:off x="6099325" y="1133150"/>
            <a:ext cx="398100" cy="2772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None/>
            </a:pPr>
            <a:r>
              <a:rPr lang="en-GB" sz="1800">
                <a:latin typeface="Lexend"/>
                <a:ea typeface="Lexend"/>
                <a:cs typeface="Lexend"/>
                <a:sym typeface="Lexend"/>
              </a:rPr>
              <a:t>c)</a:t>
            </a:r>
            <a:endParaRPr sz="1800">
              <a:latin typeface="Lexend"/>
              <a:ea typeface="Lexend"/>
              <a:cs typeface="Lexend"/>
              <a:sym typeface="Lexend"/>
            </a:endParaRPr>
          </a:p>
        </p:txBody>
      </p:sp>
      <p:sp>
        <p:nvSpPr>
          <p:cNvPr id="1396" name="Google Shape;1396;p81"/>
          <p:cNvSpPr txBox="1"/>
          <p:nvPr/>
        </p:nvSpPr>
        <p:spPr>
          <a:xfrm>
            <a:off x="313925" y="3013050"/>
            <a:ext cx="398100" cy="2772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None/>
            </a:pPr>
            <a:r>
              <a:rPr lang="en-GB" sz="1800">
                <a:latin typeface="Lexend"/>
                <a:ea typeface="Lexend"/>
                <a:cs typeface="Lexend"/>
                <a:sym typeface="Lexend"/>
              </a:rPr>
              <a:t>d)</a:t>
            </a:r>
            <a:endParaRPr sz="1800">
              <a:latin typeface="Lexend"/>
              <a:ea typeface="Lexend"/>
              <a:cs typeface="Lexend"/>
              <a:sym typeface="Lexend"/>
            </a:endParaRPr>
          </a:p>
        </p:txBody>
      </p:sp>
      <p:sp>
        <p:nvSpPr>
          <p:cNvPr id="1397" name="Google Shape;1397;p81"/>
          <p:cNvSpPr txBox="1"/>
          <p:nvPr/>
        </p:nvSpPr>
        <p:spPr>
          <a:xfrm>
            <a:off x="3206625" y="3013050"/>
            <a:ext cx="398100" cy="2772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None/>
            </a:pPr>
            <a:r>
              <a:rPr lang="en-GB" sz="1800">
                <a:latin typeface="Lexend"/>
                <a:ea typeface="Lexend"/>
                <a:cs typeface="Lexend"/>
                <a:sym typeface="Lexend"/>
              </a:rPr>
              <a:t>e)</a:t>
            </a:r>
            <a:endParaRPr sz="1800">
              <a:latin typeface="Lexend"/>
              <a:ea typeface="Lexend"/>
              <a:cs typeface="Lexend"/>
              <a:sym typeface="Lexend"/>
            </a:endParaRPr>
          </a:p>
        </p:txBody>
      </p:sp>
      <p:sp>
        <p:nvSpPr>
          <p:cNvPr id="1398" name="Google Shape;1398;p81"/>
          <p:cNvSpPr txBox="1"/>
          <p:nvPr/>
        </p:nvSpPr>
        <p:spPr>
          <a:xfrm>
            <a:off x="6099325" y="3013050"/>
            <a:ext cx="398100" cy="2772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None/>
            </a:pPr>
            <a:r>
              <a:rPr lang="en-GB" sz="1800">
                <a:latin typeface="Lexend"/>
                <a:ea typeface="Lexend"/>
                <a:cs typeface="Lexend"/>
                <a:sym typeface="Lexend"/>
              </a:rPr>
              <a:t>f)</a:t>
            </a:r>
            <a:endParaRPr sz="1800">
              <a:latin typeface="Lexend"/>
              <a:ea typeface="Lexend"/>
              <a:cs typeface="Lexend"/>
              <a:sym typeface="Lexend"/>
            </a:endParaRPr>
          </a:p>
        </p:txBody>
      </p:sp>
      <p:pic>
        <p:nvPicPr>
          <p:cNvPr id="1399" name="Google Shape;1399;p81"/>
          <p:cNvPicPr preferRelativeResize="0"/>
          <p:nvPr/>
        </p:nvPicPr>
        <p:blipFill>
          <a:blip r:embed="rId3">
            <a:alphaModFix/>
          </a:blip>
          <a:stretch>
            <a:fillRect/>
          </a:stretch>
        </p:blipFill>
        <p:spPr>
          <a:xfrm>
            <a:off x="324000" y="2903038"/>
            <a:ext cx="8495999" cy="36492"/>
          </a:xfrm>
          <a:prstGeom prst="rect">
            <a:avLst/>
          </a:prstGeom>
          <a:noFill/>
          <a:ln>
            <a:noFill/>
          </a:ln>
        </p:spPr>
      </p:pic>
    </p:spTree>
  </p:cSld>
  <p:clrMapOvr>
    <a:masterClrMapping/>
  </p:clrMapOvr>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03" name="Shape 1403"/>
        <p:cNvGrpSpPr/>
        <p:nvPr/>
      </p:nvGrpSpPr>
      <p:grpSpPr>
        <a:xfrm>
          <a:off x="0" y="0"/>
          <a:ext cx="0" cy="0"/>
          <a:chOff x="0" y="0"/>
          <a:chExt cx="0" cy="0"/>
        </a:xfrm>
      </p:grpSpPr>
      <p:sp>
        <p:nvSpPr>
          <p:cNvPr id="1404" name="Google Shape;1404;p82"/>
          <p:cNvSpPr txBox="1"/>
          <p:nvPr>
            <p:ph type="title"/>
          </p:nvPr>
        </p:nvSpPr>
        <p:spPr>
          <a:xfrm>
            <a:off x="1479300" y="39650"/>
            <a:ext cx="6855300" cy="382800"/>
          </a:xfrm>
          <a:prstGeom prst="rect">
            <a:avLst/>
          </a:prstGeom>
        </p:spPr>
        <p:txBody>
          <a:bodyPr anchorCtr="0" anchor="b" bIns="0" lIns="0" spcFirstLastPara="1" rIns="0" wrap="square" tIns="0">
            <a:noAutofit/>
          </a:bodyPr>
          <a:lstStyle/>
          <a:p>
            <a:pPr indent="0" lvl="0" marL="0" rtl="0" algn="l">
              <a:spcBef>
                <a:spcPts val="0"/>
              </a:spcBef>
              <a:spcAft>
                <a:spcPts val="0"/>
              </a:spcAft>
              <a:buNone/>
            </a:pPr>
            <a:r>
              <a:rPr lang="en-GB"/>
              <a:t>Formalising the cosine formula</a:t>
            </a:r>
            <a:endParaRPr/>
          </a:p>
        </p:txBody>
      </p:sp>
      <p:sp>
        <p:nvSpPr>
          <p:cNvPr id="1405" name="Google Shape;1405;p82"/>
          <p:cNvSpPr/>
          <p:nvPr/>
        </p:nvSpPr>
        <p:spPr>
          <a:xfrm flipH="1">
            <a:off x="1817700" y="3023350"/>
            <a:ext cx="1986900" cy="1987200"/>
          </a:xfrm>
          <a:prstGeom prst="arc">
            <a:avLst>
              <a:gd fmla="val 10771373" name="adj1"/>
              <a:gd fmla="val 12273905" name="adj2"/>
            </a:avLst>
          </a:prstGeom>
          <a:solidFill>
            <a:srgbClr val="F3EEFB"/>
          </a:solidFill>
          <a:ln cap="flat" cmpd="sng" w="28575">
            <a:solidFill>
              <a:srgbClr val="845AD9"/>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sp>
        <p:nvSpPr>
          <p:cNvPr id="1406" name="Google Shape;1406;p82"/>
          <p:cNvSpPr/>
          <p:nvPr/>
        </p:nvSpPr>
        <p:spPr>
          <a:xfrm rot="-5400000">
            <a:off x="3573828" y="1979248"/>
            <a:ext cx="1251300" cy="2822400"/>
          </a:xfrm>
          <a:prstGeom prst="rtTriangle">
            <a:avLst/>
          </a:prstGeom>
          <a:noFill/>
          <a:ln cap="flat" cmpd="sng" w="28575">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sp>
        <p:nvSpPr>
          <p:cNvPr id="1407" name="Google Shape;1407;p82"/>
          <p:cNvSpPr/>
          <p:nvPr/>
        </p:nvSpPr>
        <p:spPr>
          <a:xfrm rot="-5400000">
            <a:off x="4319617" y="45755"/>
            <a:ext cx="2439000" cy="5501700"/>
          </a:xfrm>
          <a:prstGeom prst="rtTriangle">
            <a:avLst/>
          </a:prstGeom>
          <a:noFill/>
          <a:ln cap="flat" cmpd="sng" w="28575">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sp>
        <p:nvSpPr>
          <p:cNvPr id="1408" name="Google Shape;1408;p82"/>
          <p:cNvSpPr/>
          <p:nvPr/>
        </p:nvSpPr>
        <p:spPr>
          <a:xfrm rot="-5400000">
            <a:off x="4104676" y="602099"/>
            <a:ext cx="2097600" cy="4730400"/>
          </a:xfrm>
          <a:prstGeom prst="rtTriangle">
            <a:avLst/>
          </a:prstGeom>
          <a:noFill/>
          <a:ln cap="flat" cmpd="sng" w="28575">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sp>
        <p:nvSpPr>
          <p:cNvPr id="1409" name="Google Shape;1409;p82"/>
          <p:cNvSpPr/>
          <p:nvPr/>
        </p:nvSpPr>
        <p:spPr>
          <a:xfrm rot="-5400000">
            <a:off x="3819077" y="1342799"/>
            <a:ext cx="1642500" cy="3704100"/>
          </a:xfrm>
          <a:prstGeom prst="rtTriangle">
            <a:avLst/>
          </a:prstGeom>
          <a:noFill/>
          <a:ln cap="flat" cmpd="sng" w="28575">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sp>
        <p:nvSpPr>
          <p:cNvPr id="1410" name="Google Shape;1410;p82"/>
          <p:cNvSpPr txBox="1"/>
          <p:nvPr/>
        </p:nvSpPr>
        <p:spPr>
          <a:xfrm>
            <a:off x="324000" y="610600"/>
            <a:ext cx="8496000" cy="6156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None/>
            </a:pPr>
            <a:r>
              <a:rPr lang="en-GB" sz="1800">
                <a:latin typeface="Lexend"/>
                <a:ea typeface="Lexend"/>
                <a:cs typeface="Lexend"/>
                <a:sym typeface="Lexend"/>
              </a:rPr>
              <a:t>4) Find the lengths of the distances </a:t>
            </a:r>
            <a:r>
              <a:rPr i="1" lang="en-GB" sz="2200">
                <a:latin typeface="Times New Roman"/>
                <a:ea typeface="Times New Roman"/>
                <a:cs typeface="Times New Roman"/>
                <a:sym typeface="Times New Roman"/>
              </a:rPr>
              <a:t>a</a:t>
            </a:r>
            <a:r>
              <a:rPr lang="en-GB" sz="1800">
                <a:latin typeface="Lexend"/>
                <a:ea typeface="Lexend"/>
                <a:cs typeface="Lexend"/>
                <a:sym typeface="Lexend"/>
              </a:rPr>
              <a:t>, </a:t>
            </a:r>
            <a:r>
              <a:rPr i="1" lang="en-GB" sz="2200">
                <a:latin typeface="Times New Roman"/>
                <a:ea typeface="Times New Roman"/>
                <a:cs typeface="Times New Roman"/>
                <a:sym typeface="Times New Roman"/>
              </a:rPr>
              <a:t>b</a:t>
            </a:r>
            <a:r>
              <a:rPr lang="en-GB" sz="1800">
                <a:latin typeface="Lexend"/>
                <a:ea typeface="Lexend"/>
                <a:cs typeface="Lexend"/>
                <a:sym typeface="Lexend"/>
              </a:rPr>
              <a:t>, </a:t>
            </a:r>
            <a:r>
              <a:rPr i="1" lang="en-GB" sz="2200">
                <a:latin typeface="Times New Roman"/>
                <a:ea typeface="Times New Roman"/>
                <a:cs typeface="Times New Roman"/>
                <a:sym typeface="Times New Roman"/>
              </a:rPr>
              <a:t>c</a:t>
            </a:r>
            <a:r>
              <a:rPr lang="en-GB" sz="1800">
                <a:latin typeface="Lexend"/>
                <a:ea typeface="Lexend"/>
                <a:cs typeface="Lexend"/>
                <a:sym typeface="Lexend"/>
              </a:rPr>
              <a:t>, and </a:t>
            </a:r>
            <a:r>
              <a:rPr i="1" lang="en-GB" sz="2200">
                <a:latin typeface="Times New Roman"/>
                <a:ea typeface="Times New Roman"/>
                <a:cs typeface="Times New Roman"/>
                <a:sym typeface="Times New Roman"/>
              </a:rPr>
              <a:t>d</a:t>
            </a:r>
            <a:r>
              <a:rPr lang="en-GB" sz="1800">
                <a:latin typeface="Lexend"/>
                <a:ea typeface="Lexend"/>
                <a:cs typeface="Lexend"/>
                <a:sym typeface="Lexend"/>
              </a:rPr>
              <a:t> </a:t>
            </a:r>
            <a:endParaRPr sz="1800">
              <a:latin typeface="Lexend"/>
              <a:ea typeface="Lexend"/>
              <a:cs typeface="Lexend"/>
              <a:sym typeface="Lexend"/>
            </a:endParaRPr>
          </a:p>
          <a:p>
            <a:pPr indent="0" lvl="0" marL="0" rtl="0" algn="l">
              <a:spcBef>
                <a:spcPts val="0"/>
              </a:spcBef>
              <a:spcAft>
                <a:spcPts val="0"/>
              </a:spcAft>
              <a:buNone/>
            </a:pPr>
            <a:r>
              <a:rPr lang="en-GB" sz="1800">
                <a:latin typeface="Lexend"/>
                <a:ea typeface="Lexend"/>
                <a:cs typeface="Lexend"/>
                <a:sym typeface="Lexend"/>
              </a:rPr>
              <a:t>(rounded to the nearest integer).</a:t>
            </a:r>
            <a:endParaRPr sz="1800">
              <a:latin typeface="Lexend"/>
              <a:ea typeface="Lexend"/>
              <a:cs typeface="Lexend"/>
              <a:sym typeface="Lexend"/>
            </a:endParaRPr>
          </a:p>
        </p:txBody>
      </p:sp>
      <p:sp>
        <p:nvSpPr>
          <p:cNvPr id="1411" name="Google Shape;1411;p82"/>
          <p:cNvSpPr/>
          <p:nvPr/>
        </p:nvSpPr>
        <p:spPr>
          <a:xfrm>
            <a:off x="5380284" y="3785688"/>
            <a:ext cx="230400" cy="230400"/>
          </a:xfrm>
          <a:prstGeom prst="rect">
            <a:avLst/>
          </a:prstGeom>
          <a:noFill/>
          <a:ln cap="flat" cmpd="sng" w="28575">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sp>
        <p:nvSpPr>
          <p:cNvPr id="1412" name="Google Shape;1412;p82"/>
          <p:cNvSpPr txBox="1"/>
          <p:nvPr/>
        </p:nvSpPr>
        <p:spPr>
          <a:xfrm flipH="1">
            <a:off x="3239840" y="3726437"/>
            <a:ext cx="629700" cy="3144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Clr>
                <a:srgbClr val="000000"/>
              </a:buClr>
              <a:buSzPts val="1100"/>
              <a:buFont typeface="Arial"/>
              <a:buNone/>
            </a:pPr>
            <a:r>
              <a:rPr lang="en-GB" sz="1800">
                <a:latin typeface="Lexend"/>
                <a:ea typeface="Lexend"/>
                <a:cs typeface="Lexend"/>
                <a:sym typeface="Lexend"/>
              </a:rPr>
              <a:t>24°</a:t>
            </a:r>
            <a:endParaRPr sz="1800">
              <a:latin typeface="Lexend"/>
              <a:ea typeface="Lexend"/>
              <a:cs typeface="Lexend"/>
              <a:sym typeface="Lexend"/>
            </a:endParaRPr>
          </a:p>
        </p:txBody>
      </p:sp>
      <p:sp>
        <p:nvSpPr>
          <p:cNvPr id="1413" name="Google Shape;1413;p82"/>
          <p:cNvSpPr txBox="1"/>
          <p:nvPr/>
        </p:nvSpPr>
        <p:spPr>
          <a:xfrm>
            <a:off x="3786125" y="4260697"/>
            <a:ext cx="827100" cy="2424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Clr>
                <a:srgbClr val="000000"/>
              </a:buClr>
              <a:buSzPts val="1100"/>
              <a:buFont typeface="Arial"/>
              <a:buNone/>
            </a:pPr>
            <a:r>
              <a:rPr i="1" lang="en-GB" sz="2200">
                <a:solidFill>
                  <a:srgbClr val="000000"/>
                </a:solidFill>
                <a:latin typeface="Times New Roman"/>
                <a:ea typeface="Times New Roman"/>
                <a:cs typeface="Times New Roman"/>
                <a:sym typeface="Times New Roman"/>
              </a:rPr>
              <a:t>a</a:t>
            </a:r>
            <a:r>
              <a:rPr lang="en-GB" sz="1800">
                <a:solidFill>
                  <a:srgbClr val="000000"/>
                </a:solidFill>
                <a:latin typeface="Lexend"/>
                <a:ea typeface="Lexend"/>
                <a:cs typeface="Lexend"/>
                <a:sym typeface="Lexend"/>
              </a:rPr>
              <a:t> cm</a:t>
            </a:r>
            <a:endParaRPr sz="1800">
              <a:latin typeface="Lexend"/>
              <a:ea typeface="Lexend"/>
              <a:cs typeface="Lexend"/>
              <a:sym typeface="Lexend"/>
            </a:endParaRPr>
          </a:p>
        </p:txBody>
      </p:sp>
      <p:sp>
        <p:nvSpPr>
          <p:cNvPr id="1414" name="Google Shape;1414;p82"/>
          <p:cNvSpPr/>
          <p:nvPr/>
        </p:nvSpPr>
        <p:spPr>
          <a:xfrm>
            <a:off x="6261965" y="3785688"/>
            <a:ext cx="230400" cy="230400"/>
          </a:xfrm>
          <a:prstGeom prst="rect">
            <a:avLst/>
          </a:prstGeom>
          <a:noFill/>
          <a:ln cap="flat" cmpd="sng" w="28575">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sp>
        <p:nvSpPr>
          <p:cNvPr id="1415" name="Google Shape;1415;p82"/>
          <p:cNvSpPr/>
          <p:nvPr/>
        </p:nvSpPr>
        <p:spPr>
          <a:xfrm>
            <a:off x="7288274" y="3785688"/>
            <a:ext cx="230400" cy="230400"/>
          </a:xfrm>
          <a:prstGeom prst="rect">
            <a:avLst/>
          </a:prstGeom>
          <a:noFill/>
          <a:ln cap="flat" cmpd="sng" w="28575">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sp>
        <p:nvSpPr>
          <p:cNvPr id="1416" name="Google Shape;1416;p82"/>
          <p:cNvSpPr/>
          <p:nvPr/>
        </p:nvSpPr>
        <p:spPr>
          <a:xfrm>
            <a:off x="8059261" y="3785688"/>
            <a:ext cx="230400" cy="230400"/>
          </a:xfrm>
          <a:prstGeom prst="rect">
            <a:avLst/>
          </a:prstGeom>
          <a:noFill/>
          <a:ln cap="flat" cmpd="sng" w="28575">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sp>
        <p:nvSpPr>
          <p:cNvPr id="1417" name="Google Shape;1417;p82"/>
          <p:cNvSpPr txBox="1"/>
          <p:nvPr/>
        </p:nvSpPr>
        <p:spPr>
          <a:xfrm>
            <a:off x="5738225" y="4249595"/>
            <a:ext cx="632700" cy="2646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lang="en-GB" sz="1800">
                <a:latin typeface="Lexend"/>
                <a:ea typeface="Lexend"/>
                <a:cs typeface="Lexend"/>
                <a:sym typeface="Lexend"/>
              </a:rPr>
              <a:t>11 cm</a:t>
            </a:r>
            <a:endParaRPr sz="1800">
              <a:latin typeface="Lexend"/>
              <a:ea typeface="Lexend"/>
              <a:cs typeface="Lexend"/>
              <a:sym typeface="Lexend"/>
            </a:endParaRPr>
          </a:p>
        </p:txBody>
      </p:sp>
      <p:cxnSp>
        <p:nvCxnSpPr>
          <p:cNvPr id="1418" name="Google Shape;1418;p82"/>
          <p:cNvCxnSpPr/>
          <p:nvPr/>
        </p:nvCxnSpPr>
        <p:spPr>
          <a:xfrm rot="10800000">
            <a:off x="2788325" y="4214775"/>
            <a:ext cx="2822700" cy="0"/>
          </a:xfrm>
          <a:prstGeom prst="straightConnector1">
            <a:avLst/>
          </a:prstGeom>
          <a:noFill/>
          <a:ln cap="flat" cmpd="sng" w="28575">
            <a:solidFill>
              <a:srgbClr val="845AD9"/>
            </a:solidFill>
            <a:prstDash val="solid"/>
            <a:round/>
            <a:headEnd len="med" w="med" type="triangle"/>
            <a:tailEnd len="med" w="med" type="triangle"/>
          </a:ln>
        </p:spPr>
      </p:cxnSp>
      <p:sp>
        <p:nvSpPr>
          <p:cNvPr id="1419" name="Google Shape;1419;p82"/>
          <p:cNvSpPr txBox="1"/>
          <p:nvPr/>
        </p:nvSpPr>
        <p:spPr>
          <a:xfrm>
            <a:off x="6653770" y="4249601"/>
            <a:ext cx="699000" cy="2646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i="1" lang="en-GB" sz="2200">
                <a:solidFill>
                  <a:srgbClr val="000000"/>
                </a:solidFill>
                <a:latin typeface="Times New Roman"/>
                <a:ea typeface="Times New Roman"/>
                <a:cs typeface="Times New Roman"/>
                <a:sym typeface="Times New Roman"/>
              </a:rPr>
              <a:t>c</a:t>
            </a:r>
            <a:r>
              <a:rPr lang="en-GB" sz="1800">
                <a:solidFill>
                  <a:srgbClr val="000000"/>
                </a:solidFill>
                <a:latin typeface="Lexend"/>
                <a:ea typeface="Lexend"/>
                <a:cs typeface="Lexend"/>
                <a:sym typeface="Lexend"/>
              </a:rPr>
              <a:t> cm</a:t>
            </a:r>
            <a:endParaRPr sz="1800">
              <a:latin typeface="Lexend"/>
              <a:ea typeface="Lexend"/>
              <a:cs typeface="Lexend"/>
              <a:sym typeface="Lexend"/>
            </a:endParaRPr>
          </a:p>
        </p:txBody>
      </p:sp>
      <p:cxnSp>
        <p:nvCxnSpPr>
          <p:cNvPr id="1420" name="Google Shape;1420;p82"/>
          <p:cNvCxnSpPr/>
          <p:nvPr/>
        </p:nvCxnSpPr>
        <p:spPr>
          <a:xfrm>
            <a:off x="5611025" y="4214775"/>
            <a:ext cx="887100" cy="0"/>
          </a:xfrm>
          <a:prstGeom prst="straightConnector1">
            <a:avLst/>
          </a:prstGeom>
          <a:noFill/>
          <a:ln cap="flat" cmpd="sng" w="28575">
            <a:solidFill>
              <a:srgbClr val="845AD9"/>
            </a:solidFill>
            <a:prstDash val="solid"/>
            <a:round/>
            <a:headEnd len="med" w="med" type="triangle"/>
            <a:tailEnd len="med" w="med" type="triangle"/>
          </a:ln>
        </p:spPr>
      </p:cxnSp>
      <p:cxnSp>
        <p:nvCxnSpPr>
          <p:cNvPr id="1421" name="Google Shape;1421;p82"/>
          <p:cNvCxnSpPr/>
          <p:nvPr/>
        </p:nvCxnSpPr>
        <p:spPr>
          <a:xfrm rot="10800000">
            <a:off x="6498225" y="4215550"/>
            <a:ext cx="1010100" cy="0"/>
          </a:xfrm>
          <a:prstGeom prst="straightConnector1">
            <a:avLst/>
          </a:prstGeom>
          <a:noFill/>
          <a:ln cap="flat" cmpd="sng" w="28575">
            <a:solidFill>
              <a:srgbClr val="845AD9"/>
            </a:solidFill>
            <a:prstDash val="solid"/>
            <a:round/>
            <a:headEnd len="med" w="med" type="triangle"/>
            <a:tailEnd len="med" w="med" type="triangle"/>
          </a:ln>
        </p:spPr>
      </p:cxnSp>
      <p:cxnSp>
        <p:nvCxnSpPr>
          <p:cNvPr id="1422" name="Google Shape;1422;p82"/>
          <p:cNvCxnSpPr/>
          <p:nvPr/>
        </p:nvCxnSpPr>
        <p:spPr>
          <a:xfrm>
            <a:off x="7508325" y="4214775"/>
            <a:ext cx="782700" cy="0"/>
          </a:xfrm>
          <a:prstGeom prst="straightConnector1">
            <a:avLst/>
          </a:prstGeom>
          <a:noFill/>
          <a:ln cap="flat" cmpd="sng" w="28575">
            <a:solidFill>
              <a:srgbClr val="845AD9"/>
            </a:solidFill>
            <a:prstDash val="solid"/>
            <a:round/>
            <a:headEnd len="med" w="med" type="triangle"/>
            <a:tailEnd len="med" w="med" type="triangle"/>
          </a:ln>
        </p:spPr>
      </p:cxnSp>
      <p:sp>
        <p:nvSpPr>
          <p:cNvPr id="1423" name="Google Shape;1423;p82"/>
          <p:cNvSpPr txBox="1"/>
          <p:nvPr/>
        </p:nvSpPr>
        <p:spPr>
          <a:xfrm>
            <a:off x="7583325" y="4249595"/>
            <a:ext cx="632700" cy="2646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lang="en-GB" sz="1800">
                <a:solidFill>
                  <a:srgbClr val="000000"/>
                </a:solidFill>
                <a:latin typeface="Lexend"/>
                <a:ea typeface="Lexend"/>
                <a:cs typeface="Lexend"/>
                <a:sym typeface="Lexend"/>
              </a:rPr>
              <a:t>5 cm</a:t>
            </a:r>
            <a:endParaRPr i="1" sz="2200">
              <a:latin typeface="Times New Roman"/>
              <a:ea typeface="Times New Roman"/>
              <a:cs typeface="Times New Roman"/>
              <a:sym typeface="Times New Roman"/>
            </a:endParaRPr>
          </a:p>
        </p:txBody>
      </p:sp>
      <p:sp>
        <p:nvSpPr>
          <p:cNvPr id="1424" name="Google Shape;1424;p82"/>
          <p:cNvSpPr txBox="1"/>
          <p:nvPr/>
        </p:nvSpPr>
        <p:spPr>
          <a:xfrm>
            <a:off x="3742325" y="2827390"/>
            <a:ext cx="827100" cy="2424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Clr>
                <a:srgbClr val="000000"/>
              </a:buClr>
              <a:buSzPts val="1100"/>
              <a:buFont typeface="Arial"/>
              <a:buNone/>
            </a:pPr>
            <a:r>
              <a:rPr lang="en-GB" sz="1800">
                <a:latin typeface="Lexend"/>
                <a:ea typeface="Lexend"/>
                <a:cs typeface="Lexend"/>
                <a:sym typeface="Lexend"/>
              </a:rPr>
              <a:t>37 cm</a:t>
            </a:r>
            <a:endParaRPr sz="1800">
              <a:latin typeface="Lexend"/>
              <a:ea typeface="Lexend"/>
              <a:cs typeface="Lexend"/>
              <a:sym typeface="Lexend"/>
            </a:endParaRPr>
          </a:p>
        </p:txBody>
      </p:sp>
      <p:cxnSp>
        <p:nvCxnSpPr>
          <p:cNvPr id="1425" name="Google Shape;1425;p82"/>
          <p:cNvCxnSpPr/>
          <p:nvPr/>
        </p:nvCxnSpPr>
        <p:spPr>
          <a:xfrm flipH="1">
            <a:off x="2788278" y="2563703"/>
            <a:ext cx="2822400" cy="1251300"/>
          </a:xfrm>
          <a:prstGeom prst="straightConnector1">
            <a:avLst/>
          </a:prstGeom>
          <a:noFill/>
          <a:ln cap="flat" cmpd="sng" w="28575">
            <a:solidFill>
              <a:srgbClr val="845AD9"/>
            </a:solidFill>
            <a:prstDash val="solid"/>
            <a:round/>
            <a:headEnd len="med" w="med" type="triangle"/>
            <a:tailEnd len="med" w="med" type="triangle"/>
          </a:ln>
        </p:spPr>
      </p:cxnSp>
      <p:cxnSp>
        <p:nvCxnSpPr>
          <p:cNvPr id="1426" name="Google Shape;1426;p82"/>
          <p:cNvCxnSpPr/>
          <p:nvPr/>
        </p:nvCxnSpPr>
        <p:spPr>
          <a:xfrm flipH="1" rot="10800000">
            <a:off x="5610678" y="2172503"/>
            <a:ext cx="881700" cy="391200"/>
          </a:xfrm>
          <a:prstGeom prst="straightConnector1">
            <a:avLst/>
          </a:prstGeom>
          <a:noFill/>
          <a:ln cap="flat" cmpd="sng" w="28575">
            <a:solidFill>
              <a:srgbClr val="845AD9"/>
            </a:solidFill>
            <a:prstDash val="solid"/>
            <a:round/>
            <a:headEnd len="med" w="med" type="triangle"/>
            <a:tailEnd len="med" w="med" type="triangle"/>
          </a:ln>
        </p:spPr>
      </p:cxnSp>
      <p:cxnSp>
        <p:nvCxnSpPr>
          <p:cNvPr id="1427" name="Google Shape;1427;p82"/>
          <p:cNvCxnSpPr/>
          <p:nvPr/>
        </p:nvCxnSpPr>
        <p:spPr>
          <a:xfrm flipH="1">
            <a:off x="6492376" y="1717405"/>
            <a:ext cx="1026300" cy="455100"/>
          </a:xfrm>
          <a:prstGeom prst="straightConnector1">
            <a:avLst/>
          </a:prstGeom>
          <a:noFill/>
          <a:ln cap="flat" cmpd="sng" w="28575">
            <a:solidFill>
              <a:srgbClr val="845AD9"/>
            </a:solidFill>
            <a:prstDash val="solid"/>
            <a:round/>
            <a:headEnd len="med" w="med" type="triangle"/>
            <a:tailEnd len="med" w="med" type="triangle"/>
          </a:ln>
        </p:spPr>
      </p:cxnSp>
      <p:cxnSp>
        <p:nvCxnSpPr>
          <p:cNvPr id="1428" name="Google Shape;1428;p82"/>
          <p:cNvCxnSpPr/>
          <p:nvPr/>
        </p:nvCxnSpPr>
        <p:spPr>
          <a:xfrm flipH="1" rot="10800000">
            <a:off x="7518676" y="1376005"/>
            <a:ext cx="771300" cy="341400"/>
          </a:xfrm>
          <a:prstGeom prst="straightConnector1">
            <a:avLst/>
          </a:prstGeom>
          <a:noFill/>
          <a:ln cap="flat" cmpd="sng" w="28575">
            <a:solidFill>
              <a:srgbClr val="845AD9"/>
            </a:solidFill>
            <a:prstDash val="solid"/>
            <a:round/>
            <a:headEnd len="med" w="med" type="triangle"/>
            <a:tailEnd len="med" w="med" type="triangle"/>
          </a:ln>
        </p:spPr>
      </p:cxnSp>
      <p:sp>
        <p:nvSpPr>
          <p:cNvPr id="1429" name="Google Shape;1429;p82"/>
          <p:cNvSpPr txBox="1"/>
          <p:nvPr/>
        </p:nvSpPr>
        <p:spPr>
          <a:xfrm>
            <a:off x="5627375" y="2055200"/>
            <a:ext cx="632700" cy="264600"/>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None/>
            </a:pPr>
            <a:r>
              <a:rPr i="1" lang="en-GB" sz="2200">
                <a:latin typeface="Times New Roman"/>
                <a:ea typeface="Times New Roman"/>
                <a:cs typeface="Times New Roman"/>
                <a:sym typeface="Times New Roman"/>
              </a:rPr>
              <a:t>b</a:t>
            </a:r>
            <a:r>
              <a:rPr lang="en-GB" sz="1800">
                <a:latin typeface="Lexend"/>
                <a:ea typeface="Lexend"/>
                <a:cs typeface="Lexend"/>
                <a:sym typeface="Lexend"/>
              </a:rPr>
              <a:t> cm</a:t>
            </a:r>
            <a:endParaRPr sz="1800">
              <a:latin typeface="Lexend"/>
              <a:ea typeface="Lexend"/>
              <a:cs typeface="Lexend"/>
              <a:sym typeface="Lexend"/>
            </a:endParaRPr>
          </a:p>
        </p:txBody>
      </p:sp>
      <p:sp>
        <p:nvSpPr>
          <p:cNvPr id="1430" name="Google Shape;1430;p82"/>
          <p:cNvSpPr txBox="1"/>
          <p:nvPr/>
        </p:nvSpPr>
        <p:spPr>
          <a:xfrm>
            <a:off x="6568570" y="1625232"/>
            <a:ext cx="699000" cy="264600"/>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None/>
            </a:pPr>
            <a:r>
              <a:rPr lang="en-GB" sz="1800">
                <a:latin typeface="Lexend"/>
                <a:ea typeface="Lexend"/>
                <a:cs typeface="Lexend"/>
                <a:sym typeface="Lexend"/>
              </a:rPr>
              <a:t>18 cm</a:t>
            </a:r>
            <a:endParaRPr sz="1800">
              <a:latin typeface="Lexend"/>
              <a:ea typeface="Lexend"/>
              <a:cs typeface="Lexend"/>
              <a:sym typeface="Lexend"/>
            </a:endParaRPr>
          </a:p>
        </p:txBody>
      </p:sp>
      <p:sp>
        <p:nvSpPr>
          <p:cNvPr id="1431" name="Google Shape;1431;p82"/>
          <p:cNvSpPr txBox="1"/>
          <p:nvPr/>
        </p:nvSpPr>
        <p:spPr>
          <a:xfrm>
            <a:off x="7433427" y="1272848"/>
            <a:ext cx="632700" cy="264600"/>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None/>
            </a:pPr>
            <a:r>
              <a:rPr i="1" lang="en-GB" sz="2200">
                <a:latin typeface="Times New Roman"/>
                <a:ea typeface="Times New Roman"/>
                <a:cs typeface="Times New Roman"/>
                <a:sym typeface="Times New Roman"/>
              </a:rPr>
              <a:t>d</a:t>
            </a:r>
            <a:r>
              <a:rPr lang="en-GB" sz="1800">
                <a:latin typeface="Lexend"/>
                <a:ea typeface="Lexend"/>
                <a:cs typeface="Lexend"/>
                <a:sym typeface="Lexend"/>
              </a:rPr>
              <a:t> cm</a:t>
            </a:r>
            <a:endParaRPr sz="1800">
              <a:latin typeface="Lexend"/>
              <a:ea typeface="Lexend"/>
              <a:cs typeface="Lexend"/>
              <a:sym typeface="Lexend"/>
            </a:endParaRPr>
          </a:p>
        </p:txBody>
      </p:sp>
    </p:spTree>
  </p:cSld>
  <p:clrMapOvr>
    <a:masterClrMapping/>
  </p:clrMapOvr>
</p:sld>
</file>

<file path=ppt/slides/slide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35" name="Shape 1435"/>
        <p:cNvGrpSpPr/>
        <p:nvPr/>
      </p:nvGrpSpPr>
      <p:grpSpPr>
        <a:xfrm>
          <a:off x="0" y="0"/>
          <a:ext cx="0" cy="0"/>
          <a:chOff x="0" y="0"/>
          <a:chExt cx="0" cy="0"/>
        </a:xfrm>
      </p:grpSpPr>
      <p:sp>
        <p:nvSpPr>
          <p:cNvPr id="1436" name="Google Shape;1436;p83"/>
          <p:cNvSpPr txBox="1"/>
          <p:nvPr/>
        </p:nvSpPr>
        <p:spPr>
          <a:xfrm>
            <a:off x="324000" y="610600"/>
            <a:ext cx="8496000" cy="5541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None/>
            </a:pPr>
            <a:r>
              <a:rPr lang="en-GB" sz="1800">
                <a:latin typeface="Lexend"/>
                <a:ea typeface="Lexend"/>
                <a:cs typeface="Lexend"/>
                <a:sym typeface="Lexend"/>
              </a:rPr>
              <a:t>1) Substitute the labelled sides and angle in each triangle into the given version of the cosine formula, and find the length of its missing side.</a:t>
            </a:r>
            <a:endParaRPr sz="1800">
              <a:latin typeface="Lexend"/>
              <a:ea typeface="Lexend"/>
              <a:cs typeface="Lexend"/>
              <a:sym typeface="Lexend"/>
            </a:endParaRPr>
          </a:p>
        </p:txBody>
      </p:sp>
      <p:sp>
        <p:nvSpPr>
          <p:cNvPr id="1437" name="Google Shape;1437;p83"/>
          <p:cNvSpPr txBox="1"/>
          <p:nvPr>
            <p:ph type="title"/>
          </p:nvPr>
        </p:nvSpPr>
        <p:spPr>
          <a:xfrm>
            <a:off x="1479300" y="39650"/>
            <a:ext cx="6855300" cy="382800"/>
          </a:xfrm>
          <a:prstGeom prst="rect">
            <a:avLst/>
          </a:prstGeom>
        </p:spPr>
        <p:txBody>
          <a:bodyPr anchorCtr="0" anchor="b" bIns="0" lIns="0" spcFirstLastPara="1" rIns="0" wrap="square" tIns="0">
            <a:noAutofit/>
          </a:bodyPr>
          <a:lstStyle/>
          <a:p>
            <a:pPr indent="0" lvl="0" marL="0" rtl="0" algn="l">
              <a:spcBef>
                <a:spcPts val="0"/>
              </a:spcBef>
              <a:spcAft>
                <a:spcPts val="0"/>
              </a:spcAft>
              <a:buNone/>
            </a:pPr>
            <a:r>
              <a:rPr lang="en-GB"/>
              <a:t>Formalising the cosine formula</a:t>
            </a:r>
            <a:endParaRPr/>
          </a:p>
        </p:txBody>
      </p:sp>
      <p:cxnSp>
        <p:nvCxnSpPr>
          <p:cNvPr id="1438" name="Google Shape;1438;p83"/>
          <p:cNvCxnSpPr>
            <a:stCxn id="1436" idx="2"/>
          </p:cNvCxnSpPr>
          <p:nvPr/>
        </p:nvCxnSpPr>
        <p:spPr>
          <a:xfrm>
            <a:off x="4572000" y="1164700"/>
            <a:ext cx="0" cy="3642000"/>
          </a:xfrm>
          <a:prstGeom prst="straightConnector1">
            <a:avLst/>
          </a:prstGeom>
          <a:noFill/>
          <a:ln cap="flat" cmpd="sng" w="38100">
            <a:solidFill>
              <a:schemeClr val="accent4"/>
            </a:solidFill>
            <a:prstDash val="solid"/>
            <a:round/>
            <a:headEnd len="med" w="med" type="none"/>
            <a:tailEnd len="med" w="med" type="none"/>
          </a:ln>
        </p:spPr>
      </p:cxnSp>
      <p:sp>
        <p:nvSpPr>
          <p:cNvPr id="1439" name="Google Shape;1439;p83"/>
          <p:cNvSpPr/>
          <p:nvPr/>
        </p:nvSpPr>
        <p:spPr>
          <a:xfrm>
            <a:off x="910275" y="1797353"/>
            <a:ext cx="555900" cy="309600"/>
          </a:xfrm>
          <a:prstGeom prst="rect">
            <a:avLst/>
          </a:prstGeom>
          <a:noFill/>
          <a:ln cap="flat" cmpd="sng" w="28575">
            <a:solidFill>
              <a:srgbClr val="D02AA7"/>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sz="1800">
              <a:solidFill>
                <a:srgbClr val="000000"/>
              </a:solidFill>
              <a:latin typeface="Lexend"/>
              <a:ea typeface="Lexend"/>
              <a:cs typeface="Lexend"/>
              <a:sym typeface="Lexend"/>
            </a:endParaRPr>
          </a:p>
        </p:txBody>
      </p:sp>
      <p:sp>
        <p:nvSpPr>
          <p:cNvPr id="1440" name="Google Shape;1440;p83"/>
          <p:cNvSpPr txBox="1"/>
          <p:nvPr/>
        </p:nvSpPr>
        <p:spPr>
          <a:xfrm>
            <a:off x="1137499" y="1801203"/>
            <a:ext cx="2187000" cy="269700"/>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Clr>
                <a:schemeClr val="dk1"/>
              </a:buClr>
              <a:buSzPts val="1100"/>
              <a:buFont typeface="Arial"/>
              <a:buNone/>
            </a:pPr>
            <a:r>
              <a:rPr lang="en-GB" sz="2200">
                <a:solidFill>
                  <a:schemeClr val="dk1"/>
                </a:solidFill>
                <a:latin typeface="Times New Roman"/>
                <a:ea typeface="Times New Roman"/>
                <a:cs typeface="Times New Roman"/>
                <a:sym typeface="Times New Roman"/>
              </a:rPr>
              <a:t>     </a:t>
            </a:r>
            <a:r>
              <a:rPr lang="en-GB" sz="1800">
                <a:solidFill>
                  <a:schemeClr val="dk1"/>
                </a:solidFill>
                <a:latin typeface="Lexend"/>
                <a:ea typeface="Lexend"/>
                <a:cs typeface="Lexend"/>
                <a:sym typeface="Lexend"/>
              </a:rPr>
              <a:t>× </a:t>
            </a:r>
            <a:r>
              <a:rPr i="1" lang="en-GB" sz="2200">
                <a:solidFill>
                  <a:schemeClr val="dk1"/>
                </a:solidFill>
                <a:latin typeface="Times New Roman"/>
                <a:ea typeface="Times New Roman"/>
                <a:cs typeface="Times New Roman"/>
                <a:sym typeface="Times New Roman"/>
              </a:rPr>
              <a:t> </a:t>
            </a:r>
            <a:r>
              <a:rPr lang="en-GB" sz="2200">
                <a:solidFill>
                  <a:schemeClr val="dk1"/>
                </a:solidFill>
                <a:latin typeface="Times New Roman"/>
                <a:ea typeface="Times New Roman"/>
                <a:cs typeface="Times New Roman"/>
                <a:sym typeface="Times New Roman"/>
              </a:rPr>
              <a:t>cos</a:t>
            </a:r>
            <a:r>
              <a:rPr lang="en-GB" sz="1800">
                <a:solidFill>
                  <a:schemeClr val="dk1"/>
                </a:solidFill>
                <a:latin typeface="Lexend"/>
                <a:ea typeface="Lexend"/>
                <a:cs typeface="Lexend"/>
                <a:sym typeface="Lexend"/>
              </a:rPr>
              <a:t>(         )  =  </a:t>
            </a:r>
            <a:endParaRPr sz="1800">
              <a:latin typeface="Lexend"/>
              <a:ea typeface="Lexend"/>
              <a:cs typeface="Lexend"/>
              <a:sym typeface="Lexend"/>
            </a:endParaRPr>
          </a:p>
        </p:txBody>
      </p:sp>
      <p:sp>
        <p:nvSpPr>
          <p:cNvPr id="1441" name="Google Shape;1441;p83"/>
          <p:cNvSpPr/>
          <p:nvPr/>
        </p:nvSpPr>
        <p:spPr>
          <a:xfrm>
            <a:off x="2188322" y="1797353"/>
            <a:ext cx="575400" cy="309600"/>
          </a:xfrm>
          <a:prstGeom prst="rect">
            <a:avLst/>
          </a:prstGeom>
          <a:noFill/>
          <a:ln cap="flat" cmpd="sng" w="28575">
            <a:solidFill>
              <a:srgbClr val="D02AA7"/>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sz="1800">
              <a:solidFill>
                <a:srgbClr val="000000"/>
              </a:solidFill>
              <a:latin typeface="Lexend"/>
              <a:ea typeface="Lexend"/>
              <a:cs typeface="Lexend"/>
              <a:sym typeface="Lexend"/>
            </a:endParaRPr>
          </a:p>
        </p:txBody>
      </p:sp>
      <p:sp>
        <p:nvSpPr>
          <p:cNvPr id="1442" name="Google Shape;1442;p83"/>
          <p:cNvSpPr/>
          <p:nvPr/>
        </p:nvSpPr>
        <p:spPr>
          <a:xfrm>
            <a:off x="3119667" y="1797353"/>
            <a:ext cx="575400" cy="309600"/>
          </a:xfrm>
          <a:prstGeom prst="rect">
            <a:avLst/>
          </a:prstGeom>
          <a:noFill/>
          <a:ln cap="flat" cmpd="sng" w="28575">
            <a:solidFill>
              <a:srgbClr val="D02AA7"/>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sz="1800">
              <a:solidFill>
                <a:srgbClr val="000000"/>
              </a:solidFill>
              <a:latin typeface="Lexend"/>
              <a:ea typeface="Lexend"/>
              <a:cs typeface="Lexend"/>
              <a:sym typeface="Lexend"/>
            </a:endParaRPr>
          </a:p>
        </p:txBody>
      </p:sp>
      <p:sp>
        <p:nvSpPr>
          <p:cNvPr id="1443" name="Google Shape;1443;p83"/>
          <p:cNvSpPr/>
          <p:nvPr/>
        </p:nvSpPr>
        <p:spPr>
          <a:xfrm>
            <a:off x="7218570" y="3863978"/>
            <a:ext cx="575400" cy="309600"/>
          </a:xfrm>
          <a:prstGeom prst="rect">
            <a:avLst/>
          </a:prstGeom>
          <a:noFill/>
          <a:ln cap="flat" cmpd="sng" w="28575">
            <a:solidFill>
              <a:srgbClr val="D02AA7"/>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sz="1800">
              <a:solidFill>
                <a:srgbClr val="000000"/>
              </a:solidFill>
              <a:latin typeface="Lexend"/>
              <a:ea typeface="Lexend"/>
              <a:cs typeface="Lexend"/>
              <a:sym typeface="Lexend"/>
            </a:endParaRPr>
          </a:p>
        </p:txBody>
      </p:sp>
      <p:sp>
        <p:nvSpPr>
          <p:cNvPr id="1444" name="Google Shape;1444;p83"/>
          <p:cNvSpPr txBox="1"/>
          <p:nvPr/>
        </p:nvSpPr>
        <p:spPr>
          <a:xfrm>
            <a:off x="6765000" y="3850225"/>
            <a:ext cx="1163400" cy="269700"/>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Clr>
                <a:schemeClr val="dk1"/>
              </a:buClr>
              <a:buSzPts val="1100"/>
              <a:buFont typeface="Arial"/>
              <a:buNone/>
            </a:pPr>
            <a:r>
              <a:rPr lang="en-GB" sz="2200">
                <a:solidFill>
                  <a:schemeClr val="dk1"/>
                </a:solidFill>
                <a:latin typeface="Times New Roman"/>
                <a:ea typeface="Times New Roman"/>
                <a:cs typeface="Times New Roman"/>
                <a:sym typeface="Times New Roman"/>
              </a:rPr>
              <a:t>cos</a:t>
            </a:r>
            <a:r>
              <a:rPr lang="en-GB" sz="1800">
                <a:solidFill>
                  <a:schemeClr val="dk1"/>
                </a:solidFill>
                <a:latin typeface="Lexend"/>
                <a:ea typeface="Lexend"/>
                <a:cs typeface="Lexend"/>
                <a:sym typeface="Lexend"/>
              </a:rPr>
              <a:t>(         )</a:t>
            </a:r>
            <a:endParaRPr sz="1800">
              <a:latin typeface="Lexend"/>
              <a:ea typeface="Lexend"/>
              <a:cs typeface="Lexend"/>
              <a:sym typeface="Lexend"/>
            </a:endParaRPr>
          </a:p>
        </p:txBody>
      </p:sp>
      <p:sp>
        <p:nvSpPr>
          <p:cNvPr id="1445" name="Google Shape;1445;p83"/>
          <p:cNvSpPr txBox="1"/>
          <p:nvPr/>
        </p:nvSpPr>
        <p:spPr>
          <a:xfrm>
            <a:off x="7990450" y="3674725"/>
            <a:ext cx="510300" cy="269700"/>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Clr>
                <a:schemeClr val="dk1"/>
              </a:buClr>
              <a:buSzPts val="1100"/>
              <a:buFont typeface="Arial"/>
              <a:buNone/>
            </a:pPr>
            <a:r>
              <a:rPr lang="en-GB" sz="1800">
                <a:solidFill>
                  <a:schemeClr val="dk1"/>
                </a:solidFill>
                <a:latin typeface="Lexend"/>
                <a:ea typeface="Lexend"/>
                <a:cs typeface="Lexend"/>
                <a:sym typeface="Lexend"/>
              </a:rPr>
              <a:t>=  </a:t>
            </a:r>
            <a:endParaRPr i="1" sz="2200">
              <a:latin typeface="Times New Roman"/>
              <a:ea typeface="Times New Roman"/>
              <a:cs typeface="Times New Roman"/>
              <a:sym typeface="Times New Roman"/>
            </a:endParaRPr>
          </a:p>
        </p:txBody>
      </p:sp>
      <p:cxnSp>
        <p:nvCxnSpPr>
          <p:cNvPr id="1446" name="Google Shape;1446;p83"/>
          <p:cNvCxnSpPr/>
          <p:nvPr/>
        </p:nvCxnSpPr>
        <p:spPr>
          <a:xfrm>
            <a:off x="6776675" y="3850225"/>
            <a:ext cx="1111500" cy="0"/>
          </a:xfrm>
          <a:prstGeom prst="straightConnector1">
            <a:avLst/>
          </a:prstGeom>
          <a:noFill/>
          <a:ln cap="flat" cmpd="sng" w="19050">
            <a:solidFill>
              <a:schemeClr val="dk1"/>
            </a:solidFill>
            <a:prstDash val="solid"/>
            <a:round/>
            <a:headEnd len="med" w="med" type="none"/>
            <a:tailEnd len="med" w="med" type="none"/>
          </a:ln>
        </p:spPr>
      </p:cxnSp>
      <p:sp>
        <p:nvSpPr>
          <p:cNvPr id="1447" name="Google Shape;1447;p83"/>
          <p:cNvSpPr/>
          <p:nvPr/>
        </p:nvSpPr>
        <p:spPr>
          <a:xfrm>
            <a:off x="6844770" y="3488925"/>
            <a:ext cx="1055700" cy="309600"/>
          </a:xfrm>
          <a:prstGeom prst="rect">
            <a:avLst/>
          </a:prstGeom>
          <a:noFill/>
          <a:ln cap="flat" cmpd="sng" w="28575">
            <a:solidFill>
              <a:srgbClr val="D02AA7"/>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sz="1800">
              <a:solidFill>
                <a:srgbClr val="000000"/>
              </a:solidFill>
              <a:latin typeface="Lexend"/>
              <a:ea typeface="Lexend"/>
              <a:cs typeface="Lexend"/>
              <a:sym typeface="Lexend"/>
            </a:endParaRPr>
          </a:p>
        </p:txBody>
      </p:sp>
      <p:sp>
        <p:nvSpPr>
          <p:cNvPr id="1448" name="Google Shape;1448;p83"/>
          <p:cNvSpPr/>
          <p:nvPr/>
        </p:nvSpPr>
        <p:spPr>
          <a:xfrm>
            <a:off x="8170739" y="3670221"/>
            <a:ext cx="575400" cy="309600"/>
          </a:xfrm>
          <a:prstGeom prst="rect">
            <a:avLst/>
          </a:prstGeom>
          <a:noFill/>
          <a:ln cap="flat" cmpd="sng" w="28575">
            <a:solidFill>
              <a:srgbClr val="D02AA7"/>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sz="1800">
              <a:solidFill>
                <a:srgbClr val="000000"/>
              </a:solidFill>
              <a:latin typeface="Lexend"/>
              <a:ea typeface="Lexend"/>
              <a:cs typeface="Lexend"/>
              <a:sym typeface="Lexend"/>
            </a:endParaRPr>
          </a:p>
        </p:txBody>
      </p:sp>
      <p:sp>
        <p:nvSpPr>
          <p:cNvPr id="1449" name="Google Shape;1449;p83"/>
          <p:cNvSpPr txBox="1"/>
          <p:nvPr/>
        </p:nvSpPr>
        <p:spPr>
          <a:xfrm flipH="1">
            <a:off x="910200" y="1865025"/>
            <a:ext cx="555900" cy="1746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Clr>
                <a:srgbClr val="000000"/>
              </a:buClr>
              <a:buSzPts val="1100"/>
              <a:buFont typeface="Arial"/>
              <a:buNone/>
            </a:pPr>
            <a:r>
              <a:rPr lang="en-GB" sz="1800">
                <a:latin typeface="Lexend"/>
                <a:ea typeface="Lexend"/>
                <a:cs typeface="Lexend"/>
                <a:sym typeface="Lexend"/>
              </a:rPr>
              <a:t>289</a:t>
            </a:r>
            <a:endParaRPr sz="1800">
              <a:latin typeface="Lexend"/>
              <a:ea typeface="Lexend"/>
              <a:cs typeface="Lexend"/>
              <a:sym typeface="Lexend"/>
            </a:endParaRPr>
          </a:p>
        </p:txBody>
      </p:sp>
      <p:sp>
        <p:nvSpPr>
          <p:cNvPr id="1450" name="Google Shape;1450;p83"/>
          <p:cNvSpPr txBox="1"/>
          <p:nvPr/>
        </p:nvSpPr>
        <p:spPr>
          <a:xfrm>
            <a:off x="1382150" y="2307275"/>
            <a:ext cx="1942500" cy="269700"/>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Clr>
                <a:schemeClr val="dk1"/>
              </a:buClr>
              <a:buSzPts val="1100"/>
              <a:buFont typeface="Arial"/>
              <a:buNone/>
            </a:pPr>
            <a:r>
              <a:rPr i="1" lang="en-GB" sz="2200">
                <a:solidFill>
                  <a:schemeClr val="dk1"/>
                </a:solidFill>
                <a:latin typeface="Times New Roman"/>
                <a:ea typeface="Times New Roman"/>
                <a:cs typeface="Times New Roman"/>
                <a:sym typeface="Times New Roman"/>
              </a:rPr>
              <a:t>a</a:t>
            </a:r>
            <a:r>
              <a:rPr lang="en-GB" sz="2200">
                <a:solidFill>
                  <a:schemeClr val="dk1"/>
                </a:solidFill>
                <a:latin typeface="Times New Roman"/>
                <a:ea typeface="Times New Roman"/>
                <a:cs typeface="Times New Roman"/>
                <a:sym typeface="Times New Roman"/>
              </a:rPr>
              <a:t> = </a:t>
            </a:r>
            <a:endParaRPr sz="1800">
              <a:latin typeface="Lexend"/>
              <a:ea typeface="Lexend"/>
              <a:cs typeface="Lexend"/>
              <a:sym typeface="Lexend"/>
            </a:endParaRPr>
          </a:p>
        </p:txBody>
      </p:sp>
      <p:sp>
        <p:nvSpPr>
          <p:cNvPr id="1451" name="Google Shape;1451;p83"/>
          <p:cNvSpPr/>
          <p:nvPr/>
        </p:nvSpPr>
        <p:spPr>
          <a:xfrm>
            <a:off x="1826933" y="2287325"/>
            <a:ext cx="1163400" cy="309600"/>
          </a:xfrm>
          <a:prstGeom prst="rect">
            <a:avLst/>
          </a:prstGeom>
          <a:noFill/>
          <a:ln cap="flat" cmpd="sng" w="28575">
            <a:solidFill>
              <a:srgbClr val="D02AA7"/>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sz="1800">
              <a:solidFill>
                <a:srgbClr val="000000"/>
              </a:solidFill>
              <a:latin typeface="Lexend"/>
              <a:ea typeface="Lexend"/>
              <a:cs typeface="Lexend"/>
              <a:sym typeface="Lexend"/>
            </a:endParaRPr>
          </a:p>
        </p:txBody>
      </p:sp>
      <p:sp>
        <p:nvSpPr>
          <p:cNvPr id="1452" name="Google Shape;1452;p83"/>
          <p:cNvSpPr txBox="1"/>
          <p:nvPr/>
        </p:nvSpPr>
        <p:spPr>
          <a:xfrm>
            <a:off x="7036944" y="4491475"/>
            <a:ext cx="455700" cy="269700"/>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Clr>
                <a:schemeClr val="dk1"/>
              </a:buClr>
              <a:buSzPts val="1100"/>
              <a:buFont typeface="Arial"/>
              <a:buNone/>
            </a:pPr>
            <a:r>
              <a:rPr i="1" lang="en-GB" sz="2200">
                <a:solidFill>
                  <a:schemeClr val="dk1"/>
                </a:solidFill>
                <a:latin typeface="Times New Roman"/>
                <a:ea typeface="Times New Roman"/>
                <a:cs typeface="Times New Roman"/>
                <a:sym typeface="Times New Roman"/>
              </a:rPr>
              <a:t>b</a:t>
            </a:r>
            <a:r>
              <a:rPr lang="en-GB" sz="2200">
                <a:solidFill>
                  <a:schemeClr val="dk1"/>
                </a:solidFill>
                <a:latin typeface="Times New Roman"/>
                <a:ea typeface="Times New Roman"/>
                <a:cs typeface="Times New Roman"/>
                <a:sym typeface="Times New Roman"/>
              </a:rPr>
              <a:t> = </a:t>
            </a:r>
            <a:endParaRPr sz="1800">
              <a:latin typeface="Lexend"/>
              <a:ea typeface="Lexend"/>
              <a:cs typeface="Lexend"/>
              <a:sym typeface="Lexend"/>
            </a:endParaRPr>
          </a:p>
        </p:txBody>
      </p:sp>
      <p:sp>
        <p:nvSpPr>
          <p:cNvPr id="1453" name="Google Shape;1453;p83"/>
          <p:cNvSpPr/>
          <p:nvPr/>
        </p:nvSpPr>
        <p:spPr>
          <a:xfrm>
            <a:off x="7481710" y="4471528"/>
            <a:ext cx="575400" cy="309600"/>
          </a:xfrm>
          <a:prstGeom prst="rect">
            <a:avLst/>
          </a:prstGeom>
          <a:noFill/>
          <a:ln cap="flat" cmpd="sng" w="28575">
            <a:solidFill>
              <a:srgbClr val="D02AA7"/>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sz="1800">
              <a:solidFill>
                <a:srgbClr val="000000"/>
              </a:solidFill>
              <a:latin typeface="Lexend"/>
              <a:ea typeface="Lexend"/>
              <a:cs typeface="Lexend"/>
              <a:sym typeface="Lexend"/>
            </a:endParaRPr>
          </a:p>
        </p:txBody>
      </p:sp>
      <p:sp>
        <p:nvSpPr>
          <p:cNvPr id="1454" name="Google Shape;1454;p83"/>
          <p:cNvSpPr txBox="1"/>
          <p:nvPr/>
        </p:nvSpPr>
        <p:spPr>
          <a:xfrm flipH="1">
            <a:off x="2198075" y="1864850"/>
            <a:ext cx="555900" cy="1746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Clr>
                <a:srgbClr val="000000"/>
              </a:buClr>
              <a:buSzPts val="1100"/>
              <a:buFont typeface="Arial"/>
              <a:buNone/>
            </a:pPr>
            <a:r>
              <a:rPr lang="en-GB" sz="2000">
                <a:latin typeface="Kalam"/>
                <a:ea typeface="Kalam"/>
                <a:cs typeface="Kalam"/>
                <a:sym typeface="Kalam"/>
              </a:rPr>
              <a:t>85°</a:t>
            </a:r>
            <a:endParaRPr sz="2000">
              <a:latin typeface="Kalam"/>
              <a:ea typeface="Kalam"/>
              <a:cs typeface="Kalam"/>
              <a:sym typeface="Kalam"/>
            </a:endParaRPr>
          </a:p>
        </p:txBody>
      </p:sp>
      <p:sp>
        <p:nvSpPr>
          <p:cNvPr id="1455" name="Google Shape;1455;p83"/>
          <p:cNvSpPr txBox="1"/>
          <p:nvPr/>
        </p:nvSpPr>
        <p:spPr>
          <a:xfrm flipH="1">
            <a:off x="3135000" y="1864850"/>
            <a:ext cx="555900" cy="1746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Clr>
                <a:srgbClr val="000000"/>
              </a:buClr>
              <a:buSzPts val="1100"/>
              <a:buFont typeface="Arial"/>
              <a:buNone/>
            </a:pPr>
            <a:r>
              <a:rPr lang="en-GB" sz="2000">
                <a:latin typeface="Kalam"/>
                <a:ea typeface="Kalam"/>
                <a:cs typeface="Kalam"/>
                <a:sym typeface="Kalam"/>
              </a:rPr>
              <a:t>a</a:t>
            </a:r>
            <a:endParaRPr sz="2000">
              <a:latin typeface="Kalam"/>
              <a:ea typeface="Kalam"/>
              <a:cs typeface="Kalam"/>
              <a:sym typeface="Kalam"/>
            </a:endParaRPr>
          </a:p>
        </p:txBody>
      </p:sp>
      <p:sp>
        <p:nvSpPr>
          <p:cNvPr id="1456" name="Google Shape;1456;p83"/>
          <p:cNvSpPr txBox="1"/>
          <p:nvPr/>
        </p:nvSpPr>
        <p:spPr>
          <a:xfrm flipH="1">
            <a:off x="1861150" y="2354825"/>
            <a:ext cx="1111500" cy="1746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Clr>
                <a:srgbClr val="000000"/>
              </a:buClr>
              <a:buSzPts val="1100"/>
              <a:buFont typeface="Arial"/>
              <a:buNone/>
            </a:pPr>
            <a:r>
              <a:rPr lang="en-GB" sz="2000">
                <a:latin typeface="Kalam"/>
                <a:ea typeface="Kalam"/>
                <a:cs typeface="Kalam"/>
                <a:sym typeface="Kalam"/>
              </a:rPr>
              <a:t>25.19</a:t>
            </a:r>
            <a:endParaRPr sz="2000">
              <a:latin typeface="Kalam"/>
              <a:ea typeface="Kalam"/>
              <a:cs typeface="Kalam"/>
              <a:sym typeface="Kalam"/>
            </a:endParaRPr>
          </a:p>
        </p:txBody>
      </p:sp>
      <p:sp>
        <p:nvSpPr>
          <p:cNvPr id="1457" name="Google Shape;1457;p83"/>
          <p:cNvSpPr txBox="1"/>
          <p:nvPr/>
        </p:nvSpPr>
        <p:spPr>
          <a:xfrm flipH="1">
            <a:off x="8180500" y="3667825"/>
            <a:ext cx="555900" cy="3096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Clr>
                <a:srgbClr val="000000"/>
              </a:buClr>
              <a:buSzPts val="1100"/>
              <a:buFont typeface="Arial"/>
              <a:buNone/>
            </a:pPr>
            <a:r>
              <a:rPr lang="en-GB" sz="2000">
                <a:latin typeface="Kalam"/>
                <a:ea typeface="Kalam"/>
                <a:cs typeface="Kalam"/>
                <a:sym typeface="Kalam"/>
              </a:rPr>
              <a:t>b</a:t>
            </a:r>
            <a:endParaRPr sz="2000">
              <a:latin typeface="Kalam"/>
              <a:ea typeface="Kalam"/>
              <a:cs typeface="Kalam"/>
              <a:sym typeface="Kalam"/>
            </a:endParaRPr>
          </a:p>
        </p:txBody>
      </p:sp>
      <p:sp>
        <p:nvSpPr>
          <p:cNvPr id="1458" name="Google Shape;1458;p83"/>
          <p:cNvSpPr txBox="1"/>
          <p:nvPr/>
        </p:nvSpPr>
        <p:spPr>
          <a:xfrm flipH="1">
            <a:off x="7228325" y="3931475"/>
            <a:ext cx="555900" cy="1746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Clr>
                <a:srgbClr val="000000"/>
              </a:buClr>
              <a:buSzPts val="1100"/>
              <a:buFont typeface="Arial"/>
              <a:buNone/>
            </a:pPr>
            <a:r>
              <a:rPr lang="en-GB" sz="2000">
                <a:latin typeface="Kalam"/>
                <a:ea typeface="Kalam"/>
                <a:cs typeface="Kalam"/>
                <a:sym typeface="Kalam"/>
              </a:rPr>
              <a:t>51°</a:t>
            </a:r>
            <a:endParaRPr sz="2000">
              <a:latin typeface="Kalam"/>
              <a:ea typeface="Kalam"/>
              <a:cs typeface="Kalam"/>
              <a:sym typeface="Kalam"/>
            </a:endParaRPr>
          </a:p>
        </p:txBody>
      </p:sp>
      <p:sp>
        <p:nvSpPr>
          <p:cNvPr id="1459" name="Google Shape;1459;p83"/>
          <p:cNvSpPr txBox="1"/>
          <p:nvPr/>
        </p:nvSpPr>
        <p:spPr>
          <a:xfrm flipH="1">
            <a:off x="6848675" y="3556425"/>
            <a:ext cx="1039500" cy="1746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Clr>
                <a:srgbClr val="000000"/>
              </a:buClr>
              <a:buSzPts val="1100"/>
              <a:buFont typeface="Arial"/>
              <a:buNone/>
            </a:pPr>
            <a:r>
              <a:rPr lang="en-GB" sz="2000">
                <a:latin typeface="Kalam"/>
                <a:ea typeface="Kalam"/>
                <a:cs typeface="Kalam"/>
                <a:sym typeface="Kalam"/>
              </a:rPr>
              <a:t>3.5</a:t>
            </a:r>
            <a:endParaRPr sz="2000">
              <a:latin typeface="Kalam"/>
              <a:ea typeface="Kalam"/>
              <a:cs typeface="Kalam"/>
              <a:sym typeface="Kalam"/>
            </a:endParaRPr>
          </a:p>
        </p:txBody>
      </p:sp>
      <p:sp>
        <p:nvSpPr>
          <p:cNvPr id="1460" name="Google Shape;1460;p83"/>
          <p:cNvSpPr txBox="1"/>
          <p:nvPr/>
        </p:nvSpPr>
        <p:spPr>
          <a:xfrm flipH="1">
            <a:off x="7491450" y="4539025"/>
            <a:ext cx="555900" cy="1746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Clr>
                <a:srgbClr val="000000"/>
              </a:buClr>
              <a:buSzPts val="1100"/>
              <a:buFont typeface="Arial"/>
              <a:buNone/>
            </a:pPr>
            <a:r>
              <a:rPr lang="en-GB" sz="2000">
                <a:latin typeface="Kalam"/>
                <a:ea typeface="Kalam"/>
                <a:cs typeface="Kalam"/>
                <a:sym typeface="Kalam"/>
              </a:rPr>
              <a:t>5.56</a:t>
            </a:r>
            <a:endParaRPr sz="2000">
              <a:latin typeface="Kalam"/>
              <a:ea typeface="Kalam"/>
              <a:cs typeface="Kalam"/>
              <a:sym typeface="Kalam"/>
            </a:endParaRPr>
          </a:p>
        </p:txBody>
      </p:sp>
      <p:sp>
        <p:nvSpPr>
          <p:cNvPr id="1461" name="Google Shape;1461;p83"/>
          <p:cNvSpPr/>
          <p:nvPr/>
        </p:nvSpPr>
        <p:spPr>
          <a:xfrm flipH="1">
            <a:off x="2494401" y="3927475"/>
            <a:ext cx="1039500" cy="1039500"/>
          </a:xfrm>
          <a:prstGeom prst="arc">
            <a:avLst>
              <a:gd fmla="val 10771373" name="adj1"/>
              <a:gd fmla="val 14522387" name="adj2"/>
            </a:avLst>
          </a:prstGeom>
          <a:solidFill>
            <a:srgbClr val="F3EEFB"/>
          </a:solidFill>
          <a:ln cap="flat" cmpd="sng" w="28575">
            <a:solidFill>
              <a:srgbClr val="845AD9"/>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grpSp>
        <p:nvGrpSpPr>
          <p:cNvPr id="1462" name="Google Shape;1462;p83"/>
          <p:cNvGrpSpPr/>
          <p:nvPr/>
        </p:nvGrpSpPr>
        <p:grpSpPr>
          <a:xfrm>
            <a:off x="2920487" y="2711842"/>
            <a:ext cx="1072182" cy="1737708"/>
            <a:chOff x="-2089411" y="1392790"/>
            <a:chExt cx="1150780" cy="1746089"/>
          </a:xfrm>
        </p:grpSpPr>
        <p:sp>
          <p:nvSpPr>
            <p:cNvPr id="1463" name="Google Shape;1463;p83"/>
            <p:cNvSpPr/>
            <p:nvPr/>
          </p:nvSpPr>
          <p:spPr>
            <a:xfrm rot="-5400000">
              <a:off x="-2375725" y="1809575"/>
              <a:ext cx="1668300" cy="960900"/>
            </a:xfrm>
            <a:prstGeom prst="rtTriangle">
              <a:avLst/>
            </a:prstGeom>
            <a:noFill/>
            <a:ln cap="flat" cmpd="sng" w="28575">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cxnSp>
          <p:nvCxnSpPr>
            <p:cNvPr id="1464" name="Google Shape;1464;p83"/>
            <p:cNvCxnSpPr/>
            <p:nvPr/>
          </p:nvCxnSpPr>
          <p:spPr>
            <a:xfrm flipH="1">
              <a:off x="-2089411" y="1392790"/>
              <a:ext cx="960900" cy="1668300"/>
            </a:xfrm>
            <a:prstGeom prst="straightConnector1">
              <a:avLst/>
            </a:prstGeom>
            <a:noFill/>
            <a:ln cap="flat" cmpd="sng" w="28575">
              <a:solidFill>
                <a:srgbClr val="845AD9"/>
              </a:solidFill>
              <a:prstDash val="solid"/>
              <a:round/>
              <a:headEnd len="med" w="med" type="triangle"/>
              <a:tailEnd len="med" w="med" type="triangle"/>
            </a:ln>
          </p:spPr>
        </p:cxnSp>
        <p:cxnSp>
          <p:nvCxnSpPr>
            <p:cNvPr id="1465" name="Google Shape;1465;p83"/>
            <p:cNvCxnSpPr/>
            <p:nvPr/>
          </p:nvCxnSpPr>
          <p:spPr>
            <a:xfrm rot="10800000">
              <a:off x="-938630" y="1455879"/>
              <a:ext cx="0" cy="1683000"/>
            </a:xfrm>
            <a:prstGeom prst="straightConnector1">
              <a:avLst/>
            </a:prstGeom>
            <a:noFill/>
            <a:ln cap="flat" cmpd="sng" w="28575">
              <a:solidFill>
                <a:srgbClr val="845AD9"/>
              </a:solidFill>
              <a:prstDash val="solid"/>
              <a:round/>
              <a:headEnd len="med" w="med" type="triangle"/>
              <a:tailEnd len="med" w="med" type="triangle"/>
            </a:ln>
          </p:spPr>
        </p:cxnSp>
      </p:grpSp>
      <p:sp>
        <p:nvSpPr>
          <p:cNvPr id="1466" name="Google Shape;1466;p83"/>
          <p:cNvSpPr/>
          <p:nvPr/>
        </p:nvSpPr>
        <p:spPr>
          <a:xfrm flipH="1">
            <a:off x="3744603" y="4286621"/>
            <a:ext cx="159900" cy="159900"/>
          </a:xfrm>
          <a:prstGeom prst="rect">
            <a:avLst/>
          </a:prstGeom>
          <a:noFill/>
          <a:ln cap="flat" cmpd="sng" w="28575">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sp>
        <p:nvSpPr>
          <p:cNvPr id="1467" name="Google Shape;1467;p83"/>
          <p:cNvSpPr txBox="1"/>
          <p:nvPr/>
        </p:nvSpPr>
        <p:spPr>
          <a:xfrm flipH="1">
            <a:off x="3125064" y="4605646"/>
            <a:ext cx="663000" cy="1746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Clr>
                <a:srgbClr val="000000"/>
              </a:buClr>
              <a:buSzPts val="1100"/>
              <a:buFont typeface="Arial"/>
              <a:buNone/>
            </a:pPr>
            <a:r>
              <a:rPr i="1" lang="en-GB" sz="2200">
                <a:solidFill>
                  <a:schemeClr val="dk1"/>
                </a:solidFill>
                <a:latin typeface="Times New Roman"/>
                <a:ea typeface="Times New Roman"/>
                <a:cs typeface="Times New Roman"/>
                <a:sym typeface="Times New Roman"/>
              </a:rPr>
              <a:t>a</a:t>
            </a:r>
            <a:r>
              <a:rPr lang="en-GB" sz="1800">
                <a:latin typeface="Lexend"/>
                <a:ea typeface="Lexend"/>
                <a:cs typeface="Lexend"/>
                <a:sym typeface="Lexend"/>
              </a:rPr>
              <a:t> cm</a:t>
            </a:r>
            <a:endParaRPr sz="1800">
              <a:latin typeface="Lexend"/>
              <a:ea typeface="Lexend"/>
              <a:cs typeface="Lexend"/>
              <a:sym typeface="Lexend"/>
            </a:endParaRPr>
          </a:p>
        </p:txBody>
      </p:sp>
      <p:sp>
        <p:nvSpPr>
          <p:cNvPr id="1468" name="Google Shape;1468;p83"/>
          <p:cNvSpPr txBox="1"/>
          <p:nvPr/>
        </p:nvSpPr>
        <p:spPr>
          <a:xfrm flipH="1">
            <a:off x="3037125" y="4213350"/>
            <a:ext cx="455700" cy="2133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Clr>
                <a:srgbClr val="000000"/>
              </a:buClr>
              <a:buSzPts val="1100"/>
              <a:buFont typeface="Arial"/>
              <a:buNone/>
            </a:pPr>
            <a:r>
              <a:rPr lang="en-GB" sz="1800">
                <a:solidFill>
                  <a:srgbClr val="000000"/>
                </a:solidFill>
                <a:latin typeface="Lexend"/>
                <a:ea typeface="Lexend"/>
                <a:cs typeface="Lexend"/>
                <a:sym typeface="Lexend"/>
              </a:rPr>
              <a:t>8</a:t>
            </a:r>
            <a:r>
              <a:rPr lang="en-GB" sz="1800">
                <a:latin typeface="Lexend"/>
                <a:ea typeface="Lexend"/>
                <a:cs typeface="Lexend"/>
                <a:sym typeface="Lexend"/>
              </a:rPr>
              <a:t>5</a:t>
            </a:r>
            <a:r>
              <a:rPr lang="en-GB" sz="1800">
                <a:solidFill>
                  <a:srgbClr val="000000"/>
                </a:solidFill>
                <a:latin typeface="Lexend"/>
                <a:ea typeface="Lexend"/>
                <a:cs typeface="Lexend"/>
                <a:sym typeface="Lexend"/>
              </a:rPr>
              <a:t>°</a:t>
            </a:r>
            <a:endParaRPr sz="1800">
              <a:latin typeface="Lexend"/>
              <a:ea typeface="Lexend"/>
              <a:cs typeface="Lexend"/>
              <a:sym typeface="Lexend"/>
            </a:endParaRPr>
          </a:p>
        </p:txBody>
      </p:sp>
      <p:sp>
        <p:nvSpPr>
          <p:cNvPr id="1469" name="Google Shape;1469;p83"/>
          <p:cNvSpPr txBox="1"/>
          <p:nvPr/>
        </p:nvSpPr>
        <p:spPr>
          <a:xfrm flipH="1" rot="-3694335">
            <a:off x="2476601" y="3397006"/>
            <a:ext cx="1576724" cy="174638"/>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Clr>
                <a:srgbClr val="000000"/>
              </a:buClr>
              <a:buSzPts val="1100"/>
              <a:buFont typeface="Arial"/>
              <a:buNone/>
            </a:pPr>
            <a:r>
              <a:rPr lang="en-GB" sz="1800">
                <a:latin typeface="Lexend"/>
                <a:ea typeface="Lexend"/>
                <a:cs typeface="Lexend"/>
                <a:sym typeface="Lexend"/>
              </a:rPr>
              <a:t>289 cm</a:t>
            </a:r>
            <a:endParaRPr sz="1800">
              <a:latin typeface="Lexend"/>
              <a:ea typeface="Lexend"/>
              <a:cs typeface="Lexend"/>
              <a:sym typeface="Lexend"/>
            </a:endParaRPr>
          </a:p>
        </p:txBody>
      </p:sp>
      <p:cxnSp>
        <p:nvCxnSpPr>
          <p:cNvPr id="1470" name="Google Shape;1470;p83"/>
          <p:cNvCxnSpPr/>
          <p:nvPr/>
        </p:nvCxnSpPr>
        <p:spPr>
          <a:xfrm>
            <a:off x="2996384" y="4564474"/>
            <a:ext cx="920400" cy="0"/>
          </a:xfrm>
          <a:prstGeom prst="straightConnector1">
            <a:avLst/>
          </a:prstGeom>
          <a:noFill/>
          <a:ln cap="flat" cmpd="sng" w="28575">
            <a:solidFill>
              <a:srgbClr val="845AD9"/>
            </a:solidFill>
            <a:prstDash val="solid"/>
            <a:round/>
            <a:headEnd len="med" w="med" type="triangle"/>
            <a:tailEnd len="med" w="med" type="triangle"/>
          </a:ln>
        </p:spPr>
      </p:cxnSp>
      <p:sp>
        <p:nvSpPr>
          <p:cNvPr id="1471" name="Google Shape;1471;p83"/>
          <p:cNvSpPr/>
          <p:nvPr/>
        </p:nvSpPr>
        <p:spPr>
          <a:xfrm>
            <a:off x="4462500" y="1156425"/>
            <a:ext cx="1249200" cy="1249500"/>
          </a:xfrm>
          <a:prstGeom prst="arc">
            <a:avLst>
              <a:gd fmla="val 21431706" name="adj1"/>
              <a:gd fmla="val 2341765" name="adj2"/>
            </a:avLst>
          </a:prstGeom>
          <a:solidFill>
            <a:srgbClr val="F3EEFB"/>
          </a:solidFill>
          <a:ln cap="flat" cmpd="sng" w="28575">
            <a:solidFill>
              <a:srgbClr val="845AD9"/>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grpSp>
        <p:nvGrpSpPr>
          <p:cNvPr id="1472" name="Google Shape;1472;p83"/>
          <p:cNvGrpSpPr/>
          <p:nvPr/>
        </p:nvGrpSpPr>
        <p:grpSpPr>
          <a:xfrm rot="2367305">
            <a:off x="5079405" y="1180438"/>
            <a:ext cx="1108219" cy="1589185"/>
            <a:chOff x="-2022025" y="1455875"/>
            <a:chExt cx="960900" cy="2673494"/>
          </a:xfrm>
        </p:grpSpPr>
        <p:sp>
          <p:nvSpPr>
            <p:cNvPr id="1473" name="Google Shape;1473;p83"/>
            <p:cNvSpPr/>
            <p:nvPr/>
          </p:nvSpPr>
          <p:spPr>
            <a:xfrm rot="-5400000">
              <a:off x="-2375725" y="1809575"/>
              <a:ext cx="1668300" cy="960900"/>
            </a:xfrm>
            <a:prstGeom prst="rtTriangle">
              <a:avLst/>
            </a:prstGeom>
            <a:noFill/>
            <a:ln cap="flat" cmpd="sng" w="28575">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cxnSp>
          <p:nvCxnSpPr>
            <p:cNvPr id="1474" name="Google Shape;1474;p83"/>
            <p:cNvCxnSpPr/>
            <p:nvPr/>
          </p:nvCxnSpPr>
          <p:spPr>
            <a:xfrm flipH="1" rot="-6778967">
              <a:off x="-1975754" y="2828102"/>
              <a:ext cx="888964" cy="965733"/>
            </a:xfrm>
            <a:prstGeom prst="straightConnector1">
              <a:avLst/>
            </a:prstGeom>
            <a:noFill/>
            <a:ln cap="flat" cmpd="sng" w="28575">
              <a:solidFill>
                <a:srgbClr val="845AD9"/>
              </a:solidFill>
              <a:prstDash val="solid"/>
              <a:round/>
              <a:headEnd len="med" w="med" type="triangle"/>
              <a:tailEnd len="med" w="med" type="triangle"/>
            </a:ln>
          </p:spPr>
        </p:cxnSp>
      </p:grpSp>
      <p:sp>
        <p:nvSpPr>
          <p:cNvPr id="1475" name="Google Shape;1475;p83"/>
          <p:cNvSpPr/>
          <p:nvPr/>
        </p:nvSpPr>
        <p:spPr>
          <a:xfrm rot="2367420">
            <a:off x="5850025" y="2296920"/>
            <a:ext cx="151534" cy="151534"/>
          </a:xfrm>
          <a:prstGeom prst="rect">
            <a:avLst/>
          </a:prstGeom>
          <a:noFill/>
          <a:ln cap="flat" cmpd="sng" w="28575">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sp>
        <p:nvSpPr>
          <p:cNvPr id="1476" name="Google Shape;1476;p83"/>
          <p:cNvSpPr txBox="1"/>
          <p:nvPr/>
        </p:nvSpPr>
        <p:spPr>
          <a:xfrm>
            <a:off x="4836194" y="2258696"/>
            <a:ext cx="762000" cy="195300"/>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Clr>
                <a:srgbClr val="000000"/>
              </a:buClr>
              <a:buSzPts val="1100"/>
              <a:buFont typeface="Arial"/>
              <a:buNone/>
            </a:pPr>
            <a:r>
              <a:rPr lang="en-GB" sz="1800">
                <a:latin typeface="Lexend"/>
                <a:ea typeface="Lexend"/>
                <a:cs typeface="Lexend"/>
                <a:sym typeface="Lexend"/>
              </a:rPr>
              <a:t>3.5 cm</a:t>
            </a:r>
            <a:endParaRPr sz="1800">
              <a:latin typeface="Lexend"/>
              <a:ea typeface="Lexend"/>
              <a:cs typeface="Lexend"/>
              <a:sym typeface="Lexend"/>
            </a:endParaRPr>
          </a:p>
        </p:txBody>
      </p:sp>
      <p:sp>
        <p:nvSpPr>
          <p:cNvPr id="1477" name="Google Shape;1477;p83"/>
          <p:cNvSpPr txBox="1"/>
          <p:nvPr/>
        </p:nvSpPr>
        <p:spPr>
          <a:xfrm>
            <a:off x="5509162" y="1426521"/>
            <a:ext cx="639600" cy="1953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Clr>
                <a:srgbClr val="000000"/>
              </a:buClr>
              <a:buSzPts val="1100"/>
              <a:buFont typeface="Arial"/>
              <a:buNone/>
            </a:pPr>
            <a:r>
              <a:rPr i="1" lang="en-GB" sz="2200">
                <a:latin typeface="Times New Roman"/>
                <a:ea typeface="Times New Roman"/>
                <a:cs typeface="Times New Roman"/>
                <a:sym typeface="Times New Roman"/>
              </a:rPr>
              <a:t>b</a:t>
            </a:r>
            <a:r>
              <a:rPr lang="en-GB" sz="1800">
                <a:latin typeface="Lexend"/>
                <a:ea typeface="Lexend"/>
                <a:cs typeface="Lexend"/>
                <a:sym typeface="Lexend"/>
              </a:rPr>
              <a:t> cm</a:t>
            </a:r>
            <a:endParaRPr sz="1800">
              <a:latin typeface="Lexend"/>
              <a:ea typeface="Lexend"/>
              <a:cs typeface="Lexend"/>
              <a:sym typeface="Lexend"/>
            </a:endParaRPr>
          </a:p>
        </p:txBody>
      </p:sp>
      <p:sp>
        <p:nvSpPr>
          <p:cNvPr id="1478" name="Google Shape;1478;p83"/>
          <p:cNvSpPr txBox="1"/>
          <p:nvPr/>
        </p:nvSpPr>
        <p:spPr>
          <a:xfrm flipH="1">
            <a:off x="5276537" y="1791011"/>
            <a:ext cx="455700" cy="1953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Clr>
                <a:srgbClr val="000000"/>
              </a:buClr>
              <a:buSzPts val="1100"/>
              <a:buFont typeface="Arial"/>
              <a:buNone/>
            </a:pPr>
            <a:r>
              <a:rPr lang="en-GB" sz="1800">
                <a:latin typeface="Lexend"/>
                <a:ea typeface="Lexend"/>
                <a:cs typeface="Lexend"/>
                <a:sym typeface="Lexend"/>
              </a:rPr>
              <a:t>51°</a:t>
            </a:r>
            <a:endParaRPr sz="1800">
              <a:latin typeface="Lexend"/>
              <a:ea typeface="Lexend"/>
              <a:cs typeface="Lexend"/>
              <a:sym typeface="Lexend"/>
            </a:endParaRPr>
          </a:p>
        </p:txBody>
      </p:sp>
      <p:pic>
        <p:nvPicPr>
          <p:cNvPr descr="&lt;math xmlns=&quot;http://www.w3.org/1998/Math/MathML&quot; display=&quot;block&quot; data-is-equatio=&quot;1&quot; data-latex=&quot;\frac{\text{adj}}{h}=\cos\left(\theta°\right)\ \ \ \ \ \frac{\text{ad}\text{j}}{\cos\left(\theta°\right)}=h\ \ \ \ \ h\times\cos\left(\theta°\right)=\text{adj}&quot;&gt;&lt;mfrac&gt;&lt;mtext&gt;adj&lt;/mtext&gt;&lt;mi&gt;h&lt;/mi&gt;&lt;/mfrac&gt;&lt;mo&gt;=&lt;/mo&gt;&lt;mi&gt;cos&lt;/mi&gt;&lt;mo data-mjx-texclass=&quot;NONE&quot;&gt;⁡&lt;/mo&gt;&lt;mrow data-mjx-texclass=&quot;INNER&quot;&gt;&lt;mo data-mjx-texclass=&quot;OPEN&quot;&gt;(&lt;/mo&gt;&lt;mi&gt;θ&lt;/mi&gt;&lt;mrow data-mjx-texclass=&quot;ORD&quot;&gt;&lt;mo data-mjx-pseudoscript=&quot;true&quot;&gt;°&lt;/mo&gt;&lt;/mrow&gt;&lt;mo data-mjx-texclass=&quot;CLOSE&quot;&gt;)&lt;/mo&gt;&lt;/mrow&gt;&lt;mtext&gt;&lt;/mtext&gt;&lt;mtext&gt;&lt;/mtext&gt;&lt;mtext&gt;&lt;/mtext&gt;&lt;mtext&gt;&lt;/mtext&gt;&lt;mtext&gt;&lt;/mtext&gt;&lt;mfrac&gt;&lt;mrow&gt;&lt;mtext&gt;ad&lt;/mtext&gt;&lt;mtext&gt;j&lt;/mtext&gt;&lt;/mrow&gt;&lt;mrow&gt;&lt;mi&gt;cos&lt;/mi&gt;&lt;mo data-mjx-texclass=&quot;NONE&quot;&gt;⁡&lt;/mo&gt;&lt;mrow data-mjx-texclass=&quot;INNER&quot;&gt;&lt;mo data-mjx-texclass=&quot;OPEN&quot;&gt;(&lt;/mo&gt;&lt;mi&gt;θ&lt;/mi&gt;&lt;mrow data-mjx-texclass=&quot;ORD&quot;&gt;&lt;mo data-mjx-pseudoscript=&quot;true&quot;&gt;°&lt;/mo&gt;&lt;/mrow&gt;&lt;mo data-mjx-texclass=&quot;CLOSE&quot;&gt;)&lt;/mo&gt;&lt;/mrow&gt;&lt;/mrow&gt;&lt;/mfrac&gt;&lt;mo&gt;=&lt;/mo&gt;&lt;mi&gt;h&lt;/mi&gt;&lt;mtext&gt;&lt;/mtext&gt;&lt;mtext&gt;&lt;/mtext&gt;&lt;mtext&gt;&lt;/mtext&gt;&lt;mtext&gt;&lt;/mtext&gt;&lt;mtext&gt;&lt;/mtext&gt;&lt;mi&gt;h&lt;/mi&gt;&lt;mo&gt;×&lt;/mo&gt;&lt;mi&gt;cos&lt;/mi&gt;&lt;mo data-mjx-texclass=&quot;NONE&quot;&gt;⁡&lt;/mo&gt;&lt;mrow data-mjx-texclass=&quot;INNER&quot;&gt;&lt;mo data-mjx-texclass=&quot;OPEN&quot;&gt;(&lt;/mo&gt;&lt;mi&gt;θ&lt;/mi&gt;&lt;mrow data-mjx-texclass=&quot;ORD&quot;&gt;&lt;mo data-mjx-pseudoscript=&quot;true&quot;&gt;°&lt;/mo&gt;&lt;/mrow&gt;&lt;mo data-mjx-texclass=&quot;CLOSE&quot;&gt;)&lt;/mo&gt;&lt;/mrow&gt;&lt;mo&gt;=&lt;/mo&gt;&lt;mtext&gt;adj&lt;/mtext&gt;&lt;/math&gt;" id="1479" name="Google Shape;1479;p83" title="adj over h equals cosine theta degrees the fraction with numerator ad j and denominator cosine theta degrees equals h h times cosine theta degrees equals adj"/>
          <p:cNvPicPr preferRelativeResize="0"/>
          <p:nvPr/>
        </p:nvPicPr>
        <p:blipFill rotWithShape="1">
          <a:blip r:embed="rId3">
            <a:alphaModFix/>
          </a:blip>
          <a:srcRect b="0" l="34162" r="36761" t="0"/>
          <a:stretch/>
        </p:blipFill>
        <p:spPr>
          <a:xfrm>
            <a:off x="6734778" y="2604243"/>
            <a:ext cx="1656126" cy="655425"/>
          </a:xfrm>
          <a:prstGeom prst="rect">
            <a:avLst/>
          </a:prstGeom>
          <a:noFill/>
          <a:ln>
            <a:noFill/>
          </a:ln>
        </p:spPr>
      </p:pic>
      <p:pic>
        <p:nvPicPr>
          <p:cNvPr descr="&lt;math xmlns=&quot;http://www.w3.org/1998/Math/MathML&quot; display=&quot;block&quot; data-is-equatio=&quot;1&quot; data-latex=&quot;\frac{\text{adj}}{h}=\cos\left(\theta°\right)\ \ \ \ \ \frac{\text{ad}\text{j}}{\cos\left(\theta°\right)}=h\ \ \ \ \ h\times\cos\left(\theta°\right)=\text{adj}&quot;&gt;&lt;mfrac&gt;&lt;mtext&gt;adj&lt;/mtext&gt;&lt;mi&gt;h&lt;/mi&gt;&lt;/mfrac&gt;&lt;mo&gt;=&lt;/mo&gt;&lt;mi&gt;cos&lt;/mi&gt;&lt;mo data-mjx-texclass=&quot;NONE&quot;&gt;⁡&lt;/mo&gt;&lt;mrow data-mjx-texclass=&quot;INNER&quot;&gt;&lt;mo data-mjx-texclass=&quot;OPEN&quot;&gt;(&lt;/mo&gt;&lt;mi&gt;θ&lt;/mi&gt;&lt;mrow data-mjx-texclass=&quot;ORD&quot;&gt;&lt;mo data-mjx-pseudoscript=&quot;true&quot;&gt;°&lt;/mo&gt;&lt;/mrow&gt;&lt;mo data-mjx-texclass=&quot;CLOSE&quot;&gt;)&lt;/mo&gt;&lt;/mrow&gt;&lt;mtext&gt;&lt;/mtext&gt;&lt;mtext&gt;&lt;/mtext&gt;&lt;mtext&gt;&lt;/mtext&gt;&lt;mtext&gt;&lt;/mtext&gt;&lt;mtext&gt;&lt;/mtext&gt;&lt;mfrac&gt;&lt;mrow&gt;&lt;mtext&gt;ad&lt;/mtext&gt;&lt;mtext&gt;j&lt;/mtext&gt;&lt;/mrow&gt;&lt;mrow&gt;&lt;mi&gt;cos&lt;/mi&gt;&lt;mo data-mjx-texclass=&quot;NONE&quot;&gt;⁡&lt;/mo&gt;&lt;mrow data-mjx-texclass=&quot;INNER&quot;&gt;&lt;mo data-mjx-texclass=&quot;OPEN&quot;&gt;(&lt;/mo&gt;&lt;mi&gt;θ&lt;/mi&gt;&lt;mrow data-mjx-texclass=&quot;ORD&quot;&gt;&lt;mo data-mjx-pseudoscript=&quot;true&quot;&gt;°&lt;/mo&gt;&lt;/mrow&gt;&lt;mo data-mjx-texclass=&quot;CLOSE&quot;&gt;)&lt;/mo&gt;&lt;/mrow&gt;&lt;/mrow&gt;&lt;/mfrac&gt;&lt;mo&gt;=&lt;/mo&gt;&lt;mi&gt;h&lt;/mi&gt;&lt;mtext&gt;&lt;/mtext&gt;&lt;mtext&gt;&lt;/mtext&gt;&lt;mtext&gt;&lt;/mtext&gt;&lt;mtext&gt;&lt;/mtext&gt;&lt;mtext&gt;&lt;/mtext&gt;&lt;mi&gt;h&lt;/mi&gt;&lt;mo&gt;×&lt;/mo&gt;&lt;mi&gt;cos&lt;/mi&gt;&lt;mo data-mjx-texclass=&quot;NONE&quot;&gt;⁡&lt;/mo&gt;&lt;mrow data-mjx-texclass=&quot;INNER&quot;&gt;&lt;mo data-mjx-texclass=&quot;OPEN&quot;&gt;(&lt;/mo&gt;&lt;mi&gt;θ&lt;/mi&gt;&lt;mrow data-mjx-texclass=&quot;ORD&quot;&gt;&lt;mo data-mjx-pseudoscript=&quot;true&quot;&gt;°&lt;/mo&gt;&lt;/mrow&gt;&lt;mo data-mjx-texclass=&quot;CLOSE&quot;&gt;)&lt;/mo&gt;&lt;/mrow&gt;&lt;mo&gt;=&lt;/mo&gt;&lt;mtext&gt;adj&lt;/mtext&gt;&lt;/math&gt;" id="1480" name="Google Shape;1480;p83" title="adj over h equals cosine theta degrees the fraction with numerator ad j and denominator cosine theta degrees equals h h times cosine theta degrees equals adj"/>
          <p:cNvPicPr preferRelativeResize="0"/>
          <p:nvPr/>
        </p:nvPicPr>
        <p:blipFill rotWithShape="1">
          <a:blip r:embed="rId3">
            <a:alphaModFix/>
          </a:blip>
          <a:srcRect b="0" l="64787" r="0" t="0"/>
          <a:stretch/>
        </p:blipFill>
        <p:spPr>
          <a:xfrm>
            <a:off x="1028368" y="1218580"/>
            <a:ext cx="2005649" cy="655425"/>
          </a:xfrm>
          <a:prstGeom prst="rect">
            <a:avLst/>
          </a:prstGeom>
          <a:noFill/>
          <a:ln>
            <a:noFill/>
          </a:ln>
        </p:spPr>
      </p:pic>
      <p:pic>
        <p:nvPicPr>
          <p:cNvPr id="1481" name="Google Shape;1481;p83"/>
          <p:cNvPicPr preferRelativeResize="0"/>
          <p:nvPr/>
        </p:nvPicPr>
        <p:blipFill>
          <a:blip r:embed="rId4">
            <a:alphaModFix/>
          </a:blip>
          <a:stretch>
            <a:fillRect/>
          </a:stretch>
        </p:blipFill>
        <p:spPr>
          <a:xfrm>
            <a:off x="4947100" y="1545575"/>
            <a:ext cx="1731375" cy="269700"/>
          </a:xfrm>
          <a:prstGeom prst="rect">
            <a:avLst/>
          </a:prstGeom>
          <a:noFill/>
          <a:ln>
            <a:noFill/>
          </a:ln>
        </p:spPr>
      </p:pic>
    </p:spTree>
  </p:cSld>
  <p:clrMapOvr>
    <a:masterClrMapping/>
  </p:clrMapOvr>
</p:sld>
</file>

<file path=ppt/slides/slide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85" name="Shape 1485"/>
        <p:cNvGrpSpPr/>
        <p:nvPr/>
      </p:nvGrpSpPr>
      <p:grpSpPr>
        <a:xfrm>
          <a:off x="0" y="0"/>
          <a:ext cx="0" cy="0"/>
          <a:chOff x="0" y="0"/>
          <a:chExt cx="0" cy="0"/>
        </a:xfrm>
      </p:grpSpPr>
      <p:sp>
        <p:nvSpPr>
          <p:cNvPr id="1486" name="Google Shape;1486;p84"/>
          <p:cNvSpPr txBox="1"/>
          <p:nvPr/>
        </p:nvSpPr>
        <p:spPr>
          <a:xfrm>
            <a:off x="5944948" y="3927025"/>
            <a:ext cx="2461500" cy="2772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i="1" lang="en-GB" sz="2200">
                <a:latin typeface="Times New Roman"/>
                <a:ea typeface="Times New Roman"/>
                <a:cs typeface="Times New Roman"/>
                <a:sym typeface="Times New Roman"/>
              </a:rPr>
              <a:t>x</a:t>
            </a:r>
            <a:r>
              <a:rPr lang="en-GB" sz="1800">
                <a:latin typeface="Lexend"/>
                <a:ea typeface="Lexend"/>
                <a:cs typeface="Lexend"/>
                <a:sym typeface="Lexend"/>
              </a:rPr>
              <a:t> </a:t>
            </a:r>
            <a:r>
              <a:rPr lang="en-GB" sz="2000">
                <a:latin typeface="Kalam"/>
                <a:ea typeface="Kalam"/>
                <a:cs typeface="Kalam"/>
                <a:sym typeface="Kalam"/>
              </a:rPr>
              <a:t>= 61.83</a:t>
            </a:r>
            <a:endParaRPr sz="2000">
              <a:latin typeface="Kalam"/>
              <a:ea typeface="Kalam"/>
              <a:cs typeface="Kalam"/>
              <a:sym typeface="Kalam"/>
            </a:endParaRPr>
          </a:p>
        </p:txBody>
      </p:sp>
      <p:sp>
        <p:nvSpPr>
          <p:cNvPr id="1487" name="Google Shape;1487;p84"/>
          <p:cNvSpPr txBox="1"/>
          <p:nvPr/>
        </p:nvSpPr>
        <p:spPr>
          <a:xfrm>
            <a:off x="3201298" y="3559730"/>
            <a:ext cx="2461500" cy="2772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i="1" lang="en-GB" sz="2200">
                <a:latin typeface="Times New Roman"/>
                <a:ea typeface="Times New Roman"/>
                <a:cs typeface="Times New Roman"/>
                <a:sym typeface="Times New Roman"/>
              </a:rPr>
              <a:t>x</a:t>
            </a:r>
            <a:r>
              <a:rPr lang="en-GB" sz="1800">
                <a:latin typeface="Lexend"/>
                <a:ea typeface="Lexend"/>
                <a:cs typeface="Lexend"/>
                <a:sym typeface="Lexend"/>
              </a:rPr>
              <a:t> </a:t>
            </a:r>
            <a:r>
              <a:rPr lang="en-GB" sz="2000">
                <a:latin typeface="Kalam"/>
                <a:ea typeface="Kalam"/>
                <a:cs typeface="Kalam"/>
                <a:sym typeface="Kalam"/>
              </a:rPr>
              <a:t>= 18.66</a:t>
            </a:r>
            <a:endParaRPr sz="2000">
              <a:latin typeface="Kalam"/>
              <a:ea typeface="Kalam"/>
              <a:cs typeface="Kalam"/>
              <a:sym typeface="Kalam"/>
            </a:endParaRPr>
          </a:p>
        </p:txBody>
      </p:sp>
      <p:sp>
        <p:nvSpPr>
          <p:cNvPr id="1488" name="Google Shape;1488;p84"/>
          <p:cNvSpPr txBox="1"/>
          <p:nvPr/>
        </p:nvSpPr>
        <p:spPr>
          <a:xfrm>
            <a:off x="323998" y="3927025"/>
            <a:ext cx="2461500" cy="2772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i="1" lang="en-GB" sz="2200">
                <a:latin typeface="Times New Roman"/>
                <a:ea typeface="Times New Roman"/>
                <a:cs typeface="Times New Roman"/>
                <a:sym typeface="Times New Roman"/>
              </a:rPr>
              <a:t>x</a:t>
            </a:r>
            <a:r>
              <a:rPr lang="en-GB" sz="1800">
                <a:latin typeface="Lexend"/>
                <a:ea typeface="Lexend"/>
                <a:cs typeface="Lexend"/>
                <a:sym typeface="Lexend"/>
              </a:rPr>
              <a:t> </a:t>
            </a:r>
            <a:r>
              <a:rPr lang="en-GB" sz="2000">
                <a:latin typeface="Kalam"/>
                <a:ea typeface="Kalam"/>
                <a:cs typeface="Kalam"/>
                <a:sym typeface="Kalam"/>
              </a:rPr>
              <a:t>= 45.43</a:t>
            </a:r>
            <a:endParaRPr sz="2000">
              <a:latin typeface="Kalam"/>
              <a:ea typeface="Kalam"/>
              <a:cs typeface="Kalam"/>
              <a:sym typeface="Kalam"/>
            </a:endParaRPr>
          </a:p>
        </p:txBody>
      </p:sp>
      <p:sp>
        <p:nvSpPr>
          <p:cNvPr id="1489" name="Google Shape;1489;p84"/>
          <p:cNvSpPr/>
          <p:nvPr/>
        </p:nvSpPr>
        <p:spPr>
          <a:xfrm flipH="1">
            <a:off x="3459574" y="1468475"/>
            <a:ext cx="1013100" cy="1013700"/>
          </a:xfrm>
          <a:prstGeom prst="arc">
            <a:avLst>
              <a:gd fmla="val 5344843" name="adj1"/>
              <a:gd fmla="val 8988316" name="adj2"/>
            </a:avLst>
          </a:prstGeom>
          <a:solidFill>
            <a:srgbClr val="F3EEFB"/>
          </a:solidFill>
          <a:ln cap="flat" cmpd="sng" w="28575">
            <a:solidFill>
              <a:srgbClr val="845AD9"/>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sp>
        <p:nvSpPr>
          <p:cNvPr id="1490" name="Google Shape;1490;p84"/>
          <p:cNvSpPr/>
          <p:nvPr/>
        </p:nvSpPr>
        <p:spPr>
          <a:xfrm>
            <a:off x="3956250" y="1967700"/>
            <a:ext cx="1668300" cy="960900"/>
          </a:xfrm>
          <a:prstGeom prst="rtTriangle">
            <a:avLst/>
          </a:prstGeom>
          <a:noFill/>
          <a:ln cap="flat" cmpd="sng" w="28575">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cxnSp>
        <p:nvCxnSpPr>
          <p:cNvPr id="1491" name="Google Shape;1491;p84"/>
          <p:cNvCxnSpPr/>
          <p:nvPr/>
        </p:nvCxnSpPr>
        <p:spPr>
          <a:xfrm rot="10800000">
            <a:off x="4032450" y="1891500"/>
            <a:ext cx="1668300" cy="960900"/>
          </a:xfrm>
          <a:prstGeom prst="straightConnector1">
            <a:avLst/>
          </a:prstGeom>
          <a:noFill/>
          <a:ln cap="flat" cmpd="sng" w="28575">
            <a:solidFill>
              <a:srgbClr val="845AD9"/>
            </a:solidFill>
            <a:prstDash val="solid"/>
            <a:round/>
            <a:headEnd len="med" w="med" type="triangle"/>
            <a:tailEnd len="med" w="med" type="triangle"/>
          </a:ln>
        </p:spPr>
      </p:cxnSp>
      <p:cxnSp>
        <p:nvCxnSpPr>
          <p:cNvPr id="1492" name="Google Shape;1492;p84"/>
          <p:cNvCxnSpPr/>
          <p:nvPr/>
        </p:nvCxnSpPr>
        <p:spPr>
          <a:xfrm>
            <a:off x="1129998" y="3046619"/>
            <a:ext cx="1668300" cy="0"/>
          </a:xfrm>
          <a:prstGeom prst="straightConnector1">
            <a:avLst/>
          </a:prstGeom>
          <a:noFill/>
          <a:ln cap="flat" cmpd="sng" w="28575">
            <a:solidFill>
              <a:srgbClr val="845AD9"/>
            </a:solidFill>
            <a:prstDash val="solid"/>
            <a:round/>
            <a:headEnd len="med" w="med" type="triangle"/>
            <a:tailEnd len="med" w="med" type="triangle"/>
          </a:ln>
        </p:spPr>
      </p:cxnSp>
      <p:sp>
        <p:nvSpPr>
          <p:cNvPr id="1493" name="Google Shape;1493;p84"/>
          <p:cNvSpPr/>
          <p:nvPr/>
        </p:nvSpPr>
        <p:spPr>
          <a:xfrm flipH="1">
            <a:off x="2058075" y="2215650"/>
            <a:ext cx="1406100" cy="1406700"/>
          </a:xfrm>
          <a:prstGeom prst="arc">
            <a:avLst>
              <a:gd fmla="val 19809554" name="adj1"/>
              <a:gd fmla="val 57629" name="adj2"/>
            </a:avLst>
          </a:prstGeom>
          <a:solidFill>
            <a:srgbClr val="F3EEFB"/>
          </a:solidFill>
          <a:ln cap="flat" cmpd="sng" w="28575">
            <a:solidFill>
              <a:srgbClr val="845AD9"/>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sp>
        <p:nvSpPr>
          <p:cNvPr id="1494" name="Google Shape;1494;p84"/>
          <p:cNvSpPr txBox="1"/>
          <p:nvPr/>
        </p:nvSpPr>
        <p:spPr>
          <a:xfrm>
            <a:off x="324000" y="610600"/>
            <a:ext cx="7233000" cy="11697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None/>
            </a:pPr>
            <a:r>
              <a:rPr lang="en-GB" sz="1800">
                <a:latin typeface="Lexend"/>
                <a:ea typeface="Lexend"/>
                <a:cs typeface="Lexend"/>
                <a:sym typeface="Lexend"/>
              </a:rPr>
              <a:t>2) Match the triangle to the equation showing the relationship between its hypotenuse and an adjacent side.</a:t>
            </a:r>
            <a:endParaRPr sz="1800">
              <a:latin typeface="Lexend"/>
              <a:ea typeface="Lexend"/>
              <a:cs typeface="Lexend"/>
              <a:sym typeface="Lexend"/>
            </a:endParaRPr>
          </a:p>
          <a:p>
            <a:pPr indent="0" lvl="0" marL="0" rtl="0" algn="l">
              <a:spcBef>
                <a:spcPts val="0"/>
              </a:spcBef>
              <a:spcAft>
                <a:spcPts val="0"/>
              </a:spcAft>
              <a:buNone/>
            </a:pPr>
            <a:r>
              <a:rPr lang="en-GB" sz="1800">
                <a:latin typeface="Lexend"/>
                <a:ea typeface="Lexend"/>
                <a:cs typeface="Lexend"/>
                <a:sym typeface="Lexend"/>
              </a:rPr>
              <a:t>Use the equation to find the length of the missing side labelled </a:t>
            </a:r>
            <a:r>
              <a:rPr i="1" lang="en-GB" sz="2200">
                <a:solidFill>
                  <a:schemeClr val="dk1"/>
                </a:solidFill>
                <a:latin typeface="Times New Roman"/>
                <a:ea typeface="Times New Roman"/>
                <a:cs typeface="Times New Roman"/>
                <a:sym typeface="Times New Roman"/>
              </a:rPr>
              <a:t>x</a:t>
            </a:r>
            <a:r>
              <a:rPr lang="en-GB" sz="1800">
                <a:latin typeface="Lexend"/>
                <a:ea typeface="Lexend"/>
                <a:cs typeface="Lexend"/>
                <a:sym typeface="Lexend"/>
              </a:rPr>
              <a:t> on each triangle </a:t>
            </a:r>
            <a:r>
              <a:rPr lang="en-GB" sz="1800">
                <a:solidFill>
                  <a:schemeClr val="dk1"/>
                </a:solidFill>
                <a:latin typeface="Lexend"/>
                <a:ea typeface="Lexend"/>
                <a:cs typeface="Lexend"/>
                <a:sym typeface="Lexend"/>
              </a:rPr>
              <a:t>(2 d.p.)</a:t>
            </a:r>
            <a:endParaRPr sz="1800">
              <a:latin typeface="Lexend"/>
              <a:ea typeface="Lexend"/>
              <a:cs typeface="Lexend"/>
              <a:sym typeface="Lexend"/>
            </a:endParaRPr>
          </a:p>
        </p:txBody>
      </p:sp>
      <p:sp>
        <p:nvSpPr>
          <p:cNvPr id="1495" name="Google Shape;1495;p84"/>
          <p:cNvSpPr txBox="1"/>
          <p:nvPr>
            <p:ph type="title"/>
          </p:nvPr>
        </p:nvSpPr>
        <p:spPr>
          <a:xfrm>
            <a:off x="1479300" y="39650"/>
            <a:ext cx="6855300" cy="382800"/>
          </a:xfrm>
          <a:prstGeom prst="rect">
            <a:avLst/>
          </a:prstGeom>
        </p:spPr>
        <p:txBody>
          <a:bodyPr anchorCtr="0" anchor="b" bIns="0" lIns="0" spcFirstLastPara="1" rIns="0" wrap="square" tIns="0">
            <a:noAutofit/>
          </a:bodyPr>
          <a:lstStyle/>
          <a:p>
            <a:pPr indent="0" lvl="0" marL="0" rtl="0" algn="l">
              <a:spcBef>
                <a:spcPts val="0"/>
              </a:spcBef>
              <a:spcAft>
                <a:spcPts val="0"/>
              </a:spcAft>
              <a:buNone/>
            </a:pPr>
            <a:r>
              <a:rPr lang="en-GB"/>
              <a:t>Formalising the cosine formula</a:t>
            </a:r>
            <a:endParaRPr/>
          </a:p>
        </p:txBody>
      </p:sp>
      <p:sp>
        <p:nvSpPr>
          <p:cNvPr id="1496" name="Google Shape;1496;p84"/>
          <p:cNvSpPr/>
          <p:nvPr/>
        </p:nvSpPr>
        <p:spPr>
          <a:xfrm rot="5400000">
            <a:off x="1119300" y="2734500"/>
            <a:ext cx="194100" cy="194100"/>
          </a:xfrm>
          <a:prstGeom prst="rect">
            <a:avLst/>
          </a:prstGeom>
          <a:noFill/>
          <a:ln cap="flat" cmpd="sng" w="28575">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sp>
        <p:nvSpPr>
          <p:cNvPr id="1497" name="Google Shape;1497;p84"/>
          <p:cNvSpPr/>
          <p:nvPr/>
        </p:nvSpPr>
        <p:spPr>
          <a:xfrm>
            <a:off x="1119300" y="1967700"/>
            <a:ext cx="1668300" cy="960900"/>
          </a:xfrm>
          <a:prstGeom prst="rtTriangle">
            <a:avLst/>
          </a:prstGeom>
          <a:noFill/>
          <a:ln cap="flat" cmpd="sng" w="28575">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cxnSp>
        <p:nvCxnSpPr>
          <p:cNvPr id="1498" name="Google Shape;1498;p84"/>
          <p:cNvCxnSpPr/>
          <p:nvPr/>
        </p:nvCxnSpPr>
        <p:spPr>
          <a:xfrm rot="10800000">
            <a:off x="1195500" y="1891500"/>
            <a:ext cx="1668300" cy="960900"/>
          </a:xfrm>
          <a:prstGeom prst="straightConnector1">
            <a:avLst/>
          </a:prstGeom>
          <a:noFill/>
          <a:ln cap="flat" cmpd="sng" w="28575">
            <a:solidFill>
              <a:srgbClr val="845AD9"/>
            </a:solidFill>
            <a:prstDash val="solid"/>
            <a:round/>
            <a:headEnd len="med" w="med" type="triangle"/>
            <a:tailEnd len="med" w="med" type="triangle"/>
          </a:ln>
        </p:spPr>
      </p:cxnSp>
      <p:cxnSp>
        <p:nvCxnSpPr>
          <p:cNvPr id="1499" name="Google Shape;1499;p84"/>
          <p:cNvCxnSpPr/>
          <p:nvPr/>
        </p:nvCxnSpPr>
        <p:spPr>
          <a:xfrm rot="10800000">
            <a:off x="3806832" y="1967700"/>
            <a:ext cx="0" cy="960900"/>
          </a:xfrm>
          <a:prstGeom prst="straightConnector1">
            <a:avLst/>
          </a:prstGeom>
          <a:noFill/>
          <a:ln cap="flat" cmpd="sng" w="28575">
            <a:solidFill>
              <a:srgbClr val="845AD9"/>
            </a:solidFill>
            <a:prstDash val="solid"/>
            <a:round/>
            <a:headEnd len="med" w="med" type="triangle"/>
            <a:tailEnd len="med" w="med" type="triangle"/>
          </a:ln>
        </p:spPr>
      </p:cxnSp>
      <p:sp>
        <p:nvSpPr>
          <p:cNvPr id="1500" name="Google Shape;1500;p84"/>
          <p:cNvSpPr txBox="1"/>
          <p:nvPr/>
        </p:nvSpPr>
        <p:spPr>
          <a:xfrm>
            <a:off x="2033600" y="2677525"/>
            <a:ext cx="490500" cy="2772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lang="en-GB" sz="1800">
                <a:latin typeface="Lexend"/>
                <a:ea typeface="Lexend"/>
                <a:cs typeface="Lexend"/>
                <a:sym typeface="Lexend"/>
              </a:rPr>
              <a:t>31°</a:t>
            </a:r>
            <a:endParaRPr sz="1800">
              <a:latin typeface="Lexend"/>
              <a:ea typeface="Lexend"/>
              <a:cs typeface="Lexend"/>
              <a:sym typeface="Lexend"/>
            </a:endParaRPr>
          </a:p>
        </p:txBody>
      </p:sp>
      <p:sp>
        <p:nvSpPr>
          <p:cNvPr id="1501" name="Google Shape;1501;p84"/>
          <p:cNvSpPr txBox="1"/>
          <p:nvPr/>
        </p:nvSpPr>
        <p:spPr>
          <a:xfrm>
            <a:off x="3150108" y="2330450"/>
            <a:ext cx="677400" cy="2772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i="1" lang="en-GB" sz="2200">
                <a:latin typeface="Times New Roman"/>
                <a:ea typeface="Times New Roman"/>
                <a:cs typeface="Times New Roman"/>
                <a:sym typeface="Times New Roman"/>
              </a:rPr>
              <a:t>x</a:t>
            </a:r>
            <a:r>
              <a:rPr lang="en-GB" sz="1800">
                <a:latin typeface="Lexend"/>
                <a:ea typeface="Lexend"/>
                <a:cs typeface="Lexend"/>
                <a:sym typeface="Lexend"/>
              </a:rPr>
              <a:t> cm</a:t>
            </a:r>
            <a:endParaRPr sz="1800">
              <a:latin typeface="Lexend"/>
              <a:ea typeface="Lexend"/>
              <a:cs typeface="Lexend"/>
              <a:sym typeface="Lexend"/>
            </a:endParaRPr>
          </a:p>
        </p:txBody>
      </p:sp>
      <p:sp>
        <p:nvSpPr>
          <p:cNvPr id="1502" name="Google Shape;1502;p84"/>
          <p:cNvSpPr txBox="1"/>
          <p:nvPr/>
        </p:nvSpPr>
        <p:spPr>
          <a:xfrm>
            <a:off x="1929990" y="2055758"/>
            <a:ext cx="677400" cy="2772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lang="en-GB" sz="1800">
                <a:latin typeface="Lexend"/>
                <a:ea typeface="Lexend"/>
                <a:cs typeface="Lexend"/>
                <a:sym typeface="Lexend"/>
              </a:rPr>
              <a:t>53 cm</a:t>
            </a:r>
            <a:endParaRPr sz="1800">
              <a:latin typeface="Lexend"/>
              <a:ea typeface="Lexend"/>
              <a:cs typeface="Lexend"/>
              <a:sym typeface="Lexend"/>
            </a:endParaRPr>
          </a:p>
        </p:txBody>
      </p:sp>
      <p:sp>
        <p:nvSpPr>
          <p:cNvPr id="1503" name="Google Shape;1503;p84"/>
          <p:cNvSpPr/>
          <p:nvPr/>
        </p:nvSpPr>
        <p:spPr>
          <a:xfrm rot="5400000">
            <a:off x="3956250" y="2734500"/>
            <a:ext cx="194100" cy="194100"/>
          </a:xfrm>
          <a:prstGeom prst="rect">
            <a:avLst/>
          </a:prstGeom>
          <a:noFill/>
          <a:ln cap="flat" cmpd="sng" w="28575">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sp>
        <p:nvSpPr>
          <p:cNvPr id="1504" name="Google Shape;1504;p84"/>
          <p:cNvSpPr txBox="1"/>
          <p:nvPr/>
        </p:nvSpPr>
        <p:spPr>
          <a:xfrm>
            <a:off x="1604543" y="3046625"/>
            <a:ext cx="677400" cy="2772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i="1" lang="en-GB" sz="2200">
                <a:latin typeface="Times New Roman"/>
                <a:ea typeface="Times New Roman"/>
                <a:cs typeface="Times New Roman"/>
                <a:sym typeface="Times New Roman"/>
              </a:rPr>
              <a:t>x</a:t>
            </a:r>
            <a:r>
              <a:rPr lang="en-GB" sz="1800">
                <a:latin typeface="Lexend"/>
                <a:ea typeface="Lexend"/>
                <a:cs typeface="Lexend"/>
                <a:sym typeface="Lexend"/>
              </a:rPr>
              <a:t> cm</a:t>
            </a:r>
            <a:endParaRPr sz="1800">
              <a:latin typeface="Lexend"/>
              <a:ea typeface="Lexend"/>
              <a:cs typeface="Lexend"/>
              <a:sym typeface="Lexend"/>
            </a:endParaRPr>
          </a:p>
        </p:txBody>
      </p:sp>
      <p:sp>
        <p:nvSpPr>
          <p:cNvPr id="1505" name="Google Shape;1505;p84"/>
          <p:cNvSpPr txBox="1"/>
          <p:nvPr/>
        </p:nvSpPr>
        <p:spPr>
          <a:xfrm>
            <a:off x="4766940" y="2055758"/>
            <a:ext cx="677400" cy="2772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lang="en-GB" sz="1800">
                <a:latin typeface="Lexend"/>
                <a:ea typeface="Lexend"/>
                <a:cs typeface="Lexend"/>
                <a:sym typeface="Lexend"/>
              </a:rPr>
              <a:t>31 cm</a:t>
            </a:r>
            <a:endParaRPr sz="1800">
              <a:latin typeface="Lexend"/>
              <a:ea typeface="Lexend"/>
              <a:cs typeface="Lexend"/>
              <a:sym typeface="Lexend"/>
            </a:endParaRPr>
          </a:p>
        </p:txBody>
      </p:sp>
      <p:sp>
        <p:nvSpPr>
          <p:cNvPr id="1506" name="Google Shape;1506;p84"/>
          <p:cNvSpPr txBox="1"/>
          <p:nvPr/>
        </p:nvSpPr>
        <p:spPr>
          <a:xfrm>
            <a:off x="3918056" y="2136244"/>
            <a:ext cx="490500" cy="2772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lang="en-GB" sz="1800">
                <a:latin typeface="Lexend"/>
                <a:ea typeface="Lexend"/>
                <a:cs typeface="Lexend"/>
                <a:sym typeface="Lexend"/>
              </a:rPr>
              <a:t>53°</a:t>
            </a:r>
            <a:endParaRPr sz="1800">
              <a:latin typeface="Lexend"/>
              <a:ea typeface="Lexend"/>
              <a:cs typeface="Lexend"/>
              <a:sym typeface="Lexend"/>
            </a:endParaRPr>
          </a:p>
        </p:txBody>
      </p:sp>
      <p:sp>
        <p:nvSpPr>
          <p:cNvPr id="1507" name="Google Shape;1507;p84"/>
          <p:cNvSpPr txBox="1"/>
          <p:nvPr/>
        </p:nvSpPr>
        <p:spPr>
          <a:xfrm>
            <a:off x="496950" y="1836725"/>
            <a:ext cx="311700" cy="2772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None/>
            </a:pPr>
            <a:r>
              <a:rPr lang="en-GB" sz="1800">
                <a:latin typeface="Lexend"/>
                <a:ea typeface="Lexend"/>
                <a:cs typeface="Lexend"/>
                <a:sym typeface="Lexend"/>
              </a:rPr>
              <a:t>a)</a:t>
            </a:r>
            <a:endParaRPr sz="1800">
              <a:latin typeface="Lexend"/>
              <a:ea typeface="Lexend"/>
              <a:cs typeface="Lexend"/>
              <a:sym typeface="Lexend"/>
            </a:endParaRPr>
          </a:p>
        </p:txBody>
      </p:sp>
      <p:sp>
        <p:nvSpPr>
          <p:cNvPr id="1508" name="Google Shape;1508;p84"/>
          <p:cNvSpPr txBox="1"/>
          <p:nvPr/>
        </p:nvSpPr>
        <p:spPr>
          <a:xfrm>
            <a:off x="3453950" y="1760525"/>
            <a:ext cx="311700" cy="2772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None/>
            </a:pPr>
            <a:r>
              <a:rPr lang="en-GB" sz="1800">
                <a:latin typeface="Lexend"/>
                <a:ea typeface="Lexend"/>
                <a:cs typeface="Lexend"/>
                <a:sym typeface="Lexend"/>
              </a:rPr>
              <a:t>b)</a:t>
            </a:r>
            <a:endParaRPr sz="1800">
              <a:latin typeface="Lexend"/>
              <a:ea typeface="Lexend"/>
              <a:cs typeface="Lexend"/>
              <a:sym typeface="Lexend"/>
            </a:endParaRPr>
          </a:p>
        </p:txBody>
      </p:sp>
      <p:sp>
        <p:nvSpPr>
          <p:cNvPr id="1509" name="Google Shape;1509;p84"/>
          <p:cNvSpPr txBox="1"/>
          <p:nvPr/>
        </p:nvSpPr>
        <p:spPr>
          <a:xfrm>
            <a:off x="8203500" y="1389575"/>
            <a:ext cx="311700" cy="2772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None/>
            </a:pPr>
            <a:r>
              <a:rPr lang="en-GB" sz="1800">
                <a:latin typeface="Lexend"/>
                <a:ea typeface="Lexend"/>
                <a:cs typeface="Lexend"/>
                <a:sym typeface="Lexend"/>
              </a:rPr>
              <a:t>c)</a:t>
            </a:r>
            <a:endParaRPr sz="1800">
              <a:latin typeface="Lexend"/>
              <a:ea typeface="Lexend"/>
              <a:cs typeface="Lexend"/>
              <a:sym typeface="Lexend"/>
            </a:endParaRPr>
          </a:p>
        </p:txBody>
      </p:sp>
      <p:sp>
        <p:nvSpPr>
          <p:cNvPr id="1510" name="Google Shape;1510;p84"/>
          <p:cNvSpPr/>
          <p:nvPr/>
        </p:nvSpPr>
        <p:spPr>
          <a:xfrm flipH="1" rot="-5400000">
            <a:off x="7017324" y="553024"/>
            <a:ext cx="1877400" cy="1878300"/>
          </a:xfrm>
          <a:prstGeom prst="arc">
            <a:avLst>
              <a:gd fmla="val 19809554" name="adj1"/>
              <a:gd fmla="val 57629" name="adj2"/>
            </a:avLst>
          </a:prstGeom>
          <a:solidFill>
            <a:srgbClr val="F3EEFB"/>
          </a:solidFill>
          <a:ln cap="flat" cmpd="sng" w="28575">
            <a:solidFill>
              <a:srgbClr val="845AD9"/>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sp>
        <p:nvSpPr>
          <p:cNvPr id="1511" name="Google Shape;1511;p84"/>
          <p:cNvSpPr/>
          <p:nvPr/>
        </p:nvSpPr>
        <p:spPr>
          <a:xfrm rot="-5400000">
            <a:off x="6651041" y="1819466"/>
            <a:ext cx="1668300" cy="960900"/>
          </a:xfrm>
          <a:prstGeom prst="rtTriangle">
            <a:avLst/>
          </a:prstGeom>
          <a:noFill/>
          <a:ln cap="flat" cmpd="sng" w="28575">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sp>
        <p:nvSpPr>
          <p:cNvPr id="1512" name="Google Shape;1512;p84"/>
          <p:cNvSpPr/>
          <p:nvPr/>
        </p:nvSpPr>
        <p:spPr>
          <a:xfrm>
            <a:off x="7771541" y="2939967"/>
            <a:ext cx="194100" cy="194100"/>
          </a:xfrm>
          <a:prstGeom prst="rect">
            <a:avLst/>
          </a:prstGeom>
          <a:noFill/>
          <a:ln cap="flat" cmpd="sng" w="28575">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sp>
        <p:nvSpPr>
          <p:cNvPr id="1513" name="Google Shape;1513;p84"/>
          <p:cNvSpPr txBox="1"/>
          <p:nvPr/>
        </p:nvSpPr>
        <p:spPr>
          <a:xfrm>
            <a:off x="7528821" y="2084783"/>
            <a:ext cx="490500" cy="2772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lang="en-GB" sz="1800">
                <a:latin typeface="Lexend"/>
                <a:ea typeface="Lexend"/>
                <a:cs typeface="Lexend"/>
                <a:sym typeface="Lexend"/>
              </a:rPr>
              <a:t>31°</a:t>
            </a:r>
            <a:endParaRPr sz="1800">
              <a:latin typeface="Lexend"/>
              <a:ea typeface="Lexend"/>
              <a:cs typeface="Lexend"/>
              <a:sym typeface="Lexend"/>
            </a:endParaRPr>
          </a:p>
        </p:txBody>
      </p:sp>
      <p:sp>
        <p:nvSpPr>
          <p:cNvPr id="1514" name="Google Shape;1514;p84"/>
          <p:cNvSpPr txBox="1"/>
          <p:nvPr/>
        </p:nvSpPr>
        <p:spPr>
          <a:xfrm>
            <a:off x="6782117" y="1977287"/>
            <a:ext cx="677400" cy="2772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i="1" lang="en-GB" sz="2200">
                <a:solidFill>
                  <a:schemeClr val="dk1"/>
                </a:solidFill>
                <a:latin typeface="Times New Roman"/>
                <a:ea typeface="Times New Roman"/>
                <a:cs typeface="Times New Roman"/>
                <a:sym typeface="Times New Roman"/>
              </a:rPr>
              <a:t>x</a:t>
            </a:r>
            <a:r>
              <a:rPr lang="en-GB" sz="1800">
                <a:solidFill>
                  <a:schemeClr val="dk1"/>
                </a:solidFill>
                <a:latin typeface="Lexend"/>
                <a:ea typeface="Lexend"/>
                <a:cs typeface="Lexend"/>
                <a:sym typeface="Lexend"/>
              </a:rPr>
              <a:t> </a:t>
            </a:r>
            <a:r>
              <a:rPr lang="en-GB" sz="1800">
                <a:latin typeface="Lexend"/>
                <a:ea typeface="Lexend"/>
                <a:cs typeface="Lexend"/>
                <a:sym typeface="Lexend"/>
              </a:rPr>
              <a:t>cm</a:t>
            </a:r>
            <a:endParaRPr sz="1800">
              <a:latin typeface="Lexend"/>
              <a:ea typeface="Lexend"/>
              <a:cs typeface="Lexend"/>
              <a:sym typeface="Lexend"/>
            </a:endParaRPr>
          </a:p>
        </p:txBody>
      </p:sp>
      <p:sp>
        <p:nvSpPr>
          <p:cNvPr id="1515" name="Google Shape;1515;p84"/>
          <p:cNvSpPr txBox="1"/>
          <p:nvPr/>
        </p:nvSpPr>
        <p:spPr>
          <a:xfrm>
            <a:off x="8119891" y="2233355"/>
            <a:ext cx="677400" cy="2772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lang="en-GB" sz="1800">
                <a:latin typeface="Lexend"/>
                <a:ea typeface="Lexend"/>
                <a:cs typeface="Lexend"/>
                <a:sym typeface="Lexend"/>
              </a:rPr>
              <a:t>53 cm</a:t>
            </a:r>
            <a:endParaRPr sz="1800">
              <a:latin typeface="Lexend"/>
              <a:ea typeface="Lexend"/>
              <a:cs typeface="Lexend"/>
              <a:sym typeface="Lexend"/>
            </a:endParaRPr>
          </a:p>
        </p:txBody>
      </p:sp>
      <p:cxnSp>
        <p:nvCxnSpPr>
          <p:cNvPr id="1516" name="Google Shape;1516;p84"/>
          <p:cNvCxnSpPr/>
          <p:nvPr/>
        </p:nvCxnSpPr>
        <p:spPr>
          <a:xfrm rot="5400000">
            <a:off x="6574841" y="1743266"/>
            <a:ext cx="1668300" cy="960900"/>
          </a:xfrm>
          <a:prstGeom prst="straightConnector1">
            <a:avLst/>
          </a:prstGeom>
          <a:noFill/>
          <a:ln cap="flat" cmpd="sng" w="28575">
            <a:solidFill>
              <a:srgbClr val="845AD9"/>
            </a:solidFill>
            <a:prstDash val="solid"/>
            <a:round/>
            <a:headEnd len="med" w="med" type="triangle"/>
            <a:tailEnd len="med" w="med" type="triangle"/>
          </a:ln>
        </p:spPr>
      </p:cxnSp>
      <p:cxnSp>
        <p:nvCxnSpPr>
          <p:cNvPr id="1517" name="Google Shape;1517;p84"/>
          <p:cNvCxnSpPr/>
          <p:nvPr/>
        </p:nvCxnSpPr>
        <p:spPr>
          <a:xfrm rot="-5400000">
            <a:off x="7249510" y="2299916"/>
            <a:ext cx="1668300" cy="0"/>
          </a:xfrm>
          <a:prstGeom prst="straightConnector1">
            <a:avLst/>
          </a:prstGeom>
          <a:noFill/>
          <a:ln cap="flat" cmpd="sng" w="28575">
            <a:solidFill>
              <a:srgbClr val="845AD9"/>
            </a:solidFill>
            <a:prstDash val="solid"/>
            <a:round/>
            <a:headEnd len="med" w="med" type="triangle"/>
            <a:tailEnd len="med" w="med" type="triangle"/>
          </a:ln>
        </p:spPr>
      </p:cxnSp>
      <p:grpSp>
        <p:nvGrpSpPr>
          <p:cNvPr id="1518" name="Google Shape;1518;p84"/>
          <p:cNvGrpSpPr/>
          <p:nvPr/>
        </p:nvGrpSpPr>
        <p:grpSpPr>
          <a:xfrm>
            <a:off x="3483450" y="3116000"/>
            <a:ext cx="2461500" cy="419400"/>
            <a:chOff x="3369600" y="3706325"/>
            <a:chExt cx="2461500" cy="419400"/>
          </a:xfrm>
        </p:grpSpPr>
        <p:sp>
          <p:nvSpPr>
            <p:cNvPr id="1519" name="Google Shape;1519;p84"/>
            <p:cNvSpPr/>
            <p:nvPr/>
          </p:nvSpPr>
          <p:spPr>
            <a:xfrm>
              <a:off x="3369600" y="3706325"/>
              <a:ext cx="2461500" cy="419400"/>
            </a:xfrm>
            <a:prstGeom prst="roundRect">
              <a:avLst>
                <a:gd fmla="val 50000" name="adj"/>
              </a:avLst>
            </a:prstGeom>
            <a:noFill/>
            <a:ln cap="flat" cmpd="sng" w="28575">
              <a:solidFill>
                <a:schemeClr val="dk1"/>
              </a:solidFill>
              <a:prstDash val="solid"/>
              <a:round/>
              <a:headEnd len="sm" w="sm" type="none"/>
              <a:tailEnd len="sm" w="sm" type="none"/>
            </a:ln>
          </p:spPr>
          <p:txBody>
            <a:bodyPr anchorCtr="0" anchor="ctr" bIns="0" lIns="468000" spcFirstLastPara="1" rIns="0" wrap="square" tIns="0">
              <a:noAutofit/>
            </a:bodyPr>
            <a:lstStyle/>
            <a:p>
              <a:pPr indent="0" lvl="0" marL="0" rtl="0" algn="l">
                <a:spcBef>
                  <a:spcPts val="0"/>
                </a:spcBef>
                <a:spcAft>
                  <a:spcPts val="0"/>
                </a:spcAft>
                <a:buNone/>
              </a:pPr>
              <a:r>
                <a:rPr lang="en-GB" sz="2000">
                  <a:latin typeface="Times New Roman"/>
                  <a:ea typeface="Times New Roman"/>
                  <a:cs typeface="Times New Roman"/>
                  <a:sym typeface="Times New Roman"/>
                </a:rPr>
                <a:t>31 × </a:t>
              </a:r>
              <a:r>
                <a:rPr lang="en-GB" sz="2400">
                  <a:solidFill>
                    <a:schemeClr val="dk1"/>
                  </a:solidFill>
                  <a:latin typeface="Times New Roman"/>
                  <a:ea typeface="Times New Roman"/>
                  <a:cs typeface="Times New Roman"/>
                  <a:sym typeface="Times New Roman"/>
                </a:rPr>
                <a:t>cos</a:t>
              </a:r>
              <a:r>
                <a:rPr lang="en-GB" sz="2000">
                  <a:latin typeface="Times New Roman"/>
                  <a:ea typeface="Times New Roman"/>
                  <a:cs typeface="Times New Roman"/>
                  <a:sym typeface="Times New Roman"/>
                </a:rPr>
                <a:t>(53°) = </a:t>
              </a:r>
              <a:r>
                <a:rPr i="1" lang="en-GB" sz="2400">
                  <a:latin typeface="Times New Roman"/>
                  <a:ea typeface="Times New Roman"/>
                  <a:cs typeface="Times New Roman"/>
                  <a:sym typeface="Times New Roman"/>
                </a:rPr>
                <a:t>x</a:t>
              </a:r>
              <a:endParaRPr i="1" sz="2400">
                <a:latin typeface="Times New Roman"/>
                <a:ea typeface="Times New Roman"/>
                <a:cs typeface="Times New Roman"/>
                <a:sym typeface="Times New Roman"/>
              </a:endParaRPr>
            </a:p>
          </p:txBody>
        </p:sp>
        <p:sp>
          <p:nvSpPr>
            <p:cNvPr id="1520" name="Google Shape;1520;p84"/>
            <p:cNvSpPr/>
            <p:nvPr/>
          </p:nvSpPr>
          <p:spPr>
            <a:xfrm>
              <a:off x="3369600" y="3706325"/>
              <a:ext cx="419400" cy="419400"/>
            </a:xfrm>
            <a:prstGeom prst="ellipse">
              <a:avLst/>
            </a:prstGeom>
            <a:solidFill>
              <a:schemeClr val="accent4"/>
            </a:solidFill>
            <a:ln cap="flat" cmpd="sng" w="28575">
              <a:solidFill>
                <a:schemeClr val="dk1"/>
              </a:solidFill>
              <a:prstDash val="solid"/>
              <a:round/>
              <a:headEnd len="sm" w="sm" type="none"/>
              <a:tailEnd len="sm" w="sm" type="none"/>
            </a:ln>
          </p:spPr>
          <p:txBody>
            <a:bodyPr anchorCtr="0" anchor="ctr" bIns="0" lIns="0" spcFirstLastPara="1" rIns="0" wrap="square" tIns="0">
              <a:noAutofit/>
            </a:bodyPr>
            <a:lstStyle/>
            <a:p>
              <a:pPr indent="0" lvl="0" marL="0" rtl="0" algn="ctr">
                <a:spcBef>
                  <a:spcPts val="0"/>
                </a:spcBef>
                <a:spcAft>
                  <a:spcPts val="0"/>
                </a:spcAft>
                <a:buNone/>
              </a:pPr>
              <a:r>
                <a:rPr lang="en-GB" sz="1800">
                  <a:solidFill>
                    <a:schemeClr val="lt1"/>
                  </a:solidFill>
                  <a:latin typeface="Lexend"/>
                  <a:ea typeface="Lexend"/>
                  <a:cs typeface="Lexend"/>
                  <a:sym typeface="Lexend"/>
                </a:rPr>
                <a:t>f</a:t>
              </a:r>
              <a:endParaRPr sz="1800">
                <a:solidFill>
                  <a:schemeClr val="lt1"/>
                </a:solidFill>
                <a:latin typeface="Lexend"/>
                <a:ea typeface="Lexend"/>
                <a:cs typeface="Lexend"/>
                <a:sym typeface="Lexend"/>
              </a:endParaRPr>
            </a:p>
          </p:txBody>
        </p:sp>
      </p:grpSp>
      <p:grpSp>
        <p:nvGrpSpPr>
          <p:cNvPr id="1521" name="Google Shape;1521;p84"/>
          <p:cNvGrpSpPr/>
          <p:nvPr/>
        </p:nvGrpSpPr>
        <p:grpSpPr>
          <a:xfrm>
            <a:off x="712500" y="3415725"/>
            <a:ext cx="2461500" cy="419400"/>
            <a:chOff x="6358500" y="3706325"/>
            <a:chExt cx="2461500" cy="419400"/>
          </a:xfrm>
        </p:grpSpPr>
        <p:sp>
          <p:nvSpPr>
            <p:cNvPr id="1522" name="Google Shape;1522;p84"/>
            <p:cNvSpPr/>
            <p:nvPr/>
          </p:nvSpPr>
          <p:spPr>
            <a:xfrm>
              <a:off x="6358500" y="3706325"/>
              <a:ext cx="2461500" cy="419400"/>
            </a:xfrm>
            <a:prstGeom prst="roundRect">
              <a:avLst>
                <a:gd fmla="val 50000" name="adj"/>
              </a:avLst>
            </a:prstGeom>
            <a:noFill/>
            <a:ln cap="flat" cmpd="sng" w="28575">
              <a:solidFill>
                <a:schemeClr val="dk1"/>
              </a:solidFill>
              <a:prstDash val="solid"/>
              <a:round/>
              <a:headEnd len="sm" w="sm" type="none"/>
              <a:tailEnd len="sm" w="sm" type="none"/>
            </a:ln>
          </p:spPr>
          <p:txBody>
            <a:bodyPr anchorCtr="0" anchor="ctr" bIns="0" lIns="468000" spcFirstLastPara="1" rIns="0" wrap="square" tIns="0">
              <a:noAutofit/>
            </a:bodyPr>
            <a:lstStyle/>
            <a:p>
              <a:pPr indent="0" lvl="0" marL="0" rtl="0" algn="l">
                <a:spcBef>
                  <a:spcPts val="0"/>
                </a:spcBef>
                <a:spcAft>
                  <a:spcPts val="0"/>
                </a:spcAft>
                <a:buNone/>
              </a:pPr>
              <a:r>
                <a:rPr lang="en-GB" sz="2000">
                  <a:solidFill>
                    <a:schemeClr val="dk1"/>
                  </a:solidFill>
                  <a:latin typeface="Times New Roman"/>
                  <a:ea typeface="Times New Roman"/>
                  <a:cs typeface="Times New Roman"/>
                  <a:sym typeface="Times New Roman"/>
                </a:rPr>
                <a:t>53 × </a:t>
              </a:r>
              <a:r>
                <a:rPr lang="en-GB" sz="2400">
                  <a:solidFill>
                    <a:schemeClr val="dk1"/>
                  </a:solidFill>
                  <a:latin typeface="Times New Roman"/>
                  <a:ea typeface="Times New Roman"/>
                  <a:cs typeface="Times New Roman"/>
                  <a:sym typeface="Times New Roman"/>
                </a:rPr>
                <a:t>cos</a:t>
              </a:r>
              <a:r>
                <a:rPr lang="en-GB" sz="2000">
                  <a:solidFill>
                    <a:schemeClr val="dk1"/>
                  </a:solidFill>
                  <a:latin typeface="Times New Roman"/>
                  <a:ea typeface="Times New Roman"/>
                  <a:cs typeface="Times New Roman"/>
                  <a:sym typeface="Times New Roman"/>
                </a:rPr>
                <a:t>(31°) = </a:t>
              </a:r>
              <a:r>
                <a:rPr i="1" lang="en-GB" sz="2400">
                  <a:solidFill>
                    <a:schemeClr val="dk1"/>
                  </a:solidFill>
                  <a:latin typeface="Times New Roman"/>
                  <a:ea typeface="Times New Roman"/>
                  <a:cs typeface="Times New Roman"/>
                  <a:sym typeface="Times New Roman"/>
                </a:rPr>
                <a:t>x</a:t>
              </a:r>
              <a:endParaRPr i="1" sz="2400">
                <a:latin typeface="Times New Roman"/>
                <a:ea typeface="Times New Roman"/>
                <a:cs typeface="Times New Roman"/>
                <a:sym typeface="Times New Roman"/>
              </a:endParaRPr>
            </a:p>
          </p:txBody>
        </p:sp>
        <p:sp>
          <p:nvSpPr>
            <p:cNvPr id="1523" name="Google Shape;1523;p84"/>
            <p:cNvSpPr/>
            <p:nvPr/>
          </p:nvSpPr>
          <p:spPr>
            <a:xfrm>
              <a:off x="6358500" y="3706325"/>
              <a:ext cx="419400" cy="419400"/>
            </a:xfrm>
            <a:prstGeom prst="ellipse">
              <a:avLst/>
            </a:prstGeom>
            <a:solidFill>
              <a:schemeClr val="accent4"/>
            </a:solidFill>
            <a:ln cap="flat" cmpd="sng" w="28575">
              <a:solidFill>
                <a:schemeClr val="dk1"/>
              </a:solidFill>
              <a:prstDash val="solid"/>
              <a:round/>
              <a:headEnd len="sm" w="sm" type="none"/>
              <a:tailEnd len="sm" w="sm" type="none"/>
            </a:ln>
          </p:spPr>
          <p:txBody>
            <a:bodyPr anchorCtr="0" anchor="ctr" bIns="0" lIns="0" spcFirstLastPara="1" rIns="0" wrap="square" tIns="0">
              <a:noAutofit/>
            </a:bodyPr>
            <a:lstStyle/>
            <a:p>
              <a:pPr indent="0" lvl="0" marL="0" rtl="0" algn="ctr">
                <a:spcBef>
                  <a:spcPts val="0"/>
                </a:spcBef>
                <a:spcAft>
                  <a:spcPts val="0"/>
                </a:spcAft>
                <a:buNone/>
              </a:pPr>
              <a:r>
                <a:rPr lang="en-GB" sz="1800">
                  <a:solidFill>
                    <a:schemeClr val="lt1"/>
                  </a:solidFill>
                  <a:latin typeface="Lexend"/>
                  <a:ea typeface="Lexend"/>
                  <a:cs typeface="Lexend"/>
                  <a:sym typeface="Lexend"/>
                </a:rPr>
                <a:t>d</a:t>
              </a:r>
              <a:endParaRPr sz="1800">
                <a:solidFill>
                  <a:schemeClr val="lt1"/>
                </a:solidFill>
                <a:latin typeface="Lexend"/>
                <a:ea typeface="Lexend"/>
                <a:cs typeface="Lexend"/>
                <a:sym typeface="Lexend"/>
              </a:endParaRPr>
            </a:p>
          </p:txBody>
        </p:sp>
      </p:grpSp>
      <p:grpSp>
        <p:nvGrpSpPr>
          <p:cNvPr id="1524" name="Google Shape;1524;p84"/>
          <p:cNvGrpSpPr/>
          <p:nvPr/>
        </p:nvGrpSpPr>
        <p:grpSpPr>
          <a:xfrm>
            <a:off x="6358500" y="3446275"/>
            <a:ext cx="2461500" cy="419400"/>
            <a:chOff x="324000" y="3706325"/>
            <a:chExt cx="2461500" cy="419400"/>
          </a:xfrm>
        </p:grpSpPr>
        <p:sp>
          <p:nvSpPr>
            <p:cNvPr id="1525" name="Google Shape;1525;p84"/>
            <p:cNvSpPr/>
            <p:nvPr/>
          </p:nvSpPr>
          <p:spPr>
            <a:xfrm>
              <a:off x="324000" y="3706325"/>
              <a:ext cx="2461500" cy="419400"/>
            </a:xfrm>
            <a:prstGeom prst="roundRect">
              <a:avLst>
                <a:gd fmla="val 50000" name="adj"/>
              </a:avLst>
            </a:prstGeom>
            <a:noFill/>
            <a:ln cap="flat" cmpd="sng" w="28575">
              <a:solidFill>
                <a:schemeClr val="dk1"/>
              </a:solidFill>
              <a:prstDash val="solid"/>
              <a:round/>
              <a:headEnd len="sm" w="sm" type="none"/>
              <a:tailEnd len="sm" w="sm" type="none"/>
            </a:ln>
          </p:spPr>
          <p:txBody>
            <a:bodyPr anchorCtr="0" anchor="ctr" bIns="0" lIns="468000" spcFirstLastPara="1" rIns="0" wrap="square" tIns="0">
              <a:noAutofit/>
            </a:bodyPr>
            <a:lstStyle/>
            <a:p>
              <a:pPr indent="0" lvl="0" marL="0" rtl="0" algn="l">
                <a:spcBef>
                  <a:spcPts val="0"/>
                </a:spcBef>
                <a:spcAft>
                  <a:spcPts val="0"/>
                </a:spcAft>
                <a:buNone/>
              </a:pPr>
              <a:r>
                <a:rPr i="1" lang="en-GB" sz="2400">
                  <a:solidFill>
                    <a:schemeClr val="dk1"/>
                  </a:solidFill>
                  <a:latin typeface="Times New Roman"/>
                  <a:ea typeface="Times New Roman"/>
                  <a:cs typeface="Times New Roman"/>
                  <a:sym typeface="Times New Roman"/>
                </a:rPr>
                <a:t>x</a:t>
              </a:r>
              <a:r>
                <a:rPr lang="en-GB" sz="2000">
                  <a:solidFill>
                    <a:schemeClr val="dk1"/>
                  </a:solidFill>
                  <a:latin typeface="Times New Roman"/>
                  <a:ea typeface="Times New Roman"/>
                  <a:cs typeface="Times New Roman"/>
                  <a:sym typeface="Times New Roman"/>
                </a:rPr>
                <a:t> × </a:t>
              </a:r>
              <a:r>
                <a:rPr lang="en-GB" sz="2400">
                  <a:solidFill>
                    <a:schemeClr val="dk1"/>
                  </a:solidFill>
                  <a:latin typeface="Times New Roman"/>
                  <a:ea typeface="Times New Roman"/>
                  <a:cs typeface="Times New Roman"/>
                  <a:sym typeface="Times New Roman"/>
                </a:rPr>
                <a:t>cos</a:t>
              </a:r>
              <a:r>
                <a:rPr lang="en-GB" sz="2000">
                  <a:solidFill>
                    <a:schemeClr val="dk1"/>
                  </a:solidFill>
                  <a:latin typeface="Times New Roman"/>
                  <a:ea typeface="Times New Roman"/>
                  <a:cs typeface="Times New Roman"/>
                  <a:sym typeface="Times New Roman"/>
                </a:rPr>
                <a:t>(31°) = 53</a:t>
              </a:r>
              <a:endParaRPr sz="2000">
                <a:latin typeface="Times New Roman"/>
                <a:ea typeface="Times New Roman"/>
                <a:cs typeface="Times New Roman"/>
                <a:sym typeface="Times New Roman"/>
              </a:endParaRPr>
            </a:p>
          </p:txBody>
        </p:sp>
        <p:sp>
          <p:nvSpPr>
            <p:cNvPr id="1526" name="Google Shape;1526;p84"/>
            <p:cNvSpPr/>
            <p:nvPr/>
          </p:nvSpPr>
          <p:spPr>
            <a:xfrm>
              <a:off x="324000" y="3706325"/>
              <a:ext cx="419400" cy="419400"/>
            </a:xfrm>
            <a:prstGeom prst="ellipse">
              <a:avLst/>
            </a:prstGeom>
            <a:solidFill>
              <a:schemeClr val="accent4"/>
            </a:solidFill>
            <a:ln cap="flat" cmpd="sng" w="28575">
              <a:solidFill>
                <a:schemeClr val="dk1"/>
              </a:solidFill>
              <a:prstDash val="solid"/>
              <a:round/>
              <a:headEnd len="sm" w="sm" type="none"/>
              <a:tailEnd len="sm" w="sm" type="none"/>
            </a:ln>
          </p:spPr>
          <p:txBody>
            <a:bodyPr anchorCtr="0" anchor="ctr" bIns="0" lIns="0" spcFirstLastPara="1" rIns="0" wrap="square" tIns="0">
              <a:noAutofit/>
            </a:bodyPr>
            <a:lstStyle/>
            <a:p>
              <a:pPr indent="0" lvl="0" marL="0" rtl="0" algn="ctr">
                <a:spcBef>
                  <a:spcPts val="0"/>
                </a:spcBef>
                <a:spcAft>
                  <a:spcPts val="0"/>
                </a:spcAft>
                <a:buNone/>
              </a:pPr>
              <a:r>
                <a:rPr lang="en-GB" sz="1800">
                  <a:solidFill>
                    <a:schemeClr val="lt1"/>
                  </a:solidFill>
                  <a:latin typeface="Lexend"/>
                  <a:ea typeface="Lexend"/>
                  <a:cs typeface="Lexend"/>
                  <a:sym typeface="Lexend"/>
                </a:rPr>
                <a:t>e</a:t>
              </a:r>
              <a:endParaRPr sz="1800">
                <a:solidFill>
                  <a:schemeClr val="lt1"/>
                </a:solidFill>
                <a:latin typeface="Lexend"/>
                <a:ea typeface="Lexend"/>
                <a:cs typeface="Lexend"/>
                <a:sym typeface="Lexend"/>
              </a:endParaRPr>
            </a:p>
          </p:txBody>
        </p:sp>
      </p:grpSp>
      <p:sp>
        <p:nvSpPr>
          <p:cNvPr id="1527" name="Google Shape;1527;p84"/>
          <p:cNvSpPr txBox="1"/>
          <p:nvPr/>
        </p:nvSpPr>
        <p:spPr>
          <a:xfrm>
            <a:off x="324000" y="4353375"/>
            <a:ext cx="2873400" cy="2772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lang="en-GB" sz="2000">
                <a:latin typeface="Kalam"/>
                <a:ea typeface="Kalam"/>
                <a:cs typeface="Kalam"/>
                <a:sym typeface="Kalam"/>
              </a:rPr>
              <a:t>The side adjacent to 31° has a length of </a:t>
            </a:r>
            <a:r>
              <a:rPr lang="en-GB" sz="2000">
                <a:solidFill>
                  <a:schemeClr val="dk1"/>
                </a:solidFill>
                <a:latin typeface="Kalam"/>
                <a:ea typeface="Kalam"/>
                <a:cs typeface="Kalam"/>
                <a:sym typeface="Kalam"/>
              </a:rPr>
              <a:t>45.43</a:t>
            </a:r>
            <a:r>
              <a:rPr lang="en-GB" sz="2000">
                <a:latin typeface="Kalam"/>
                <a:ea typeface="Kalam"/>
                <a:cs typeface="Kalam"/>
                <a:sym typeface="Kalam"/>
              </a:rPr>
              <a:t> cm</a:t>
            </a:r>
            <a:endParaRPr sz="2000">
              <a:latin typeface="Kalam"/>
              <a:ea typeface="Kalam"/>
              <a:cs typeface="Kalam"/>
              <a:sym typeface="Kalam"/>
            </a:endParaRPr>
          </a:p>
        </p:txBody>
      </p:sp>
      <p:sp>
        <p:nvSpPr>
          <p:cNvPr id="1528" name="Google Shape;1528;p84"/>
          <p:cNvSpPr txBox="1"/>
          <p:nvPr/>
        </p:nvSpPr>
        <p:spPr>
          <a:xfrm>
            <a:off x="3483450" y="4138475"/>
            <a:ext cx="2309100" cy="2772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lang="en-GB" sz="2000">
                <a:latin typeface="Kalam"/>
                <a:ea typeface="Kalam"/>
                <a:cs typeface="Kalam"/>
                <a:sym typeface="Kalam"/>
              </a:rPr>
              <a:t>The side adjacent to 53° has a length of </a:t>
            </a:r>
            <a:r>
              <a:rPr lang="en-GB" sz="2000">
                <a:solidFill>
                  <a:schemeClr val="dk1"/>
                </a:solidFill>
                <a:latin typeface="Kalam"/>
                <a:ea typeface="Kalam"/>
                <a:cs typeface="Kalam"/>
                <a:sym typeface="Kalam"/>
              </a:rPr>
              <a:t>18.66</a:t>
            </a:r>
            <a:r>
              <a:rPr lang="en-GB" sz="2000">
                <a:latin typeface="Kalam"/>
                <a:ea typeface="Kalam"/>
                <a:cs typeface="Kalam"/>
                <a:sym typeface="Kalam"/>
              </a:rPr>
              <a:t> cm</a:t>
            </a:r>
            <a:endParaRPr sz="2000">
              <a:latin typeface="Kalam"/>
              <a:ea typeface="Kalam"/>
              <a:cs typeface="Kalam"/>
              <a:sym typeface="Kalam"/>
            </a:endParaRPr>
          </a:p>
        </p:txBody>
      </p:sp>
      <p:sp>
        <p:nvSpPr>
          <p:cNvPr id="1529" name="Google Shape;1529;p84"/>
          <p:cNvSpPr txBox="1"/>
          <p:nvPr/>
        </p:nvSpPr>
        <p:spPr>
          <a:xfrm>
            <a:off x="5944950" y="4353375"/>
            <a:ext cx="2873400" cy="2772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lang="en-GB" sz="2000">
                <a:latin typeface="Kalam"/>
                <a:ea typeface="Kalam"/>
                <a:cs typeface="Kalam"/>
                <a:sym typeface="Kalam"/>
              </a:rPr>
              <a:t>The hypotenuse has a length of </a:t>
            </a:r>
            <a:r>
              <a:rPr lang="en-GB" sz="2000">
                <a:solidFill>
                  <a:schemeClr val="dk1"/>
                </a:solidFill>
                <a:latin typeface="Kalam"/>
                <a:ea typeface="Kalam"/>
                <a:cs typeface="Kalam"/>
                <a:sym typeface="Kalam"/>
              </a:rPr>
              <a:t>61.83</a:t>
            </a:r>
            <a:r>
              <a:rPr lang="en-GB" sz="2000">
                <a:latin typeface="Kalam"/>
                <a:ea typeface="Kalam"/>
                <a:cs typeface="Kalam"/>
                <a:sym typeface="Kalam"/>
              </a:rPr>
              <a:t> cm</a:t>
            </a:r>
            <a:endParaRPr sz="2000">
              <a:latin typeface="Kalam"/>
              <a:ea typeface="Kalam"/>
              <a:cs typeface="Kalam"/>
              <a:sym typeface="Kalam"/>
            </a:endParaRPr>
          </a:p>
        </p:txBody>
      </p:sp>
      <p:pic>
        <p:nvPicPr>
          <p:cNvPr id="1530" name="Google Shape;1530;p84"/>
          <p:cNvPicPr preferRelativeResize="0"/>
          <p:nvPr/>
        </p:nvPicPr>
        <p:blipFill>
          <a:blip r:embed="rId3">
            <a:alphaModFix/>
          </a:blip>
          <a:stretch>
            <a:fillRect/>
          </a:stretch>
        </p:blipFill>
        <p:spPr>
          <a:xfrm rot="182369">
            <a:off x="6934075" y="3132352"/>
            <a:ext cx="1168026" cy="239445"/>
          </a:xfrm>
          <a:prstGeom prst="rect">
            <a:avLst/>
          </a:prstGeom>
          <a:noFill/>
          <a:ln>
            <a:noFill/>
          </a:ln>
        </p:spPr>
      </p:pic>
    </p:spTree>
  </p:cSld>
  <p:clrMapOvr>
    <a:masterClrMapping/>
  </p:clrMapOvr>
</p:sld>
</file>

<file path=ppt/slides/slide2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34" name="Shape 1534"/>
        <p:cNvGrpSpPr/>
        <p:nvPr/>
      </p:nvGrpSpPr>
      <p:grpSpPr>
        <a:xfrm>
          <a:off x="0" y="0"/>
          <a:ext cx="0" cy="0"/>
          <a:chOff x="0" y="0"/>
          <a:chExt cx="0" cy="0"/>
        </a:xfrm>
      </p:grpSpPr>
      <p:sp>
        <p:nvSpPr>
          <p:cNvPr id="1535" name="Google Shape;1535;p85"/>
          <p:cNvSpPr txBox="1"/>
          <p:nvPr/>
        </p:nvSpPr>
        <p:spPr>
          <a:xfrm>
            <a:off x="6807904" y="4521497"/>
            <a:ext cx="1302600" cy="3078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lang="en-GB" sz="2000">
                <a:latin typeface="Kalam"/>
                <a:ea typeface="Kalam"/>
                <a:cs typeface="Kalam"/>
                <a:sym typeface="Kalam"/>
              </a:rPr>
              <a:t>f = 45.30</a:t>
            </a:r>
            <a:endParaRPr sz="2000">
              <a:latin typeface="Kalam"/>
              <a:ea typeface="Kalam"/>
              <a:cs typeface="Kalam"/>
              <a:sym typeface="Kalam"/>
            </a:endParaRPr>
          </a:p>
        </p:txBody>
      </p:sp>
      <p:sp>
        <p:nvSpPr>
          <p:cNvPr id="1536" name="Google Shape;1536;p85"/>
          <p:cNvSpPr txBox="1"/>
          <p:nvPr/>
        </p:nvSpPr>
        <p:spPr>
          <a:xfrm>
            <a:off x="4685450" y="4521497"/>
            <a:ext cx="1302600" cy="3078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lang="en-GB" sz="2000">
                <a:latin typeface="Kalam"/>
                <a:ea typeface="Kalam"/>
                <a:cs typeface="Kalam"/>
                <a:sym typeface="Kalam"/>
              </a:rPr>
              <a:t>e = 32.88</a:t>
            </a:r>
            <a:endParaRPr sz="2000">
              <a:latin typeface="Kalam"/>
              <a:ea typeface="Kalam"/>
              <a:cs typeface="Kalam"/>
              <a:sym typeface="Kalam"/>
            </a:endParaRPr>
          </a:p>
        </p:txBody>
      </p:sp>
      <p:sp>
        <p:nvSpPr>
          <p:cNvPr id="1537" name="Google Shape;1537;p85"/>
          <p:cNvSpPr txBox="1"/>
          <p:nvPr/>
        </p:nvSpPr>
        <p:spPr>
          <a:xfrm>
            <a:off x="1853550" y="4521497"/>
            <a:ext cx="1302600" cy="3078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lang="en-GB" sz="2000">
                <a:latin typeface="Kalam"/>
                <a:ea typeface="Kalam"/>
                <a:cs typeface="Kalam"/>
                <a:sym typeface="Kalam"/>
              </a:rPr>
              <a:t>d = 29.60</a:t>
            </a:r>
            <a:endParaRPr sz="2000">
              <a:latin typeface="Kalam"/>
              <a:ea typeface="Kalam"/>
              <a:cs typeface="Kalam"/>
              <a:sym typeface="Kalam"/>
            </a:endParaRPr>
          </a:p>
        </p:txBody>
      </p:sp>
      <p:sp>
        <p:nvSpPr>
          <p:cNvPr id="1538" name="Google Shape;1538;p85"/>
          <p:cNvSpPr txBox="1"/>
          <p:nvPr/>
        </p:nvSpPr>
        <p:spPr>
          <a:xfrm>
            <a:off x="1853550" y="2625300"/>
            <a:ext cx="1302600" cy="3078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lang="en-GB" sz="2000">
                <a:latin typeface="Kalam"/>
                <a:ea typeface="Kalam"/>
                <a:cs typeface="Kalam"/>
                <a:sym typeface="Kalam"/>
              </a:rPr>
              <a:t>a = 0.85</a:t>
            </a:r>
            <a:endParaRPr sz="2000">
              <a:latin typeface="Kalam"/>
              <a:ea typeface="Kalam"/>
              <a:cs typeface="Kalam"/>
              <a:sym typeface="Kalam"/>
            </a:endParaRPr>
          </a:p>
        </p:txBody>
      </p:sp>
      <p:sp>
        <p:nvSpPr>
          <p:cNvPr id="1539" name="Google Shape;1539;p85"/>
          <p:cNvSpPr/>
          <p:nvPr/>
        </p:nvSpPr>
        <p:spPr>
          <a:xfrm>
            <a:off x="7551550" y="3096975"/>
            <a:ext cx="1953300" cy="1953300"/>
          </a:xfrm>
          <a:prstGeom prst="arc">
            <a:avLst>
              <a:gd fmla="val 10771373" name="adj1"/>
              <a:gd fmla="val 12068672" name="adj2"/>
            </a:avLst>
          </a:prstGeom>
          <a:solidFill>
            <a:srgbClr val="F3EEFB"/>
          </a:solidFill>
          <a:ln cap="flat" cmpd="sng" w="28575">
            <a:solidFill>
              <a:srgbClr val="845AD9"/>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sp>
        <p:nvSpPr>
          <p:cNvPr id="1540" name="Google Shape;1540;p85"/>
          <p:cNvSpPr/>
          <p:nvPr/>
        </p:nvSpPr>
        <p:spPr>
          <a:xfrm flipH="1" rot="5400000">
            <a:off x="7196907" y="2713900"/>
            <a:ext cx="735900" cy="1991100"/>
          </a:xfrm>
          <a:prstGeom prst="rtTriangle">
            <a:avLst/>
          </a:prstGeom>
          <a:noFill/>
          <a:ln cap="flat" cmpd="sng" w="28575">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sp>
        <p:nvSpPr>
          <p:cNvPr id="1541" name="Google Shape;1541;p85"/>
          <p:cNvSpPr/>
          <p:nvPr/>
        </p:nvSpPr>
        <p:spPr>
          <a:xfrm flipH="1">
            <a:off x="5757250" y="1745775"/>
            <a:ext cx="1363500" cy="1363500"/>
          </a:xfrm>
          <a:prstGeom prst="arc">
            <a:avLst>
              <a:gd fmla="val 10771373" name="adj1"/>
              <a:gd fmla="val 13388379" name="adj2"/>
            </a:avLst>
          </a:prstGeom>
          <a:solidFill>
            <a:srgbClr val="F3EEFB"/>
          </a:solidFill>
          <a:ln cap="flat" cmpd="sng" w="28575">
            <a:solidFill>
              <a:srgbClr val="845AD9"/>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sp>
        <p:nvSpPr>
          <p:cNvPr id="1542" name="Google Shape;1542;p85"/>
          <p:cNvSpPr txBox="1"/>
          <p:nvPr/>
        </p:nvSpPr>
        <p:spPr>
          <a:xfrm>
            <a:off x="382167" y="3482684"/>
            <a:ext cx="855000" cy="2424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Clr>
                <a:schemeClr val="dk1"/>
              </a:buClr>
              <a:buSzPts val="1100"/>
              <a:buFont typeface="Arial"/>
              <a:buNone/>
            </a:pPr>
            <a:r>
              <a:rPr i="1" lang="en-GB" sz="2200">
                <a:solidFill>
                  <a:schemeClr val="dk1"/>
                </a:solidFill>
                <a:latin typeface="Times New Roman"/>
                <a:ea typeface="Times New Roman"/>
                <a:cs typeface="Times New Roman"/>
                <a:sym typeface="Times New Roman"/>
              </a:rPr>
              <a:t>d</a:t>
            </a:r>
            <a:r>
              <a:rPr lang="en-GB" sz="1800">
                <a:solidFill>
                  <a:schemeClr val="dk1"/>
                </a:solidFill>
                <a:latin typeface="Lexend"/>
                <a:ea typeface="Lexend"/>
                <a:cs typeface="Lexend"/>
                <a:sym typeface="Lexend"/>
              </a:rPr>
              <a:t> cm</a:t>
            </a:r>
            <a:endParaRPr sz="1800">
              <a:latin typeface="Lexend"/>
              <a:ea typeface="Lexend"/>
              <a:cs typeface="Lexend"/>
              <a:sym typeface="Lexend"/>
            </a:endParaRPr>
          </a:p>
        </p:txBody>
      </p:sp>
      <p:sp>
        <p:nvSpPr>
          <p:cNvPr id="1543" name="Google Shape;1543;p85"/>
          <p:cNvSpPr/>
          <p:nvPr/>
        </p:nvSpPr>
        <p:spPr>
          <a:xfrm rot="-5400000">
            <a:off x="6478675" y="1126000"/>
            <a:ext cx="1242000" cy="1359900"/>
          </a:xfrm>
          <a:prstGeom prst="rtTriangle">
            <a:avLst/>
          </a:prstGeom>
          <a:noFill/>
          <a:ln cap="flat" cmpd="sng" w="28575">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sp>
        <p:nvSpPr>
          <p:cNvPr id="1544" name="Google Shape;1544;p85"/>
          <p:cNvSpPr txBox="1"/>
          <p:nvPr/>
        </p:nvSpPr>
        <p:spPr>
          <a:xfrm>
            <a:off x="324000" y="610600"/>
            <a:ext cx="8496000" cy="5541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None/>
            </a:pPr>
            <a:r>
              <a:rPr lang="en-GB" sz="1800">
                <a:latin typeface="Lexend"/>
                <a:ea typeface="Lexend"/>
                <a:cs typeface="Lexend"/>
                <a:sym typeface="Lexend"/>
              </a:rPr>
              <a:t>3) By using the cosine formula, find the length of the missing side labelled with a letter for each of these triangles </a:t>
            </a:r>
            <a:r>
              <a:rPr lang="en-GB" sz="1800">
                <a:solidFill>
                  <a:schemeClr val="dk1"/>
                </a:solidFill>
                <a:latin typeface="Lexend"/>
                <a:ea typeface="Lexend"/>
                <a:cs typeface="Lexend"/>
                <a:sym typeface="Lexend"/>
              </a:rPr>
              <a:t>(2 d.p.)</a:t>
            </a:r>
            <a:endParaRPr sz="1800">
              <a:latin typeface="Lexend"/>
              <a:ea typeface="Lexend"/>
              <a:cs typeface="Lexend"/>
              <a:sym typeface="Lexend"/>
            </a:endParaRPr>
          </a:p>
        </p:txBody>
      </p:sp>
      <p:sp>
        <p:nvSpPr>
          <p:cNvPr id="1545" name="Google Shape;1545;p85"/>
          <p:cNvSpPr txBox="1"/>
          <p:nvPr>
            <p:ph type="title"/>
          </p:nvPr>
        </p:nvSpPr>
        <p:spPr>
          <a:xfrm>
            <a:off x="1479300" y="39650"/>
            <a:ext cx="6855300" cy="382800"/>
          </a:xfrm>
          <a:prstGeom prst="rect">
            <a:avLst/>
          </a:prstGeom>
        </p:spPr>
        <p:txBody>
          <a:bodyPr anchorCtr="0" anchor="b" bIns="0" lIns="0" spcFirstLastPara="1" rIns="0" wrap="square" tIns="0">
            <a:noAutofit/>
          </a:bodyPr>
          <a:lstStyle/>
          <a:p>
            <a:pPr indent="0" lvl="0" marL="0" rtl="0" algn="l">
              <a:spcBef>
                <a:spcPts val="0"/>
              </a:spcBef>
              <a:spcAft>
                <a:spcPts val="0"/>
              </a:spcAft>
              <a:buNone/>
            </a:pPr>
            <a:r>
              <a:rPr lang="en-GB"/>
              <a:t>Formalising the cosine formula</a:t>
            </a:r>
            <a:endParaRPr/>
          </a:p>
        </p:txBody>
      </p:sp>
      <p:sp>
        <p:nvSpPr>
          <p:cNvPr id="1546" name="Google Shape;1546;p85"/>
          <p:cNvSpPr/>
          <p:nvPr/>
        </p:nvSpPr>
        <p:spPr>
          <a:xfrm flipH="1">
            <a:off x="-202674" y="1711825"/>
            <a:ext cx="1431300" cy="1431300"/>
          </a:xfrm>
          <a:prstGeom prst="arc">
            <a:avLst>
              <a:gd fmla="val 10771373" name="adj1"/>
              <a:gd fmla="val 13050632" name="adj2"/>
            </a:avLst>
          </a:prstGeom>
          <a:solidFill>
            <a:srgbClr val="F3EEFB"/>
          </a:solidFill>
          <a:ln cap="flat" cmpd="sng" w="28575">
            <a:solidFill>
              <a:srgbClr val="845AD9"/>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sp>
        <p:nvSpPr>
          <p:cNvPr id="1547" name="Google Shape;1547;p85"/>
          <p:cNvSpPr/>
          <p:nvPr/>
        </p:nvSpPr>
        <p:spPr>
          <a:xfrm rot="-5400000">
            <a:off x="665399" y="1238800"/>
            <a:ext cx="1016400" cy="1359900"/>
          </a:xfrm>
          <a:prstGeom prst="rtTriangle">
            <a:avLst/>
          </a:prstGeom>
          <a:noFill/>
          <a:ln cap="flat" cmpd="sng" w="28575">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cxnSp>
        <p:nvCxnSpPr>
          <p:cNvPr id="1548" name="Google Shape;1548;p85"/>
          <p:cNvCxnSpPr/>
          <p:nvPr/>
        </p:nvCxnSpPr>
        <p:spPr>
          <a:xfrm>
            <a:off x="5988039" y="1137525"/>
            <a:ext cx="0" cy="3682800"/>
          </a:xfrm>
          <a:prstGeom prst="straightConnector1">
            <a:avLst/>
          </a:prstGeom>
          <a:noFill/>
          <a:ln cap="flat" cmpd="sng" w="38100">
            <a:solidFill>
              <a:schemeClr val="accent4"/>
            </a:solidFill>
            <a:prstDash val="solid"/>
            <a:round/>
            <a:headEnd len="med" w="med" type="none"/>
            <a:tailEnd len="med" w="med" type="none"/>
          </a:ln>
        </p:spPr>
      </p:cxnSp>
      <p:cxnSp>
        <p:nvCxnSpPr>
          <p:cNvPr id="1549" name="Google Shape;1549;p85"/>
          <p:cNvCxnSpPr/>
          <p:nvPr/>
        </p:nvCxnSpPr>
        <p:spPr>
          <a:xfrm>
            <a:off x="3156072" y="1137525"/>
            <a:ext cx="0" cy="3682800"/>
          </a:xfrm>
          <a:prstGeom prst="straightConnector1">
            <a:avLst/>
          </a:prstGeom>
          <a:noFill/>
          <a:ln cap="flat" cmpd="sng" w="38100">
            <a:solidFill>
              <a:schemeClr val="accent4"/>
            </a:solidFill>
            <a:prstDash val="solid"/>
            <a:round/>
            <a:headEnd len="med" w="med" type="none"/>
            <a:tailEnd len="med" w="med" type="none"/>
          </a:ln>
        </p:spPr>
      </p:cxnSp>
      <p:sp>
        <p:nvSpPr>
          <p:cNvPr id="1550" name="Google Shape;1550;p85"/>
          <p:cNvSpPr/>
          <p:nvPr/>
        </p:nvSpPr>
        <p:spPr>
          <a:xfrm>
            <a:off x="1659443" y="2232926"/>
            <a:ext cx="194100" cy="194100"/>
          </a:xfrm>
          <a:prstGeom prst="rect">
            <a:avLst/>
          </a:prstGeom>
          <a:noFill/>
          <a:ln cap="flat" cmpd="sng" w="28575">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cxnSp>
        <p:nvCxnSpPr>
          <p:cNvPr id="1551" name="Google Shape;1551;p85"/>
          <p:cNvCxnSpPr/>
          <p:nvPr/>
        </p:nvCxnSpPr>
        <p:spPr>
          <a:xfrm flipH="1">
            <a:off x="417449" y="1334350"/>
            <a:ext cx="1359900" cy="1016400"/>
          </a:xfrm>
          <a:prstGeom prst="straightConnector1">
            <a:avLst/>
          </a:prstGeom>
          <a:noFill/>
          <a:ln cap="flat" cmpd="sng" w="28575">
            <a:solidFill>
              <a:srgbClr val="845AD9"/>
            </a:solidFill>
            <a:prstDash val="solid"/>
            <a:round/>
            <a:headEnd len="med" w="med" type="triangle"/>
            <a:tailEnd len="med" w="med" type="triangle"/>
          </a:ln>
        </p:spPr>
      </p:cxnSp>
      <p:sp>
        <p:nvSpPr>
          <p:cNvPr id="1552" name="Google Shape;1552;p85"/>
          <p:cNvSpPr txBox="1"/>
          <p:nvPr/>
        </p:nvSpPr>
        <p:spPr>
          <a:xfrm>
            <a:off x="553117" y="1531211"/>
            <a:ext cx="632700" cy="2424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Clr>
                <a:srgbClr val="000000"/>
              </a:buClr>
              <a:buSzPts val="1100"/>
              <a:buFont typeface="Arial"/>
              <a:buNone/>
            </a:pPr>
            <a:r>
              <a:rPr lang="en-GB" sz="1800">
                <a:latin typeface="Lexend"/>
                <a:ea typeface="Lexend"/>
                <a:cs typeface="Lexend"/>
                <a:sym typeface="Lexend"/>
              </a:rPr>
              <a:t>1 cm</a:t>
            </a:r>
            <a:endParaRPr sz="1800">
              <a:latin typeface="Lexend"/>
              <a:ea typeface="Lexend"/>
              <a:cs typeface="Lexend"/>
              <a:sym typeface="Lexend"/>
            </a:endParaRPr>
          </a:p>
        </p:txBody>
      </p:sp>
      <p:cxnSp>
        <p:nvCxnSpPr>
          <p:cNvPr id="1553" name="Google Shape;1553;p85"/>
          <p:cNvCxnSpPr/>
          <p:nvPr/>
        </p:nvCxnSpPr>
        <p:spPr>
          <a:xfrm rot="10800000">
            <a:off x="1950014" y="1410561"/>
            <a:ext cx="0" cy="1016400"/>
          </a:xfrm>
          <a:prstGeom prst="straightConnector1">
            <a:avLst/>
          </a:prstGeom>
          <a:noFill/>
          <a:ln cap="flat" cmpd="sng" w="28575">
            <a:solidFill>
              <a:srgbClr val="845AD9"/>
            </a:solidFill>
            <a:prstDash val="solid"/>
            <a:round/>
            <a:headEnd len="med" w="med" type="triangle"/>
            <a:tailEnd len="med" w="med" type="triangle"/>
          </a:ln>
        </p:spPr>
      </p:cxnSp>
      <p:sp>
        <p:nvSpPr>
          <p:cNvPr id="1554" name="Google Shape;1554;p85"/>
          <p:cNvSpPr/>
          <p:nvPr/>
        </p:nvSpPr>
        <p:spPr>
          <a:xfrm flipH="1">
            <a:off x="2690019" y="1711825"/>
            <a:ext cx="1431300" cy="1431300"/>
          </a:xfrm>
          <a:prstGeom prst="arc">
            <a:avLst>
              <a:gd fmla="val 10771373" name="adj1"/>
              <a:gd fmla="val 13050632" name="adj2"/>
            </a:avLst>
          </a:prstGeom>
          <a:solidFill>
            <a:srgbClr val="F3EEFB"/>
          </a:solidFill>
          <a:ln cap="flat" cmpd="sng" w="28575">
            <a:solidFill>
              <a:srgbClr val="845AD9"/>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sp>
        <p:nvSpPr>
          <p:cNvPr id="1555" name="Google Shape;1555;p85"/>
          <p:cNvSpPr/>
          <p:nvPr/>
        </p:nvSpPr>
        <p:spPr>
          <a:xfrm rot="-5400000">
            <a:off x="3558092" y="1238800"/>
            <a:ext cx="1016400" cy="1359900"/>
          </a:xfrm>
          <a:prstGeom prst="rtTriangle">
            <a:avLst/>
          </a:prstGeom>
          <a:noFill/>
          <a:ln cap="flat" cmpd="sng" w="28575">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sp>
        <p:nvSpPr>
          <p:cNvPr id="1556" name="Google Shape;1556;p85"/>
          <p:cNvSpPr/>
          <p:nvPr/>
        </p:nvSpPr>
        <p:spPr>
          <a:xfrm>
            <a:off x="4552136" y="2232926"/>
            <a:ext cx="194100" cy="194100"/>
          </a:xfrm>
          <a:prstGeom prst="rect">
            <a:avLst/>
          </a:prstGeom>
          <a:noFill/>
          <a:ln cap="flat" cmpd="sng" w="28575">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cxnSp>
        <p:nvCxnSpPr>
          <p:cNvPr id="1557" name="Google Shape;1557;p85"/>
          <p:cNvCxnSpPr/>
          <p:nvPr/>
        </p:nvCxnSpPr>
        <p:spPr>
          <a:xfrm flipH="1">
            <a:off x="3310142" y="1334350"/>
            <a:ext cx="1359900" cy="1016400"/>
          </a:xfrm>
          <a:prstGeom prst="straightConnector1">
            <a:avLst/>
          </a:prstGeom>
          <a:noFill/>
          <a:ln cap="flat" cmpd="sng" w="28575">
            <a:solidFill>
              <a:srgbClr val="845AD9"/>
            </a:solidFill>
            <a:prstDash val="solid"/>
            <a:round/>
            <a:headEnd len="med" w="med" type="triangle"/>
            <a:tailEnd len="med" w="med" type="triangle"/>
          </a:ln>
        </p:spPr>
      </p:cxnSp>
      <p:sp>
        <p:nvSpPr>
          <p:cNvPr id="1558" name="Google Shape;1558;p85"/>
          <p:cNvSpPr txBox="1"/>
          <p:nvPr/>
        </p:nvSpPr>
        <p:spPr>
          <a:xfrm flipH="1">
            <a:off x="3609239" y="2156955"/>
            <a:ext cx="530400" cy="2646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Clr>
                <a:srgbClr val="000000"/>
              </a:buClr>
              <a:buSzPts val="1100"/>
              <a:buFont typeface="Arial"/>
              <a:buNone/>
            </a:pPr>
            <a:r>
              <a:rPr lang="en-GB" sz="1800">
                <a:latin typeface="Lexend"/>
                <a:ea typeface="Lexend"/>
                <a:cs typeface="Lexend"/>
                <a:sym typeface="Lexend"/>
              </a:rPr>
              <a:t>32°</a:t>
            </a:r>
            <a:endParaRPr sz="1800">
              <a:latin typeface="Lexend"/>
              <a:ea typeface="Lexend"/>
              <a:cs typeface="Lexend"/>
              <a:sym typeface="Lexend"/>
            </a:endParaRPr>
          </a:p>
        </p:txBody>
      </p:sp>
      <p:cxnSp>
        <p:nvCxnSpPr>
          <p:cNvPr id="1559" name="Google Shape;1559;p85"/>
          <p:cNvCxnSpPr/>
          <p:nvPr/>
        </p:nvCxnSpPr>
        <p:spPr>
          <a:xfrm rot="10800000">
            <a:off x="4842708" y="1410561"/>
            <a:ext cx="0" cy="1016400"/>
          </a:xfrm>
          <a:prstGeom prst="straightConnector1">
            <a:avLst/>
          </a:prstGeom>
          <a:noFill/>
          <a:ln cap="flat" cmpd="sng" w="28575">
            <a:solidFill>
              <a:srgbClr val="845AD9"/>
            </a:solidFill>
            <a:prstDash val="solid"/>
            <a:round/>
            <a:headEnd len="med" w="med" type="triangle"/>
            <a:tailEnd len="med" w="med" type="triangle"/>
          </a:ln>
        </p:spPr>
      </p:cxnSp>
      <p:sp>
        <p:nvSpPr>
          <p:cNvPr id="1560" name="Google Shape;1560;p85"/>
          <p:cNvSpPr/>
          <p:nvPr/>
        </p:nvSpPr>
        <p:spPr>
          <a:xfrm flipH="1">
            <a:off x="6569308" y="3883376"/>
            <a:ext cx="194100" cy="194100"/>
          </a:xfrm>
          <a:prstGeom prst="rect">
            <a:avLst/>
          </a:prstGeom>
          <a:noFill/>
          <a:ln cap="flat" cmpd="sng" w="28575">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cxnSp>
        <p:nvCxnSpPr>
          <p:cNvPr id="1561" name="Google Shape;1561;p85"/>
          <p:cNvCxnSpPr/>
          <p:nvPr/>
        </p:nvCxnSpPr>
        <p:spPr>
          <a:xfrm rot="10800000">
            <a:off x="6466113" y="3341500"/>
            <a:ext cx="0" cy="744000"/>
          </a:xfrm>
          <a:prstGeom prst="straightConnector1">
            <a:avLst/>
          </a:prstGeom>
          <a:noFill/>
          <a:ln cap="flat" cmpd="sng" w="28575">
            <a:solidFill>
              <a:srgbClr val="845AD9"/>
            </a:solidFill>
            <a:prstDash val="solid"/>
            <a:round/>
            <a:headEnd len="med" w="med" type="triangle"/>
            <a:tailEnd len="med" w="med" type="triangle"/>
          </a:ln>
        </p:spPr>
      </p:cxnSp>
      <p:cxnSp>
        <p:nvCxnSpPr>
          <p:cNvPr id="1562" name="Google Shape;1562;p85"/>
          <p:cNvCxnSpPr/>
          <p:nvPr/>
        </p:nvCxnSpPr>
        <p:spPr>
          <a:xfrm rot="10800000">
            <a:off x="6611125" y="3244671"/>
            <a:ext cx="1991100" cy="735900"/>
          </a:xfrm>
          <a:prstGeom prst="straightConnector1">
            <a:avLst/>
          </a:prstGeom>
          <a:noFill/>
          <a:ln cap="flat" cmpd="sng" w="28575">
            <a:solidFill>
              <a:srgbClr val="845AD9"/>
            </a:solidFill>
            <a:prstDash val="solid"/>
            <a:round/>
            <a:headEnd len="med" w="med" type="triangle"/>
            <a:tailEnd len="med" w="med" type="triangle"/>
          </a:ln>
        </p:spPr>
      </p:cxnSp>
      <p:sp>
        <p:nvSpPr>
          <p:cNvPr id="1563" name="Google Shape;1563;p85"/>
          <p:cNvSpPr/>
          <p:nvPr/>
        </p:nvSpPr>
        <p:spPr>
          <a:xfrm>
            <a:off x="7585511" y="2232926"/>
            <a:ext cx="194100" cy="194100"/>
          </a:xfrm>
          <a:prstGeom prst="rect">
            <a:avLst/>
          </a:prstGeom>
          <a:noFill/>
          <a:ln cap="flat" cmpd="sng" w="28575">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cxnSp>
        <p:nvCxnSpPr>
          <p:cNvPr id="1564" name="Google Shape;1564;p85"/>
          <p:cNvCxnSpPr/>
          <p:nvPr/>
        </p:nvCxnSpPr>
        <p:spPr>
          <a:xfrm flipH="1">
            <a:off x="6357870" y="1100143"/>
            <a:ext cx="1359900" cy="1242000"/>
          </a:xfrm>
          <a:prstGeom prst="straightConnector1">
            <a:avLst/>
          </a:prstGeom>
          <a:noFill/>
          <a:ln cap="flat" cmpd="sng" w="28575">
            <a:solidFill>
              <a:srgbClr val="845AD9"/>
            </a:solidFill>
            <a:prstDash val="solid"/>
            <a:round/>
            <a:headEnd len="med" w="med" type="triangle"/>
            <a:tailEnd len="med" w="med" type="triangle"/>
          </a:ln>
        </p:spPr>
      </p:cxnSp>
      <p:sp>
        <p:nvSpPr>
          <p:cNvPr id="1565" name="Google Shape;1565;p85"/>
          <p:cNvSpPr txBox="1"/>
          <p:nvPr/>
        </p:nvSpPr>
        <p:spPr>
          <a:xfrm>
            <a:off x="6256800" y="1531200"/>
            <a:ext cx="855000" cy="2424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Clr>
                <a:schemeClr val="dk1"/>
              </a:buClr>
              <a:buSzPts val="1100"/>
              <a:buFont typeface="Arial"/>
              <a:buNone/>
            </a:pPr>
            <a:r>
              <a:rPr lang="en-GB" sz="1800">
                <a:solidFill>
                  <a:schemeClr val="dk1"/>
                </a:solidFill>
                <a:latin typeface="Lexend"/>
                <a:ea typeface="Lexend"/>
                <a:cs typeface="Lexend"/>
                <a:sym typeface="Lexend"/>
              </a:rPr>
              <a:t>22 cm</a:t>
            </a:r>
            <a:endParaRPr sz="1800">
              <a:latin typeface="Lexend"/>
              <a:ea typeface="Lexend"/>
              <a:cs typeface="Lexend"/>
              <a:sym typeface="Lexend"/>
            </a:endParaRPr>
          </a:p>
        </p:txBody>
      </p:sp>
      <p:sp>
        <p:nvSpPr>
          <p:cNvPr id="1566" name="Google Shape;1566;p85"/>
          <p:cNvSpPr txBox="1"/>
          <p:nvPr/>
        </p:nvSpPr>
        <p:spPr>
          <a:xfrm flipH="1">
            <a:off x="6615108" y="2136326"/>
            <a:ext cx="530400" cy="2646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Clr>
                <a:srgbClr val="000000"/>
              </a:buClr>
              <a:buSzPts val="1100"/>
              <a:buFont typeface="Arial"/>
              <a:buNone/>
            </a:pPr>
            <a:r>
              <a:rPr lang="en-GB" sz="1800">
                <a:latin typeface="Lexend"/>
                <a:ea typeface="Lexend"/>
                <a:cs typeface="Lexend"/>
                <a:sym typeface="Lexend"/>
              </a:rPr>
              <a:t>42°</a:t>
            </a:r>
            <a:endParaRPr sz="1800">
              <a:latin typeface="Lexend"/>
              <a:ea typeface="Lexend"/>
              <a:cs typeface="Lexend"/>
              <a:sym typeface="Lexend"/>
            </a:endParaRPr>
          </a:p>
        </p:txBody>
      </p:sp>
      <p:sp>
        <p:nvSpPr>
          <p:cNvPr id="1567" name="Google Shape;1567;p85"/>
          <p:cNvSpPr/>
          <p:nvPr/>
        </p:nvSpPr>
        <p:spPr>
          <a:xfrm flipH="1">
            <a:off x="2826444" y="3445912"/>
            <a:ext cx="1431300" cy="1431300"/>
          </a:xfrm>
          <a:prstGeom prst="arc">
            <a:avLst>
              <a:gd fmla="val 10771373" name="adj1"/>
              <a:gd fmla="val 13050632" name="adj2"/>
            </a:avLst>
          </a:prstGeom>
          <a:solidFill>
            <a:srgbClr val="F3EEFB"/>
          </a:solidFill>
          <a:ln cap="flat" cmpd="sng" w="28575">
            <a:solidFill>
              <a:srgbClr val="845AD9"/>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cxnSp>
        <p:nvCxnSpPr>
          <p:cNvPr id="1568" name="Google Shape;1568;p85"/>
          <p:cNvCxnSpPr/>
          <p:nvPr/>
        </p:nvCxnSpPr>
        <p:spPr>
          <a:xfrm rot="10800000">
            <a:off x="7876075" y="1184947"/>
            <a:ext cx="0" cy="1242000"/>
          </a:xfrm>
          <a:prstGeom prst="straightConnector1">
            <a:avLst/>
          </a:prstGeom>
          <a:noFill/>
          <a:ln cap="flat" cmpd="sng" w="28575">
            <a:solidFill>
              <a:srgbClr val="845AD9"/>
            </a:solidFill>
            <a:prstDash val="solid"/>
            <a:round/>
            <a:headEnd len="med" w="med" type="triangle"/>
            <a:tailEnd len="med" w="med" type="triangle"/>
          </a:ln>
        </p:spPr>
      </p:cxnSp>
      <p:sp>
        <p:nvSpPr>
          <p:cNvPr id="1569" name="Google Shape;1569;p85"/>
          <p:cNvSpPr/>
          <p:nvPr/>
        </p:nvSpPr>
        <p:spPr>
          <a:xfrm>
            <a:off x="4688561" y="3967012"/>
            <a:ext cx="194100" cy="194100"/>
          </a:xfrm>
          <a:prstGeom prst="rect">
            <a:avLst/>
          </a:prstGeom>
          <a:noFill/>
          <a:ln cap="flat" cmpd="sng" w="28575">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cxnSp>
        <p:nvCxnSpPr>
          <p:cNvPr id="1570" name="Google Shape;1570;p85"/>
          <p:cNvCxnSpPr/>
          <p:nvPr/>
        </p:nvCxnSpPr>
        <p:spPr>
          <a:xfrm flipH="1">
            <a:off x="3432814" y="3047808"/>
            <a:ext cx="1359900" cy="1016400"/>
          </a:xfrm>
          <a:prstGeom prst="straightConnector1">
            <a:avLst/>
          </a:prstGeom>
          <a:noFill/>
          <a:ln cap="flat" cmpd="sng" w="28575">
            <a:solidFill>
              <a:srgbClr val="845AD9"/>
            </a:solidFill>
            <a:prstDash val="solid"/>
            <a:round/>
            <a:headEnd len="med" w="med" type="triangle"/>
            <a:tailEnd len="med" w="med" type="triangle"/>
          </a:ln>
        </p:spPr>
      </p:cxnSp>
      <p:cxnSp>
        <p:nvCxnSpPr>
          <p:cNvPr id="1571" name="Google Shape;1571;p85"/>
          <p:cNvCxnSpPr/>
          <p:nvPr/>
        </p:nvCxnSpPr>
        <p:spPr>
          <a:xfrm rot="10800000">
            <a:off x="5006700" y="3181850"/>
            <a:ext cx="0" cy="985200"/>
          </a:xfrm>
          <a:prstGeom prst="straightConnector1">
            <a:avLst/>
          </a:prstGeom>
          <a:noFill/>
          <a:ln cap="flat" cmpd="sng" w="28575">
            <a:solidFill>
              <a:srgbClr val="845AD9"/>
            </a:solidFill>
            <a:prstDash val="solid"/>
            <a:round/>
            <a:headEnd len="med" w="med" type="triangle"/>
            <a:tailEnd len="med" w="med" type="triangle"/>
          </a:ln>
        </p:spPr>
      </p:cxnSp>
      <p:sp>
        <p:nvSpPr>
          <p:cNvPr id="1572" name="Google Shape;1572;p85"/>
          <p:cNvSpPr txBox="1"/>
          <p:nvPr/>
        </p:nvSpPr>
        <p:spPr>
          <a:xfrm>
            <a:off x="4996026" y="3553250"/>
            <a:ext cx="778500" cy="2424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Clr>
                <a:schemeClr val="dk1"/>
              </a:buClr>
              <a:buSzPts val="1100"/>
              <a:buFont typeface="Arial"/>
              <a:buNone/>
            </a:pPr>
            <a:r>
              <a:rPr lang="en-GB" sz="1800">
                <a:solidFill>
                  <a:schemeClr val="dk1"/>
                </a:solidFill>
                <a:latin typeface="Lexend"/>
                <a:ea typeface="Lexend"/>
                <a:cs typeface="Lexend"/>
                <a:sym typeface="Lexend"/>
              </a:rPr>
              <a:t>22 cm</a:t>
            </a:r>
            <a:endParaRPr sz="1800">
              <a:latin typeface="Lexend"/>
              <a:ea typeface="Lexend"/>
              <a:cs typeface="Lexend"/>
              <a:sym typeface="Lexend"/>
            </a:endParaRPr>
          </a:p>
        </p:txBody>
      </p:sp>
      <p:sp>
        <p:nvSpPr>
          <p:cNvPr id="1573" name="Google Shape;1573;p85"/>
          <p:cNvSpPr txBox="1"/>
          <p:nvPr/>
        </p:nvSpPr>
        <p:spPr>
          <a:xfrm flipH="1">
            <a:off x="3745664" y="3891042"/>
            <a:ext cx="530400" cy="2646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Clr>
                <a:srgbClr val="000000"/>
              </a:buClr>
              <a:buSzPts val="1100"/>
              <a:buFont typeface="Arial"/>
              <a:buNone/>
            </a:pPr>
            <a:r>
              <a:rPr lang="en-GB" sz="1800">
                <a:latin typeface="Lexend"/>
                <a:ea typeface="Lexend"/>
                <a:cs typeface="Lexend"/>
                <a:sym typeface="Lexend"/>
              </a:rPr>
              <a:t>42°</a:t>
            </a:r>
            <a:endParaRPr sz="1800">
              <a:latin typeface="Lexend"/>
              <a:ea typeface="Lexend"/>
              <a:cs typeface="Lexend"/>
              <a:sym typeface="Lexend"/>
            </a:endParaRPr>
          </a:p>
        </p:txBody>
      </p:sp>
      <p:sp>
        <p:nvSpPr>
          <p:cNvPr id="1574" name="Google Shape;1574;p85"/>
          <p:cNvSpPr txBox="1"/>
          <p:nvPr/>
        </p:nvSpPr>
        <p:spPr>
          <a:xfrm flipH="1">
            <a:off x="716545" y="2156955"/>
            <a:ext cx="530400" cy="2646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Clr>
                <a:srgbClr val="000000"/>
              </a:buClr>
              <a:buSzPts val="1100"/>
              <a:buFont typeface="Arial"/>
              <a:buNone/>
            </a:pPr>
            <a:r>
              <a:rPr lang="en-GB" sz="1800">
                <a:latin typeface="Lexend"/>
                <a:ea typeface="Lexend"/>
                <a:cs typeface="Lexend"/>
                <a:sym typeface="Lexend"/>
              </a:rPr>
              <a:t>32°</a:t>
            </a:r>
            <a:endParaRPr sz="1800">
              <a:latin typeface="Lexend"/>
              <a:ea typeface="Lexend"/>
              <a:cs typeface="Lexend"/>
              <a:sym typeface="Lexend"/>
            </a:endParaRPr>
          </a:p>
        </p:txBody>
      </p:sp>
      <p:sp>
        <p:nvSpPr>
          <p:cNvPr id="1575" name="Google Shape;1575;p85"/>
          <p:cNvSpPr/>
          <p:nvPr/>
        </p:nvSpPr>
        <p:spPr>
          <a:xfrm flipH="1">
            <a:off x="4296675" y="2577512"/>
            <a:ext cx="1155900" cy="1155900"/>
          </a:xfrm>
          <a:prstGeom prst="arc">
            <a:avLst>
              <a:gd fmla="val 2216544" name="adj1"/>
              <a:gd fmla="val 5415087" name="adj2"/>
            </a:avLst>
          </a:prstGeom>
          <a:solidFill>
            <a:srgbClr val="F3EEFB"/>
          </a:solidFill>
          <a:ln cap="flat" cmpd="sng" w="28575">
            <a:solidFill>
              <a:srgbClr val="845AD9"/>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sp>
        <p:nvSpPr>
          <p:cNvPr id="1576" name="Google Shape;1576;p85"/>
          <p:cNvSpPr txBox="1"/>
          <p:nvPr/>
        </p:nvSpPr>
        <p:spPr>
          <a:xfrm flipH="1">
            <a:off x="4418026" y="3384998"/>
            <a:ext cx="530400" cy="2646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Clr>
                <a:srgbClr val="000000"/>
              </a:buClr>
              <a:buSzPts val="1100"/>
              <a:buFont typeface="Arial"/>
              <a:buNone/>
            </a:pPr>
            <a:r>
              <a:rPr lang="en-GB" sz="1800">
                <a:latin typeface="Lexend"/>
                <a:ea typeface="Lexend"/>
                <a:cs typeface="Lexend"/>
                <a:sym typeface="Lexend"/>
              </a:rPr>
              <a:t>48°</a:t>
            </a:r>
            <a:endParaRPr sz="1800">
              <a:latin typeface="Lexend"/>
              <a:ea typeface="Lexend"/>
              <a:cs typeface="Lexend"/>
              <a:sym typeface="Lexend"/>
            </a:endParaRPr>
          </a:p>
        </p:txBody>
      </p:sp>
      <p:sp>
        <p:nvSpPr>
          <p:cNvPr id="1577" name="Google Shape;1577;p85"/>
          <p:cNvSpPr txBox="1"/>
          <p:nvPr/>
        </p:nvSpPr>
        <p:spPr>
          <a:xfrm>
            <a:off x="3592483" y="3289961"/>
            <a:ext cx="560100" cy="264600"/>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None/>
            </a:pPr>
            <a:r>
              <a:rPr i="1" lang="en-GB" sz="2200">
                <a:latin typeface="Times New Roman"/>
                <a:ea typeface="Times New Roman"/>
                <a:cs typeface="Times New Roman"/>
                <a:sym typeface="Times New Roman"/>
              </a:rPr>
              <a:t>e</a:t>
            </a:r>
            <a:r>
              <a:rPr lang="en-GB" sz="1800">
                <a:latin typeface="Lexend"/>
                <a:ea typeface="Lexend"/>
                <a:cs typeface="Lexend"/>
                <a:sym typeface="Lexend"/>
              </a:rPr>
              <a:t> cm</a:t>
            </a:r>
            <a:endParaRPr sz="1800">
              <a:latin typeface="Lexend"/>
              <a:ea typeface="Lexend"/>
              <a:cs typeface="Lexend"/>
              <a:sym typeface="Lexend"/>
            </a:endParaRPr>
          </a:p>
        </p:txBody>
      </p:sp>
      <p:sp>
        <p:nvSpPr>
          <p:cNvPr id="1578" name="Google Shape;1578;p85"/>
          <p:cNvSpPr txBox="1"/>
          <p:nvPr/>
        </p:nvSpPr>
        <p:spPr>
          <a:xfrm>
            <a:off x="7496790" y="3239246"/>
            <a:ext cx="560100" cy="264600"/>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None/>
            </a:pPr>
            <a:r>
              <a:rPr i="1" lang="en-GB" sz="2200">
                <a:latin typeface="Times New Roman"/>
                <a:ea typeface="Times New Roman"/>
                <a:cs typeface="Times New Roman"/>
                <a:sym typeface="Times New Roman"/>
              </a:rPr>
              <a:t>f</a:t>
            </a:r>
            <a:r>
              <a:rPr lang="en-GB" sz="1800">
                <a:latin typeface="Lexend"/>
                <a:ea typeface="Lexend"/>
                <a:cs typeface="Lexend"/>
                <a:sym typeface="Lexend"/>
              </a:rPr>
              <a:t> cm</a:t>
            </a:r>
            <a:endParaRPr sz="1800">
              <a:latin typeface="Lexend"/>
              <a:ea typeface="Lexend"/>
              <a:cs typeface="Lexend"/>
              <a:sym typeface="Lexend"/>
            </a:endParaRPr>
          </a:p>
        </p:txBody>
      </p:sp>
      <p:cxnSp>
        <p:nvCxnSpPr>
          <p:cNvPr id="1579" name="Google Shape;1579;p85"/>
          <p:cNvCxnSpPr/>
          <p:nvPr/>
        </p:nvCxnSpPr>
        <p:spPr>
          <a:xfrm rot="10800000">
            <a:off x="465750" y="2534925"/>
            <a:ext cx="1387800" cy="0"/>
          </a:xfrm>
          <a:prstGeom prst="straightConnector1">
            <a:avLst/>
          </a:prstGeom>
          <a:noFill/>
          <a:ln cap="flat" cmpd="sng" w="28575">
            <a:solidFill>
              <a:srgbClr val="845AD9"/>
            </a:solidFill>
            <a:prstDash val="solid"/>
            <a:round/>
            <a:headEnd len="med" w="med" type="triangle"/>
            <a:tailEnd len="med" w="med" type="triangle"/>
          </a:ln>
        </p:spPr>
      </p:cxnSp>
      <p:sp>
        <p:nvSpPr>
          <p:cNvPr id="1580" name="Google Shape;1580;p85"/>
          <p:cNvSpPr txBox="1"/>
          <p:nvPr/>
        </p:nvSpPr>
        <p:spPr>
          <a:xfrm>
            <a:off x="697496" y="2581358"/>
            <a:ext cx="924300" cy="2424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Clr>
                <a:schemeClr val="dk1"/>
              </a:buClr>
              <a:buSzPts val="1100"/>
              <a:buFont typeface="Arial"/>
              <a:buNone/>
            </a:pPr>
            <a:r>
              <a:rPr i="1" lang="en-GB" sz="2200">
                <a:solidFill>
                  <a:schemeClr val="dk1"/>
                </a:solidFill>
                <a:latin typeface="Times New Roman"/>
                <a:ea typeface="Times New Roman"/>
                <a:cs typeface="Times New Roman"/>
                <a:sym typeface="Times New Roman"/>
              </a:rPr>
              <a:t>a</a:t>
            </a:r>
            <a:r>
              <a:rPr lang="en-GB" sz="1800">
                <a:solidFill>
                  <a:schemeClr val="dk1"/>
                </a:solidFill>
                <a:latin typeface="Lexend"/>
                <a:ea typeface="Lexend"/>
                <a:cs typeface="Lexend"/>
                <a:sym typeface="Lexend"/>
              </a:rPr>
              <a:t> cm</a:t>
            </a:r>
            <a:endParaRPr sz="1800">
              <a:latin typeface="Lexend"/>
              <a:ea typeface="Lexend"/>
              <a:cs typeface="Lexend"/>
              <a:sym typeface="Lexend"/>
            </a:endParaRPr>
          </a:p>
        </p:txBody>
      </p:sp>
      <p:sp>
        <p:nvSpPr>
          <p:cNvPr id="1581" name="Google Shape;1581;p85"/>
          <p:cNvSpPr txBox="1"/>
          <p:nvPr/>
        </p:nvSpPr>
        <p:spPr>
          <a:xfrm>
            <a:off x="3360162" y="1531200"/>
            <a:ext cx="746400" cy="2424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Clr>
                <a:srgbClr val="000000"/>
              </a:buClr>
              <a:buSzPts val="1100"/>
              <a:buFont typeface="Arial"/>
              <a:buNone/>
            </a:pPr>
            <a:r>
              <a:rPr lang="en-GB" sz="1800">
                <a:latin typeface="Lexend"/>
                <a:ea typeface="Lexend"/>
                <a:cs typeface="Lexend"/>
                <a:sym typeface="Lexend"/>
              </a:rPr>
              <a:t>22 cm</a:t>
            </a:r>
            <a:endParaRPr sz="1800">
              <a:latin typeface="Lexend"/>
              <a:ea typeface="Lexend"/>
              <a:cs typeface="Lexend"/>
              <a:sym typeface="Lexend"/>
            </a:endParaRPr>
          </a:p>
        </p:txBody>
      </p:sp>
      <p:cxnSp>
        <p:nvCxnSpPr>
          <p:cNvPr id="1582" name="Google Shape;1582;p85"/>
          <p:cNvCxnSpPr/>
          <p:nvPr/>
        </p:nvCxnSpPr>
        <p:spPr>
          <a:xfrm rot="10800000">
            <a:off x="3372400" y="2534925"/>
            <a:ext cx="1387800" cy="0"/>
          </a:xfrm>
          <a:prstGeom prst="straightConnector1">
            <a:avLst/>
          </a:prstGeom>
          <a:noFill/>
          <a:ln cap="flat" cmpd="sng" w="28575">
            <a:solidFill>
              <a:srgbClr val="845AD9"/>
            </a:solidFill>
            <a:prstDash val="solid"/>
            <a:round/>
            <a:headEnd len="med" w="med" type="triangle"/>
            <a:tailEnd len="med" w="med" type="triangle"/>
          </a:ln>
        </p:spPr>
      </p:cxnSp>
      <p:sp>
        <p:nvSpPr>
          <p:cNvPr id="1583" name="Google Shape;1583;p85"/>
          <p:cNvSpPr txBox="1"/>
          <p:nvPr/>
        </p:nvSpPr>
        <p:spPr>
          <a:xfrm>
            <a:off x="3604146" y="2581358"/>
            <a:ext cx="924300" cy="2424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Clr>
                <a:schemeClr val="dk1"/>
              </a:buClr>
              <a:buSzPts val="1100"/>
              <a:buFont typeface="Arial"/>
              <a:buNone/>
            </a:pPr>
            <a:r>
              <a:rPr i="1" lang="en-GB" sz="2200">
                <a:solidFill>
                  <a:schemeClr val="dk1"/>
                </a:solidFill>
                <a:latin typeface="Times New Roman"/>
                <a:ea typeface="Times New Roman"/>
                <a:cs typeface="Times New Roman"/>
                <a:sym typeface="Times New Roman"/>
              </a:rPr>
              <a:t>b</a:t>
            </a:r>
            <a:r>
              <a:rPr lang="en-GB" sz="1800">
                <a:solidFill>
                  <a:schemeClr val="dk1"/>
                </a:solidFill>
                <a:latin typeface="Lexend"/>
                <a:ea typeface="Lexend"/>
                <a:cs typeface="Lexend"/>
                <a:sym typeface="Lexend"/>
              </a:rPr>
              <a:t> cm</a:t>
            </a:r>
            <a:endParaRPr sz="1800">
              <a:latin typeface="Lexend"/>
              <a:ea typeface="Lexend"/>
              <a:cs typeface="Lexend"/>
              <a:sym typeface="Lexend"/>
            </a:endParaRPr>
          </a:p>
        </p:txBody>
      </p:sp>
      <p:cxnSp>
        <p:nvCxnSpPr>
          <p:cNvPr id="1584" name="Google Shape;1584;p85"/>
          <p:cNvCxnSpPr/>
          <p:nvPr/>
        </p:nvCxnSpPr>
        <p:spPr>
          <a:xfrm rot="10800000">
            <a:off x="6419528" y="2540681"/>
            <a:ext cx="1387800" cy="0"/>
          </a:xfrm>
          <a:prstGeom prst="straightConnector1">
            <a:avLst/>
          </a:prstGeom>
          <a:noFill/>
          <a:ln cap="flat" cmpd="sng" w="28575">
            <a:solidFill>
              <a:srgbClr val="845AD9"/>
            </a:solidFill>
            <a:prstDash val="solid"/>
            <a:round/>
            <a:headEnd len="med" w="med" type="triangle"/>
            <a:tailEnd len="med" w="med" type="triangle"/>
          </a:ln>
        </p:spPr>
      </p:cxnSp>
      <p:sp>
        <p:nvSpPr>
          <p:cNvPr id="1585" name="Google Shape;1585;p85"/>
          <p:cNvSpPr txBox="1"/>
          <p:nvPr/>
        </p:nvSpPr>
        <p:spPr>
          <a:xfrm>
            <a:off x="6651274" y="2587113"/>
            <a:ext cx="924300" cy="2424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Clr>
                <a:schemeClr val="dk1"/>
              </a:buClr>
              <a:buSzPts val="1100"/>
              <a:buFont typeface="Arial"/>
              <a:buNone/>
            </a:pPr>
            <a:r>
              <a:rPr i="1" lang="en-GB" sz="2200">
                <a:solidFill>
                  <a:schemeClr val="dk1"/>
                </a:solidFill>
                <a:latin typeface="Times New Roman"/>
                <a:ea typeface="Times New Roman"/>
                <a:cs typeface="Times New Roman"/>
                <a:sym typeface="Times New Roman"/>
              </a:rPr>
              <a:t>c</a:t>
            </a:r>
            <a:r>
              <a:rPr lang="en-GB" sz="1800">
                <a:solidFill>
                  <a:schemeClr val="dk1"/>
                </a:solidFill>
                <a:latin typeface="Lexend"/>
                <a:ea typeface="Lexend"/>
                <a:cs typeface="Lexend"/>
                <a:sym typeface="Lexend"/>
              </a:rPr>
              <a:t> cm</a:t>
            </a:r>
            <a:endParaRPr sz="1800">
              <a:latin typeface="Lexend"/>
              <a:ea typeface="Lexend"/>
              <a:cs typeface="Lexend"/>
              <a:sym typeface="Lexend"/>
            </a:endParaRPr>
          </a:p>
        </p:txBody>
      </p:sp>
      <p:sp>
        <p:nvSpPr>
          <p:cNvPr id="1586" name="Google Shape;1586;p85"/>
          <p:cNvSpPr/>
          <p:nvPr/>
        </p:nvSpPr>
        <p:spPr>
          <a:xfrm flipH="1">
            <a:off x="-117383" y="3697259"/>
            <a:ext cx="1363500" cy="1363500"/>
          </a:xfrm>
          <a:prstGeom prst="arc">
            <a:avLst>
              <a:gd fmla="val 10771373" name="adj1"/>
              <a:gd fmla="val 13388379" name="adj2"/>
            </a:avLst>
          </a:prstGeom>
          <a:solidFill>
            <a:srgbClr val="F3EEFB"/>
          </a:solidFill>
          <a:ln cap="flat" cmpd="sng" w="28575">
            <a:solidFill>
              <a:srgbClr val="845AD9"/>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sp>
        <p:nvSpPr>
          <p:cNvPr id="1587" name="Google Shape;1587;p85"/>
          <p:cNvSpPr/>
          <p:nvPr/>
        </p:nvSpPr>
        <p:spPr>
          <a:xfrm rot="-5400000">
            <a:off x="604042" y="3077484"/>
            <a:ext cx="1242000" cy="1359900"/>
          </a:xfrm>
          <a:prstGeom prst="rtTriangle">
            <a:avLst/>
          </a:prstGeom>
          <a:noFill/>
          <a:ln cap="flat" cmpd="sng" w="28575">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sp>
        <p:nvSpPr>
          <p:cNvPr id="1588" name="Google Shape;1588;p85"/>
          <p:cNvSpPr/>
          <p:nvPr/>
        </p:nvSpPr>
        <p:spPr>
          <a:xfrm>
            <a:off x="1710878" y="4184410"/>
            <a:ext cx="194100" cy="194100"/>
          </a:xfrm>
          <a:prstGeom prst="rect">
            <a:avLst/>
          </a:prstGeom>
          <a:noFill/>
          <a:ln cap="flat" cmpd="sng" w="28575">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cxnSp>
        <p:nvCxnSpPr>
          <p:cNvPr id="1589" name="Google Shape;1589;p85"/>
          <p:cNvCxnSpPr/>
          <p:nvPr/>
        </p:nvCxnSpPr>
        <p:spPr>
          <a:xfrm flipH="1">
            <a:off x="483237" y="3051627"/>
            <a:ext cx="1359900" cy="1242000"/>
          </a:xfrm>
          <a:prstGeom prst="straightConnector1">
            <a:avLst/>
          </a:prstGeom>
          <a:noFill/>
          <a:ln cap="flat" cmpd="sng" w="28575">
            <a:solidFill>
              <a:srgbClr val="845AD9"/>
            </a:solidFill>
            <a:prstDash val="solid"/>
            <a:round/>
            <a:headEnd len="med" w="med" type="triangle"/>
            <a:tailEnd len="med" w="med" type="triangle"/>
          </a:ln>
        </p:spPr>
      </p:cxnSp>
      <p:sp>
        <p:nvSpPr>
          <p:cNvPr id="1590" name="Google Shape;1590;p85"/>
          <p:cNvSpPr txBox="1"/>
          <p:nvPr/>
        </p:nvSpPr>
        <p:spPr>
          <a:xfrm flipH="1">
            <a:off x="740475" y="4087810"/>
            <a:ext cx="530400" cy="2646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Clr>
                <a:srgbClr val="000000"/>
              </a:buClr>
              <a:buSzPts val="1100"/>
              <a:buFont typeface="Arial"/>
              <a:buNone/>
            </a:pPr>
            <a:r>
              <a:rPr lang="en-GB" sz="1800">
                <a:latin typeface="Lexend"/>
                <a:ea typeface="Lexend"/>
                <a:cs typeface="Lexend"/>
                <a:sym typeface="Lexend"/>
              </a:rPr>
              <a:t>42°</a:t>
            </a:r>
            <a:endParaRPr sz="1800">
              <a:latin typeface="Lexend"/>
              <a:ea typeface="Lexend"/>
              <a:cs typeface="Lexend"/>
              <a:sym typeface="Lexend"/>
            </a:endParaRPr>
          </a:p>
        </p:txBody>
      </p:sp>
      <p:cxnSp>
        <p:nvCxnSpPr>
          <p:cNvPr id="1591" name="Google Shape;1591;p85"/>
          <p:cNvCxnSpPr/>
          <p:nvPr/>
        </p:nvCxnSpPr>
        <p:spPr>
          <a:xfrm rot="10800000">
            <a:off x="2001442" y="3136431"/>
            <a:ext cx="0" cy="1242000"/>
          </a:xfrm>
          <a:prstGeom prst="straightConnector1">
            <a:avLst/>
          </a:prstGeom>
          <a:noFill/>
          <a:ln cap="flat" cmpd="sng" w="28575">
            <a:solidFill>
              <a:srgbClr val="845AD9"/>
            </a:solidFill>
            <a:prstDash val="solid"/>
            <a:round/>
            <a:headEnd len="med" w="med" type="triangle"/>
            <a:tailEnd len="med" w="med" type="triangle"/>
          </a:ln>
        </p:spPr>
      </p:cxnSp>
      <p:cxnSp>
        <p:nvCxnSpPr>
          <p:cNvPr id="1592" name="Google Shape;1592;p85"/>
          <p:cNvCxnSpPr/>
          <p:nvPr/>
        </p:nvCxnSpPr>
        <p:spPr>
          <a:xfrm rot="10800000">
            <a:off x="544895" y="4492165"/>
            <a:ext cx="1387800" cy="0"/>
          </a:xfrm>
          <a:prstGeom prst="straightConnector1">
            <a:avLst/>
          </a:prstGeom>
          <a:noFill/>
          <a:ln cap="flat" cmpd="sng" w="28575">
            <a:solidFill>
              <a:srgbClr val="845AD9"/>
            </a:solidFill>
            <a:prstDash val="solid"/>
            <a:round/>
            <a:headEnd len="med" w="med" type="triangle"/>
            <a:tailEnd len="med" w="med" type="triangle"/>
          </a:ln>
        </p:spPr>
      </p:cxnSp>
      <p:sp>
        <p:nvSpPr>
          <p:cNvPr id="1593" name="Google Shape;1593;p85"/>
          <p:cNvSpPr txBox="1"/>
          <p:nvPr/>
        </p:nvSpPr>
        <p:spPr>
          <a:xfrm>
            <a:off x="776641" y="4538597"/>
            <a:ext cx="924300" cy="2424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Clr>
                <a:schemeClr val="dk1"/>
              </a:buClr>
              <a:buSzPts val="1100"/>
              <a:buFont typeface="Arial"/>
              <a:buNone/>
            </a:pPr>
            <a:r>
              <a:rPr lang="en-GB" sz="1800">
                <a:solidFill>
                  <a:schemeClr val="dk1"/>
                </a:solidFill>
                <a:latin typeface="Lexend"/>
                <a:ea typeface="Lexend"/>
                <a:cs typeface="Lexend"/>
                <a:sym typeface="Lexend"/>
              </a:rPr>
              <a:t>22 cm</a:t>
            </a:r>
            <a:endParaRPr i="1" sz="2200">
              <a:solidFill>
                <a:schemeClr val="dk1"/>
              </a:solidFill>
              <a:latin typeface="Times New Roman"/>
              <a:ea typeface="Times New Roman"/>
              <a:cs typeface="Times New Roman"/>
              <a:sym typeface="Times New Roman"/>
            </a:endParaRPr>
          </a:p>
        </p:txBody>
      </p:sp>
      <p:sp>
        <p:nvSpPr>
          <p:cNvPr id="1594" name="Google Shape;1594;p85"/>
          <p:cNvSpPr/>
          <p:nvPr/>
        </p:nvSpPr>
        <p:spPr>
          <a:xfrm rot="-5400000">
            <a:off x="3694517" y="2972887"/>
            <a:ext cx="1016400" cy="1359900"/>
          </a:xfrm>
          <a:prstGeom prst="rtTriangle">
            <a:avLst/>
          </a:prstGeom>
          <a:noFill/>
          <a:ln cap="flat" cmpd="sng" w="28575">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cxnSp>
        <p:nvCxnSpPr>
          <p:cNvPr id="1595" name="Google Shape;1595;p85"/>
          <p:cNvCxnSpPr/>
          <p:nvPr/>
        </p:nvCxnSpPr>
        <p:spPr>
          <a:xfrm rot="10800000">
            <a:off x="6569302" y="4200000"/>
            <a:ext cx="1991100" cy="0"/>
          </a:xfrm>
          <a:prstGeom prst="straightConnector1">
            <a:avLst/>
          </a:prstGeom>
          <a:noFill/>
          <a:ln cap="flat" cmpd="sng" w="28575">
            <a:solidFill>
              <a:srgbClr val="845AD9"/>
            </a:solidFill>
            <a:prstDash val="solid"/>
            <a:round/>
            <a:headEnd len="med" w="med" type="triangle"/>
            <a:tailEnd len="med" w="med" type="triangle"/>
          </a:ln>
        </p:spPr>
      </p:cxnSp>
      <p:sp>
        <p:nvSpPr>
          <p:cNvPr id="1596" name="Google Shape;1596;p85"/>
          <p:cNvSpPr txBox="1"/>
          <p:nvPr/>
        </p:nvSpPr>
        <p:spPr>
          <a:xfrm>
            <a:off x="6901792" y="4246431"/>
            <a:ext cx="1326000" cy="2424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Clr>
                <a:schemeClr val="dk1"/>
              </a:buClr>
              <a:buSzPts val="1100"/>
              <a:buFont typeface="Arial"/>
              <a:buNone/>
            </a:pPr>
            <a:r>
              <a:rPr lang="en-GB" sz="1800">
                <a:solidFill>
                  <a:schemeClr val="dk1"/>
                </a:solidFill>
                <a:latin typeface="Lexend"/>
                <a:ea typeface="Lexend"/>
                <a:cs typeface="Lexend"/>
                <a:sym typeface="Lexend"/>
              </a:rPr>
              <a:t>42 cm</a:t>
            </a:r>
            <a:endParaRPr i="1" sz="2200">
              <a:solidFill>
                <a:schemeClr val="dk1"/>
              </a:solidFill>
              <a:latin typeface="Times New Roman"/>
              <a:ea typeface="Times New Roman"/>
              <a:cs typeface="Times New Roman"/>
              <a:sym typeface="Times New Roman"/>
            </a:endParaRPr>
          </a:p>
        </p:txBody>
      </p:sp>
      <p:sp>
        <p:nvSpPr>
          <p:cNvPr id="1597" name="Google Shape;1597;p85"/>
          <p:cNvSpPr txBox="1"/>
          <p:nvPr/>
        </p:nvSpPr>
        <p:spPr>
          <a:xfrm>
            <a:off x="7428927" y="3817990"/>
            <a:ext cx="739800" cy="2646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Clr>
                <a:srgbClr val="000000"/>
              </a:buClr>
              <a:buSzPts val="1100"/>
              <a:buFont typeface="Arial"/>
              <a:buNone/>
            </a:pPr>
            <a:r>
              <a:rPr lang="en-GB" sz="1800">
                <a:latin typeface="Lexend"/>
                <a:ea typeface="Lexend"/>
                <a:cs typeface="Lexend"/>
                <a:sym typeface="Lexend"/>
              </a:rPr>
              <a:t>22°</a:t>
            </a:r>
            <a:endParaRPr sz="1800">
              <a:latin typeface="Lexend"/>
              <a:ea typeface="Lexend"/>
              <a:cs typeface="Lexend"/>
              <a:sym typeface="Lexend"/>
            </a:endParaRPr>
          </a:p>
        </p:txBody>
      </p:sp>
      <p:cxnSp>
        <p:nvCxnSpPr>
          <p:cNvPr id="1598" name="Google Shape;1598;p85"/>
          <p:cNvCxnSpPr/>
          <p:nvPr/>
        </p:nvCxnSpPr>
        <p:spPr>
          <a:xfrm rot="10800000">
            <a:off x="3494845" y="4299361"/>
            <a:ext cx="1387800" cy="0"/>
          </a:xfrm>
          <a:prstGeom prst="straightConnector1">
            <a:avLst/>
          </a:prstGeom>
          <a:noFill/>
          <a:ln cap="flat" cmpd="sng" w="28575">
            <a:solidFill>
              <a:srgbClr val="845AD9"/>
            </a:solidFill>
            <a:prstDash val="solid"/>
            <a:round/>
            <a:headEnd len="med" w="med" type="triangle"/>
            <a:tailEnd len="med" w="med" type="triangle"/>
          </a:ln>
        </p:spPr>
      </p:cxnSp>
      <p:sp>
        <p:nvSpPr>
          <p:cNvPr id="1599" name="Google Shape;1599;p85"/>
          <p:cNvSpPr txBox="1"/>
          <p:nvPr/>
        </p:nvSpPr>
        <p:spPr>
          <a:xfrm>
            <a:off x="7517429" y="2625300"/>
            <a:ext cx="1302600" cy="3078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lang="en-GB" sz="2000">
                <a:latin typeface="Kalam"/>
                <a:ea typeface="Kalam"/>
                <a:cs typeface="Kalam"/>
                <a:sym typeface="Kalam"/>
              </a:rPr>
              <a:t>c = 16.35</a:t>
            </a:r>
            <a:endParaRPr sz="2000">
              <a:latin typeface="Kalam"/>
              <a:ea typeface="Kalam"/>
              <a:cs typeface="Kalam"/>
              <a:sym typeface="Kalam"/>
            </a:endParaRPr>
          </a:p>
        </p:txBody>
      </p:sp>
      <p:sp>
        <p:nvSpPr>
          <p:cNvPr id="1600" name="Google Shape;1600;p85"/>
          <p:cNvSpPr txBox="1"/>
          <p:nvPr/>
        </p:nvSpPr>
        <p:spPr>
          <a:xfrm>
            <a:off x="4685450" y="2625300"/>
            <a:ext cx="1302600" cy="3078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lang="en-GB" sz="2000">
                <a:latin typeface="Kalam"/>
                <a:ea typeface="Kalam"/>
                <a:cs typeface="Kalam"/>
                <a:sym typeface="Kalam"/>
              </a:rPr>
              <a:t>b = 18.66</a:t>
            </a:r>
            <a:endParaRPr sz="2000">
              <a:latin typeface="Kalam"/>
              <a:ea typeface="Kalam"/>
              <a:cs typeface="Kalam"/>
              <a:sym typeface="Kalam"/>
            </a:endParaRPr>
          </a:p>
        </p:txBody>
      </p:sp>
      <p:sp>
        <p:nvSpPr>
          <p:cNvPr id="1601" name="Google Shape;1601;p85"/>
          <p:cNvSpPr txBox="1"/>
          <p:nvPr/>
        </p:nvSpPr>
        <p:spPr>
          <a:xfrm>
            <a:off x="313925" y="1133150"/>
            <a:ext cx="398100" cy="2772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None/>
            </a:pPr>
            <a:r>
              <a:rPr lang="en-GB" sz="1800">
                <a:latin typeface="Lexend"/>
                <a:ea typeface="Lexend"/>
                <a:cs typeface="Lexend"/>
                <a:sym typeface="Lexend"/>
              </a:rPr>
              <a:t>a)</a:t>
            </a:r>
            <a:endParaRPr sz="1800">
              <a:latin typeface="Lexend"/>
              <a:ea typeface="Lexend"/>
              <a:cs typeface="Lexend"/>
              <a:sym typeface="Lexend"/>
            </a:endParaRPr>
          </a:p>
        </p:txBody>
      </p:sp>
      <p:sp>
        <p:nvSpPr>
          <p:cNvPr id="1602" name="Google Shape;1602;p85"/>
          <p:cNvSpPr txBox="1"/>
          <p:nvPr/>
        </p:nvSpPr>
        <p:spPr>
          <a:xfrm>
            <a:off x="3206625" y="1133150"/>
            <a:ext cx="398100" cy="2772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None/>
            </a:pPr>
            <a:r>
              <a:rPr lang="en-GB" sz="1800">
                <a:latin typeface="Lexend"/>
                <a:ea typeface="Lexend"/>
                <a:cs typeface="Lexend"/>
                <a:sym typeface="Lexend"/>
              </a:rPr>
              <a:t>b)</a:t>
            </a:r>
            <a:endParaRPr sz="1800">
              <a:latin typeface="Lexend"/>
              <a:ea typeface="Lexend"/>
              <a:cs typeface="Lexend"/>
              <a:sym typeface="Lexend"/>
            </a:endParaRPr>
          </a:p>
        </p:txBody>
      </p:sp>
      <p:sp>
        <p:nvSpPr>
          <p:cNvPr id="1603" name="Google Shape;1603;p85"/>
          <p:cNvSpPr txBox="1"/>
          <p:nvPr/>
        </p:nvSpPr>
        <p:spPr>
          <a:xfrm>
            <a:off x="6099325" y="1133150"/>
            <a:ext cx="398100" cy="2772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None/>
            </a:pPr>
            <a:r>
              <a:rPr lang="en-GB" sz="1800">
                <a:latin typeface="Lexend"/>
                <a:ea typeface="Lexend"/>
                <a:cs typeface="Lexend"/>
                <a:sym typeface="Lexend"/>
              </a:rPr>
              <a:t>c)</a:t>
            </a:r>
            <a:endParaRPr sz="1800">
              <a:latin typeface="Lexend"/>
              <a:ea typeface="Lexend"/>
              <a:cs typeface="Lexend"/>
              <a:sym typeface="Lexend"/>
            </a:endParaRPr>
          </a:p>
        </p:txBody>
      </p:sp>
      <p:sp>
        <p:nvSpPr>
          <p:cNvPr id="1604" name="Google Shape;1604;p85"/>
          <p:cNvSpPr txBox="1"/>
          <p:nvPr/>
        </p:nvSpPr>
        <p:spPr>
          <a:xfrm>
            <a:off x="313925" y="3013050"/>
            <a:ext cx="398100" cy="2772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None/>
            </a:pPr>
            <a:r>
              <a:rPr lang="en-GB" sz="1800">
                <a:latin typeface="Lexend"/>
                <a:ea typeface="Lexend"/>
                <a:cs typeface="Lexend"/>
                <a:sym typeface="Lexend"/>
              </a:rPr>
              <a:t>d)</a:t>
            </a:r>
            <a:endParaRPr sz="1800">
              <a:latin typeface="Lexend"/>
              <a:ea typeface="Lexend"/>
              <a:cs typeface="Lexend"/>
              <a:sym typeface="Lexend"/>
            </a:endParaRPr>
          </a:p>
        </p:txBody>
      </p:sp>
      <p:sp>
        <p:nvSpPr>
          <p:cNvPr id="1605" name="Google Shape;1605;p85"/>
          <p:cNvSpPr txBox="1"/>
          <p:nvPr/>
        </p:nvSpPr>
        <p:spPr>
          <a:xfrm>
            <a:off x="3206625" y="3013050"/>
            <a:ext cx="398100" cy="2772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None/>
            </a:pPr>
            <a:r>
              <a:rPr lang="en-GB" sz="1800">
                <a:latin typeface="Lexend"/>
                <a:ea typeface="Lexend"/>
                <a:cs typeface="Lexend"/>
                <a:sym typeface="Lexend"/>
              </a:rPr>
              <a:t>e)</a:t>
            </a:r>
            <a:endParaRPr sz="1800">
              <a:latin typeface="Lexend"/>
              <a:ea typeface="Lexend"/>
              <a:cs typeface="Lexend"/>
              <a:sym typeface="Lexend"/>
            </a:endParaRPr>
          </a:p>
        </p:txBody>
      </p:sp>
      <p:sp>
        <p:nvSpPr>
          <p:cNvPr id="1606" name="Google Shape;1606;p85"/>
          <p:cNvSpPr txBox="1"/>
          <p:nvPr/>
        </p:nvSpPr>
        <p:spPr>
          <a:xfrm>
            <a:off x="6099325" y="3013050"/>
            <a:ext cx="398100" cy="2772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None/>
            </a:pPr>
            <a:r>
              <a:rPr lang="en-GB" sz="1800">
                <a:latin typeface="Lexend"/>
                <a:ea typeface="Lexend"/>
                <a:cs typeface="Lexend"/>
                <a:sym typeface="Lexend"/>
              </a:rPr>
              <a:t>f)</a:t>
            </a:r>
            <a:endParaRPr sz="1800">
              <a:latin typeface="Lexend"/>
              <a:ea typeface="Lexend"/>
              <a:cs typeface="Lexend"/>
              <a:sym typeface="Lexend"/>
            </a:endParaRPr>
          </a:p>
        </p:txBody>
      </p:sp>
      <p:pic>
        <p:nvPicPr>
          <p:cNvPr id="1607" name="Google Shape;1607;p85"/>
          <p:cNvPicPr preferRelativeResize="0"/>
          <p:nvPr/>
        </p:nvPicPr>
        <p:blipFill>
          <a:blip r:embed="rId3">
            <a:alphaModFix/>
          </a:blip>
          <a:stretch>
            <a:fillRect/>
          </a:stretch>
        </p:blipFill>
        <p:spPr>
          <a:xfrm>
            <a:off x="324000" y="2903038"/>
            <a:ext cx="8495999" cy="36492"/>
          </a:xfrm>
          <a:prstGeom prst="rect">
            <a:avLst/>
          </a:prstGeom>
          <a:noFill/>
          <a:ln>
            <a:noFill/>
          </a:ln>
        </p:spPr>
      </p:pic>
    </p:spTree>
  </p:cSld>
  <p:clrMapOvr>
    <a:masterClrMapping/>
  </p:clrMapOvr>
</p:sld>
</file>

<file path=ppt/slides/slide2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11" name="Shape 1611"/>
        <p:cNvGrpSpPr/>
        <p:nvPr/>
      </p:nvGrpSpPr>
      <p:grpSpPr>
        <a:xfrm>
          <a:off x="0" y="0"/>
          <a:ext cx="0" cy="0"/>
          <a:chOff x="0" y="0"/>
          <a:chExt cx="0" cy="0"/>
        </a:xfrm>
      </p:grpSpPr>
      <p:sp>
        <p:nvSpPr>
          <p:cNvPr id="1612" name="Google Shape;1612;p86"/>
          <p:cNvSpPr txBox="1"/>
          <p:nvPr>
            <p:ph type="title"/>
          </p:nvPr>
        </p:nvSpPr>
        <p:spPr>
          <a:xfrm>
            <a:off x="1479300" y="39650"/>
            <a:ext cx="6855300" cy="382800"/>
          </a:xfrm>
          <a:prstGeom prst="rect">
            <a:avLst/>
          </a:prstGeom>
        </p:spPr>
        <p:txBody>
          <a:bodyPr anchorCtr="0" anchor="b" bIns="0" lIns="0" spcFirstLastPara="1" rIns="0" wrap="square" tIns="0">
            <a:noAutofit/>
          </a:bodyPr>
          <a:lstStyle/>
          <a:p>
            <a:pPr indent="0" lvl="0" marL="0" rtl="0" algn="l">
              <a:spcBef>
                <a:spcPts val="0"/>
              </a:spcBef>
              <a:spcAft>
                <a:spcPts val="0"/>
              </a:spcAft>
              <a:buNone/>
            </a:pPr>
            <a:r>
              <a:rPr lang="en-GB"/>
              <a:t>Formalising the cosine formula</a:t>
            </a:r>
            <a:endParaRPr/>
          </a:p>
        </p:txBody>
      </p:sp>
      <p:sp>
        <p:nvSpPr>
          <p:cNvPr id="1613" name="Google Shape;1613;p86"/>
          <p:cNvSpPr/>
          <p:nvPr/>
        </p:nvSpPr>
        <p:spPr>
          <a:xfrm flipH="1">
            <a:off x="1817700" y="3023350"/>
            <a:ext cx="1986900" cy="1987200"/>
          </a:xfrm>
          <a:prstGeom prst="arc">
            <a:avLst>
              <a:gd fmla="val 10771373" name="adj1"/>
              <a:gd fmla="val 12273905" name="adj2"/>
            </a:avLst>
          </a:prstGeom>
          <a:solidFill>
            <a:srgbClr val="F3EEFB"/>
          </a:solidFill>
          <a:ln cap="flat" cmpd="sng" w="28575">
            <a:solidFill>
              <a:srgbClr val="845AD9"/>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sp>
        <p:nvSpPr>
          <p:cNvPr id="1614" name="Google Shape;1614;p86"/>
          <p:cNvSpPr/>
          <p:nvPr/>
        </p:nvSpPr>
        <p:spPr>
          <a:xfrm rot="-5400000">
            <a:off x="3573828" y="1979248"/>
            <a:ext cx="1251300" cy="2822400"/>
          </a:xfrm>
          <a:prstGeom prst="rtTriangle">
            <a:avLst/>
          </a:prstGeom>
          <a:noFill/>
          <a:ln cap="flat" cmpd="sng" w="28575">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sp>
        <p:nvSpPr>
          <p:cNvPr id="1615" name="Google Shape;1615;p86"/>
          <p:cNvSpPr/>
          <p:nvPr/>
        </p:nvSpPr>
        <p:spPr>
          <a:xfrm rot="-5400000">
            <a:off x="4319617" y="45755"/>
            <a:ext cx="2439000" cy="5501700"/>
          </a:xfrm>
          <a:prstGeom prst="rtTriangle">
            <a:avLst/>
          </a:prstGeom>
          <a:noFill/>
          <a:ln cap="flat" cmpd="sng" w="28575">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sp>
        <p:nvSpPr>
          <p:cNvPr id="1616" name="Google Shape;1616;p86"/>
          <p:cNvSpPr/>
          <p:nvPr/>
        </p:nvSpPr>
        <p:spPr>
          <a:xfrm rot="-5400000">
            <a:off x="4104676" y="602099"/>
            <a:ext cx="2097600" cy="4730400"/>
          </a:xfrm>
          <a:prstGeom prst="rtTriangle">
            <a:avLst/>
          </a:prstGeom>
          <a:noFill/>
          <a:ln cap="flat" cmpd="sng" w="28575">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sp>
        <p:nvSpPr>
          <p:cNvPr id="1617" name="Google Shape;1617;p86"/>
          <p:cNvSpPr/>
          <p:nvPr/>
        </p:nvSpPr>
        <p:spPr>
          <a:xfrm rot="-5400000">
            <a:off x="3819077" y="1342799"/>
            <a:ext cx="1642500" cy="3704100"/>
          </a:xfrm>
          <a:prstGeom prst="rtTriangle">
            <a:avLst/>
          </a:prstGeom>
          <a:noFill/>
          <a:ln cap="flat" cmpd="sng" w="28575">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sp>
        <p:nvSpPr>
          <p:cNvPr id="1618" name="Google Shape;1618;p86"/>
          <p:cNvSpPr txBox="1"/>
          <p:nvPr/>
        </p:nvSpPr>
        <p:spPr>
          <a:xfrm>
            <a:off x="324000" y="610600"/>
            <a:ext cx="8496000" cy="6156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None/>
            </a:pPr>
            <a:r>
              <a:rPr lang="en-GB" sz="1800">
                <a:latin typeface="Lexend"/>
                <a:ea typeface="Lexend"/>
                <a:cs typeface="Lexend"/>
                <a:sym typeface="Lexend"/>
              </a:rPr>
              <a:t>4) Find the lengths of the distances </a:t>
            </a:r>
            <a:r>
              <a:rPr i="1" lang="en-GB" sz="2200">
                <a:latin typeface="Times New Roman"/>
                <a:ea typeface="Times New Roman"/>
                <a:cs typeface="Times New Roman"/>
                <a:sym typeface="Times New Roman"/>
              </a:rPr>
              <a:t>a</a:t>
            </a:r>
            <a:r>
              <a:rPr lang="en-GB" sz="1800">
                <a:latin typeface="Lexend"/>
                <a:ea typeface="Lexend"/>
                <a:cs typeface="Lexend"/>
                <a:sym typeface="Lexend"/>
              </a:rPr>
              <a:t>, </a:t>
            </a:r>
            <a:r>
              <a:rPr i="1" lang="en-GB" sz="2200">
                <a:latin typeface="Times New Roman"/>
                <a:ea typeface="Times New Roman"/>
                <a:cs typeface="Times New Roman"/>
                <a:sym typeface="Times New Roman"/>
              </a:rPr>
              <a:t>b</a:t>
            </a:r>
            <a:r>
              <a:rPr lang="en-GB" sz="1800">
                <a:latin typeface="Lexend"/>
                <a:ea typeface="Lexend"/>
                <a:cs typeface="Lexend"/>
                <a:sym typeface="Lexend"/>
              </a:rPr>
              <a:t>, </a:t>
            </a:r>
            <a:r>
              <a:rPr i="1" lang="en-GB" sz="2200">
                <a:latin typeface="Times New Roman"/>
                <a:ea typeface="Times New Roman"/>
                <a:cs typeface="Times New Roman"/>
                <a:sym typeface="Times New Roman"/>
              </a:rPr>
              <a:t>c</a:t>
            </a:r>
            <a:r>
              <a:rPr lang="en-GB" sz="1800">
                <a:latin typeface="Lexend"/>
                <a:ea typeface="Lexend"/>
                <a:cs typeface="Lexend"/>
                <a:sym typeface="Lexend"/>
              </a:rPr>
              <a:t>, and </a:t>
            </a:r>
            <a:r>
              <a:rPr i="1" lang="en-GB" sz="2200">
                <a:latin typeface="Times New Roman"/>
                <a:ea typeface="Times New Roman"/>
                <a:cs typeface="Times New Roman"/>
                <a:sym typeface="Times New Roman"/>
              </a:rPr>
              <a:t>d</a:t>
            </a:r>
            <a:r>
              <a:rPr lang="en-GB" sz="1800">
                <a:latin typeface="Lexend"/>
                <a:ea typeface="Lexend"/>
                <a:cs typeface="Lexend"/>
                <a:sym typeface="Lexend"/>
              </a:rPr>
              <a:t> </a:t>
            </a:r>
            <a:endParaRPr sz="1800">
              <a:latin typeface="Lexend"/>
              <a:ea typeface="Lexend"/>
              <a:cs typeface="Lexend"/>
              <a:sym typeface="Lexend"/>
            </a:endParaRPr>
          </a:p>
          <a:p>
            <a:pPr indent="0" lvl="0" marL="0" rtl="0" algn="l">
              <a:spcBef>
                <a:spcPts val="0"/>
              </a:spcBef>
              <a:spcAft>
                <a:spcPts val="0"/>
              </a:spcAft>
              <a:buNone/>
            </a:pPr>
            <a:r>
              <a:rPr lang="en-GB" sz="1800">
                <a:latin typeface="Lexend"/>
                <a:ea typeface="Lexend"/>
                <a:cs typeface="Lexend"/>
                <a:sym typeface="Lexend"/>
              </a:rPr>
              <a:t>(rounded to the nearest integer).</a:t>
            </a:r>
            <a:endParaRPr sz="1800">
              <a:latin typeface="Lexend"/>
              <a:ea typeface="Lexend"/>
              <a:cs typeface="Lexend"/>
              <a:sym typeface="Lexend"/>
            </a:endParaRPr>
          </a:p>
        </p:txBody>
      </p:sp>
      <p:sp>
        <p:nvSpPr>
          <p:cNvPr id="1619" name="Google Shape;1619;p86"/>
          <p:cNvSpPr/>
          <p:nvPr/>
        </p:nvSpPr>
        <p:spPr>
          <a:xfrm>
            <a:off x="5380284" y="3785688"/>
            <a:ext cx="230400" cy="230400"/>
          </a:xfrm>
          <a:prstGeom prst="rect">
            <a:avLst/>
          </a:prstGeom>
          <a:noFill/>
          <a:ln cap="flat" cmpd="sng" w="28575">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sp>
        <p:nvSpPr>
          <p:cNvPr id="1620" name="Google Shape;1620;p86"/>
          <p:cNvSpPr txBox="1"/>
          <p:nvPr/>
        </p:nvSpPr>
        <p:spPr>
          <a:xfrm flipH="1">
            <a:off x="3239840" y="3726437"/>
            <a:ext cx="629700" cy="3144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Clr>
                <a:srgbClr val="000000"/>
              </a:buClr>
              <a:buSzPts val="1100"/>
              <a:buFont typeface="Arial"/>
              <a:buNone/>
            </a:pPr>
            <a:r>
              <a:rPr lang="en-GB" sz="1800">
                <a:latin typeface="Lexend"/>
                <a:ea typeface="Lexend"/>
                <a:cs typeface="Lexend"/>
                <a:sym typeface="Lexend"/>
              </a:rPr>
              <a:t>24°</a:t>
            </a:r>
            <a:endParaRPr sz="1800">
              <a:latin typeface="Lexend"/>
              <a:ea typeface="Lexend"/>
              <a:cs typeface="Lexend"/>
              <a:sym typeface="Lexend"/>
            </a:endParaRPr>
          </a:p>
        </p:txBody>
      </p:sp>
      <p:sp>
        <p:nvSpPr>
          <p:cNvPr id="1621" name="Google Shape;1621;p86"/>
          <p:cNvSpPr txBox="1"/>
          <p:nvPr/>
        </p:nvSpPr>
        <p:spPr>
          <a:xfrm>
            <a:off x="3786125" y="4260697"/>
            <a:ext cx="827100" cy="2424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Clr>
                <a:srgbClr val="000000"/>
              </a:buClr>
              <a:buSzPts val="1100"/>
              <a:buFont typeface="Arial"/>
              <a:buNone/>
            </a:pPr>
            <a:r>
              <a:rPr i="1" lang="en-GB" sz="2200">
                <a:solidFill>
                  <a:srgbClr val="000000"/>
                </a:solidFill>
                <a:latin typeface="Times New Roman"/>
                <a:ea typeface="Times New Roman"/>
                <a:cs typeface="Times New Roman"/>
                <a:sym typeface="Times New Roman"/>
              </a:rPr>
              <a:t>a</a:t>
            </a:r>
            <a:r>
              <a:rPr lang="en-GB" sz="1800">
                <a:solidFill>
                  <a:srgbClr val="000000"/>
                </a:solidFill>
                <a:latin typeface="Lexend"/>
                <a:ea typeface="Lexend"/>
                <a:cs typeface="Lexend"/>
                <a:sym typeface="Lexend"/>
              </a:rPr>
              <a:t> cm</a:t>
            </a:r>
            <a:endParaRPr sz="1800">
              <a:latin typeface="Lexend"/>
              <a:ea typeface="Lexend"/>
              <a:cs typeface="Lexend"/>
              <a:sym typeface="Lexend"/>
            </a:endParaRPr>
          </a:p>
        </p:txBody>
      </p:sp>
      <p:sp>
        <p:nvSpPr>
          <p:cNvPr id="1622" name="Google Shape;1622;p86"/>
          <p:cNvSpPr/>
          <p:nvPr/>
        </p:nvSpPr>
        <p:spPr>
          <a:xfrm>
            <a:off x="6261965" y="3785688"/>
            <a:ext cx="230400" cy="230400"/>
          </a:xfrm>
          <a:prstGeom prst="rect">
            <a:avLst/>
          </a:prstGeom>
          <a:noFill/>
          <a:ln cap="flat" cmpd="sng" w="28575">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sp>
        <p:nvSpPr>
          <p:cNvPr id="1623" name="Google Shape;1623;p86"/>
          <p:cNvSpPr/>
          <p:nvPr/>
        </p:nvSpPr>
        <p:spPr>
          <a:xfrm>
            <a:off x="7288274" y="3785688"/>
            <a:ext cx="230400" cy="230400"/>
          </a:xfrm>
          <a:prstGeom prst="rect">
            <a:avLst/>
          </a:prstGeom>
          <a:noFill/>
          <a:ln cap="flat" cmpd="sng" w="28575">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sp>
        <p:nvSpPr>
          <p:cNvPr id="1624" name="Google Shape;1624;p86"/>
          <p:cNvSpPr/>
          <p:nvPr/>
        </p:nvSpPr>
        <p:spPr>
          <a:xfrm>
            <a:off x="8059261" y="3785688"/>
            <a:ext cx="230400" cy="230400"/>
          </a:xfrm>
          <a:prstGeom prst="rect">
            <a:avLst/>
          </a:prstGeom>
          <a:noFill/>
          <a:ln cap="flat" cmpd="sng" w="28575">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sp>
        <p:nvSpPr>
          <p:cNvPr id="1625" name="Google Shape;1625;p86"/>
          <p:cNvSpPr txBox="1"/>
          <p:nvPr/>
        </p:nvSpPr>
        <p:spPr>
          <a:xfrm>
            <a:off x="5738225" y="4249595"/>
            <a:ext cx="632700" cy="2646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lang="en-GB" sz="1800">
                <a:latin typeface="Lexend"/>
                <a:ea typeface="Lexend"/>
                <a:cs typeface="Lexend"/>
                <a:sym typeface="Lexend"/>
              </a:rPr>
              <a:t>11 cm</a:t>
            </a:r>
            <a:endParaRPr sz="1800">
              <a:latin typeface="Lexend"/>
              <a:ea typeface="Lexend"/>
              <a:cs typeface="Lexend"/>
              <a:sym typeface="Lexend"/>
            </a:endParaRPr>
          </a:p>
        </p:txBody>
      </p:sp>
      <p:cxnSp>
        <p:nvCxnSpPr>
          <p:cNvPr id="1626" name="Google Shape;1626;p86"/>
          <p:cNvCxnSpPr/>
          <p:nvPr/>
        </p:nvCxnSpPr>
        <p:spPr>
          <a:xfrm rot="10800000">
            <a:off x="2788325" y="4214775"/>
            <a:ext cx="2822700" cy="0"/>
          </a:xfrm>
          <a:prstGeom prst="straightConnector1">
            <a:avLst/>
          </a:prstGeom>
          <a:noFill/>
          <a:ln cap="flat" cmpd="sng" w="28575">
            <a:solidFill>
              <a:srgbClr val="845AD9"/>
            </a:solidFill>
            <a:prstDash val="solid"/>
            <a:round/>
            <a:headEnd len="med" w="med" type="triangle"/>
            <a:tailEnd len="med" w="med" type="triangle"/>
          </a:ln>
        </p:spPr>
      </p:cxnSp>
      <p:sp>
        <p:nvSpPr>
          <p:cNvPr id="1627" name="Google Shape;1627;p86"/>
          <p:cNvSpPr txBox="1"/>
          <p:nvPr/>
        </p:nvSpPr>
        <p:spPr>
          <a:xfrm>
            <a:off x="6653770" y="4249601"/>
            <a:ext cx="699000" cy="2646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i="1" lang="en-GB" sz="2200">
                <a:solidFill>
                  <a:srgbClr val="000000"/>
                </a:solidFill>
                <a:latin typeface="Times New Roman"/>
                <a:ea typeface="Times New Roman"/>
                <a:cs typeface="Times New Roman"/>
                <a:sym typeface="Times New Roman"/>
              </a:rPr>
              <a:t>c</a:t>
            </a:r>
            <a:r>
              <a:rPr lang="en-GB" sz="1800">
                <a:solidFill>
                  <a:srgbClr val="000000"/>
                </a:solidFill>
                <a:latin typeface="Lexend"/>
                <a:ea typeface="Lexend"/>
                <a:cs typeface="Lexend"/>
                <a:sym typeface="Lexend"/>
              </a:rPr>
              <a:t> cm</a:t>
            </a:r>
            <a:endParaRPr sz="1800">
              <a:latin typeface="Lexend"/>
              <a:ea typeface="Lexend"/>
              <a:cs typeface="Lexend"/>
              <a:sym typeface="Lexend"/>
            </a:endParaRPr>
          </a:p>
        </p:txBody>
      </p:sp>
      <p:cxnSp>
        <p:nvCxnSpPr>
          <p:cNvPr id="1628" name="Google Shape;1628;p86"/>
          <p:cNvCxnSpPr/>
          <p:nvPr/>
        </p:nvCxnSpPr>
        <p:spPr>
          <a:xfrm>
            <a:off x="5611025" y="4214775"/>
            <a:ext cx="887100" cy="0"/>
          </a:xfrm>
          <a:prstGeom prst="straightConnector1">
            <a:avLst/>
          </a:prstGeom>
          <a:noFill/>
          <a:ln cap="flat" cmpd="sng" w="28575">
            <a:solidFill>
              <a:srgbClr val="845AD9"/>
            </a:solidFill>
            <a:prstDash val="solid"/>
            <a:round/>
            <a:headEnd len="med" w="med" type="triangle"/>
            <a:tailEnd len="med" w="med" type="triangle"/>
          </a:ln>
        </p:spPr>
      </p:cxnSp>
      <p:cxnSp>
        <p:nvCxnSpPr>
          <p:cNvPr id="1629" name="Google Shape;1629;p86"/>
          <p:cNvCxnSpPr/>
          <p:nvPr/>
        </p:nvCxnSpPr>
        <p:spPr>
          <a:xfrm rot="10800000">
            <a:off x="6498225" y="4215550"/>
            <a:ext cx="1010100" cy="0"/>
          </a:xfrm>
          <a:prstGeom prst="straightConnector1">
            <a:avLst/>
          </a:prstGeom>
          <a:noFill/>
          <a:ln cap="flat" cmpd="sng" w="28575">
            <a:solidFill>
              <a:srgbClr val="845AD9"/>
            </a:solidFill>
            <a:prstDash val="solid"/>
            <a:round/>
            <a:headEnd len="med" w="med" type="triangle"/>
            <a:tailEnd len="med" w="med" type="triangle"/>
          </a:ln>
        </p:spPr>
      </p:cxnSp>
      <p:cxnSp>
        <p:nvCxnSpPr>
          <p:cNvPr id="1630" name="Google Shape;1630;p86"/>
          <p:cNvCxnSpPr/>
          <p:nvPr/>
        </p:nvCxnSpPr>
        <p:spPr>
          <a:xfrm>
            <a:off x="7508325" y="4214775"/>
            <a:ext cx="782700" cy="0"/>
          </a:xfrm>
          <a:prstGeom prst="straightConnector1">
            <a:avLst/>
          </a:prstGeom>
          <a:noFill/>
          <a:ln cap="flat" cmpd="sng" w="28575">
            <a:solidFill>
              <a:srgbClr val="845AD9"/>
            </a:solidFill>
            <a:prstDash val="solid"/>
            <a:round/>
            <a:headEnd len="med" w="med" type="triangle"/>
            <a:tailEnd len="med" w="med" type="triangle"/>
          </a:ln>
        </p:spPr>
      </p:cxnSp>
      <p:sp>
        <p:nvSpPr>
          <p:cNvPr id="1631" name="Google Shape;1631;p86"/>
          <p:cNvSpPr txBox="1"/>
          <p:nvPr/>
        </p:nvSpPr>
        <p:spPr>
          <a:xfrm>
            <a:off x="7583325" y="4249595"/>
            <a:ext cx="632700" cy="2646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lang="en-GB" sz="1800">
                <a:solidFill>
                  <a:srgbClr val="000000"/>
                </a:solidFill>
                <a:latin typeface="Lexend"/>
                <a:ea typeface="Lexend"/>
                <a:cs typeface="Lexend"/>
                <a:sym typeface="Lexend"/>
              </a:rPr>
              <a:t>5 cm</a:t>
            </a:r>
            <a:endParaRPr i="1" sz="2200">
              <a:latin typeface="Times New Roman"/>
              <a:ea typeface="Times New Roman"/>
              <a:cs typeface="Times New Roman"/>
              <a:sym typeface="Times New Roman"/>
            </a:endParaRPr>
          </a:p>
        </p:txBody>
      </p:sp>
      <p:sp>
        <p:nvSpPr>
          <p:cNvPr id="1632" name="Google Shape;1632;p86"/>
          <p:cNvSpPr txBox="1"/>
          <p:nvPr/>
        </p:nvSpPr>
        <p:spPr>
          <a:xfrm>
            <a:off x="3742325" y="2827390"/>
            <a:ext cx="827100" cy="2424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Clr>
                <a:srgbClr val="000000"/>
              </a:buClr>
              <a:buSzPts val="1100"/>
              <a:buFont typeface="Arial"/>
              <a:buNone/>
            </a:pPr>
            <a:r>
              <a:rPr lang="en-GB" sz="1800">
                <a:latin typeface="Lexend"/>
                <a:ea typeface="Lexend"/>
                <a:cs typeface="Lexend"/>
                <a:sym typeface="Lexend"/>
              </a:rPr>
              <a:t>37 cm</a:t>
            </a:r>
            <a:endParaRPr sz="1800">
              <a:latin typeface="Lexend"/>
              <a:ea typeface="Lexend"/>
              <a:cs typeface="Lexend"/>
              <a:sym typeface="Lexend"/>
            </a:endParaRPr>
          </a:p>
        </p:txBody>
      </p:sp>
      <p:cxnSp>
        <p:nvCxnSpPr>
          <p:cNvPr id="1633" name="Google Shape;1633;p86"/>
          <p:cNvCxnSpPr/>
          <p:nvPr/>
        </p:nvCxnSpPr>
        <p:spPr>
          <a:xfrm flipH="1">
            <a:off x="2788278" y="2563703"/>
            <a:ext cx="2822400" cy="1251300"/>
          </a:xfrm>
          <a:prstGeom prst="straightConnector1">
            <a:avLst/>
          </a:prstGeom>
          <a:noFill/>
          <a:ln cap="flat" cmpd="sng" w="28575">
            <a:solidFill>
              <a:srgbClr val="845AD9"/>
            </a:solidFill>
            <a:prstDash val="solid"/>
            <a:round/>
            <a:headEnd len="med" w="med" type="triangle"/>
            <a:tailEnd len="med" w="med" type="triangle"/>
          </a:ln>
        </p:spPr>
      </p:cxnSp>
      <p:cxnSp>
        <p:nvCxnSpPr>
          <p:cNvPr id="1634" name="Google Shape;1634;p86"/>
          <p:cNvCxnSpPr/>
          <p:nvPr/>
        </p:nvCxnSpPr>
        <p:spPr>
          <a:xfrm flipH="1" rot="10800000">
            <a:off x="5610678" y="2172503"/>
            <a:ext cx="881700" cy="391200"/>
          </a:xfrm>
          <a:prstGeom prst="straightConnector1">
            <a:avLst/>
          </a:prstGeom>
          <a:noFill/>
          <a:ln cap="flat" cmpd="sng" w="28575">
            <a:solidFill>
              <a:srgbClr val="845AD9"/>
            </a:solidFill>
            <a:prstDash val="solid"/>
            <a:round/>
            <a:headEnd len="med" w="med" type="triangle"/>
            <a:tailEnd len="med" w="med" type="triangle"/>
          </a:ln>
        </p:spPr>
      </p:cxnSp>
      <p:cxnSp>
        <p:nvCxnSpPr>
          <p:cNvPr id="1635" name="Google Shape;1635;p86"/>
          <p:cNvCxnSpPr/>
          <p:nvPr/>
        </p:nvCxnSpPr>
        <p:spPr>
          <a:xfrm flipH="1">
            <a:off x="6492376" y="1717405"/>
            <a:ext cx="1026300" cy="455100"/>
          </a:xfrm>
          <a:prstGeom prst="straightConnector1">
            <a:avLst/>
          </a:prstGeom>
          <a:noFill/>
          <a:ln cap="flat" cmpd="sng" w="28575">
            <a:solidFill>
              <a:srgbClr val="845AD9"/>
            </a:solidFill>
            <a:prstDash val="solid"/>
            <a:round/>
            <a:headEnd len="med" w="med" type="triangle"/>
            <a:tailEnd len="med" w="med" type="triangle"/>
          </a:ln>
        </p:spPr>
      </p:cxnSp>
      <p:cxnSp>
        <p:nvCxnSpPr>
          <p:cNvPr id="1636" name="Google Shape;1636;p86"/>
          <p:cNvCxnSpPr/>
          <p:nvPr/>
        </p:nvCxnSpPr>
        <p:spPr>
          <a:xfrm flipH="1" rot="10800000">
            <a:off x="7518676" y="1376005"/>
            <a:ext cx="771300" cy="341400"/>
          </a:xfrm>
          <a:prstGeom prst="straightConnector1">
            <a:avLst/>
          </a:prstGeom>
          <a:noFill/>
          <a:ln cap="flat" cmpd="sng" w="28575">
            <a:solidFill>
              <a:srgbClr val="845AD9"/>
            </a:solidFill>
            <a:prstDash val="solid"/>
            <a:round/>
            <a:headEnd len="med" w="med" type="triangle"/>
            <a:tailEnd len="med" w="med" type="triangle"/>
          </a:ln>
        </p:spPr>
      </p:cxnSp>
      <p:sp>
        <p:nvSpPr>
          <p:cNvPr id="1637" name="Google Shape;1637;p86"/>
          <p:cNvSpPr txBox="1"/>
          <p:nvPr/>
        </p:nvSpPr>
        <p:spPr>
          <a:xfrm>
            <a:off x="5627375" y="2055200"/>
            <a:ext cx="632700" cy="264600"/>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None/>
            </a:pPr>
            <a:r>
              <a:rPr i="1" lang="en-GB" sz="2200">
                <a:latin typeface="Times New Roman"/>
                <a:ea typeface="Times New Roman"/>
                <a:cs typeface="Times New Roman"/>
                <a:sym typeface="Times New Roman"/>
              </a:rPr>
              <a:t>b</a:t>
            </a:r>
            <a:r>
              <a:rPr lang="en-GB" sz="1800">
                <a:latin typeface="Lexend"/>
                <a:ea typeface="Lexend"/>
                <a:cs typeface="Lexend"/>
                <a:sym typeface="Lexend"/>
              </a:rPr>
              <a:t> cm</a:t>
            </a:r>
            <a:endParaRPr sz="1800">
              <a:latin typeface="Lexend"/>
              <a:ea typeface="Lexend"/>
              <a:cs typeface="Lexend"/>
              <a:sym typeface="Lexend"/>
            </a:endParaRPr>
          </a:p>
        </p:txBody>
      </p:sp>
      <p:sp>
        <p:nvSpPr>
          <p:cNvPr id="1638" name="Google Shape;1638;p86"/>
          <p:cNvSpPr txBox="1"/>
          <p:nvPr/>
        </p:nvSpPr>
        <p:spPr>
          <a:xfrm>
            <a:off x="6568570" y="1625232"/>
            <a:ext cx="699000" cy="264600"/>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None/>
            </a:pPr>
            <a:r>
              <a:rPr lang="en-GB" sz="1800">
                <a:latin typeface="Lexend"/>
                <a:ea typeface="Lexend"/>
                <a:cs typeface="Lexend"/>
                <a:sym typeface="Lexend"/>
              </a:rPr>
              <a:t>18 cm</a:t>
            </a:r>
            <a:endParaRPr sz="1800">
              <a:latin typeface="Lexend"/>
              <a:ea typeface="Lexend"/>
              <a:cs typeface="Lexend"/>
              <a:sym typeface="Lexend"/>
            </a:endParaRPr>
          </a:p>
        </p:txBody>
      </p:sp>
      <p:sp>
        <p:nvSpPr>
          <p:cNvPr id="1639" name="Google Shape;1639;p86"/>
          <p:cNvSpPr txBox="1"/>
          <p:nvPr/>
        </p:nvSpPr>
        <p:spPr>
          <a:xfrm>
            <a:off x="7433427" y="1272848"/>
            <a:ext cx="632700" cy="264600"/>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None/>
            </a:pPr>
            <a:r>
              <a:rPr i="1" lang="en-GB" sz="2200">
                <a:latin typeface="Times New Roman"/>
                <a:ea typeface="Times New Roman"/>
                <a:cs typeface="Times New Roman"/>
                <a:sym typeface="Times New Roman"/>
              </a:rPr>
              <a:t>d</a:t>
            </a:r>
            <a:r>
              <a:rPr lang="en-GB" sz="1800">
                <a:latin typeface="Lexend"/>
                <a:ea typeface="Lexend"/>
                <a:cs typeface="Lexend"/>
                <a:sym typeface="Lexend"/>
              </a:rPr>
              <a:t> cm</a:t>
            </a:r>
            <a:endParaRPr sz="1800">
              <a:latin typeface="Lexend"/>
              <a:ea typeface="Lexend"/>
              <a:cs typeface="Lexend"/>
              <a:sym typeface="Lexend"/>
            </a:endParaRPr>
          </a:p>
        </p:txBody>
      </p:sp>
      <p:sp>
        <p:nvSpPr>
          <p:cNvPr id="1640" name="Google Shape;1640;p86"/>
          <p:cNvSpPr txBox="1"/>
          <p:nvPr/>
        </p:nvSpPr>
        <p:spPr>
          <a:xfrm>
            <a:off x="3369600" y="4520700"/>
            <a:ext cx="1735800" cy="307800"/>
          </a:xfrm>
          <a:prstGeom prst="rect">
            <a:avLst/>
          </a:prstGeom>
          <a:noFill/>
          <a:ln>
            <a:noFill/>
          </a:ln>
        </p:spPr>
        <p:txBody>
          <a:bodyPr anchorCtr="0" anchor="t" bIns="0" lIns="0" spcFirstLastPara="1" rIns="0" wrap="square" tIns="0">
            <a:spAutoFit/>
          </a:bodyPr>
          <a:lstStyle/>
          <a:p>
            <a:pPr indent="0" lvl="0" marL="0" rtl="0" algn="ctr">
              <a:spcBef>
                <a:spcPts val="0"/>
              </a:spcBef>
              <a:spcAft>
                <a:spcPts val="0"/>
              </a:spcAft>
              <a:buNone/>
            </a:pPr>
            <a:r>
              <a:rPr lang="en-GB" sz="2000">
                <a:latin typeface="Kalam"/>
                <a:ea typeface="Kalam"/>
                <a:cs typeface="Kalam"/>
                <a:sym typeface="Kalam"/>
              </a:rPr>
              <a:t>34 cm</a:t>
            </a:r>
            <a:endParaRPr sz="2000">
              <a:latin typeface="Kalam"/>
              <a:ea typeface="Kalam"/>
              <a:cs typeface="Kalam"/>
              <a:sym typeface="Kalam"/>
            </a:endParaRPr>
          </a:p>
        </p:txBody>
      </p:sp>
      <p:sp>
        <p:nvSpPr>
          <p:cNvPr id="1641" name="Google Shape;1641;p86"/>
          <p:cNvSpPr txBox="1"/>
          <p:nvPr/>
        </p:nvSpPr>
        <p:spPr>
          <a:xfrm>
            <a:off x="5138150" y="1766450"/>
            <a:ext cx="1379700" cy="307800"/>
          </a:xfrm>
          <a:prstGeom prst="rect">
            <a:avLst/>
          </a:prstGeom>
          <a:noFill/>
          <a:ln>
            <a:noFill/>
          </a:ln>
        </p:spPr>
        <p:txBody>
          <a:bodyPr anchorCtr="0" anchor="t" bIns="0" lIns="0" spcFirstLastPara="1" rIns="0" wrap="square" tIns="0">
            <a:spAutoFit/>
          </a:bodyPr>
          <a:lstStyle/>
          <a:p>
            <a:pPr indent="0" lvl="0" marL="0" rtl="0" algn="ctr">
              <a:spcBef>
                <a:spcPts val="0"/>
              </a:spcBef>
              <a:spcAft>
                <a:spcPts val="0"/>
              </a:spcAft>
              <a:buNone/>
            </a:pPr>
            <a:r>
              <a:rPr lang="en-GB" sz="2000">
                <a:latin typeface="Kalam"/>
                <a:ea typeface="Kalam"/>
                <a:cs typeface="Kalam"/>
                <a:sym typeface="Kalam"/>
              </a:rPr>
              <a:t>12 cm</a:t>
            </a:r>
            <a:endParaRPr sz="2000">
              <a:latin typeface="Kalam"/>
              <a:ea typeface="Kalam"/>
              <a:cs typeface="Kalam"/>
              <a:sym typeface="Kalam"/>
            </a:endParaRPr>
          </a:p>
        </p:txBody>
      </p:sp>
      <p:sp>
        <p:nvSpPr>
          <p:cNvPr id="1642" name="Google Shape;1642;p86"/>
          <p:cNvSpPr txBox="1"/>
          <p:nvPr/>
        </p:nvSpPr>
        <p:spPr>
          <a:xfrm>
            <a:off x="6370926" y="4498450"/>
            <a:ext cx="1553700" cy="307800"/>
          </a:xfrm>
          <a:prstGeom prst="rect">
            <a:avLst/>
          </a:prstGeom>
          <a:noFill/>
          <a:ln>
            <a:noFill/>
          </a:ln>
        </p:spPr>
        <p:txBody>
          <a:bodyPr anchorCtr="0" anchor="t" bIns="0" lIns="0" spcFirstLastPara="1" rIns="0" wrap="square" tIns="0">
            <a:spAutoFit/>
          </a:bodyPr>
          <a:lstStyle/>
          <a:p>
            <a:pPr indent="0" lvl="0" marL="0" rtl="0" algn="ctr">
              <a:spcBef>
                <a:spcPts val="0"/>
              </a:spcBef>
              <a:spcAft>
                <a:spcPts val="0"/>
              </a:spcAft>
              <a:buNone/>
            </a:pPr>
            <a:r>
              <a:rPr lang="en-GB" sz="2000">
                <a:latin typeface="Kalam"/>
                <a:ea typeface="Kalam"/>
                <a:cs typeface="Kalam"/>
                <a:sym typeface="Kalam"/>
              </a:rPr>
              <a:t>16 cm</a:t>
            </a:r>
            <a:endParaRPr sz="2000">
              <a:latin typeface="Kalam"/>
              <a:ea typeface="Kalam"/>
              <a:cs typeface="Kalam"/>
              <a:sym typeface="Kalam"/>
            </a:endParaRPr>
          </a:p>
        </p:txBody>
      </p:sp>
      <p:sp>
        <p:nvSpPr>
          <p:cNvPr id="1643" name="Google Shape;1643;p86"/>
          <p:cNvSpPr txBox="1"/>
          <p:nvPr/>
        </p:nvSpPr>
        <p:spPr>
          <a:xfrm>
            <a:off x="6827281" y="1016575"/>
            <a:ext cx="1379700" cy="307800"/>
          </a:xfrm>
          <a:prstGeom prst="rect">
            <a:avLst/>
          </a:prstGeom>
          <a:noFill/>
          <a:ln>
            <a:noFill/>
          </a:ln>
        </p:spPr>
        <p:txBody>
          <a:bodyPr anchorCtr="0" anchor="t" bIns="0" lIns="0" spcFirstLastPara="1" rIns="0" wrap="square" tIns="0">
            <a:spAutoFit/>
          </a:bodyPr>
          <a:lstStyle/>
          <a:p>
            <a:pPr indent="0" lvl="0" marL="0" rtl="0" algn="ctr">
              <a:spcBef>
                <a:spcPts val="0"/>
              </a:spcBef>
              <a:spcAft>
                <a:spcPts val="0"/>
              </a:spcAft>
              <a:buNone/>
            </a:pPr>
            <a:r>
              <a:rPr lang="en-GB" sz="2000">
                <a:latin typeface="Kalam"/>
                <a:ea typeface="Kalam"/>
                <a:cs typeface="Kalam"/>
                <a:sym typeface="Kalam"/>
              </a:rPr>
              <a:t>5 cm</a:t>
            </a:r>
            <a:endParaRPr sz="2000">
              <a:latin typeface="Kalam"/>
              <a:ea typeface="Kalam"/>
              <a:cs typeface="Kalam"/>
              <a:sym typeface="Kalam"/>
            </a:endParaRPr>
          </a:p>
        </p:txBody>
      </p:sp>
    </p:spTree>
  </p:cSld>
  <p:clrMapOvr>
    <a:masterClrMapping/>
  </p:clrMapOvr>
</p:sld>
</file>

<file path=ppt/slides/slide2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47" name="Shape 1647"/>
        <p:cNvGrpSpPr/>
        <p:nvPr/>
      </p:nvGrpSpPr>
      <p:grpSpPr>
        <a:xfrm>
          <a:off x="0" y="0"/>
          <a:ext cx="0" cy="0"/>
          <a:chOff x="0" y="0"/>
          <a:chExt cx="0" cy="0"/>
        </a:xfrm>
      </p:grpSpPr>
      <p:sp>
        <p:nvSpPr>
          <p:cNvPr id="1648" name="Google Shape;1648;p87"/>
          <p:cNvSpPr txBox="1"/>
          <p:nvPr>
            <p:ph type="title"/>
          </p:nvPr>
        </p:nvSpPr>
        <p:spPr>
          <a:xfrm>
            <a:off x="1225225" y="2090813"/>
            <a:ext cx="6852300" cy="369300"/>
          </a:xfrm>
          <a:prstGeom prst="rect">
            <a:avLst/>
          </a:prstGeom>
        </p:spPr>
        <p:txBody>
          <a:bodyPr anchorCtr="0" anchor="ctr" bIns="0" lIns="0" spcFirstLastPara="1" rIns="0" wrap="square" tIns="0">
            <a:noAutofit/>
          </a:bodyPr>
          <a:lstStyle/>
          <a:p>
            <a:pPr indent="0" lvl="0" marL="0" rtl="0" algn="l">
              <a:spcBef>
                <a:spcPts val="0"/>
              </a:spcBef>
              <a:spcAft>
                <a:spcPts val="0"/>
              </a:spcAft>
              <a:buNone/>
            </a:pPr>
            <a:r>
              <a:rPr lang="en-GB"/>
              <a:t>Formalising the cosine formula</a:t>
            </a:r>
            <a:endParaRPr/>
          </a:p>
        </p:txBody>
      </p:sp>
      <p:sp>
        <p:nvSpPr>
          <p:cNvPr id="1649" name="Google Shape;1649;p87"/>
          <p:cNvSpPr txBox="1"/>
          <p:nvPr>
            <p:ph idx="2" type="title"/>
          </p:nvPr>
        </p:nvSpPr>
        <p:spPr>
          <a:xfrm>
            <a:off x="1225225" y="3027088"/>
            <a:ext cx="6852300" cy="369300"/>
          </a:xfrm>
          <a:prstGeom prst="rect">
            <a:avLst/>
          </a:prstGeom>
        </p:spPr>
        <p:txBody>
          <a:bodyPr anchorCtr="0" anchor="ctr" bIns="0" lIns="0" spcFirstLastPara="1" rIns="0" wrap="square" tIns="0">
            <a:noAutofit/>
          </a:bodyPr>
          <a:lstStyle/>
          <a:p>
            <a:pPr indent="0" lvl="0" marL="0" rtl="0" algn="l">
              <a:spcBef>
                <a:spcPts val="0"/>
              </a:spcBef>
              <a:spcAft>
                <a:spcPts val="0"/>
              </a:spcAft>
              <a:buNone/>
            </a:pPr>
            <a:r>
              <a:rPr lang="en-GB"/>
              <a:t>Calculating angles using the cosine formula</a:t>
            </a:r>
            <a:endParaRPr/>
          </a:p>
        </p:txBody>
      </p:sp>
      <p:sp>
        <p:nvSpPr>
          <p:cNvPr id="1650" name="Google Shape;1650;p87"/>
          <p:cNvSpPr txBox="1"/>
          <p:nvPr>
            <p:ph idx="3" type="title"/>
          </p:nvPr>
        </p:nvSpPr>
        <p:spPr>
          <a:xfrm>
            <a:off x="324000" y="657600"/>
            <a:ext cx="5741400" cy="615600"/>
          </a:xfrm>
          <a:prstGeom prst="rect">
            <a:avLst/>
          </a:prstGeom>
        </p:spPr>
        <p:txBody>
          <a:bodyPr anchorCtr="0" anchor="t" bIns="0" lIns="0" spcFirstLastPara="1" rIns="0" wrap="square" tIns="0">
            <a:noAutofit/>
          </a:bodyPr>
          <a:lstStyle/>
          <a:p>
            <a:pPr indent="0" lvl="0" marL="0" rtl="0" algn="l">
              <a:spcBef>
                <a:spcPts val="0"/>
              </a:spcBef>
              <a:spcAft>
                <a:spcPts val="0"/>
              </a:spcAft>
              <a:buNone/>
            </a:pPr>
            <a:r>
              <a:rPr lang="en-GB"/>
              <a:t>Using the cosine ratio</a:t>
            </a:r>
            <a:endParaRPr/>
          </a:p>
        </p:txBody>
      </p:sp>
      <p:pic>
        <p:nvPicPr>
          <p:cNvPr id="1651" name="Google Shape;1651;p87"/>
          <p:cNvPicPr preferRelativeResize="0"/>
          <p:nvPr/>
        </p:nvPicPr>
        <p:blipFill>
          <a:blip r:embed="rId3">
            <a:alphaModFix/>
          </a:blip>
          <a:stretch>
            <a:fillRect/>
          </a:stretch>
        </p:blipFill>
        <p:spPr>
          <a:xfrm>
            <a:off x="415477" y="2994673"/>
            <a:ext cx="450575" cy="446750"/>
          </a:xfrm>
          <a:prstGeom prst="rect">
            <a:avLst/>
          </a:prstGeom>
          <a:noFill/>
          <a:ln>
            <a:noFill/>
          </a:ln>
        </p:spPr>
      </p:pic>
    </p:spTree>
  </p:cSld>
  <p:clrMapOvr>
    <a:masterClrMapping/>
  </p:clrMapOvr>
</p:sld>
</file>

<file path=ppt/slides/slide2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55" name="Shape 1655"/>
        <p:cNvGrpSpPr/>
        <p:nvPr/>
      </p:nvGrpSpPr>
      <p:grpSpPr>
        <a:xfrm>
          <a:off x="0" y="0"/>
          <a:ext cx="0" cy="0"/>
          <a:chOff x="0" y="0"/>
          <a:chExt cx="0" cy="0"/>
        </a:xfrm>
      </p:grpSpPr>
      <p:pic>
        <p:nvPicPr>
          <p:cNvPr descr="&lt;math xmlns=&quot;http://www.w3.org/1998/Math/MathML&quot; display=&quot;block&quot; data-is-equatio=&quot;1&quot; data-latex=&quot;\frac{\text{adj}}{h}=\cos\left(\theta°\right)\ \ \ \ \ \frac{\text{ad}\text{j}}{\cos\left(\theta°\right)}=h\ \ \ \ \ h\times\cos\left(\theta°\right)=\text{adj}&quot;&gt;&lt;mfrac&gt;&lt;mtext&gt;adj&lt;/mtext&gt;&lt;mi&gt;h&lt;/mi&gt;&lt;/mfrac&gt;&lt;mo&gt;=&lt;/mo&gt;&lt;mi&gt;cos&lt;/mi&gt;&lt;mo data-mjx-texclass=&quot;NONE&quot;&gt;⁡&lt;/mo&gt;&lt;mrow data-mjx-texclass=&quot;INNER&quot;&gt;&lt;mo data-mjx-texclass=&quot;OPEN&quot;&gt;(&lt;/mo&gt;&lt;mi&gt;θ&lt;/mi&gt;&lt;mrow data-mjx-texclass=&quot;ORD&quot;&gt;&lt;mo data-mjx-pseudoscript=&quot;true&quot;&gt;°&lt;/mo&gt;&lt;/mrow&gt;&lt;mo data-mjx-texclass=&quot;CLOSE&quot;&gt;)&lt;/mo&gt;&lt;/mrow&gt;&lt;mtext&gt;&lt;/mtext&gt;&lt;mtext&gt;&lt;/mtext&gt;&lt;mtext&gt;&lt;/mtext&gt;&lt;mtext&gt;&lt;/mtext&gt;&lt;mtext&gt;&lt;/mtext&gt;&lt;mfrac&gt;&lt;mrow&gt;&lt;mtext&gt;ad&lt;/mtext&gt;&lt;mtext&gt;j&lt;/mtext&gt;&lt;/mrow&gt;&lt;mrow&gt;&lt;mi&gt;cos&lt;/mi&gt;&lt;mo data-mjx-texclass=&quot;NONE&quot;&gt;⁡&lt;/mo&gt;&lt;mrow data-mjx-texclass=&quot;INNER&quot;&gt;&lt;mo data-mjx-texclass=&quot;OPEN&quot;&gt;(&lt;/mo&gt;&lt;mi&gt;θ&lt;/mi&gt;&lt;mrow data-mjx-texclass=&quot;ORD&quot;&gt;&lt;mo data-mjx-pseudoscript=&quot;true&quot;&gt;°&lt;/mo&gt;&lt;/mrow&gt;&lt;mo data-mjx-texclass=&quot;CLOSE&quot;&gt;)&lt;/mo&gt;&lt;/mrow&gt;&lt;/mrow&gt;&lt;/mfrac&gt;&lt;mo&gt;=&lt;/mo&gt;&lt;mi&gt;h&lt;/mi&gt;&lt;mtext&gt;&lt;/mtext&gt;&lt;mtext&gt;&lt;/mtext&gt;&lt;mtext&gt;&lt;/mtext&gt;&lt;mtext&gt;&lt;/mtext&gt;&lt;mtext&gt;&lt;/mtext&gt;&lt;mi&gt;h&lt;/mi&gt;&lt;mo&gt;×&lt;/mo&gt;&lt;mi&gt;cos&lt;/mi&gt;&lt;mo data-mjx-texclass=&quot;NONE&quot;&gt;⁡&lt;/mo&gt;&lt;mrow data-mjx-texclass=&quot;INNER&quot;&gt;&lt;mo data-mjx-texclass=&quot;OPEN&quot;&gt;(&lt;/mo&gt;&lt;mi&gt;θ&lt;/mi&gt;&lt;mrow data-mjx-texclass=&quot;ORD&quot;&gt;&lt;mo data-mjx-pseudoscript=&quot;true&quot;&gt;°&lt;/mo&gt;&lt;/mrow&gt;&lt;mo data-mjx-texclass=&quot;CLOSE&quot;&gt;)&lt;/mo&gt;&lt;/mrow&gt;&lt;mo&gt;=&lt;/mo&gt;&lt;mtext&gt;adj&lt;/mtext&gt;&lt;/math&gt;" id="1656" name="Google Shape;1656;p88" title="adj over h equals cosine theta degrees the fraction with numerator ad j and denominator cosine theta degrees equals h h times cosine theta degrees equals adj"/>
          <p:cNvPicPr preferRelativeResize="0"/>
          <p:nvPr/>
        </p:nvPicPr>
        <p:blipFill rotWithShape="1">
          <a:blip r:embed="rId3">
            <a:alphaModFix/>
          </a:blip>
          <a:srcRect b="0" l="64787" r="0" t="0"/>
          <a:stretch/>
        </p:blipFill>
        <p:spPr>
          <a:xfrm>
            <a:off x="662040" y="3437630"/>
            <a:ext cx="2005649" cy="655425"/>
          </a:xfrm>
          <a:prstGeom prst="rect">
            <a:avLst/>
          </a:prstGeom>
          <a:noFill/>
          <a:ln>
            <a:noFill/>
          </a:ln>
        </p:spPr>
      </p:pic>
      <p:pic>
        <p:nvPicPr>
          <p:cNvPr descr="&lt;math xmlns=&quot;http://www.w3.org/1998/Math/MathML&quot; display=&quot;block&quot; data-is-equatio=&quot;1&quot; data-latex=&quot;\frac{\text{adj}}{h}=\cos\left(\theta°\right)\ \ \ \ \ \frac{\text{ad}\text{j}}{\cos\left(\theta°\right)}=h\ \ \ \ \ h\times\cos\left(\theta°\right)=\text{adj}&quot;&gt;&lt;mfrac&gt;&lt;mtext&gt;adj&lt;/mtext&gt;&lt;mi&gt;h&lt;/mi&gt;&lt;/mfrac&gt;&lt;mo&gt;=&lt;/mo&gt;&lt;mi&gt;cos&lt;/mi&gt;&lt;mo data-mjx-texclass=&quot;NONE&quot;&gt;⁡&lt;/mo&gt;&lt;mrow data-mjx-texclass=&quot;INNER&quot;&gt;&lt;mo data-mjx-texclass=&quot;OPEN&quot;&gt;(&lt;/mo&gt;&lt;mi&gt;θ&lt;/mi&gt;&lt;mrow data-mjx-texclass=&quot;ORD&quot;&gt;&lt;mo data-mjx-pseudoscript=&quot;true&quot;&gt;°&lt;/mo&gt;&lt;/mrow&gt;&lt;mo data-mjx-texclass=&quot;CLOSE&quot;&gt;)&lt;/mo&gt;&lt;/mrow&gt;&lt;mtext&gt;&lt;/mtext&gt;&lt;mtext&gt;&lt;/mtext&gt;&lt;mtext&gt;&lt;/mtext&gt;&lt;mtext&gt;&lt;/mtext&gt;&lt;mtext&gt;&lt;/mtext&gt;&lt;mfrac&gt;&lt;mrow&gt;&lt;mtext&gt;ad&lt;/mtext&gt;&lt;mtext&gt;j&lt;/mtext&gt;&lt;/mrow&gt;&lt;mrow&gt;&lt;mi&gt;cos&lt;/mi&gt;&lt;mo data-mjx-texclass=&quot;NONE&quot;&gt;⁡&lt;/mo&gt;&lt;mrow data-mjx-texclass=&quot;INNER&quot;&gt;&lt;mo data-mjx-texclass=&quot;OPEN&quot;&gt;(&lt;/mo&gt;&lt;mi&gt;θ&lt;/mi&gt;&lt;mrow data-mjx-texclass=&quot;ORD&quot;&gt;&lt;mo data-mjx-pseudoscript=&quot;true&quot;&gt;°&lt;/mo&gt;&lt;/mrow&gt;&lt;mo data-mjx-texclass=&quot;CLOSE&quot;&gt;)&lt;/mo&gt;&lt;/mrow&gt;&lt;/mrow&gt;&lt;/mfrac&gt;&lt;mo&gt;=&lt;/mo&gt;&lt;mi&gt;h&lt;/mi&gt;&lt;mtext&gt;&lt;/mtext&gt;&lt;mtext&gt;&lt;/mtext&gt;&lt;mtext&gt;&lt;/mtext&gt;&lt;mtext&gt;&lt;/mtext&gt;&lt;mtext&gt;&lt;/mtext&gt;&lt;mi&gt;h&lt;/mi&gt;&lt;mo&gt;×&lt;/mo&gt;&lt;mi&gt;cos&lt;/mi&gt;&lt;mo data-mjx-texclass=&quot;NONE&quot;&gt;⁡&lt;/mo&gt;&lt;mrow data-mjx-texclass=&quot;INNER&quot;&gt;&lt;mo data-mjx-texclass=&quot;OPEN&quot;&gt;(&lt;/mo&gt;&lt;mi&gt;θ&lt;/mi&gt;&lt;mrow data-mjx-texclass=&quot;ORD&quot;&gt;&lt;mo data-mjx-pseudoscript=&quot;true&quot;&gt;°&lt;/mo&gt;&lt;/mrow&gt;&lt;mo data-mjx-texclass=&quot;CLOSE&quot;&gt;)&lt;/mo&gt;&lt;/mrow&gt;&lt;mo&gt;=&lt;/mo&gt;&lt;mtext&gt;adj&lt;/mtext&gt;&lt;/math&gt;" id="1657" name="Google Shape;1657;p88" title="adj over h equals cosine theta degrees the fraction with numerator ad j and denominator cosine theta degrees equals h h times cosine theta degrees equals adj"/>
          <p:cNvPicPr preferRelativeResize="0"/>
          <p:nvPr/>
        </p:nvPicPr>
        <p:blipFill rotWithShape="1">
          <a:blip r:embed="rId3">
            <a:alphaModFix/>
          </a:blip>
          <a:srcRect b="0" l="34162" r="36761" t="0"/>
          <a:stretch/>
        </p:blipFill>
        <p:spPr>
          <a:xfrm>
            <a:off x="5758849" y="3260445"/>
            <a:ext cx="1656126" cy="655425"/>
          </a:xfrm>
          <a:prstGeom prst="rect">
            <a:avLst/>
          </a:prstGeom>
          <a:noFill/>
          <a:ln>
            <a:noFill/>
          </a:ln>
        </p:spPr>
      </p:pic>
      <p:grpSp>
        <p:nvGrpSpPr>
          <p:cNvPr id="1658" name="Google Shape;1658;p88"/>
          <p:cNvGrpSpPr/>
          <p:nvPr/>
        </p:nvGrpSpPr>
        <p:grpSpPr>
          <a:xfrm>
            <a:off x="1915491" y="2010413"/>
            <a:ext cx="2238535" cy="1863112"/>
            <a:chOff x="1915491" y="2010413"/>
            <a:chExt cx="2238535" cy="1863112"/>
          </a:xfrm>
        </p:grpSpPr>
        <p:sp>
          <p:nvSpPr>
            <p:cNvPr id="1659" name="Google Shape;1659;p88"/>
            <p:cNvSpPr/>
            <p:nvPr/>
          </p:nvSpPr>
          <p:spPr>
            <a:xfrm>
              <a:off x="2699325" y="2418825"/>
              <a:ext cx="1454700" cy="1454700"/>
            </a:xfrm>
            <a:prstGeom prst="arc">
              <a:avLst>
                <a:gd fmla="val 10771373" name="adj1"/>
                <a:gd fmla="val 12861570" name="adj2"/>
              </a:avLst>
            </a:prstGeom>
            <a:solidFill>
              <a:srgbClr val="F3EEFB"/>
            </a:solidFill>
            <a:ln cap="flat" cmpd="sng" w="2857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grpSp>
          <p:nvGrpSpPr>
            <p:cNvPr id="1660" name="Google Shape;1660;p88"/>
            <p:cNvGrpSpPr/>
            <p:nvPr/>
          </p:nvGrpSpPr>
          <p:grpSpPr>
            <a:xfrm rot="5400000">
              <a:off x="2093505" y="1832399"/>
              <a:ext cx="1255675" cy="1611703"/>
              <a:chOff x="-2127408" y="1373085"/>
              <a:chExt cx="1171667" cy="1751090"/>
            </a:xfrm>
          </p:grpSpPr>
          <p:sp>
            <p:nvSpPr>
              <p:cNvPr id="1661" name="Google Shape;1661;p88"/>
              <p:cNvSpPr/>
              <p:nvPr/>
            </p:nvSpPr>
            <p:spPr>
              <a:xfrm rot="-5400000">
                <a:off x="-2375725" y="1809575"/>
                <a:ext cx="1668300" cy="960900"/>
              </a:xfrm>
              <a:prstGeom prst="rtTriangle">
                <a:avLst/>
              </a:prstGeom>
              <a:noFill/>
              <a:ln cap="flat" cmpd="sng" w="28575">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cxnSp>
            <p:nvCxnSpPr>
              <p:cNvPr id="1662" name="Google Shape;1662;p88"/>
              <p:cNvCxnSpPr/>
              <p:nvPr/>
            </p:nvCxnSpPr>
            <p:spPr>
              <a:xfrm rot="5400000">
                <a:off x="-2481108" y="1726785"/>
                <a:ext cx="1668300" cy="960900"/>
              </a:xfrm>
              <a:prstGeom prst="straightConnector1">
                <a:avLst/>
              </a:prstGeom>
              <a:noFill/>
              <a:ln cap="flat" cmpd="sng" w="28575">
                <a:solidFill>
                  <a:schemeClr val="accent5"/>
                </a:solidFill>
                <a:prstDash val="solid"/>
                <a:round/>
                <a:headEnd len="med" w="med" type="triangle"/>
                <a:tailEnd len="med" w="med" type="triangle"/>
              </a:ln>
            </p:spPr>
          </p:cxnSp>
          <p:cxnSp>
            <p:nvCxnSpPr>
              <p:cNvPr id="1663" name="Google Shape;1663;p88"/>
              <p:cNvCxnSpPr/>
              <p:nvPr/>
            </p:nvCxnSpPr>
            <p:spPr>
              <a:xfrm rot="-5400000">
                <a:off x="-1789892" y="2290025"/>
                <a:ext cx="1668300" cy="0"/>
              </a:xfrm>
              <a:prstGeom prst="straightConnector1">
                <a:avLst/>
              </a:prstGeom>
              <a:noFill/>
              <a:ln cap="flat" cmpd="sng" w="28575">
                <a:solidFill>
                  <a:schemeClr val="accent5"/>
                </a:solidFill>
                <a:prstDash val="solid"/>
                <a:round/>
                <a:headEnd len="med" w="med" type="triangle"/>
                <a:tailEnd len="med" w="med" type="triangle"/>
              </a:ln>
            </p:spPr>
          </p:cxnSp>
        </p:grpSp>
        <p:sp>
          <p:nvSpPr>
            <p:cNvPr id="1664" name="Google Shape;1664;p88"/>
            <p:cNvSpPr txBox="1"/>
            <p:nvPr/>
          </p:nvSpPr>
          <p:spPr>
            <a:xfrm>
              <a:off x="2723075" y="2953150"/>
              <a:ext cx="434700" cy="1476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Clr>
                  <a:srgbClr val="000000"/>
                </a:buClr>
                <a:buSzPts val="1100"/>
                <a:buFont typeface="Arial"/>
                <a:buNone/>
              </a:pPr>
              <a:r>
                <a:rPr lang="en-GB" sz="1800">
                  <a:latin typeface="Lexend"/>
                  <a:ea typeface="Lexend"/>
                  <a:cs typeface="Lexend"/>
                  <a:sym typeface="Lexend"/>
                </a:rPr>
                <a:t>40</a:t>
              </a:r>
              <a:r>
                <a:rPr lang="en-GB" sz="1800">
                  <a:solidFill>
                    <a:srgbClr val="000000"/>
                  </a:solidFill>
                  <a:latin typeface="Lexend"/>
                  <a:ea typeface="Lexend"/>
                  <a:cs typeface="Lexend"/>
                  <a:sym typeface="Lexend"/>
                </a:rPr>
                <a:t>°</a:t>
              </a:r>
              <a:endParaRPr sz="1800">
                <a:latin typeface="Lexend"/>
                <a:ea typeface="Lexend"/>
                <a:cs typeface="Lexend"/>
                <a:sym typeface="Lexend"/>
              </a:endParaRPr>
            </a:p>
          </p:txBody>
        </p:sp>
        <p:sp>
          <p:nvSpPr>
            <p:cNvPr id="1665" name="Google Shape;1665;p88"/>
            <p:cNvSpPr txBox="1"/>
            <p:nvPr/>
          </p:nvSpPr>
          <p:spPr>
            <a:xfrm>
              <a:off x="2608268" y="2310240"/>
              <a:ext cx="827100" cy="2424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Clr>
                  <a:srgbClr val="000000"/>
                </a:buClr>
                <a:buSzPts val="1100"/>
                <a:buFont typeface="Arial"/>
                <a:buNone/>
              </a:pPr>
              <a:r>
                <a:rPr lang="en-GB" sz="1800">
                  <a:latin typeface="Lexend"/>
                  <a:ea typeface="Lexend"/>
                  <a:cs typeface="Lexend"/>
                  <a:sym typeface="Lexend"/>
                </a:rPr>
                <a:t>6 cm</a:t>
              </a:r>
              <a:endParaRPr sz="1800">
                <a:latin typeface="Lexend"/>
                <a:ea typeface="Lexend"/>
                <a:cs typeface="Lexend"/>
                <a:sym typeface="Lexend"/>
              </a:endParaRPr>
            </a:p>
          </p:txBody>
        </p:sp>
        <p:sp>
          <p:nvSpPr>
            <p:cNvPr id="1666" name="Google Shape;1666;p88"/>
            <p:cNvSpPr txBox="1"/>
            <p:nvPr/>
          </p:nvSpPr>
          <p:spPr>
            <a:xfrm>
              <a:off x="2251325" y="3280797"/>
              <a:ext cx="827100" cy="2424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Clr>
                  <a:srgbClr val="000000"/>
                </a:buClr>
                <a:buSzPts val="1100"/>
                <a:buFont typeface="Arial"/>
                <a:buNone/>
              </a:pPr>
              <a:r>
                <a:rPr lang="en-GB" sz="1800">
                  <a:latin typeface="Lexend"/>
                  <a:ea typeface="Lexend"/>
                  <a:cs typeface="Lexend"/>
                  <a:sym typeface="Lexend"/>
                </a:rPr>
                <a:t>adj</a:t>
              </a:r>
              <a:endParaRPr sz="1800">
                <a:latin typeface="Lexend"/>
                <a:ea typeface="Lexend"/>
                <a:cs typeface="Lexend"/>
                <a:sym typeface="Lexend"/>
              </a:endParaRPr>
            </a:p>
          </p:txBody>
        </p:sp>
      </p:grpSp>
      <p:sp>
        <p:nvSpPr>
          <p:cNvPr id="1667" name="Google Shape;1667;p88"/>
          <p:cNvSpPr txBox="1"/>
          <p:nvPr/>
        </p:nvSpPr>
        <p:spPr>
          <a:xfrm>
            <a:off x="712035" y="4104548"/>
            <a:ext cx="2179800" cy="242400"/>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Clr>
                <a:schemeClr val="dk1"/>
              </a:buClr>
              <a:buSzPts val="1100"/>
              <a:buFont typeface="Arial"/>
              <a:buNone/>
            </a:pPr>
            <a:r>
              <a:rPr lang="en-GB" sz="2000">
                <a:solidFill>
                  <a:schemeClr val="dk1"/>
                </a:solidFill>
                <a:latin typeface="Times New Roman"/>
                <a:ea typeface="Times New Roman"/>
                <a:cs typeface="Times New Roman"/>
                <a:sym typeface="Times New Roman"/>
              </a:rPr>
              <a:t>6 × cos(40°) = adj</a:t>
            </a:r>
            <a:endParaRPr sz="2000">
              <a:latin typeface="Times New Roman"/>
              <a:ea typeface="Times New Roman"/>
              <a:cs typeface="Times New Roman"/>
              <a:sym typeface="Times New Roman"/>
            </a:endParaRPr>
          </a:p>
        </p:txBody>
      </p:sp>
      <p:sp>
        <p:nvSpPr>
          <p:cNvPr id="1668" name="Google Shape;1668;p88"/>
          <p:cNvSpPr txBox="1"/>
          <p:nvPr>
            <p:ph type="title"/>
          </p:nvPr>
        </p:nvSpPr>
        <p:spPr>
          <a:xfrm>
            <a:off x="324000" y="0"/>
            <a:ext cx="7885200" cy="613500"/>
          </a:xfrm>
          <a:prstGeom prst="rect">
            <a:avLst/>
          </a:prstGeom>
        </p:spPr>
        <p:txBody>
          <a:bodyPr anchorCtr="0" anchor="ctr" bIns="0" lIns="0" spcFirstLastPara="1" rIns="0" wrap="square" tIns="0">
            <a:noAutofit/>
          </a:bodyPr>
          <a:lstStyle/>
          <a:p>
            <a:pPr indent="0" lvl="0" marL="0" rtl="0" algn="l">
              <a:spcBef>
                <a:spcPts val="0"/>
              </a:spcBef>
              <a:spcAft>
                <a:spcPts val="0"/>
              </a:spcAft>
              <a:buNone/>
            </a:pPr>
            <a:r>
              <a:rPr lang="en-GB"/>
              <a:t>Calculating angles using the cosine formula</a:t>
            </a:r>
            <a:endParaRPr/>
          </a:p>
        </p:txBody>
      </p:sp>
      <p:grpSp>
        <p:nvGrpSpPr>
          <p:cNvPr id="1669" name="Google Shape;1669;p88"/>
          <p:cNvGrpSpPr/>
          <p:nvPr/>
        </p:nvGrpSpPr>
        <p:grpSpPr>
          <a:xfrm>
            <a:off x="323876" y="704223"/>
            <a:ext cx="3783677" cy="1925027"/>
            <a:chOff x="323876" y="704223"/>
            <a:chExt cx="3783677" cy="1925027"/>
          </a:xfrm>
        </p:grpSpPr>
        <p:pic>
          <p:nvPicPr>
            <p:cNvPr id="1670" name="Google Shape;1670;p88"/>
            <p:cNvPicPr preferRelativeResize="0"/>
            <p:nvPr/>
          </p:nvPicPr>
          <p:blipFill>
            <a:blip r:embed="rId4">
              <a:alphaModFix/>
            </a:blip>
            <a:stretch>
              <a:fillRect/>
            </a:stretch>
          </p:blipFill>
          <p:spPr>
            <a:xfrm flipH="1">
              <a:off x="424997" y="1787050"/>
              <a:ext cx="494349" cy="608925"/>
            </a:xfrm>
            <a:prstGeom prst="rect">
              <a:avLst/>
            </a:prstGeom>
            <a:noFill/>
            <a:ln>
              <a:noFill/>
            </a:ln>
          </p:spPr>
        </p:pic>
        <p:sp>
          <p:nvSpPr>
            <p:cNvPr id="1671" name="Google Shape;1671;p88"/>
            <p:cNvSpPr txBox="1"/>
            <p:nvPr/>
          </p:nvSpPr>
          <p:spPr>
            <a:xfrm flipH="1">
              <a:off x="323876" y="2352050"/>
              <a:ext cx="873000" cy="2772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Clr>
                  <a:srgbClr val="000000"/>
                </a:buClr>
                <a:buSzPts val="1100"/>
                <a:buFont typeface="Arial"/>
                <a:buNone/>
              </a:pPr>
              <a:r>
                <a:rPr lang="en-GB" sz="1800">
                  <a:latin typeface="Lexend"/>
                  <a:ea typeface="Lexend"/>
                  <a:cs typeface="Lexend"/>
                  <a:sym typeface="Lexend"/>
                </a:rPr>
                <a:t>Jacob</a:t>
              </a:r>
              <a:endParaRPr sz="1800">
                <a:latin typeface="Lexend"/>
                <a:ea typeface="Lexend"/>
                <a:cs typeface="Lexend"/>
                <a:sym typeface="Lexend"/>
              </a:endParaRPr>
            </a:p>
          </p:txBody>
        </p:sp>
        <p:grpSp>
          <p:nvGrpSpPr>
            <p:cNvPr id="1672" name="Google Shape;1672;p88"/>
            <p:cNvGrpSpPr/>
            <p:nvPr/>
          </p:nvGrpSpPr>
          <p:grpSpPr>
            <a:xfrm flipH="1">
              <a:off x="693923" y="704223"/>
              <a:ext cx="3413631" cy="1434095"/>
              <a:chOff x="4950696" y="682200"/>
              <a:chExt cx="3320975" cy="1767651"/>
            </a:xfrm>
          </p:grpSpPr>
          <p:pic>
            <p:nvPicPr>
              <p:cNvPr id="1673" name="Google Shape;1673;p88"/>
              <p:cNvPicPr preferRelativeResize="0"/>
              <p:nvPr/>
            </p:nvPicPr>
            <p:blipFill rotWithShape="1">
              <a:blip r:embed="rId5">
                <a:alphaModFix/>
              </a:blip>
              <a:srcRect b="43690" l="0" r="57905" t="0"/>
              <a:stretch/>
            </p:blipFill>
            <p:spPr>
              <a:xfrm>
                <a:off x="4950696" y="682200"/>
                <a:ext cx="3320975" cy="1767651"/>
              </a:xfrm>
              <a:prstGeom prst="rect">
                <a:avLst/>
              </a:prstGeom>
              <a:noFill/>
              <a:ln>
                <a:noFill/>
              </a:ln>
            </p:spPr>
          </p:pic>
          <p:sp>
            <p:nvSpPr>
              <p:cNvPr id="1674" name="Google Shape;1674;p88"/>
              <p:cNvSpPr txBox="1"/>
              <p:nvPr/>
            </p:nvSpPr>
            <p:spPr>
              <a:xfrm>
                <a:off x="5015206" y="734329"/>
                <a:ext cx="3024900" cy="14223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Clr>
                    <a:srgbClr val="000000"/>
                  </a:buClr>
                  <a:buSzPts val="1100"/>
                  <a:buFont typeface="Arial"/>
                  <a:buNone/>
                </a:pPr>
                <a:r>
                  <a:rPr lang="en-GB" sz="1800">
                    <a:latin typeface="Lexend"/>
                    <a:ea typeface="Lexend"/>
                    <a:cs typeface="Lexend"/>
                    <a:sym typeface="Lexend"/>
                  </a:rPr>
                  <a:t>I can calculate the length of the side adjacent to 40° because I also know the length of the hypotenuse!</a:t>
                </a:r>
                <a:endParaRPr sz="1800">
                  <a:latin typeface="Lexend"/>
                  <a:ea typeface="Lexend"/>
                  <a:cs typeface="Lexend"/>
                  <a:sym typeface="Lexend"/>
                </a:endParaRPr>
              </a:p>
            </p:txBody>
          </p:sp>
        </p:grpSp>
      </p:grpSp>
      <p:grpSp>
        <p:nvGrpSpPr>
          <p:cNvPr id="1675" name="Google Shape;1675;p88"/>
          <p:cNvGrpSpPr/>
          <p:nvPr/>
        </p:nvGrpSpPr>
        <p:grpSpPr>
          <a:xfrm>
            <a:off x="4922914" y="701628"/>
            <a:ext cx="3897086" cy="1708551"/>
            <a:chOff x="4922914" y="701628"/>
            <a:chExt cx="3897086" cy="1708551"/>
          </a:xfrm>
        </p:grpSpPr>
        <p:grpSp>
          <p:nvGrpSpPr>
            <p:cNvPr id="1676" name="Google Shape;1676;p88"/>
            <p:cNvGrpSpPr/>
            <p:nvPr/>
          </p:nvGrpSpPr>
          <p:grpSpPr>
            <a:xfrm>
              <a:off x="8123750" y="1498639"/>
              <a:ext cx="696250" cy="911539"/>
              <a:chOff x="8123750" y="1498639"/>
              <a:chExt cx="696250" cy="911539"/>
            </a:xfrm>
          </p:grpSpPr>
          <p:pic>
            <p:nvPicPr>
              <p:cNvPr id="1677" name="Google Shape;1677;p88"/>
              <p:cNvPicPr preferRelativeResize="0"/>
              <p:nvPr/>
            </p:nvPicPr>
            <p:blipFill>
              <a:blip r:embed="rId6">
                <a:alphaModFix/>
              </a:blip>
              <a:stretch>
                <a:fillRect/>
              </a:stretch>
            </p:blipFill>
            <p:spPr>
              <a:xfrm>
                <a:off x="8123750" y="1498639"/>
                <a:ext cx="696250" cy="673801"/>
              </a:xfrm>
              <a:prstGeom prst="rect">
                <a:avLst/>
              </a:prstGeom>
              <a:noFill/>
              <a:ln>
                <a:noFill/>
              </a:ln>
            </p:spPr>
          </p:pic>
          <p:sp>
            <p:nvSpPr>
              <p:cNvPr id="1678" name="Google Shape;1678;p88"/>
              <p:cNvSpPr txBox="1"/>
              <p:nvPr/>
            </p:nvSpPr>
            <p:spPr>
              <a:xfrm>
                <a:off x="8201575" y="2132979"/>
                <a:ext cx="540600" cy="2772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Clr>
                    <a:srgbClr val="000000"/>
                  </a:buClr>
                  <a:buSzPts val="1100"/>
                  <a:buFont typeface="Arial"/>
                  <a:buNone/>
                </a:pPr>
                <a:r>
                  <a:rPr lang="en-GB" sz="1800">
                    <a:latin typeface="Lexend"/>
                    <a:ea typeface="Lexend"/>
                    <a:cs typeface="Lexend"/>
                    <a:sym typeface="Lexend"/>
                  </a:rPr>
                  <a:t>Izzy</a:t>
                </a:r>
                <a:endParaRPr sz="1800">
                  <a:latin typeface="Lexend"/>
                  <a:ea typeface="Lexend"/>
                  <a:cs typeface="Lexend"/>
                  <a:sym typeface="Lexend"/>
                </a:endParaRPr>
              </a:p>
            </p:txBody>
          </p:sp>
        </p:grpSp>
        <p:grpSp>
          <p:nvGrpSpPr>
            <p:cNvPr id="1679" name="Google Shape;1679;p88"/>
            <p:cNvGrpSpPr/>
            <p:nvPr/>
          </p:nvGrpSpPr>
          <p:grpSpPr>
            <a:xfrm>
              <a:off x="4922914" y="701628"/>
              <a:ext cx="3359722" cy="1405107"/>
              <a:chOff x="4245451" y="701627"/>
              <a:chExt cx="4037642" cy="1405107"/>
            </a:xfrm>
          </p:grpSpPr>
          <p:pic>
            <p:nvPicPr>
              <p:cNvPr id="1680" name="Google Shape;1680;p88"/>
              <p:cNvPicPr preferRelativeResize="0"/>
              <p:nvPr/>
            </p:nvPicPr>
            <p:blipFill rotWithShape="1">
              <a:blip r:embed="rId5">
                <a:alphaModFix/>
              </a:blip>
              <a:srcRect b="43690" l="0" r="57905" t="0"/>
              <a:stretch/>
            </p:blipFill>
            <p:spPr>
              <a:xfrm>
                <a:off x="4245451" y="701627"/>
                <a:ext cx="4037642" cy="1405107"/>
              </a:xfrm>
              <a:prstGeom prst="rect">
                <a:avLst/>
              </a:prstGeom>
              <a:noFill/>
              <a:ln>
                <a:noFill/>
              </a:ln>
            </p:spPr>
          </p:pic>
          <p:sp>
            <p:nvSpPr>
              <p:cNvPr id="1681" name="Google Shape;1681;p88"/>
              <p:cNvSpPr txBox="1"/>
              <p:nvPr/>
            </p:nvSpPr>
            <p:spPr>
              <a:xfrm>
                <a:off x="4323883" y="712625"/>
                <a:ext cx="3677700" cy="11307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Clr>
                    <a:schemeClr val="dk1"/>
                  </a:buClr>
                  <a:buSzPts val="1100"/>
                  <a:buFont typeface="Arial"/>
                  <a:buNone/>
                </a:pPr>
                <a:r>
                  <a:rPr lang="en-GB" sz="1800">
                    <a:solidFill>
                      <a:schemeClr val="dk1"/>
                    </a:solidFill>
                    <a:latin typeface="Lexend"/>
                    <a:ea typeface="Lexend"/>
                    <a:cs typeface="Lexend"/>
                    <a:sym typeface="Lexend"/>
                  </a:rPr>
                  <a:t>I can calculate the length of the hypotenuse because I also know the length of the side adjacent to 59°.</a:t>
                </a:r>
                <a:endParaRPr sz="1800">
                  <a:latin typeface="Lexend"/>
                  <a:ea typeface="Lexend"/>
                  <a:cs typeface="Lexend"/>
                  <a:sym typeface="Lexend"/>
                </a:endParaRPr>
              </a:p>
            </p:txBody>
          </p:sp>
        </p:grpSp>
      </p:grpSp>
      <p:sp>
        <p:nvSpPr>
          <p:cNvPr id="1682" name="Google Shape;1682;p88"/>
          <p:cNvSpPr/>
          <p:nvPr/>
        </p:nvSpPr>
        <p:spPr>
          <a:xfrm rot="5400000">
            <a:off x="1915450" y="2959100"/>
            <a:ext cx="194100" cy="194100"/>
          </a:xfrm>
          <a:prstGeom prst="rect">
            <a:avLst/>
          </a:prstGeom>
          <a:noFill/>
          <a:ln cap="flat" cmpd="sng" w="28575">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grpSp>
        <p:nvGrpSpPr>
          <p:cNvPr id="1683" name="Google Shape;1683;p88"/>
          <p:cNvGrpSpPr/>
          <p:nvPr/>
        </p:nvGrpSpPr>
        <p:grpSpPr>
          <a:xfrm>
            <a:off x="4979377" y="1732450"/>
            <a:ext cx="2797723" cy="1420767"/>
            <a:chOff x="4979377" y="1732450"/>
            <a:chExt cx="2797723" cy="1420767"/>
          </a:xfrm>
        </p:grpSpPr>
        <p:sp>
          <p:nvSpPr>
            <p:cNvPr id="1684" name="Google Shape;1684;p88"/>
            <p:cNvSpPr/>
            <p:nvPr/>
          </p:nvSpPr>
          <p:spPr>
            <a:xfrm flipH="1">
              <a:off x="6315875" y="1732450"/>
              <a:ext cx="1035600" cy="1035600"/>
            </a:xfrm>
            <a:prstGeom prst="arc">
              <a:avLst>
                <a:gd fmla="val 1635646" name="adj1"/>
                <a:gd fmla="val 5429598" name="adj2"/>
              </a:avLst>
            </a:prstGeom>
            <a:solidFill>
              <a:srgbClr val="F3EEFB"/>
            </a:solidFill>
            <a:ln cap="flat" cmpd="sng" w="2857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grpSp>
          <p:nvGrpSpPr>
            <p:cNvPr id="1685" name="Google Shape;1685;p88"/>
            <p:cNvGrpSpPr/>
            <p:nvPr/>
          </p:nvGrpSpPr>
          <p:grpSpPr>
            <a:xfrm flipH="1" rot="-5400000">
              <a:off x="5459838" y="1663066"/>
              <a:ext cx="1009691" cy="1970612"/>
              <a:chOff x="-2125526" y="1384520"/>
              <a:chExt cx="1064401" cy="1845315"/>
            </a:xfrm>
          </p:grpSpPr>
          <p:sp>
            <p:nvSpPr>
              <p:cNvPr id="1686" name="Google Shape;1686;p88"/>
              <p:cNvSpPr/>
              <p:nvPr/>
            </p:nvSpPr>
            <p:spPr>
              <a:xfrm rot="-5400000">
                <a:off x="-2375725" y="1809575"/>
                <a:ext cx="1668300" cy="960900"/>
              </a:xfrm>
              <a:prstGeom prst="rtTriangle">
                <a:avLst/>
              </a:prstGeom>
              <a:noFill/>
              <a:ln cap="flat" cmpd="sng" w="28575">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cxnSp>
            <p:nvCxnSpPr>
              <p:cNvPr id="1687" name="Google Shape;1687;p88"/>
              <p:cNvCxnSpPr/>
              <p:nvPr/>
            </p:nvCxnSpPr>
            <p:spPr>
              <a:xfrm rot="5400000">
                <a:off x="-2479226" y="1738220"/>
                <a:ext cx="1668300" cy="960900"/>
              </a:xfrm>
              <a:prstGeom prst="straightConnector1">
                <a:avLst/>
              </a:prstGeom>
              <a:noFill/>
              <a:ln cap="flat" cmpd="sng" w="28575">
                <a:solidFill>
                  <a:schemeClr val="accent5"/>
                </a:solidFill>
                <a:prstDash val="solid"/>
                <a:round/>
                <a:headEnd len="med" w="med" type="triangle"/>
                <a:tailEnd len="med" w="med" type="triangle"/>
              </a:ln>
            </p:spPr>
          </p:cxnSp>
          <p:cxnSp>
            <p:nvCxnSpPr>
              <p:cNvPr id="1688" name="Google Shape;1688;p88"/>
              <p:cNvCxnSpPr/>
              <p:nvPr/>
            </p:nvCxnSpPr>
            <p:spPr>
              <a:xfrm>
                <a:off x="-1541575" y="2749385"/>
                <a:ext cx="0" cy="960900"/>
              </a:xfrm>
              <a:prstGeom prst="straightConnector1">
                <a:avLst/>
              </a:prstGeom>
              <a:noFill/>
              <a:ln cap="flat" cmpd="sng" w="28575">
                <a:solidFill>
                  <a:schemeClr val="accent5"/>
                </a:solidFill>
                <a:prstDash val="solid"/>
                <a:round/>
                <a:headEnd len="med" w="med" type="triangle"/>
                <a:tailEnd len="med" w="med" type="triangle"/>
              </a:ln>
            </p:spPr>
          </p:cxnSp>
        </p:grpSp>
        <p:sp>
          <p:nvSpPr>
            <p:cNvPr id="1689" name="Google Shape;1689;p88"/>
            <p:cNvSpPr/>
            <p:nvPr/>
          </p:nvSpPr>
          <p:spPr>
            <a:xfrm flipH="1" rot="-5400000">
              <a:off x="6643050" y="2959100"/>
              <a:ext cx="194100" cy="194100"/>
            </a:xfrm>
            <a:prstGeom prst="rect">
              <a:avLst/>
            </a:prstGeom>
            <a:noFill/>
            <a:ln cap="flat" cmpd="sng" w="28575">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sp>
          <p:nvSpPr>
            <p:cNvPr id="1690" name="Google Shape;1690;p88"/>
            <p:cNvSpPr txBox="1"/>
            <p:nvPr/>
          </p:nvSpPr>
          <p:spPr>
            <a:xfrm flipH="1">
              <a:off x="6455123" y="2453388"/>
              <a:ext cx="385500" cy="1476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Clr>
                  <a:srgbClr val="000000"/>
                </a:buClr>
                <a:buSzPts val="1100"/>
                <a:buFont typeface="Arial"/>
                <a:buNone/>
              </a:pPr>
              <a:r>
                <a:rPr lang="en-GB" sz="1800">
                  <a:latin typeface="Lexend"/>
                  <a:ea typeface="Lexend"/>
                  <a:cs typeface="Lexend"/>
                  <a:sym typeface="Lexend"/>
                </a:rPr>
                <a:t>59</a:t>
              </a:r>
              <a:r>
                <a:rPr lang="en-GB" sz="1800">
                  <a:solidFill>
                    <a:srgbClr val="000000"/>
                  </a:solidFill>
                  <a:latin typeface="Lexend"/>
                  <a:ea typeface="Lexend"/>
                  <a:cs typeface="Lexend"/>
                  <a:sym typeface="Lexend"/>
                </a:rPr>
                <a:t>°</a:t>
              </a:r>
              <a:endParaRPr sz="1800">
                <a:latin typeface="Lexend"/>
                <a:ea typeface="Lexend"/>
                <a:cs typeface="Lexend"/>
                <a:sym typeface="Lexend"/>
              </a:endParaRPr>
            </a:p>
          </p:txBody>
        </p:sp>
        <p:sp>
          <p:nvSpPr>
            <p:cNvPr id="1691" name="Google Shape;1691;p88"/>
            <p:cNvSpPr txBox="1"/>
            <p:nvPr/>
          </p:nvSpPr>
          <p:spPr>
            <a:xfrm>
              <a:off x="6950000" y="2583578"/>
              <a:ext cx="827100" cy="2424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Clr>
                  <a:srgbClr val="000000"/>
                </a:buClr>
                <a:buSzPts val="1100"/>
                <a:buFont typeface="Arial"/>
                <a:buNone/>
              </a:pPr>
              <a:r>
                <a:rPr lang="en-GB" sz="1800">
                  <a:latin typeface="Lexend"/>
                  <a:ea typeface="Lexend"/>
                  <a:cs typeface="Lexend"/>
                  <a:sym typeface="Lexend"/>
                </a:rPr>
                <a:t>3 cm</a:t>
              </a:r>
              <a:endParaRPr sz="1800">
                <a:latin typeface="Lexend"/>
                <a:ea typeface="Lexend"/>
                <a:cs typeface="Lexend"/>
                <a:sym typeface="Lexend"/>
              </a:endParaRPr>
            </a:p>
          </p:txBody>
        </p:sp>
        <p:sp>
          <p:nvSpPr>
            <p:cNvPr id="1692" name="Google Shape;1692;p88"/>
            <p:cNvSpPr txBox="1"/>
            <p:nvPr/>
          </p:nvSpPr>
          <p:spPr>
            <a:xfrm>
              <a:off x="5360850" y="2290501"/>
              <a:ext cx="827100" cy="2424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Clr>
                  <a:srgbClr val="000000"/>
                </a:buClr>
                <a:buSzPts val="1100"/>
                <a:buFont typeface="Arial"/>
                <a:buNone/>
              </a:pPr>
              <a:r>
                <a:rPr lang="en-GB" sz="1800">
                  <a:latin typeface="Lexend"/>
                  <a:ea typeface="Lexend"/>
                  <a:cs typeface="Lexend"/>
                  <a:sym typeface="Lexend"/>
                </a:rPr>
                <a:t>hyp</a:t>
              </a:r>
              <a:endParaRPr sz="1800">
                <a:latin typeface="Lexend"/>
                <a:ea typeface="Lexend"/>
                <a:cs typeface="Lexend"/>
                <a:sym typeface="Lexend"/>
              </a:endParaRPr>
            </a:p>
          </p:txBody>
        </p:sp>
      </p:grpSp>
      <p:sp>
        <p:nvSpPr>
          <p:cNvPr id="1693" name="Google Shape;1693;p88"/>
          <p:cNvSpPr txBox="1"/>
          <p:nvPr/>
        </p:nvSpPr>
        <p:spPr>
          <a:xfrm>
            <a:off x="1664822" y="4562300"/>
            <a:ext cx="1197600" cy="242400"/>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Clr>
                <a:schemeClr val="dk1"/>
              </a:buClr>
              <a:buSzPts val="1100"/>
              <a:buFont typeface="Arial"/>
              <a:buNone/>
            </a:pPr>
            <a:r>
              <a:rPr lang="en-GB" sz="2000">
                <a:solidFill>
                  <a:schemeClr val="dk1"/>
                </a:solidFill>
                <a:latin typeface="Times New Roman"/>
                <a:ea typeface="Times New Roman"/>
                <a:cs typeface="Times New Roman"/>
                <a:sym typeface="Times New Roman"/>
              </a:rPr>
              <a:t>adj = 4.60</a:t>
            </a:r>
            <a:endParaRPr sz="2000">
              <a:latin typeface="Times New Roman"/>
              <a:ea typeface="Times New Roman"/>
              <a:cs typeface="Times New Roman"/>
              <a:sym typeface="Times New Roman"/>
            </a:endParaRPr>
          </a:p>
        </p:txBody>
      </p:sp>
      <p:sp>
        <p:nvSpPr>
          <p:cNvPr id="1694" name="Google Shape;1694;p88"/>
          <p:cNvSpPr txBox="1"/>
          <p:nvPr/>
        </p:nvSpPr>
        <p:spPr>
          <a:xfrm>
            <a:off x="5102331" y="4254550"/>
            <a:ext cx="656700" cy="242400"/>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Clr>
                <a:schemeClr val="dk1"/>
              </a:buClr>
              <a:buSzPts val="1100"/>
              <a:buFont typeface="Arial"/>
              <a:buNone/>
            </a:pPr>
            <a:r>
              <a:rPr lang="en-GB" sz="2000">
                <a:solidFill>
                  <a:schemeClr val="dk1"/>
                </a:solidFill>
                <a:latin typeface="Times New Roman"/>
                <a:ea typeface="Times New Roman"/>
                <a:cs typeface="Times New Roman"/>
                <a:sym typeface="Times New Roman"/>
              </a:rPr>
              <a:t>hyp = </a:t>
            </a:r>
            <a:endParaRPr sz="2000">
              <a:latin typeface="Times New Roman"/>
              <a:ea typeface="Times New Roman"/>
              <a:cs typeface="Times New Roman"/>
              <a:sym typeface="Times New Roman"/>
            </a:endParaRPr>
          </a:p>
        </p:txBody>
      </p:sp>
      <p:grpSp>
        <p:nvGrpSpPr>
          <p:cNvPr id="1695" name="Google Shape;1695;p88"/>
          <p:cNvGrpSpPr/>
          <p:nvPr/>
        </p:nvGrpSpPr>
        <p:grpSpPr>
          <a:xfrm>
            <a:off x="5682965" y="4170800"/>
            <a:ext cx="1092411" cy="448000"/>
            <a:chOff x="4852101" y="2729095"/>
            <a:chExt cx="790800" cy="448000"/>
          </a:xfrm>
        </p:grpSpPr>
        <p:sp>
          <p:nvSpPr>
            <p:cNvPr id="1696" name="Google Shape;1696;p88"/>
            <p:cNvSpPr txBox="1"/>
            <p:nvPr/>
          </p:nvSpPr>
          <p:spPr>
            <a:xfrm>
              <a:off x="4852101" y="2955995"/>
              <a:ext cx="790800" cy="2211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Clr>
                  <a:srgbClr val="000000"/>
                </a:buClr>
                <a:buSzPts val="1100"/>
                <a:buFont typeface="Arial"/>
                <a:buNone/>
              </a:pPr>
              <a:r>
                <a:rPr lang="en-GB" sz="2300">
                  <a:latin typeface="Times New Roman"/>
                  <a:ea typeface="Times New Roman"/>
                  <a:cs typeface="Times New Roman"/>
                  <a:sym typeface="Times New Roman"/>
                </a:rPr>
                <a:t>cos</a:t>
              </a:r>
              <a:r>
                <a:rPr lang="en-GB" sz="1900">
                  <a:latin typeface="Times New Roman"/>
                  <a:ea typeface="Times New Roman"/>
                  <a:cs typeface="Times New Roman"/>
                  <a:sym typeface="Times New Roman"/>
                </a:rPr>
                <a:t>(</a:t>
              </a:r>
              <a:r>
                <a:rPr lang="en-GB" sz="1900">
                  <a:solidFill>
                    <a:schemeClr val="dk1"/>
                  </a:solidFill>
                  <a:latin typeface="Times New Roman"/>
                  <a:ea typeface="Times New Roman"/>
                  <a:cs typeface="Times New Roman"/>
                  <a:sym typeface="Times New Roman"/>
                </a:rPr>
                <a:t>59</a:t>
              </a:r>
              <a:r>
                <a:rPr lang="en-GB" sz="1900">
                  <a:latin typeface="Times New Roman"/>
                  <a:ea typeface="Times New Roman"/>
                  <a:cs typeface="Times New Roman"/>
                  <a:sym typeface="Times New Roman"/>
                </a:rPr>
                <a:t>°)</a:t>
              </a:r>
              <a:endParaRPr sz="1900">
                <a:latin typeface="Times New Roman"/>
                <a:ea typeface="Times New Roman"/>
                <a:cs typeface="Times New Roman"/>
                <a:sym typeface="Times New Roman"/>
              </a:endParaRPr>
            </a:p>
          </p:txBody>
        </p:sp>
        <p:sp>
          <p:nvSpPr>
            <p:cNvPr id="1697" name="Google Shape;1697;p88"/>
            <p:cNvSpPr txBox="1"/>
            <p:nvPr/>
          </p:nvSpPr>
          <p:spPr>
            <a:xfrm>
              <a:off x="4885901" y="2729095"/>
              <a:ext cx="723300" cy="2211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Clr>
                  <a:srgbClr val="000000"/>
                </a:buClr>
                <a:buSzPts val="1100"/>
                <a:buFont typeface="Arial"/>
                <a:buNone/>
              </a:pPr>
              <a:r>
                <a:rPr lang="en-GB" sz="1900">
                  <a:latin typeface="Times New Roman"/>
                  <a:ea typeface="Times New Roman"/>
                  <a:cs typeface="Times New Roman"/>
                  <a:sym typeface="Times New Roman"/>
                </a:rPr>
                <a:t>3</a:t>
              </a:r>
              <a:endParaRPr sz="1900">
                <a:latin typeface="Times New Roman"/>
                <a:ea typeface="Times New Roman"/>
                <a:cs typeface="Times New Roman"/>
                <a:sym typeface="Times New Roman"/>
              </a:endParaRPr>
            </a:p>
          </p:txBody>
        </p:sp>
        <p:cxnSp>
          <p:nvCxnSpPr>
            <p:cNvPr id="1698" name="Google Shape;1698;p88"/>
            <p:cNvCxnSpPr/>
            <p:nvPr/>
          </p:nvCxnSpPr>
          <p:spPr>
            <a:xfrm>
              <a:off x="4931198" y="2953120"/>
              <a:ext cx="639600" cy="0"/>
            </a:xfrm>
            <a:prstGeom prst="straightConnector1">
              <a:avLst/>
            </a:prstGeom>
            <a:noFill/>
            <a:ln cap="flat" cmpd="sng" w="19050">
              <a:solidFill>
                <a:srgbClr val="000000"/>
              </a:solidFill>
              <a:prstDash val="solid"/>
              <a:round/>
              <a:headEnd len="med" w="med" type="none"/>
              <a:tailEnd len="med" w="med" type="none"/>
            </a:ln>
          </p:spPr>
        </p:cxnSp>
      </p:grpSp>
      <p:sp>
        <p:nvSpPr>
          <p:cNvPr id="1699" name="Google Shape;1699;p88"/>
          <p:cNvSpPr txBox="1"/>
          <p:nvPr/>
        </p:nvSpPr>
        <p:spPr>
          <a:xfrm>
            <a:off x="6760962" y="4254550"/>
            <a:ext cx="656700" cy="242400"/>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Clr>
                <a:schemeClr val="dk1"/>
              </a:buClr>
              <a:buSzPts val="1100"/>
              <a:buFont typeface="Arial"/>
              <a:buNone/>
            </a:pPr>
            <a:r>
              <a:rPr lang="en-GB" sz="2000">
                <a:solidFill>
                  <a:schemeClr val="dk1"/>
                </a:solidFill>
                <a:latin typeface="Times New Roman"/>
                <a:ea typeface="Times New Roman"/>
                <a:cs typeface="Times New Roman"/>
                <a:sym typeface="Times New Roman"/>
              </a:rPr>
              <a:t>= 5.82</a:t>
            </a:r>
            <a:endParaRPr sz="2000">
              <a:latin typeface="Times New Roman"/>
              <a:ea typeface="Times New Roman"/>
              <a:cs typeface="Times New Roman"/>
              <a:sym typeface="Times New Roman"/>
            </a:endParaRPr>
          </a:p>
        </p:txBody>
      </p:sp>
      <p:grpSp>
        <p:nvGrpSpPr>
          <p:cNvPr id="1700" name="Google Shape;1700;p88"/>
          <p:cNvGrpSpPr/>
          <p:nvPr/>
        </p:nvGrpSpPr>
        <p:grpSpPr>
          <a:xfrm>
            <a:off x="5946509" y="2498300"/>
            <a:ext cx="1906800" cy="383100"/>
            <a:chOff x="1537755" y="2231000"/>
            <a:chExt cx="1906800" cy="383100"/>
          </a:xfrm>
        </p:grpSpPr>
        <p:sp>
          <p:nvSpPr>
            <p:cNvPr id="1701" name="Google Shape;1701;p88"/>
            <p:cNvSpPr/>
            <p:nvPr/>
          </p:nvSpPr>
          <p:spPr>
            <a:xfrm>
              <a:off x="2648355" y="2231000"/>
              <a:ext cx="796200" cy="383100"/>
            </a:xfrm>
            <a:prstGeom prst="rect">
              <a:avLst/>
            </a:prstGeom>
            <a:noFill/>
            <a:ln cap="flat" cmpd="sng" w="28575">
              <a:solidFill>
                <a:srgbClr val="D02AA7"/>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sz="1800">
                <a:solidFill>
                  <a:srgbClr val="000000"/>
                </a:solidFill>
                <a:latin typeface="Lexend"/>
                <a:ea typeface="Lexend"/>
                <a:cs typeface="Lexend"/>
                <a:sym typeface="Lexend"/>
              </a:endParaRPr>
            </a:p>
          </p:txBody>
        </p:sp>
        <p:cxnSp>
          <p:nvCxnSpPr>
            <p:cNvPr id="1702" name="Google Shape;1702;p88"/>
            <p:cNvCxnSpPr>
              <a:stCxn id="1701" idx="1"/>
              <a:endCxn id="1686" idx="5"/>
            </p:cNvCxnSpPr>
            <p:nvPr/>
          </p:nvCxnSpPr>
          <p:spPr>
            <a:xfrm flipH="1">
              <a:off x="1537755" y="2422550"/>
              <a:ext cx="1110600" cy="7500"/>
            </a:xfrm>
            <a:prstGeom prst="curvedConnector5">
              <a:avLst>
                <a:gd fmla="val 9903" name="adj1"/>
                <a:gd fmla="val 1956667" name="adj2"/>
                <a:gd fmla="val 85538" name="adj3"/>
              </a:avLst>
            </a:prstGeom>
            <a:noFill/>
            <a:ln cap="flat" cmpd="sng" w="28575">
              <a:solidFill>
                <a:schemeClr val="accent3"/>
              </a:solidFill>
              <a:prstDash val="solid"/>
              <a:round/>
              <a:headEnd len="med" w="med" type="none"/>
              <a:tailEnd len="med" w="med" type="triangle"/>
            </a:ln>
          </p:spPr>
        </p:cxnSp>
      </p:grpSp>
      <p:grpSp>
        <p:nvGrpSpPr>
          <p:cNvPr id="1703" name="Google Shape;1703;p88"/>
          <p:cNvGrpSpPr/>
          <p:nvPr/>
        </p:nvGrpSpPr>
        <p:grpSpPr>
          <a:xfrm>
            <a:off x="2374371" y="2231000"/>
            <a:ext cx="1070184" cy="918900"/>
            <a:chOff x="2374371" y="2231000"/>
            <a:chExt cx="1070184" cy="918900"/>
          </a:xfrm>
        </p:grpSpPr>
        <p:sp>
          <p:nvSpPr>
            <p:cNvPr id="1704" name="Google Shape;1704;p88"/>
            <p:cNvSpPr/>
            <p:nvPr/>
          </p:nvSpPr>
          <p:spPr>
            <a:xfrm>
              <a:off x="2648355" y="2231000"/>
              <a:ext cx="796200" cy="383100"/>
            </a:xfrm>
            <a:prstGeom prst="rect">
              <a:avLst/>
            </a:prstGeom>
            <a:noFill/>
            <a:ln cap="flat" cmpd="sng" w="28575">
              <a:solidFill>
                <a:srgbClr val="D02AA7"/>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sz="1800">
                <a:solidFill>
                  <a:srgbClr val="000000"/>
                </a:solidFill>
                <a:latin typeface="Lexend"/>
                <a:ea typeface="Lexend"/>
                <a:cs typeface="Lexend"/>
                <a:sym typeface="Lexend"/>
              </a:endParaRPr>
            </a:p>
          </p:txBody>
        </p:sp>
        <p:sp>
          <p:nvSpPr>
            <p:cNvPr id="1705" name="Google Shape;1705;p88"/>
            <p:cNvSpPr/>
            <p:nvPr/>
          </p:nvSpPr>
          <p:spPr>
            <a:xfrm>
              <a:off x="2374371" y="2431925"/>
              <a:ext cx="274675" cy="717975"/>
            </a:xfrm>
            <a:custGeom>
              <a:rect b="b" l="l" r="r" t="t"/>
              <a:pathLst>
                <a:path extrusionOk="0" h="28719" w="10987">
                  <a:moveTo>
                    <a:pt x="10987" y="0"/>
                  </a:moveTo>
                  <a:cubicBezTo>
                    <a:pt x="9289" y="946"/>
                    <a:pt x="2495" y="888"/>
                    <a:pt x="796" y="5674"/>
                  </a:cubicBezTo>
                  <a:cubicBezTo>
                    <a:pt x="-902" y="10461"/>
                    <a:pt x="796" y="24878"/>
                    <a:pt x="796" y="28719"/>
                  </a:cubicBezTo>
                </a:path>
              </a:pathLst>
            </a:custGeom>
            <a:noFill/>
            <a:ln cap="flat" cmpd="sng" w="28575">
              <a:solidFill>
                <a:schemeClr val="accent3"/>
              </a:solidFill>
              <a:prstDash val="solid"/>
              <a:round/>
              <a:headEnd len="med" w="med" type="none"/>
              <a:tailEnd len="med" w="med" type="triangle"/>
            </a:ln>
          </p:spPr>
        </p:sp>
      </p:gr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658"/>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1682"/>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656"/>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703"/>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667"/>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693"/>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683"/>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700"/>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657"/>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694"/>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1695"/>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699"/>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2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09" name="Shape 1709"/>
        <p:cNvGrpSpPr/>
        <p:nvPr/>
      </p:nvGrpSpPr>
      <p:grpSpPr>
        <a:xfrm>
          <a:off x="0" y="0"/>
          <a:ext cx="0" cy="0"/>
          <a:chOff x="0" y="0"/>
          <a:chExt cx="0" cy="0"/>
        </a:xfrm>
      </p:grpSpPr>
      <p:sp>
        <p:nvSpPr>
          <p:cNvPr id="1710" name="Google Shape;1710;p89"/>
          <p:cNvSpPr/>
          <p:nvPr/>
        </p:nvSpPr>
        <p:spPr>
          <a:xfrm>
            <a:off x="6977750" y="1245400"/>
            <a:ext cx="1313100" cy="1313100"/>
          </a:xfrm>
          <a:prstGeom prst="arc">
            <a:avLst>
              <a:gd fmla="val 10771373" name="adj1"/>
              <a:gd fmla="val 12861570" name="adj2"/>
            </a:avLst>
          </a:prstGeom>
          <a:solidFill>
            <a:srgbClr val="F3EEFB"/>
          </a:solidFill>
          <a:ln cap="flat" cmpd="sng" w="2857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sp>
        <p:nvSpPr>
          <p:cNvPr id="1711" name="Google Shape;1711;p89"/>
          <p:cNvSpPr/>
          <p:nvPr/>
        </p:nvSpPr>
        <p:spPr>
          <a:xfrm>
            <a:off x="6123066" y="879077"/>
            <a:ext cx="1535400" cy="1029900"/>
          </a:xfrm>
          <a:prstGeom prst="rtTriangle">
            <a:avLst/>
          </a:prstGeom>
          <a:noFill/>
          <a:ln cap="flat" cmpd="sng" w="28575">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cxnSp>
        <p:nvCxnSpPr>
          <p:cNvPr id="1712" name="Google Shape;1712;p89"/>
          <p:cNvCxnSpPr/>
          <p:nvPr/>
        </p:nvCxnSpPr>
        <p:spPr>
          <a:xfrm rot="10800000">
            <a:off x="6199369" y="766034"/>
            <a:ext cx="1535400" cy="1029900"/>
          </a:xfrm>
          <a:prstGeom prst="straightConnector1">
            <a:avLst/>
          </a:prstGeom>
          <a:noFill/>
          <a:ln cap="flat" cmpd="sng" w="28575">
            <a:solidFill>
              <a:schemeClr val="accent5"/>
            </a:solidFill>
            <a:prstDash val="solid"/>
            <a:round/>
            <a:headEnd len="med" w="med" type="triangle"/>
            <a:tailEnd len="med" w="med" type="triangle"/>
          </a:ln>
        </p:spPr>
      </p:cxnSp>
      <p:cxnSp>
        <p:nvCxnSpPr>
          <p:cNvPr id="1713" name="Google Shape;1713;p89"/>
          <p:cNvCxnSpPr/>
          <p:nvPr/>
        </p:nvCxnSpPr>
        <p:spPr>
          <a:xfrm>
            <a:off x="6123066" y="2021813"/>
            <a:ext cx="1535400" cy="0"/>
          </a:xfrm>
          <a:prstGeom prst="straightConnector1">
            <a:avLst/>
          </a:prstGeom>
          <a:noFill/>
          <a:ln cap="flat" cmpd="sng" w="28575">
            <a:solidFill>
              <a:schemeClr val="accent5"/>
            </a:solidFill>
            <a:prstDash val="solid"/>
            <a:round/>
            <a:headEnd len="med" w="med" type="triangle"/>
            <a:tailEnd len="med" w="med" type="triangle"/>
          </a:ln>
        </p:spPr>
      </p:cxnSp>
      <p:sp>
        <p:nvSpPr>
          <p:cNvPr id="1714" name="Google Shape;1714;p89"/>
          <p:cNvSpPr txBox="1"/>
          <p:nvPr/>
        </p:nvSpPr>
        <p:spPr>
          <a:xfrm>
            <a:off x="6930650" y="1708875"/>
            <a:ext cx="434700" cy="1476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Clr>
                <a:srgbClr val="000000"/>
              </a:buClr>
              <a:buSzPts val="1100"/>
              <a:buFont typeface="Arial"/>
              <a:buNone/>
            </a:pPr>
            <a:r>
              <a:rPr i="1" lang="en-GB" sz="1800">
                <a:latin typeface="Lexend"/>
                <a:ea typeface="Lexend"/>
                <a:cs typeface="Lexend"/>
                <a:sym typeface="Lexend"/>
              </a:rPr>
              <a:t>θ</a:t>
            </a:r>
            <a:r>
              <a:rPr lang="en-GB" sz="1800">
                <a:solidFill>
                  <a:srgbClr val="000000"/>
                </a:solidFill>
                <a:latin typeface="Lexend"/>
                <a:ea typeface="Lexend"/>
                <a:cs typeface="Lexend"/>
                <a:sym typeface="Lexend"/>
              </a:rPr>
              <a:t>°</a:t>
            </a:r>
            <a:endParaRPr sz="1800">
              <a:latin typeface="Lexend"/>
              <a:ea typeface="Lexend"/>
              <a:cs typeface="Lexend"/>
              <a:sym typeface="Lexend"/>
            </a:endParaRPr>
          </a:p>
        </p:txBody>
      </p:sp>
      <p:sp>
        <p:nvSpPr>
          <p:cNvPr id="1715" name="Google Shape;1715;p89"/>
          <p:cNvSpPr txBox="1"/>
          <p:nvPr/>
        </p:nvSpPr>
        <p:spPr>
          <a:xfrm>
            <a:off x="6884607" y="1065965"/>
            <a:ext cx="827100" cy="2424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Clr>
                <a:srgbClr val="000000"/>
              </a:buClr>
              <a:buSzPts val="1100"/>
              <a:buFont typeface="Arial"/>
              <a:buNone/>
            </a:pPr>
            <a:r>
              <a:rPr lang="en-GB" sz="1800">
                <a:latin typeface="Lexend"/>
                <a:ea typeface="Lexend"/>
                <a:cs typeface="Lexend"/>
                <a:sym typeface="Lexend"/>
              </a:rPr>
              <a:t>23 cm</a:t>
            </a:r>
            <a:endParaRPr sz="1800">
              <a:latin typeface="Lexend"/>
              <a:ea typeface="Lexend"/>
              <a:cs typeface="Lexend"/>
              <a:sym typeface="Lexend"/>
            </a:endParaRPr>
          </a:p>
        </p:txBody>
      </p:sp>
      <p:sp>
        <p:nvSpPr>
          <p:cNvPr id="1716" name="Google Shape;1716;p89"/>
          <p:cNvSpPr txBox="1"/>
          <p:nvPr/>
        </p:nvSpPr>
        <p:spPr>
          <a:xfrm>
            <a:off x="6458900" y="2036522"/>
            <a:ext cx="827100" cy="2424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Clr>
                <a:srgbClr val="000000"/>
              </a:buClr>
              <a:buSzPts val="1100"/>
              <a:buFont typeface="Arial"/>
              <a:buNone/>
            </a:pPr>
            <a:r>
              <a:rPr lang="en-GB" sz="1800">
                <a:latin typeface="Lexend"/>
                <a:ea typeface="Lexend"/>
                <a:cs typeface="Lexend"/>
                <a:sym typeface="Lexend"/>
              </a:rPr>
              <a:t>13 cm</a:t>
            </a:r>
            <a:endParaRPr sz="1800">
              <a:latin typeface="Lexend"/>
              <a:ea typeface="Lexend"/>
              <a:cs typeface="Lexend"/>
              <a:sym typeface="Lexend"/>
            </a:endParaRPr>
          </a:p>
        </p:txBody>
      </p:sp>
      <p:sp>
        <p:nvSpPr>
          <p:cNvPr id="1717" name="Google Shape;1717;p89"/>
          <p:cNvSpPr txBox="1"/>
          <p:nvPr>
            <p:ph type="title"/>
          </p:nvPr>
        </p:nvSpPr>
        <p:spPr>
          <a:xfrm>
            <a:off x="324000" y="0"/>
            <a:ext cx="7885200" cy="613500"/>
          </a:xfrm>
          <a:prstGeom prst="rect">
            <a:avLst/>
          </a:prstGeom>
        </p:spPr>
        <p:txBody>
          <a:bodyPr anchorCtr="0" anchor="ctr" bIns="0" lIns="0" spcFirstLastPara="1" rIns="0" wrap="square" tIns="0">
            <a:noAutofit/>
          </a:bodyPr>
          <a:lstStyle/>
          <a:p>
            <a:pPr indent="0" lvl="0" marL="0" rtl="0" algn="l">
              <a:spcBef>
                <a:spcPts val="0"/>
              </a:spcBef>
              <a:spcAft>
                <a:spcPts val="0"/>
              </a:spcAft>
              <a:buNone/>
            </a:pPr>
            <a:r>
              <a:rPr lang="en-GB"/>
              <a:t>Calculating angles using the cosine formula</a:t>
            </a:r>
            <a:endParaRPr/>
          </a:p>
        </p:txBody>
      </p:sp>
      <p:pic>
        <p:nvPicPr>
          <p:cNvPr id="1718" name="Google Shape;1718;p89"/>
          <p:cNvPicPr preferRelativeResize="0"/>
          <p:nvPr/>
        </p:nvPicPr>
        <p:blipFill>
          <a:blip r:embed="rId3">
            <a:alphaModFix/>
          </a:blip>
          <a:stretch>
            <a:fillRect/>
          </a:stretch>
        </p:blipFill>
        <p:spPr>
          <a:xfrm flipH="1">
            <a:off x="424997" y="1787050"/>
            <a:ext cx="494349" cy="608925"/>
          </a:xfrm>
          <a:prstGeom prst="rect">
            <a:avLst/>
          </a:prstGeom>
          <a:noFill/>
          <a:ln>
            <a:noFill/>
          </a:ln>
        </p:spPr>
      </p:pic>
      <p:sp>
        <p:nvSpPr>
          <p:cNvPr id="1719" name="Google Shape;1719;p89"/>
          <p:cNvSpPr txBox="1"/>
          <p:nvPr/>
        </p:nvSpPr>
        <p:spPr>
          <a:xfrm flipH="1">
            <a:off x="279901" y="2352050"/>
            <a:ext cx="871200" cy="2772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Clr>
                <a:srgbClr val="000000"/>
              </a:buClr>
              <a:buSzPts val="1100"/>
              <a:buFont typeface="Arial"/>
              <a:buNone/>
            </a:pPr>
            <a:r>
              <a:rPr lang="en-GB" sz="1800">
                <a:latin typeface="Lexend"/>
                <a:ea typeface="Lexend"/>
                <a:cs typeface="Lexend"/>
                <a:sym typeface="Lexend"/>
              </a:rPr>
              <a:t>Jacob</a:t>
            </a:r>
            <a:endParaRPr sz="1800">
              <a:latin typeface="Lexend"/>
              <a:ea typeface="Lexend"/>
              <a:cs typeface="Lexend"/>
              <a:sym typeface="Lexend"/>
            </a:endParaRPr>
          </a:p>
        </p:txBody>
      </p:sp>
      <p:grpSp>
        <p:nvGrpSpPr>
          <p:cNvPr id="1720" name="Google Shape;1720;p89"/>
          <p:cNvGrpSpPr/>
          <p:nvPr/>
        </p:nvGrpSpPr>
        <p:grpSpPr>
          <a:xfrm flipH="1">
            <a:off x="693544" y="652822"/>
            <a:ext cx="3934027" cy="1733358"/>
            <a:chOff x="4950696" y="682200"/>
            <a:chExt cx="3320975" cy="1767651"/>
          </a:xfrm>
        </p:grpSpPr>
        <p:pic>
          <p:nvPicPr>
            <p:cNvPr id="1721" name="Google Shape;1721;p89"/>
            <p:cNvPicPr preferRelativeResize="0"/>
            <p:nvPr/>
          </p:nvPicPr>
          <p:blipFill rotWithShape="1">
            <a:blip r:embed="rId4">
              <a:alphaModFix/>
            </a:blip>
            <a:srcRect b="43690" l="0" r="57905" t="0"/>
            <a:stretch/>
          </p:blipFill>
          <p:spPr>
            <a:xfrm>
              <a:off x="4950696" y="682200"/>
              <a:ext cx="3320975" cy="1767651"/>
            </a:xfrm>
            <a:prstGeom prst="rect">
              <a:avLst/>
            </a:prstGeom>
            <a:noFill/>
            <a:ln>
              <a:noFill/>
            </a:ln>
          </p:spPr>
        </p:pic>
        <p:sp>
          <p:nvSpPr>
            <p:cNvPr id="1722" name="Google Shape;1722;p89"/>
            <p:cNvSpPr txBox="1"/>
            <p:nvPr/>
          </p:nvSpPr>
          <p:spPr>
            <a:xfrm>
              <a:off x="5009521" y="711813"/>
              <a:ext cx="3024900" cy="14223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Clr>
                  <a:srgbClr val="000000"/>
                </a:buClr>
                <a:buSzPts val="1100"/>
                <a:buFont typeface="Arial"/>
                <a:buNone/>
              </a:pPr>
              <a:r>
                <a:rPr lang="en-GB" sz="1800">
                  <a:latin typeface="Lexend"/>
                  <a:ea typeface="Lexend"/>
                  <a:cs typeface="Lexend"/>
                  <a:sym typeface="Lexend"/>
                </a:rPr>
                <a:t>But how can we use this other version of the cosine formula to find the angle if we know the lengths of the hypotenuse and the side adjacent to that angle?</a:t>
              </a:r>
              <a:endParaRPr sz="1800">
                <a:latin typeface="Lexend"/>
                <a:ea typeface="Lexend"/>
                <a:cs typeface="Lexend"/>
                <a:sym typeface="Lexend"/>
              </a:endParaRPr>
            </a:p>
          </p:txBody>
        </p:sp>
      </p:grpSp>
      <p:sp>
        <p:nvSpPr>
          <p:cNvPr id="1723" name="Google Shape;1723;p89"/>
          <p:cNvSpPr/>
          <p:nvPr/>
        </p:nvSpPr>
        <p:spPr>
          <a:xfrm rot="5400000">
            <a:off x="6123025" y="1714825"/>
            <a:ext cx="194100" cy="194100"/>
          </a:xfrm>
          <a:prstGeom prst="rect">
            <a:avLst/>
          </a:prstGeom>
          <a:noFill/>
          <a:ln cap="flat" cmpd="sng" w="28575">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sp>
        <p:nvSpPr>
          <p:cNvPr id="1724" name="Google Shape;1724;p89"/>
          <p:cNvSpPr txBox="1"/>
          <p:nvPr/>
        </p:nvSpPr>
        <p:spPr>
          <a:xfrm>
            <a:off x="6048183" y="3644950"/>
            <a:ext cx="1297800" cy="2424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Clr>
                <a:schemeClr val="dk1"/>
              </a:buClr>
              <a:buSzPts val="1100"/>
              <a:buFont typeface="Arial"/>
              <a:buNone/>
            </a:pPr>
            <a:r>
              <a:rPr lang="en-GB" sz="2000">
                <a:solidFill>
                  <a:schemeClr val="dk1"/>
                </a:solidFill>
                <a:latin typeface="Times New Roman"/>
                <a:ea typeface="Times New Roman"/>
                <a:cs typeface="Times New Roman"/>
                <a:sym typeface="Times New Roman"/>
              </a:rPr>
              <a:t>cos(</a:t>
            </a:r>
            <a:r>
              <a:rPr i="1" lang="en-GB" sz="2000">
                <a:solidFill>
                  <a:schemeClr val="dk1"/>
                </a:solidFill>
                <a:latin typeface="Times New Roman"/>
                <a:ea typeface="Times New Roman"/>
                <a:cs typeface="Times New Roman"/>
                <a:sym typeface="Times New Roman"/>
              </a:rPr>
              <a:t>θ</a:t>
            </a:r>
            <a:r>
              <a:rPr lang="en-GB" sz="2000">
                <a:solidFill>
                  <a:schemeClr val="dk1"/>
                </a:solidFill>
                <a:latin typeface="Times New Roman"/>
                <a:ea typeface="Times New Roman"/>
                <a:cs typeface="Times New Roman"/>
                <a:sym typeface="Times New Roman"/>
              </a:rPr>
              <a:t>°) = </a:t>
            </a:r>
            <a:endParaRPr sz="2000">
              <a:latin typeface="Times New Roman"/>
              <a:ea typeface="Times New Roman"/>
              <a:cs typeface="Times New Roman"/>
              <a:sym typeface="Times New Roman"/>
            </a:endParaRPr>
          </a:p>
        </p:txBody>
      </p:sp>
      <p:sp>
        <p:nvSpPr>
          <p:cNvPr id="1725" name="Google Shape;1725;p89"/>
          <p:cNvSpPr txBox="1"/>
          <p:nvPr/>
        </p:nvSpPr>
        <p:spPr>
          <a:xfrm>
            <a:off x="5774400" y="4230047"/>
            <a:ext cx="2655900" cy="2424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Clr>
                <a:srgbClr val="000000"/>
              </a:buClr>
              <a:buSzPts val="1100"/>
              <a:buFont typeface="Arial"/>
              <a:buNone/>
            </a:pPr>
            <a:r>
              <a:rPr lang="en-GB" sz="1800">
                <a:latin typeface="Lexend"/>
                <a:ea typeface="Lexend"/>
                <a:cs typeface="Lexend"/>
                <a:sym typeface="Lexend"/>
              </a:rPr>
              <a:t>How can you find the size of angle </a:t>
            </a:r>
            <a:r>
              <a:rPr i="1" lang="en-GB" sz="1800">
                <a:solidFill>
                  <a:schemeClr val="dk1"/>
                </a:solidFill>
                <a:latin typeface="Lexend"/>
                <a:ea typeface="Lexend"/>
                <a:cs typeface="Lexend"/>
                <a:sym typeface="Lexend"/>
              </a:rPr>
              <a:t>θ</a:t>
            </a:r>
            <a:r>
              <a:rPr lang="en-GB" sz="1800">
                <a:solidFill>
                  <a:schemeClr val="dk1"/>
                </a:solidFill>
                <a:latin typeface="Lexend"/>
                <a:ea typeface="Lexend"/>
                <a:cs typeface="Lexend"/>
                <a:sym typeface="Lexend"/>
              </a:rPr>
              <a:t>°?</a:t>
            </a:r>
            <a:endParaRPr sz="1800">
              <a:latin typeface="Lexend"/>
              <a:ea typeface="Lexend"/>
              <a:cs typeface="Lexend"/>
              <a:sym typeface="Lexend"/>
            </a:endParaRPr>
          </a:p>
        </p:txBody>
      </p:sp>
      <p:grpSp>
        <p:nvGrpSpPr>
          <p:cNvPr id="1726" name="Google Shape;1726;p89"/>
          <p:cNvGrpSpPr/>
          <p:nvPr/>
        </p:nvGrpSpPr>
        <p:grpSpPr>
          <a:xfrm>
            <a:off x="7232488" y="3561200"/>
            <a:ext cx="557909" cy="448000"/>
            <a:chOff x="4852101" y="2729095"/>
            <a:chExt cx="790800" cy="448000"/>
          </a:xfrm>
        </p:grpSpPr>
        <p:sp>
          <p:nvSpPr>
            <p:cNvPr id="1727" name="Google Shape;1727;p89"/>
            <p:cNvSpPr txBox="1"/>
            <p:nvPr/>
          </p:nvSpPr>
          <p:spPr>
            <a:xfrm>
              <a:off x="4852101" y="2955995"/>
              <a:ext cx="790800" cy="2211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Clr>
                  <a:schemeClr val="dk1"/>
                </a:buClr>
                <a:buSzPts val="1100"/>
                <a:buFont typeface="Arial"/>
                <a:buNone/>
              </a:pPr>
              <a:r>
                <a:rPr lang="en-GB" sz="1900">
                  <a:solidFill>
                    <a:schemeClr val="dk1"/>
                  </a:solidFill>
                  <a:latin typeface="Times New Roman"/>
                  <a:ea typeface="Times New Roman"/>
                  <a:cs typeface="Times New Roman"/>
                  <a:sym typeface="Times New Roman"/>
                </a:rPr>
                <a:t>23</a:t>
              </a:r>
              <a:endParaRPr sz="2300">
                <a:latin typeface="Times New Roman"/>
                <a:ea typeface="Times New Roman"/>
                <a:cs typeface="Times New Roman"/>
                <a:sym typeface="Times New Roman"/>
              </a:endParaRPr>
            </a:p>
          </p:txBody>
        </p:sp>
        <p:sp>
          <p:nvSpPr>
            <p:cNvPr id="1728" name="Google Shape;1728;p89"/>
            <p:cNvSpPr txBox="1"/>
            <p:nvPr/>
          </p:nvSpPr>
          <p:spPr>
            <a:xfrm>
              <a:off x="4885901" y="2729095"/>
              <a:ext cx="723300" cy="2211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Clr>
                  <a:srgbClr val="000000"/>
                </a:buClr>
                <a:buSzPts val="1100"/>
                <a:buFont typeface="Arial"/>
                <a:buNone/>
              </a:pPr>
              <a:r>
                <a:rPr lang="en-GB" sz="1900">
                  <a:latin typeface="Times New Roman"/>
                  <a:ea typeface="Times New Roman"/>
                  <a:cs typeface="Times New Roman"/>
                  <a:sym typeface="Times New Roman"/>
                </a:rPr>
                <a:t>13</a:t>
              </a:r>
              <a:endParaRPr sz="1900">
                <a:latin typeface="Times New Roman"/>
                <a:ea typeface="Times New Roman"/>
                <a:cs typeface="Times New Roman"/>
                <a:sym typeface="Times New Roman"/>
              </a:endParaRPr>
            </a:p>
          </p:txBody>
        </p:sp>
        <p:cxnSp>
          <p:nvCxnSpPr>
            <p:cNvPr id="1729" name="Google Shape;1729;p89"/>
            <p:cNvCxnSpPr/>
            <p:nvPr/>
          </p:nvCxnSpPr>
          <p:spPr>
            <a:xfrm>
              <a:off x="4931198" y="2953120"/>
              <a:ext cx="639600" cy="0"/>
            </a:xfrm>
            <a:prstGeom prst="straightConnector1">
              <a:avLst/>
            </a:prstGeom>
            <a:noFill/>
            <a:ln cap="flat" cmpd="sng" w="19050">
              <a:solidFill>
                <a:srgbClr val="000000"/>
              </a:solidFill>
              <a:prstDash val="solid"/>
              <a:round/>
              <a:headEnd len="med" w="med" type="none"/>
              <a:tailEnd len="med" w="med" type="none"/>
            </a:ln>
          </p:spPr>
        </p:cxnSp>
      </p:grpSp>
      <p:sp>
        <p:nvSpPr>
          <p:cNvPr id="1730" name="Google Shape;1730;p89"/>
          <p:cNvSpPr txBox="1"/>
          <p:nvPr/>
        </p:nvSpPr>
        <p:spPr>
          <a:xfrm>
            <a:off x="7765859" y="3652663"/>
            <a:ext cx="942600" cy="2424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Clr>
                <a:schemeClr val="dk1"/>
              </a:buClr>
              <a:buSzPts val="1100"/>
              <a:buFont typeface="Arial"/>
              <a:buNone/>
            </a:pPr>
            <a:r>
              <a:rPr lang="en-GB" sz="2000">
                <a:solidFill>
                  <a:schemeClr val="dk1"/>
                </a:solidFill>
                <a:latin typeface="Times New Roman"/>
                <a:ea typeface="Times New Roman"/>
                <a:cs typeface="Times New Roman"/>
                <a:sym typeface="Times New Roman"/>
              </a:rPr>
              <a:t>≈ 0.565 </a:t>
            </a:r>
            <a:endParaRPr sz="2000">
              <a:latin typeface="Times New Roman"/>
              <a:ea typeface="Times New Roman"/>
              <a:cs typeface="Times New Roman"/>
              <a:sym typeface="Times New Roman"/>
            </a:endParaRPr>
          </a:p>
        </p:txBody>
      </p:sp>
      <p:pic>
        <p:nvPicPr>
          <p:cNvPr descr="&lt;math xmlns=&quot;http://www.w3.org/1998/Math/MathML&quot; display=&quot;block&quot; data-is-equatio=&quot;1&quot; data-latex=&quot;\frac{\text{adj}}{h}=\cos\left(\theta°\right)\ \ \ \ \ \frac{\text{ad}\text{j}}{\cos\left(\theta°\right)}=h\ \ \ \ \ h\times\cos\left(\theta°\right)=\text{adj}&quot;&gt;&lt;mfrac&gt;&lt;mtext&gt;adj&lt;/mtext&gt;&lt;mi&gt;h&lt;/mi&gt;&lt;/mfrac&gt;&lt;mo&gt;=&lt;/mo&gt;&lt;mi&gt;cos&lt;/mi&gt;&lt;mo data-mjx-texclass=&quot;NONE&quot;&gt;⁡&lt;/mo&gt;&lt;mrow data-mjx-texclass=&quot;INNER&quot;&gt;&lt;mo data-mjx-texclass=&quot;OPEN&quot;&gt;(&lt;/mo&gt;&lt;mi&gt;θ&lt;/mi&gt;&lt;mrow data-mjx-texclass=&quot;ORD&quot;&gt;&lt;mo data-mjx-pseudoscript=&quot;true&quot;&gt;°&lt;/mo&gt;&lt;/mrow&gt;&lt;mo data-mjx-texclass=&quot;CLOSE&quot;&gt;)&lt;/mo&gt;&lt;/mrow&gt;&lt;mtext&gt;&lt;/mtext&gt;&lt;mtext&gt;&lt;/mtext&gt;&lt;mtext&gt;&lt;/mtext&gt;&lt;mtext&gt;&lt;/mtext&gt;&lt;mtext&gt;&lt;/mtext&gt;&lt;mfrac&gt;&lt;mrow&gt;&lt;mtext&gt;ad&lt;/mtext&gt;&lt;mtext&gt;j&lt;/mtext&gt;&lt;/mrow&gt;&lt;mrow&gt;&lt;mi&gt;cos&lt;/mi&gt;&lt;mo data-mjx-texclass=&quot;NONE&quot;&gt;⁡&lt;/mo&gt;&lt;mrow data-mjx-texclass=&quot;INNER&quot;&gt;&lt;mo data-mjx-texclass=&quot;OPEN&quot;&gt;(&lt;/mo&gt;&lt;mi&gt;θ&lt;/mi&gt;&lt;mrow data-mjx-texclass=&quot;ORD&quot;&gt;&lt;mo data-mjx-pseudoscript=&quot;true&quot;&gt;°&lt;/mo&gt;&lt;/mrow&gt;&lt;mo data-mjx-texclass=&quot;CLOSE&quot;&gt;)&lt;/mo&gt;&lt;/mrow&gt;&lt;/mrow&gt;&lt;/mfrac&gt;&lt;mo&gt;=&lt;/mo&gt;&lt;mi&gt;h&lt;/mi&gt;&lt;mtext&gt;&lt;/mtext&gt;&lt;mtext&gt;&lt;/mtext&gt;&lt;mtext&gt;&lt;/mtext&gt;&lt;mtext&gt;&lt;/mtext&gt;&lt;mtext&gt;&lt;/mtext&gt;&lt;mi&gt;h&lt;/mi&gt;&lt;mo&gt;×&lt;/mo&gt;&lt;mi&gt;cos&lt;/mi&gt;&lt;mo data-mjx-texclass=&quot;NONE&quot;&gt;⁡&lt;/mo&gt;&lt;mrow data-mjx-texclass=&quot;INNER&quot;&gt;&lt;mo data-mjx-texclass=&quot;OPEN&quot;&gt;(&lt;/mo&gt;&lt;mi&gt;θ&lt;/mi&gt;&lt;mrow data-mjx-texclass=&quot;ORD&quot;&gt;&lt;mo data-mjx-pseudoscript=&quot;true&quot;&gt;°&lt;/mo&gt;&lt;/mrow&gt;&lt;mo data-mjx-texclass=&quot;CLOSE&quot;&gt;)&lt;/mo&gt;&lt;/mrow&gt;&lt;mo&gt;=&lt;/mo&gt;&lt;mtext&gt;adj&lt;/mtext&gt;&lt;/math&gt;" id="1731" name="Google Shape;1731;p89" title="adj over h equals cosine theta degrees the fraction with numerator ad j and denominator cosine theta degrees equals h h times cosine theta degrees equals adj"/>
          <p:cNvPicPr preferRelativeResize="0"/>
          <p:nvPr/>
        </p:nvPicPr>
        <p:blipFill rotWithShape="1">
          <a:blip r:embed="rId5">
            <a:alphaModFix/>
          </a:blip>
          <a:srcRect b="0" l="0" r="70923" t="0"/>
          <a:stretch/>
        </p:blipFill>
        <p:spPr>
          <a:xfrm>
            <a:off x="6537545" y="2692263"/>
            <a:ext cx="1656126" cy="655400"/>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731"/>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724"/>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1726"/>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730"/>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725"/>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2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35" name="Shape 1735"/>
        <p:cNvGrpSpPr/>
        <p:nvPr/>
      </p:nvGrpSpPr>
      <p:grpSpPr>
        <a:xfrm>
          <a:off x="0" y="0"/>
          <a:ext cx="0" cy="0"/>
          <a:chOff x="0" y="0"/>
          <a:chExt cx="0" cy="0"/>
        </a:xfrm>
      </p:grpSpPr>
      <p:pic>
        <p:nvPicPr>
          <p:cNvPr id="1736" name="Google Shape;1736;p90"/>
          <p:cNvPicPr preferRelativeResize="0"/>
          <p:nvPr/>
        </p:nvPicPr>
        <p:blipFill rotWithShape="1">
          <a:blip r:embed="rId3">
            <a:alphaModFix/>
          </a:blip>
          <a:srcRect b="0" l="0" r="3688" t="0"/>
          <a:stretch/>
        </p:blipFill>
        <p:spPr>
          <a:xfrm>
            <a:off x="324000" y="613500"/>
            <a:ext cx="4406926" cy="4192675"/>
          </a:xfrm>
          <a:prstGeom prst="rect">
            <a:avLst/>
          </a:prstGeom>
          <a:noFill/>
          <a:ln>
            <a:noFill/>
          </a:ln>
        </p:spPr>
      </p:pic>
      <p:sp>
        <p:nvSpPr>
          <p:cNvPr id="1737" name="Google Shape;1737;p90"/>
          <p:cNvSpPr txBox="1"/>
          <p:nvPr/>
        </p:nvSpPr>
        <p:spPr>
          <a:xfrm>
            <a:off x="4901000" y="3371989"/>
            <a:ext cx="3918900" cy="14469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None/>
            </a:pPr>
            <a:r>
              <a:rPr lang="en-GB" sz="1800">
                <a:latin typeface="Lexend"/>
                <a:ea typeface="Lexend"/>
                <a:cs typeface="Lexend"/>
                <a:sym typeface="Lexend"/>
              </a:rPr>
              <a:t>The cosine function has an </a:t>
            </a:r>
            <a:r>
              <a:rPr lang="en-GB" sz="1800">
                <a:solidFill>
                  <a:schemeClr val="accent5"/>
                </a:solidFill>
                <a:latin typeface="Lexend"/>
                <a:ea typeface="Lexend"/>
                <a:cs typeface="Lexend"/>
                <a:sym typeface="Lexend"/>
              </a:rPr>
              <a:t>inverse function</a:t>
            </a:r>
            <a:r>
              <a:rPr lang="en-GB" sz="1800">
                <a:latin typeface="Lexend"/>
                <a:ea typeface="Lexend"/>
                <a:cs typeface="Lexend"/>
                <a:sym typeface="Lexend"/>
              </a:rPr>
              <a:t> called the </a:t>
            </a:r>
            <a:r>
              <a:rPr lang="en-GB" sz="1800">
                <a:solidFill>
                  <a:schemeClr val="accent5"/>
                </a:solidFill>
                <a:latin typeface="Lexend"/>
                <a:ea typeface="Lexend"/>
                <a:cs typeface="Lexend"/>
                <a:sym typeface="Lexend"/>
              </a:rPr>
              <a:t>arccosine function</a:t>
            </a:r>
            <a:r>
              <a:rPr lang="en-GB" sz="1800">
                <a:latin typeface="Lexend"/>
                <a:ea typeface="Lexend"/>
                <a:cs typeface="Lexend"/>
                <a:sym typeface="Lexend"/>
              </a:rPr>
              <a:t> (or </a:t>
            </a:r>
            <a:r>
              <a:rPr lang="en-GB" sz="1800">
                <a:solidFill>
                  <a:schemeClr val="accent5"/>
                </a:solidFill>
                <a:latin typeface="Lexend"/>
                <a:ea typeface="Lexend"/>
                <a:cs typeface="Lexend"/>
                <a:sym typeface="Lexend"/>
              </a:rPr>
              <a:t>arccos function</a:t>
            </a:r>
            <a:r>
              <a:rPr lang="en-GB" sz="1800">
                <a:latin typeface="Lexend"/>
                <a:ea typeface="Lexend"/>
                <a:cs typeface="Lexend"/>
                <a:sym typeface="Lexend"/>
              </a:rPr>
              <a:t>).</a:t>
            </a:r>
            <a:endParaRPr sz="1800">
              <a:latin typeface="Lexend"/>
              <a:ea typeface="Lexend"/>
              <a:cs typeface="Lexend"/>
              <a:sym typeface="Lexend"/>
            </a:endParaRPr>
          </a:p>
          <a:p>
            <a:pPr indent="0" lvl="0" marL="0" rtl="0" algn="l">
              <a:spcBef>
                <a:spcPts val="0"/>
              </a:spcBef>
              <a:spcAft>
                <a:spcPts val="0"/>
              </a:spcAft>
              <a:buNone/>
            </a:pPr>
            <a:r>
              <a:rPr lang="en-GB" sz="1800">
                <a:latin typeface="Lexend"/>
                <a:ea typeface="Lexend"/>
                <a:cs typeface="Lexend"/>
                <a:sym typeface="Lexend"/>
              </a:rPr>
              <a:t>You may see it as </a:t>
            </a:r>
            <a:r>
              <a:rPr lang="en-GB" sz="2200">
                <a:solidFill>
                  <a:schemeClr val="accent5"/>
                </a:solidFill>
                <a:latin typeface="Times New Roman"/>
                <a:ea typeface="Times New Roman"/>
                <a:cs typeface="Times New Roman"/>
                <a:sym typeface="Times New Roman"/>
              </a:rPr>
              <a:t>cos</a:t>
            </a:r>
            <a:r>
              <a:rPr baseline="30000" lang="en-GB" sz="2200">
                <a:solidFill>
                  <a:schemeClr val="accent5"/>
                </a:solidFill>
                <a:latin typeface="Times New Roman"/>
                <a:ea typeface="Times New Roman"/>
                <a:cs typeface="Times New Roman"/>
                <a:sym typeface="Times New Roman"/>
              </a:rPr>
              <a:t>-1</a:t>
            </a:r>
            <a:r>
              <a:rPr lang="en-GB" sz="1800">
                <a:latin typeface="Lexend"/>
                <a:ea typeface="Lexend"/>
                <a:cs typeface="Lexend"/>
                <a:sym typeface="Lexend"/>
              </a:rPr>
              <a:t> on a calculator.</a:t>
            </a:r>
            <a:endParaRPr sz="1800">
              <a:latin typeface="Lexend"/>
              <a:ea typeface="Lexend"/>
              <a:cs typeface="Lexend"/>
              <a:sym typeface="Lexend"/>
            </a:endParaRPr>
          </a:p>
        </p:txBody>
      </p:sp>
      <p:sp>
        <p:nvSpPr>
          <p:cNvPr id="1738" name="Google Shape;1738;p90"/>
          <p:cNvSpPr txBox="1"/>
          <p:nvPr/>
        </p:nvSpPr>
        <p:spPr>
          <a:xfrm>
            <a:off x="5775925" y="1792800"/>
            <a:ext cx="1407000" cy="338700"/>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None/>
            </a:pPr>
            <a:r>
              <a:rPr lang="en-GB" sz="2000">
                <a:latin typeface="Times New Roman"/>
                <a:ea typeface="Times New Roman"/>
                <a:cs typeface="Times New Roman"/>
                <a:sym typeface="Times New Roman"/>
              </a:rPr>
              <a:t>cos( </a:t>
            </a:r>
            <a:r>
              <a:rPr lang="en-GB" sz="2000">
                <a:solidFill>
                  <a:schemeClr val="lt1"/>
                </a:solidFill>
                <a:latin typeface="Times New Roman"/>
                <a:ea typeface="Times New Roman"/>
                <a:cs typeface="Times New Roman"/>
                <a:sym typeface="Times New Roman"/>
              </a:rPr>
              <a:t>30°</a:t>
            </a:r>
            <a:r>
              <a:rPr lang="en-GB" sz="2000">
                <a:latin typeface="Times New Roman"/>
                <a:ea typeface="Times New Roman"/>
                <a:cs typeface="Times New Roman"/>
                <a:sym typeface="Times New Roman"/>
              </a:rPr>
              <a:t> ) = </a:t>
            </a:r>
            <a:endParaRPr sz="2000">
              <a:latin typeface="Times New Roman"/>
              <a:ea typeface="Times New Roman"/>
              <a:cs typeface="Times New Roman"/>
              <a:sym typeface="Times New Roman"/>
            </a:endParaRPr>
          </a:p>
        </p:txBody>
      </p:sp>
      <p:sp>
        <p:nvSpPr>
          <p:cNvPr id="1739" name="Google Shape;1739;p90"/>
          <p:cNvSpPr txBox="1"/>
          <p:nvPr>
            <p:ph type="title"/>
          </p:nvPr>
        </p:nvSpPr>
        <p:spPr>
          <a:xfrm>
            <a:off x="324000" y="0"/>
            <a:ext cx="7885200" cy="613500"/>
          </a:xfrm>
          <a:prstGeom prst="rect">
            <a:avLst/>
          </a:prstGeom>
        </p:spPr>
        <p:txBody>
          <a:bodyPr anchorCtr="0" anchor="ctr" bIns="0" lIns="0" spcFirstLastPara="1" rIns="0" wrap="square" tIns="0">
            <a:noAutofit/>
          </a:bodyPr>
          <a:lstStyle/>
          <a:p>
            <a:pPr indent="0" lvl="0" marL="0" rtl="0" algn="l">
              <a:spcBef>
                <a:spcPts val="0"/>
              </a:spcBef>
              <a:spcAft>
                <a:spcPts val="0"/>
              </a:spcAft>
              <a:buNone/>
            </a:pPr>
            <a:r>
              <a:rPr lang="en-GB"/>
              <a:t>Calculating angles using the cosine formula</a:t>
            </a:r>
            <a:endParaRPr/>
          </a:p>
        </p:txBody>
      </p:sp>
      <p:sp>
        <p:nvSpPr>
          <p:cNvPr id="1740" name="Google Shape;1740;p90"/>
          <p:cNvSpPr/>
          <p:nvPr/>
        </p:nvSpPr>
        <p:spPr>
          <a:xfrm flipH="1">
            <a:off x="-171000" y="3699350"/>
            <a:ext cx="1773600" cy="1773900"/>
          </a:xfrm>
          <a:prstGeom prst="arc">
            <a:avLst>
              <a:gd fmla="val 10794690" name="adj1"/>
              <a:gd fmla="val 12632088" name="adj2"/>
            </a:avLst>
          </a:prstGeom>
          <a:solidFill>
            <a:srgbClr val="F3EEFB"/>
          </a:solidFill>
          <a:ln cap="flat" cmpd="sng" w="2857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sp>
        <p:nvSpPr>
          <p:cNvPr id="1741" name="Google Shape;1741;p90"/>
          <p:cNvSpPr txBox="1"/>
          <p:nvPr/>
        </p:nvSpPr>
        <p:spPr>
          <a:xfrm>
            <a:off x="4901000" y="624350"/>
            <a:ext cx="3918900" cy="11082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None/>
            </a:pPr>
            <a:r>
              <a:rPr lang="en-GB" sz="1800">
                <a:latin typeface="Lexend"/>
                <a:ea typeface="Lexend"/>
                <a:cs typeface="Lexend"/>
                <a:sym typeface="Lexend"/>
              </a:rPr>
              <a:t>On a unit circle, we can find the length of a side adjacent to the angle 30° by applying the </a:t>
            </a:r>
            <a:r>
              <a:rPr lang="en-GB" sz="1800">
                <a:solidFill>
                  <a:schemeClr val="accent5"/>
                </a:solidFill>
                <a:latin typeface="Lexend"/>
                <a:ea typeface="Lexend"/>
                <a:cs typeface="Lexend"/>
                <a:sym typeface="Lexend"/>
              </a:rPr>
              <a:t>cosine</a:t>
            </a:r>
            <a:r>
              <a:rPr lang="en-GB" sz="1800">
                <a:latin typeface="Lexend"/>
                <a:ea typeface="Lexend"/>
                <a:cs typeface="Lexend"/>
                <a:sym typeface="Lexend"/>
              </a:rPr>
              <a:t> function to that angle:</a:t>
            </a:r>
            <a:endParaRPr sz="1800">
              <a:latin typeface="Lexend"/>
              <a:ea typeface="Lexend"/>
              <a:cs typeface="Lexend"/>
              <a:sym typeface="Lexend"/>
            </a:endParaRPr>
          </a:p>
        </p:txBody>
      </p:sp>
      <p:sp>
        <p:nvSpPr>
          <p:cNvPr id="1742" name="Google Shape;1742;p90"/>
          <p:cNvSpPr txBox="1"/>
          <p:nvPr/>
        </p:nvSpPr>
        <p:spPr>
          <a:xfrm>
            <a:off x="1105675" y="4318598"/>
            <a:ext cx="474300" cy="2271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Clr>
                <a:schemeClr val="dk1"/>
              </a:buClr>
              <a:buSzPts val="1100"/>
              <a:buFont typeface="Arial"/>
              <a:buNone/>
            </a:pPr>
            <a:r>
              <a:rPr lang="en-GB" sz="1800">
                <a:solidFill>
                  <a:schemeClr val="dk1"/>
                </a:solidFill>
                <a:latin typeface="Lexend"/>
                <a:ea typeface="Lexend"/>
                <a:cs typeface="Lexend"/>
                <a:sym typeface="Lexend"/>
              </a:rPr>
              <a:t>30°</a:t>
            </a:r>
            <a:endParaRPr sz="1800">
              <a:latin typeface="Lexend"/>
              <a:ea typeface="Lexend"/>
              <a:cs typeface="Lexend"/>
              <a:sym typeface="Lexend"/>
            </a:endParaRPr>
          </a:p>
        </p:txBody>
      </p:sp>
      <p:sp>
        <p:nvSpPr>
          <p:cNvPr id="1743" name="Google Shape;1743;p90"/>
          <p:cNvSpPr txBox="1"/>
          <p:nvPr/>
        </p:nvSpPr>
        <p:spPr>
          <a:xfrm flipH="1">
            <a:off x="1831250" y="3306375"/>
            <a:ext cx="726600" cy="262500"/>
          </a:xfrm>
          <a:prstGeom prst="rect">
            <a:avLst/>
          </a:prstGeom>
          <a:solidFill>
            <a:schemeClr val="lt1"/>
          </a:solidFill>
          <a:ln>
            <a:noFill/>
          </a:ln>
        </p:spPr>
        <p:txBody>
          <a:bodyPr anchorCtr="0" anchor="ctr" bIns="0" lIns="0" spcFirstLastPara="1" rIns="0" wrap="square" tIns="0">
            <a:noAutofit/>
          </a:bodyPr>
          <a:lstStyle/>
          <a:p>
            <a:pPr indent="0" lvl="0" marL="0" rtl="0" algn="ctr">
              <a:spcBef>
                <a:spcPts val="0"/>
              </a:spcBef>
              <a:spcAft>
                <a:spcPts val="0"/>
              </a:spcAft>
              <a:buClr>
                <a:srgbClr val="000000"/>
              </a:buClr>
              <a:buSzPts val="1100"/>
              <a:buFont typeface="Arial"/>
              <a:buNone/>
            </a:pPr>
            <a:r>
              <a:rPr lang="en-GB" sz="1800">
                <a:latin typeface="Lexend"/>
                <a:ea typeface="Lexend"/>
                <a:cs typeface="Lexend"/>
                <a:sym typeface="Lexend"/>
              </a:rPr>
              <a:t>1 unit</a:t>
            </a:r>
            <a:endParaRPr sz="1800">
              <a:latin typeface="Lexend"/>
              <a:ea typeface="Lexend"/>
              <a:cs typeface="Lexend"/>
              <a:sym typeface="Lexend"/>
            </a:endParaRPr>
          </a:p>
        </p:txBody>
      </p:sp>
      <p:grpSp>
        <p:nvGrpSpPr>
          <p:cNvPr id="1744" name="Google Shape;1744;p90"/>
          <p:cNvGrpSpPr/>
          <p:nvPr/>
        </p:nvGrpSpPr>
        <p:grpSpPr>
          <a:xfrm>
            <a:off x="679907" y="2723568"/>
            <a:ext cx="3222601" cy="1869098"/>
            <a:chOff x="677821" y="3280589"/>
            <a:chExt cx="3485400" cy="1312200"/>
          </a:xfrm>
        </p:grpSpPr>
        <p:cxnSp>
          <p:nvCxnSpPr>
            <p:cNvPr id="1745" name="Google Shape;1745;p90"/>
            <p:cNvCxnSpPr/>
            <p:nvPr/>
          </p:nvCxnSpPr>
          <p:spPr>
            <a:xfrm flipH="1">
              <a:off x="677821" y="3280589"/>
              <a:ext cx="3485400" cy="1306200"/>
            </a:xfrm>
            <a:prstGeom prst="straightConnector1">
              <a:avLst/>
            </a:prstGeom>
            <a:noFill/>
            <a:ln cap="flat" cmpd="sng" w="28575">
              <a:solidFill>
                <a:schemeClr val="accent5"/>
              </a:solidFill>
              <a:prstDash val="solid"/>
              <a:round/>
              <a:headEnd len="med" w="med" type="none"/>
              <a:tailEnd len="med" w="med" type="none"/>
            </a:ln>
          </p:spPr>
        </p:cxnSp>
        <p:cxnSp>
          <p:nvCxnSpPr>
            <p:cNvPr id="1746" name="Google Shape;1746;p90"/>
            <p:cNvCxnSpPr/>
            <p:nvPr/>
          </p:nvCxnSpPr>
          <p:spPr>
            <a:xfrm>
              <a:off x="4163221" y="3280589"/>
              <a:ext cx="0" cy="1312200"/>
            </a:xfrm>
            <a:prstGeom prst="straightConnector1">
              <a:avLst/>
            </a:prstGeom>
            <a:noFill/>
            <a:ln cap="flat" cmpd="sng" w="28575">
              <a:solidFill>
                <a:schemeClr val="accent5"/>
              </a:solidFill>
              <a:prstDash val="solid"/>
              <a:round/>
              <a:headEnd len="med" w="med" type="none"/>
              <a:tailEnd len="med" w="med" type="none"/>
            </a:ln>
          </p:spPr>
        </p:cxnSp>
      </p:grpSp>
      <p:grpSp>
        <p:nvGrpSpPr>
          <p:cNvPr id="1747" name="Google Shape;1747;p90"/>
          <p:cNvGrpSpPr/>
          <p:nvPr/>
        </p:nvGrpSpPr>
        <p:grpSpPr>
          <a:xfrm>
            <a:off x="664075" y="858724"/>
            <a:ext cx="3743700" cy="3743700"/>
            <a:chOff x="664075" y="858724"/>
            <a:chExt cx="3743700" cy="3743700"/>
          </a:xfrm>
        </p:grpSpPr>
        <p:cxnSp>
          <p:nvCxnSpPr>
            <p:cNvPr id="1748" name="Google Shape;1748;p90"/>
            <p:cNvCxnSpPr/>
            <p:nvPr/>
          </p:nvCxnSpPr>
          <p:spPr>
            <a:xfrm>
              <a:off x="664075" y="4588975"/>
              <a:ext cx="3743700" cy="0"/>
            </a:xfrm>
            <a:prstGeom prst="straightConnector1">
              <a:avLst/>
            </a:prstGeom>
            <a:noFill/>
            <a:ln cap="flat" cmpd="sng" w="28575">
              <a:solidFill>
                <a:schemeClr val="dk1"/>
              </a:solidFill>
              <a:prstDash val="solid"/>
              <a:round/>
              <a:headEnd len="med" w="med" type="none"/>
              <a:tailEnd len="med" w="med" type="none"/>
            </a:ln>
          </p:spPr>
        </p:cxnSp>
        <p:cxnSp>
          <p:nvCxnSpPr>
            <p:cNvPr id="1749" name="Google Shape;1749;p90"/>
            <p:cNvCxnSpPr/>
            <p:nvPr/>
          </p:nvCxnSpPr>
          <p:spPr>
            <a:xfrm rot="5400000">
              <a:off x="-1198500" y="2730574"/>
              <a:ext cx="3743700" cy="0"/>
            </a:xfrm>
            <a:prstGeom prst="straightConnector1">
              <a:avLst/>
            </a:prstGeom>
            <a:noFill/>
            <a:ln cap="flat" cmpd="sng" w="28575">
              <a:solidFill>
                <a:schemeClr val="dk1"/>
              </a:solidFill>
              <a:prstDash val="solid"/>
              <a:round/>
              <a:headEnd len="med" w="med" type="none"/>
              <a:tailEnd len="med" w="med" type="none"/>
            </a:ln>
          </p:spPr>
        </p:cxnSp>
      </p:grpSp>
      <p:sp>
        <p:nvSpPr>
          <p:cNvPr id="1750" name="Google Shape;1750;p90"/>
          <p:cNvSpPr txBox="1"/>
          <p:nvPr/>
        </p:nvSpPr>
        <p:spPr>
          <a:xfrm>
            <a:off x="7112598" y="1861004"/>
            <a:ext cx="750300" cy="277200"/>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None/>
            </a:pPr>
            <a:r>
              <a:rPr lang="en-GB" sz="2000">
                <a:latin typeface="Times New Roman"/>
                <a:ea typeface="Times New Roman"/>
                <a:cs typeface="Times New Roman"/>
                <a:sym typeface="Times New Roman"/>
              </a:rPr>
              <a:t>0.866</a:t>
            </a:r>
            <a:endParaRPr sz="2000">
              <a:latin typeface="Times New Roman"/>
              <a:ea typeface="Times New Roman"/>
              <a:cs typeface="Times New Roman"/>
              <a:sym typeface="Times New Roman"/>
            </a:endParaRPr>
          </a:p>
        </p:txBody>
      </p:sp>
      <p:sp>
        <p:nvSpPr>
          <p:cNvPr id="1751" name="Google Shape;1751;p90"/>
          <p:cNvSpPr txBox="1"/>
          <p:nvPr/>
        </p:nvSpPr>
        <p:spPr>
          <a:xfrm>
            <a:off x="6179534" y="1840925"/>
            <a:ext cx="530100" cy="2772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lang="en-GB" sz="2000">
                <a:latin typeface="Times New Roman"/>
                <a:ea typeface="Times New Roman"/>
                <a:cs typeface="Times New Roman"/>
                <a:sym typeface="Times New Roman"/>
              </a:rPr>
              <a:t>30° </a:t>
            </a:r>
            <a:endParaRPr sz="2000">
              <a:latin typeface="Times New Roman"/>
              <a:ea typeface="Times New Roman"/>
              <a:cs typeface="Times New Roman"/>
              <a:sym typeface="Times New Roman"/>
            </a:endParaRPr>
          </a:p>
        </p:txBody>
      </p:sp>
      <p:grpSp>
        <p:nvGrpSpPr>
          <p:cNvPr id="1752" name="Google Shape;1752;p90"/>
          <p:cNvGrpSpPr/>
          <p:nvPr/>
        </p:nvGrpSpPr>
        <p:grpSpPr>
          <a:xfrm>
            <a:off x="5411779" y="2118054"/>
            <a:ext cx="1172500" cy="637184"/>
            <a:chOff x="6274158" y="2346721"/>
            <a:chExt cx="696300" cy="1092004"/>
          </a:xfrm>
        </p:grpSpPr>
        <p:cxnSp>
          <p:nvCxnSpPr>
            <p:cNvPr id="1753" name="Google Shape;1753;p90"/>
            <p:cNvCxnSpPr/>
            <p:nvPr/>
          </p:nvCxnSpPr>
          <p:spPr>
            <a:xfrm flipH="1">
              <a:off x="6622013" y="2346721"/>
              <a:ext cx="200700" cy="617100"/>
            </a:xfrm>
            <a:prstGeom prst="straightConnector1">
              <a:avLst/>
            </a:prstGeom>
            <a:noFill/>
            <a:ln cap="flat" cmpd="sng" w="28575">
              <a:solidFill>
                <a:schemeClr val="accent5"/>
              </a:solidFill>
              <a:prstDash val="solid"/>
              <a:round/>
              <a:headEnd len="med" w="med" type="none"/>
              <a:tailEnd len="med" w="med" type="none"/>
            </a:ln>
          </p:spPr>
        </p:cxnSp>
        <p:sp>
          <p:nvSpPr>
            <p:cNvPr id="1754" name="Google Shape;1754;p90"/>
            <p:cNvSpPr txBox="1"/>
            <p:nvPr/>
          </p:nvSpPr>
          <p:spPr>
            <a:xfrm>
              <a:off x="6274158" y="2963825"/>
              <a:ext cx="696300" cy="474900"/>
            </a:xfrm>
            <a:prstGeom prst="rect">
              <a:avLst/>
            </a:prstGeom>
            <a:noFill/>
            <a:ln>
              <a:noFill/>
            </a:ln>
          </p:spPr>
          <p:txBody>
            <a:bodyPr anchorCtr="0" anchor="t" bIns="0" lIns="0" spcFirstLastPara="1" rIns="0" wrap="square" tIns="0">
              <a:spAutoFit/>
            </a:bodyPr>
            <a:lstStyle/>
            <a:p>
              <a:pPr indent="0" lvl="0" marL="0" rtl="0" algn="ctr">
                <a:spcBef>
                  <a:spcPts val="0"/>
                </a:spcBef>
                <a:spcAft>
                  <a:spcPts val="0"/>
                </a:spcAft>
                <a:buNone/>
              </a:pPr>
              <a:r>
                <a:rPr lang="en-GB" sz="1800">
                  <a:latin typeface="Lexend"/>
                  <a:ea typeface="Lexend"/>
                  <a:cs typeface="Lexend"/>
                  <a:sym typeface="Lexend"/>
                </a:rPr>
                <a:t>angle</a:t>
              </a:r>
              <a:endParaRPr sz="1800">
                <a:latin typeface="Lexend"/>
                <a:ea typeface="Lexend"/>
                <a:cs typeface="Lexend"/>
                <a:sym typeface="Lexend"/>
              </a:endParaRPr>
            </a:p>
          </p:txBody>
        </p:sp>
      </p:grpSp>
      <p:grpSp>
        <p:nvGrpSpPr>
          <p:cNvPr id="1755" name="Google Shape;1755;p90"/>
          <p:cNvGrpSpPr/>
          <p:nvPr/>
        </p:nvGrpSpPr>
        <p:grpSpPr>
          <a:xfrm flipH="1">
            <a:off x="6734428" y="2118054"/>
            <a:ext cx="2086352" cy="914282"/>
            <a:chOff x="6002812" y="2346721"/>
            <a:chExt cx="1239000" cy="1566893"/>
          </a:xfrm>
        </p:grpSpPr>
        <p:cxnSp>
          <p:nvCxnSpPr>
            <p:cNvPr id="1756" name="Google Shape;1756;p90"/>
            <p:cNvCxnSpPr/>
            <p:nvPr/>
          </p:nvCxnSpPr>
          <p:spPr>
            <a:xfrm flipH="1">
              <a:off x="6694093" y="2346721"/>
              <a:ext cx="200700" cy="617100"/>
            </a:xfrm>
            <a:prstGeom prst="straightConnector1">
              <a:avLst/>
            </a:prstGeom>
            <a:noFill/>
            <a:ln cap="flat" cmpd="sng" w="28575">
              <a:solidFill>
                <a:schemeClr val="accent5"/>
              </a:solidFill>
              <a:prstDash val="solid"/>
              <a:round/>
              <a:headEnd len="med" w="med" type="none"/>
              <a:tailEnd len="med" w="med" type="none"/>
            </a:ln>
          </p:spPr>
        </p:cxnSp>
        <p:sp>
          <p:nvSpPr>
            <p:cNvPr id="1757" name="Google Shape;1757;p90"/>
            <p:cNvSpPr txBox="1"/>
            <p:nvPr/>
          </p:nvSpPr>
          <p:spPr>
            <a:xfrm>
              <a:off x="6002812" y="2963814"/>
              <a:ext cx="1239000" cy="949800"/>
            </a:xfrm>
            <a:prstGeom prst="rect">
              <a:avLst/>
            </a:prstGeom>
            <a:noFill/>
            <a:ln>
              <a:noFill/>
            </a:ln>
          </p:spPr>
          <p:txBody>
            <a:bodyPr anchorCtr="0" anchor="t" bIns="0" lIns="0" spcFirstLastPara="1" rIns="0" wrap="square" tIns="0">
              <a:spAutoFit/>
            </a:bodyPr>
            <a:lstStyle/>
            <a:p>
              <a:pPr indent="0" lvl="0" marL="0" rtl="0" algn="ctr">
                <a:spcBef>
                  <a:spcPts val="0"/>
                </a:spcBef>
                <a:spcAft>
                  <a:spcPts val="0"/>
                </a:spcAft>
                <a:buNone/>
              </a:pPr>
              <a:r>
                <a:rPr lang="en-GB" sz="1800">
                  <a:latin typeface="Lexend"/>
                  <a:ea typeface="Lexend"/>
                  <a:cs typeface="Lexend"/>
                  <a:sym typeface="Lexend"/>
                </a:rPr>
                <a:t>length of adjacent side on unit circle</a:t>
              </a:r>
              <a:endParaRPr sz="1800">
                <a:latin typeface="Lexend"/>
                <a:ea typeface="Lexend"/>
                <a:cs typeface="Lexend"/>
                <a:sym typeface="Lexend"/>
              </a:endParaRPr>
            </a:p>
          </p:txBody>
        </p:sp>
      </p:grpSp>
      <p:grpSp>
        <p:nvGrpSpPr>
          <p:cNvPr id="1758" name="Google Shape;1758;p90"/>
          <p:cNvGrpSpPr/>
          <p:nvPr/>
        </p:nvGrpSpPr>
        <p:grpSpPr>
          <a:xfrm>
            <a:off x="1925746" y="4284875"/>
            <a:ext cx="2241223" cy="570805"/>
            <a:chOff x="1925746" y="4284875"/>
            <a:chExt cx="2241223" cy="570805"/>
          </a:xfrm>
        </p:grpSpPr>
        <p:sp>
          <p:nvSpPr>
            <p:cNvPr id="1759" name="Google Shape;1759;p90"/>
            <p:cNvSpPr/>
            <p:nvPr/>
          </p:nvSpPr>
          <p:spPr>
            <a:xfrm>
              <a:off x="3636870" y="4325580"/>
              <a:ext cx="530100" cy="530100"/>
            </a:xfrm>
            <a:prstGeom prst="mathMultiply">
              <a:avLst>
                <a:gd fmla="val 8038" name="adj1"/>
              </a:avLst>
            </a:prstGeom>
            <a:solidFill>
              <a:schemeClr val="accent3"/>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sp>
          <p:nvSpPr>
            <p:cNvPr id="1760" name="Google Shape;1760;p90"/>
            <p:cNvSpPr txBox="1"/>
            <p:nvPr/>
          </p:nvSpPr>
          <p:spPr>
            <a:xfrm>
              <a:off x="1925746" y="4284875"/>
              <a:ext cx="1203900" cy="277200"/>
            </a:xfrm>
            <a:prstGeom prst="rect">
              <a:avLst/>
            </a:prstGeom>
            <a:solidFill>
              <a:schemeClr val="lt1"/>
            </a:solidFill>
            <a:ln>
              <a:noFill/>
            </a:ln>
          </p:spPr>
          <p:txBody>
            <a:bodyPr anchorCtr="0" anchor="ctr" bIns="0" lIns="0" spcFirstLastPara="1" rIns="0" wrap="square" tIns="0">
              <a:noAutofit/>
            </a:bodyPr>
            <a:lstStyle/>
            <a:p>
              <a:pPr indent="0" lvl="0" marL="0" rtl="0" algn="l">
                <a:spcBef>
                  <a:spcPts val="0"/>
                </a:spcBef>
                <a:spcAft>
                  <a:spcPts val="0"/>
                </a:spcAft>
                <a:buNone/>
              </a:pPr>
              <a:r>
                <a:rPr lang="en-GB" sz="1800">
                  <a:latin typeface="Lexend"/>
                  <a:ea typeface="Lexend"/>
                  <a:cs typeface="Lexend"/>
                  <a:sym typeface="Lexend"/>
                </a:rPr>
                <a:t>0.866 units</a:t>
              </a:r>
              <a:endParaRPr sz="1800">
                <a:latin typeface="Lexend"/>
                <a:ea typeface="Lexend"/>
                <a:cs typeface="Lexend"/>
                <a:sym typeface="Lexend"/>
              </a:endParaRPr>
            </a:p>
          </p:txBody>
        </p:sp>
      </p:grpSp>
      <p:cxnSp>
        <p:nvCxnSpPr>
          <p:cNvPr id="1761" name="Google Shape;1761;p90"/>
          <p:cNvCxnSpPr/>
          <p:nvPr/>
        </p:nvCxnSpPr>
        <p:spPr>
          <a:xfrm rot="10800000">
            <a:off x="675750" y="4586300"/>
            <a:ext cx="3223200" cy="0"/>
          </a:xfrm>
          <a:prstGeom prst="straightConnector1">
            <a:avLst/>
          </a:prstGeom>
          <a:noFill/>
          <a:ln cap="flat" cmpd="sng" w="38100">
            <a:solidFill>
              <a:schemeClr val="accent3"/>
            </a:solidFill>
            <a:prstDash val="dash"/>
            <a:round/>
            <a:headEnd len="med" w="med" type="stealth"/>
            <a:tailEnd len="med" w="med" type="none"/>
          </a:ln>
        </p:spPr>
      </p:cxnSp>
      <p:sp>
        <p:nvSpPr>
          <p:cNvPr id="1762" name="Google Shape;1762;p90"/>
          <p:cNvSpPr/>
          <p:nvPr/>
        </p:nvSpPr>
        <p:spPr>
          <a:xfrm>
            <a:off x="4630800" y="4630800"/>
            <a:ext cx="131700" cy="153000"/>
          </a:xfrm>
          <a:prstGeom prst="rect">
            <a:avLst/>
          </a:prstGeom>
          <a:solidFill>
            <a:srgbClr val="FFFFFF"/>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738"/>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750"/>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761"/>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758"/>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755"/>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737">
                                            <p:txEl>
                                              <p:pRg end="0" st="0"/>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737">
                                            <p:txEl>
                                              <p:pRg end="1" st="1"/>
                                            </p:txEl>
                                          </p:spTgt>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3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66" name="Shape 1766"/>
        <p:cNvGrpSpPr/>
        <p:nvPr/>
      </p:nvGrpSpPr>
      <p:grpSpPr>
        <a:xfrm>
          <a:off x="0" y="0"/>
          <a:ext cx="0" cy="0"/>
          <a:chOff x="0" y="0"/>
          <a:chExt cx="0" cy="0"/>
        </a:xfrm>
      </p:grpSpPr>
      <p:pic>
        <p:nvPicPr>
          <p:cNvPr id="1767" name="Google Shape;1767;p91"/>
          <p:cNvPicPr preferRelativeResize="0"/>
          <p:nvPr/>
        </p:nvPicPr>
        <p:blipFill rotWithShape="1">
          <a:blip r:embed="rId3">
            <a:alphaModFix/>
          </a:blip>
          <a:srcRect b="0" l="0" r="3688" t="0"/>
          <a:stretch/>
        </p:blipFill>
        <p:spPr>
          <a:xfrm>
            <a:off x="324000" y="613500"/>
            <a:ext cx="4406926" cy="4192675"/>
          </a:xfrm>
          <a:prstGeom prst="rect">
            <a:avLst/>
          </a:prstGeom>
          <a:noFill/>
          <a:ln>
            <a:noFill/>
          </a:ln>
        </p:spPr>
      </p:pic>
      <p:sp>
        <p:nvSpPr>
          <p:cNvPr id="1768" name="Google Shape;1768;p91"/>
          <p:cNvSpPr txBox="1"/>
          <p:nvPr/>
        </p:nvSpPr>
        <p:spPr>
          <a:xfrm>
            <a:off x="5831714" y="1792800"/>
            <a:ext cx="1407000" cy="338700"/>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None/>
            </a:pPr>
            <a:r>
              <a:rPr lang="en-GB" sz="2200">
                <a:latin typeface="Times New Roman"/>
                <a:ea typeface="Times New Roman"/>
                <a:cs typeface="Times New Roman"/>
                <a:sym typeface="Times New Roman"/>
              </a:rPr>
              <a:t>cos</a:t>
            </a:r>
            <a:r>
              <a:rPr lang="en-GB" sz="1800">
                <a:latin typeface="Lexend"/>
                <a:ea typeface="Lexend"/>
                <a:cs typeface="Lexend"/>
                <a:sym typeface="Lexend"/>
              </a:rPr>
              <a:t>( </a:t>
            </a:r>
            <a:r>
              <a:rPr lang="en-GB" sz="1800">
                <a:solidFill>
                  <a:schemeClr val="lt1"/>
                </a:solidFill>
                <a:latin typeface="Lexend"/>
                <a:ea typeface="Lexend"/>
                <a:cs typeface="Lexend"/>
                <a:sym typeface="Lexend"/>
              </a:rPr>
              <a:t>30°</a:t>
            </a:r>
            <a:r>
              <a:rPr lang="en-GB" sz="1800">
                <a:latin typeface="Lexend"/>
                <a:ea typeface="Lexend"/>
                <a:cs typeface="Lexend"/>
                <a:sym typeface="Lexend"/>
              </a:rPr>
              <a:t> ) = </a:t>
            </a:r>
            <a:endParaRPr sz="1800">
              <a:latin typeface="Lexend"/>
              <a:ea typeface="Lexend"/>
              <a:cs typeface="Lexend"/>
              <a:sym typeface="Lexend"/>
            </a:endParaRPr>
          </a:p>
        </p:txBody>
      </p:sp>
      <p:sp>
        <p:nvSpPr>
          <p:cNvPr id="1769" name="Google Shape;1769;p91"/>
          <p:cNvSpPr txBox="1"/>
          <p:nvPr>
            <p:ph type="title"/>
          </p:nvPr>
        </p:nvSpPr>
        <p:spPr>
          <a:xfrm>
            <a:off x="324000" y="0"/>
            <a:ext cx="7885200" cy="613500"/>
          </a:xfrm>
          <a:prstGeom prst="rect">
            <a:avLst/>
          </a:prstGeom>
        </p:spPr>
        <p:txBody>
          <a:bodyPr anchorCtr="0" anchor="ctr" bIns="0" lIns="0" spcFirstLastPara="1" rIns="0" wrap="square" tIns="0">
            <a:noAutofit/>
          </a:bodyPr>
          <a:lstStyle/>
          <a:p>
            <a:pPr indent="0" lvl="0" marL="0" rtl="0" algn="l">
              <a:spcBef>
                <a:spcPts val="0"/>
              </a:spcBef>
              <a:spcAft>
                <a:spcPts val="0"/>
              </a:spcAft>
              <a:buNone/>
            </a:pPr>
            <a:r>
              <a:rPr lang="en-GB"/>
              <a:t>Calculating angles using the cosine formula</a:t>
            </a:r>
            <a:endParaRPr/>
          </a:p>
        </p:txBody>
      </p:sp>
      <p:sp>
        <p:nvSpPr>
          <p:cNvPr id="1770" name="Google Shape;1770;p91"/>
          <p:cNvSpPr/>
          <p:nvPr/>
        </p:nvSpPr>
        <p:spPr>
          <a:xfrm flipH="1">
            <a:off x="-171000" y="3699350"/>
            <a:ext cx="1773600" cy="1773900"/>
          </a:xfrm>
          <a:prstGeom prst="arc">
            <a:avLst>
              <a:gd fmla="val 10794690" name="adj1"/>
              <a:gd fmla="val 12632088" name="adj2"/>
            </a:avLst>
          </a:prstGeom>
          <a:solidFill>
            <a:srgbClr val="F3EEFB"/>
          </a:solidFill>
          <a:ln cap="flat" cmpd="sng" w="2857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sp>
        <p:nvSpPr>
          <p:cNvPr id="1771" name="Google Shape;1771;p91"/>
          <p:cNvSpPr txBox="1"/>
          <p:nvPr/>
        </p:nvSpPr>
        <p:spPr>
          <a:xfrm>
            <a:off x="4901000" y="624350"/>
            <a:ext cx="3918900" cy="11082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None/>
            </a:pPr>
            <a:r>
              <a:rPr lang="en-GB" sz="1800">
                <a:latin typeface="Lexend"/>
                <a:ea typeface="Lexend"/>
                <a:cs typeface="Lexend"/>
                <a:sym typeface="Lexend"/>
              </a:rPr>
              <a:t>On a unit circle, we can find the length of a side adjacent to the angle 30° by applying the </a:t>
            </a:r>
            <a:r>
              <a:rPr lang="en-GB" sz="1800">
                <a:solidFill>
                  <a:schemeClr val="accent5"/>
                </a:solidFill>
                <a:latin typeface="Lexend"/>
                <a:ea typeface="Lexend"/>
                <a:cs typeface="Lexend"/>
                <a:sym typeface="Lexend"/>
              </a:rPr>
              <a:t>cosine </a:t>
            </a:r>
            <a:r>
              <a:rPr lang="en-GB" sz="1800">
                <a:latin typeface="Lexend"/>
                <a:ea typeface="Lexend"/>
                <a:cs typeface="Lexend"/>
                <a:sym typeface="Lexend"/>
              </a:rPr>
              <a:t>function to that angle:</a:t>
            </a:r>
            <a:endParaRPr sz="1800">
              <a:latin typeface="Lexend"/>
              <a:ea typeface="Lexend"/>
              <a:cs typeface="Lexend"/>
              <a:sym typeface="Lexend"/>
            </a:endParaRPr>
          </a:p>
        </p:txBody>
      </p:sp>
      <p:sp>
        <p:nvSpPr>
          <p:cNvPr id="1772" name="Google Shape;1772;p91"/>
          <p:cNvSpPr txBox="1"/>
          <p:nvPr/>
        </p:nvSpPr>
        <p:spPr>
          <a:xfrm>
            <a:off x="1105675" y="4318598"/>
            <a:ext cx="474300" cy="2271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Clr>
                <a:schemeClr val="dk1"/>
              </a:buClr>
              <a:buSzPts val="1100"/>
              <a:buFont typeface="Arial"/>
              <a:buNone/>
            </a:pPr>
            <a:r>
              <a:rPr lang="en-GB" sz="1800">
                <a:solidFill>
                  <a:schemeClr val="dk1"/>
                </a:solidFill>
                <a:latin typeface="Lexend"/>
                <a:ea typeface="Lexend"/>
                <a:cs typeface="Lexend"/>
                <a:sym typeface="Lexend"/>
              </a:rPr>
              <a:t>30°</a:t>
            </a:r>
            <a:endParaRPr sz="1800">
              <a:latin typeface="Lexend"/>
              <a:ea typeface="Lexend"/>
              <a:cs typeface="Lexend"/>
              <a:sym typeface="Lexend"/>
            </a:endParaRPr>
          </a:p>
        </p:txBody>
      </p:sp>
      <p:sp>
        <p:nvSpPr>
          <p:cNvPr id="1773" name="Google Shape;1773;p91"/>
          <p:cNvSpPr txBox="1"/>
          <p:nvPr/>
        </p:nvSpPr>
        <p:spPr>
          <a:xfrm flipH="1">
            <a:off x="1831250" y="3306375"/>
            <a:ext cx="726600" cy="262500"/>
          </a:xfrm>
          <a:prstGeom prst="rect">
            <a:avLst/>
          </a:prstGeom>
          <a:solidFill>
            <a:schemeClr val="lt1"/>
          </a:solidFill>
          <a:ln>
            <a:noFill/>
          </a:ln>
        </p:spPr>
        <p:txBody>
          <a:bodyPr anchorCtr="0" anchor="ctr" bIns="0" lIns="0" spcFirstLastPara="1" rIns="0" wrap="square" tIns="0">
            <a:noAutofit/>
          </a:bodyPr>
          <a:lstStyle/>
          <a:p>
            <a:pPr indent="0" lvl="0" marL="0" rtl="0" algn="ctr">
              <a:spcBef>
                <a:spcPts val="0"/>
              </a:spcBef>
              <a:spcAft>
                <a:spcPts val="0"/>
              </a:spcAft>
              <a:buClr>
                <a:srgbClr val="000000"/>
              </a:buClr>
              <a:buSzPts val="1100"/>
              <a:buFont typeface="Arial"/>
              <a:buNone/>
            </a:pPr>
            <a:r>
              <a:rPr lang="en-GB" sz="1800">
                <a:latin typeface="Lexend"/>
                <a:ea typeface="Lexend"/>
                <a:cs typeface="Lexend"/>
                <a:sym typeface="Lexend"/>
              </a:rPr>
              <a:t>1 unit</a:t>
            </a:r>
            <a:endParaRPr sz="1800">
              <a:latin typeface="Lexend"/>
              <a:ea typeface="Lexend"/>
              <a:cs typeface="Lexend"/>
              <a:sym typeface="Lexend"/>
            </a:endParaRPr>
          </a:p>
        </p:txBody>
      </p:sp>
      <p:grpSp>
        <p:nvGrpSpPr>
          <p:cNvPr id="1774" name="Google Shape;1774;p91"/>
          <p:cNvGrpSpPr/>
          <p:nvPr/>
        </p:nvGrpSpPr>
        <p:grpSpPr>
          <a:xfrm>
            <a:off x="679907" y="2723568"/>
            <a:ext cx="3222601" cy="1869098"/>
            <a:chOff x="677821" y="3280589"/>
            <a:chExt cx="3485400" cy="1312200"/>
          </a:xfrm>
        </p:grpSpPr>
        <p:cxnSp>
          <p:nvCxnSpPr>
            <p:cNvPr id="1775" name="Google Shape;1775;p91"/>
            <p:cNvCxnSpPr/>
            <p:nvPr/>
          </p:nvCxnSpPr>
          <p:spPr>
            <a:xfrm flipH="1">
              <a:off x="677821" y="3280589"/>
              <a:ext cx="3485400" cy="1306200"/>
            </a:xfrm>
            <a:prstGeom prst="straightConnector1">
              <a:avLst/>
            </a:prstGeom>
            <a:noFill/>
            <a:ln cap="flat" cmpd="sng" w="28575">
              <a:solidFill>
                <a:schemeClr val="accent5"/>
              </a:solidFill>
              <a:prstDash val="solid"/>
              <a:round/>
              <a:headEnd len="med" w="med" type="none"/>
              <a:tailEnd len="med" w="med" type="none"/>
            </a:ln>
          </p:spPr>
        </p:cxnSp>
        <p:cxnSp>
          <p:nvCxnSpPr>
            <p:cNvPr id="1776" name="Google Shape;1776;p91"/>
            <p:cNvCxnSpPr/>
            <p:nvPr/>
          </p:nvCxnSpPr>
          <p:spPr>
            <a:xfrm>
              <a:off x="4163221" y="3280589"/>
              <a:ext cx="0" cy="1312200"/>
            </a:xfrm>
            <a:prstGeom prst="straightConnector1">
              <a:avLst/>
            </a:prstGeom>
            <a:noFill/>
            <a:ln cap="flat" cmpd="sng" w="28575">
              <a:solidFill>
                <a:schemeClr val="accent5"/>
              </a:solidFill>
              <a:prstDash val="solid"/>
              <a:round/>
              <a:headEnd len="med" w="med" type="none"/>
              <a:tailEnd len="med" w="med" type="none"/>
            </a:ln>
          </p:spPr>
        </p:cxnSp>
      </p:grpSp>
      <p:grpSp>
        <p:nvGrpSpPr>
          <p:cNvPr id="1777" name="Google Shape;1777;p91"/>
          <p:cNvGrpSpPr/>
          <p:nvPr/>
        </p:nvGrpSpPr>
        <p:grpSpPr>
          <a:xfrm>
            <a:off x="664075" y="858724"/>
            <a:ext cx="3743700" cy="3743700"/>
            <a:chOff x="664075" y="858724"/>
            <a:chExt cx="3743700" cy="3743700"/>
          </a:xfrm>
        </p:grpSpPr>
        <p:cxnSp>
          <p:nvCxnSpPr>
            <p:cNvPr id="1778" name="Google Shape;1778;p91"/>
            <p:cNvCxnSpPr/>
            <p:nvPr/>
          </p:nvCxnSpPr>
          <p:spPr>
            <a:xfrm>
              <a:off x="664075" y="4588975"/>
              <a:ext cx="3743700" cy="0"/>
            </a:xfrm>
            <a:prstGeom prst="straightConnector1">
              <a:avLst/>
            </a:prstGeom>
            <a:noFill/>
            <a:ln cap="flat" cmpd="sng" w="28575">
              <a:solidFill>
                <a:schemeClr val="dk1"/>
              </a:solidFill>
              <a:prstDash val="solid"/>
              <a:round/>
              <a:headEnd len="med" w="med" type="none"/>
              <a:tailEnd len="med" w="med" type="none"/>
            </a:ln>
          </p:spPr>
        </p:cxnSp>
        <p:cxnSp>
          <p:nvCxnSpPr>
            <p:cNvPr id="1779" name="Google Shape;1779;p91"/>
            <p:cNvCxnSpPr/>
            <p:nvPr/>
          </p:nvCxnSpPr>
          <p:spPr>
            <a:xfrm rot="5400000">
              <a:off x="-1198500" y="2730574"/>
              <a:ext cx="3743700" cy="0"/>
            </a:xfrm>
            <a:prstGeom prst="straightConnector1">
              <a:avLst/>
            </a:prstGeom>
            <a:noFill/>
            <a:ln cap="flat" cmpd="sng" w="28575">
              <a:solidFill>
                <a:schemeClr val="dk1"/>
              </a:solidFill>
              <a:prstDash val="solid"/>
              <a:round/>
              <a:headEnd len="med" w="med" type="none"/>
              <a:tailEnd len="med" w="med" type="none"/>
            </a:ln>
          </p:spPr>
        </p:cxnSp>
      </p:grpSp>
      <p:sp>
        <p:nvSpPr>
          <p:cNvPr id="1780" name="Google Shape;1780;p91"/>
          <p:cNvSpPr txBox="1"/>
          <p:nvPr/>
        </p:nvSpPr>
        <p:spPr>
          <a:xfrm>
            <a:off x="7168387" y="1861004"/>
            <a:ext cx="750300" cy="277200"/>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Clr>
                <a:schemeClr val="dk1"/>
              </a:buClr>
              <a:buSzPts val="1100"/>
              <a:buFont typeface="Arial"/>
              <a:buNone/>
            </a:pPr>
            <a:r>
              <a:rPr lang="en-GB" sz="1800">
                <a:solidFill>
                  <a:schemeClr val="dk1"/>
                </a:solidFill>
                <a:latin typeface="Lexend"/>
                <a:ea typeface="Lexend"/>
                <a:cs typeface="Lexend"/>
                <a:sym typeface="Lexend"/>
              </a:rPr>
              <a:t>0.866</a:t>
            </a:r>
            <a:endParaRPr sz="1800">
              <a:latin typeface="Lexend"/>
              <a:ea typeface="Lexend"/>
              <a:cs typeface="Lexend"/>
              <a:sym typeface="Lexend"/>
            </a:endParaRPr>
          </a:p>
        </p:txBody>
      </p:sp>
      <p:sp>
        <p:nvSpPr>
          <p:cNvPr id="1781" name="Google Shape;1781;p91"/>
          <p:cNvSpPr txBox="1"/>
          <p:nvPr/>
        </p:nvSpPr>
        <p:spPr>
          <a:xfrm>
            <a:off x="6233674" y="1840921"/>
            <a:ext cx="609300" cy="2772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lang="en-GB" sz="1800">
                <a:latin typeface="Lexend"/>
                <a:ea typeface="Lexend"/>
                <a:cs typeface="Lexend"/>
                <a:sym typeface="Lexend"/>
              </a:rPr>
              <a:t>30° </a:t>
            </a:r>
            <a:endParaRPr sz="1800">
              <a:latin typeface="Lexend"/>
              <a:ea typeface="Lexend"/>
              <a:cs typeface="Lexend"/>
              <a:sym typeface="Lexend"/>
            </a:endParaRPr>
          </a:p>
        </p:txBody>
      </p:sp>
      <p:grpSp>
        <p:nvGrpSpPr>
          <p:cNvPr id="1782" name="Google Shape;1782;p91"/>
          <p:cNvGrpSpPr/>
          <p:nvPr/>
        </p:nvGrpSpPr>
        <p:grpSpPr>
          <a:xfrm>
            <a:off x="4814604" y="1989213"/>
            <a:ext cx="972366" cy="582525"/>
            <a:chOff x="4738404" y="1989213"/>
            <a:chExt cx="972366" cy="582525"/>
          </a:xfrm>
        </p:grpSpPr>
        <p:sp>
          <p:nvSpPr>
            <p:cNvPr id="1783" name="Google Shape;1783;p91"/>
            <p:cNvSpPr/>
            <p:nvPr/>
          </p:nvSpPr>
          <p:spPr>
            <a:xfrm>
              <a:off x="5565470" y="1989213"/>
              <a:ext cx="145300" cy="582525"/>
            </a:xfrm>
            <a:custGeom>
              <a:rect b="b" l="l" r="r" t="t"/>
              <a:pathLst>
                <a:path extrusionOk="0" h="23301" w="5812">
                  <a:moveTo>
                    <a:pt x="5812" y="0"/>
                  </a:moveTo>
                  <a:cubicBezTo>
                    <a:pt x="-862" y="4007"/>
                    <a:pt x="-2242" y="18988"/>
                    <a:pt x="4238" y="23301"/>
                  </a:cubicBezTo>
                </a:path>
              </a:pathLst>
            </a:custGeom>
            <a:noFill/>
            <a:ln cap="flat" cmpd="sng" w="28575">
              <a:solidFill>
                <a:srgbClr val="000000"/>
              </a:solidFill>
              <a:prstDash val="solid"/>
              <a:round/>
              <a:headEnd len="med" w="med" type="none"/>
              <a:tailEnd len="med" w="med" type="triangle"/>
            </a:ln>
          </p:spPr>
        </p:sp>
        <p:sp>
          <p:nvSpPr>
            <p:cNvPr id="1784" name="Google Shape;1784;p91"/>
            <p:cNvSpPr txBox="1"/>
            <p:nvPr/>
          </p:nvSpPr>
          <p:spPr>
            <a:xfrm>
              <a:off x="4738404" y="2141888"/>
              <a:ext cx="809700" cy="2772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Clr>
                  <a:schemeClr val="dk1"/>
                </a:buClr>
                <a:buSzPts val="1100"/>
                <a:buFont typeface="Arial"/>
                <a:buNone/>
              </a:pPr>
              <a:r>
                <a:rPr lang="en-GB" sz="1800">
                  <a:solidFill>
                    <a:schemeClr val="accent5"/>
                  </a:solidFill>
                  <a:latin typeface="Lexend"/>
                  <a:ea typeface="Lexend"/>
                  <a:cs typeface="Lexend"/>
                  <a:sym typeface="Lexend"/>
                </a:rPr>
                <a:t>arccos</a:t>
              </a:r>
              <a:endParaRPr sz="1800">
                <a:latin typeface="Lexend"/>
                <a:ea typeface="Lexend"/>
                <a:cs typeface="Lexend"/>
                <a:sym typeface="Lexend"/>
              </a:endParaRPr>
            </a:p>
          </p:txBody>
        </p:sp>
      </p:grpSp>
      <p:grpSp>
        <p:nvGrpSpPr>
          <p:cNvPr id="1785" name="Google Shape;1785;p91"/>
          <p:cNvGrpSpPr/>
          <p:nvPr/>
        </p:nvGrpSpPr>
        <p:grpSpPr>
          <a:xfrm flipH="1">
            <a:off x="7796118" y="1989213"/>
            <a:ext cx="1023779" cy="582525"/>
            <a:chOff x="4686991" y="1989213"/>
            <a:chExt cx="1023779" cy="582525"/>
          </a:xfrm>
        </p:grpSpPr>
        <p:sp>
          <p:nvSpPr>
            <p:cNvPr id="1786" name="Google Shape;1786;p91"/>
            <p:cNvSpPr/>
            <p:nvPr/>
          </p:nvSpPr>
          <p:spPr>
            <a:xfrm>
              <a:off x="5565470" y="1989213"/>
              <a:ext cx="145300" cy="582525"/>
            </a:xfrm>
            <a:custGeom>
              <a:rect b="b" l="l" r="r" t="t"/>
              <a:pathLst>
                <a:path extrusionOk="0" h="23301" w="5812">
                  <a:moveTo>
                    <a:pt x="5812" y="0"/>
                  </a:moveTo>
                  <a:cubicBezTo>
                    <a:pt x="-862" y="4007"/>
                    <a:pt x="-2242" y="18988"/>
                    <a:pt x="4238" y="23301"/>
                  </a:cubicBezTo>
                </a:path>
              </a:pathLst>
            </a:custGeom>
            <a:noFill/>
            <a:ln cap="flat" cmpd="sng" w="28575">
              <a:solidFill>
                <a:srgbClr val="000000"/>
              </a:solidFill>
              <a:prstDash val="solid"/>
              <a:round/>
              <a:headEnd len="med" w="med" type="none"/>
              <a:tailEnd len="med" w="med" type="triangle"/>
            </a:ln>
          </p:spPr>
        </p:sp>
        <p:sp>
          <p:nvSpPr>
            <p:cNvPr id="1787" name="Google Shape;1787;p91"/>
            <p:cNvSpPr txBox="1"/>
            <p:nvPr/>
          </p:nvSpPr>
          <p:spPr>
            <a:xfrm>
              <a:off x="4686991" y="2141900"/>
              <a:ext cx="861300" cy="2772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lang="en-GB" sz="1800">
                  <a:solidFill>
                    <a:schemeClr val="accent5"/>
                  </a:solidFill>
                  <a:latin typeface="Lexend"/>
                  <a:ea typeface="Lexend"/>
                  <a:cs typeface="Lexend"/>
                  <a:sym typeface="Lexend"/>
                </a:rPr>
                <a:t>arccos</a:t>
              </a:r>
              <a:endParaRPr sz="1800">
                <a:latin typeface="Lexend"/>
                <a:ea typeface="Lexend"/>
                <a:cs typeface="Lexend"/>
                <a:sym typeface="Lexend"/>
              </a:endParaRPr>
            </a:p>
          </p:txBody>
        </p:sp>
      </p:grpSp>
      <p:sp>
        <p:nvSpPr>
          <p:cNvPr id="1788" name="Google Shape;1788;p91"/>
          <p:cNvSpPr txBox="1"/>
          <p:nvPr/>
        </p:nvSpPr>
        <p:spPr>
          <a:xfrm>
            <a:off x="6240478" y="2620156"/>
            <a:ext cx="609300" cy="2772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lang="en-GB" sz="1800">
                <a:latin typeface="Lexend"/>
                <a:ea typeface="Lexend"/>
                <a:cs typeface="Lexend"/>
                <a:sym typeface="Lexend"/>
              </a:rPr>
              <a:t>30° </a:t>
            </a:r>
            <a:endParaRPr sz="1800">
              <a:latin typeface="Lexend"/>
              <a:ea typeface="Lexend"/>
              <a:cs typeface="Lexend"/>
              <a:sym typeface="Lexend"/>
            </a:endParaRPr>
          </a:p>
        </p:txBody>
      </p:sp>
      <p:sp>
        <p:nvSpPr>
          <p:cNvPr id="1789" name="Google Shape;1789;p91"/>
          <p:cNvSpPr txBox="1"/>
          <p:nvPr/>
        </p:nvSpPr>
        <p:spPr>
          <a:xfrm>
            <a:off x="6878183" y="2589406"/>
            <a:ext cx="265800" cy="3387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lang="en-GB" sz="1800">
                <a:latin typeface="Lexend"/>
                <a:ea typeface="Lexend"/>
                <a:cs typeface="Lexend"/>
                <a:sym typeface="Lexend"/>
              </a:rPr>
              <a:t>=</a:t>
            </a:r>
            <a:endParaRPr sz="1800">
              <a:latin typeface="Lexend"/>
              <a:ea typeface="Lexend"/>
              <a:cs typeface="Lexend"/>
              <a:sym typeface="Lexend"/>
            </a:endParaRPr>
          </a:p>
        </p:txBody>
      </p:sp>
      <p:sp>
        <p:nvSpPr>
          <p:cNvPr id="1790" name="Google Shape;1790;p91"/>
          <p:cNvSpPr txBox="1"/>
          <p:nvPr/>
        </p:nvSpPr>
        <p:spPr>
          <a:xfrm>
            <a:off x="7216016" y="2620165"/>
            <a:ext cx="1507800" cy="277200"/>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None/>
            </a:pPr>
            <a:r>
              <a:rPr lang="en-GB" sz="2200">
                <a:solidFill>
                  <a:schemeClr val="accent5"/>
                </a:solidFill>
                <a:latin typeface="Times New Roman"/>
                <a:ea typeface="Times New Roman"/>
                <a:cs typeface="Times New Roman"/>
                <a:sym typeface="Times New Roman"/>
              </a:rPr>
              <a:t>cos</a:t>
            </a:r>
            <a:r>
              <a:rPr baseline="30000" lang="en-GB" sz="2200">
                <a:solidFill>
                  <a:schemeClr val="accent5"/>
                </a:solidFill>
                <a:latin typeface="Times New Roman"/>
                <a:ea typeface="Times New Roman"/>
                <a:cs typeface="Times New Roman"/>
                <a:sym typeface="Times New Roman"/>
              </a:rPr>
              <a:t>-1</a:t>
            </a:r>
            <a:r>
              <a:rPr lang="en-GB" sz="1800">
                <a:latin typeface="Lexend"/>
                <a:ea typeface="Lexend"/>
                <a:cs typeface="Lexend"/>
                <a:sym typeface="Lexend"/>
              </a:rPr>
              <a:t>(0.866)</a:t>
            </a:r>
            <a:endParaRPr sz="1800">
              <a:latin typeface="Lexend"/>
              <a:ea typeface="Lexend"/>
              <a:cs typeface="Lexend"/>
              <a:sym typeface="Lexend"/>
            </a:endParaRPr>
          </a:p>
        </p:txBody>
      </p:sp>
      <p:sp>
        <p:nvSpPr>
          <p:cNvPr id="1791" name="Google Shape;1791;p91"/>
          <p:cNvSpPr txBox="1"/>
          <p:nvPr/>
        </p:nvSpPr>
        <p:spPr>
          <a:xfrm>
            <a:off x="5638875" y="3586525"/>
            <a:ext cx="1679700" cy="338700"/>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None/>
            </a:pPr>
            <a:r>
              <a:rPr lang="en-GB" sz="2200">
                <a:solidFill>
                  <a:schemeClr val="accent5"/>
                </a:solidFill>
                <a:latin typeface="Times New Roman"/>
                <a:ea typeface="Times New Roman"/>
                <a:cs typeface="Times New Roman"/>
                <a:sym typeface="Times New Roman"/>
              </a:rPr>
              <a:t>cos</a:t>
            </a:r>
            <a:r>
              <a:rPr baseline="30000" lang="en-GB" sz="2200">
                <a:solidFill>
                  <a:schemeClr val="accent5"/>
                </a:solidFill>
                <a:latin typeface="Times New Roman"/>
                <a:ea typeface="Times New Roman"/>
                <a:cs typeface="Times New Roman"/>
                <a:sym typeface="Times New Roman"/>
              </a:rPr>
              <a:t>-1</a:t>
            </a:r>
            <a:r>
              <a:rPr lang="en-GB" sz="1800">
                <a:solidFill>
                  <a:schemeClr val="dk1"/>
                </a:solidFill>
                <a:latin typeface="Lexend"/>
                <a:ea typeface="Lexend"/>
                <a:cs typeface="Lexend"/>
                <a:sym typeface="Lexend"/>
              </a:rPr>
              <a:t>(   </a:t>
            </a:r>
            <a:r>
              <a:rPr lang="en-GB" sz="1800">
                <a:solidFill>
                  <a:schemeClr val="lt1"/>
                </a:solidFill>
                <a:latin typeface="Lexend"/>
                <a:ea typeface="Lexend"/>
                <a:cs typeface="Lexend"/>
                <a:sym typeface="Lexend"/>
              </a:rPr>
              <a:t>30° </a:t>
            </a:r>
            <a:r>
              <a:rPr lang="en-GB" sz="1800">
                <a:solidFill>
                  <a:schemeClr val="dk1"/>
                </a:solidFill>
                <a:latin typeface="Lexend"/>
                <a:ea typeface="Lexend"/>
                <a:cs typeface="Lexend"/>
                <a:sym typeface="Lexend"/>
              </a:rPr>
              <a:t>) = </a:t>
            </a:r>
            <a:endParaRPr sz="1800">
              <a:solidFill>
                <a:schemeClr val="dk1"/>
              </a:solidFill>
              <a:latin typeface="Lexend"/>
              <a:ea typeface="Lexend"/>
              <a:cs typeface="Lexend"/>
              <a:sym typeface="Lexend"/>
            </a:endParaRPr>
          </a:p>
        </p:txBody>
      </p:sp>
      <p:sp>
        <p:nvSpPr>
          <p:cNvPr id="1792" name="Google Shape;1792;p91"/>
          <p:cNvSpPr txBox="1"/>
          <p:nvPr/>
        </p:nvSpPr>
        <p:spPr>
          <a:xfrm>
            <a:off x="7071483" y="3654719"/>
            <a:ext cx="750300" cy="2772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Clr>
                <a:schemeClr val="dk1"/>
              </a:buClr>
              <a:buSzPts val="1100"/>
              <a:buFont typeface="Arial"/>
              <a:buNone/>
            </a:pPr>
            <a:r>
              <a:rPr lang="en-GB" sz="1800">
                <a:solidFill>
                  <a:schemeClr val="dk1"/>
                </a:solidFill>
                <a:latin typeface="Lexend"/>
                <a:ea typeface="Lexend"/>
                <a:cs typeface="Lexend"/>
                <a:sym typeface="Lexend"/>
              </a:rPr>
              <a:t>30°</a:t>
            </a:r>
            <a:endParaRPr sz="1800">
              <a:latin typeface="Lexend"/>
              <a:ea typeface="Lexend"/>
              <a:cs typeface="Lexend"/>
              <a:sym typeface="Lexend"/>
            </a:endParaRPr>
          </a:p>
        </p:txBody>
      </p:sp>
      <p:sp>
        <p:nvSpPr>
          <p:cNvPr id="1793" name="Google Shape;1793;p91"/>
          <p:cNvSpPr txBox="1"/>
          <p:nvPr/>
        </p:nvSpPr>
        <p:spPr>
          <a:xfrm>
            <a:off x="6247281" y="3634636"/>
            <a:ext cx="609300" cy="2772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lang="en-GB" sz="1800">
                <a:solidFill>
                  <a:schemeClr val="dk1"/>
                </a:solidFill>
                <a:latin typeface="Lexend"/>
                <a:ea typeface="Lexend"/>
                <a:cs typeface="Lexend"/>
                <a:sym typeface="Lexend"/>
              </a:rPr>
              <a:t>0.866</a:t>
            </a:r>
            <a:r>
              <a:rPr lang="en-GB" sz="1800">
                <a:latin typeface="Lexend"/>
                <a:ea typeface="Lexend"/>
                <a:cs typeface="Lexend"/>
                <a:sym typeface="Lexend"/>
              </a:rPr>
              <a:t> </a:t>
            </a:r>
            <a:endParaRPr sz="1800">
              <a:latin typeface="Lexend"/>
              <a:ea typeface="Lexend"/>
              <a:cs typeface="Lexend"/>
              <a:sym typeface="Lexend"/>
            </a:endParaRPr>
          </a:p>
        </p:txBody>
      </p:sp>
      <p:grpSp>
        <p:nvGrpSpPr>
          <p:cNvPr id="1794" name="Google Shape;1794;p91"/>
          <p:cNvGrpSpPr/>
          <p:nvPr/>
        </p:nvGrpSpPr>
        <p:grpSpPr>
          <a:xfrm>
            <a:off x="4848372" y="3911769"/>
            <a:ext cx="2146972" cy="914280"/>
            <a:chOff x="5984825" y="2346721"/>
            <a:chExt cx="1275000" cy="1566889"/>
          </a:xfrm>
        </p:grpSpPr>
        <p:cxnSp>
          <p:nvCxnSpPr>
            <p:cNvPr id="1795" name="Google Shape;1795;p91"/>
            <p:cNvCxnSpPr/>
            <p:nvPr/>
          </p:nvCxnSpPr>
          <p:spPr>
            <a:xfrm flipH="1">
              <a:off x="6622013" y="2346721"/>
              <a:ext cx="200700" cy="617100"/>
            </a:xfrm>
            <a:prstGeom prst="straightConnector1">
              <a:avLst/>
            </a:prstGeom>
            <a:noFill/>
            <a:ln cap="flat" cmpd="sng" w="28575">
              <a:solidFill>
                <a:schemeClr val="accent5"/>
              </a:solidFill>
              <a:prstDash val="solid"/>
              <a:round/>
              <a:headEnd len="med" w="med" type="none"/>
              <a:tailEnd len="med" w="med" type="none"/>
            </a:ln>
          </p:spPr>
        </p:cxnSp>
        <p:sp>
          <p:nvSpPr>
            <p:cNvPr id="1796" name="Google Shape;1796;p91"/>
            <p:cNvSpPr txBox="1"/>
            <p:nvPr/>
          </p:nvSpPr>
          <p:spPr>
            <a:xfrm>
              <a:off x="5984825" y="2963810"/>
              <a:ext cx="1275000" cy="949800"/>
            </a:xfrm>
            <a:prstGeom prst="rect">
              <a:avLst/>
            </a:prstGeom>
            <a:noFill/>
            <a:ln>
              <a:noFill/>
            </a:ln>
          </p:spPr>
          <p:txBody>
            <a:bodyPr anchorCtr="0" anchor="t" bIns="0" lIns="0" spcFirstLastPara="1" rIns="0" wrap="square" tIns="0">
              <a:spAutoFit/>
            </a:bodyPr>
            <a:lstStyle/>
            <a:p>
              <a:pPr indent="0" lvl="0" marL="0" rtl="0" algn="ctr">
                <a:spcBef>
                  <a:spcPts val="0"/>
                </a:spcBef>
                <a:spcAft>
                  <a:spcPts val="0"/>
                </a:spcAft>
                <a:buNone/>
              </a:pPr>
              <a:r>
                <a:rPr lang="en-GB" sz="1800">
                  <a:solidFill>
                    <a:schemeClr val="dk1"/>
                  </a:solidFill>
                  <a:latin typeface="Lexend"/>
                  <a:ea typeface="Lexend"/>
                  <a:cs typeface="Lexend"/>
                  <a:sym typeface="Lexend"/>
                </a:rPr>
                <a:t>length of adjacent side on unit circle</a:t>
              </a:r>
              <a:endParaRPr sz="1800">
                <a:latin typeface="Lexend"/>
                <a:ea typeface="Lexend"/>
                <a:cs typeface="Lexend"/>
                <a:sym typeface="Lexend"/>
              </a:endParaRPr>
            </a:p>
          </p:txBody>
        </p:sp>
      </p:grpSp>
      <p:grpSp>
        <p:nvGrpSpPr>
          <p:cNvPr id="1797" name="Google Shape;1797;p91"/>
          <p:cNvGrpSpPr/>
          <p:nvPr/>
        </p:nvGrpSpPr>
        <p:grpSpPr>
          <a:xfrm flipH="1">
            <a:off x="7394733" y="3911769"/>
            <a:ext cx="917894" cy="637175"/>
            <a:chOff x="6349835" y="2346721"/>
            <a:chExt cx="545100" cy="1091989"/>
          </a:xfrm>
        </p:grpSpPr>
        <p:cxnSp>
          <p:nvCxnSpPr>
            <p:cNvPr id="1798" name="Google Shape;1798;p91"/>
            <p:cNvCxnSpPr/>
            <p:nvPr/>
          </p:nvCxnSpPr>
          <p:spPr>
            <a:xfrm flipH="1">
              <a:off x="6694093" y="2346721"/>
              <a:ext cx="200700" cy="617100"/>
            </a:xfrm>
            <a:prstGeom prst="straightConnector1">
              <a:avLst/>
            </a:prstGeom>
            <a:noFill/>
            <a:ln cap="flat" cmpd="sng" w="28575">
              <a:solidFill>
                <a:schemeClr val="accent5"/>
              </a:solidFill>
              <a:prstDash val="solid"/>
              <a:round/>
              <a:headEnd len="med" w="med" type="none"/>
              <a:tailEnd len="med" w="med" type="none"/>
            </a:ln>
          </p:spPr>
        </p:cxnSp>
        <p:sp>
          <p:nvSpPr>
            <p:cNvPr id="1799" name="Google Shape;1799;p91"/>
            <p:cNvSpPr txBox="1"/>
            <p:nvPr/>
          </p:nvSpPr>
          <p:spPr>
            <a:xfrm>
              <a:off x="6349835" y="2963810"/>
              <a:ext cx="545100" cy="474900"/>
            </a:xfrm>
            <a:prstGeom prst="rect">
              <a:avLst/>
            </a:prstGeom>
            <a:noFill/>
            <a:ln>
              <a:noFill/>
            </a:ln>
          </p:spPr>
          <p:txBody>
            <a:bodyPr anchorCtr="0" anchor="t" bIns="0" lIns="0" spcFirstLastPara="1" rIns="0" wrap="square" tIns="0">
              <a:spAutoFit/>
            </a:bodyPr>
            <a:lstStyle/>
            <a:p>
              <a:pPr indent="0" lvl="0" marL="0" rtl="0" algn="ctr">
                <a:spcBef>
                  <a:spcPts val="0"/>
                </a:spcBef>
                <a:spcAft>
                  <a:spcPts val="0"/>
                </a:spcAft>
                <a:buNone/>
              </a:pPr>
              <a:r>
                <a:rPr lang="en-GB" sz="1800">
                  <a:latin typeface="Lexend"/>
                  <a:ea typeface="Lexend"/>
                  <a:cs typeface="Lexend"/>
                  <a:sym typeface="Lexend"/>
                </a:rPr>
                <a:t>angle</a:t>
              </a:r>
              <a:endParaRPr sz="1800">
                <a:latin typeface="Lexend"/>
                <a:ea typeface="Lexend"/>
                <a:cs typeface="Lexend"/>
                <a:sym typeface="Lexend"/>
              </a:endParaRPr>
            </a:p>
          </p:txBody>
        </p:sp>
      </p:grpSp>
      <p:grpSp>
        <p:nvGrpSpPr>
          <p:cNvPr id="1800" name="Google Shape;1800;p91"/>
          <p:cNvGrpSpPr/>
          <p:nvPr/>
        </p:nvGrpSpPr>
        <p:grpSpPr>
          <a:xfrm>
            <a:off x="1925746" y="4284875"/>
            <a:ext cx="2241223" cy="570805"/>
            <a:chOff x="1925746" y="4284875"/>
            <a:chExt cx="2241223" cy="570805"/>
          </a:xfrm>
        </p:grpSpPr>
        <p:sp>
          <p:nvSpPr>
            <p:cNvPr id="1801" name="Google Shape;1801;p91"/>
            <p:cNvSpPr/>
            <p:nvPr/>
          </p:nvSpPr>
          <p:spPr>
            <a:xfrm>
              <a:off x="3636870" y="4325580"/>
              <a:ext cx="530100" cy="530100"/>
            </a:xfrm>
            <a:prstGeom prst="mathMultiply">
              <a:avLst>
                <a:gd fmla="val 8038" name="adj1"/>
              </a:avLst>
            </a:prstGeom>
            <a:solidFill>
              <a:schemeClr val="accent3"/>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sp>
          <p:nvSpPr>
            <p:cNvPr id="1802" name="Google Shape;1802;p91"/>
            <p:cNvSpPr txBox="1"/>
            <p:nvPr/>
          </p:nvSpPr>
          <p:spPr>
            <a:xfrm>
              <a:off x="1925746" y="4284875"/>
              <a:ext cx="1203900" cy="277200"/>
            </a:xfrm>
            <a:prstGeom prst="rect">
              <a:avLst/>
            </a:prstGeom>
            <a:solidFill>
              <a:schemeClr val="lt1"/>
            </a:solidFill>
            <a:ln>
              <a:noFill/>
            </a:ln>
          </p:spPr>
          <p:txBody>
            <a:bodyPr anchorCtr="0" anchor="ctr" bIns="0" lIns="0" spcFirstLastPara="1" rIns="0" wrap="square" tIns="0">
              <a:noAutofit/>
            </a:bodyPr>
            <a:lstStyle/>
            <a:p>
              <a:pPr indent="0" lvl="0" marL="0" rtl="0" algn="l">
                <a:spcBef>
                  <a:spcPts val="0"/>
                </a:spcBef>
                <a:spcAft>
                  <a:spcPts val="0"/>
                </a:spcAft>
                <a:buNone/>
              </a:pPr>
              <a:r>
                <a:rPr lang="en-GB" sz="1800">
                  <a:latin typeface="Lexend"/>
                  <a:ea typeface="Lexend"/>
                  <a:cs typeface="Lexend"/>
                  <a:sym typeface="Lexend"/>
                </a:rPr>
                <a:t>0.866 units</a:t>
              </a:r>
              <a:endParaRPr sz="1800">
                <a:latin typeface="Lexend"/>
                <a:ea typeface="Lexend"/>
                <a:cs typeface="Lexend"/>
                <a:sym typeface="Lexend"/>
              </a:endParaRPr>
            </a:p>
          </p:txBody>
        </p:sp>
      </p:grpSp>
      <p:cxnSp>
        <p:nvCxnSpPr>
          <p:cNvPr id="1803" name="Google Shape;1803;p91"/>
          <p:cNvCxnSpPr/>
          <p:nvPr/>
        </p:nvCxnSpPr>
        <p:spPr>
          <a:xfrm rot="10800000">
            <a:off x="675750" y="4586300"/>
            <a:ext cx="3223200" cy="0"/>
          </a:xfrm>
          <a:prstGeom prst="straightConnector1">
            <a:avLst/>
          </a:prstGeom>
          <a:noFill/>
          <a:ln cap="flat" cmpd="sng" w="38100">
            <a:solidFill>
              <a:schemeClr val="accent3"/>
            </a:solidFill>
            <a:prstDash val="dash"/>
            <a:round/>
            <a:headEnd len="med" w="med" type="stealth"/>
            <a:tailEnd len="med" w="med" type="none"/>
          </a:ln>
        </p:spPr>
      </p:cxnSp>
      <p:sp>
        <p:nvSpPr>
          <p:cNvPr id="1804" name="Google Shape;1804;p91"/>
          <p:cNvSpPr/>
          <p:nvPr/>
        </p:nvSpPr>
        <p:spPr>
          <a:xfrm>
            <a:off x="4630800" y="4630800"/>
            <a:ext cx="131700" cy="153000"/>
          </a:xfrm>
          <a:prstGeom prst="rect">
            <a:avLst/>
          </a:prstGeom>
          <a:solidFill>
            <a:srgbClr val="FFFFFF"/>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788"/>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789"/>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790"/>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793"/>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1794"/>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791"/>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792"/>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797"/>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3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08" name="Shape 1808"/>
        <p:cNvGrpSpPr/>
        <p:nvPr/>
      </p:nvGrpSpPr>
      <p:grpSpPr>
        <a:xfrm>
          <a:off x="0" y="0"/>
          <a:ext cx="0" cy="0"/>
          <a:chOff x="0" y="0"/>
          <a:chExt cx="0" cy="0"/>
        </a:xfrm>
      </p:grpSpPr>
      <p:grpSp>
        <p:nvGrpSpPr>
          <p:cNvPr id="1809" name="Google Shape;1809;p92"/>
          <p:cNvGrpSpPr/>
          <p:nvPr/>
        </p:nvGrpSpPr>
        <p:grpSpPr>
          <a:xfrm>
            <a:off x="4626775" y="2557200"/>
            <a:ext cx="2145300" cy="1204025"/>
            <a:chOff x="378775" y="1758770"/>
            <a:chExt cx="2145300" cy="1204025"/>
          </a:xfrm>
        </p:grpSpPr>
        <p:sp>
          <p:nvSpPr>
            <p:cNvPr id="1810" name="Google Shape;1810;p92"/>
            <p:cNvSpPr txBox="1"/>
            <p:nvPr/>
          </p:nvSpPr>
          <p:spPr>
            <a:xfrm>
              <a:off x="378775" y="2408695"/>
              <a:ext cx="2145300" cy="554100"/>
            </a:xfrm>
            <a:prstGeom prst="rect">
              <a:avLst/>
            </a:prstGeom>
            <a:solidFill>
              <a:schemeClr val="lt1"/>
            </a:solidFill>
            <a:ln>
              <a:noFill/>
            </a:ln>
          </p:spPr>
          <p:txBody>
            <a:bodyPr anchorCtr="0" anchor="t" bIns="0" lIns="0" spcFirstLastPara="1" rIns="0" wrap="square" tIns="0">
              <a:spAutoFit/>
            </a:bodyPr>
            <a:lstStyle/>
            <a:p>
              <a:pPr indent="0" lvl="0" marL="0" rtl="0" algn="l">
                <a:spcBef>
                  <a:spcPts val="0"/>
                </a:spcBef>
                <a:spcAft>
                  <a:spcPts val="0"/>
                </a:spcAft>
                <a:buNone/>
              </a:pPr>
              <a:r>
                <a:rPr lang="en-GB" sz="1800">
                  <a:latin typeface="Lexend"/>
                  <a:ea typeface="Lexend"/>
                  <a:cs typeface="Lexend"/>
                  <a:sym typeface="Lexend"/>
                </a:rPr>
                <a:t>Adjacent of 13 and hypotenuse of 23.</a:t>
              </a:r>
              <a:endParaRPr sz="1800">
                <a:latin typeface="Lexend"/>
                <a:ea typeface="Lexend"/>
                <a:cs typeface="Lexend"/>
                <a:sym typeface="Lexend"/>
              </a:endParaRPr>
            </a:p>
          </p:txBody>
        </p:sp>
        <p:sp>
          <p:nvSpPr>
            <p:cNvPr id="1811" name="Google Shape;1811;p92"/>
            <p:cNvSpPr/>
            <p:nvPr/>
          </p:nvSpPr>
          <p:spPr>
            <a:xfrm>
              <a:off x="1171552" y="1758770"/>
              <a:ext cx="497700" cy="549300"/>
            </a:xfrm>
            <a:prstGeom prst="rect">
              <a:avLst/>
            </a:prstGeom>
            <a:noFill/>
            <a:ln cap="flat" cmpd="sng" w="2857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grpSp>
      <p:grpSp>
        <p:nvGrpSpPr>
          <p:cNvPr id="1812" name="Google Shape;1812;p92"/>
          <p:cNvGrpSpPr/>
          <p:nvPr/>
        </p:nvGrpSpPr>
        <p:grpSpPr>
          <a:xfrm>
            <a:off x="324000" y="3219225"/>
            <a:ext cx="3996000" cy="1113525"/>
            <a:chOff x="324000" y="1849275"/>
            <a:chExt cx="3996000" cy="1113525"/>
          </a:xfrm>
        </p:grpSpPr>
        <p:sp>
          <p:nvSpPr>
            <p:cNvPr id="1813" name="Google Shape;1813;p92"/>
            <p:cNvSpPr txBox="1"/>
            <p:nvPr/>
          </p:nvSpPr>
          <p:spPr>
            <a:xfrm>
              <a:off x="324000" y="2408700"/>
              <a:ext cx="3996000" cy="554100"/>
            </a:xfrm>
            <a:prstGeom prst="rect">
              <a:avLst/>
            </a:prstGeom>
            <a:solidFill>
              <a:schemeClr val="lt1"/>
            </a:solidFill>
            <a:ln>
              <a:noFill/>
            </a:ln>
          </p:spPr>
          <p:txBody>
            <a:bodyPr anchorCtr="0" anchor="t" bIns="0" lIns="0" spcFirstLastPara="1" rIns="0" wrap="square" tIns="0">
              <a:spAutoFit/>
            </a:bodyPr>
            <a:lstStyle/>
            <a:p>
              <a:pPr indent="0" lvl="0" marL="0" rtl="0" algn="l">
                <a:spcBef>
                  <a:spcPts val="0"/>
                </a:spcBef>
                <a:spcAft>
                  <a:spcPts val="0"/>
                </a:spcAft>
                <a:buNone/>
              </a:pPr>
              <a:r>
                <a:rPr lang="en-GB" sz="1800">
                  <a:latin typeface="Lexend"/>
                  <a:ea typeface="Lexend"/>
                  <a:cs typeface="Lexend"/>
                  <a:sym typeface="Lexend"/>
                </a:rPr>
                <a:t>Adjacent of 86.6 on a triangle with hypotenuse of 100.</a:t>
              </a:r>
              <a:endParaRPr sz="1800">
                <a:latin typeface="Lexend"/>
                <a:ea typeface="Lexend"/>
                <a:cs typeface="Lexend"/>
                <a:sym typeface="Lexend"/>
              </a:endParaRPr>
            </a:p>
          </p:txBody>
        </p:sp>
        <p:sp>
          <p:nvSpPr>
            <p:cNvPr id="1814" name="Google Shape;1814;p92"/>
            <p:cNvSpPr/>
            <p:nvPr/>
          </p:nvSpPr>
          <p:spPr>
            <a:xfrm>
              <a:off x="3456896" y="1849275"/>
              <a:ext cx="680400" cy="549300"/>
            </a:xfrm>
            <a:prstGeom prst="rect">
              <a:avLst/>
            </a:prstGeom>
            <a:noFill/>
            <a:ln cap="flat" cmpd="sng" w="2857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grpSp>
      <p:grpSp>
        <p:nvGrpSpPr>
          <p:cNvPr id="1815" name="Google Shape;1815;p92"/>
          <p:cNvGrpSpPr/>
          <p:nvPr/>
        </p:nvGrpSpPr>
        <p:grpSpPr>
          <a:xfrm>
            <a:off x="7540250" y="3752150"/>
            <a:ext cx="1381800" cy="1356300"/>
            <a:chOff x="7540250" y="3752150"/>
            <a:chExt cx="1381800" cy="1356300"/>
          </a:xfrm>
        </p:grpSpPr>
        <p:sp>
          <p:nvSpPr>
            <p:cNvPr id="1816" name="Google Shape;1816;p92"/>
            <p:cNvSpPr/>
            <p:nvPr/>
          </p:nvSpPr>
          <p:spPr>
            <a:xfrm>
              <a:off x="7565750" y="3752150"/>
              <a:ext cx="1356300" cy="1356300"/>
            </a:xfrm>
            <a:prstGeom prst="arc">
              <a:avLst>
                <a:gd fmla="val 10771373" name="adj1"/>
                <a:gd fmla="val 12861570" name="adj2"/>
              </a:avLst>
            </a:prstGeom>
            <a:solidFill>
              <a:srgbClr val="F3EEFB"/>
            </a:solidFill>
            <a:ln cap="flat" cmpd="sng" w="2857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sp>
          <p:nvSpPr>
            <p:cNvPr id="1817" name="Google Shape;1817;p92"/>
            <p:cNvSpPr txBox="1"/>
            <p:nvPr/>
          </p:nvSpPr>
          <p:spPr>
            <a:xfrm>
              <a:off x="7540250" y="4237228"/>
              <a:ext cx="434700" cy="1476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Clr>
                  <a:srgbClr val="000000"/>
                </a:buClr>
                <a:buSzPts val="1100"/>
                <a:buFont typeface="Arial"/>
                <a:buNone/>
              </a:pPr>
              <a:r>
                <a:rPr i="1" lang="en-GB" sz="1800">
                  <a:latin typeface="Lexend"/>
                  <a:ea typeface="Lexend"/>
                  <a:cs typeface="Lexend"/>
                  <a:sym typeface="Lexend"/>
                </a:rPr>
                <a:t>θ</a:t>
              </a:r>
              <a:r>
                <a:rPr lang="en-GB" sz="1800">
                  <a:solidFill>
                    <a:srgbClr val="000000"/>
                  </a:solidFill>
                  <a:latin typeface="Lexend"/>
                  <a:ea typeface="Lexend"/>
                  <a:cs typeface="Lexend"/>
                  <a:sym typeface="Lexend"/>
                </a:rPr>
                <a:t>°</a:t>
              </a:r>
              <a:endParaRPr sz="1800">
                <a:latin typeface="Lexend"/>
                <a:ea typeface="Lexend"/>
                <a:cs typeface="Lexend"/>
                <a:sym typeface="Lexend"/>
              </a:endParaRPr>
            </a:p>
          </p:txBody>
        </p:sp>
      </p:grpSp>
      <p:grpSp>
        <p:nvGrpSpPr>
          <p:cNvPr id="1818" name="Google Shape;1818;p92"/>
          <p:cNvGrpSpPr/>
          <p:nvPr/>
        </p:nvGrpSpPr>
        <p:grpSpPr>
          <a:xfrm>
            <a:off x="7367443" y="3566125"/>
            <a:ext cx="1743257" cy="1733700"/>
            <a:chOff x="7367443" y="4591431"/>
            <a:chExt cx="1743257" cy="1733700"/>
          </a:xfrm>
        </p:grpSpPr>
        <p:sp>
          <p:nvSpPr>
            <p:cNvPr id="1819" name="Google Shape;1819;p92"/>
            <p:cNvSpPr/>
            <p:nvPr/>
          </p:nvSpPr>
          <p:spPr>
            <a:xfrm>
              <a:off x="7377000" y="4591431"/>
              <a:ext cx="1733700" cy="1733700"/>
            </a:xfrm>
            <a:prstGeom prst="arc">
              <a:avLst>
                <a:gd fmla="val 10771373" name="adj1"/>
                <a:gd fmla="val 12861570" name="adj2"/>
              </a:avLst>
            </a:prstGeom>
            <a:solidFill>
              <a:srgbClr val="F3EEFB"/>
            </a:solidFill>
            <a:ln cap="flat" cmpd="sng" w="2857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sp>
          <p:nvSpPr>
            <p:cNvPr id="1820" name="Google Shape;1820;p92"/>
            <p:cNvSpPr txBox="1"/>
            <p:nvPr/>
          </p:nvSpPr>
          <p:spPr>
            <a:xfrm>
              <a:off x="7367443" y="5255576"/>
              <a:ext cx="632700" cy="1476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Clr>
                  <a:srgbClr val="000000"/>
                </a:buClr>
                <a:buSzPts val="1100"/>
                <a:buFont typeface="Arial"/>
                <a:buNone/>
              </a:pPr>
              <a:r>
                <a:rPr lang="en-GB" sz="1800">
                  <a:latin typeface="Lexend"/>
                  <a:ea typeface="Lexend"/>
                  <a:cs typeface="Lexend"/>
                  <a:sym typeface="Lexend"/>
                </a:rPr>
                <a:t>55.6</a:t>
              </a:r>
              <a:r>
                <a:rPr lang="en-GB" sz="1800">
                  <a:solidFill>
                    <a:srgbClr val="000000"/>
                  </a:solidFill>
                  <a:latin typeface="Lexend"/>
                  <a:ea typeface="Lexend"/>
                  <a:cs typeface="Lexend"/>
                  <a:sym typeface="Lexend"/>
                </a:rPr>
                <a:t>°</a:t>
              </a:r>
              <a:endParaRPr sz="1800">
                <a:latin typeface="Lexend"/>
                <a:ea typeface="Lexend"/>
                <a:cs typeface="Lexend"/>
                <a:sym typeface="Lexend"/>
              </a:endParaRPr>
            </a:p>
          </p:txBody>
        </p:sp>
      </p:grpSp>
      <p:sp>
        <p:nvSpPr>
          <p:cNvPr id="1821" name="Google Shape;1821;p92"/>
          <p:cNvSpPr/>
          <p:nvPr/>
        </p:nvSpPr>
        <p:spPr>
          <a:xfrm>
            <a:off x="6732666" y="3407430"/>
            <a:ext cx="1535400" cy="1029900"/>
          </a:xfrm>
          <a:prstGeom prst="rtTriangle">
            <a:avLst/>
          </a:prstGeom>
          <a:noFill/>
          <a:ln cap="flat" cmpd="sng" w="28575">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sp>
        <p:nvSpPr>
          <p:cNvPr id="1822" name="Google Shape;1822;p92"/>
          <p:cNvSpPr txBox="1"/>
          <p:nvPr/>
        </p:nvSpPr>
        <p:spPr>
          <a:xfrm>
            <a:off x="324000" y="624350"/>
            <a:ext cx="3996000" cy="8313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None/>
            </a:pPr>
            <a:r>
              <a:rPr lang="en-GB" sz="1800">
                <a:latin typeface="Lexend"/>
                <a:ea typeface="Lexend"/>
                <a:cs typeface="Lexend"/>
                <a:sym typeface="Lexend"/>
              </a:rPr>
              <a:t>Finding the cosine of an angle outputs a ratio of the side </a:t>
            </a:r>
            <a:r>
              <a:rPr lang="en-GB" sz="1800">
                <a:solidFill>
                  <a:schemeClr val="dk1"/>
                </a:solidFill>
                <a:latin typeface="Lexend"/>
                <a:ea typeface="Lexend"/>
                <a:cs typeface="Lexend"/>
                <a:sym typeface="Lexend"/>
              </a:rPr>
              <a:t>adjacent to that angle and the hypotenuse.</a:t>
            </a:r>
            <a:endParaRPr sz="1800">
              <a:solidFill>
                <a:schemeClr val="dk1"/>
              </a:solidFill>
              <a:latin typeface="Lexend"/>
              <a:ea typeface="Lexend"/>
              <a:cs typeface="Lexend"/>
              <a:sym typeface="Lexend"/>
            </a:endParaRPr>
          </a:p>
        </p:txBody>
      </p:sp>
      <p:sp>
        <p:nvSpPr>
          <p:cNvPr id="1823" name="Google Shape;1823;p92"/>
          <p:cNvSpPr txBox="1"/>
          <p:nvPr/>
        </p:nvSpPr>
        <p:spPr>
          <a:xfrm>
            <a:off x="8004876" y="2662500"/>
            <a:ext cx="815100" cy="338700"/>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None/>
            </a:pPr>
            <a:r>
              <a:rPr lang="en-GB" sz="2000">
                <a:solidFill>
                  <a:schemeClr val="dk1"/>
                </a:solidFill>
                <a:latin typeface="Times New Roman"/>
                <a:ea typeface="Times New Roman"/>
                <a:cs typeface="Times New Roman"/>
                <a:sym typeface="Times New Roman"/>
              </a:rPr>
              <a:t>55.6°</a:t>
            </a:r>
            <a:endParaRPr sz="2000">
              <a:solidFill>
                <a:schemeClr val="dk1"/>
              </a:solidFill>
              <a:latin typeface="Times New Roman"/>
              <a:ea typeface="Times New Roman"/>
              <a:cs typeface="Times New Roman"/>
              <a:sym typeface="Times New Roman"/>
            </a:endParaRPr>
          </a:p>
        </p:txBody>
      </p:sp>
      <p:sp>
        <p:nvSpPr>
          <p:cNvPr id="1824" name="Google Shape;1824;p92"/>
          <p:cNvSpPr txBox="1"/>
          <p:nvPr>
            <p:ph type="title"/>
          </p:nvPr>
        </p:nvSpPr>
        <p:spPr>
          <a:xfrm>
            <a:off x="324000" y="0"/>
            <a:ext cx="7885200" cy="613500"/>
          </a:xfrm>
          <a:prstGeom prst="rect">
            <a:avLst/>
          </a:prstGeom>
        </p:spPr>
        <p:txBody>
          <a:bodyPr anchorCtr="0" anchor="ctr" bIns="0" lIns="0" spcFirstLastPara="1" rIns="0" wrap="square" tIns="0">
            <a:noAutofit/>
          </a:bodyPr>
          <a:lstStyle/>
          <a:p>
            <a:pPr indent="0" lvl="0" marL="0" rtl="0" algn="l">
              <a:spcBef>
                <a:spcPts val="0"/>
              </a:spcBef>
              <a:spcAft>
                <a:spcPts val="0"/>
              </a:spcAft>
              <a:buNone/>
            </a:pPr>
            <a:r>
              <a:rPr lang="en-GB"/>
              <a:t>Calculating angles using the cosine formula</a:t>
            </a:r>
            <a:endParaRPr/>
          </a:p>
        </p:txBody>
      </p:sp>
      <p:sp>
        <p:nvSpPr>
          <p:cNvPr id="1825" name="Google Shape;1825;p92"/>
          <p:cNvSpPr txBox="1"/>
          <p:nvPr/>
        </p:nvSpPr>
        <p:spPr>
          <a:xfrm>
            <a:off x="375072" y="3373550"/>
            <a:ext cx="1297800" cy="2424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Clr>
                <a:schemeClr val="dk1"/>
              </a:buClr>
              <a:buSzPts val="1100"/>
              <a:buFont typeface="Arial"/>
              <a:buNone/>
            </a:pPr>
            <a:r>
              <a:rPr lang="en-GB" sz="2000">
                <a:solidFill>
                  <a:schemeClr val="dk1"/>
                </a:solidFill>
                <a:latin typeface="Times New Roman"/>
                <a:ea typeface="Times New Roman"/>
                <a:cs typeface="Times New Roman"/>
                <a:sym typeface="Times New Roman"/>
              </a:rPr>
              <a:t>cos(30°)</a:t>
            </a:r>
            <a:r>
              <a:rPr lang="en-GB" sz="1800">
                <a:solidFill>
                  <a:schemeClr val="dk1"/>
                </a:solidFill>
                <a:latin typeface="Lexend"/>
                <a:ea typeface="Lexend"/>
                <a:cs typeface="Lexend"/>
                <a:sym typeface="Lexend"/>
              </a:rPr>
              <a:t> </a:t>
            </a:r>
            <a:r>
              <a:rPr lang="en-GB" sz="2000">
                <a:solidFill>
                  <a:schemeClr val="dk1"/>
                </a:solidFill>
                <a:latin typeface="Times New Roman"/>
                <a:ea typeface="Times New Roman"/>
                <a:cs typeface="Times New Roman"/>
                <a:sym typeface="Times New Roman"/>
              </a:rPr>
              <a:t>=</a:t>
            </a:r>
            <a:r>
              <a:rPr lang="en-GB" sz="1800">
                <a:solidFill>
                  <a:schemeClr val="dk1"/>
                </a:solidFill>
                <a:latin typeface="Lexend"/>
                <a:ea typeface="Lexend"/>
                <a:cs typeface="Lexend"/>
                <a:sym typeface="Lexend"/>
              </a:rPr>
              <a:t> </a:t>
            </a:r>
            <a:endParaRPr sz="1800">
              <a:latin typeface="Lexend"/>
              <a:ea typeface="Lexend"/>
              <a:cs typeface="Lexend"/>
              <a:sym typeface="Lexend"/>
            </a:endParaRPr>
          </a:p>
        </p:txBody>
      </p:sp>
      <p:grpSp>
        <p:nvGrpSpPr>
          <p:cNvPr id="1826" name="Google Shape;1826;p92"/>
          <p:cNvGrpSpPr/>
          <p:nvPr/>
        </p:nvGrpSpPr>
        <p:grpSpPr>
          <a:xfrm>
            <a:off x="1635759" y="3289800"/>
            <a:ext cx="708952" cy="448000"/>
            <a:chOff x="4852101" y="2729095"/>
            <a:chExt cx="790800" cy="448000"/>
          </a:xfrm>
        </p:grpSpPr>
        <p:sp>
          <p:nvSpPr>
            <p:cNvPr id="1827" name="Google Shape;1827;p92"/>
            <p:cNvSpPr txBox="1"/>
            <p:nvPr/>
          </p:nvSpPr>
          <p:spPr>
            <a:xfrm>
              <a:off x="4852101" y="2955995"/>
              <a:ext cx="790800" cy="2211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Clr>
                  <a:schemeClr val="dk1"/>
                </a:buClr>
                <a:buSzPts val="1100"/>
                <a:buFont typeface="Arial"/>
                <a:buNone/>
              </a:pPr>
              <a:r>
                <a:rPr lang="en-GB" sz="1900">
                  <a:solidFill>
                    <a:schemeClr val="dk1"/>
                  </a:solidFill>
                  <a:latin typeface="Times New Roman"/>
                  <a:ea typeface="Times New Roman"/>
                  <a:cs typeface="Times New Roman"/>
                  <a:sym typeface="Times New Roman"/>
                </a:rPr>
                <a:t>1</a:t>
              </a:r>
              <a:endParaRPr sz="2300">
                <a:latin typeface="Times New Roman"/>
                <a:ea typeface="Times New Roman"/>
                <a:cs typeface="Times New Roman"/>
                <a:sym typeface="Times New Roman"/>
              </a:endParaRPr>
            </a:p>
          </p:txBody>
        </p:sp>
        <p:sp>
          <p:nvSpPr>
            <p:cNvPr id="1828" name="Google Shape;1828;p92"/>
            <p:cNvSpPr txBox="1"/>
            <p:nvPr/>
          </p:nvSpPr>
          <p:spPr>
            <a:xfrm>
              <a:off x="4885901" y="2729095"/>
              <a:ext cx="723300" cy="2211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Clr>
                  <a:srgbClr val="000000"/>
                </a:buClr>
                <a:buSzPts val="1100"/>
                <a:buFont typeface="Arial"/>
                <a:buNone/>
              </a:pPr>
              <a:r>
                <a:rPr lang="en-GB" sz="1900">
                  <a:latin typeface="Times New Roman"/>
                  <a:ea typeface="Times New Roman"/>
                  <a:cs typeface="Times New Roman"/>
                  <a:sym typeface="Times New Roman"/>
                </a:rPr>
                <a:t>0.866</a:t>
              </a:r>
              <a:endParaRPr sz="1900">
                <a:latin typeface="Times New Roman"/>
                <a:ea typeface="Times New Roman"/>
                <a:cs typeface="Times New Roman"/>
                <a:sym typeface="Times New Roman"/>
              </a:endParaRPr>
            </a:p>
          </p:txBody>
        </p:sp>
        <p:cxnSp>
          <p:nvCxnSpPr>
            <p:cNvPr id="1829" name="Google Shape;1829;p92"/>
            <p:cNvCxnSpPr/>
            <p:nvPr/>
          </p:nvCxnSpPr>
          <p:spPr>
            <a:xfrm>
              <a:off x="4931198" y="2953120"/>
              <a:ext cx="639600" cy="0"/>
            </a:xfrm>
            <a:prstGeom prst="straightConnector1">
              <a:avLst/>
            </a:prstGeom>
            <a:noFill/>
            <a:ln cap="flat" cmpd="sng" w="19050">
              <a:solidFill>
                <a:srgbClr val="000000"/>
              </a:solidFill>
              <a:prstDash val="solid"/>
              <a:round/>
              <a:headEnd len="med" w="med" type="none"/>
              <a:tailEnd len="med" w="med" type="none"/>
            </a:ln>
          </p:spPr>
        </p:cxnSp>
      </p:grpSp>
      <p:grpSp>
        <p:nvGrpSpPr>
          <p:cNvPr id="1830" name="Google Shape;1830;p92"/>
          <p:cNvGrpSpPr/>
          <p:nvPr/>
        </p:nvGrpSpPr>
        <p:grpSpPr>
          <a:xfrm>
            <a:off x="2382120" y="3289800"/>
            <a:ext cx="862291" cy="448000"/>
            <a:chOff x="2382120" y="1918200"/>
            <a:chExt cx="862291" cy="448000"/>
          </a:xfrm>
        </p:grpSpPr>
        <p:sp>
          <p:nvSpPr>
            <p:cNvPr id="1831" name="Google Shape;1831;p92"/>
            <p:cNvSpPr txBox="1"/>
            <p:nvPr/>
          </p:nvSpPr>
          <p:spPr>
            <a:xfrm>
              <a:off x="2382120" y="2001950"/>
              <a:ext cx="241500" cy="242400"/>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Clr>
                  <a:schemeClr val="dk1"/>
                </a:buClr>
                <a:buSzPts val="1100"/>
                <a:buFont typeface="Arial"/>
                <a:buNone/>
              </a:pPr>
              <a:r>
                <a:rPr lang="en-GB" sz="1900">
                  <a:solidFill>
                    <a:schemeClr val="dk1"/>
                  </a:solidFill>
                  <a:latin typeface="Times New Roman"/>
                  <a:ea typeface="Times New Roman"/>
                  <a:cs typeface="Times New Roman"/>
                  <a:sym typeface="Times New Roman"/>
                </a:rPr>
                <a:t>=</a:t>
              </a:r>
              <a:r>
                <a:rPr lang="en-GB" sz="1800">
                  <a:solidFill>
                    <a:schemeClr val="dk1"/>
                  </a:solidFill>
                  <a:latin typeface="Lexend"/>
                  <a:ea typeface="Lexend"/>
                  <a:cs typeface="Lexend"/>
                  <a:sym typeface="Lexend"/>
                </a:rPr>
                <a:t> </a:t>
              </a:r>
              <a:endParaRPr sz="1800">
                <a:latin typeface="Lexend"/>
                <a:ea typeface="Lexend"/>
                <a:cs typeface="Lexend"/>
                <a:sym typeface="Lexend"/>
              </a:endParaRPr>
            </a:p>
          </p:txBody>
        </p:sp>
        <p:grpSp>
          <p:nvGrpSpPr>
            <p:cNvPr id="1832" name="Google Shape;1832;p92"/>
            <p:cNvGrpSpPr/>
            <p:nvPr/>
          </p:nvGrpSpPr>
          <p:grpSpPr>
            <a:xfrm>
              <a:off x="2535459" y="1918200"/>
              <a:ext cx="708952" cy="448000"/>
              <a:chOff x="4852101" y="2729095"/>
              <a:chExt cx="790800" cy="448000"/>
            </a:xfrm>
          </p:grpSpPr>
          <p:sp>
            <p:nvSpPr>
              <p:cNvPr id="1833" name="Google Shape;1833;p92"/>
              <p:cNvSpPr txBox="1"/>
              <p:nvPr/>
            </p:nvSpPr>
            <p:spPr>
              <a:xfrm>
                <a:off x="4852101" y="2955995"/>
                <a:ext cx="790800" cy="2211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Clr>
                    <a:schemeClr val="dk1"/>
                  </a:buClr>
                  <a:buSzPts val="1100"/>
                  <a:buFont typeface="Arial"/>
                  <a:buNone/>
                </a:pPr>
                <a:r>
                  <a:rPr lang="en-GB" sz="1900">
                    <a:solidFill>
                      <a:schemeClr val="dk1"/>
                    </a:solidFill>
                    <a:latin typeface="Times New Roman"/>
                    <a:ea typeface="Times New Roman"/>
                    <a:cs typeface="Times New Roman"/>
                    <a:sym typeface="Times New Roman"/>
                  </a:rPr>
                  <a:t>2</a:t>
                </a:r>
                <a:endParaRPr sz="2300">
                  <a:latin typeface="Times New Roman"/>
                  <a:ea typeface="Times New Roman"/>
                  <a:cs typeface="Times New Roman"/>
                  <a:sym typeface="Times New Roman"/>
                </a:endParaRPr>
              </a:p>
            </p:txBody>
          </p:sp>
          <p:sp>
            <p:nvSpPr>
              <p:cNvPr id="1834" name="Google Shape;1834;p92"/>
              <p:cNvSpPr txBox="1"/>
              <p:nvPr/>
            </p:nvSpPr>
            <p:spPr>
              <a:xfrm>
                <a:off x="4885901" y="2729095"/>
                <a:ext cx="723300" cy="2211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Clr>
                    <a:srgbClr val="000000"/>
                  </a:buClr>
                  <a:buSzPts val="1100"/>
                  <a:buFont typeface="Arial"/>
                  <a:buNone/>
                </a:pPr>
                <a:r>
                  <a:rPr lang="en-GB" sz="1900">
                    <a:latin typeface="Times New Roman"/>
                    <a:ea typeface="Times New Roman"/>
                    <a:cs typeface="Times New Roman"/>
                    <a:sym typeface="Times New Roman"/>
                  </a:rPr>
                  <a:t>1.732</a:t>
                </a:r>
                <a:endParaRPr sz="1900">
                  <a:latin typeface="Times New Roman"/>
                  <a:ea typeface="Times New Roman"/>
                  <a:cs typeface="Times New Roman"/>
                  <a:sym typeface="Times New Roman"/>
                </a:endParaRPr>
              </a:p>
            </p:txBody>
          </p:sp>
          <p:cxnSp>
            <p:nvCxnSpPr>
              <p:cNvPr id="1835" name="Google Shape;1835;p92"/>
              <p:cNvCxnSpPr/>
              <p:nvPr/>
            </p:nvCxnSpPr>
            <p:spPr>
              <a:xfrm>
                <a:off x="4931198" y="2953120"/>
                <a:ext cx="639600" cy="0"/>
              </a:xfrm>
              <a:prstGeom prst="straightConnector1">
                <a:avLst/>
              </a:prstGeom>
              <a:noFill/>
              <a:ln cap="flat" cmpd="sng" w="19050">
                <a:solidFill>
                  <a:srgbClr val="000000"/>
                </a:solidFill>
                <a:prstDash val="solid"/>
                <a:round/>
                <a:headEnd len="med" w="med" type="none"/>
                <a:tailEnd len="med" w="med" type="none"/>
              </a:ln>
            </p:spPr>
          </p:cxnSp>
        </p:grpSp>
      </p:grpSp>
      <p:grpSp>
        <p:nvGrpSpPr>
          <p:cNvPr id="1836" name="Google Shape;1836;p92"/>
          <p:cNvGrpSpPr/>
          <p:nvPr/>
        </p:nvGrpSpPr>
        <p:grpSpPr>
          <a:xfrm>
            <a:off x="3281820" y="3289800"/>
            <a:ext cx="862291" cy="448000"/>
            <a:chOff x="3281820" y="1918200"/>
            <a:chExt cx="862291" cy="448000"/>
          </a:xfrm>
        </p:grpSpPr>
        <p:sp>
          <p:nvSpPr>
            <p:cNvPr id="1837" name="Google Shape;1837;p92"/>
            <p:cNvSpPr txBox="1"/>
            <p:nvPr/>
          </p:nvSpPr>
          <p:spPr>
            <a:xfrm>
              <a:off x="3281820" y="2001950"/>
              <a:ext cx="241500" cy="242400"/>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Clr>
                  <a:schemeClr val="dk1"/>
                </a:buClr>
                <a:buSzPts val="1100"/>
                <a:buFont typeface="Arial"/>
                <a:buNone/>
              </a:pPr>
              <a:r>
                <a:rPr lang="en-GB" sz="1900">
                  <a:solidFill>
                    <a:schemeClr val="dk1"/>
                  </a:solidFill>
                  <a:latin typeface="Times New Roman"/>
                  <a:ea typeface="Times New Roman"/>
                  <a:cs typeface="Times New Roman"/>
                  <a:sym typeface="Times New Roman"/>
                </a:rPr>
                <a:t>=</a:t>
              </a:r>
              <a:r>
                <a:rPr lang="en-GB" sz="1800">
                  <a:solidFill>
                    <a:schemeClr val="dk1"/>
                  </a:solidFill>
                  <a:latin typeface="Lexend"/>
                  <a:ea typeface="Lexend"/>
                  <a:cs typeface="Lexend"/>
                  <a:sym typeface="Lexend"/>
                </a:rPr>
                <a:t> </a:t>
              </a:r>
              <a:endParaRPr sz="1800">
                <a:latin typeface="Lexend"/>
                <a:ea typeface="Lexend"/>
                <a:cs typeface="Lexend"/>
                <a:sym typeface="Lexend"/>
              </a:endParaRPr>
            </a:p>
          </p:txBody>
        </p:sp>
        <p:grpSp>
          <p:nvGrpSpPr>
            <p:cNvPr id="1838" name="Google Shape;1838;p92"/>
            <p:cNvGrpSpPr/>
            <p:nvPr/>
          </p:nvGrpSpPr>
          <p:grpSpPr>
            <a:xfrm>
              <a:off x="3435159" y="1918200"/>
              <a:ext cx="708952" cy="448000"/>
              <a:chOff x="4852101" y="2729095"/>
              <a:chExt cx="790800" cy="448000"/>
            </a:xfrm>
          </p:grpSpPr>
          <p:sp>
            <p:nvSpPr>
              <p:cNvPr id="1839" name="Google Shape;1839;p92"/>
              <p:cNvSpPr txBox="1"/>
              <p:nvPr/>
            </p:nvSpPr>
            <p:spPr>
              <a:xfrm>
                <a:off x="4852101" y="2955995"/>
                <a:ext cx="790800" cy="2211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Clr>
                    <a:schemeClr val="dk1"/>
                  </a:buClr>
                  <a:buSzPts val="1100"/>
                  <a:buFont typeface="Arial"/>
                  <a:buNone/>
                </a:pPr>
                <a:r>
                  <a:rPr lang="en-GB" sz="1900">
                    <a:solidFill>
                      <a:schemeClr val="dk1"/>
                    </a:solidFill>
                    <a:latin typeface="Times New Roman"/>
                    <a:ea typeface="Times New Roman"/>
                    <a:cs typeface="Times New Roman"/>
                    <a:sym typeface="Times New Roman"/>
                  </a:rPr>
                  <a:t>100</a:t>
                </a:r>
                <a:endParaRPr sz="2300">
                  <a:latin typeface="Times New Roman"/>
                  <a:ea typeface="Times New Roman"/>
                  <a:cs typeface="Times New Roman"/>
                  <a:sym typeface="Times New Roman"/>
                </a:endParaRPr>
              </a:p>
            </p:txBody>
          </p:sp>
          <p:sp>
            <p:nvSpPr>
              <p:cNvPr id="1840" name="Google Shape;1840;p92"/>
              <p:cNvSpPr txBox="1"/>
              <p:nvPr/>
            </p:nvSpPr>
            <p:spPr>
              <a:xfrm>
                <a:off x="4885901" y="2729095"/>
                <a:ext cx="723300" cy="2211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Clr>
                    <a:srgbClr val="000000"/>
                  </a:buClr>
                  <a:buSzPts val="1100"/>
                  <a:buFont typeface="Arial"/>
                  <a:buNone/>
                </a:pPr>
                <a:r>
                  <a:rPr lang="en-GB" sz="1900">
                    <a:latin typeface="Times New Roman"/>
                    <a:ea typeface="Times New Roman"/>
                    <a:cs typeface="Times New Roman"/>
                    <a:sym typeface="Times New Roman"/>
                  </a:rPr>
                  <a:t>86.6</a:t>
                </a:r>
                <a:endParaRPr sz="1900">
                  <a:latin typeface="Times New Roman"/>
                  <a:ea typeface="Times New Roman"/>
                  <a:cs typeface="Times New Roman"/>
                  <a:sym typeface="Times New Roman"/>
                </a:endParaRPr>
              </a:p>
            </p:txBody>
          </p:sp>
          <p:cxnSp>
            <p:nvCxnSpPr>
              <p:cNvPr id="1841" name="Google Shape;1841;p92"/>
              <p:cNvCxnSpPr/>
              <p:nvPr/>
            </p:nvCxnSpPr>
            <p:spPr>
              <a:xfrm>
                <a:off x="4931198" y="2953120"/>
                <a:ext cx="639600" cy="0"/>
              </a:xfrm>
              <a:prstGeom prst="straightConnector1">
                <a:avLst/>
              </a:prstGeom>
              <a:noFill/>
              <a:ln cap="flat" cmpd="sng" w="19050">
                <a:solidFill>
                  <a:srgbClr val="000000"/>
                </a:solidFill>
                <a:prstDash val="solid"/>
                <a:round/>
                <a:headEnd len="med" w="med" type="none"/>
                <a:tailEnd len="med" w="med" type="none"/>
              </a:ln>
            </p:spPr>
          </p:cxnSp>
        </p:grpSp>
      </p:grpSp>
      <p:grpSp>
        <p:nvGrpSpPr>
          <p:cNvPr id="1842" name="Google Shape;1842;p92"/>
          <p:cNvGrpSpPr/>
          <p:nvPr/>
        </p:nvGrpSpPr>
        <p:grpSpPr>
          <a:xfrm>
            <a:off x="324000" y="3220088"/>
            <a:ext cx="3996000" cy="1114312"/>
            <a:chOff x="324000" y="1848488"/>
            <a:chExt cx="3996000" cy="1114312"/>
          </a:xfrm>
        </p:grpSpPr>
        <p:sp>
          <p:nvSpPr>
            <p:cNvPr id="1843" name="Google Shape;1843;p92"/>
            <p:cNvSpPr txBox="1"/>
            <p:nvPr/>
          </p:nvSpPr>
          <p:spPr>
            <a:xfrm>
              <a:off x="324000" y="2408700"/>
              <a:ext cx="3996000" cy="554100"/>
            </a:xfrm>
            <a:prstGeom prst="rect">
              <a:avLst/>
            </a:prstGeom>
            <a:solidFill>
              <a:schemeClr val="lt1"/>
            </a:solidFill>
            <a:ln>
              <a:noFill/>
            </a:ln>
          </p:spPr>
          <p:txBody>
            <a:bodyPr anchorCtr="0" anchor="t" bIns="0" lIns="0" spcFirstLastPara="1" rIns="0" wrap="square" tIns="0">
              <a:spAutoFit/>
            </a:bodyPr>
            <a:lstStyle/>
            <a:p>
              <a:pPr indent="0" lvl="0" marL="0" rtl="0" algn="l">
                <a:spcBef>
                  <a:spcPts val="0"/>
                </a:spcBef>
                <a:spcAft>
                  <a:spcPts val="0"/>
                </a:spcAft>
                <a:buNone/>
              </a:pPr>
              <a:r>
                <a:rPr lang="en-GB" sz="1800">
                  <a:latin typeface="Lexend"/>
                  <a:ea typeface="Lexend"/>
                  <a:cs typeface="Lexend"/>
                  <a:sym typeface="Lexend"/>
                </a:rPr>
                <a:t>Adjacent of 0.866 on a triangle with hypotenuse of 1.</a:t>
              </a:r>
              <a:endParaRPr sz="1800">
                <a:latin typeface="Lexend"/>
                <a:ea typeface="Lexend"/>
                <a:cs typeface="Lexend"/>
                <a:sym typeface="Lexend"/>
              </a:endParaRPr>
            </a:p>
          </p:txBody>
        </p:sp>
        <p:sp>
          <p:nvSpPr>
            <p:cNvPr id="1844" name="Google Shape;1844;p92"/>
            <p:cNvSpPr/>
            <p:nvPr/>
          </p:nvSpPr>
          <p:spPr>
            <a:xfrm>
              <a:off x="1654625" y="1848488"/>
              <a:ext cx="680400" cy="549300"/>
            </a:xfrm>
            <a:prstGeom prst="rect">
              <a:avLst/>
            </a:prstGeom>
            <a:noFill/>
            <a:ln cap="flat" cmpd="sng" w="2857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Times New Roman"/>
                <a:ea typeface="Times New Roman"/>
                <a:cs typeface="Times New Roman"/>
                <a:sym typeface="Times New Roman"/>
              </a:endParaRPr>
            </a:p>
          </p:txBody>
        </p:sp>
      </p:grpSp>
      <p:sp>
        <p:nvSpPr>
          <p:cNvPr id="1845" name="Google Shape;1845;p92"/>
          <p:cNvSpPr txBox="1"/>
          <p:nvPr/>
        </p:nvSpPr>
        <p:spPr>
          <a:xfrm>
            <a:off x="4824000" y="624350"/>
            <a:ext cx="3996000" cy="16623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None/>
            </a:pPr>
            <a:r>
              <a:rPr lang="en-GB" sz="1800">
                <a:latin typeface="Lexend"/>
                <a:ea typeface="Lexend"/>
                <a:cs typeface="Lexend"/>
                <a:sym typeface="Lexend"/>
              </a:rPr>
              <a:t>The inverse function of cosine, the </a:t>
            </a:r>
            <a:r>
              <a:rPr lang="en-GB" sz="1800">
                <a:solidFill>
                  <a:schemeClr val="accent5"/>
                </a:solidFill>
                <a:latin typeface="Lexend"/>
                <a:ea typeface="Lexend"/>
                <a:cs typeface="Lexend"/>
                <a:sym typeface="Lexend"/>
              </a:rPr>
              <a:t>arccos function</a:t>
            </a:r>
            <a:r>
              <a:rPr lang="en-GB" sz="1800">
                <a:latin typeface="Lexend"/>
                <a:ea typeface="Lexend"/>
                <a:cs typeface="Lexend"/>
                <a:sym typeface="Lexend"/>
              </a:rPr>
              <a:t>, takes a ratio of the </a:t>
            </a:r>
            <a:r>
              <a:rPr lang="en-GB" sz="1800">
                <a:solidFill>
                  <a:schemeClr val="dk1"/>
                </a:solidFill>
                <a:latin typeface="Lexend"/>
                <a:ea typeface="Lexend"/>
                <a:cs typeface="Lexend"/>
                <a:sym typeface="Lexend"/>
              </a:rPr>
              <a:t>side adjacent to an angle and the hypotenuse (written as a fraction or decimal), and gives you the size of that angle.</a:t>
            </a:r>
            <a:endParaRPr sz="1800">
              <a:latin typeface="Lexend"/>
              <a:ea typeface="Lexend"/>
              <a:cs typeface="Lexend"/>
              <a:sym typeface="Lexend"/>
            </a:endParaRPr>
          </a:p>
        </p:txBody>
      </p:sp>
      <p:grpSp>
        <p:nvGrpSpPr>
          <p:cNvPr id="1846" name="Google Shape;1846;p92"/>
          <p:cNvGrpSpPr/>
          <p:nvPr/>
        </p:nvGrpSpPr>
        <p:grpSpPr>
          <a:xfrm>
            <a:off x="324000" y="3220875"/>
            <a:ext cx="3996000" cy="1113525"/>
            <a:chOff x="324000" y="1392075"/>
            <a:chExt cx="3996000" cy="1113525"/>
          </a:xfrm>
        </p:grpSpPr>
        <p:sp>
          <p:nvSpPr>
            <p:cNvPr id="1847" name="Google Shape;1847;p92"/>
            <p:cNvSpPr txBox="1"/>
            <p:nvPr/>
          </p:nvSpPr>
          <p:spPr>
            <a:xfrm>
              <a:off x="324000" y="1951500"/>
              <a:ext cx="3996000" cy="554100"/>
            </a:xfrm>
            <a:prstGeom prst="rect">
              <a:avLst/>
            </a:prstGeom>
            <a:solidFill>
              <a:schemeClr val="lt1"/>
            </a:solidFill>
            <a:ln>
              <a:noFill/>
            </a:ln>
          </p:spPr>
          <p:txBody>
            <a:bodyPr anchorCtr="0" anchor="t" bIns="0" lIns="0" spcFirstLastPara="1" rIns="0" wrap="square" tIns="0">
              <a:spAutoFit/>
            </a:bodyPr>
            <a:lstStyle/>
            <a:p>
              <a:pPr indent="0" lvl="0" marL="0" rtl="0" algn="l">
                <a:spcBef>
                  <a:spcPts val="0"/>
                </a:spcBef>
                <a:spcAft>
                  <a:spcPts val="0"/>
                </a:spcAft>
                <a:buNone/>
              </a:pPr>
              <a:r>
                <a:rPr lang="en-GB" sz="1800">
                  <a:latin typeface="Lexend"/>
                  <a:ea typeface="Lexend"/>
                  <a:cs typeface="Lexend"/>
                  <a:sym typeface="Lexend"/>
                </a:rPr>
                <a:t>Adjacent of 1.732 on a triangle with hypotenuse of 2.</a:t>
              </a:r>
              <a:endParaRPr sz="1800">
                <a:latin typeface="Lexend"/>
                <a:ea typeface="Lexend"/>
                <a:cs typeface="Lexend"/>
                <a:sym typeface="Lexend"/>
              </a:endParaRPr>
            </a:p>
          </p:txBody>
        </p:sp>
        <p:sp>
          <p:nvSpPr>
            <p:cNvPr id="1848" name="Google Shape;1848;p92"/>
            <p:cNvSpPr/>
            <p:nvPr/>
          </p:nvSpPr>
          <p:spPr>
            <a:xfrm>
              <a:off x="2549725" y="1392075"/>
              <a:ext cx="680400" cy="549300"/>
            </a:xfrm>
            <a:prstGeom prst="rect">
              <a:avLst/>
            </a:prstGeom>
            <a:noFill/>
            <a:ln cap="flat" cmpd="sng" w="2857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grpSp>
      <p:sp>
        <p:nvSpPr>
          <p:cNvPr id="1849" name="Google Shape;1849;p92"/>
          <p:cNvSpPr txBox="1"/>
          <p:nvPr/>
        </p:nvSpPr>
        <p:spPr>
          <a:xfrm>
            <a:off x="4791713" y="2627200"/>
            <a:ext cx="1535400" cy="338700"/>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None/>
            </a:pPr>
            <a:r>
              <a:rPr lang="en-GB" sz="2200">
                <a:solidFill>
                  <a:schemeClr val="accent5"/>
                </a:solidFill>
                <a:latin typeface="Times New Roman"/>
                <a:ea typeface="Times New Roman"/>
                <a:cs typeface="Times New Roman"/>
                <a:sym typeface="Times New Roman"/>
              </a:rPr>
              <a:t>cos</a:t>
            </a:r>
            <a:r>
              <a:rPr baseline="30000" lang="en-GB" sz="2200">
                <a:solidFill>
                  <a:schemeClr val="accent5"/>
                </a:solidFill>
                <a:latin typeface="Times New Roman"/>
                <a:ea typeface="Times New Roman"/>
                <a:cs typeface="Times New Roman"/>
                <a:sym typeface="Times New Roman"/>
              </a:rPr>
              <a:t>-1</a:t>
            </a:r>
            <a:r>
              <a:rPr lang="en-GB" sz="3000">
                <a:solidFill>
                  <a:schemeClr val="dk1"/>
                </a:solidFill>
                <a:latin typeface="Times New Roman"/>
                <a:ea typeface="Times New Roman"/>
                <a:cs typeface="Times New Roman"/>
                <a:sym typeface="Times New Roman"/>
              </a:rPr>
              <a:t>(</a:t>
            </a:r>
            <a:r>
              <a:rPr lang="en-GB" sz="1800">
                <a:solidFill>
                  <a:schemeClr val="dk1"/>
                </a:solidFill>
                <a:latin typeface="Times New Roman"/>
                <a:ea typeface="Times New Roman"/>
                <a:cs typeface="Times New Roman"/>
                <a:sym typeface="Times New Roman"/>
              </a:rPr>
              <a:t>    </a:t>
            </a:r>
            <a:r>
              <a:rPr lang="en-GB" sz="1800">
                <a:solidFill>
                  <a:schemeClr val="lt1"/>
                </a:solidFill>
                <a:latin typeface="Times New Roman"/>
                <a:ea typeface="Times New Roman"/>
                <a:cs typeface="Times New Roman"/>
                <a:sym typeface="Times New Roman"/>
              </a:rPr>
              <a:t>30</a:t>
            </a:r>
            <a:r>
              <a:rPr lang="en-GB" sz="3000">
                <a:solidFill>
                  <a:schemeClr val="dk1"/>
                </a:solidFill>
                <a:latin typeface="Times New Roman"/>
                <a:ea typeface="Times New Roman"/>
                <a:cs typeface="Times New Roman"/>
                <a:sym typeface="Times New Roman"/>
              </a:rPr>
              <a:t>)</a:t>
            </a:r>
            <a:r>
              <a:rPr lang="en-GB" sz="1800">
                <a:solidFill>
                  <a:schemeClr val="dk1"/>
                </a:solidFill>
                <a:latin typeface="Times New Roman"/>
                <a:ea typeface="Times New Roman"/>
                <a:cs typeface="Times New Roman"/>
                <a:sym typeface="Times New Roman"/>
              </a:rPr>
              <a:t> = </a:t>
            </a:r>
            <a:endParaRPr sz="1800">
              <a:solidFill>
                <a:schemeClr val="dk1"/>
              </a:solidFill>
              <a:latin typeface="Times New Roman"/>
              <a:ea typeface="Times New Roman"/>
              <a:cs typeface="Times New Roman"/>
              <a:sym typeface="Times New Roman"/>
            </a:endParaRPr>
          </a:p>
        </p:txBody>
      </p:sp>
      <p:grpSp>
        <p:nvGrpSpPr>
          <p:cNvPr id="1850" name="Google Shape;1850;p92"/>
          <p:cNvGrpSpPr/>
          <p:nvPr/>
        </p:nvGrpSpPr>
        <p:grpSpPr>
          <a:xfrm>
            <a:off x="5389443" y="2607849"/>
            <a:ext cx="557909" cy="448000"/>
            <a:chOff x="4852101" y="2729095"/>
            <a:chExt cx="790800" cy="448000"/>
          </a:xfrm>
        </p:grpSpPr>
        <p:sp>
          <p:nvSpPr>
            <p:cNvPr id="1851" name="Google Shape;1851;p92"/>
            <p:cNvSpPr txBox="1"/>
            <p:nvPr/>
          </p:nvSpPr>
          <p:spPr>
            <a:xfrm>
              <a:off x="4852101" y="2955995"/>
              <a:ext cx="790800" cy="2211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Clr>
                  <a:schemeClr val="dk1"/>
                </a:buClr>
                <a:buSzPts val="1100"/>
                <a:buFont typeface="Arial"/>
                <a:buNone/>
              </a:pPr>
              <a:r>
                <a:rPr lang="en-GB" sz="1900">
                  <a:solidFill>
                    <a:schemeClr val="dk1"/>
                  </a:solidFill>
                  <a:latin typeface="Times New Roman"/>
                  <a:ea typeface="Times New Roman"/>
                  <a:cs typeface="Times New Roman"/>
                  <a:sym typeface="Times New Roman"/>
                </a:rPr>
                <a:t>23</a:t>
              </a:r>
              <a:endParaRPr sz="2300">
                <a:latin typeface="Times New Roman"/>
                <a:ea typeface="Times New Roman"/>
                <a:cs typeface="Times New Roman"/>
                <a:sym typeface="Times New Roman"/>
              </a:endParaRPr>
            </a:p>
          </p:txBody>
        </p:sp>
        <p:sp>
          <p:nvSpPr>
            <p:cNvPr id="1852" name="Google Shape;1852;p92"/>
            <p:cNvSpPr txBox="1"/>
            <p:nvPr/>
          </p:nvSpPr>
          <p:spPr>
            <a:xfrm>
              <a:off x="4885901" y="2729095"/>
              <a:ext cx="723300" cy="2211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Clr>
                  <a:srgbClr val="000000"/>
                </a:buClr>
                <a:buSzPts val="1100"/>
                <a:buFont typeface="Arial"/>
                <a:buNone/>
              </a:pPr>
              <a:r>
                <a:rPr lang="en-GB" sz="1900">
                  <a:latin typeface="Times New Roman"/>
                  <a:ea typeface="Times New Roman"/>
                  <a:cs typeface="Times New Roman"/>
                  <a:sym typeface="Times New Roman"/>
                </a:rPr>
                <a:t>13</a:t>
              </a:r>
              <a:endParaRPr sz="1900">
                <a:latin typeface="Times New Roman"/>
                <a:ea typeface="Times New Roman"/>
                <a:cs typeface="Times New Roman"/>
                <a:sym typeface="Times New Roman"/>
              </a:endParaRPr>
            </a:p>
          </p:txBody>
        </p:sp>
        <p:cxnSp>
          <p:nvCxnSpPr>
            <p:cNvPr id="1853" name="Google Shape;1853;p92"/>
            <p:cNvCxnSpPr/>
            <p:nvPr/>
          </p:nvCxnSpPr>
          <p:spPr>
            <a:xfrm>
              <a:off x="4931198" y="2953120"/>
              <a:ext cx="639600" cy="0"/>
            </a:xfrm>
            <a:prstGeom prst="straightConnector1">
              <a:avLst/>
            </a:prstGeom>
            <a:noFill/>
            <a:ln cap="flat" cmpd="sng" w="19050">
              <a:solidFill>
                <a:srgbClr val="000000"/>
              </a:solidFill>
              <a:prstDash val="solid"/>
              <a:round/>
              <a:headEnd len="med" w="med" type="none"/>
              <a:tailEnd len="med" w="med" type="none"/>
            </a:ln>
          </p:spPr>
        </p:cxnSp>
      </p:grpSp>
      <p:sp>
        <p:nvSpPr>
          <p:cNvPr id="1854" name="Google Shape;1854;p92"/>
          <p:cNvSpPr txBox="1"/>
          <p:nvPr/>
        </p:nvSpPr>
        <p:spPr>
          <a:xfrm>
            <a:off x="6331202" y="2627200"/>
            <a:ext cx="1737900" cy="338700"/>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None/>
            </a:pPr>
            <a:r>
              <a:rPr lang="en-GB" sz="2000">
                <a:solidFill>
                  <a:schemeClr val="accent5"/>
                </a:solidFill>
                <a:latin typeface="Times New Roman"/>
                <a:ea typeface="Times New Roman"/>
                <a:cs typeface="Times New Roman"/>
                <a:sym typeface="Times New Roman"/>
              </a:rPr>
              <a:t>cos</a:t>
            </a:r>
            <a:r>
              <a:rPr baseline="30000" lang="en-GB" sz="2000">
                <a:solidFill>
                  <a:schemeClr val="accent5"/>
                </a:solidFill>
                <a:latin typeface="Times New Roman"/>
                <a:ea typeface="Times New Roman"/>
                <a:cs typeface="Times New Roman"/>
                <a:sym typeface="Times New Roman"/>
              </a:rPr>
              <a:t>-1</a:t>
            </a:r>
            <a:r>
              <a:rPr lang="en-GB" sz="2000">
                <a:solidFill>
                  <a:schemeClr val="dk1"/>
                </a:solidFill>
                <a:latin typeface="Times New Roman"/>
                <a:ea typeface="Times New Roman"/>
                <a:cs typeface="Times New Roman"/>
                <a:sym typeface="Times New Roman"/>
              </a:rPr>
              <a:t>(</a:t>
            </a:r>
            <a:r>
              <a:rPr lang="en-GB" sz="2000">
                <a:solidFill>
                  <a:schemeClr val="dk1"/>
                </a:solidFill>
                <a:latin typeface="Times New Roman"/>
                <a:ea typeface="Times New Roman"/>
                <a:cs typeface="Times New Roman"/>
                <a:sym typeface="Times New Roman"/>
              </a:rPr>
              <a:t> </a:t>
            </a:r>
            <a:r>
              <a:rPr lang="en-GB" sz="2000">
                <a:solidFill>
                  <a:schemeClr val="dk1"/>
                </a:solidFill>
                <a:latin typeface="Times New Roman"/>
                <a:ea typeface="Times New Roman"/>
                <a:cs typeface="Times New Roman"/>
                <a:sym typeface="Times New Roman"/>
              </a:rPr>
              <a:t>0.565 ) = </a:t>
            </a:r>
            <a:endParaRPr sz="2000">
              <a:solidFill>
                <a:schemeClr val="dk1"/>
              </a:solidFill>
              <a:latin typeface="Times New Roman"/>
              <a:ea typeface="Times New Roman"/>
              <a:cs typeface="Times New Roman"/>
              <a:sym typeface="Times New Roman"/>
            </a:endParaRPr>
          </a:p>
        </p:txBody>
      </p:sp>
      <p:cxnSp>
        <p:nvCxnSpPr>
          <p:cNvPr id="1855" name="Google Shape;1855;p92"/>
          <p:cNvCxnSpPr/>
          <p:nvPr/>
        </p:nvCxnSpPr>
        <p:spPr>
          <a:xfrm>
            <a:off x="4572000" y="578300"/>
            <a:ext cx="0" cy="4228500"/>
          </a:xfrm>
          <a:prstGeom prst="straightConnector1">
            <a:avLst/>
          </a:prstGeom>
          <a:noFill/>
          <a:ln cap="flat" cmpd="sng" w="38100">
            <a:solidFill>
              <a:schemeClr val="accent5"/>
            </a:solidFill>
            <a:prstDash val="solid"/>
            <a:round/>
            <a:headEnd len="med" w="med" type="none"/>
            <a:tailEnd len="med" w="med" type="none"/>
          </a:ln>
        </p:spPr>
      </p:cxnSp>
      <p:grpSp>
        <p:nvGrpSpPr>
          <p:cNvPr id="1856" name="Google Shape;1856;p92"/>
          <p:cNvGrpSpPr/>
          <p:nvPr/>
        </p:nvGrpSpPr>
        <p:grpSpPr>
          <a:xfrm>
            <a:off x="6208666" y="2626750"/>
            <a:ext cx="2145300" cy="1134475"/>
            <a:chOff x="378775" y="1828320"/>
            <a:chExt cx="2145300" cy="1134475"/>
          </a:xfrm>
        </p:grpSpPr>
        <p:sp>
          <p:nvSpPr>
            <p:cNvPr id="1857" name="Google Shape;1857;p92"/>
            <p:cNvSpPr txBox="1"/>
            <p:nvPr/>
          </p:nvSpPr>
          <p:spPr>
            <a:xfrm>
              <a:off x="378775" y="2408695"/>
              <a:ext cx="2145300" cy="554100"/>
            </a:xfrm>
            <a:prstGeom prst="rect">
              <a:avLst/>
            </a:prstGeom>
            <a:solidFill>
              <a:schemeClr val="lt1"/>
            </a:solidFill>
            <a:ln>
              <a:noFill/>
            </a:ln>
          </p:spPr>
          <p:txBody>
            <a:bodyPr anchorCtr="0" anchor="t" bIns="0" lIns="0" spcFirstLastPara="1" rIns="0" wrap="square" tIns="0">
              <a:spAutoFit/>
            </a:bodyPr>
            <a:lstStyle/>
            <a:p>
              <a:pPr indent="0" lvl="0" marL="0" rtl="0" algn="l">
                <a:spcBef>
                  <a:spcPts val="0"/>
                </a:spcBef>
                <a:spcAft>
                  <a:spcPts val="0"/>
                </a:spcAft>
                <a:buNone/>
              </a:pPr>
              <a:r>
                <a:rPr lang="en-GB" sz="1800">
                  <a:latin typeface="Lexend"/>
                  <a:ea typeface="Lexend"/>
                  <a:cs typeface="Lexend"/>
                  <a:sym typeface="Lexend"/>
                </a:rPr>
                <a:t>Or written as a decimal.</a:t>
              </a:r>
              <a:endParaRPr sz="1800">
                <a:latin typeface="Lexend"/>
                <a:ea typeface="Lexend"/>
                <a:cs typeface="Lexend"/>
                <a:sym typeface="Lexend"/>
              </a:endParaRPr>
            </a:p>
          </p:txBody>
        </p:sp>
        <p:sp>
          <p:nvSpPr>
            <p:cNvPr id="1858" name="Google Shape;1858;p92"/>
            <p:cNvSpPr/>
            <p:nvPr/>
          </p:nvSpPr>
          <p:spPr>
            <a:xfrm>
              <a:off x="1059634" y="1828320"/>
              <a:ext cx="708900" cy="410100"/>
            </a:xfrm>
            <a:prstGeom prst="rect">
              <a:avLst/>
            </a:prstGeom>
            <a:noFill/>
            <a:ln cap="flat" cmpd="sng" w="2857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grpSp>
      <p:cxnSp>
        <p:nvCxnSpPr>
          <p:cNvPr id="1859" name="Google Shape;1859;p92"/>
          <p:cNvCxnSpPr/>
          <p:nvPr/>
        </p:nvCxnSpPr>
        <p:spPr>
          <a:xfrm rot="10800000">
            <a:off x="6808969" y="3294387"/>
            <a:ext cx="1535400" cy="1029900"/>
          </a:xfrm>
          <a:prstGeom prst="straightConnector1">
            <a:avLst/>
          </a:prstGeom>
          <a:noFill/>
          <a:ln cap="flat" cmpd="sng" w="28575">
            <a:solidFill>
              <a:schemeClr val="accent5"/>
            </a:solidFill>
            <a:prstDash val="solid"/>
            <a:round/>
            <a:headEnd len="med" w="med" type="triangle"/>
            <a:tailEnd len="med" w="med" type="triangle"/>
          </a:ln>
        </p:spPr>
      </p:cxnSp>
      <p:cxnSp>
        <p:nvCxnSpPr>
          <p:cNvPr id="1860" name="Google Shape;1860;p92"/>
          <p:cNvCxnSpPr/>
          <p:nvPr/>
        </p:nvCxnSpPr>
        <p:spPr>
          <a:xfrm>
            <a:off x="6732666" y="4550166"/>
            <a:ext cx="1535400" cy="0"/>
          </a:xfrm>
          <a:prstGeom prst="straightConnector1">
            <a:avLst/>
          </a:prstGeom>
          <a:noFill/>
          <a:ln cap="flat" cmpd="sng" w="28575">
            <a:solidFill>
              <a:schemeClr val="accent5"/>
            </a:solidFill>
            <a:prstDash val="solid"/>
            <a:round/>
            <a:headEnd len="med" w="med" type="triangle"/>
            <a:tailEnd len="med" w="med" type="triangle"/>
          </a:ln>
        </p:spPr>
      </p:cxnSp>
      <p:sp>
        <p:nvSpPr>
          <p:cNvPr id="1861" name="Google Shape;1861;p92"/>
          <p:cNvSpPr txBox="1"/>
          <p:nvPr/>
        </p:nvSpPr>
        <p:spPr>
          <a:xfrm>
            <a:off x="7494207" y="3594318"/>
            <a:ext cx="827100" cy="2424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Clr>
                <a:srgbClr val="000000"/>
              </a:buClr>
              <a:buSzPts val="1100"/>
              <a:buFont typeface="Arial"/>
              <a:buNone/>
            </a:pPr>
            <a:r>
              <a:rPr lang="en-GB" sz="1800">
                <a:latin typeface="Lexend"/>
                <a:ea typeface="Lexend"/>
                <a:cs typeface="Lexend"/>
                <a:sym typeface="Lexend"/>
              </a:rPr>
              <a:t>23 cm</a:t>
            </a:r>
            <a:endParaRPr sz="1800">
              <a:latin typeface="Lexend"/>
              <a:ea typeface="Lexend"/>
              <a:cs typeface="Lexend"/>
              <a:sym typeface="Lexend"/>
            </a:endParaRPr>
          </a:p>
        </p:txBody>
      </p:sp>
      <p:sp>
        <p:nvSpPr>
          <p:cNvPr id="1862" name="Google Shape;1862;p92"/>
          <p:cNvSpPr txBox="1"/>
          <p:nvPr/>
        </p:nvSpPr>
        <p:spPr>
          <a:xfrm>
            <a:off x="7068500" y="4564874"/>
            <a:ext cx="827100" cy="2424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Clr>
                <a:srgbClr val="000000"/>
              </a:buClr>
              <a:buSzPts val="1100"/>
              <a:buFont typeface="Arial"/>
              <a:buNone/>
            </a:pPr>
            <a:r>
              <a:rPr lang="en-GB" sz="1800">
                <a:latin typeface="Lexend"/>
                <a:ea typeface="Lexend"/>
                <a:cs typeface="Lexend"/>
                <a:sym typeface="Lexend"/>
              </a:rPr>
              <a:t>13 cm</a:t>
            </a:r>
            <a:endParaRPr sz="1800">
              <a:latin typeface="Lexend"/>
              <a:ea typeface="Lexend"/>
              <a:cs typeface="Lexend"/>
              <a:sym typeface="Lexend"/>
            </a:endParaRPr>
          </a:p>
        </p:txBody>
      </p:sp>
      <p:sp>
        <p:nvSpPr>
          <p:cNvPr id="1863" name="Google Shape;1863;p92"/>
          <p:cNvSpPr/>
          <p:nvPr/>
        </p:nvSpPr>
        <p:spPr>
          <a:xfrm rot="5400000">
            <a:off x="6732625" y="4243225"/>
            <a:ext cx="194100" cy="194100"/>
          </a:xfrm>
          <a:prstGeom prst="rect">
            <a:avLst/>
          </a:prstGeom>
          <a:noFill/>
          <a:ln cap="flat" cmpd="sng" w="28575">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sp>
        <p:nvSpPr>
          <p:cNvPr id="1864" name="Google Shape;1864;p92"/>
          <p:cNvSpPr txBox="1"/>
          <p:nvPr/>
        </p:nvSpPr>
        <p:spPr>
          <a:xfrm>
            <a:off x="324000" y="1620000"/>
            <a:ext cx="3996000" cy="13854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Clr>
                <a:schemeClr val="dk1"/>
              </a:buClr>
              <a:buSzPts val="1100"/>
              <a:buFont typeface="Arial"/>
              <a:buNone/>
            </a:pPr>
            <a:r>
              <a:rPr lang="en-GB" sz="1800">
                <a:solidFill>
                  <a:schemeClr val="dk1"/>
                </a:solidFill>
                <a:latin typeface="Lexend"/>
                <a:ea typeface="Lexend"/>
                <a:cs typeface="Lexend"/>
                <a:sym typeface="Lexend"/>
              </a:rPr>
              <a:t>Whilst this ratio is usually written as a decimal (with respect to a hypotenuse of 1), we can interpret this decimal as a set of equivalent fractions:</a:t>
            </a:r>
            <a:endParaRPr sz="1800">
              <a:solidFill>
                <a:schemeClr val="dk1"/>
              </a:solidFill>
              <a:latin typeface="Lexend"/>
              <a:ea typeface="Lexend"/>
              <a:cs typeface="Lexend"/>
              <a:sym typeface="Lexend"/>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864"/>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825"/>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826"/>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1842"/>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830"/>
                                        </p:tgtEl>
                                        <p:attrNameLst>
                                          <p:attrName>style.visibility</p:attrName>
                                        </p:attrNameLst>
                                      </p:cBhvr>
                                      <p:to>
                                        <p:strVal val="visible"/>
                                      </p:to>
                                    </p:set>
                                  </p:childTnLst>
                                </p:cTn>
                              </p:par>
                              <p:par>
                                <p:cTn fill="hold" nodeType="withEffect" presetClass="exit" presetID="1" presetSubtype="0">
                                  <p:stCondLst>
                                    <p:cond delay="0"/>
                                  </p:stCondLst>
                                  <p:childTnLst>
                                    <p:set>
                                      <p:cBhvr>
                                        <p:cTn dur="1" fill="hold">
                                          <p:stCondLst>
                                            <p:cond delay="0"/>
                                          </p:stCondLst>
                                        </p:cTn>
                                        <p:tgtEl>
                                          <p:spTgt spid="1842"/>
                                        </p:tgtEl>
                                        <p:attrNameLst>
                                          <p:attrName>style.visibility</p:attrName>
                                        </p:attrNameLst>
                                      </p:cBhvr>
                                      <p:to>
                                        <p:strVal val="hidden"/>
                                      </p:to>
                                    </p:set>
                                  </p:childTnLst>
                                </p:cTn>
                              </p:par>
                              <p:par>
                                <p:cTn fill="hold" nodeType="withEffect" presetClass="entr" presetID="1" presetSubtype="0">
                                  <p:stCondLst>
                                    <p:cond delay="0"/>
                                  </p:stCondLst>
                                  <p:childTnLst>
                                    <p:set>
                                      <p:cBhvr>
                                        <p:cTn dur="1" fill="hold">
                                          <p:stCondLst>
                                            <p:cond delay="0"/>
                                          </p:stCondLst>
                                        </p:cTn>
                                        <p:tgtEl>
                                          <p:spTgt spid="1846"/>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836"/>
                                        </p:tgtEl>
                                        <p:attrNameLst>
                                          <p:attrName>style.visibility</p:attrName>
                                        </p:attrNameLst>
                                      </p:cBhvr>
                                      <p:to>
                                        <p:strVal val="visible"/>
                                      </p:to>
                                    </p:set>
                                  </p:childTnLst>
                                </p:cTn>
                              </p:par>
                              <p:par>
                                <p:cTn fill="hold" nodeType="withEffect" presetClass="exit" presetID="1" presetSubtype="0">
                                  <p:stCondLst>
                                    <p:cond delay="0"/>
                                  </p:stCondLst>
                                  <p:childTnLst>
                                    <p:set>
                                      <p:cBhvr>
                                        <p:cTn dur="1" fill="hold">
                                          <p:stCondLst>
                                            <p:cond delay="0"/>
                                          </p:stCondLst>
                                        </p:cTn>
                                        <p:tgtEl>
                                          <p:spTgt spid="1846"/>
                                        </p:tgtEl>
                                        <p:attrNameLst>
                                          <p:attrName>style.visibility</p:attrName>
                                        </p:attrNameLst>
                                      </p:cBhvr>
                                      <p:to>
                                        <p:strVal val="hidden"/>
                                      </p:to>
                                    </p:set>
                                  </p:childTnLst>
                                </p:cTn>
                              </p:par>
                              <p:par>
                                <p:cTn fill="hold" nodeType="withEffect" presetClass="entr" presetID="1" presetSubtype="0">
                                  <p:stCondLst>
                                    <p:cond delay="0"/>
                                  </p:stCondLst>
                                  <p:childTnLst>
                                    <p:set>
                                      <p:cBhvr>
                                        <p:cTn dur="1" fill="hold">
                                          <p:stCondLst>
                                            <p:cond delay="0"/>
                                          </p:stCondLst>
                                        </p:cTn>
                                        <p:tgtEl>
                                          <p:spTgt spid="1812"/>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855"/>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1845"/>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849"/>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1850"/>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1809"/>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854"/>
                                        </p:tgtEl>
                                        <p:attrNameLst>
                                          <p:attrName>style.visibility</p:attrName>
                                        </p:attrNameLst>
                                      </p:cBhvr>
                                      <p:to>
                                        <p:strVal val="visible"/>
                                      </p:to>
                                    </p:set>
                                  </p:childTnLst>
                                </p:cTn>
                              </p:par>
                              <p:par>
                                <p:cTn fill="hold" nodeType="withEffect" presetClass="exit" presetID="1" presetSubtype="0">
                                  <p:stCondLst>
                                    <p:cond delay="0"/>
                                  </p:stCondLst>
                                  <p:childTnLst>
                                    <p:set>
                                      <p:cBhvr>
                                        <p:cTn dur="1" fill="hold">
                                          <p:stCondLst>
                                            <p:cond delay="0"/>
                                          </p:stCondLst>
                                        </p:cTn>
                                        <p:tgtEl>
                                          <p:spTgt spid="1809"/>
                                        </p:tgtEl>
                                        <p:attrNameLst>
                                          <p:attrName>style.visibility</p:attrName>
                                        </p:attrNameLst>
                                      </p:cBhvr>
                                      <p:to>
                                        <p:strVal val="hidden"/>
                                      </p:to>
                                    </p:set>
                                  </p:childTnLst>
                                </p:cTn>
                              </p:par>
                              <p:par>
                                <p:cTn fill="hold" nodeType="withEffect" presetClass="entr" presetID="1" presetSubtype="0">
                                  <p:stCondLst>
                                    <p:cond delay="0"/>
                                  </p:stCondLst>
                                  <p:childTnLst>
                                    <p:set>
                                      <p:cBhvr>
                                        <p:cTn dur="1" fill="hold">
                                          <p:stCondLst>
                                            <p:cond delay="0"/>
                                          </p:stCondLst>
                                        </p:cTn>
                                        <p:tgtEl>
                                          <p:spTgt spid="1856"/>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823"/>
                                        </p:tgtEl>
                                        <p:attrNameLst>
                                          <p:attrName>style.visibility</p:attrName>
                                        </p:attrNameLst>
                                      </p:cBhvr>
                                      <p:to>
                                        <p:strVal val="visible"/>
                                      </p:to>
                                    </p:set>
                                  </p:childTnLst>
                                </p:cTn>
                              </p:par>
                              <p:par>
                                <p:cTn fill="hold" nodeType="withEffect" presetClass="exit" presetID="1" presetSubtype="0">
                                  <p:stCondLst>
                                    <p:cond delay="0"/>
                                  </p:stCondLst>
                                  <p:childTnLst>
                                    <p:set>
                                      <p:cBhvr>
                                        <p:cTn dur="1" fill="hold">
                                          <p:stCondLst>
                                            <p:cond delay="0"/>
                                          </p:stCondLst>
                                        </p:cTn>
                                        <p:tgtEl>
                                          <p:spTgt spid="1856"/>
                                        </p:tgtEl>
                                        <p:attrNameLst>
                                          <p:attrName>style.visibility</p:attrName>
                                        </p:attrNameLst>
                                      </p:cBhvr>
                                      <p:to>
                                        <p:strVal val="hidden"/>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821"/>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1861"/>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1859"/>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1860"/>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1815"/>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1862"/>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1863"/>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xit" presetID="1" presetSubtype="0">
                                  <p:stCondLst>
                                    <p:cond delay="0"/>
                                  </p:stCondLst>
                                  <p:childTnLst>
                                    <p:set>
                                      <p:cBhvr>
                                        <p:cTn dur="1" fill="hold">
                                          <p:stCondLst>
                                            <p:cond delay="0"/>
                                          </p:stCondLst>
                                        </p:cTn>
                                        <p:tgtEl>
                                          <p:spTgt spid="1815"/>
                                        </p:tgtEl>
                                        <p:attrNameLst>
                                          <p:attrName>style.visibility</p:attrName>
                                        </p:attrNameLst>
                                      </p:cBhvr>
                                      <p:to>
                                        <p:strVal val="hidden"/>
                                      </p:to>
                                    </p:set>
                                  </p:childTnLst>
                                </p:cTn>
                              </p:par>
                              <p:par>
                                <p:cTn fill="hold" nodeType="withEffect" presetClass="entr" presetID="1" presetSubtype="0">
                                  <p:stCondLst>
                                    <p:cond delay="0"/>
                                  </p:stCondLst>
                                  <p:childTnLst>
                                    <p:set>
                                      <p:cBhvr>
                                        <p:cTn dur="1" fill="hold">
                                          <p:stCondLst>
                                            <p:cond delay="0"/>
                                          </p:stCondLst>
                                        </p:cTn>
                                        <p:tgtEl>
                                          <p:spTgt spid="1818"/>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3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68" name="Shape 1868"/>
        <p:cNvGrpSpPr/>
        <p:nvPr/>
      </p:nvGrpSpPr>
      <p:grpSpPr>
        <a:xfrm>
          <a:off x="0" y="0"/>
          <a:ext cx="0" cy="0"/>
          <a:chOff x="0" y="0"/>
          <a:chExt cx="0" cy="0"/>
        </a:xfrm>
      </p:grpSpPr>
      <p:sp>
        <p:nvSpPr>
          <p:cNvPr id="1869" name="Google Shape;1869;p93"/>
          <p:cNvSpPr txBox="1"/>
          <p:nvPr/>
        </p:nvSpPr>
        <p:spPr>
          <a:xfrm>
            <a:off x="2064597" y="4443675"/>
            <a:ext cx="574200" cy="2424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Clr>
                <a:schemeClr val="dk1"/>
              </a:buClr>
              <a:buSzPts val="1100"/>
              <a:buFont typeface="Arial"/>
              <a:buNone/>
            </a:pPr>
            <a:r>
              <a:rPr lang="en-GB" sz="2000">
                <a:solidFill>
                  <a:schemeClr val="dk1"/>
                </a:solidFill>
                <a:latin typeface="Times New Roman"/>
                <a:ea typeface="Times New Roman"/>
                <a:cs typeface="Times New Roman"/>
                <a:sym typeface="Times New Roman"/>
              </a:rPr>
              <a:t>=  </a:t>
            </a:r>
            <a:r>
              <a:rPr i="1" lang="en-GB" sz="2000">
                <a:solidFill>
                  <a:schemeClr val="dk1"/>
                </a:solidFill>
                <a:latin typeface="Times New Roman"/>
                <a:ea typeface="Times New Roman"/>
                <a:cs typeface="Times New Roman"/>
                <a:sym typeface="Times New Roman"/>
              </a:rPr>
              <a:t>θ</a:t>
            </a:r>
            <a:r>
              <a:rPr lang="en-GB" sz="2000">
                <a:solidFill>
                  <a:schemeClr val="dk1"/>
                </a:solidFill>
                <a:latin typeface="Times New Roman"/>
                <a:ea typeface="Times New Roman"/>
                <a:cs typeface="Times New Roman"/>
                <a:sym typeface="Times New Roman"/>
              </a:rPr>
              <a:t>°</a:t>
            </a:r>
            <a:endParaRPr sz="2000">
              <a:latin typeface="Times New Roman"/>
              <a:ea typeface="Times New Roman"/>
              <a:cs typeface="Times New Roman"/>
              <a:sym typeface="Times New Roman"/>
            </a:endParaRPr>
          </a:p>
        </p:txBody>
      </p:sp>
      <p:sp>
        <p:nvSpPr>
          <p:cNvPr id="1870" name="Google Shape;1870;p93"/>
          <p:cNvSpPr/>
          <p:nvPr/>
        </p:nvSpPr>
        <p:spPr>
          <a:xfrm flipH="1">
            <a:off x="833675" y="2433150"/>
            <a:ext cx="1071300" cy="1071300"/>
          </a:xfrm>
          <a:prstGeom prst="arc">
            <a:avLst>
              <a:gd fmla="val 10771373" name="adj1"/>
              <a:gd fmla="val 13583833" name="adj2"/>
            </a:avLst>
          </a:prstGeom>
          <a:solidFill>
            <a:srgbClr val="F3EEFB"/>
          </a:solidFill>
          <a:ln cap="flat" cmpd="sng" w="2857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sp>
        <p:nvSpPr>
          <p:cNvPr id="1871" name="Google Shape;1871;p93"/>
          <p:cNvSpPr/>
          <p:nvPr/>
        </p:nvSpPr>
        <p:spPr>
          <a:xfrm flipH="1">
            <a:off x="1345200" y="1384799"/>
            <a:ext cx="1535400" cy="1590900"/>
          </a:xfrm>
          <a:prstGeom prst="rtTriangle">
            <a:avLst/>
          </a:prstGeom>
          <a:noFill/>
          <a:ln cap="flat" cmpd="sng" w="28575">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sp>
        <p:nvSpPr>
          <p:cNvPr id="1872" name="Google Shape;1872;p93"/>
          <p:cNvSpPr txBox="1"/>
          <p:nvPr>
            <p:ph type="title"/>
          </p:nvPr>
        </p:nvSpPr>
        <p:spPr>
          <a:xfrm>
            <a:off x="324000" y="0"/>
            <a:ext cx="7885200" cy="613500"/>
          </a:xfrm>
          <a:prstGeom prst="rect">
            <a:avLst/>
          </a:prstGeom>
        </p:spPr>
        <p:txBody>
          <a:bodyPr anchorCtr="0" anchor="ctr" bIns="0" lIns="0" spcFirstLastPara="1" rIns="0" wrap="square" tIns="0">
            <a:noAutofit/>
          </a:bodyPr>
          <a:lstStyle/>
          <a:p>
            <a:pPr indent="0" lvl="0" marL="0" rtl="0" algn="l">
              <a:spcBef>
                <a:spcPts val="0"/>
              </a:spcBef>
              <a:spcAft>
                <a:spcPts val="0"/>
              </a:spcAft>
              <a:buNone/>
            </a:pPr>
            <a:r>
              <a:rPr lang="en-GB"/>
              <a:t>Calculating angles using the cosine formula</a:t>
            </a:r>
            <a:endParaRPr/>
          </a:p>
        </p:txBody>
      </p:sp>
      <p:sp>
        <p:nvSpPr>
          <p:cNvPr id="1873" name="Google Shape;1873;p93"/>
          <p:cNvSpPr txBox="1"/>
          <p:nvPr/>
        </p:nvSpPr>
        <p:spPr>
          <a:xfrm>
            <a:off x="324000" y="624350"/>
            <a:ext cx="3918900" cy="5541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None/>
            </a:pPr>
            <a:r>
              <a:rPr lang="en-GB" sz="1800">
                <a:solidFill>
                  <a:schemeClr val="dk1"/>
                </a:solidFill>
                <a:latin typeface="Lexend"/>
                <a:ea typeface="Lexend"/>
                <a:cs typeface="Lexend"/>
                <a:sym typeface="Lexend"/>
              </a:rPr>
              <a:t>We can use the arccos function on a calculator to find an angle.</a:t>
            </a:r>
            <a:endParaRPr sz="1800">
              <a:latin typeface="Lexend"/>
              <a:ea typeface="Lexend"/>
              <a:cs typeface="Lexend"/>
              <a:sym typeface="Lexend"/>
            </a:endParaRPr>
          </a:p>
        </p:txBody>
      </p:sp>
      <p:cxnSp>
        <p:nvCxnSpPr>
          <p:cNvPr id="1874" name="Google Shape;1874;p93"/>
          <p:cNvCxnSpPr/>
          <p:nvPr/>
        </p:nvCxnSpPr>
        <p:spPr>
          <a:xfrm flipH="1" rot="10800000">
            <a:off x="1269000" y="1297030"/>
            <a:ext cx="1535400" cy="1590900"/>
          </a:xfrm>
          <a:prstGeom prst="straightConnector1">
            <a:avLst/>
          </a:prstGeom>
          <a:noFill/>
          <a:ln cap="flat" cmpd="sng" w="28575">
            <a:solidFill>
              <a:schemeClr val="accent5"/>
            </a:solidFill>
            <a:prstDash val="solid"/>
            <a:round/>
            <a:headEnd len="med" w="med" type="triangle"/>
            <a:tailEnd len="med" w="med" type="triangle"/>
          </a:ln>
        </p:spPr>
      </p:cxnSp>
      <p:cxnSp>
        <p:nvCxnSpPr>
          <p:cNvPr id="1875" name="Google Shape;1875;p93"/>
          <p:cNvCxnSpPr/>
          <p:nvPr/>
        </p:nvCxnSpPr>
        <p:spPr>
          <a:xfrm rot="10800000">
            <a:off x="1345209" y="3088613"/>
            <a:ext cx="1535400" cy="0"/>
          </a:xfrm>
          <a:prstGeom prst="straightConnector1">
            <a:avLst/>
          </a:prstGeom>
          <a:noFill/>
          <a:ln cap="flat" cmpd="sng" w="28575">
            <a:solidFill>
              <a:schemeClr val="accent5"/>
            </a:solidFill>
            <a:prstDash val="solid"/>
            <a:round/>
            <a:headEnd len="med" w="med" type="triangle"/>
            <a:tailEnd len="med" w="med" type="triangle"/>
          </a:ln>
        </p:spPr>
      </p:cxnSp>
      <p:sp>
        <p:nvSpPr>
          <p:cNvPr id="1876" name="Google Shape;1876;p93"/>
          <p:cNvSpPr txBox="1"/>
          <p:nvPr/>
        </p:nvSpPr>
        <p:spPr>
          <a:xfrm flipH="1">
            <a:off x="1493637" y="2775675"/>
            <a:ext cx="434700" cy="1476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Clr>
                <a:srgbClr val="000000"/>
              </a:buClr>
              <a:buSzPts val="1100"/>
              <a:buFont typeface="Arial"/>
              <a:buNone/>
            </a:pPr>
            <a:r>
              <a:rPr i="1" lang="en-GB" sz="1800">
                <a:latin typeface="Lexend"/>
                <a:ea typeface="Lexend"/>
                <a:cs typeface="Lexend"/>
                <a:sym typeface="Lexend"/>
              </a:rPr>
              <a:t>θ</a:t>
            </a:r>
            <a:r>
              <a:rPr lang="en-GB" sz="1800">
                <a:solidFill>
                  <a:srgbClr val="000000"/>
                </a:solidFill>
                <a:latin typeface="Lexend"/>
                <a:ea typeface="Lexend"/>
                <a:cs typeface="Lexend"/>
                <a:sym typeface="Lexend"/>
              </a:rPr>
              <a:t>°</a:t>
            </a:r>
            <a:endParaRPr sz="1800">
              <a:latin typeface="Lexend"/>
              <a:ea typeface="Lexend"/>
              <a:cs typeface="Lexend"/>
              <a:sym typeface="Lexend"/>
            </a:endParaRPr>
          </a:p>
        </p:txBody>
      </p:sp>
      <p:sp>
        <p:nvSpPr>
          <p:cNvPr id="1877" name="Google Shape;1877;p93"/>
          <p:cNvSpPr txBox="1"/>
          <p:nvPr/>
        </p:nvSpPr>
        <p:spPr>
          <a:xfrm flipH="1">
            <a:off x="1303537" y="1827965"/>
            <a:ext cx="827100" cy="2424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Clr>
                <a:srgbClr val="000000"/>
              </a:buClr>
              <a:buSzPts val="1100"/>
              <a:buFont typeface="Arial"/>
              <a:buNone/>
            </a:pPr>
            <a:r>
              <a:rPr lang="en-GB" sz="1800">
                <a:latin typeface="Lexend"/>
                <a:ea typeface="Lexend"/>
                <a:cs typeface="Lexend"/>
                <a:sym typeface="Lexend"/>
              </a:rPr>
              <a:t>89 cm</a:t>
            </a:r>
            <a:endParaRPr sz="1800">
              <a:latin typeface="Lexend"/>
              <a:ea typeface="Lexend"/>
              <a:cs typeface="Lexend"/>
              <a:sym typeface="Lexend"/>
            </a:endParaRPr>
          </a:p>
        </p:txBody>
      </p:sp>
      <p:sp>
        <p:nvSpPr>
          <p:cNvPr id="1878" name="Google Shape;1878;p93"/>
          <p:cNvSpPr txBox="1"/>
          <p:nvPr/>
        </p:nvSpPr>
        <p:spPr>
          <a:xfrm flipH="1">
            <a:off x="1717675" y="3103322"/>
            <a:ext cx="827100" cy="2424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Clr>
                <a:srgbClr val="000000"/>
              </a:buClr>
              <a:buSzPts val="1100"/>
              <a:buFont typeface="Arial"/>
              <a:buNone/>
            </a:pPr>
            <a:r>
              <a:rPr lang="en-GB" sz="1800">
                <a:latin typeface="Lexend"/>
                <a:ea typeface="Lexend"/>
                <a:cs typeface="Lexend"/>
                <a:sym typeface="Lexend"/>
              </a:rPr>
              <a:t>38 cm</a:t>
            </a:r>
            <a:endParaRPr sz="1800">
              <a:latin typeface="Lexend"/>
              <a:ea typeface="Lexend"/>
              <a:cs typeface="Lexend"/>
              <a:sym typeface="Lexend"/>
            </a:endParaRPr>
          </a:p>
        </p:txBody>
      </p:sp>
      <p:sp>
        <p:nvSpPr>
          <p:cNvPr id="1879" name="Google Shape;1879;p93"/>
          <p:cNvSpPr/>
          <p:nvPr/>
        </p:nvSpPr>
        <p:spPr>
          <a:xfrm flipH="1" rot="-5400000">
            <a:off x="2686550" y="2781625"/>
            <a:ext cx="194100" cy="194100"/>
          </a:xfrm>
          <a:prstGeom prst="rect">
            <a:avLst/>
          </a:prstGeom>
          <a:noFill/>
          <a:ln cap="flat" cmpd="sng" w="28575">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grpSp>
        <p:nvGrpSpPr>
          <p:cNvPr id="1880" name="Google Shape;1880;p93"/>
          <p:cNvGrpSpPr/>
          <p:nvPr/>
        </p:nvGrpSpPr>
        <p:grpSpPr>
          <a:xfrm>
            <a:off x="1018983" y="3561200"/>
            <a:ext cx="1742215" cy="448000"/>
            <a:chOff x="1018983" y="3561200"/>
            <a:chExt cx="1742215" cy="448000"/>
          </a:xfrm>
        </p:grpSpPr>
        <p:sp>
          <p:nvSpPr>
            <p:cNvPr id="1881" name="Google Shape;1881;p93"/>
            <p:cNvSpPr txBox="1"/>
            <p:nvPr/>
          </p:nvSpPr>
          <p:spPr>
            <a:xfrm>
              <a:off x="1018983" y="3644950"/>
              <a:ext cx="1297800" cy="2424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Clr>
                  <a:schemeClr val="dk1"/>
                </a:buClr>
                <a:buSzPts val="1100"/>
                <a:buFont typeface="Arial"/>
                <a:buNone/>
              </a:pPr>
              <a:r>
                <a:rPr lang="en-GB" sz="2400">
                  <a:solidFill>
                    <a:schemeClr val="dk1"/>
                  </a:solidFill>
                  <a:latin typeface="Times New Roman"/>
                  <a:ea typeface="Times New Roman"/>
                  <a:cs typeface="Times New Roman"/>
                  <a:sym typeface="Times New Roman"/>
                </a:rPr>
                <a:t>cos</a:t>
              </a:r>
              <a:r>
                <a:rPr lang="en-GB" sz="2000">
                  <a:solidFill>
                    <a:schemeClr val="dk1"/>
                  </a:solidFill>
                  <a:latin typeface="Times New Roman"/>
                  <a:ea typeface="Times New Roman"/>
                  <a:cs typeface="Times New Roman"/>
                  <a:sym typeface="Times New Roman"/>
                </a:rPr>
                <a:t>(</a:t>
              </a:r>
              <a:r>
                <a:rPr i="1" lang="en-GB" sz="2000">
                  <a:solidFill>
                    <a:schemeClr val="dk1"/>
                  </a:solidFill>
                  <a:latin typeface="Times New Roman"/>
                  <a:ea typeface="Times New Roman"/>
                  <a:cs typeface="Times New Roman"/>
                  <a:sym typeface="Times New Roman"/>
                </a:rPr>
                <a:t>θ</a:t>
              </a:r>
              <a:r>
                <a:rPr lang="en-GB" sz="2000">
                  <a:solidFill>
                    <a:schemeClr val="dk1"/>
                  </a:solidFill>
                  <a:latin typeface="Times New Roman"/>
                  <a:ea typeface="Times New Roman"/>
                  <a:cs typeface="Times New Roman"/>
                  <a:sym typeface="Times New Roman"/>
                </a:rPr>
                <a:t>°) = </a:t>
              </a:r>
              <a:endParaRPr sz="2000">
                <a:latin typeface="Times New Roman"/>
                <a:ea typeface="Times New Roman"/>
                <a:cs typeface="Times New Roman"/>
                <a:sym typeface="Times New Roman"/>
              </a:endParaRPr>
            </a:p>
          </p:txBody>
        </p:sp>
        <p:grpSp>
          <p:nvGrpSpPr>
            <p:cNvPr id="1882" name="Google Shape;1882;p93"/>
            <p:cNvGrpSpPr/>
            <p:nvPr/>
          </p:nvGrpSpPr>
          <p:grpSpPr>
            <a:xfrm>
              <a:off x="2203288" y="3561200"/>
              <a:ext cx="557909" cy="448000"/>
              <a:chOff x="4852101" y="2729095"/>
              <a:chExt cx="790800" cy="448000"/>
            </a:xfrm>
          </p:grpSpPr>
          <p:sp>
            <p:nvSpPr>
              <p:cNvPr id="1883" name="Google Shape;1883;p93"/>
              <p:cNvSpPr txBox="1"/>
              <p:nvPr/>
            </p:nvSpPr>
            <p:spPr>
              <a:xfrm>
                <a:off x="4852101" y="2955995"/>
                <a:ext cx="790800" cy="2211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Clr>
                    <a:schemeClr val="dk1"/>
                  </a:buClr>
                  <a:buSzPts val="1100"/>
                  <a:buFont typeface="Arial"/>
                  <a:buNone/>
                </a:pPr>
                <a:r>
                  <a:rPr lang="en-GB" sz="1900">
                    <a:solidFill>
                      <a:schemeClr val="dk1"/>
                    </a:solidFill>
                    <a:latin typeface="Times New Roman"/>
                    <a:ea typeface="Times New Roman"/>
                    <a:cs typeface="Times New Roman"/>
                    <a:sym typeface="Times New Roman"/>
                  </a:rPr>
                  <a:t>89</a:t>
                </a:r>
                <a:endParaRPr sz="2300">
                  <a:latin typeface="Times New Roman"/>
                  <a:ea typeface="Times New Roman"/>
                  <a:cs typeface="Times New Roman"/>
                  <a:sym typeface="Times New Roman"/>
                </a:endParaRPr>
              </a:p>
            </p:txBody>
          </p:sp>
          <p:sp>
            <p:nvSpPr>
              <p:cNvPr id="1884" name="Google Shape;1884;p93"/>
              <p:cNvSpPr txBox="1"/>
              <p:nvPr/>
            </p:nvSpPr>
            <p:spPr>
              <a:xfrm>
                <a:off x="4885901" y="2729095"/>
                <a:ext cx="723300" cy="2211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Clr>
                    <a:srgbClr val="000000"/>
                  </a:buClr>
                  <a:buSzPts val="1100"/>
                  <a:buFont typeface="Arial"/>
                  <a:buNone/>
                </a:pPr>
                <a:r>
                  <a:rPr lang="en-GB" sz="1900">
                    <a:latin typeface="Times New Roman"/>
                    <a:ea typeface="Times New Roman"/>
                    <a:cs typeface="Times New Roman"/>
                    <a:sym typeface="Times New Roman"/>
                  </a:rPr>
                  <a:t>38</a:t>
                </a:r>
                <a:endParaRPr sz="1900">
                  <a:latin typeface="Times New Roman"/>
                  <a:ea typeface="Times New Roman"/>
                  <a:cs typeface="Times New Roman"/>
                  <a:sym typeface="Times New Roman"/>
                </a:endParaRPr>
              </a:p>
            </p:txBody>
          </p:sp>
          <p:cxnSp>
            <p:nvCxnSpPr>
              <p:cNvPr id="1885" name="Google Shape;1885;p93"/>
              <p:cNvCxnSpPr/>
              <p:nvPr/>
            </p:nvCxnSpPr>
            <p:spPr>
              <a:xfrm>
                <a:off x="4931198" y="2953120"/>
                <a:ext cx="639600" cy="0"/>
              </a:xfrm>
              <a:prstGeom prst="straightConnector1">
                <a:avLst/>
              </a:prstGeom>
              <a:noFill/>
              <a:ln cap="flat" cmpd="sng" w="19050">
                <a:solidFill>
                  <a:srgbClr val="000000"/>
                </a:solidFill>
                <a:prstDash val="solid"/>
                <a:round/>
                <a:headEnd len="med" w="med" type="none"/>
                <a:tailEnd len="med" w="med" type="none"/>
              </a:ln>
            </p:spPr>
          </p:cxnSp>
        </p:grpSp>
      </p:grpSp>
      <p:sp>
        <p:nvSpPr>
          <p:cNvPr id="1886" name="Google Shape;1886;p93"/>
          <p:cNvSpPr txBox="1"/>
          <p:nvPr/>
        </p:nvSpPr>
        <p:spPr>
          <a:xfrm>
            <a:off x="602125" y="4411400"/>
            <a:ext cx="1557000" cy="2424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Clr>
                <a:schemeClr val="dk1"/>
              </a:buClr>
              <a:buSzPts val="1100"/>
              <a:buFont typeface="Arial"/>
              <a:buNone/>
            </a:pPr>
            <a:r>
              <a:rPr lang="en-GB" sz="2400">
                <a:solidFill>
                  <a:schemeClr val="dk1"/>
                </a:solidFill>
                <a:latin typeface="Times New Roman"/>
                <a:ea typeface="Times New Roman"/>
                <a:cs typeface="Times New Roman"/>
                <a:sym typeface="Times New Roman"/>
              </a:rPr>
              <a:t>cos</a:t>
            </a:r>
            <a:r>
              <a:rPr baseline="30000" lang="en-GB" sz="2400">
                <a:solidFill>
                  <a:schemeClr val="dk1"/>
                </a:solidFill>
                <a:latin typeface="Times New Roman"/>
                <a:ea typeface="Times New Roman"/>
                <a:cs typeface="Times New Roman"/>
                <a:sym typeface="Times New Roman"/>
              </a:rPr>
              <a:t>-1</a:t>
            </a:r>
            <a:r>
              <a:rPr lang="en-GB" sz="3200">
                <a:solidFill>
                  <a:schemeClr val="dk1"/>
                </a:solidFill>
                <a:latin typeface="Times New Roman"/>
                <a:ea typeface="Times New Roman"/>
                <a:cs typeface="Times New Roman"/>
                <a:sym typeface="Times New Roman"/>
              </a:rPr>
              <a:t>(</a:t>
            </a:r>
            <a:r>
              <a:rPr i="1" lang="en-GB" sz="2000">
                <a:solidFill>
                  <a:schemeClr val="dk1"/>
                </a:solidFill>
                <a:latin typeface="Times New Roman"/>
                <a:ea typeface="Times New Roman"/>
                <a:cs typeface="Times New Roman"/>
                <a:sym typeface="Times New Roman"/>
              </a:rPr>
              <a:t>       </a:t>
            </a:r>
            <a:r>
              <a:rPr lang="en-GB" sz="3200">
                <a:solidFill>
                  <a:schemeClr val="dk1"/>
                </a:solidFill>
                <a:latin typeface="Times New Roman"/>
                <a:ea typeface="Times New Roman"/>
                <a:cs typeface="Times New Roman"/>
                <a:sym typeface="Times New Roman"/>
              </a:rPr>
              <a:t>)</a:t>
            </a:r>
            <a:endParaRPr sz="2000">
              <a:solidFill>
                <a:schemeClr val="dk1"/>
              </a:solidFill>
              <a:latin typeface="Times New Roman"/>
              <a:ea typeface="Times New Roman"/>
              <a:cs typeface="Times New Roman"/>
              <a:sym typeface="Times New Roman"/>
            </a:endParaRPr>
          </a:p>
        </p:txBody>
      </p:sp>
      <p:grpSp>
        <p:nvGrpSpPr>
          <p:cNvPr id="1887" name="Google Shape;1887;p93"/>
          <p:cNvGrpSpPr/>
          <p:nvPr/>
        </p:nvGrpSpPr>
        <p:grpSpPr>
          <a:xfrm>
            <a:off x="5685662" y="851400"/>
            <a:ext cx="1557000" cy="448000"/>
            <a:chOff x="6179625" y="1080000"/>
            <a:chExt cx="1557000" cy="448000"/>
          </a:xfrm>
        </p:grpSpPr>
        <p:sp>
          <p:nvSpPr>
            <p:cNvPr id="1888" name="Google Shape;1888;p93"/>
            <p:cNvSpPr txBox="1"/>
            <p:nvPr/>
          </p:nvSpPr>
          <p:spPr>
            <a:xfrm>
              <a:off x="6179625" y="1163750"/>
              <a:ext cx="1557000" cy="2424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Clr>
                  <a:schemeClr val="dk1"/>
                </a:buClr>
                <a:buSzPts val="1100"/>
                <a:buFont typeface="Arial"/>
                <a:buNone/>
              </a:pPr>
              <a:r>
                <a:rPr lang="en-GB" sz="2200">
                  <a:solidFill>
                    <a:schemeClr val="dk1"/>
                  </a:solidFill>
                  <a:latin typeface="Times New Roman"/>
                  <a:ea typeface="Times New Roman"/>
                  <a:cs typeface="Times New Roman"/>
                  <a:sym typeface="Times New Roman"/>
                </a:rPr>
                <a:t>cos</a:t>
              </a:r>
              <a:r>
                <a:rPr baseline="30000" lang="en-GB" sz="2200">
                  <a:solidFill>
                    <a:schemeClr val="dk1"/>
                  </a:solidFill>
                  <a:latin typeface="Times New Roman"/>
                  <a:ea typeface="Times New Roman"/>
                  <a:cs typeface="Times New Roman"/>
                  <a:sym typeface="Times New Roman"/>
                </a:rPr>
                <a:t>-1</a:t>
              </a:r>
              <a:r>
                <a:rPr lang="en-GB" sz="3000">
                  <a:solidFill>
                    <a:schemeClr val="dk1"/>
                  </a:solidFill>
                  <a:latin typeface="Lexend"/>
                  <a:ea typeface="Lexend"/>
                  <a:cs typeface="Lexend"/>
                  <a:sym typeface="Lexend"/>
                </a:rPr>
                <a:t>(</a:t>
              </a:r>
              <a:r>
                <a:rPr i="1" lang="en-GB" sz="1800">
                  <a:solidFill>
                    <a:schemeClr val="dk1"/>
                  </a:solidFill>
                  <a:latin typeface="Lexend"/>
                  <a:ea typeface="Lexend"/>
                  <a:cs typeface="Lexend"/>
                  <a:sym typeface="Lexend"/>
                </a:rPr>
                <a:t>       </a:t>
              </a:r>
              <a:r>
                <a:rPr lang="en-GB" sz="3000">
                  <a:solidFill>
                    <a:schemeClr val="dk1"/>
                  </a:solidFill>
                  <a:latin typeface="Lexend"/>
                  <a:ea typeface="Lexend"/>
                  <a:cs typeface="Lexend"/>
                  <a:sym typeface="Lexend"/>
                </a:rPr>
                <a:t>)</a:t>
              </a:r>
              <a:endParaRPr sz="1800">
                <a:solidFill>
                  <a:schemeClr val="dk1"/>
                </a:solidFill>
                <a:latin typeface="Lexend"/>
                <a:ea typeface="Lexend"/>
                <a:cs typeface="Lexend"/>
                <a:sym typeface="Lexend"/>
              </a:endParaRPr>
            </a:p>
          </p:txBody>
        </p:sp>
        <p:grpSp>
          <p:nvGrpSpPr>
            <p:cNvPr id="1889" name="Google Shape;1889;p93"/>
            <p:cNvGrpSpPr/>
            <p:nvPr/>
          </p:nvGrpSpPr>
          <p:grpSpPr>
            <a:xfrm>
              <a:off x="6928033" y="1080000"/>
              <a:ext cx="557909" cy="448000"/>
              <a:chOff x="4852101" y="2729095"/>
              <a:chExt cx="790800" cy="448000"/>
            </a:xfrm>
          </p:grpSpPr>
          <p:sp>
            <p:nvSpPr>
              <p:cNvPr id="1890" name="Google Shape;1890;p93"/>
              <p:cNvSpPr txBox="1"/>
              <p:nvPr/>
            </p:nvSpPr>
            <p:spPr>
              <a:xfrm>
                <a:off x="4852101" y="2955995"/>
                <a:ext cx="790800" cy="2211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Clr>
                    <a:schemeClr val="dk1"/>
                  </a:buClr>
                  <a:buSzPts val="1100"/>
                  <a:buFont typeface="Arial"/>
                  <a:buNone/>
                </a:pPr>
                <a:r>
                  <a:rPr lang="en-GB" sz="1800">
                    <a:solidFill>
                      <a:schemeClr val="dk1"/>
                    </a:solidFill>
                    <a:latin typeface="Lexend"/>
                    <a:ea typeface="Lexend"/>
                    <a:cs typeface="Lexend"/>
                    <a:sym typeface="Lexend"/>
                  </a:rPr>
                  <a:t>89</a:t>
                </a:r>
                <a:endParaRPr sz="2200">
                  <a:latin typeface="Times New Roman"/>
                  <a:ea typeface="Times New Roman"/>
                  <a:cs typeface="Times New Roman"/>
                  <a:sym typeface="Times New Roman"/>
                </a:endParaRPr>
              </a:p>
            </p:txBody>
          </p:sp>
          <p:sp>
            <p:nvSpPr>
              <p:cNvPr id="1891" name="Google Shape;1891;p93"/>
              <p:cNvSpPr txBox="1"/>
              <p:nvPr/>
            </p:nvSpPr>
            <p:spPr>
              <a:xfrm>
                <a:off x="4885901" y="2729095"/>
                <a:ext cx="723300" cy="2211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Clr>
                    <a:srgbClr val="000000"/>
                  </a:buClr>
                  <a:buSzPts val="1100"/>
                  <a:buFont typeface="Arial"/>
                  <a:buNone/>
                </a:pPr>
                <a:r>
                  <a:rPr lang="en-GB" sz="1800">
                    <a:latin typeface="Lexend"/>
                    <a:ea typeface="Lexend"/>
                    <a:cs typeface="Lexend"/>
                    <a:sym typeface="Lexend"/>
                  </a:rPr>
                  <a:t>38</a:t>
                </a:r>
                <a:endParaRPr sz="1800">
                  <a:latin typeface="Lexend"/>
                  <a:ea typeface="Lexend"/>
                  <a:cs typeface="Lexend"/>
                  <a:sym typeface="Lexend"/>
                </a:endParaRPr>
              </a:p>
            </p:txBody>
          </p:sp>
          <p:cxnSp>
            <p:nvCxnSpPr>
              <p:cNvPr id="1892" name="Google Shape;1892;p93"/>
              <p:cNvCxnSpPr/>
              <p:nvPr/>
            </p:nvCxnSpPr>
            <p:spPr>
              <a:xfrm>
                <a:off x="4931198" y="2953120"/>
                <a:ext cx="639600" cy="0"/>
              </a:xfrm>
              <a:prstGeom prst="straightConnector1">
                <a:avLst/>
              </a:prstGeom>
              <a:noFill/>
              <a:ln cap="flat" cmpd="sng" w="19050">
                <a:solidFill>
                  <a:srgbClr val="000000"/>
                </a:solidFill>
                <a:prstDash val="solid"/>
                <a:round/>
                <a:headEnd len="med" w="med" type="none"/>
                <a:tailEnd len="med" w="med" type="none"/>
              </a:ln>
            </p:spPr>
          </p:cxnSp>
        </p:grpSp>
      </p:grpSp>
      <p:grpSp>
        <p:nvGrpSpPr>
          <p:cNvPr id="1893" name="Google Shape;1893;p93"/>
          <p:cNvGrpSpPr/>
          <p:nvPr/>
        </p:nvGrpSpPr>
        <p:grpSpPr>
          <a:xfrm>
            <a:off x="1350533" y="4327650"/>
            <a:ext cx="557909" cy="448000"/>
            <a:chOff x="4852101" y="2729095"/>
            <a:chExt cx="790800" cy="448000"/>
          </a:xfrm>
        </p:grpSpPr>
        <p:sp>
          <p:nvSpPr>
            <p:cNvPr id="1894" name="Google Shape;1894;p93"/>
            <p:cNvSpPr txBox="1"/>
            <p:nvPr/>
          </p:nvSpPr>
          <p:spPr>
            <a:xfrm>
              <a:off x="4852101" y="2955995"/>
              <a:ext cx="790800" cy="2211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Clr>
                  <a:schemeClr val="dk1"/>
                </a:buClr>
                <a:buSzPts val="1100"/>
                <a:buFont typeface="Arial"/>
                <a:buNone/>
              </a:pPr>
              <a:r>
                <a:rPr lang="en-GB" sz="1900">
                  <a:solidFill>
                    <a:schemeClr val="dk1"/>
                  </a:solidFill>
                  <a:latin typeface="Times New Roman"/>
                  <a:ea typeface="Times New Roman"/>
                  <a:cs typeface="Times New Roman"/>
                  <a:sym typeface="Times New Roman"/>
                </a:rPr>
                <a:t>89</a:t>
              </a:r>
              <a:endParaRPr sz="2300">
                <a:latin typeface="Times New Roman"/>
                <a:ea typeface="Times New Roman"/>
                <a:cs typeface="Times New Roman"/>
                <a:sym typeface="Times New Roman"/>
              </a:endParaRPr>
            </a:p>
          </p:txBody>
        </p:sp>
        <p:sp>
          <p:nvSpPr>
            <p:cNvPr id="1895" name="Google Shape;1895;p93"/>
            <p:cNvSpPr txBox="1"/>
            <p:nvPr/>
          </p:nvSpPr>
          <p:spPr>
            <a:xfrm>
              <a:off x="4885901" y="2729095"/>
              <a:ext cx="723300" cy="2211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Clr>
                  <a:srgbClr val="000000"/>
                </a:buClr>
                <a:buSzPts val="1100"/>
                <a:buFont typeface="Arial"/>
                <a:buNone/>
              </a:pPr>
              <a:r>
                <a:rPr lang="en-GB" sz="1900">
                  <a:latin typeface="Times New Roman"/>
                  <a:ea typeface="Times New Roman"/>
                  <a:cs typeface="Times New Roman"/>
                  <a:sym typeface="Times New Roman"/>
                </a:rPr>
                <a:t>38</a:t>
              </a:r>
              <a:endParaRPr sz="1900">
                <a:latin typeface="Times New Roman"/>
                <a:ea typeface="Times New Roman"/>
                <a:cs typeface="Times New Roman"/>
                <a:sym typeface="Times New Roman"/>
              </a:endParaRPr>
            </a:p>
          </p:txBody>
        </p:sp>
        <p:cxnSp>
          <p:nvCxnSpPr>
            <p:cNvPr id="1896" name="Google Shape;1896;p93"/>
            <p:cNvCxnSpPr/>
            <p:nvPr/>
          </p:nvCxnSpPr>
          <p:spPr>
            <a:xfrm>
              <a:off x="4931198" y="2953120"/>
              <a:ext cx="639600" cy="0"/>
            </a:xfrm>
            <a:prstGeom prst="straightConnector1">
              <a:avLst/>
            </a:prstGeom>
            <a:noFill/>
            <a:ln cap="flat" cmpd="sng" w="19050">
              <a:solidFill>
                <a:srgbClr val="000000"/>
              </a:solidFill>
              <a:prstDash val="solid"/>
              <a:round/>
              <a:headEnd len="med" w="med" type="none"/>
              <a:tailEnd len="med" w="med" type="none"/>
            </a:ln>
          </p:spPr>
        </p:cxnSp>
      </p:grpSp>
      <p:pic>
        <p:nvPicPr>
          <p:cNvPr id="1897" name="Google Shape;1897;p93"/>
          <p:cNvPicPr preferRelativeResize="0"/>
          <p:nvPr/>
        </p:nvPicPr>
        <p:blipFill>
          <a:blip r:embed="rId3">
            <a:alphaModFix/>
          </a:blip>
          <a:stretch>
            <a:fillRect/>
          </a:stretch>
        </p:blipFill>
        <p:spPr>
          <a:xfrm>
            <a:off x="5233291" y="1619988"/>
            <a:ext cx="3181000" cy="1266036"/>
          </a:xfrm>
          <a:prstGeom prst="rect">
            <a:avLst/>
          </a:prstGeom>
          <a:noFill/>
          <a:ln cap="flat" cmpd="sng" w="28575">
            <a:solidFill>
              <a:schemeClr val="dk1"/>
            </a:solidFill>
            <a:prstDash val="solid"/>
            <a:round/>
            <a:headEnd len="sm" w="sm" type="none"/>
            <a:tailEnd len="sm" w="sm" type="none"/>
          </a:ln>
        </p:spPr>
      </p:pic>
      <p:pic>
        <p:nvPicPr>
          <p:cNvPr id="1898" name="Google Shape;1898;p93"/>
          <p:cNvPicPr preferRelativeResize="0"/>
          <p:nvPr/>
        </p:nvPicPr>
        <p:blipFill>
          <a:blip r:embed="rId4">
            <a:alphaModFix/>
          </a:blip>
          <a:stretch>
            <a:fillRect/>
          </a:stretch>
        </p:blipFill>
        <p:spPr>
          <a:xfrm>
            <a:off x="4824000" y="3240000"/>
            <a:ext cx="3999575" cy="885726"/>
          </a:xfrm>
          <a:prstGeom prst="rect">
            <a:avLst/>
          </a:prstGeom>
          <a:noFill/>
          <a:ln cap="flat" cmpd="sng" w="28575">
            <a:solidFill>
              <a:schemeClr val="dk1"/>
            </a:solidFill>
            <a:prstDash val="solid"/>
            <a:round/>
            <a:headEnd len="sm" w="sm" type="none"/>
            <a:tailEnd len="sm" w="sm" type="none"/>
          </a:ln>
        </p:spPr>
      </p:pic>
      <p:sp>
        <p:nvSpPr>
          <p:cNvPr id="1899" name="Google Shape;1899;p93"/>
          <p:cNvSpPr/>
          <p:nvPr/>
        </p:nvSpPr>
        <p:spPr>
          <a:xfrm>
            <a:off x="4832100" y="3267050"/>
            <a:ext cx="401100" cy="430500"/>
          </a:xfrm>
          <a:prstGeom prst="rect">
            <a:avLst/>
          </a:prstGeom>
          <a:solidFill>
            <a:srgbClr val="D6E3D6"/>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grpSp>
        <p:nvGrpSpPr>
          <p:cNvPr id="1900" name="Google Shape;1900;p93"/>
          <p:cNvGrpSpPr/>
          <p:nvPr/>
        </p:nvGrpSpPr>
        <p:grpSpPr>
          <a:xfrm>
            <a:off x="5336825" y="1827975"/>
            <a:ext cx="898375" cy="1845275"/>
            <a:chOff x="5336825" y="1827975"/>
            <a:chExt cx="898375" cy="1845275"/>
          </a:xfrm>
        </p:grpSpPr>
        <p:sp>
          <p:nvSpPr>
            <p:cNvPr id="1901" name="Google Shape;1901;p93"/>
            <p:cNvSpPr/>
            <p:nvPr/>
          </p:nvSpPr>
          <p:spPr>
            <a:xfrm>
              <a:off x="5432400" y="1827975"/>
              <a:ext cx="802800" cy="486300"/>
            </a:xfrm>
            <a:prstGeom prst="rect">
              <a:avLst/>
            </a:prstGeom>
            <a:solidFill>
              <a:srgbClr val="D6E3D6"/>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sp>
          <p:nvSpPr>
            <p:cNvPr id="1902" name="Google Shape;1902;p93"/>
            <p:cNvSpPr/>
            <p:nvPr/>
          </p:nvSpPr>
          <p:spPr>
            <a:xfrm>
              <a:off x="5336825" y="3267050"/>
              <a:ext cx="401100" cy="406200"/>
            </a:xfrm>
            <a:prstGeom prst="rect">
              <a:avLst/>
            </a:prstGeom>
            <a:solidFill>
              <a:srgbClr val="D6E3D6"/>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grpSp>
      <p:grpSp>
        <p:nvGrpSpPr>
          <p:cNvPr id="1903" name="Google Shape;1903;p93"/>
          <p:cNvGrpSpPr/>
          <p:nvPr/>
        </p:nvGrpSpPr>
        <p:grpSpPr>
          <a:xfrm>
            <a:off x="5841850" y="2052247"/>
            <a:ext cx="791750" cy="1643803"/>
            <a:chOff x="5841850" y="2052247"/>
            <a:chExt cx="791750" cy="1643803"/>
          </a:xfrm>
        </p:grpSpPr>
        <p:sp>
          <p:nvSpPr>
            <p:cNvPr id="1904" name="Google Shape;1904;p93"/>
            <p:cNvSpPr/>
            <p:nvPr/>
          </p:nvSpPr>
          <p:spPr>
            <a:xfrm>
              <a:off x="6235200" y="2052247"/>
              <a:ext cx="398400" cy="42900"/>
            </a:xfrm>
            <a:prstGeom prst="rect">
              <a:avLst/>
            </a:prstGeom>
            <a:solidFill>
              <a:srgbClr val="D6E3D6"/>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sp>
          <p:nvSpPr>
            <p:cNvPr id="1905" name="Google Shape;1905;p93"/>
            <p:cNvSpPr/>
            <p:nvPr/>
          </p:nvSpPr>
          <p:spPr>
            <a:xfrm>
              <a:off x="5841850" y="3267050"/>
              <a:ext cx="418500" cy="429000"/>
            </a:xfrm>
            <a:prstGeom prst="rect">
              <a:avLst/>
            </a:prstGeom>
            <a:solidFill>
              <a:srgbClr val="D6E3D6"/>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grpSp>
      <p:grpSp>
        <p:nvGrpSpPr>
          <p:cNvPr id="1906" name="Google Shape;1906;p93"/>
          <p:cNvGrpSpPr/>
          <p:nvPr/>
        </p:nvGrpSpPr>
        <p:grpSpPr>
          <a:xfrm>
            <a:off x="6235200" y="1809847"/>
            <a:ext cx="1032929" cy="1863403"/>
            <a:chOff x="6235200" y="1809847"/>
            <a:chExt cx="1032929" cy="1863403"/>
          </a:xfrm>
        </p:grpSpPr>
        <p:sp>
          <p:nvSpPr>
            <p:cNvPr id="1907" name="Google Shape;1907;p93"/>
            <p:cNvSpPr/>
            <p:nvPr/>
          </p:nvSpPr>
          <p:spPr>
            <a:xfrm>
              <a:off x="6235200" y="1809847"/>
              <a:ext cx="398400" cy="242400"/>
            </a:xfrm>
            <a:prstGeom prst="rect">
              <a:avLst/>
            </a:prstGeom>
            <a:solidFill>
              <a:srgbClr val="D6E3D6"/>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sp>
          <p:nvSpPr>
            <p:cNvPr id="1908" name="Google Shape;1908;p93"/>
            <p:cNvSpPr/>
            <p:nvPr/>
          </p:nvSpPr>
          <p:spPr>
            <a:xfrm>
              <a:off x="6358581" y="3267050"/>
              <a:ext cx="401100" cy="406200"/>
            </a:xfrm>
            <a:prstGeom prst="rect">
              <a:avLst/>
            </a:prstGeom>
            <a:solidFill>
              <a:srgbClr val="D6E3D6"/>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sp>
          <p:nvSpPr>
            <p:cNvPr id="1909" name="Google Shape;1909;p93"/>
            <p:cNvSpPr/>
            <p:nvPr/>
          </p:nvSpPr>
          <p:spPr>
            <a:xfrm>
              <a:off x="6867029" y="3267050"/>
              <a:ext cx="401100" cy="406200"/>
            </a:xfrm>
            <a:prstGeom prst="rect">
              <a:avLst/>
            </a:prstGeom>
            <a:solidFill>
              <a:srgbClr val="D6E3D6"/>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grpSp>
      <p:sp>
        <p:nvSpPr>
          <p:cNvPr id="1910" name="Google Shape;1910;p93"/>
          <p:cNvSpPr/>
          <p:nvPr/>
        </p:nvSpPr>
        <p:spPr>
          <a:xfrm>
            <a:off x="7355375" y="3250475"/>
            <a:ext cx="433800" cy="439500"/>
          </a:xfrm>
          <a:prstGeom prst="rect">
            <a:avLst/>
          </a:prstGeom>
          <a:solidFill>
            <a:srgbClr val="D6E3D6"/>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grpSp>
        <p:nvGrpSpPr>
          <p:cNvPr id="1911" name="Google Shape;1911;p93"/>
          <p:cNvGrpSpPr/>
          <p:nvPr/>
        </p:nvGrpSpPr>
        <p:grpSpPr>
          <a:xfrm>
            <a:off x="6235200" y="2095122"/>
            <a:ext cx="2559410" cy="1578128"/>
            <a:chOff x="6235200" y="2095122"/>
            <a:chExt cx="2559410" cy="1578128"/>
          </a:xfrm>
        </p:grpSpPr>
        <p:sp>
          <p:nvSpPr>
            <p:cNvPr id="1912" name="Google Shape;1912;p93"/>
            <p:cNvSpPr/>
            <p:nvPr/>
          </p:nvSpPr>
          <p:spPr>
            <a:xfrm>
              <a:off x="6235200" y="2095122"/>
              <a:ext cx="398400" cy="242400"/>
            </a:xfrm>
            <a:prstGeom prst="rect">
              <a:avLst/>
            </a:prstGeom>
            <a:solidFill>
              <a:srgbClr val="D6E3D6"/>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sp>
          <p:nvSpPr>
            <p:cNvPr id="1913" name="Google Shape;1913;p93"/>
            <p:cNvSpPr/>
            <p:nvPr/>
          </p:nvSpPr>
          <p:spPr>
            <a:xfrm>
              <a:off x="7876779" y="3267050"/>
              <a:ext cx="418500" cy="406200"/>
            </a:xfrm>
            <a:prstGeom prst="rect">
              <a:avLst/>
            </a:prstGeom>
            <a:solidFill>
              <a:srgbClr val="D6E3D6"/>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sp>
          <p:nvSpPr>
            <p:cNvPr id="1914" name="Google Shape;1914;p93"/>
            <p:cNvSpPr/>
            <p:nvPr/>
          </p:nvSpPr>
          <p:spPr>
            <a:xfrm>
              <a:off x="8393510" y="3267050"/>
              <a:ext cx="401100" cy="406200"/>
            </a:xfrm>
            <a:prstGeom prst="rect">
              <a:avLst/>
            </a:prstGeom>
            <a:solidFill>
              <a:srgbClr val="D6E3D6"/>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grpSp>
      <p:sp>
        <p:nvSpPr>
          <p:cNvPr id="1915" name="Google Shape;1915;p93"/>
          <p:cNvSpPr/>
          <p:nvPr/>
        </p:nvSpPr>
        <p:spPr>
          <a:xfrm>
            <a:off x="4835775" y="3675475"/>
            <a:ext cx="410400" cy="420600"/>
          </a:xfrm>
          <a:prstGeom prst="rect">
            <a:avLst/>
          </a:prstGeom>
          <a:solidFill>
            <a:srgbClr val="D6E3D6"/>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grpSp>
        <p:nvGrpSpPr>
          <p:cNvPr id="1916" name="Google Shape;1916;p93"/>
          <p:cNvGrpSpPr/>
          <p:nvPr/>
        </p:nvGrpSpPr>
        <p:grpSpPr>
          <a:xfrm>
            <a:off x="5349851" y="1827975"/>
            <a:ext cx="1418149" cy="2268200"/>
            <a:chOff x="5349851" y="1827975"/>
            <a:chExt cx="1418149" cy="2268200"/>
          </a:xfrm>
        </p:grpSpPr>
        <p:sp>
          <p:nvSpPr>
            <p:cNvPr id="1917" name="Google Shape;1917;p93"/>
            <p:cNvSpPr/>
            <p:nvPr/>
          </p:nvSpPr>
          <p:spPr>
            <a:xfrm>
              <a:off x="6633600" y="1827975"/>
              <a:ext cx="134400" cy="486300"/>
            </a:xfrm>
            <a:prstGeom prst="rect">
              <a:avLst/>
            </a:prstGeom>
            <a:solidFill>
              <a:srgbClr val="D6E3D6"/>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sp>
          <p:nvSpPr>
            <p:cNvPr id="1918" name="Google Shape;1918;p93"/>
            <p:cNvSpPr/>
            <p:nvPr/>
          </p:nvSpPr>
          <p:spPr>
            <a:xfrm>
              <a:off x="5349851" y="3689975"/>
              <a:ext cx="401100" cy="406200"/>
            </a:xfrm>
            <a:prstGeom prst="rect">
              <a:avLst/>
            </a:prstGeom>
            <a:solidFill>
              <a:srgbClr val="D6E3D6"/>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grpSp>
      <p:grpSp>
        <p:nvGrpSpPr>
          <p:cNvPr id="1919" name="Google Shape;1919;p93"/>
          <p:cNvGrpSpPr/>
          <p:nvPr/>
        </p:nvGrpSpPr>
        <p:grpSpPr>
          <a:xfrm>
            <a:off x="5860375" y="2523050"/>
            <a:ext cx="2445275" cy="1573175"/>
            <a:chOff x="5860375" y="2523050"/>
            <a:chExt cx="2445275" cy="1573175"/>
          </a:xfrm>
        </p:grpSpPr>
        <p:sp>
          <p:nvSpPr>
            <p:cNvPr id="1920" name="Google Shape;1920;p93"/>
            <p:cNvSpPr/>
            <p:nvPr/>
          </p:nvSpPr>
          <p:spPr>
            <a:xfrm>
              <a:off x="6454650" y="2523050"/>
              <a:ext cx="1851000" cy="303900"/>
            </a:xfrm>
            <a:prstGeom prst="rect">
              <a:avLst/>
            </a:prstGeom>
            <a:solidFill>
              <a:srgbClr val="D6E3D6"/>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sp>
          <p:nvSpPr>
            <p:cNvPr id="1921" name="Google Shape;1921;p93"/>
            <p:cNvSpPr/>
            <p:nvPr/>
          </p:nvSpPr>
          <p:spPr>
            <a:xfrm>
              <a:off x="5860375" y="3679825"/>
              <a:ext cx="414600" cy="416400"/>
            </a:xfrm>
            <a:prstGeom prst="rect">
              <a:avLst/>
            </a:prstGeom>
            <a:solidFill>
              <a:srgbClr val="D6E3D6"/>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grpSp>
      <p:sp>
        <p:nvSpPr>
          <p:cNvPr id="1922" name="Google Shape;1922;p93"/>
          <p:cNvSpPr txBox="1"/>
          <p:nvPr/>
        </p:nvSpPr>
        <p:spPr>
          <a:xfrm>
            <a:off x="7169650" y="954200"/>
            <a:ext cx="948600" cy="2424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Clr>
                <a:schemeClr val="dk1"/>
              </a:buClr>
              <a:buSzPts val="1100"/>
              <a:buFont typeface="Arial"/>
              <a:buNone/>
            </a:pPr>
            <a:r>
              <a:rPr lang="en-GB" sz="1800">
                <a:solidFill>
                  <a:schemeClr val="dk1"/>
                </a:solidFill>
                <a:latin typeface="Lexend"/>
                <a:ea typeface="Lexend"/>
                <a:cs typeface="Lexend"/>
                <a:sym typeface="Lexend"/>
              </a:rPr>
              <a:t>=  64.7°</a:t>
            </a:r>
            <a:endParaRPr sz="1800">
              <a:latin typeface="Lexend"/>
              <a:ea typeface="Lexend"/>
              <a:cs typeface="Lexend"/>
              <a:sym typeface="Lexend"/>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880"/>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869"/>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1893"/>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1886"/>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887"/>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xit" presetID="1" presetSubtype="0">
                                  <p:stCondLst>
                                    <p:cond delay="0"/>
                                  </p:stCondLst>
                                  <p:childTnLst>
                                    <p:set>
                                      <p:cBhvr>
                                        <p:cTn dur="1" fill="hold">
                                          <p:stCondLst>
                                            <p:cond delay="0"/>
                                          </p:stCondLst>
                                        </p:cTn>
                                        <p:tgtEl>
                                          <p:spTgt spid="1899"/>
                                        </p:tgtEl>
                                        <p:attrNameLst>
                                          <p:attrName>style.visibility</p:attrName>
                                        </p:attrNameLst>
                                      </p:cBhvr>
                                      <p:to>
                                        <p:strVal val="hidden"/>
                                      </p:to>
                                    </p:set>
                                  </p:childTnLst>
                                </p:cTn>
                              </p:par>
                            </p:childTnLst>
                          </p:cTn>
                        </p:par>
                      </p:childTnLst>
                    </p:cTn>
                  </p:par>
                  <p:par>
                    <p:cTn fill="hold">
                      <p:stCondLst>
                        <p:cond delay="indefinite"/>
                      </p:stCondLst>
                      <p:childTnLst>
                        <p:par>
                          <p:cTn fill="hold">
                            <p:stCondLst>
                              <p:cond delay="0"/>
                            </p:stCondLst>
                            <p:childTnLst>
                              <p:par>
                                <p:cTn fill="hold" nodeType="clickEffect" presetClass="exit" presetID="1" presetSubtype="0">
                                  <p:stCondLst>
                                    <p:cond delay="0"/>
                                  </p:stCondLst>
                                  <p:childTnLst>
                                    <p:set>
                                      <p:cBhvr>
                                        <p:cTn dur="1" fill="hold">
                                          <p:stCondLst>
                                            <p:cond delay="0"/>
                                          </p:stCondLst>
                                        </p:cTn>
                                        <p:tgtEl>
                                          <p:spTgt spid="1900"/>
                                        </p:tgtEl>
                                        <p:attrNameLst>
                                          <p:attrName>style.visibility</p:attrName>
                                        </p:attrNameLst>
                                      </p:cBhvr>
                                      <p:to>
                                        <p:strVal val="hidden"/>
                                      </p:to>
                                    </p:set>
                                  </p:childTnLst>
                                </p:cTn>
                              </p:par>
                            </p:childTnLst>
                          </p:cTn>
                        </p:par>
                      </p:childTnLst>
                    </p:cTn>
                  </p:par>
                  <p:par>
                    <p:cTn fill="hold">
                      <p:stCondLst>
                        <p:cond delay="indefinite"/>
                      </p:stCondLst>
                      <p:childTnLst>
                        <p:par>
                          <p:cTn fill="hold">
                            <p:stCondLst>
                              <p:cond delay="0"/>
                            </p:stCondLst>
                            <p:childTnLst>
                              <p:par>
                                <p:cTn fill="hold" nodeType="clickEffect" presetClass="exit" presetID="1" presetSubtype="0">
                                  <p:stCondLst>
                                    <p:cond delay="0"/>
                                  </p:stCondLst>
                                  <p:childTnLst>
                                    <p:set>
                                      <p:cBhvr>
                                        <p:cTn dur="1" fill="hold">
                                          <p:stCondLst>
                                            <p:cond delay="0"/>
                                          </p:stCondLst>
                                        </p:cTn>
                                        <p:tgtEl>
                                          <p:spTgt spid="1903"/>
                                        </p:tgtEl>
                                        <p:attrNameLst>
                                          <p:attrName>style.visibility</p:attrName>
                                        </p:attrNameLst>
                                      </p:cBhvr>
                                      <p:to>
                                        <p:strVal val="hidden"/>
                                      </p:to>
                                    </p:set>
                                  </p:childTnLst>
                                </p:cTn>
                              </p:par>
                            </p:childTnLst>
                          </p:cTn>
                        </p:par>
                      </p:childTnLst>
                    </p:cTn>
                  </p:par>
                  <p:par>
                    <p:cTn fill="hold">
                      <p:stCondLst>
                        <p:cond delay="indefinite"/>
                      </p:stCondLst>
                      <p:childTnLst>
                        <p:par>
                          <p:cTn fill="hold">
                            <p:stCondLst>
                              <p:cond delay="0"/>
                            </p:stCondLst>
                            <p:childTnLst>
                              <p:par>
                                <p:cTn fill="hold" nodeType="clickEffect" presetClass="exit" presetID="1" presetSubtype="0">
                                  <p:stCondLst>
                                    <p:cond delay="0"/>
                                  </p:stCondLst>
                                  <p:childTnLst>
                                    <p:set>
                                      <p:cBhvr>
                                        <p:cTn dur="1" fill="hold">
                                          <p:stCondLst>
                                            <p:cond delay="0"/>
                                          </p:stCondLst>
                                        </p:cTn>
                                        <p:tgtEl>
                                          <p:spTgt spid="1906"/>
                                        </p:tgtEl>
                                        <p:attrNameLst>
                                          <p:attrName>style.visibility</p:attrName>
                                        </p:attrNameLst>
                                      </p:cBhvr>
                                      <p:to>
                                        <p:strVal val="hidden"/>
                                      </p:to>
                                    </p:set>
                                  </p:childTnLst>
                                </p:cTn>
                              </p:par>
                            </p:childTnLst>
                          </p:cTn>
                        </p:par>
                      </p:childTnLst>
                    </p:cTn>
                  </p:par>
                  <p:par>
                    <p:cTn fill="hold">
                      <p:stCondLst>
                        <p:cond delay="indefinite"/>
                      </p:stCondLst>
                      <p:childTnLst>
                        <p:par>
                          <p:cTn fill="hold">
                            <p:stCondLst>
                              <p:cond delay="0"/>
                            </p:stCondLst>
                            <p:childTnLst>
                              <p:par>
                                <p:cTn fill="hold" nodeType="clickEffect" presetClass="exit" presetID="1" presetSubtype="0">
                                  <p:stCondLst>
                                    <p:cond delay="0"/>
                                  </p:stCondLst>
                                  <p:childTnLst>
                                    <p:set>
                                      <p:cBhvr>
                                        <p:cTn dur="1" fill="hold">
                                          <p:stCondLst>
                                            <p:cond delay="0"/>
                                          </p:stCondLst>
                                        </p:cTn>
                                        <p:tgtEl>
                                          <p:spTgt spid="1910"/>
                                        </p:tgtEl>
                                        <p:attrNameLst>
                                          <p:attrName>style.visibility</p:attrName>
                                        </p:attrNameLst>
                                      </p:cBhvr>
                                      <p:to>
                                        <p:strVal val="hidden"/>
                                      </p:to>
                                    </p:set>
                                  </p:childTnLst>
                                </p:cTn>
                              </p:par>
                            </p:childTnLst>
                          </p:cTn>
                        </p:par>
                      </p:childTnLst>
                    </p:cTn>
                  </p:par>
                  <p:par>
                    <p:cTn fill="hold">
                      <p:stCondLst>
                        <p:cond delay="indefinite"/>
                      </p:stCondLst>
                      <p:childTnLst>
                        <p:par>
                          <p:cTn fill="hold">
                            <p:stCondLst>
                              <p:cond delay="0"/>
                            </p:stCondLst>
                            <p:childTnLst>
                              <p:par>
                                <p:cTn fill="hold" nodeType="clickEffect" presetClass="exit" presetID="1" presetSubtype="0">
                                  <p:stCondLst>
                                    <p:cond delay="0"/>
                                  </p:stCondLst>
                                  <p:childTnLst>
                                    <p:set>
                                      <p:cBhvr>
                                        <p:cTn dur="1" fill="hold">
                                          <p:stCondLst>
                                            <p:cond delay="0"/>
                                          </p:stCondLst>
                                        </p:cTn>
                                        <p:tgtEl>
                                          <p:spTgt spid="1911"/>
                                        </p:tgtEl>
                                        <p:attrNameLst>
                                          <p:attrName>style.visibility</p:attrName>
                                        </p:attrNameLst>
                                      </p:cBhvr>
                                      <p:to>
                                        <p:strVal val="hidden"/>
                                      </p:to>
                                    </p:set>
                                  </p:childTnLst>
                                </p:cTn>
                              </p:par>
                            </p:childTnLst>
                          </p:cTn>
                        </p:par>
                      </p:childTnLst>
                    </p:cTn>
                  </p:par>
                  <p:par>
                    <p:cTn fill="hold">
                      <p:stCondLst>
                        <p:cond delay="indefinite"/>
                      </p:stCondLst>
                      <p:childTnLst>
                        <p:par>
                          <p:cTn fill="hold">
                            <p:stCondLst>
                              <p:cond delay="0"/>
                            </p:stCondLst>
                            <p:childTnLst>
                              <p:par>
                                <p:cTn fill="hold" nodeType="clickEffect" presetClass="exit" presetID="1" presetSubtype="0">
                                  <p:stCondLst>
                                    <p:cond delay="0"/>
                                  </p:stCondLst>
                                  <p:childTnLst>
                                    <p:set>
                                      <p:cBhvr>
                                        <p:cTn dur="1" fill="hold">
                                          <p:stCondLst>
                                            <p:cond delay="0"/>
                                          </p:stCondLst>
                                        </p:cTn>
                                        <p:tgtEl>
                                          <p:spTgt spid="1915"/>
                                        </p:tgtEl>
                                        <p:attrNameLst>
                                          <p:attrName>style.visibility</p:attrName>
                                        </p:attrNameLst>
                                      </p:cBhvr>
                                      <p:to>
                                        <p:strVal val="hidden"/>
                                      </p:to>
                                    </p:set>
                                  </p:childTnLst>
                                </p:cTn>
                              </p:par>
                            </p:childTnLst>
                          </p:cTn>
                        </p:par>
                      </p:childTnLst>
                    </p:cTn>
                  </p:par>
                  <p:par>
                    <p:cTn fill="hold">
                      <p:stCondLst>
                        <p:cond delay="indefinite"/>
                      </p:stCondLst>
                      <p:childTnLst>
                        <p:par>
                          <p:cTn fill="hold">
                            <p:stCondLst>
                              <p:cond delay="0"/>
                            </p:stCondLst>
                            <p:childTnLst>
                              <p:par>
                                <p:cTn fill="hold" nodeType="clickEffect" presetClass="exit" presetID="1" presetSubtype="0">
                                  <p:stCondLst>
                                    <p:cond delay="0"/>
                                  </p:stCondLst>
                                  <p:childTnLst>
                                    <p:set>
                                      <p:cBhvr>
                                        <p:cTn dur="1" fill="hold">
                                          <p:stCondLst>
                                            <p:cond delay="0"/>
                                          </p:stCondLst>
                                        </p:cTn>
                                        <p:tgtEl>
                                          <p:spTgt spid="1916"/>
                                        </p:tgtEl>
                                        <p:attrNameLst>
                                          <p:attrName>style.visibility</p:attrName>
                                        </p:attrNameLst>
                                      </p:cBhvr>
                                      <p:to>
                                        <p:strVal val="hidden"/>
                                      </p:to>
                                    </p:set>
                                  </p:childTnLst>
                                </p:cTn>
                              </p:par>
                            </p:childTnLst>
                          </p:cTn>
                        </p:par>
                      </p:childTnLst>
                    </p:cTn>
                  </p:par>
                  <p:par>
                    <p:cTn fill="hold">
                      <p:stCondLst>
                        <p:cond delay="indefinite"/>
                      </p:stCondLst>
                      <p:childTnLst>
                        <p:par>
                          <p:cTn fill="hold">
                            <p:stCondLst>
                              <p:cond delay="0"/>
                            </p:stCondLst>
                            <p:childTnLst>
                              <p:par>
                                <p:cTn fill="hold" nodeType="clickEffect" presetClass="exit" presetID="1" presetSubtype="0">
                                  <p:stCondLst>
                                    <p:cond delay="0"/>
                                  </p:stCondLst>
                                  <p:childTnLst>
                                    <p:set>
                                      <p:cBhvr>
                                        <p:cTn dur="1" fill="hold">
                                          <p:stCondLst>
                                            <p:cond delay="0"/>
                                          </p:stCondLst>
                                        </p:cTn>
                                        <p:tgtEl>
                                          <p:spTgt spid="1919"/>
                                        </p:tgtEl>
                                        <p:attrNameLst>
                                          <p:attrName>style.visibility</p:attrName>
                                        </p:attrNameLst>
                                      </p:cBhvr>
                                      <p:to>
                                        <p:strVal val="hidden"/>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922"/>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3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26" name="Shape 1926"/>
        <p:cNvGrpSpPr/>
        <p:nvPr/>
      </p:nvGrpSpPr>
      <p:grpSpPr>
        <a:xfrm>
          <a:off x="0" y="0"/>
          <a:ext cx="0" cy="0"/>
          <a:chOff x="0" y="0"/>
          <a:chExt cx="0" cy="0"/>
        </a:xfrm>
      </p:grpSpPr>
      <p:pic>
        <p:nvPicPr>
          <p:cNvPr id="1927" name="Google Shape;1927;p94"/>
          <p:cNvPicPr preferRelativeResize="0"/>
          <p:nvPr/>
        </p:nvPicPr>
        <p:blipFill rotWithShape="1">
          <a:blip r:embed="rId3">
            <a:alphaModFix/>
          </a:blip>
          <a:srcRect b="0" l="0" r="87591" t="0"/>
          <a:stretch/>
        </p:blipFill>
        <p:spPr>
          <a:xfrm>
            <a:off x="2139856" y="2257050"/>
            <a:ext cx="1174026" cy="658800"/>
          </a:xfrm>
          <a:prstGeom prst="rect">
            <a:avLst/>
          </a:prstGeom>
          <a:noFill/>
          <a:ln>
            <a:noFill/>
          </a:ln>
        </p:spPr>
      </p:pic>
      <p:sp>
        <p:nvSpPr>
          <p:cNvPr id="1928" name="Google Shape;1928;p94"/>
          <p:cNvSpPr txBox="1"/>
          <p:nvPr>
            <p:ph type="title"/>
          </p:nvPr>
        </p:nvSpPr>
        <p:spPr>
          <a:xfrm>
            <a:off x="324000" y="0"/>
            <a:ext cx="7885200" cy="613500"/>
          </a:xfrm>
          <a:prstGeom prst="rect">
            <a:avLst/>
          </a:prstGeom>
        </p:spPr>
        <p:txBody>
          <a:bodyPr anchorCtr="0" anchor="ctr" bIns="0" lIns="0" spcFirstLastPara="1" rIns="0" wrap="square" tIns="0">
            <a:noAutofit/>
          </a:bodyPr>
          <a:lstStyle/>
          <a:p>
            <a:pPr indent="0" lvl="0" marL="0" rtl="0" algn="l">
              <a:spcBef>
                <a:spcPts val="0"/>
              </a:spcBef>
              <a:spcAft>
                <a:spcPts val="0"/>
              </a:spcAft>
              <a:buNone/>
            </a:pPr>
            <a:r>
              <a:rPr lang="en-GB"/>
              <a:t>Calculating angles using the cosine formula</a:t>
            </a:r>
            <a:endParaRPr/>
          </a:p>
        </p:txBody>
      </p:sp>
      <p:grpSp>
        <p:nvGrpSpPr>
          <p:cNvPr id="1929" name="Google Shape;1929;p94"/>
          <p:cNvGrpSpPr/>
          <p:nvPr/>
        </p:nvGrpSpPr>
        <p:grpSpPr>
          <a:xfrm>
            <a:off x="1757294" y="2447366"/>
            <a:ext cx="285750" cy="285750"/>
            <a:chOff x="1020916" y="1442088"/>
            <a:chExt cx="457200" cy="457200"/>
          </a:xfrm>
        </p:grpSpPr>
        <p:pic>
          <p:nvPicPr>
            <p:cNvPr id="1930" name="Google Shape;1930;p94"/>
            <p:cNvPicPr preferRelativeResize="0"/>
            <p:nvPr/>
          </p:nvPicPr>
          <p:blipFill>
            <a:blip r:embed="rId4">
              <a:alphaModFix/>
            </a:blip>
            <a:stretch>
              <a:fillRect/>
            </a:stretch>
          </p:blipFill>
          <p:spPr>
            <a:xfrm>
              <a:off x="1020916" y="1442088"/>
              <a:ext cx="457200" cy="457200"/>
            </a:xfrm>
            <a:prstGeom prst="rect">
              <a:avLst/>
            </a:prstGeom>
            <a:noFill/>
            <a:ln>
              <a:noFill/>
            </a:ln>
          </p:spPr>
        </p:pic>
        <p:sp>
          <p:nvSpPr>
            <p:cNvPr id="1931" name="Google Shape;1931;p94"/>
            <p:cNvSpPr txBox="1"/>
            <p:nvPr/>
          </p:nvSpPr>
          <p:spPr>
            <a:xfrm>
              <a:off x="1045521" y="1451202"/>
              <a:ext cx="408000" cy="4185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GB" sz="1800">
                  <a:solidFill>
                    <a:srgbClr val="FFFFFF"/>
                  </a:solidFill>
                  <a:latin typeface="Lexend"/>
                  <a:ea typeface="Lexend"/>
                  <a:cs typeface="Lexend"/>
                  <a:sym typeface="Lexend"/>
                </a:rPr>
                <a:t>a</a:t>
              </a:r>
              <a:endParaRPr b="1" sz="1800">
                <a:solidFill>
                  <a:srgbClr val="FFFFFF"/>
                </a:solidFill>
                <a:latin typeface="Lexend"/>
                <a:ea typeface="Lexend"/>
                <a:cs typeface="Lexend"/>
                <a:sym typeface="Lexend"/>
              </a:endParaRPr>
            </a:p>
          </p:txBody>
        </p:sp>
      </p:grpSp>
      <p:grpSp>
        <p:nvGrpSpPr>
          <p:cNvPr id="1932" name="Google Shape;1932;p94"/>
          <p:cNvGrpSpPr/>
          <p:nvPr/>
        </p:nvGrpSpPr>
        <p:grpSpPr>
          <a:xfrm>
            <a:off x="1757294" y="3860132"/>
            <a:ext cx="285750" cy="285750"/>
            <a:chOff x="1020916" y="1442088"/>
            <a:chExt cx="457200" cy="457200"/>
          </a:xfrm>
        </p:grpSpPr>
        <p:pic>
          <p:nvPicPr>
            <p:cNvPr id="1933" name="Google Shape;1933;p94"/>
            <p:cNvPicPr preferRelativeResize="0"/>
            <p:nvPr/>
          </p:nvPicPr>
          <p:blipFill>
            <a:blip r:embed="rId4">
              <a:alphaModFix/>
            </a:blip>
            <a:stretch>
              <a:fillRect/>
            </a:stretch>
          </p:blipFill>
          <p:spPr>
            <a:xfrm>
              <a:off x="1020916" y="1442088"/>
              <a:ext cx="457200" cy="457200"/>
            </a:xfrm>
            <a:prstGeom prst="rect">
              <a:avLst/>
            </a:prstGeom>
            <a:noFill/>
            <a:ln>
              <a:noFill/>
            </a:ln>
          </p:spPr>
        </p:pic>
        <p:sp>
          <p:nvSpPr>
            <p:cNvPr id="1934" name="Google Shape;1934;p94"/>
            <p:cNvSpPr txBox="1"/>
            <p:nvPr/>
          </p:nvSpPr>
          <p:spPr>
            <a:xfrm>
              <a:off x="1045521" y="1451202"/>
              <a:ext cx="408000" cy="4185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GB" sz="1800">
                  <a:solidFill>
                    <a:srgbClr val="FFFFFF"/>
                  </a:solidFill>
                  <a:latin typeface="Lexend"/>
                  <a:ea typeface="Lexend"/>
                  <a:cs typeface="Lexend"/>
                  <a:sym typeface="Lexend"/>
                </a:rPr>
                <a:t>b</a:t>
              </a:r>
              <a:endParaRPr b="1" sz="1800">
                <a:solidFill>
                  <a:srgbClr val="FFFFFF"/>
                </a:solidFill>
                <a:latin typeface="Lexend"/>
                <a:ea typeface="Lexend"/>
                <a:cs typeface="Lexend"/>
                <a:sym typeface="Lexend"/>
              </a:endParaRPr>
            </a:p>
          </p:txBody>
        </p:sp>
      </p:grpSp>
      <p:grpSp>
        <p:nvGrpSpPr>
          <p:cNvPr id="1935" name="Google Shape;1935;p94"/>
          <p:cNvGrpSpPr/>
          <p:nvPr/>
        </p:nvGrpSpPr>
        <p:grpSpPr>
          <a:xfrm>
            <a:off x="5102524" y="2447366"/>
            <a:ext cx="285750" cy="285750"/>
            <a:chOff x="1020916" y="1442088"/>
            <a:chExt cx="457200" cy="457200"/>
          </a:xfrm>
        </p:grpSpPr>
        <p:pic>
          <p:nvPicPr>
            <p:cNvPr id="1936" name="Google Shape;1936;p94"/>
            <p:cNvPicPr preferRelativeResize="0"/>
            <p:nvPr/>
          </p:nvPicPr>
          <p:blipFill>
            <a:blip r:embed="rId4">
              <a:alphaModFix/>
            </a:blip>
            <a:stretch>
              <a:fillRect/>
            </a:stretch>
          </p:blipFill>
          <p:spPr>
            <a:xfrm>
              <a:off x="1020916" y="1442088"/>
              <a:ext cx="457200" cy="457200"/>
            </a:xfrm>
            <a:prstGeom prst="rect">
              <a:avLst/>
            </a:prstGeom>
            <a:noFill/>
            <a:ln>
              <a:noFill/>
            </a:ln>
          </p:spPr>
        </p:pic>
        <p:sp>
          <p:nvSpPr>
            <p:cNvPr id="1937" name="Google Shape;1937;p94"/>
            <p:cNvSpPr txBox="1"/>
            <p:nvPr/>
          </p:nvSpPr>
          <p:spPr>
            <a:xfrm>
              <a:off x="1045521" y="1451202"/>
              <a:ext cx="408000" cy="4185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GB" sz="1800">
                  <a:solidFill>
                    <a:srgbClr val="FFFFFF"/>
                  </a:solidFill>
                  <a:latin typeface="Lexend"/>
                  <a:ea typeface="Lexend"/>
                  <a:cs typeface="Lexend"/>
                  <a:sym typeface="Lexend"/>
                </a:rPr>
                <a:t>c</a:t>
              </a:r>
              <a:endParaRPr b="1" sz="1800">
                <a:solidFill>
                  <a:srgbClr val="FFFFFF"/>
                </a:solidFill>
                <a:latin typeface="Lexend"/>
                <a:ea typeface="Lexend"/>
                <a:cs typeface="Lexend"/>
                <a:sym typeface="Lexend"/>
              </a:endParaRPr>
            </a:p>
          </p:txBody>
        </p:sp>
      </p:grpSp>
      <p:grpSp>
        <p:nvGrpSpPr>
          <p:cNvPr id="1938" name="Google Shape;1938;p94"/>
          <p:cNvGrpSpPr/>
          <p:nvPr/>
        </p:nvGrpSpPr>
        <p:grpSpPr>
          <a:xfrm>
            <a:off x="5102524" y="3860132"/>
            <a:ext cx="285750" cy="285750"/>
            <a:chOff x="1020916" y="1442088"/>
            <a:chExt cx="457200" cy="457200"/>
          </a:xfrm>
        </p:grpSpPr>
        <p:pic>
          <p:nvPicPr>
            <p:cNvPr id="1939" name="Google Shape;1939;p94"/>
            <p:cNvPicPr preferRelativeResize="0"/>
            <p:nvPr/>
          </p:nvPicPr>
          <p:blipFill>
            <a:blip r:embed="rId4">
              <a:alphaModFix/>
            </a:blip>
            <a:stretch>
              <a:fillRect/>
            </a:stretch>
          </p:blipFill>
          <p:spPr>
            <a:xfrm>
              <a:off x="1020916" y="1442088"/>
              <a:ext cx="457200" cy="457200"/>
            </a:xfrm>
            <a:prstGeom prst="rect">
              <a:avLst/>
            </a:prstGeom>
            <a:noFill/>
            <a:ln>
              <a:noFill/>
            </a:ln>
          </p:spPr>
        </p:pic>
        <p:sp>
          <p:nvSpPr>
            <p:cNvPr id="1940" name="Google Shape;1940;p94"/>
            <p:cNvSpPr txBox="1"/>
            <p:nvPr/>
          </p:nvSpPr>
          <p:spPr>
            <a:xfrm>
              <a:off x="1045521" y="1451202"/>
              <a:ext cx="408000" cy="4185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GB" sz="1800">
                  <a:solidFill>
                    <a:srgbClr val="FFFFFF"/>
                  </a:solidFill>
                  <a:latin typeface="Lexend"/>
                  <a:ea typeface="Lexend"/>
                  <a:cs typeface="Lexend"/>
                  <a:sym typeface="Lexend"/>
                </a:rPr>
                <a:t>d</a:t>
              </a:r>
              <a:endParaRPr b="1" sz="1800">
                <a:solidFill>
                  <a:srgbClr val="FFFFFF"/>
                </a:solidFill>
                <a:latin typeface="Lexend"/>
                <a:ea typeface="Lexend"/>
                <a:cs typeface="Lexend"/>
                <a:sym typeface="Lexend"/>
              </a:endParaRPr>
            </a:p>
          </p:txBody>
        </p:sp>
      </p:grpSp>
      <p:pic>
        <p:nvPicPr>
          <p:cNvPr id="1941" name="Google Shape;1941;p94"/>
          <p:cNvPicPr preferRelativeResize="0"/>
          <p:nvPr/>
        </p:nvPicPr>
        <p:blipFill>
          <a:blip r:embed="rId5">
            <a:alphaModFix/>
          </a:blip>
          <a:stretch>
            <a:fillRect/>
          </a:stretch>
        </p:blipFill>
        <p:spPr>
          <a:xfrm>
            <a:off x="4602673" y="2343957"/>
            <a:ext cx="465513" cy="492670"/>
          </a:xfrm>
          <a:prstGeom prst="rect">
            <a:avLst/>
          </a:prstGeom>
          <a:noFill/>
          <a:ln>
            <a:noFill/>
          </a:ln>
        </p:spPr>
      </p:pic>
      <p:pic>
        <p:nvPicPr>
          <p:cNvPr id="1942" name="Google Shape;1942;p94"/>
          <p:cNvPicPr preferRelativeResize="0"/>
          <p:nvPr/>
        </p:nvPicPr>
        <p:blipFill>
          <a:blip r:embed="rId5">
            <a:alphaModFix/>
          </a:blip>
          <a:stretch>
            <a:fillRect/>
          </a:stretch>
        </p:blipFill>
        <p:spPr>
          <a:xfrm>
            <a:off x="1291798" y="3756723"/>
            <a:ext cx="465513" cy="492670"/>
          </a:xfrm>
          <a:prstGeom prst="rect">
            <a:avLst/>
          </a:prstGeom>
          <a:noFill/>
          <a:ln>
            <a:noFill/>
          </a:ln>
        </p:spPr>
      </p:pic>
      <p:pic>
        <p:nvPicPr>
          <p:cNvPr id="1943" name="Google Shape;1943;p94"/>
          <p:cNvPicPr preferRelativeResize="0"/>
          <p:nvPr/>
        </p:nvPicPr>
        <p:blipFill rotWithShape="1">
          <a:blip r:embed="rId3">
            <a:alphaModFix/>
          </a:blip>
          <a:srcRect b="0" l="50399" r="29114" t="0"/>
          <a:stretch/>
        </p:blipFill>
        <p:spPr>
          <a:xfrm>
            <a:off x="2116174" y="3677125"/>
            <a:ext cx="1938176" cy="658800"/>
          </a:xfrm>
          <a:prstGeom prst="rect">
            <a:avLst/>
          </a:prstGeom>
          <a:noFill/>
          <a:ln>
            <a:noFill/>
          </a:ln>
        </p:spPr>
      </p:pic>
      <p:pic>
        <p:nvPicPr>
          <p:cNvPr id="1944" name="Google Shape;1944;p94"/>
          <p:cNvPicPr preferRelativeResize="0"/>
          <p:nvPr/>
        </p:nvPicPr>
        <p:blipFill rotWithShape="1">
          <a:blip r:embed="rId3">
            <a:alphaModFix/>
          </a:blip>
          <a:srcRect b="0" l="78827" r="0" t="0"/>
          <a:stretch/>
        </p:blipFill>
        <p:spPr>
          <a:xfrm>
            <a:off x="5449880" y="2259025"/>
            <a:ext cx="2003174" cy="658800"/>
          </a:xfrm>
          <a:prstGeom prst="rect">
            <a:avLst/>
          </a:prstGeom>
          <a:noFill/>
          <a:ln>
            <a:noFill/>
          </a:ln>
        </p:spPr>
      </p:pic>
      <p:pic>
        <p:nvPicPr>
          <p:cNvPr id="1945" name="Google Shape;1945;p94"/>
          <p:cNvPicPr preferRelativeResize="0"/>
          <p:nvPr/>
        </p:nvPicPr>
        <p:blipFill rotWithShape="1">
          <a:blip r:embed="rId3">
            <a:alphaModFix/>
          </a:blip>
          <a:srcRect b="0" l="21776" r="57049" t="0"/>
          <a:stretch/>
        </p:blipFill>
        <p:spPr>
          <a:xfrm>
            <a:off x="5469500" y="3673625"/>
            <a:ext cx="2003174" cy="658800"/>
          </a:xfrm>
          <a:prstGeom prst="rect">
            <a:avLst/>
          </a:prstGeom>
          <a:noFill/>
          <a:ln>
            <a:noFill/>
          </a:ln>
        </p:spPr>
      </p:pic>
      <p:sp>
        <p:nvSpPr>
          <p:cNvPr id="1946" name="Google Shape;1946;p94"/>
          <p:cNvSpPr txBox="1"/>
          <p:nvPr/>
        </p:nvSpPr>
        <p:spPr>
          <a:xfrm>
            <a:off x="324000" y="633631"/>
            <a:ext cx="8496000" cy="9543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None/>
            </a:pPr>
            <a:r>
              <a:rPr lang="en-GB" sz="1800">
                <a:latin typeface="Lexend"/>
                <a:ea typeface="Lexend"/>
                <a:cs typeface="Lexend"/>
                <a:sym typeface="Lexend"/>
              </a:rPr>
              <a:t>Which of the following equations are correct when finding the size of angle</a:t>
            </a:r>
            <a:r>
              <a:rPr lang="en-GB" sz="1800">
                <a:solidFill>
                  <a:srgbClr val="000000"/>
                </a:solidFill>
                <a:latin typeface="Lexend"/>
                <a:ea typeface="Lexend"/>
                <a:cs typeface="Lexend"/>
                <a:sym typeface="Lexend"/>
              </a:rPr>
              <a:t> </a:t>
            </a:r>
            <a:r>
              <a:rPr i="1" lang="en-GB" sz="2200">
                <a:solidFill>
                  <a:srgbClr val="000000"/>
                </a:solidFill>
                <a:latin typeface="Times New Roman"/>
                <a:ea typeface="Times New Roman"/>
                <a:cs typeface="Times New Roman"/>
                <a:sym typeface="Times New Roman"/>
              </a:rPr>
              <a:t>n</a:t>
            </a:r>
            <a:r>
              <a:rPr lang="en-GB" sz="1800">
                <a:solidFill>
                  <a:srgbClr val="000000"/>
                </a:solidFill>
                <a:latin typeface="Lexend"/>
                <a:ea typeface="Lexend"/>
                <a:cs typeface="Lexend"/>
                <a:sym typeface="Lexend"/>
              </a:rPr>
              <a:t>° in the equation:</a:t>
            </a:r>
            <a:endParaRPr sz="1800">
              <a:solidFill>
                <a:srgbClr val="000000"/>
              </a:solidFill>
              <a:latin typeface="Lexend"/>
              <a:ea typeface="Lexend"/>
              <a:cs typeface="Lexend"/>
              <a:sym typeface="Lexend"/>
            </a:endParaRPr>
          </a:p>
          <a:p>
            <a:pPr indent="0" lvl="0" marL="0" rtl="0" algn="ctr">
              <a:spcBef>
                <a:spcPts val="0"/>
              </a:spcBef>
              <a:spcAft>
                <a:spcPts val="0"/>
              </a:spcAft>
              <a:buNone/>
            </a:pPr>
            <a:r>
              <a:rPr lang="en-GB" sz="2200">
                <a:latin typeface="Times New Roman"/>
                <a:ea typeface="Times New Roman"/>
                <a:cs typeface="Times New Roman"/>
                <a:sym typeface="Times New Roman"/>
              </a:rPr>
              <a:t>cos</a:t>
            </a:r>
            <a:r>
              <a:rPr lang="en-GB" sz="1800">
                <a:solidFill>
                  <a:srgbClr val="000000"/>
                </a:solidFill>
                <a:latin typeface="Lexend"/>
                <a:ea typeface="Lexend"/>
                <a:cs typeface="Lexend"/>
                <a:sym typeface="Lexend"/>
              </a:rPr>
              <a:t>(</a:t>
            </a:r>
            <a:r>
              <a:rPr i="1" lang="en-GB" sz="2200">
                <a:solidFill>
                  <a:srgbClr val="000000"/>
                </a:solidFill>
                <a:latin typeface="Times New Roman"/>
                <a:ea typeface="Times New Roman"/>
                <a:cs typeface="Times New Roman"/>
                <a:sym typeface="Times New Roman"/>
              </a:rPr>
              <a:t>n</a:t>
            </a:r>
            <a:r>
              <a:rPr lang="en-GB" sz="1800">
                <a:solidFill>
                  <a:srgbClr val="000000"/>
                </a:solidFill>
                <a:latin typeface="Lexend"/>
                <a:ea typeface="Lexend"/>
                <a:cs typeface="Lexend"/>
                <a:sym typeface="Lexend"/>
              </a:rPr>
              <a:t>°) = 0.</a:t>
            </a:r>
            <a:r>
              <a:rPr lang="en-GB" sz="1800">
                <a:latin typeface="Lexend"/>
                <a:ea typeface="Lexend"/>
                <a:cs typeface="Lexend"/>
                <a:sym typeface="Lexend"/>
              </a:rPr>
              <a:t>86</a:t>
            </a:r>
            <a:r>
              <a:rPr lang="en-GB" sz="1800">
                <a:solidFill>
                  <a:srgbClr val="000000"/>
                </a:solidFill>
                <a:latin typeface="Lexend"/>
                <a:ea typeface="Lexend"/>
                <a:cs typeface="Lexend"/>
                <a:sym typeface="Lexend"/>
              </a:rPr>
              <a:t>?</a:t>
            </a:r>
            <a:endParaRPr sz="1800">
              <a:solidFill>
                <a:srgbClr val="000000"/>
              </a:solidFill>
              <a:latin typeface="Lexend"/>
              <a:ea typeface="Lexend"/>
              <a:cs typeface="Lexend"/>
              <a:sym typeface="Lexend"/>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941"/>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1942"/>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3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50" name="Shape 1950"/>
        <p:cNvGrpSpPr/>
        <p:nvPr/>
      </p:nvGrpSpPr>
      <p:grpSpPr>
        <a:xfrm>
          <a:off x="0" y="0"/>
          <a:ext cx="0" cy="0"/>
          <a:chOff x="0" y="0"/>
          <a:chExt cx="0" cy="0"/>
        </a:xfrm>
      </p:grpSpPr>
      <p:sp>
        <p:nvSpPr>
          <p:cNvPr id="1951" name="Google Shape;1951;p95"/>
          <p:cNvSpPr txBox="1"/>
          <p:nvPr>
            <p:ph type="title"/>
          </p:nvPr>
        </p:nvSpPr>
        <p:spPr>
          <a:xfrm>
            <a:off x="324000" y="0"/>
            <a:ext cx="7885200" cy="613500"/>
          </a:xfrm>
          <a:prstGeom prst="rect">
            <a:avLst/>
          </a:prstGeom>
        </p:spPr>
        <p:txBody>
          <a:bodyPr anchorCtr="0" anchor="ctr" bIns="0" lIns="0" spcFirstLastPara="1" rIns="0" wrap="square" tIns="0">
            <a:noAutofit/>
          </a:bodyPr>
          <a:lstStyle/>
          <a:p>
            <a:pPr indent="0" lvl="0" marL="0" rtl="0" algn="l">
              <a:spcBef>
                <a:spcPts val="0"/>
              </a:spcBef>
              <a:spcAft>
                <a:spcPts val="0"/>
              </a:spcAft>
              <a:buNone/>
            </a:pPr>
            <a:r>
              <a:rPr lang="en-GB"/>
              <a:t>Calculating angles using the cosine formula</a:t>
            </a:r>
            <a:endParaRPr/>
          </a:p>
        </p:txBody>
      </p:sp>
      <p:sp>
        <p:nvSpPr>
          <p:cNvPr id="1952" name="Google Shape;1952;p95"/>
          <p:cNvSpPr txBox="1"/>
          <p:nvPr/>
        </p:nvSpPr>
        <p:spPr>
          <a:xfrm>
            <a:off x="324000" y="633631"/>
            <a:ext cx="8496000" cy="9543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None/>
            </a:pPr>
            <a:r>
              <a:rPr lang="en-GB" sz="1800">
                <a:latin typeface="Lexend"/>
                <a:ea typeface="Lexend"/>
                <a:cs typeface="Lexend"/>
                <a:sym typeface="Lexend"/>
              </a:rPr>
              <a:t>Which of these are equivalent to this equation?</a:t>
            </a:r>
            <a:endParaRPr sz="1800">
              <a:solidFill>
                <a:srgbClr val="000000"/>
              </a:solidFill>
              <a:latin typeface="Lexend"/>
              <a:ea typeface="Lexend"/>
              <a:cs typeface="Lexend"/>
              <a:sym typeface="Lexend"/>
            </a:endParaRPr>
          </a:p>
          <a:p>
            <a:pPr indent="0" lvl="0" marL="0" rtl="0" algn="ctr">
              <a:spcBef>
                <a:spcPts val="0"/>
              </a:spcBef>
              <a:spcAft>
                <a:spcPts val="0"/>
              </a:spcAft>
              <a:buNone/>
            </a:pPr>
            <a:r>
              <a:t/>
            </a:r>
            <a:endParaRPr sz="2200">
              <a:latin typeface="Times New Roman"/>
              <a:ea typeface="Times New Roman"/>
              <a:cs typeface="Times New Roman"/>
              <a:sym typeface="Times New Roman"/>
            </a:endParaRPr>
          </a:p>
          <a:p>
            <a:pPr indent="0" lvl="0" marL="0" rtl="0" algn="ctr">
              <a:spcBef>
                <a:spcPts val="0"/>
              </a:spcBef>
              <a:spcAft>
                <a:spcPts val="0"/>
              </a:spcAft>
              <a:buNone/>
            </a:pPr>
            <a:r>
              <a:rPr lang="en-GB" sz="2200">
                <a:latin typeface="Times New Roman"/>
                <a:ea typeface="Times New Roman"/>
                <a:cs typeface="Times New Roman"/>
                <a:sym typeface="Times New Roman"/>
              </a:rPr>
              <a:t>cos</a:t>
            </a:r>
            <a:r>
              <a:rPr lang="en-GB" sz="1800">
                <a:solidFill>
                  <a:srgbClr val="000000"/>
                </a:solidFill>
                <a:latin typeface="Lexend"/>
                <a:ea typeface="Lexend"/>
                <a:cs typeface="Lexend"/>
                <a:sym typeface="Lexend"/>
              </a:rPr>
              <a:t>(</a:t>
            </a:r>
            <a:r>
              <a:rPr i="1" lang="en-GB" sz="2200">
                <a:solidFill>
                  <a:srgbClr val="000000"/>
                </a:solidFill>
                <a:latin typeface="Times New Roman"/>
                <a:ea typeface="Times New Roman"/>
                <a:cs typeface="Times New Roman"/>
                <a:sym typeface="Times New Roman"/>
              </a:rPr>
              <a:t>n</a:t>
            </a:r>
            <a:r>
              <a:rPr lang="en-GB" sz="1800">
                <a:solidFill>
                  <a:srgbClr val="000000"/>
                </a:solidFill>
                <a:latin typeface="Lexend"/>
                <a:ea typeface="Lexend"/>
                <a:cs typeface="Lexend"/>
                <a:sym typeface="Lexend"/>
              </a:rPr>
              <a:t>°) =  </a:t>
            </a:r>
            <a:r>
              <a:rPr lang="en-GB" sz="1800">
                <a:latin typeface="Lexend"/>
                <a:ea typeface="Lexend"/>
                <a:cs typeface="Lexend"/>
                <a:sym typeface="Lexend"/>
              </a:rPr>
              <a:t>   </a:t>
            </a:r>
            <a:r>
              <a:rPr lang="en-GB" sz="1800">
                <a:solidFill>
                  <a:srgbClr val="000000"/>
                </a:solidFill>
                <a:latin typeface="Lexend"/>
                <a:ea typeface="Lexend"/>
                <a:cs typeface="Lexend"/>
                <a:sym typeface="Lexend"/>
              </a:rPr>
              <a:t>?</a:t>
            </a:r>
            <a:endParaRPr sz="1800">
              <a:solidFill>
                <a:srgbClr val="000000"/>
              </a:solidFill>
              <a:latin typeface="Lexend"/>
              <a:ea typeface="Lexend"/>
              <a:cs typeface="Lexend"/>
              <a:sym typeface="Lexend"/>
            </a:endParaRPr>
          </a:p>
        </p:txBody>
      </p:sp>
      <p:grpSp>
        <p:nvGrpSpPr>
          <p:cNvPr id="1953" name="Google Shape;1953;p95"/>
          <p:cNvGrpSpPr/>
          <p:nvPr/>
        </p:nvGrpSpPr>
        <p:grpSpPr>
          <a:xfrm>
            <a:off x="1757294" y="2447366"/>
            <a:ext cx="285750" cy="285750"/>
            <a:chOff x="1020916" y="1442088"/>
            <a:chExt cx="457200" cy="457200"/>
          </a:xfrm>
        </p:grpSpPr>
        <p:pic>
          <p:nvPicPr>
            <p:cNvPr id="1954" name="Google Shape;1954;p95"/>
            <p:cNvPicPr preferRelativeResize="0"/>
            <p:nvPr/>
          </p:nvPicPr>
          <p:blipFill>
            <a:blip r:embed="rId3">
              <a:alphaModFix/>
            </a:blip>
            <a:stretch>
              <a:fillRect/>
            </a:stretch>
          </p:blipFill>
          <p:spPr>
            <a:xfrm>
              <a:off x="1020916" y="1442088"/>
              <a:ext cx="457200" cy="457200"/>
            </a:xfrm>
            <a:prstGeom prst="rect">
              <a:avLst/>
            </a:prstGeom>
            <a:noFill/>
            <a:ln>
              <a:noFill/>
            </a:ln>
          </p:spPr>
        </p:pic>
        <p:sp>
          <p:nvSpPr>
            <p:cNvPr id="1955" name="Google Shape;1955;p95"/>
            <p:cNvSpPr txBox="1"/>
            <p:nvPr/>
          </p:nvSpPr>
          <p:spPr>
            <a:xfrm>
              <a:off x="1045521" y="1451202"/>
              <a:ext cx="408000" cy="4185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GB" sz="1800">
                  <a:solidFill>
                    <a:srgbClr val="FFFFFF"/>
                  </a:solidFill>
                  <a:latin typeface="Lexend"/>
                  <a:ea typeface="Lexend"/>
                  <a:cs typeface="Lexend"/>
                  <a:sym typeface="Lexend"/>
                </a:rPr>
                <a:t>a</a:t>
              </a:r>
              <a:endParaRPr b="1" sz="1800">
                <a:solidFill>
                  <a:srgbClr val="FFFFFF"/>
                </a:solidFill>
                <a:latin typeface="Lexend"/>
                <a:ea typeface="Lexend"/>
                <a:cs typeface="Lexend"/>
                <a:sym typeface="Lexend"/>
              </a:endParaRPr>
            </a:p>
          </p:txBody>
        </p:sp>
      </p:grpSp>
      <p:grpSp>
        <p:nvGrpSpPr>
          <p:cNvPr id="1956" name="Google Shape;1956;p95"/>
          <p:cNvGrpSpPr/>
          <p:nvPr/>
        </p:nvGrpSpPr>
        <p:grpSpPr>
          <a:xfrm>
            <a:off x="1757294" y="3860132"/>
            <a:ext cx="285750" cy="285750"/>
            <a:chOff x="1020916" y="1442088"/>
            <a:chExt cx="457200" cy="457200"/>
          </a:xfrm>
        </p:grpSpPr>
        <p:pic>
          <p:nvPicPr>
            <p:cNvPr id="1957" name="Google Shape;1957;p95"/>
            <p:cNvPicPr preferRelativeResize="0"/>
            <p:nvPr/>
          </p:nvPicPr>
          <p:blipFill>
            <a:blip r:embed="rId3">
              <a:alphaModFix/>
            </a:blip>
            <a:stretch>
              <a:fillRect/>
            </a:stretch>
          </p:blipFill>
          <p:spPr>
            <a:xfrm>
              <a:off x="1020916" y="1442088"/>
              <a:ext cx="457200" cy="457200"/>
            </a:xfrm>
            <a:prstGeom prst="rect">
              <a:avLst/>
            </a:prstGeom>
            <a:noFill/>
            <a:ln>
              <a:noFill/>
            </a:ln>
          </p:spPr>
        </p:pic>
        <p:sp>
          <p:nvSpPr>
            <p:cNvPr id="1958" name="Google Shape;1958;p95"/>
            <p:cNvSpPr txBox="1"/>
            <p:nvPr/>
          </p:nvSpPr>
          <p:spPr>
            <a:xfrm>
              <a:off x="1045521" y="1451202"/>
              <a:ext cx="408000" cy="4185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GB" sz="1800">
                  <a:solidFill>
                    <a:srgbClr val="FFFFFF"/>
                  </a:solidFill>
                  <a:latin typeface="Lexend"/>
                  <a:ea typeface="Lexend"/>
                  <a:cs typeface="Lexend"/>
                  <a:sym typeface="Lexend"/>
                </a:rPr>
                <a:t>b</a:t>
              </a:r>
              <a:endParaRPr b="1" sz="1800">
                <a:solidFill>
                  <a:srgbClr val="FFFFFF"/>
                </a:solidFill>
                <a:latin typeface="Lexend"/>
                <a:ea typeface="Lexend"/>
                <a:cs typeface="Lexend"/>
                <a:sym typeface="Lexend"/>
              </a:endParaRPr>
            </a:p>
          </p:txBody>
        </p:sp>
      </p:grpSp>
      <p:grpSp>
        <p:nvGrpSpPr>
          <p:cNvPr id="1959" name="Google Shape;1959;p95"/>
          <p:cNvGrpSpPr/>
          <p:nvPr/>
        </p:nvGrpSpPr>
        <p:grpSpPr>
          <a:xfrm>
            <a:off x="5102524" y="2447366"/>
            <a:ext cx="285750" cy="285750"/>
            <a:chOff x="1020916" y="1442088"/>
            <a:chExt cx="457200" cy="457200"/>
          </a:xfrm>
        </p:grpSpPr>
        <p:pic>
          <p:nvPicPr>
            <p:cNvPr id="1960" name="Google Shape;1960;p95"/>
            <p:cNvPicPr preferRelativeResize="0"/>
            <p:nvPr/>
          </p:nvPicPr>
          <p:blipFill>
            <a:blip r:embed="rId3">
              <a:alphaModFix/>
            </a:blip>
            <a:stretch>
              <a:fillRect/>
            </a:stretch>
          </p:blipFill>
          <p:spPr>
            <a:xfrm>
              <a:off x="1020916" y="1442088"/>
              <a:ext cx="457200" cy="457200"/>
            </a:xfrm>
            <a:prstGeom prst="rect">
              <a:avLst/>
            </a:prstGeom>
            <a:noFill/>
            <a:ln>
              <a:noFill/>
            </a:ln>
          </p:spPr>
        </p:pic>
        <p:sp>
          <p:nvSpPr>
            <p:cNvPr id="1961" name="Google Shape;1961;p95"/>
            <p:cNvSpPr txBox="1"/>
            <p:nvPr/>
          </p:nvSpPr>
          <p:spPr>
            <a:xfrm>
              <a:off x="1045521" y="1451202"/>
              <a:ext cx="408000" cy="4185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GB" sz="1800">
                  <a:solidFill>
                    <a:srgbClr val="FFFFFF"/>
                  </a:solidFill>
                  <a:latin typeface="Lexend"/>
                  <a:ea typeface="Lexend"/>
                  <a:cs typeface="Lexend"/>
                  <a:sym typeface="Lexend"/>
                </a:rPr>
                <a:t>c</a:t>
              </a:r>
              <a:endParaRPr b="1" sz="1800">
                <a:solidFill>
                  <a:srgbClr val="FFFFFF"/>
                </a:solidFill>
                <a:latin typeface="Lexend"/>
                <a:ea typeface="Lexend"/>
                <a:cs typeface="Lexend"/>
                <a:sym typeface="Lexend"/>
              </a:endParaRPr>
            </a:p>
          </p:txBody>
        </p:sp>
      </p:grpSp>
      <p:grpSp>
        <p:nvGrpSpPr>
          <p:cNvPr id="1962" name="Google Shape;1962;p95"/>
          <p:cNvGrpSpPr/>
          <p:nvPr/>
        </p:nvGrpSpPr>
        <p:grpSpPr>
          <a:xfrm>
            <a:off x="5102524" y="3860132"/>
            <a:ext cx="285750" cy="285750"/>
            <a:chOff x="1020916" y="1442088"/>
            <a:chExt cx="457200" cy="457200"/>
          </a:xfrm>
        </p:grpSpPr>
        <p:pic>
          <p:nvPicPr>
            <p:cNvPr id="1963" name="Google Shape;1963;p95"/>
            <p:cNvPicPr preferRelativeResize="0"/>
            <p:nvPr/>
          </p:nvPicPr>
          <p:blipFill>
            <a:blip r:embed="rId3">
              <a:alphaModFix/>
            </a:blip>
            <a:stretch>
              <a:fillRect/>
            </a:stretch>
          </p:blipFill>
          <p:spPr>
            <a:xfrm>
              <a:off x="1020916" y="1442088"/>
              <a:ext cx="457200" cy="457200"/>
            </a:xfrm>
            <a:prstGeom prst="rect">
              <a:avLst/>
            </a:prstGeom>
            <a:noFill/>
            <a:ln>
              <a:noFill/>
            </a:ln>
          </p:spPr>
        </p:pic>
        <p:sp>
          <p:nvSpPr>
            <p:cNvPr id="1964" name="Google Shape;1964;p95"/>
            <p:cNvSpPr txBox="1"/>
            <p:nvPr/>
          </p:nvSpPr>
          <p:spPr>
            <a:xfrm>
              <a:off x="1045521" y="1451202"/>
              <a:ext cx="408000" cy="4185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GB" sz="1800">
                  <a:solidFill>
                    <a:srgbClr val="FFFFFF"/>
                  </a:solidFill>
                  <a:latin typeface="Lexend"/>
                  <a:ea typeface="Lexend"/>
                  <a:cs typeface="Lexend"/>
                  <a:sym typeface="Lexend"/>
                </a:rPr>
                <a:t>d</a:t>
              </a:r>
              <a:endParaRPr b="1" sz="1800">
                <a:solidFill>
                  <a:srgbClr val="FFFFFF"/>
                </a:solidFill>
                <a:latin typeface="Lexend"/>
                <a:ea typeface="Lexend"/>
                <a:cs typeface="Lexend"/>
                <a:sym typeface="Lexend"/>
              </a:endParaRPr>
            </a:p>
          </p:txBody>
        </p:sp>
      </p:grpSp>
      <p:pic>
        <p:nvPicPr>
          <p:cNvPr id="1965" name="Google Shape;1965;p95"/>
          <p:cNvPicPr preferRelativeResize="0"/>
          <p:nvPr/>
        </p:nvPicPr>
        <p:blipFill>
          <a:blip r:embed="rId4">
            <a:alphaModFix/>
          </a:blip>
          <a:stretch>
            <a:fillRect/>
          </a:stretch>
        </p:blipFill>
        <p:spPr>
          <a:xfrm>
            <a:off x="4602673" y="2343957"/>
            <a:ext cx="465513" cy="492670"/>
          </a:xfrm>
          <a:prstGeom prst="rect">
            <a:avLst/>
          </a:prstGeom>
          <a:noFill/>
          <a:ln>
            <a:noFill/>
          </a:ln>
        </p:spPr>
      </p:pic>
      <p:pic>
        <p:nvPicPr>
          <p:cNvPr id="1966" name="Google Shape;1966;p95"/>
          <p:cNvPicPr preferRelativeResize="0"/>
          <p:nvPr/>
        </p:nvPicPr>
        <p:blipFill>
          <a:blip r:embed="rId4">
            <a:alphaModFix/>
          </a:blip>
          <a:stretch>
            <a:fillRect/>
          </a:stretch>
        </p:blipFill>
        <p:spPr>
          <a:xfrm>
            <a:off x="1291798" y="2343948"/>
            <a:ext cx="465513" cy="492670"/>
          </a:xfrm>
          <a:prstGeom prst="rect">
            <a:avLst/>
          </a:prstGeom>
          <a:noFill/>
          <a:ln>
            <a:noFill/>
          </a:ln>
        </p:spPr>
      </p:pic>
      <p:grpSp>
        <p:nvGrpSpPr>
          <p:cNvPr id="1967" name="Google Shape;1967;p95"/>
          <p:cNvGrpSpPr/>
          <p:nvPr/>
        </p:nvGrpSpPr>
        <p:grpSpPr>
          <a:xfrm>
            <a:off x="4880144" y="1227950"/>
            <a:ext cx="274724" cy="448000"/>
            <a:chOff x="4852101" y="2729095"/>
            <a:chExt cx="790800" cy="448000"/>
          </a:xfrm>
        </p:grpSpPr>
        <p:sp>
          <p:nvSpPr>
            <p:cNvPr id="1968" name="Google Shape;1968;p95"/>
            <p:cNvSpPr txBox="1"/>
            <p:nvPr/>
          </p:nvSpPr>
          <p:spPr>
            <a:xfrm>
              <a:off x="4852101" y="2955995"/>
              <a:ext cx="790800" cy="2211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Clr>
                  <a:schemeClr val="dk1"/>
                </a:buClr>
                <a:buSzPts val="1100"/>
                <a:buFont typeface="Arial"/>
                <a:buNone/>
              </a:pPr>
              <a:r>
                <a:rPr lang="en-GB" sz="1900">
                  <a:solidFill>
                    <a:schemeClr val="dk1"/>
                  </a:solidFill>
                  <a:latin typeface="Times New Roman"/>
                  <a:ea typeface="Times New Roman"/>
                  <a:cs typeface="Times New Roman"/>
                  <a:sym typeface="Times New Roman"/>
                </a:rPr>
                <a:t>9</a:t>
              </a:r>
              <a:endParaRPr sz="2300">
                <a:latin typeface="Times New Roman"/>
                <a:ea typeface="Times New Roman"/>
                <a:cs typeface="Times New Roman"/>
                <a:sym typeface="Times New Roman"/>
              </a:endParaRPr>
            </a:p>
          </p:txBody>
        </p:sp>
        <p:sp>
          <p:nvSpPr>
            <p:cNvPr id="1969" name="Google Shape;1969;p95"/>
            <p:cNvSpPr txBox="1"/>
            <p:nvPr/>
          </p:nvSpPr>
          <p:spPr>
            <a:xfrm>
              <a:off x="4885901" y="2729095"/>
              <a:ext cx="723300" cy="2211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Clr>
                  <a:srgbClr val="000000"/>
                </a:buClr>
                <a:buSzPts val="1100"/>
                <a:buFont typeface="Arial"/>
                <a:buNone/>
              </a:pPr>
              <a:r>
                <a:rPr lang="en-GB" sz="1900">
                  <a:latin typeface="Times New Roman"/>
                  <a:ea typeface="Times New Roman"/>
                  <a:cs typeface="Times New Roman"/>
                  <a:sym typeface="Times New Roman"/>
                </a:rPr>
                <a:t>4</a:t>
              </a:r>
              <a:endParaRPr sz="1900">
                <a:latin typeface="Times New Roman"/>
                <a:ea typeface="Times New Roman"/>
                <a:cs typeface="Times New Roman"/>
                <a:sym typeface="Times New Roman"/>
              </a:endParaRPr>
            </a:p>
          </p:txBody>
        </p:sp>
        <p:cxnSp>
          <p:nvCxnSpPr>
            <p:cNvPr id="1970" name="Google Shape;1970;p95"/>
            <p:cNvCxnSpPr/>
            <p:nvPr/>
          </p:nvCxnSpPr>
          <p:spPr>
            <a:xfrm>
              <a:off x="4931198" y="2953120"/>
              <a:ext cx="639600" cy="0"/>
            </a:xfrm>
            <a:prstGeom prst="straightConnector1">
              <a:avLst/>
            </a:prstGeom>
            <a:noFill/>
            <a:ln cap="flat" cmpd="sng" w="19050">
              <a:solidFill>
                <a:srgbClr val="000000"/>
              </a:solidFill>
              <a:prstDash val="solid"/>
              <a:round/>
              <a:headEnd len="med" w="med" type="none"/>
              <a:tailEnd len="med" w="med" type="none"/>
            </a:ln>
          </p:spPr>
        </p:cxnSp>
      </p:grpSp>
      <p:pic>
        <p:nvPicPr>
          <p:cNvPr descr="&lt;math xmlns=&quot;http://www.w3.org/1998/Math/MathML&quot; display=&quot;block&quot; data-is-equatio=&quot;1&quot; data-latex=&quot;\cos\left(n°\right)=\frac{8}{18}\ \ \ \ \ n=\cos\left(\frac{4}{9}\right)\ \ \ \ \ n=\cos^{-1}\left(\frac{4}{9}\right)\ \ \ \ \ \ \ \ \ n=\cos^{-1}\left(\frac{40}{90}\right)&quot;&gt;&lt;mi&gt;cos&lt;/mi&gt;&lt;mo data-mjx-texclass=&quot;NONE&quot;&gt;⁡&lt;/mo&gt;&lt;mrow data-mjx-texclass=&quot;INNER&quot;&gt;&lt;mo data-mjx-texclass=&quot;OPEN&quot;&gt;(&lt;/mo&gt;&lt;mi&gt;n&lt;/mi&gt;&lt;mrow data-mjx-texclass=&quot;ORD&quot;&gt;&lt;mo data-mjx-pseudoscript=&quot;true&quot;&gt;°&lt;/mo&gt;&lt;/mrow&gt;&lt;mo data-mjx-texclass=&quot;CLOSE&quot;&gt;)&lt;/mo&gt;&lt;/mrow&gt;&lt;mo&gt;=&lt;/mo&gt;&lt;mfrac&gt;&lt;mn&gt;8&lt;/mn&gt;&lt;mn&gt;18&lt;/mn&gt;&lt;/mfrac&gt;&lt;mtext&gt;&lt;/mtext&gt;&lt;mtext&gt;&lt;/mtext&gt;&lt;mtext&gt;&lt;/mtext&gt;&lt;mtext&gt;&lt;/mtext&gt;&lt;mtext&gt;&lt;/mtext&gt;&lt;mi&gt;n&lt;/mi&gt;&lt;mo&gt;=&lt;/mo&gt;&lt;mi&gt;cos&lt;/mi&gt;&lt;mo data-mjx-texclass=&quot;NONE&quot;&gt;⁡&lt;/mo&gt;&lt;mrow data-mjx-texclass=&quot;INNER&quot;&gt;&lt;mo data-mjx-texclass=&quot;OPEN&quot;&gt;(&lt;/mo&gt;&lt;mfrac&gt;&lt;mn&gt;4&lt;/mn&gt;&lt;mn&gt;9&lt;/mn&gt;&lt;/mfrac&gt;&lt;mo data-mjx-texclass=&quot;CLOSE&quot;&gt;)&lt;/mo&gt;&lt;/mrow&gt;&lt;mtext&gt;&lt;/mtext&gt;&lt;mtext&gt;&lt;/mtext&gt;&lt;mtext&gt;&lt;/mtext&gt;&lt;mtext&gt;&lt;/mtext&gt;&lt;mtext&gt;&lt;/mtext&gt;&lt;mi&gt;n&lt;/mi&gt;&lt;mo&gt;=&lt;/mo&gt;&lt;msup&gt;&lt;mi&gt;cos&lt;/mi&gt;&lt;mrow data-mjx-texclass=&quot;ORD&quot;&gt;&lt;mo&gt;−&lt;/mo&gt;&lt;mn&gt;1&lt;/mn&gt;&lt;/mrow&gt;&lt;/msup&gt;&lt;mo data-mjx-texclass=&quot;NONE&quot;&gt;⁡&lt;/mo&gt;&lt;mrow data-mjx-texclass=&quot;INNER&quot;&gt;&lt;mo data-mjx-texclass=&quot;OPEN&quot;&gt;(&lt;/mo&gt;&lt;mfrac&gt;&lt;mn&gt;4&lt;/mn&gt;&lt;mn&gt;9&lt;/mn&gt;&lt;/mfrac&gt;&lt;mo data-mjx-texclass=&quot;CLOSE&quot;&gt;)&lt;/mo&gt;&lt;/mrow&gt;&lt;mtext&gt;&lt;/mtext&gt;&lt;mtext&gt;&lt;/mtext&gt;&lt;mtext&gt;&lt;/mtext&gt;&lt;mtext&gt;&lt;/mtext&gt;&lt;mtext&gt;&lt;/mtext&gt;&lt;mtext&gt;&lt;/mtext&gt;&lt;mtext&gt;&lt;/mtext&gt;&lt;mtext&gt;&lt;/mtext&gt;&lt;mtext&gt;&lt;/mtext&gt;&lt;mi&gt;n&lt;/mi&gt;&lt;mo&gt;=&lt;/mo&gt;&lt;msup&gt;&lt;mi&gt;cos&lt;/mi&gt;&lt;mrow data-mjx-texclass=&quot;ORD&quot;&gt;&lt;mo&gt;−&lt;/mo&gt;&lt;mn&gt;1&lt;/mn&gt;&lt;/mrow&gt;&lt;/msup&gt;&lt;mo data-mjx-texclass=&quot;NONE&quot;&gt;⁡&lt;/mo&gt;&lt;mrow data-mjx-texclass=&quot;INNER&quot;&gt;&lt;mo data-mjx-texclass=&quot;OPEN&quot;&gt;(&lt;/mo&gt;&lt;mfrac&gt;&lt;mn&gt;40&lt;/mn&gt;&lt;mn&gt;90&lt;/mn&gt;&lt;/mfrac&gt;&lt;mo data-mjx-texclass=&quot;CLOSE&quot;&gt;)&lt;/mo&gt;&lt;/mrow&gt;&lt;/math&gt;" id="1971" name="Google Shape;1971;p95" title="cosine n degrees equals 8 over 18 n equals cosine four ninths n equals the inverse cosine of four ninths n equals the inverse cosine of open paren 40 over 90 close paren"/>
          <p:cNvPicPr preferRelativeResize="0"/>
          <p:nvPr/>
        </p:nvPicPr>
        <p:blipFill rotWithShape="1">
          <a:blip r:embed="rId5">
            <a:alphaModFix/>
          </a:blip>
          <a:srcRect b="0" l="0" r="80726" t="0"/>
          <a:stretch/>
        </p:blipFill>
        <p:spPr>
          <a:xfrm>
            <a:off x="2139850" y="2242350"/>
            <a:ext cx="1467948" cy="658800"/>
          </a:xfrm>
          <a:prstGeom prst="rect">
            <a:avLst/>
          </a:prstGeom>
          <a:noFill/>
          <a:ln>
            <a:noFill/>
          </a:ln>
        </p:spPr>
      </p:pic>
      <p:pic>
        <p:nvPicPr>
          <p:cNvPr descr="&lt;math xmlns=&quot;http://www.w3.org/1998/Math/MathML&quot; display=&quot;block&quot; data-is-equatio=&quot;1&quot; data-latex=&quot;\cos\left(n°\right)=\frac{8}{18}\ \ \ \ \ n=\cos\left(\frac{4}{9}\right)\ \ \ \ \ n=\cos^{-1}\left(\frac{4}{9}\right)\ \ \ \ \ \ \ \ \ n=\cos^{-1}\left(\frac{40}{90}\right)&quot;&gt;&lt;mi&gt;cos&lt;/mi&gt;&lt;mo data-mjx-texclass=&quot;NONE&quot;&gt;⁡&lt;/mo&gt;&lt;mrow data-mjx-texclass=&quot;INNER&quot;&gt;&lt;mo data-mjx-texclass=&quot;OPEN&quot;&gt;(&lt;/mo&gt;&lt;mi&gt;n&lt;/mi&gt;&lt;mrow data-mjx-texclass=&quot;ORD&quot;&gt;&lt;mo data-mjx-pseudoscript=&quot;true&quot;&gt;°&lt;/mo&gt;&lt;/mrow&gt;&lt;mo data-mjx-texclass=&quot;CLOSE&quot;&gt;)&lt;/mo&gt;&lt;/mrow&gt;&lt;mo&gt;=&lt;/mo&gt;&lt;mfrac&gt;&lt;mn&gt;8&lt;/mn&gt;&lt;mn&gt;18&lt;/mn&gt;&lt;/mfrac&gt;&lt;mtext&gt;&lt;/mtext&gt;&lt;mtext&gt;&lt;/mtext&gt;&lt;mtext&gt;&lt;/mtext&gt;&lt;mtext&gt;&lt;/mtext&gt;&lt;mtext&gt;&lt;/mtext&gt;&lt;mi&gt;n&lt;/mi&gt;&lt;mo&gt;=&lt;/mo&gt;&lt;mi&gt;cos&lt;/mi&gt;&lt;mo data-mjx-texclass=&quot;NONE&quot;&gt;⁡&lt;/mo&gt;&lt;mrow data-mjx-texclass=&quot;INNER&quot;&gt;&lt;mo data-mjx-texclass=&quot;OPEN&quot;&gt;(&lt;/mo&gt;&lt;mfrac&gt;&lt;mn&gt;4&lt;/mn&gt;&lt;mn&gt;9&lt;/mn&gt;&lt;/mfrac&gt;&lt;mo data-mjx-texclass=&quot;CLOSE&quot;&gt;)&lt;/mo&gt;&lt;/mrow&gt;&lt;mtext&gt;&lt;/mtext&gt;&lt;mtext&gt;&lt;/mtext&gt;&lt;mtext&gt;&lt;/mtext&gt;&lt;mtext&gt;&lt;/mtext&gt;&lt;mtext&gt;&lt;/mtext&gt;&lt;mi&gt;n&lt;/mi&gt;&lt;mo&gt;=&lt;/mo&gt;&lt;msup&gt;&lt;mi&gt;cos&lt;/mi&gt;&lt;mrow data-mjx-texclass=&quot;ORD&quot;&gt;&lt;mo&gt;−&lt;/mo&gt;&lt;mn&gt;1&lt;/mn&gt;&lt;/mrow&gt;&lt;/msup&gt;&lt;mo data-mjx-texclass=&quot;NONE&quot;&gt;⁡&lt;/mo&gt;&lt;mrow data-mjx-texclass=&quot;INNER&quot;&gt;&lt;mo data-mjx-texclass=&quot;OPEN&quot;&gt;(&lt;/mo&gt;&lt;mfrac&gt;&lt;mn&gt;4&lt;/mn&gt;&lt;mn&gt;9&lt;/mn&gt;&lt;/mfrac&gt;&lt;mo data-mjx-texclass=&quot;CLOSE&quot;&gt;)&lt;/mo&gt;&lt;/mrow&gt;&lt;mtext&gt;&lt;/mtext&gt;&lt;mtext&gt;&lt;/mtext&gt;&lt;mtext&gt;&lt;/mtext&gt;&lt;mtext&gt;&lt;/mtext&gt;&lt;mtext&gt;&lt;/mtext&gt;&lt;mtext&gt;&lt;/mtext&gt;&lt;mtext&gt;&lt;/mtext&gt;&lt;mtext&gt;&lt;/mtext&gt;&lt;mtext&gt;&lt;/mtext&gt;&lt;mi&gt;n&lt;/mi&gt;&lt;mo&gt;=&lt;/mo&gt;&lt;msup&gt;&lt;mi&gt;cos&lt;/mi&gt;&lt;mrow data-mjx-texclass=&quot;ORD&quot;&gt;&lt;mo&gt;−&lt;/mo&gt;&lt;mn&gt;1&lt;/mn&gt;&lt;/mrow&gt;&lt;/msup&gt;&lt;mo data-mjx-texclass=&quot;NONE&quot;&gt;⁡&lt;/mo&gt;&lt;mrow data-mjx-texclass=&quot;INNER&quot;&gt;&lt;mo data-mjx-texclass=&quot;OPEN&quot;&gt;(&lt;/mo&gt;&lt;mfrac&gt;&lt;mn&gt;40&lt;/mn&gt;&lt;mn&gt;90&lt;/mn&gt;&lt;/mfrac&gt;&lt;mo data-mjx-texclass=&quot;CLOSE&quot;&gt;)&lt;/mo&gt;&lt;/mrow&gt;&lt;/math&gt;" id="1972" name="Google Shape;1972;p95" title="cosine n degrees equals 8 over 18 n equals cosine four ninths n equals the inverse cosine of four ninths n equals the inverse cosine of open paren 40 over 90 close paren"/>
          <p:cNvPicPr preferRelativeResize="0"/>
          <p:nvPr/>
        </p:nvPicPr>
        <p:blipFill rotWithShape="1">
          <a:blip r:embed="rId5">
            <a:alphaModFix/>
          </a:blip>
          <a:srcRect b="0" l="23064" r="57661" t="0"/>
          <a:stretch/>
        </p:blipFill>
        <p:spPr>
          <a:xfrm>
            <a:off x="2116177" y="3672850"/>
            <a:ext cx="1467948" cy="658800"/>
          </a:xfrm>
          <a:prstGeom prst="rect">
            <a:avLst/>
          </a:prstGeom>
          <a:noFill/>
          <a:ln>
            <a:noFill/>
          </a:ln>
        </p:spPr>
      </p:pic>
      <p:pic>
        <p:nvPicPr>
          <p:cNvPr descr="&lt;math xmlns=&quot;http://www.w3.org/1998/Math/MathML&quot; display=&quot;block&quot; data-is-equatio=&quot;1&quot; data-latex=&quot;\cos\left(n°\right)=\frac{8}{18}\ \ \ \ \ n=\cos\left(\frac{4}{9}\right)\ \ \ \ \ n=\cos^{-1}\left(\frac{4}{9}\right)\ \ \ \ \ \ \ \ \ n=\cos^{-1}\left(\frac{40}{90}\right)&quot;&gt;&lt;mi&gt;cos&lt;/mi&gt;&lt;mo data-mjx-texclass=&quot;NONE&quot;&gt;⁡&lt;/mo&gt;&lt;mrow data-mjx-texclass=&quot;INNER&quot;&gt;&lt;mo data-mjx-texclass=&quot;OPEN&quot;&gt;(&lt;/mo&gt;&lt;mi&gt;n&lt;/mi&gt;&lt;mrow data-mjx-texclass=&quot;ORD&quot;&gt;&lt;mo data-mjx-pseudoscript=&quot;true&quot;&gt;°&lt;/mo&gt;&lt;/mrow&gt;&lt;mo data-mjx-texclass=&quot;CLOSE&quot;&gt;)&lt;/mo&gt;&lt;/mrow&gt;&lt;mo&gt;=&lt;/mo&gt;&lt;mfrac&gt;&lt;mn&gt;8&lt;/mn&gt;&lt;mn&gt;18&lt;/mn&gt;&lt;/mfrac&gt;&lt;mtext&gt;&lt;/mtext&gt;&lt;mtext&gt;&lt;/mtext&gt;&lt;mtext&gt;&lt;/mtext&gt;&lt;mtext&gt;&lt;/mtext&gt;&lt;mtext&gt;&lt;/mtext&gt;&lt;mi&gt;n&lt;/mi&gt;&lt;mo&gt;=&lt;/mo&gt;&lt;mi&gt;cos&lt;/mi&gt;&lt;mo data-mjx-texclass=&quot;NONE&quot;&gt;⁡&lt;/mo&gt;&lt;mrow data-mjx-texclass=&quot;INNER&quot;&gt;&lt;mo data-mjx-texclass=&quot;OPEN&quot;&gt;(&lt;/mo&gt;&lt;mfrac&gt;&lt;mn&gt;4&lt;/mn&gt;&lt;mn&gt;9&lt;/mn&gt;&lt;/mfrac&gt;&lt;mo data-mjx-texclass=&quot;CLOSE&quot;&gt;)&lt;/mo&gt;&lt;/mrow&gt;&lt;mtext&gt;&lt;/mtext&gt;&lt;mtext&gt;&lt;/mtext&gt;&lt;mtext&gt;&lt;/mtext&gt;&lt;mtext&gt;&lt;/mtext&gt;&lt;mtext&gt;&lt;/mtext&gt;&lt;mi&gt;n&lt;/mi&gt;&lt;mo&gt;=&lt;/mo&gt;&lt;msup&gt;&lt;mi&gt;cos&lt;/mi&gt;&lt;mrow data-mjx-texclass=&quot;ORD&quot;&gt;&lt;mo&gt;−&lt;/mo&gt;&lt;mn&gt;1&lt;/mn&gt;&lt;/mrow&gt;&lt;/msup&gt;&lt;mo data-mjx-texclass=&quot;NONE&quot;&gt;⁡&lt;/mo&gt;&lt;mrow data-mjx-texclass=&quot;INNER&quot;&gt;&lt;mo data-mjx-texclass=&quot;OPEN&quot;&gt;(&lt;/mo&gt;&lt;mfrac&gt;&lt;mn&gt;4&lt;/mn&gt;&lt;mn&gt;9&lt;/mn&gt;&lt;/mfrac&gt;&lt;mo data-mjx-texclass=&quot;CLOSE&quot;&gt;)&lt;/mo&gt;&lt;/mrow&gt;&lt;mtext&gt;&lt;/mtext&gt;&lt;mtext&gt;&lt;/mtext&gt;&lt;mtext&gt;&lt;/mtext&gt;&lt;mtext&gt;&lt;/mtext&gt;&lt;mtext&gt;&lt;/mtext&gt;&lt;mtext&gt;&lt;/mtext&gt;&lt;mtext&gt;&lt;/mtext&gt;&lt;mtext&gt;&lt;/mtext&gt;&lt;mtext&gt;&lt;/mtext&gt;&lt;mi&gt;n&lt;/mi&gt;&lt;mo&gt;=&lt;/mo&gt;&lt;msup&gt;&lt;mi&gt;cos&lt;/mi&gt;&lt;mrow data-mjx-texclass=&quot;ORD&quot;&gt;&lt;mo&gt;−&lt;/mo&gt;&lt;mn&gt;1&lt;/mn&gt;&lt;/mrow&gt;&lt;/msup&gt;&lt;mo data-mjx-texclass=&quot;NONE&quot;&gt;⁡&lt;/mo&gt;&lt;mrow data-mjx-texclass=&quot;INNER&quot;&gt;&lt;mo data-mjx-texclass=&quot;OPEN&quot;&gt;(&lt;/mo&gt;&lt;mfrac&gt;&lt;mn&gt;40&lt;/mn&gt;&lt;mn&gt;90&lt;/mn&gt;&lt;/mfrac&gt;&lt;mo data-mjx-texclass=&quot;CLOSE&quot;&gt;)&lt;/mo&gt;&lt;/mrow&gt;&lt;/math&gt;" id="1973" name="Google Shape;1973;p95" title="cosine n degrees equals 8 over 18 n equals cosine four ninths n equals the inverse cosine of four ninths n equals the inverse cosine of open paren 40 over 90 close paren"/>
          <p:cNvPicPr preferRelativeResize="0"/>
          <p:nvPr/>
        </p:nvPicPr>
        <p:blipFill rotWithShape="1">
          <a:blip r:embed="rId5">
            <a:alphaModFix/>
          </a:blip>
          <a:srcRect b="0" l="46075" r="29885" t="0"/>
          <a:stretch/>
        </p:blipFill>
        <p:spPr>
          <a:xfrm>
            <a:off x="5449878" y="2249525"/>
            <a:ext cx="1830973" cy="658800"/>
          </a:xfrm>
          <a:prstGeom prst="rect">
            <a:avLst/>
          </a:prstGeom>
          <a:noFill/>
          <a:ln>
            <a:noFill/>
          </a:ln>
        </p:spPr>
      </p:pic>
      <p:pic>
        <p:nvPicPr>
          <p:cNvPr descr="&lt;math xmlns=&quot;http://www.w3.org/1998/Math/MathML&quot; display=&quot;block&quot; data-is-equatio=&quot;1&quot; data-latex=&quot;\cos\left(n°\right)=\frac{8}{18}\ \ \ \ \ n=\cos\left(\frac{4}{9}\right)\ \ \ \ \ n=\cos^{-1}\left(\frac{4}{9}\right)\ \ \ \ \ \ \ \ \ n=\cos^{-1}\left(\frac{40}{90}\right)&quot;&gt;&lt;mi&gt;cos&lt;/mi&gt;&lt;mo data-mjx-texclass=&quot;NONE&quot;&gt;⁡&lt;/mo&gt;&lt;mrow data-mjx-texclass=&quot;INNER&quot;&gt;&lt;mo data-mjx-texclass=&quot;OPEN&quot;&gt;(&lt;/mo&gt;&lt;mi&gt;n&lt;/mi&gt;&lt;mrow data-mjx-texclass=&quot;ORD&quot;&gt;&lt;mo data-mjx-pseudoscript=&quot;true&quot;&gt;°&lt;/mo&gt;&lt;/mrow&gt;&lt;mo data-mjx-texclass=&quot;CLOSE&quot;&gt;)&lt;/mo&gt;&lt;/mrow&gt;&lt;mo&gt;=&lt;/mo&gt;&lt;mfrac&gt;&lt;mn&gt;8&lt;/mn&gt;&lt;mn&gt;18&lt;/mn&gt;&lt;/mfrac&gt;&lt;mtext&gt;&lt;/mtext&gt;&lt;mtext&gt;&lt;/mtext&gt;&lt;mtext&gt;&lt;/mtext&gt;&lt;mtext&gt;&lt;/mtext&gt;&lt;mtext&gt;&lt;/mtext&gt;&lt;mi&gt;n&lt;/mi&gt;&lt;mo&gt;=&lt;/mo&gt;&lt;mi&gt;cos&lt;/mi&gt;&lt;mo data-mjx-texclass=&quot;NONE&quot;&gt;⁡&lt;/mo&gt;&lt;mrow data-mjx-texclass=&quot;INNER&quot;&gt;&lt;mo data-mjx-texclass=&quot;OPEN&quot;&gt;(&lt;/mo&gt;&lt;mfrac&gt;&lt;mn&gt;4&lt;/mn&gt;&lt;mn&gt;9&lt;/mn&gt;&lt;/mfrac&gt;&lt;mo data-mjx-texclass=&quot;CLOSE&quot;&gt;)&lt;/mo&gt;&lt;/mrow&gt;&lt;mtext&gt;&lt;/mtext&gt;&lt;mtext&gt;&lt;/mtext&gt;&lt;mtext&gt;&lt;/mtext&gt;&lt;mtext&gt;&lt;/mtext&gt;&lt;mtext&gt;&lt;/mtext&gt;&lt;mi&gt;n&lt;/mi&gt;&lt;mo&gt;=&lt;/mo&gt;&lt;msup&gt;&lt;mi&gt;cos&lt;/mi&gt;&lt;mrow data-mjx-texclass=&quot;ORD&quot;&gt;&lt;mo&gt;−&lt;/mo&gt;&lt;mn&gt;1&lt;/mn&gt;&lt;/mrow&gt;&lt;/msup&gt;&lt;mo data-mjx-texclass=&quot;NONE&quot;&gt;⁡&lt;/mo&gt;&lt;mrow data-mjx-texclass=&quot;INNER&quot;&gt;&lt;mo data-mjx-texclass=&quot;OPEN&quot;&gt;(&lt;/mo&gt;&lt;mfrac&gt;&lt;mn&gt;4&lt;/mn&gt;&lt;mn&gt;9&lt;/mn&gt;&lt;/mfrac&gt;&lt;mo data-mjx-texclass=&quot;CLOSE&quot;&gt;)&lt;/mo&gt;&lt;/mrow&gt;&lt;mtext&gt;&lt;/mtext&gt;&lt;mtext&gt;&lt;/mtext&gt;&lt;mtext&gt;&lt;/mtext&gt;&lt;mtext&gt;&lt;/mtext&gt;&lt;mtext&gt;&lt;/mtext&gt;&lt;mtext&gt;&lt;/mtext&gt;&lt;mtext&gt;&lt;/mtext&gt;&lt;mtext&gt;&lt;/mtext&gt;&lt;mtext&gt;&lt;/mtext&gt;&lt;mi&gt;n&lt;/mi&gt;&lt;mo&gt;=&lt;/mo&gt;&lt;msup&gt;&lt;mi&gt;cos&lt;/mi&gt;&lt;mrow data-mjx-texclass=&quot;ORD&quot;&gt;&lt;mo&gt;−&lt;/mo&gt;&lt;mn&gt;1&lt;/mn&gt;&lt;/mrow&gt;&lt;/msup&gt;&lt;mo data-mjx-texclass=&quot;NONE&quot;&gt;⁡&lt;/mo&gt;&lt;mrow data-mjx-texclass=&quot;INNER&quot;&gt;&lt;mo data-mjx-texclass=&quot;OPEN&quot;&gt;(&lt;/mo&gt;&lt;mfrac&gt;&lt;mn&gt;40&lt;/mn&gt;&lt;mn&gt;90&lt;/mn&gt;&lt;/mfrac&gt;&lt;mo data-mjx-texclass=&quot;CLOSE&quot;&gt;)&lt;/mo&gt;&lt;/mrow&gt;&lt;/math&gt;" id="1974" name="Google Shape;1974;p95" title="cosine n degrees equals 8 over 18 n equals cosine four ninths n equals the inverse cosine of four ninths n equals the inverse cosine of open paren 40 over 90 close paren"/>
          <p:cNvPicPr preferRelativeResize="0"/>
          <p:nvPr/>
        </p:nvPicPr>
        <p:blipFill rotWithShape="1">
          <a:blip r:embed="rId5">
            <a:alphaModFix/>
          </a:blip>
          <a:srcRect b="0" l="75960" r="0" t="0"/>
          <a:stretch/>
        </p:blipFill>
        <p:spPr>
          <a:xfrm>
            <a:off x="5434906" y="3677400"/>
            <a:ext cx="1830973" cy="658800"/>
          </a:xfrm>
          <a:prstGeom prst="rect">
            <a:avLst/>
          </a:prstGeom>
          <a:noFill/>
          <a:ln>
            <a:noFill/>
          </a:ln>
        </p:spPr>
      </p:pic>
      <p:pic>
        <p:nvPicPr>
          <p:cNvPr id="1975" name="Google Shape;1975;p95"/>
          <p:cNvPicPr preferRelativeResize="0"/>
          <p:nvPr/>
        </p:nvPicPr>
        <p:blipFill>
          <a:blip r:embed="rId4">
            <a:alphaModFix/>
          </a:blip>
          <a:stretch>
            <a:fillRect/>
          </a:stretch>
        </p:blipFill>
        <p:spPr>
          <a:xfrm>
            <a:off x="4602673" y="3760470"/>
            <a:ext cx="465513" cy="492670"/>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965"/>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1966"/>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1975"/>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3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79" name="Shape 1979"/>
        <p:cNvGrpSpPr/>
        <p:nvPr/>
      </p:nvGrpSpPr>
      <p:grpSpPr>
        <a:xfrm>
          <a:off x="0" y="0"/>
          <a:ext cx="0" cy="0"/>
          <a:chOff x="0" y="0"/>
          <a:chExt cx="0" cy="0"/>
        </a:xfrm>
      </p:grpSpPr>
      <p:pic>
        <p:nvPicPr>
          <p:cNvPr descr="&lt;math xmlns=&quot;http://www.w3.org/1998/Math/MathML&quot; display=&quot;block&quot; data-is-equatio=&quot;1&quot; data-latex=&quot;\cos\left(u°\right)=\frac{16}{69}\ \ \ \ \ u=\cos\left(\frac{16}{69}\right)\ \ \ \ \ \ \ \ \ u=\cos^{-1}\left(\frac{69}{16}\right)\ \ \ \ \ \ \ \ \ u=\cos^{-1}\left(\frac{16}{69}\right)&quot;&gt;&lt;mi&gt;cos&lt;/mi&gt;&lt;mo data-mjx-texclass=&quot;NONE&quot;&gt;⁡&lt;/mo&gt;&lt;mrow data-mjx-texclass=&quot;INNER&quot;&gt;&lt;mo data-mjx-texclass=&quot;OPEN&quot;&gt;(&lt;/mo&gt;&lt;mi&gt;u&lt;/mi&gt;&lt;mrow data-mjx-texclass=&quot;ORD&quot;&gt;&lt;mo data-mjx-pseudoscript=&quot;true&quot;&gt;°&lt;/mo&gt;&lt;/mrow&gt;&lt;mo data-mjx-texclass=&quot;CLOSE&quot;&gt;)&lt;/mo&gt;&lt;/mrow&gt;&lt;mo&gt;=&lt;/mo&gt;&lt;mfrac&gt;&lt;mn&gt;16&lt;/mn&gt;&lt;mn&gt;69&lt;/mn&gt;&lt;/mfrac&gt;&lt;mtext&gt;&lt;/mtext&gt;&lt;mtext&gt;&lt;/mtext&gt;&lt;mtext&gt;&lt;/mtext&gt;&lt;mtext&gt;&lt;/mtext&gt;&lt;mtext&gt;&lt;/mtext&gt;&lt;mi&gt;u&lt;/mi&gt;&lt;mo&gt;=&lt;/mo&gt;&lt;mi&gt;cos&lt;/mi&gt;&lt;mo data-mjx-texclass=&quot;NONE&quot;&gt;⁡&lt;/mo&gt;&lt;mrow data-mjx-texclass=&quot;INNER&quot;&gt;&lt;mo data-mjx-texclass=&quot;OPEN&quot;&gt;(&lt;/mo&gt;&lt;mfrac&gt;&lt;mn&gt;16&lt;/mn&gt;&lt;mn&gt;69&lt;/mn&gt;&lt;/mfrac&gt;&lt;mo data-mjx-texclass=&quot;CLOSE&quot;&gt;)&lt;/mo&gt;&lt;/mrow&gt;&lt;mtext&gt;&lt;/mtext&gt;&lt;mtext&gt;&lt;/mtext&gt;&lt;mtext&gt;&lt;/mtext&gt;&lt;mtext&gt;&lt;/mtext&gt;&lt;mtext&gt;&lt;/mtext&gt;&lt;mtext&gt;&lt;/mtext&gt;&lt;mtext&gt;&lt;/mtext&gt;&lt;mtext&gt;&lt;/mtext&gt;&lt;mtext&gt;&lt;/mtext&gt;&lt;mi&gt;u&lt;/mi&gt;&lt;mo&gt;=&lt;/mo&gt;&lt;msup&gt;&lt;mi&gt;cos&lt;/mi&gt;&lt;mrow data-mjx-texclass=&quot;ORD&quot;&gt;&lt;mo&gt;−&lt;/mo&gt;&lt;mn&gt;1&lt;/mn&gt;&lt;/mrow&gt;&lt;/msup&gt;&lt;mo data-mjx-texclass=&quot;NONE&quot;&gt;⁡&lt;/mo&gt;&lt;mrow data-mjx-texclass=&quot;INNER&quot;&gt;&lt;mo data-mjx-texclass=&quot;OPEN&quot;&gt;(&lt;/mo&gt;&lt;mfrac&gt;&lt;mn&gt;69&lt;/mn&gt;&lt;mn&gt;16&lt;/mn&gt;&lt;/mfrac&gt;&lt;mo data-mjx-texclass=&quot;CLOSE&quot;&gt;)&lt;/mo&gt;&lt;/mrow&gt;&lt;mtext&gt;&lt;/mtext&gt;&lt;mtext&gt;&lt;/mtext&gt;&lt;mtext&gt;&lt;/mtext&gt;&lt;mtext&gt;&lt;/mtext&gt;&lt;mtext&gt;&lt;/mtext&gt;&lt;mtext&gt;&lt;/mtext&gt;&lt;mtext&gt;&lt;/mtext&gt;&lt;mtext&gt;&lt;/mtext&gt;&lt;mtext&gt;&lt;/mtext&gt;&lt;mi&gt;u&lt;/mi&gt;&lt;mo&gt;=&lt;/mo&gt;&lt;msup&gt;&lt;mi&gt;cos&lt;/mi&gt;&lt;mrow data-mjx-texclass=&quot;ORD&quot;&gt;&lt;mo&gt;−&lt;/mo&gt;&lt;mn&gt;1&lt;/mn&gt;&lt;/mrow&gt;&lt;/msup&gt;&lt;mo data-mjx-texclass=&quot;NONE&quot;&gt;⁡&lt;/mo&gt;&lt;mrow data-mjx-texclass=&quot;INNER&quot;&gt;&lt;mo data-mjx-texclass=&quot;OPEN&quot;&gt;(&lt;/mo&gt;&lt;mfrac&gt;&lt;mn&gt;16&lt;/mn&gt;&lt;mn&gt;69&lt;/mn&gt;&lt;/mfrac&gt;&lt;mo data-mjx-texclass=&quot;CLOSE&quot;&gt;)&lt;/mo&gt;&lt;/mrow&gt;&lt;/math&gt;" id="1980" name="Google Shape;1980;p96" title="cosine u degrees equals 16 over 69 u equals the cosine of open paren 16 over 69 close paren u equals the inverse cosine of open paren 69 over 16 close paren u equals the inverse cosine of open paren 16 over 69 close paren"/>
          <p:cNvPicPr preferRelativeResize="0"/>
          <p:nvPr/>
        </p:nvPicPr>
        <p:blipFill rotWithShape="1">
          <a:blip r:embed="rId3">
            <a:alphaModFix/>
          </a:blip>
          <a:srcRect b="0" l="0" r="80732" t="0"/>
          <a:stretch/>
        </p:blipFill>
        <p:spPr>
          <a:xfrm>
            <a:off x="1228468" y="1558150"/>
            <a:ext cx="1564777" cy="658800"/>
          </a:xfrm>
          <a:prstGeom prst="rect">
            <a:avLst/>
          </a:prstGeom>
          <a:noFill/>
          <a:ln>
            <a:noFill/>
          </a:ln>
        </p:spPr>
      </p:pic>
      <p:sp>
        <p:nvSpPr>
          <p:cNvPr id="1981" name="Google Shape;1981;p96"/>
          <p:cNvSpPr/>
          <p:nvPr/>
        </p:nvSpPr>
        <p:spPr>
          <a:xfrm flipH="1">
            <a:off x="6944250" y="2873725"/>
            <a:ext cx="938700" cy="938700"/>
          </a:xfrm>
          <a:prstGeom prst="arc">
            <a:avLst>
              <a:gd fmla="val 10771373" name="adj1"/>
              <a:gd fmla="val 14522387" name="adj2"/>
            </a:avLst>
          </a:prstGeom>
          <a:solidFill>
            <a:srgbClr val="F3EEFB"/>
          </a:solidFill>
          <a:ln cap="flat" cmpd="sng" w="2857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grpSp>
        <p:nvGrpSpPr>
          <p:cNvPr id="1982" name="Google Shape;1982;p96"/>
          <p:cNvGrpSpPr/>
          <p:nvPr/>
        </p:nvGrpSpPr>
        <p:grpSpPr>
          <a:xfrm>
            <a:off x="6965674" y="1619992"/>
            <a:ext cx="1339054" cy="1840072"/>
            <a:chOff x="-2089411" y="1392790"/>
            <a:chExt cx="1437216" cy="1848947"/>
          </a:xfrm>
        </p:grpSpPr>
        <p:sp>
          <p:nvSpPr>
            <p:cNvPr id="1983" name="Google Shape;1983;p96"/>
            <p:cNvSpPr/>
            <p:nvPr/>
          </p:nvSpPr>
          <p:spPr>
            <a:xfrm rot="-5400000">
              <a:off x="-1966795" y="1809575"/>
              <a:ext cx="1668300" cy="960900"/>
            </a:xfrm>
            <a:prstGeom prst="rtTriangle">
              <a:avLst/>
            </a:prstGeom>
            <a:noFill/>
            <a:ln cap="flat" cmpd="sng" w="2857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cxnSp>
          <p:nvCxnSpPr>
            <p:cNvPr id="1984" name="Google Shape;1984;p96"/>
            <p:cNvCxnSpPr/>
            <p:nvPr/>
          </p:nvCxnSpPr>
          <p:spPr>
            <a:xfrm flipH="1">
              <a:off x="-2089411" y="1392790"/>
              <a:ext cx="960900" cy="1668300"/>
            </a:xfrm>
            <a:prstGeom prst="straightConnector1">
              <a:avLst/>
            </a:prstGeom>
            <a:noFill/>
            <a:ln cap="flat" cmpd="sng" w="28575">
              <a:solidFill>
                <a:schemeClr val="accent5"/>
              </a:solidFill>
              <a:prstDash val="solid"/>
              <a:round/>
              <a:headEnd len="med" w="med" type="triangle"/>
              <a:tailEnd len="med" w="med" type="triangle"/>
            </a:ln>
          </p:spPr>
        </p:cxnSp>
        <p:cxnSp>
          <p:nvCxnSpPr>
            <p:cNvPr id="1985" name="Google Shape;1985;p96"/>
            <p:cNvCxnSpPr/>
            <p:nvPr/>
          </p:nvCxnSpPr>
          <p:spPr>
            <a:xfrm>
              <a:off x="-2046550" y="3241737"/>
              <a:ext cx="991200" cy="0"/>
            </a:xfrm>
            <a:prstGeom prst="straightConnector1">
              <a:avLst/>
            </a:prstGeom>
            <a:noFill/>
            <a:ln cap="flat" cmpd="sng" w="28575">
              <a:solidFill>
                <a:schemeClr val="accent5"/>
              </a:solidFill>
              <a:prstDash val="solid"/>
              <a:round/>
              <a:headEnd len="med" w="med" type="triangle"/>
              <a:tailEnd len="med" w="med" type="triangle"/>
            </a:ln>
          </p:spPr>
        </p:cxnSp>
      </p:grpSp>
      <p:sp>
        <p:nvSpPr>
          <p:cNvPr id="1986" name="Google Shape;1986;p96"/>
          <p:cNvSpPr txBox="1"/>
          <p:nvPr/>
        </p:nvSpPr>
        <p:spPr>
          <a:xfrm>
            <a:off x="324000" y="633631"/>
            <a:ext cx="8496000" cy="6156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None/>
            </a:pPr>
            <a:r>
              <a:rPr lang="en-GB" sz="1800">
                <a:solidFill>
                  <a:schemeClr val="dk1"/>
                </a:solidFill>
                <a:latin typeface="Lexend"/>
                <a:ea typeface="Lexend"/>
                <a:cs typeface="Lexend"/>
                <a:sym typeface="Lexend"/>
              </a:rPr>
              <a:t>Which of the following equations are correct when finding the size of angle </a:t>
            </a:r>
            <a:r>
              <a:rPr i="1" lang="en-GB" sz="2200">
                <a:solidFill>
                  <a:schemeClr val="dk1"/>
                </a:solidFill>
                <a:latin typeface="Times New Roman"/>
                <a:ea typeface="Times New Roman"/>
                <a:cs typeface="Times New Roman"/>
                <a:sym typeface="Times New Roman"/>
              </a:rPr>
              <a:t>u</a:t>
            </a:r>
            <a:r>
              <a:rPr lang="en-GB" sz="1800">
                <a:solidFill>
                  <a:schemeClr val="dk1"/>
                </a:solidFill>
                <a:latin typeface="Lexend"/>
                <a:ea typeface="Lexend"/>
                <a:cs typeface="Lexend"/>
                <a:sym typeface="Lexend"/>
              </a:rPr>
              <a:t>° in this triangle?</a:t>
            </a:r>
            <a:endParaRPr sz="1800">
              <a:solidFill>
                <a:srgbClr val="000000"/>
              </a:solidFill>
              <a:latin typeface="Lexend"/>
              <a:ea typeface="Lexend"/>
              <a:cs typeface="Lexend"/>
              <a:sym typeface="Lexend"/>
            </a:endParaRPr>
          </a:p>
        </p:txBody>
      </p:sp>
      <p:sp>
        <p:nvSpPr>
          <p:cNvPr id="1987" name="Google Shape;1987;p96"/>
          <p:cNvSpPr txBox="1"/>
          <p:nvPr>
            <p:ph type="title"/>
          </p:nvPr>
        </p:nvSpPr>
        <p:spPr>
          <a:xfrm>
            <a:off x="324000" y="0"/>
            <a:ext cx="7885200" cy="613500"/>
          </a:xfrm>
          <a:prstGeom prst="rect">
            <a:avLst/>
          </a:prstGeom>
        </p:spPr>
        <p:txBody>
          <a:bodyPr anchorCtr="0" anchor="ctr" bIns="0" lIns="0" spcFirstLastPara="1" rIns="0" wrap="square" tIns="0">
            <a:noAutofit/>
          </a:bodyPr>
          <a:lstStyle/>
          <a:p>
            <a:pPr indent="0" lvl="0" marL="0" rtl="0" algn="l">
              <a:spcBef>
                <a:spcPts val="0"/>
              </a:spcBef>
              <a:spcAft>
                <a:spcPts val="0"/>
              </a:spcAft>
              <a:buNone/>
            </a:pPr>
            <a:r>
              <a:rPr lang="en-GB"/>
              <a:t>Calculating angles using the cosine formula</a:t>
            </a:r>
            <a:endParaRPr/>
          </a:p>
        </p:txBody>
      </p:sp>
      <p:sp>
        <p:nvSpPr>
          <p:cNvPr id="1988" name="Google Shape;1988;p96"/>
          <p:cNvSpPr/>
          <p:nvPr/>
        </p:nvSpPr>
        <p:spPr>
          <a:xfrm flipH="1">
            <a:off x="8144078" y="3182446"/>
            <a:ext cx="159900" cy="159900"/>
          </a:xfrm>
          <a:prstGeom prst="rect">
            <a:avLst/>
          </a:prstGeom>
          <a:noFill/>
          <a:ln cap="flat" cmpd="sng" w="28575">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sp>
        <p:nvSpPr>
          <p:cNvPr id="1989" name="Google Shape;1989;p96"/>
          <p:cNvSpPr txBox="1"/>
          <p:nvPr/>
        </p:nvSpPr>
        <p:spPr>
          <a:xfrm flipH="1">
            <a:off x="7547589" y="3537816"/>
            <a:ext cx="663000" cy="1746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Clr>
                <a:srgbClr val="000000"/>
              </a:buClr>
              <a:buSzPts val="1100"/>
              <a:buFont typeface="Arial"/>
              <a:buNone/>
            </a:pPr>
            <a:r>
              <a:rPr lang="en-GB" sz="1800">
                <a:latin typeface="Lexend"/>
                <a:ea typeface="Lexend"/>
                <a:cs typeface="Lexend"/>
                <a:sym typeface="Lexend"/>
              </a:rPr>
              <a:t>16 cm</a:t>
            </a:r>
            <a:endParaRPr sz="1800">
              <a:latin typeface="Lexend"/>
              <a:ea typeface="Lexend"/>
              <a:cs typeface="Lexend"/>
              <a:sym typeface="Lexend"/>
            </a:endParaRPr>
          </a:p>
        </p:txBody>
      </p:sp>
      <p:sp>
        <p:nvSpPr>
          <p:cNvPr id="1990" name="Google Shape;1990;p96"/>
          <p:cNvSpPr txBox="1"/>
          <p:nvPr/>
        </p:nvSpPr>
        <p:spPr>
          <a:xfrm flipH="1">
            <a:off x="7483177" y="3118384"/>
            <a:ext cx="385500" cy="1476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Clr>
                <a:schemeClr val="dk1"/>
              </a:buClr>
              <a:buSzPts val="1100"/>
              <a:buFont typeface="Arial"/>
              <a:buNone/>
            </a:pPr>
            <a:r>
              <a:rPr i="1" lang="en-GB" sz="2200">
                <a:solidFill>
                  <a:schemeClr val="dk1"/>
                </a:solidFill>
                <a:latin typeface="Times New Roman"/>
                <a:ea typeface="Times New Roman"/>
                <a:cs typeface="Times New Roman"/>
                <a:sym typeface="Times New Roman"/>
              </a:rPr>
              <a:t>u</a:t>
            </a:r>
            <a:r>
              <a:rPr lang="en-GB" sz="1800">
                <a:solidFill>
                  <a:schemeClr val="dk1"/>
                </a:solidFill>
                <a:latin typeface="Lexend"/>
                <a:ea typeface="Lexend"/>
                <a:cs typeface="Lexend"/>
                <a:sym typeface="Lexend"/>
              </a:rPr>
              <a:t>°</a:t>
            </a:r>
            <a:endParaRPr sz="1800">
              <a:latin typeface="Lexend"/>
              <a:ea typeface="Lexend"/>
              <a:cs typeface="Lexend"/>
              <a:sym typeface="Lexend"/>
            </a:endParaRPr>
          </a:p>
        </p:txBody>
      </p:sp>
      <p:sp>
        <p:nvSpPr>
          <p:cNvPr id="1991" name="Google Shape;1991;p96"/>
          <p:cNvSpPr txBox="1"/>
          <p:nvPr/>
        </p:nvSpPr>
        <p:spPr>
          <a:xfrm flipH="1" rot="1136">
            <a:off x="6876936" y="2292798"/>
            <a:ext cx="907500" cy="1746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Clr>
                <a:srgbClr val="000000"/>
              </a:buClr>
              <a:buSzPts val="1100"/>
              <a:buFont typeface="Arial"/>
              <a:buNone/>
            </a:pPr>
            <a:r>
              <a:rPr lang="en-GB" sz="1800">
                <a:latin typeface="Lexend"/>
                <a:ea typeface="Lexend"/>
                <a:cs typeface="Lexend"/>
                <a:sym typeface="Lexend"/>
              </a:rPr>
              <a:t>69 cm</a:t>
            </a:r>
            <a:endParaRPr sz="1800">
              <a:latin typeface="Lexend"/>
              <a:ea typeface="Lexend"/>
              <a:cs typeface="Lexend"/>
              <a:sym typeface="Lexend"/>
            </a:endParaRPr>
          </a:p>
        </p:txBody>
      </p:sp>
      <p:grpSp>
        <p:nvGrpSpPr>
          <p:cNvPr id="1992" name="Google Shape;1992;p96"/>
          <p:cNvGrpSpPr/>
          <p:nvPr/>
        </p:nvGrpSpPr>
        <p:grpSpPr>
          <a:xfrm>
            <a:off x="842894" y="1761566"/>
            <a:ext cx="285750" cy="285750"/>
            <a:chOff x="1020916" y="1442088"/>
            <a:chExt cx="457200" cy="457200"/>
          </a:xfrm>
        </p:grpSpPr>
        <p:pic>
          <p:nvPicPr>
            <p:cNvPr id="1993" name="Google Shape;1993;p96"/>
            <p:cNvPicPr preferRelativeResize="0"/>
            <p:nvPr/>
          </p:nvPicPr>
          <p:blipFill>
            <a:blip r:embed="rId4">
              <a:alphaModFix/>
            </a:blip>
            <a:stretch>
              <a:fillRect/>
            </a:stretch>
          </p:blipFill>
          <p:spPr>
            <a:xfrm>
              <a:off x="1020916" y="1442088"/>
              <a:ext cx="457200" cy="457200"/>
            </a:xfrm>
            <a:prstGeom prst="rect">
              <a:avLst/>
            </a:prstGeom>
            <a:noFill/>
            <a:ln>
              <a:noFill/>
            </a:ln>
          </p:spPr>
        </p:pic>
        <p:sp>
          <p:nvSpPr>
            <p:cNvPr id="1994" name="Google Shape;1994;p96"/>
            <p:cNvSpPr txBox="1"/>
            <p:nvPr/>
          </p:nvSpPr>
          <p:spPr>
            <a:xfrm>
              <a:off x="1045521" y="1451202"/>
              <a:ext cx="408000" cy="4185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GB" sz="1800">
                  <a:solidFill>
                    <a:srgbClr val="FFFFFF"/>
                  </a:solidFill>
                  <a:latin typeface="Lexend"/>
                  <a:ea typeface="Lexend"/>
                  <a:cs typeface="Lexend"/>
                  <a:sym typeface="Lexend"/>
                </a:rPr>
                <a:t>a</a:t>
              </a:r>
              <a:endParaRPr b="1" sz="1800">
                <a:solidFill>
                  <a:srgbClr val="FFFFFF"/>
                </a:solidFill>
                <a:latin typeface="Lexend"/>
                <a:ea typeface="Lexend"/>
                <a:cs typeface="Lexend"/>
                <a:sym typeface="Lexend"/>
              </a:endParaRPr>
            </a:p>
          </p:txBody>
        </p:sp>
      </p:grpSp>
      <p:grpSp>
        <p:nvGrpSpPr>
          <p:cNvPr id="1995" name="Google Shape;1995;p96"/>
          <p:cNvGrpSpPr/>
          <p:nvPr/>
        </p:nvGrpSpPr>
        <p:grpSpPr>
          <a:xfrm>
            <a:off x="842894" y="3174332"/>
            <a:ext cx="285750" cy="285750"/>
            <a:chOff x="1020916" y="1442088"/>
            <a:chExt cx="457200" cy="457200"/>
          </a:xfrm>
        </p:grpSpPr>
        <p:pic>
          <p:nvPicPr>
            <p:cNvPr id="1996" name="Google Shape;1996;p96"/>
            <p:cNvPicPr preferRelativeResize="0"/>
            <p:nvPr/>
          </p:nvPicPr>
          <p:blipFill>
            <a:blip r:embed="rId4">
              <a:alphaModFix/>
            </a:blip>
            <a:stretch>
              <a:fillRect/>
            </a:stretch>
          </p:blipFill>
          <p:spPr>
            <a:xfrm>
              <a:off x="1020916" y="1442088"/>
              <a:ext cx="457200" cy="457200"/>
            </a:xfrm>
            <a:prstGeom prst="rect">
              <a:avLst/>
            </a:prstGeom>
            <a:noFill/>
            <a:ln>
              <a:noFill/>
            </a:ln>
          </p:spPr>
        </p:pic>
        <p:sp>
          <p:nvSpPr>
            <p:cNvPr id="1997" name="Google Shape;1997;p96"/>
            <p:cNvSpPr txBox="1"/>
            <p:nvPr/>
          </p:nvSpPr>
          <p:spPr>
            <a:xfrm>
              <a:off x="1045521" y="1451202"/>
              <a:ext cx="408000" cy="4185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GB" sz="1800">
                  <a:solidFill>
                    <a:srgbClr val="FFFFFF"/>
                  </a:solidFill>
                  <a:latin typeface="Lexend"/>
                  <a:ea typeface="Lexend"/>
                  <a:cs typeface="Lexend"/>
                  <a:sym typeface="Lexend"/>
                </a:rPr>
                <a:t>b</a:t>
              </a:r>
              <a:endParaRPr b="1" sz="1800">
                <a:solidFill>
                  <a:srgbClr val="FFFFFF"/>
                </a:solidFill>
                <a:latin typeface="Lexend"/>
                <a:ea typeface="Lexend"/>
                <a:cs typeface="Lexend"/>
                <a:sym typeface="Lexend"/>
              </a:endParaRPr>
            </a:p>
          </p:txBody>
        </p:sp>
      </p:grpSp>
      <p:grpSp>
        <p:nvGrpSpPr>
          <p:cNvPr id="1998" name="Google Shape;1998;p96"/>
          <p:cNvGrpSpPr/>
          <p:nvPr/>
        </p:nvGrpSpPr>
        <p:grpSpPr>
          <a:xfrm>
            <a:off x="3807124" y="1761566"/>
            <a:ext cx="285750" cy="285750"/>
            <a:chOff x="1020916" y="1442088"/>
            <a:chExt cx="457200" cy="457200"/>
          </a:xfrm>
        </p:grpSpPr>
        <p:pic>
          <p:nvPicPr>
            <p:cNvPr id="1999" name="Google Shape;1999;p96"/>
            <p:cNvPicPr preferRelativeResize="0"/>
            <p:nvPr/>
          </p:nvPicPr>
          <p:blipFill>
            <a:blip r:embed="rId4">
              <a:alphaModFix/>
            </a:blip>
            <a:stretch>
              <a:fillRect/>
            </a:stretch>
          </p:blipFill>
          <p:spPr>
            <a:xfrm>
              <a:off x="1020916" y="1442088"/>
              <a:ext cx="457200" cy="457200"/>
            </a:xfrm>
            <a:prstGeom prst="rect">
              <a:avLst/>
            </a:prstGeom>
            <a:noFill/>
            <a:ln>
              <a:noFill/>
            </a:ln>
          </p:spPr>
        </p:pic>
        <p:sp>
          <p:nvSpPr>
            <p:cNvPr id="2000" name="Google Shape;2000;p96"/>
            <p:cNvSpPr txBox="1"/>
            <p:nvPr/>
          </p:nvSpPr>
          <p:spPr>
            <a:xfrm>
              <a:off x="1045521" y="1451202"/>
              <a:ext cx="408000" cy="4185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GB" sz="1800">
                  <a:solidFill>
                    <a:srgbClr val="FFFFFF"/>
                  </a:solidFill>
                  <a:latin typeface="Lexend"/>
                  <a:ea typeface="Lexend"/>
                  <a:cs typeface="Lexend"/>
                  <a:sym typeface="Lexend"/>
                </a:rPr>
                <a:t>c</a:t>
              </a:r>
              <a:endParaRPr b="1" sz="1800">
                <a:solidFill>
                  <a:srgbClr val="FFFFFF"/>
                </a:solidFill>
                <a:latin typeface="Lexend"/>
                <a:ea typeface="Lexend"/>
                <a:cs typeface="Lexend"/>
                <a:sym typeface="Lexend"/>
              </a:endParaRPr>
            </a:p>
          </p:txBody>
        </p:sp>
      </p:grpSp>
      <p:grpSp>
        <p:nvGrpSpPr>
          <p:cNvPr id="2001" name="Google Shape;2001;p96"/>
          <p:cNvGrpSpPr/>
          <p:nvPr/>
        </p:nvGrpSpPr>
        <p:grpSpPr>
          <a:xfrm>
            <a:off x="3807124" y="3174332"/>
            <a:ext cx="285750" cy="285750"/>
            <a:chOff x="1020916" y="1442088"/>
            <a:chExt cx="457200" cy="457200"/>
          </a:xfrm>
        </p:grpSpPr>
        <p:pic>
          <p:nvPicPr>
            <p:cNvPr id="2002" name="Google Shape;2002;p96"/>
            <p:cNvPicPr preferRelativeResize="0"/>
            <p:nvPr/>
          </p:nvPicPr>
          <p:blipFill>
            <a:blip r:embed="rId4">
              <a:alphaModFix/>
            </a:blip>
            <a:stretch>
              <a:fillRect/>
            </a:stretch>
          </p:blipFill>
          <p:spPr>
            <a:xfrm>
              <a:off x="1020916" y="1442088"/>
              <a:ext cx="457200" cy="457200"/>
            </a:xfrm>
            <a:prstGeom prst="rect">
              <a:avLst/>
            </a:prstGeom>
            <a:noFill/>
            <a:ln>
              <a:noFill/>
            </a:ln>
          </p:spPr>
        </p:pic>
        <p:sp>
          <p:nvSpPr>
            <p:cNvPr id="2003" name="Google Shape;2003;p96"/>
            <p:cNvSpPr txBox="1"/>
            <p:nvPr/>
          </p:nvSpPr>
          <p:spPr>
            <a:xfrm>
              <a:off x="1045521" y="1451202"/>
              <a:ext cx="408000" cy="4185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GB" sz="1800">
                  <a:solidFill>
                    <a:srgbClr val="FFFFFF"/>
                  </a:solidFill>
                  <a:latin typeface="Lexend"/>
                  <a:ea typeface="Lexend"/>
                  <a:cs typeface="Lexend"/>
                  <a:sym typeface="Lexend"/>
                </a:rPr>
                <a:t>d</a:t>
              </a:r>
              <a:endParaRPr b="1" sz="1800">
                <a:solidFill>
                  <a:srgbClr val="FFFFFF"/>
                </a:solidFill>
                <a:latin typeface="Lexend"/>
                <a:ea typeface="Lexend"/>
                <a:cs typeface="Lexend"/>
                <a:sym typeface="Lexend"/>
              </a:endParaRPr>
            </a:p>
          </p:txBody>
        </p:sp>
      </p:grpSp>
      <p:pic>
        <p:nvPicPr>
          <p:cNvPr id="2004" name="Google Shape;2004;p96"/>
          <p:cNvPicPr preferRelativeResize="0"/>
          <p:nvPr/>
        </p:nvPicPr>
        <p:blipFill>
          <a:blip r:embed="rId5">
            <a:alphaModFix/>
          </a:blip>
          <a:stretch>
            <a:fillRect/>
          </a:stretch>
        </p:blipFill>
        <p:spPr>
          <a:xfrm>
            <a:off x="377398" y="1658148"/>
            <a:ext cx="465513" cy="492670"/>
          </a:xfrm>
          <a:prstGeom prst="rect">
            <a:avLst/>
          </a:prstGeom>
          <a:noFill/>
          <a:ln>
            <a:noFill/>
          </a:ln>
        </p:spPr>
      </p:pic>
      <p:pic>
        <p:nvPicPr>
          <p:cNvPr id="2005" name="Google Shape;2005;p96"/>
          <p:cNvPicPr preferRelativeResize="0"/>
          <p:nvPr/>
        </p:nvPicPr>
        <p:blipFill>
          <a:blip r:embed="rId5">
            <a:alphaModFix/>
          </a:blip>
          <a:stretch>
            <a:fillRect/>
          </a:stretch>
        </p:blipFill>
        <p:spPr>
          <a:xfrm>
            <a:off x="3307273" y="3074670"/>
            <a:ext cx="465513" cy="492670"/>
          </a:xfrm>
          <a:prstGeom prst="rect">
            <a:avLst/>
          </a:prstGeom>
          <a:noFill/>
          <a:ln>
            <a:noFill/>
          </a:ln>
        </p:spPr>
      </p:pic>
      <p:pic>
        <p:nvPicPr>
          <p:cNvPr descr="&lt;math xmlns=&quot;http://www.w3.org/1998/Math/MathML&quot; display=&quot;block&quot; data-is-equatio=&quot;1&quot; data-latex=&quot;\cos\left(u°\right)=\frac{16}{69}\ \ \ \ \ u=\cos\left(\frac{16}{69}\right)\ \ \ \ \ \ \ \ \ u=\cos^{-1}\left(\frac{69}{16}\right)\ \ \ \ \ \ \ \ \ u=\cos^{-1}\left(\frac{16}{69}\right)&quot;&gt;&lt;mi&gt;cos&lt;/mi&gt;&lt;mo data-mjx-texclass=&quot;NONE&quot;&gt;⁡&lt;/mo&gt;&lt;mrow data-mjx-texclass=&quot;INNER&quot;&gt;&lt;mo data-mjx-texclass=&quot;OPEN&quot;&gt;(&lt;/mo&gt;&lt;mi&gt;u&lt;/mi&gt;&lt;mrow data-mjx-texclass=&quot;ORD&quot;&gt;&lt;mo data-mjx-pseudoscript=&quot;true&quot;&gt;°&lt;/mo&gt;&lt;/mrow&gt;&lt;mo data-mjx-texclass=&quot;CLOSE&quot;&gt;)&lt;/mo&gt;&lt;/mrow&gt;&lt;mo&gt;=&lt;/mo&gt;&lt;mfrac&gt;&lt;mn&gt;16&lt;/mn&gt;&lt;mn&gt;69&lt;/mn&gt;&lt;/mfrac&gt;&lt;mtext&gt;&lt;/mtext&gt;&lt;mtext&gt;&lt;/mtext&gt;&lt;mtext&gt;&lt;/mtext&gt;&lt;mtext&gt;&lt;/mtext&gt;&lt;mtext&gt;&lt;/mtext&gt;&lt;mi&gt;u&lt;/mi&gt;&lt;mo&gt;=&lt;/mo&gt;&lt;mi&gt;cos&lt;/mi&gt;&lt;mo data-mjx-texclass=&quot;NONE&quot;&gt;⁡&lt;/mo&gt;&lt;mrow data-mjx-texclass=&quot;INNER&quot;&gt;&lt;mo data-mjx-texclass=&quot;OPEN&quot;&gt;(&lt;/mo&gt;&lt;mfrac&gt;&lt;mn&gt;16&lt;/mn&gt;&lt;mn&gt;69&lt;/mn&gt;&lt;/mfrac&gt;&lt;mo data-mjx-texclass=&quot;CLOSE&quot;&gt;)&lt;/mo&gt;&lt;/mrow&gt;&lt;mtext&gt;&lt;/mtext&gt;&lt;mtext&gt;&lt;/mtext&gt;&lt;mtext&gt;&lt;/mtext&gt;&lt;mtext&gt;&lt;/mtext&gt;&lt;mtext&gt;&lt;/mtext&gt;&lt;mtext&gt;&lt;/mtext&gt;&lt;mtext&gt;&lt;/mtext&gt;&lt;mtext&gt;&lt;/mtext&gt;&lt;mtext&gt;&lt;/mtext&gt;&lt;mi&gt;u&lt;/mi&gt;&lt;mo&gt;=&lt;/mo&gt;&lt;msup&gt;&lt;mi&gt;cos&lt;/mi&gt;&lt;mrow data-mjx-texclass=&quot;ORD&quot;&gt;&lt;mo&gt;−&lt;/mo&gt;&lt;mn&gt;1&lt;/mn&gt;&lt;/mrow&gt;&lt;/msup&gt;&lt;mo data-mjx-texclass=&quot;NONE&quot;&gt;⁡&lt;/mo&gt;&lt;mrow data-mjx-texclass=&quot;INNER&quot;&gt;&lt;mo data-mjx-texclass=&quot;OPEN&quot;&gt;(&lt;/mo&gt;&lt;mfrac&gt;&lt;mn&gt;69&lt;/mn&gt;&lt;mn&gt;16&lt;/mn&gt;&lt;/mfrac&gt;&lt;mo data-mjx-texclass=&quot;CLOSE&quot;&gt;)&lt;/mo&gt;&lt;/mrow&gt;&lt;mtext&gt;&lt;/mtext&gt;&lt;mtext&gt;&lt;/mtext&gt;&lt;mtext&gt;&lt;/mtext&gt;&lt;mtext&gt;&lt;/mtext&gt;&lt;mtext&gt;&lt;/mtext&gt;&lt;mtext&gt;&lt;/mtext&gt;&lt;mtext&gt;&lt;/mtext&gt;&lt;mtext&gt;&lt;/mtext&gt;&lt;mtext&gt;&lt;/mtext&gt;&lt;mi&gt;u&lt;/mi&gt;&lt;mo&gt;=&lt;/mo&gt;&lt;msup&gt;&lt;mi&gt;cos&lt;/mi&gt;&lt;mrow data-mjx-texclass=&quot;ORD&quot;&gt;&lt;mo&gt;−&lt;/mo&gt;&lt;mn&gt;1&lt;/mn&gt;&lt;/mrow&gt;&lt;/msup&gt;&lt;mo data-mjx-texclass=&quot;NONE&quot;&gt;⁡&lt;/mo&gt;&lt;mrow data-mjx-texclass=&quot;INNER&quot;&gt;&lt;mo data-mjx-texclass=&quot;OPEN&quot;&gt;(&lt;/mo&gt;&lt;mfrac&gt;&lt;mn&gt;16&lt;/mn&gt;&lt;mn&gt;69&lt;/mn&gt;&lt;/mfrac&gt;&lt;mo data-mjx-texclass=&quot;CLOSE&quot;&gt;)&lt;/mo&gt;&lt;/mrow&gt;&lt;/math&gt;" id="2006" name="Google Shape;2006;p96" title="cosine u degrees equals 16 over 69 u equals the cosine of open paren 16 over 69 close paren u equals the inverse cosine of open paren 69 over 16 close paren u equals the inverse cosine of open paren 16 over 69 close paren"/>
          <p:cNvPicPr preferRelativeResize="0"/>
          <p:nvPr/>
        </p:nvPicPr>
        <p:blipFill rotWithShape="1">
          <a:blip r:embed="rId3">
            <a:alphaModFix/>
          </a:blip>
          <a:srcRect b="0" l="21500" r="58904" t="0"/>
          <a:stretch/>
        </p:blipFill>
        <p:spPr>
          <a:xfrm>
            <a:off x="1201775" y="2975450"/>
            <a:ext cx="1591473" cy="658800"/>
          </a:xfrm>
          <a:prstGeom prst="rect">
            <a:avLst/>
          </a:prstGeom>
          <a:noFill/>
          <a:ln>
            <a:noFill/>
          </a:ln>
        </p:spPr>
      </p:pic>
      <p:pic>
        <p:nvPicPr>
          <p:cNvPr descr="&lt;math xmlns=&quot;http://www.w3.org/1998/Math/MathML&quot; display=&quot;block&quot; data-is-equatio=&quot;1&quot; data-latex=&quot;\cos\left(u°\right)=\frac{16}{69}\ \ \ \ \ u=\cos\left(\frac{16}{69}\right)\ \ \ \ \ \ \ \ \ u=\cos^{-1}\left(\frac{69}{16}\right)\ \ \ \ \ \ \ \ \ u=\cos^{-1}\left(\frac{16}{69}\right)&quot;&gt;&lt;mi&gt;cos&lt;/mi&gt;&lt;mo data-mjx-texclass=&quot;NONE&quot;&gt;⁡&lt;/mo&gt;&lt;mrow data-mjx-texclass=&quot;INNER&quot;&gt;&lt;mo data-mjx-texclass=&quot;OPEN&quot;&gt;(&lt;/mo&gt;&lt;mi&gt;u&lt;/mi&gt;&lt;mrow data-mjx-texclass=&quot;ORD&quot;&gt;&lt;mo data-mjx-pseudoscript=&quot;true&quot;&gt;°&lt;/mo&gt;&lt;/mrow&gt;&lt;mo data-mjx-texclass=&quot;CLOSE&quot;&gt;)&lt;/mo&gt;&lt;/mrow&gt;&lt;mo&gt;=&lt;/mo&gt;&lt;mfrac&gt;&lt;mn&gt;16&lt;/mn&gt;&lt;mn&gt;69&lt;/mn&gt;&lt;/mfrac&gt;&lt;mtext&gt;&lt;/mtext&gt;&lt;mtext&gt;&lt;/mtext&gt;&lt;mtext&gt;&lt;/mtext&gt;&lt;mtext&gt;&lt;/mtext&gt;&lt;mtext&gt;&lt;/mtext&gt;&lt;mi&gt;u&lt;/mi&gt;&lt;mo&gt;=&lt;/mo&gt;&lt;mi&gt;cos&lt;/mi&gt;&lt;mo data-mjx-texclass=&quot;NONE&quot;&gt;⁡&lt;/mo&gt;&lt;mrow data-mjx-texclass=&quot;INNER&quot;&gt;&lt;mo data-mjx-texclass=&quot;OPEN&quot;&gt;(&lt;/mo&gt;&lt;mfrac&gt;&lt;mn&gt;16&lt;/mn&gt;&lt;mn&gt;69&lt;/mn&gt;&lt;/mfrac&gt;&lt;mo data-mjx-texclass=&quot;CLOSE&quot;&gt;)&lt;/mo&gt;&lt;/mrow&gt;&lt;mtext&gt;&lt;/mtext&gt;&lt;mtext&gt;&lt;/mtext&gt;&lt;mtext&gt;&lt;/mtext&gt;&lt;mtext&gt;&lt;/mtext&gt;&lt;mtext&gt;&lt;/mtext&gt;&lt;mtext&gt;&lt;/mtext&gt;&lt;mtext&gt;&lt;/mtext&gt;&lt;mtext&gt;&lt;/mtext&gt;&lt;mtext&gt;&lt;/mtext&gt;&lt;mi&gt;u&lt;/mi&gt;&lt;mo&gt;=&lt;/mo&gt;&lt;msup&gt;&lt;mi&gt;cos&lt;/mi&gt;&lt;mrow data-mjx-texclass=&quot;ORD&quot;&gt;&lt;mo&gt;−&lt;/mo&gt;&lt;mn&gt;1&lt;/mn&gt;&lt;/mrow&gt;&lt;/msup&gt;&lt;mo data-mjx-texclass=&quot;NONE&quot;&gt;⁡&lt;/mo&gt;&lt;mrow data-mjx-texclass=&quot;INNER&quot;&gt;&lt;mo data-mjx-texclass=&quot;OPEN&quot;&gt;(&lt;/mo&gt;&lt;mfrac&gt;&lt;mn&gt;69&lt;/mn&gt;&lt;mn&gt;16&lt;/mn&gt;&lt;/mfrac&gt;&lt;mo data-mjx-texclass=&quot;CLOSE&quot;&gt;)&lt;/mo&gt;&lt;/mrow&gt;&lt;mtext&gt;&lt;/mtext&gt;&lt;mtext&gt;&lt;/mtext&gt;&lt;mtext&gt;&lt;/mtext&gt;&lt;mtext&gt;&lt;/mtext&gt;&lt;mtext&gt;&lt;/mtext&gt;&lt;mtext&gt;&lt;/mtext&gt;&lt;mtext&gt;&lt;/mtext&gt;&lt;mtext&gt;&lt;/mtext&gt;&lt;mtext&gt;&lt;/mtext&gt;&lt;mi&gt;u&lt;/mi&gt;&lt;mo&gt;=&lt;/mo&gt;&lt;msup&gt;&lt;mi&gt;cos&lt;/mi&gt;&lt;mrow data-mjx-texclass=&quot;ORD&quot;&gt;&lt;mo&gt;−&lt;/mo&gt;&lt;mn&gt;1&lt;/mn&gt;&lt;/mrow&gt;&lt;/msup&gt;&lt;mo data-mjx-texclass=&quot;NONE&quot;&gt;⁡&lt;/mo&gt;&lt;mrow data-mjx-texclass=&quot;INNER&quot;&gt;&lt;mo data-mjx-texclass=&quot;OPEN&quot;&gt;(&lt;/mo&gt;&lt;mfrac&gt;&lt;mn&gt;16&lt;/mn&gt;&lt;mn&gt;69&lt;/mn&gt;&lt;/mfrac&gt;&lt;mo data-mjx-texclass=&quot;CLOSE&quot;&gt;)&lt;/mo&gt;&lt;/mrow&gt;&lt;/math&gt;" id="2007" name="Google Shape;2007;p96" title="cosine u degrees equals 16 over 69 u equals the cosine of open paren 16 over 69 close paren u equals the inverse cosine of open paren 69 over 16 close paren u equals the inverse cosine of open paren 16 over 69 close paren"/>
          <p:cNvPicPr preferRelativeResize="0"/>
          <p:nvPr/>
        </p:nvPicPr>
        <p:blipFill rotWithShape="1">
          <a:blip r:embed="rId3">
            <a:alphaModFix/>
          </a:blip>
          <a:srcRect b="0" l="47900" r="28411" t="0"/>
          <a:stretch/>
        </p:blipFill>
        <p:spPr>
          <a:xfrm>
            <a:off x="4154472" y="1563025"/>
            <a:ext cx="1923848" cy="658800"/>
          </a:xfrm>
          <a:prstGeom prst="rect">
            <a:avLst/>
          </a:prstGeom>
          <a:noFill/>
          <a:ln>
            <a:noFill/>
          </a:ln>
        </p:spPr>
      </p:pic>
      <p:pic>
        <p:nvPicPr>
          <p:cNvPr descr="&lt;math xmlns=&quot;http://www.w3.org/1998/Math/MathML&quot; display=&quot;block&quot; data-is-equatio=&quot;1&quot; data-latex=&quot;\cos\left(u°\right)=\frac{16}{69}\ \ \ \ \ u=\cos\left(\frac{16}{69}\right)\ \ \ \ \ \ \ \ \ u=\cos^{-1}\left(\frac{69}{16}\right)\ \ \ \ \ \ \ \ \ u=\cos^{-1}\left(\frac{16}{69}\right)&quot;&gt;&lt;mi&gt;cos&lt;/mi&gt;&lt;mo data-mjx-texclass=&quot;NONE&quot;&gt;⁡&lt;/mo&gt;&lt;mrow data-mjx-texclass=&quot;INNER&quot;&gt;&lt;mo data-mjx-texclass=&quot;OPEN&quot;&gt;(&lt;/mo&gt;&lt;mi&gt;u&lt;/mi&gt;&lt;mrow data-mjx-texclass=&quot;ORD&quot;&gt;&lt;mo data-mjx-pseudoscript=&quot;true&quot;&gt;°&lt;/mo&gt;&lt;/mrow&gt;&lt;mo data-mjx-texclass=&quot;CLOSE&quot;&gt;)&lt;/mo&gt;&lt;/mrow&gt;&lt;mo&gt;=&lt;/mo&gt;&lt;mfrac&gt;&lt;mn&gt;16&lt;/mn&gt;&lt;mn&gt;69&lt;/mn&gt;&lt;/mfrac&gt;&lt;mtext&gt;&lt;/mtext&gt;&lt;mtext&gt;&lt;/mtext&gt;&lt;mtext&gt;&lt;/mtext&gt;&lt;mtext&gt;&lt;/mtext&gt;&lt;mtext&gt;&lt;/mtext&gt;&lt;mi&gt;u&lt;/mi&gt;&lt;mo&gt;=&lt;/mo&gt;&lt;mi&gt;cos&lt;/mi&gt;&lt;mo data-mjx-texclass=&quot;NONE&quot;&gt;⁡&lt;/mo&gt;&lt;mrow data-mjx-texclass=&quot;INNER&quot;&gt;&lt;mo data-mjx-texclass=&quot;OPEN&quot;&gt;(&lt;/mo&gt;&lt;mfrac&gt;&lt;mn&gt;16&lt;/mn&gt;&lt;mn&gt;69&lt;/mn&gt;&lt;/mfrac&gt;&lt;mo data-mjx-texclass=&quot;CLOSE&quot;&gt;)&lt;/mo&gt;&lt;/mrow&gt;&lt;mtext&gt;&lt;/mtext&gt;&lt;mtext&gt;&lt;/mtext&gt;&lt;mtext&gt;&lt;/mtext&gt;&lt;mtext&gt;&lt;/mtext&gt;&lt;mtext&gt;&lt;/mtext&gt;&lt;mtext&gt;&lt;/mtext&gt;&lt;mtext&gt;&lt;/mtext&gt;&lt;mtext&gt;&lt;/mtext&gt;&lt;mtext&gt;&lt;/mtext&gt;&lt;mi&gt;u&lt;/mi&gt;&lt;mo&gt;=&lt;/mo&gt;&lt;msup&gt;&lt;mi&gt;cos&lt;/mi&gt;&lt;mrow data-mjx-texclass=&quot;ORD&quot;&gt;&lt;mo&gt;−&lt;/mo&gt;&lt;mn&gt;1&lt;/mn&gt;&lt;/mrow&gt;&lt;/msup&gt;&lt;mo data-mjx-texclass=&quot;NONE&quot;&gt;⁡&lt;/mo&gt;&lt;mrow data-mjx-texclass=&quot;INNER&quot;&gt;&lt;mo data-mjx-texclass=&quot;OPEN&quot;&gt;(&lt;/mo&gt;&lt;mfrac&gt;&lt;mn&gt;69&lt;/mn&gt;&lt;mn&gt;16&lt;/mn&gt;&lt;/mfrac&gt;&lt;mo data-mjx-texclass=&quot;CLOSE&quot;&gt;)&lt;/mo&gt;&lt;/mrow&gt;&lt;mtext&gt;&lt;/mtext&gt;&lt;mtext&gt;&lt;/mtext&gt;&lt;mtext&gt;&lt;/mtext&gt;&lt;mtext&gt;&lt;/mtext&gt;&lt;mtext&gt;&lt;/mtext&gt;&lt;mtext&gt;&lt;/mtext&gt;&lt;mtext&gt;&lt;/mtext&gt;&lt;mtext&gt;&lt;/mtext&gt;&lt;mtext&gt;&lt;/mtext&gt;&lt;mi&gt;u&lt;/mi&gt;&lt;mo&gt;=&lt;/mo&gt;&lt;msup&gt;&lt;mi&gt;cos&lt;/mi&gt;&lt;mrow data-mjx-texclass=&quot;ORD&quot;&gt;&lt;mo&gt;−&lt;/mo&gt;&lt;mn&gt;1&lt;/mn&gt;&lt;/mrow&gt;&lt;/msup&gt;&lt;mo data-mjx-texclass=&quot;NONE&quot;&gt;⁡&lt;/mo&gt;&lt;mrow data-mjx-texclass=&quot;INNER&quot;&gt;&lt;mo data-mjx-texclass=&quot;OPEN&quot;&gt;(&lt;/mo&gt;&lt;mfrac&gt;&lt;mn&gt;16&lt;/mn&gt;&lt;mn&gt;69&lt;/mn&gt;&lt;/mfrac&gt;&lt;mo data-mjx-texclass=&quot;CLOSE&quot;&gt;)&lt;/mo&gt;&lt;/mrow&gt;&lt;/math&gt;" id="2008" name="Google Shape;2008;p96" title="cosine u degrees equals 16 over 69 u equals the cosine of open paren 16 over 69 close paren u equals the inverse cosine of open paren 69 over 16 close paren u equals the inverse cosine of open paren 16 over 69 close paren"/>
          <p:cNvPicPr preferRelativeResize="0"/>
          <p:nvPr/>
        </p:nvPicPr>
        <p:blipFill rotWithShape="1">
          <a:blip r:embed="rId3">
            <a:alphaModFix/>
          </a:blip>
          <a:srcRect b="0" l="77760" r="0" t="0"/>
          <a:stretch/>
        </p:blipFill>
        <p:spPr>
          <a:xfrm>
            <a:off x="4163500" y="2993775"/>
            <a:ext cx="1806150" cy="658800"/>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004"/>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2005"/>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3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12" name="Shape 2012"/>
        <p:cNvGrpSpPr/>
        <p:nvPr/>
      </p:nvGrpSpPr>
      <p:grpSpPr>
        <a:xfrm>
          <a:off x="0" y="0"/>
          <a:ext cx="0" cy="0"/>
          <a:chOff x="0" y="0"/>
          <a:chExt cx="0" cy="0"/>
        </a:xfrm>
      </p:grpSpPr>
      <p:sp>
        <p:nvSpPr>
          <p:cNvPr id="2013" name="Google Shape;2013;p97"/>
          <p:cNvSpPr txBox="1"/>
          <p:nvPr/>
        </p:nvSpPr>
        <p:spPr>
          <a:xfrm>
            <a:off x="279925" y="653275"/>
            <a:ext cx="8629200" cy="5232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Clr>
                <a:schemeClr val="dk1"/>
              </a:buClr>
              <a:buSzPts val="1100"/>
              <a:buFont typeface="Arial"/>
              <a:buNone/>
            </a:pPr>
            <a:r>
              <a:rPr lang="en-GB" sz="1700">
                <a:solidFill>
                  <a:schemeClr val="dk1"/>
                </a:solidFill>
                <a:latin typeface="Lexend"/>
                <a:ea typeface="Lexend"/>
                <a:cs typeface="Lexend"/>
                <a:sym typeface="Lexend"/>
              </a:rPr>
              <a:t>1) Match each triangle to: an equation that describes the relationship between its hypotenuse and an adjacent side, and to the size of its angle (2 d.p.).</a:t>
            </a:r>
            <a:endParaRPr sz="1700">
              <a:solidFill>
                <a:srgbClr val="000000"/>
              </a:solidFill>
              <a:latin typeface="Lexend"/>
              <a:ea typeface="Lexend"/>
              <a:cs typeface="Lexend"/>
              <a:sym typeface="Lexend"/>
            </a:endParaRPr>
          </a:p>
        </p:txBody>
      </p:sp>
      <p:sp>
        <p:nvSpPr>
          <p:cNvPr id="2014" name="Google Shape;2014;p97"/>
          <p:cNvSpPr txBox="1"/>
          <p:nvPr>
            <p:ph type="title"/>
          </p:nvPr>
        </p:nvSpPr>
        <p:spPr>
          <a:xfrm>
            <a:off x="1479300" y="39650"/>
            <a:ext cx="6855300" cy="382800"/>
          </a:xfrm>
          <a:prstGeom prst="rect">
            <a:avLst/>
          </a:prstGeom>
        </p:spPr>
        <p:txBody>
          <a:bodyPr anchorCtr="0" anchor="b" bIns="0" lIns="0" spcFirstLastPara="1" rIns="0" wrap="square" tIns="0">
            <a:noAutofit/>
          </a:bodyPr>
          <a:lstStyle/>
          <a:p>
            <a:pPr indent="0" lvl="0" marL="0" rtl="0" algn="l">
              <a:spcBef>
                <a:spcPts val="0"/>
              </a:spcBef>
              <a:spcAft>
                <a:spcPts val="0"/>
              </a:spcAft>
              <a:buNone/>
            </a:pPr>
            <a:r>
              <a:rPr lang="en-GB"/>
              <a:t>Calculating angles using the cosine formula</a:t>
            </a:r>
            <a:endParaRPr/>
          </a:p>
        </p:txBody>
      </p:sp>
      <p:sp>
        <p:nvSpPr>
          <p:cNvPr id="2015" name="Google Shape;2015;p97"/>
          <p:cNvSpPr/>
          <p:nvPr/>
        </p:nvSpPr>
        <p:spPr>
          <a:xfrm flipH="1">
            <a:off x="-207119" y="1991675"/>
            <a:ext cx="1313100" cy="1313100"/>
          </a:xfrm>
          <a:prstGeom prst="arc">
            <a:avLst>
              <a:gd fmla="val 10771373" name="adj1"/>
              <a:gd fmla="val 12861570" name="adj2"/>
            </a:avLst>
          </a:prstGeom>
          <a:solidFill>
            <a:srgbClr val="F3EEFB"/>
          </a:solidFill>
          <a:ln cap="flat" cmpd="sng" w="2857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sp>
        <p:nvSpPr>
          <p:cNvPr id="2016" name="Google Shape;2016;p97"/>
          <p:cNvSpPr/>
          <p:nvPr/>
        </p:nvSpPr>
        <p:spPr>
          <a:xfrm flipH="1">
            <a:off x="425265" y="1625352"/>
            <a:ext cx="1535400" cy="1029900"/>
          </a:xfrm>
          <a:prstGeom prst="rtTriangle">
            <a:avLst/>
          </a:prstGeom>
          <a:noFill/>
          <a:ln cap="flat" cmpd="sng" w="28575">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cxnSp>
        <p:nvCxnSpPr>
          <p:cNvPr id="2017" name="Google Shape;2017;p97"/>
          <p:cNvCxnSpPr/>
          <p:nvPr/>
        </p:nvCxnSpPr>
        <p:spPr>
          <a:xfrm flipH="1" rot="10800000">
            <a:off x="348962" y="1512309"/>
            <a:ext cx="1535400" cy="1029900"/>
          </a:xfrm>
          <a:prstGeom prst="straightConnector1">
            <a:avLst/>
          </a:prstGeom>
          <a:noFill/>
          <a:ln cap="flat" cmpd="sng" w="28575">
            <a:solidFill>
              <a:schemeClr val="accent5"/>
            </a:solidFill>
            <a:prstDash val="solid"/>
            <a:round/>
            <a:headEnd len="med" w="med" type="triangle"/>
            <a:tailEnd len="med" w="med" type="triangle"/>
          </a:ln>
        </p:spPr>
      </p:cxnSp>
      <p:cxnSp>
        <p:nvCxnSpPr>
          <p:cNvPr id="2018" name="Google Shape;2018;p97"/>
          <p:cNvCxnSpPr/>
          <p:nvPr/>
        </p:nvCxnSpPr>
        <p:spPr>
          <a:xfrm rot="10800000">
            <a:off x="425265" y="2768088"/>
            <a:ext cx="1535400" cy="0"/>
          </a:xfrm>
          <a:prstGeom prst="straightConnector1">
            <a:avLst/>
          </a:prstGeom>
          <a:noFill/>
          <a:ln cap="flat" cmpd="sng" w="28575">
            <a:solidFill>
              <a:schemeClr val="accent5"/>
            </a:solidFill>
            <a:prstDash val="solid"/>
            <a:round/>
            <a:headEnd len="med" w="med" type="triangle"/>
            <a:tailEnd len="med" w="med" type="triangle"/>
          </a:ln>
        </p:spPr>
      </p:cxnSp>
      <p:sp>
        <p:nvSpPr>
          <p:cNvPr id="2019" name="Google Shape;2019;p97"/>
          <p:cNvSpPr txBox="1"/>
          <p:nvPr/>
        </p:nvSpPr>
        <p:spPr>
          <a:xfrm flipH="1">
            <a:off x="718381" y="2455150"/>
            <a:ext cx="434700" cy="1476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Clr>
                <a:srgbClr val="000000"/>
              </a:buClr>
              <a:buSzPts val="1100"/>
              <a:buFont typeface="Arial"/>
              <a:buNone/>
            </a:pPr>
            <a:r>
              <a:rPr i="1" lang="en-GB" sz="1800">
                <a:latin typeface="Lexend"/>
                <a:ea typeface="Lexend"/>
                <a:cs typeface="Lexend"/>
                <a:sym typeface="Lexend"/>
              </a:rPr>
              <a:t>θ</a:t>
            </a:r>
            <a:r>
              <a:rPr lang="en-GB" sz="1800">
                <a:solidFill>
                  <a:srgbClr val="000000"/>
                </a:solidFill>
                <a:latin typeface="Lexend"/>
                <a:ea typeface="Lexend"/>
                <a:cs typeface="Lexend"/>
                <a:sym typeface="Lexend"/>
              </a:rPr>
              <a:t>°</a:t>
            </a:r>
            <a:endParaRPr sz="1800">
              <a:latin typeface="Lexend"/>
              <a:ea typeface="Lexend"/>
              <a:cs typeface="Lexend"/>
              <a:sym typeface="Lexend"/>
            </a:endParaRPr>
          </a:p>
        </p:txBody>
      </p:sp>
      <p:sp>
        <p:nvSpPr>
          <p:cNvPr id="2020" name="Google Shape;2020;p97"/>
          <p:cNvSpPr txBox="1"/>
          <p:nvPr/>
        </p:nvSpPr>
        <p:spPr>
          <a:xfrm flipH="1">
            <a:off x="372024" y="1812240"/>
            <a:ext cx="827100" cy="2424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Clr>
                <a:srgbClr val="000000"/>
              </a:buClr>
              <a:buSzPts val="1100"/>
              <a:buFont typeface="Arial"/>
              <a:buNone/>
            </a:pPr>
            <a:r>
              <a:rPr lang="en-GB" sz="1800">
                <a:latin typeface="Lexend"/>
                <a:ea typeface="Lexend"/>
                <a:cs typeface="Lexend"/>
                <a:sym typeface="Lexend"/>
              </a:rPr>
              <a:t>4 cm</a:t>
            </a:r>
            <a:endParaRPr sz="1800">
              <a:latin typeface="Lexend"/>
              <a:ea typeface="Lexend"/>
              <a:cs typeface="Lexend"/>
              <a:sym typeface="Lexend"/>
            </a:endParaRPr>
          </a:p>
        </p:txBody>
      </p:sp>
      <p:sp>
        <p:nvSpPr>
          <p:cNvPr id="2021" name="Google Shape;2021;p97"/>
          <p:cNvSpPr/>
          <p:nvPr/>
        </p:nvSpPr>
        <p:spPr>
          <a:xfrm flipH="1" rot="-5400000">
            <a:off x="1766606" y="2461100"/>
            <a:ext cx="194100" cy="194100"/>
          </a:xfrm>
          <a:prstGeom prst="rect">
            <a:avLst/>
          </a:prstGeom>
          <a:noFill/>
          <a:ln cap="flat" cmpd="sng" w="28575">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cxnSp>
        <p:nvCxnSpPr>
          <p:cNvPr id="2022" name="Google Shape;2022;p97"/>
          <p:cNvCxnSpPr>
            <a:stCxn id="2013" idx="2"/>
          </p:cNvCxnSpPr>
          <p:nvPr/>
        </p:nvCxnSpPr>
        <p:spPr>
          <a:xfrm>
            <a:off x="4594525" y="1176475"/>
            <a:ext cx="0" cy="3599400"/>
          </a:xfrm>
          <a:prstGeom prst="straightConnector1">
            <a:avLst/>
          </a:prstGeom>
          <a:noFill/>
          <a:ln cap="flat" cmpd="sng" w="38100">
            <a:solidFill>
              <a:schemeClr val="accent5"/>
            </a:solidFill>
            <a:prstDash val="solid"/>
            <a:round/>
            <a:headEnd len="med" w="med" type="none"/>
            <a:tailEnd len="med" w="med" type="none"/>
          </a:ln>
        </p:spPr>
      </p:cxnSp>
      <p:sp>
        <p:nvSpPr>
          <p:cNvPr id="2023" name="Google Shape;2023;p97"/>
          <p:cNvSpPr txBox="1"/>
          <p:nvPr/>
        </p:nvSpPr>
        <p:spPr>
          <a:xfrm flipH="1">
            <a:off x="797731" y="2782797"/>
            <a:ext cx="827100" cy="2424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Clr>
                <a:srgbClr val="000000"/>
              </a:buClr>
              <a:buSzPts val="1100"/>
              <a:buFont typeface="Arial"/>
              <a:buNone/>
            </a:pPr>
            <a:r>
              <a:rPr lang="en-GB" sz="1800">
                <a:latin typeface="Lexend"/>
                <a:ea typeface="Lexend"/>
                <a:cs typeface="Lexend"/>
                <a:sym typeface="Lexend"/>
              </a:rPr>
              <a:t>3 cm</a:t>
            </a:r>
            <a:endParaRPr sz="1800">
              <a:latin typeface="Lexend"/>
              <a:ea typeface="Lexend"/>
              <a:cs typeface="Lexend"/>
              <a:sym typeface="Lexend"/>
            </a:endParaRPr>
          </a:p>
        </p:txBody>
      </p:sp>
      <p:sp>
        <p:nvSpPr>
          <p:cNvPr id="2024" name="Google Shape;2024;p97"/>
          <p:cNvSpPr/>
          <p:nvPr/>
        </p:nvSpPr>
        <p:spPr>
          <a:xfrm>
            <a:off x="1931300" y="3784275"/>
            <a:ext cx="1313100" cy="1313100"/>
          </a:xfrm>
          <a:prstGeom prst="arc">
            <a:avLst>
              <a:gd fmla="val 10771373" name="adj1"/>
              <a:gd fmla="val 12861570" name="adj2"/>
            </a:avLst>
          </a:prstGeom>
          <a:solidFill>
            <a:srgbClr val="F3EEFB"/>
          </a:solidFill>
          <a:ln cap="flat" cmpd="sng" w="2857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sp>
        <p:nvSpPr>
          <p:cNvPr id="2025" name="Google Shape;2025;p97"/>
          <p:cNvSpPr/>
          <p:nvPr/>
        </p:nvSpPr>
        <p:spPr>
          <a:xfrm>
            <a:off x="1076616" y="3417952"/>
            <a:ext cx="1535400" cy="1029900"/>
          </a:xfrm>
          <a:prstGeom prst="rtTriangle">
            <a:avLst/>
          </a:prstGeom>
          <a:noFill/>
          <a:ln cap="flat" cmpd="sng" w="28575">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cxnSp>
        <p:nvCxnSpPr>
          <p:cNvPr id="2026" name="Google Shape;2026;p97"/>
          <p:cNvCxnSpPr/>
          <p:nvPr/>
        </p:nvCxnSpPr>
        <p:spPr>
          <a:xfrm rot="10800000">
            <a:off x="1152919" y="3304909"/>
            <a:ext cx="1535400" cy="1029900"/>
          </a:xfrm>
          <a:prstGeom prst="straightConnector1">
            <a:avLst/>
          </a:prstGeom>
          <a:noFill/>
          <a:ln cap="flat" cmpd="sng" w="28575">
            <a:solidFill>
              <a:schemeClr val="accent5"/>
            </a:solidFill>
            <a:prstDash val="solid"/>
            <a:round/>
            <a:headEnd len="med" w="med" type="triangle"/>
            <a:tailEnd len="med" w="med" type="triangle"/>
          </a:ln>
        </p:spPr>
      </p:cxnSp>
      <p:cxnSp>
        <p:nvCxnSpPr>
          <p:cNvPr id="2027" name="Google Shape;2027;p97"/>
          <p:cNvCxnSpPr/>
          <p:nvPr/>
        </p:nvCxnSpPr>
        <p:spPr>
          <a:xfrm>
            <a:off x="1076616" y="4560688"/>
            <a:ext cx="1535400" cy="0"/>
          </a:xfrm>
          <a:prstGeom prst="straightConnector1">
            <a:avLst/>
          </a:prstGeom>
          <a:noFill/>
          <a:ln cap="flat" cmpd="sng" w="28575">
            <a:solidFill>
              <a:schemeClr val="accent5"/>
            </a:solidFill>
            <a:prstDash val="solid"/>
            <a:round/>
            <a:headEnd len="med" w="med" type="triangle"/>
            <a:tailEnd len="med" w="med" type="triangle"/>
          </a:ln>
        </p:spPr>
      </p:cxnSp>
      <p:sp>
        <p:nvSpPr>
          <p:cNvPr id="2028" name="Google Shape;2028;p97"/>
          <p:cNvSpPr txBox="1"/>
          <p:nvPr/>
        </p:nvSpPr>
        <p:spPr>
          <a:xfrm>
            <a:off x="1884200" y="4247750"/>
            <a:ext cx="434700" cy="1476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Clr>
                <a:srgbClr val="000000"/>
              </a:buClr>
              <a:buSzPts val="1100"/>
              <a:buFont typeface="Arial"/>
              <a:buNone/>
            </a:pPr>
            <a:r>
              <a:rPr i="1" lang="en-GB" sz="1800">
                <a:latin typeface="Lexend"/>
                <a:ea typeface="Lexend"/>
                <a:cs typeface="Lexend"/>
                <a:sym typeface="Lexend"/>
              </a:rPr>
              <a:t>θ</a:t>
            </a:r>
            <a:r>
              <a:rPr lang="en-GB" sz="1800">
                <a:solidFill>
                  <a:srgbClr val="000000"/>
                </a:solidFill>
                <a:latin typeface="Lexend"/>
                <a:ea typeface="Lexend"/>
                <a:cs typeface="Lexend"/>
                <a:sym typeface="Lexend"/>
              </a:rPr>
              <a:t>°</a:t>
            </a:r>
            <a:endParaRPr sz="1800">
              <a:latin typeface="Lexend"/>
              <a:ea typeface="Lexend"/>
              <a:cs typeface="Lexend"/>
              <a:sym typeface="Lexend"/>
            </a:endParaRPr>
          </a:p>
        </p:txBody>
      </p:sp>
      <p:sp>
        <p:nvSpPr>
          <p:cNvPr id="2029" name="Google Shape;2029;p97"/>
          <p:cNvSpPr txBox="1"/>
          <p:nvPr/>
        </p:nvSpPr>
        <p:spPr>
          <a:xfrm>
            <a:off x="1838157" y="3604840"/>
            <a:ext cx="827100" cy="2424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Clr>
                <a:srgbClr val="000000"/>
              </a:buClr>
              <a:buSzPts val="1100"/>
              <a:buFont typeface="Arial"/>
              <a:buNone/>
            </a:pPr>
            <a:r>
              <a:rPr lang="en-GB" sz="1800">
                <a:latin typeface="Lexend"/>
                <a:ea typeface="Lexend"/>
                <a:cs typeface="Lexend"/>
                <a:sym typeface="Lexend"/>
              </a:rPr>
              <a:t>5 cm</a:t>
            </a:r>
            <a:endParaRPr sz="1800">
              <a:latin typeface="Lexend"/>
              <a:ea typeface="Lexend"/>
              <a:cs typeface="Lexend"/>
              <a:sym typeface="Lexend"/>
            </a:endParaRPr>
          </a:p>
        </p:txBody>
      </p:sp>
      <p:sp>
        <p:nvSpPr>
          <p:cNvPr id="2030" name="Google Shape;2030;p97"/>
          <p:cNvSpPr/>
          <p:nvPr/>
        </p:nvSpPr>
        <p:spPr>
          <a:xfrm rot="5400000">
            <a:off x="1076575" y="4253700"/>
            <a:ext cx="194100" cy="194100"/>
          </a:xfrm>
          <a:prstGeom prst="rect">
            <a:avLst/>
          </a:prstGeom>
          <a:noFill/>
          <a:ln cap="flat" cmpd="sng" w="28575">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sp>
        <p:nvSpPr>
          <p:cNvPr id="2031" name="Google Shape;2031;p97"/>
          <p:cNvSpPr txBox="1"/>
          <p:nvPr/>
        </p:nvSpPr>
        <p:spPr>
          <a:xfrm>
            <a:off x="1412450" y="4575397"/>
            <a:ext cx="827100" cy="2424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Clr>
                <a:srgbClr val="000000"/>
              </a:buClr>
              <a:buSzPts val="1100"/>
              <a:buFont typeface="Arial"/>
              <a:buNone/>
            </a:pPr>
            <a:r>
              <a:rPr lang="en-GB" sz="1800">
                <a:latin typeface="Lexend"/>
                <a:ea typeface="Lexend"/>
                <a:cs typeface="Lexend"/>
                <a:sym typeface="Lexend"/>
              </a:rPr>
              <a:t>4 cm</a:t>
            </a:r>
            <a:endParaRPr sz="1800">
              <a:latin typeface="Lexend"/>
              <a:ea typeface="Lexend"/>
              <a:cs typeface="Lexend"/>
              <a:sym typeface="Lexend"/>
            </a:endParaRPr>
          </a:p>
        </p:txBody>
      </p:sp>
      <p:cxnSp>
        <p:nvCxnSpPr>
          <p:cNvPr id="2032" name="Google Shape;2032;p97"/>
          <p:cNvCxnSpPr/>
          <p:nvPr/>
        </p:nvCxnSpPr>
        <p:spPr>
          <a:xfrm rot="5400000">
            <a:off x="434730" y="3925548"/>
            <a:ext cx="1029900" cy="0"/>
          </a:xfrm>
          <a:prstGeom prst="straightConnector1">
            <a:avLst/>
          </a:prstGeom>
          <a:noFill/>
          <a:ln cap="flat" cmpd="sng" w="28575">
            <a:solidFill>
              <a:schemeClr val="accent5"/>
            </a:solidFill>
            <a:prstDash val="solid"/>
            <a:round/>
            <a:headEnd len="med" w="med" type="triangle"/>
            <a:tailEnd len="med" w="med" type="triangle"/>
          </a:ln>
        </p:spPr>
      </p:cxnSp>
      <p:sp>
        <p:nvSpPr>
          <p:cNvPr id="2033" name="Google Shape;2033;p97"/>
          <p:cNvSpPr txBox="1"/>
          <p:nvPr/>
        </p:nvSpPr>
        <p:spPr>
          <a:xfrm>
            <a:off x="279925" y="3831964"/>
            <a:ext cx="685200" cy="1626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Clr>
                <a:srgbClr val="000000"/>
              </a:buClr>
              <a:buSzPts val="1100"/>
              <a:buFont typeface="Arial"/>
              <a:buNone/>
            </a:pPr>
            <a:r>
              <a:rPr lang="en-GB" sz="1800">
                <a:latin typeface="Lexend"/>
                <a:ea typeface="Lexend"/>
                <a:cs typeface="Lexend"/>
                <a:sym typeface="Lexend"/>
              </a:rPr>
              <a:t>3 cm</a:t>
            </a:r>
            <a:endParaRPr sz="1800">
              <a:latin typeface="Lexend"/>
              <a:ea typeface="Lexend"/>
              <a:cs typeface="Lexend"/>
              <a:sym typeface="Lexend"/>
            </a:endParaRPr>
          </a:p>
        </p:txBody>
      </p:sp>
      <p:grpSp>
        <p:nvGrpSpPr>
          <p:cNvPr id="2034" name="Google Shape;2034;p97"/>
          <p:cNvGrpSpPr/>
          <p:nvPr/>
        </p:nvGrpSpPr>
        <p:grpSpPr>
          <a:xfrm>
            <a:off x="2379824" y="1406600"/>
            <a:ext cx="2165651" cy="2129600"/>
            <a:chOff x="2151224" y="1635200"/>
            <a:chExt cx="2165651" cy="2129600"/>
          </a:xfrm>
        </p:grpSpPr>
        <p:sp>
          <p:nvSpPr>
            <p:cNvPr id="2035" name="Google Shape;2035;p97"/>
            <p:cNvSpPr/>
            <p:nvPr/>
          </p:nvSpPr>
          <p:spPr>
            <a:xfrm flipH="1">
              <a:off x="2151224" y="2743000"/>
              <a:ext cx="1021800" cy="1021800"/>
            </a:xfrm>
            <a:prstGeom prst="arc">
              <a:avLst>
                <a:gd fmla="val 10771373" name="adj1"/>
                <a:gd fmla="val 14015484" name="adj2"/>
              </a:avLst>
            </a:prstGeom>
            <a:solidFill>
              <a:srgbClr val="F3EEFB"/>
            </a:solidFill>
            <a:ln cap="flat" cmpd="sng" w="2857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sp>
          <p:nvSpPr>
            <p:cNvPr id="2036" name="Google Shape;2036;p97"/>
            <p:cNvSpPr/>
            <p:nvPr/>
          </p:nvSpPr>
          <p:spPr>
            <a:xfrm flipH="1">
              <a:off x="2660378" y="1711549"/>
              <a:ext cx="1110300" cy="1549500"/>
            </a:xfrm>
            <a:prstGeom prst="rtTriangle">
              <a:avLst/>
            </a:prstGeom>
            <a:noFill/>
            <a:ln cap="flat" cmpd="sng" w="28575">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cxnSp>
          <p:nvCxnSpPr>
            <p:cNvPr id="2037" name="Google Shape;2037;p97"/>
            <p:cNvCxnSpPr/>
            <p:nvPr/>
          </p:nvCxnSpPr>
          <p:spPr>
            <a:xfrm flipH="1" rot="10800000">
              <a:off x="2568135" y="1635200"/>
              <a:ext cx="1101600" cy="1542900"/>
            </a:xfrm>
            <a:prstGeom prst="straightConnector1">
              <a:avLst/>
            </a:prstGeom>
            <a:noFill/>
            <a:ln cap="flat" cmpd="sng" w="28575">
              <a:solidFill>
                <a:schemeClr val="accent5"/>
              </a:solidFill>
              <a:prstDash val="solid"/>
              <a:round/>
              <a:headEnd len="med" w="med" type="triangle"/>
              <a:tailEnd len="med" w="med" type="triangle"/>
            </a:ln>
          </p:spPr>
        </p:cxnSp>
        <p:cxnSp>
          <p:nvCxnSpPr>
            <p:cNvPr id="2038" name="Google Shape;2038;p97"/>
            <p:cNvCxnSpPr/>
            <p:nvPr/>
          </p:nvCxnSpPr>
          <p:spPr>
            <a:xfrm rot="10800000">
              <a:off x="2646278" y="3373800"/>
              <a:ext cx="1124400" cy="0"/>
            </a:xfrm>
            <a:prstGeom prst="straightConnector1">
              <a:avLst/>
            </a:prstGeom>
            <a:noFill/>
            <a:ln cap="flat" cmpd="sng" w="28575">
              <a:solidFill>
                <a:srgbClr val="037B7D"/>
              </a:solidFill>
              <a:prstDash val="solid"/>
              <a:round/>
              <a:headEnd len="med" w="med" type="triangle"/>
              <a:tailEnd len="med" w="med" type="triangle"/>
            </a:ln>
          </p:spPr>
        </p:cxnSp>
        <p:sp>
          <p:nvSpPr>
            <p:cNvPr id="2039" name="Google Shape;2039;p97"/>
            <p:cNvSpPr txBox="1"/>
            <p:nvPr/>
          </p:nvSpPr>
          <p:spPr>
            <a:xfrm flipH="1">
              <a:off x="2757000" y="3051572"/>
              <a:ext cx="434700" cy="1476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Clr>
                  <a:srgbClr val="000000"/>
                </a:buClr>
                <a:buSzPts val="1100"/>
                <a:buFont typeface="Arial"/>
                <a:buNone/>
              </a:pPr>
              <a:r>
                <a:rPr i="1" lang="en-GB" sz="1800">
                  <a:latin typeface="Lexend"/>
                  <a:ea typeface="Lexend"/>
                  <a:cs typeface="Lexend"/>
                  <a:sym typeface="Lexend"/>
                </a:rPr>
                <a:t>θ</a:t>
              </a:r>
              <a:r>
                <a:rPr lang="en-GB" sz="1800">
                  <a:solidFill>
                    <a:srgbClr val="000000"/>
                  </a:solidFill>
                  <a:latin typeface="Lexend"/>
                  <a:ea typeface="Lexend"/>
                  <a:cs typeface="Lexend"/>
                  <a:sym typeface="Lexend"/>
                </a:rPr>
                <a:t>°</a:t>
              </a:r>
              <a:endParaRPr sz="1800">
                <a:latin typeface="Lexend"/>
                <a:ea typeface="Lexend"/>
                <a:cs typeface="Lexend"/>
                <a:sym typeface="Lexend"/>
              </a:endParaRPr>
            </a:p>
          </p:txBody>
        </p:sp>
        <p:sp>
          <p:nvSpPr>
            <p:cNvPr id="2040" name="Google Shape;2040;p97"/>
            <p:cNvSpPr txBox="1"/>
            <p:nvPr/>
          </p:nvSpPr>
          <p:spPr>
            <a:xfrm flipH="1">
              <a:off x="2356930" y="2227961"/>
              <a:ext cx="827100" cy="2424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Clr>
                  <a:srgbClr val="000000"/>
                </a:buClr>
                <a:buSzPts val="1100"/>
                <a:buFont typeface="Arial"/>
                <a:buNone/>
              </a:pPr>
              <a:r>
                <a:rPr lang="en-GB" sz="1800">
                  <a:latin typeface="Lexend"/>
                  <a:ea typeface="Lexend"/>
                  <a:cs typeface="Lexend"/>
                  <a:sym typeface="Lexend"/>
                </a:rPr>
                <a:t>5 cm</a:t>
              </a:r>
              <a:endParaRPr sz="1800">
                <a:latin typeface="Lexend"/>
                <a:ea typeface="Lexend"/>
                <a:cs typeface="Lexend"/>
                <a:sym typeface="Lexend"/>
              </a:endParaRPr>
            </a:p>
          </p:txBody>
        </p:sp>
        <p:sp>
          <p:nvSpPr>
            <p:cNvPr id="2041" name="Google Shape;2041;p97"/>
            <p:cNvSpPr/>
            <p:nvPr/>
          </p:nvSpPr>
          <p:spPr>
            <a:xfrm flipH="1" rot="-5400000">
              <a:off x="3576625" y="3066800"/>
              <a:ext cx="194100" cy="194100"/>
            </a:xfrm>
            <a:prstGeom prst="rect">
              <a:avLst/>
            </a:prstGeom>
            <a:noFill/>
            <a:ln cap="flat" cmpd="sng" w="28575">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sp>
          <p:nvSpPr>
            <p:cNvPr id="2042" name="Google Shape;2042;p97"/>
            <p:cNvSpPr txBox="1"/>
            <p:nvPr/>
          </p:nvSpPr>
          <p:spPr>
            <a:xfrm flipH="1">
              <a:off x="2919068" y="3388508"/>
              <a:ext cx="605700" cy="2424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Clr>
                  <a:srgbClr val="000000"/>
                </a:buClr>
                <a:buSzPts val="1100"/>
                <a:buFont typeface="Arial"/>
                <a:buNone/>
              </a:pPr>
              <a:r>
                <a:rPr lang="en-GB" sz="1800">
                  <a:latin typeface="Lexend"/>
                  <a:ea typeface="Lexend"/>
                  <a:cs typeface="Lexend"/>
                  <a:sym typeface="Lexend"/>
                </a:rPr>
                <a:t>3 cm</a:t>
              </a:r>
              <a:endParaRPr sz="1800">
                <a:latin typeface="Lexend"/>
                <a:ea typeface="Lexend"/>
                <a:cs typeface="Lexend"/>
                <a:sym typeface="Lexend"/>
              </a:endParaRPr>
            </a:p>
          </p:txBody>
        </p:sp>
        <p:cxnSp>
          <p:nvCxnSpPr>
            <p:cNvPr id="2043" name="Google Shape;2043;p97"/>
            <p:cNvCxnSpPr/>
            <p:nvPr/>
          </p:nvCxnSpPr>
          <p:spPr>
            <a:xfrm rot="5400000">
              <a:off x="3126170" y="2482151"/>
              <a:ext cx="1542900" cy="0"/>
            </a:xfrm>
            <a:prstGeom prst="straightConnector1">
              <a:avLst/>
            </a:prstGeom>
            <a:noFill/>
            <a:ln cap="flat" cmpd="sng" w="28575">
              <a:solidFill>
                <a:schemeClr val="accent5"/>
              </a:solidFill>
              <a:prstDash val="solid"/>
              <a:round/>
              <a:headEnd len="med" w="med" type="triangle"/>
              <a:tailEnd len="med" w="med" type="triangle"/>
            </a:ln>
          </p:spPr>
        </p:cxnSp>
        <p:sp>
          <p:nvSpPr>
            <p:cNvPr id="2044" name="Google Shape;2044;p97"/>
            <p:cNvSpPr txBox="1"/>
            <p:nvPr/>
          </p:nvSpPr>
          <p:spPr>
            <a:xfrm flipH="1">
              <a:off x="3882175" y="2341950"/>
              <a:ext cx="434700" cy="2436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Clr>
                  <a:srgbClr val="000000"/>
                </a:buClr>
                <a:buSzPts val="1100"/>
                <a:buFont typeface="Arial"/>
                <a:buNone/>
              </a:pPr>
              <a:r>
                <a:rPr lang="en-GB" sz="1800">
                  <a:latin typeface="Lexend"/>
                  <a:ea typeface="Lexend"/>
                  <a:cs typeface="Lexend"/>
                  <a:sym typeface="Lexend"/>
                </a:rPr>
                <a:t>4</a:t>
              </a:r>
              <a:endParaRPr sz="1800">
                <a:latin typeface="Lexend"/>
                <a:ea typeface="Lexend"/>
                <a:cs typeface="Lexend"/>
                <a:sym typeface="Lexend"/>
              </a:endParaRPr>
            </a:p>
            <a:p>
              <a:pPr indent="0" lvl="0" marL="0" rtl="0" algn="ctr">
                <a:spcBef>
                  <a:spcPts val="0"/>
                </a:spcBef>
                <a:spcAft>
                  <a:spcPts val="0"/>
                </a:spcAft>
                <a:buClr>
                  <a:srgbClr val="000000"/>
                </a:buClr>
                <a:buSzPts val="1100"/>
                <a:buFont typeface="Arial"/>
                <a:buNone/>
              </a:pPr>
              <a:r>
                <a:rPr lang="en-GB" sz="1800">
                  <a:latin typeface="Lexend"/>
                  <a:ea typeface="Lexend"/>
                  <a:cs typeface="Lexend"/>
                  <a:sym typeface="Lexend"/>
                </a:rPr>
                <a:t>cm</a:t>
              </a:r>
              <a:endParaRPr sz="1800">
                <a:latin typeface="Lexend"/>
                <a:ea typeface="Lexend"/>
                <a:cs typeface="Lexend"/>
                <a:sym typeface="Lexend"/>
              </a:endParaRPr>
            </a:p>
          </p:txBody>
        </p:sp>
      </p:grpSp>
      <p:grpSp>
        <p:nvGrpSpPr>
          <p:cNvPr id="2045" name="Google Shape;2045;p97"/>
          <p:cNvGrpSpPr/>
          <p:nvPr/>
        </p:nvGrpSpPr>
        <p:grpSpPr>
          <a:xfrm>
            <a:off x="1995408" y="1304278"/>
            <a:ext cx="285750" cy="285750"/>
            <a:chOff x="1020916" y="1442088"/>
            <a:chExt cx="457200" cy="457200"/>
          </a:xfrm>
        </p:grpSpPr>
        <p:pic>
          <p:nvPicPr>
            <p:cNvPr id="2046" name="Google Shape;2046;p97"/>
            <p:cNvPicPr preferRelativeResize="0"/>
            <p:nvPr/>
          </p:nvPicPr>
          <p:blipFill>
            <a:blip r:embed="rId3">
              <a:alphaModFix/>
            </a:blip>
            <a:stretch>
              <a:fillRect/>
            </a:stretch>
          </p:blipFill>
          <p:spPr>
            <a:xfrm>
              <a:off x="1020916" y="1442088"/>
              <a:ext cx="457200" cy="457200"/>
            </a:xfrm>
            <a:prstGeom prst="rect">
              <a:avLst/>
            </a:prstGeom>
            <a:noFill/>
            <a:ln>
              <a:noFill/>
            </a:ln>
          </p:spPr>
        </p:pic>
        <p:sp>
          <p:nvSpPr>
            <p:cNvPr id="2047" name="Google Shape;2047;p97"/>
            <p:cNvSpPr txBox="1"/>
            <p:nvPr/>
          </p:nvSpPr>
          <p:spPr>
            <a:xfrm>
              <a:off x="1045521" y="1451202"/>
              <a:ext cx="408000" cy="4185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GB" sz="1800">
                  <a:solidFill>
                    <a:srgbClr val="FFFFFF"/>
                  </a:solidFill>
                  <a:latin typeface="Lexend"/>
                  <a:ea typeface="Lexend"/>
                  <a:cs typeface="Lexend"/>
                  <a:sym typeface="Lexend"/>
                </a:rPr>
                <a:t>a</a:t>
              </a:r>
              <a:endParaRPr b="1" sz="1800">
                <a:solidFill>
                  <a:srgbClr val="FFFFFF"/>
                </a:solidFill>
                <a:latin typeface="Lexend"/>
                <a:ea typeface="Lexend"/>
                <a:cs typeface="Lexend"/>
                <a:sym typeface="Lexend"/>
              </a:endParaRPr>
            </a:p>
          </p:txBody>
        </p:sp>
      </p:grpSp>
      <p:grpSp>
        <p:nvGrpSpPr>
          <p:cNvPr id="2048" name="Google Shape;2048;p97"/>
          <p:cNvGrpSpPr/>
          <p:nvPr/>
        </p:nvGrpSpPr>
        <p:grpSpPr>
          <a:xfrm>
            <a:off x="3369594" y="1273682"/>
            <a:ext cx="285750" cy="285750"/>
            <a:chOff x="1020916" y="1442088"/>
            <a:chExt cx="457200" cy="457200"/>
          </a:xfrm>
        </p:grpSpPr>
        <p:pic>
          <p:nvPicPr>
            <p:cNvPr id="2049" name="Google Shape;2049;p97"/>
            <p:cNvPicPr preferRelativeResize="0"/>
            <p:nvPr/>
          </p:nvPicPr>
          <p:blipFill>
            <a:blip r:embed="rId3">
              <a:alphaModFix/>
            </a:blip>
            <a:stretch>
              <a:fillRect/>
            </a:stretch>
          </p:blipFill>
          <p:spPr>
            <a:xfrm>
              <a:off x="1020916" y="1442088"/>
              <a:ext cx="457200" cy="457200"/>
            </a:xfrm>
            <a:prstGeom prst="rect">
              <a:avLst/>
            </a:prstGeom>
            <a:noFill/>
            <a:ln>
              <a:noFill/>
            </a:ln>
          </p:spPr>
        </p:pic>
        <p:sp>
          <p:nvSpPr>
            <p:cNvPr id="2050" name="Google Shape;2050;p97"/>
            <p:cNvSpPr txBox="1"/>
            <p:nvPr/>
          </p:nvSpPr>
          <p:spPr>
            <a:xfrm>
              <a:off x="1045521" y="1451202"/>
              <a:ext cx="408000" cy="4185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GB" sz="1800">
                  <a:solidFill>
                    <a:srgbClr val="FFFFFF"/>
                  </a:solidFill>
                  <a:latin typeface="Lexend"/>
                  <a:ea typeface="Lexend"/>
                  <a:cs typeface="Lexend"/>
                  <a:sym typeface="Lexend"/>
                </a:rPr>
                <a:t>b</a:t>
              </a:r>
              <a:endParaRPr b="1" sz="1800">
                <a:solidFill>
                  <a:srgbClr val="FFFFFF"/>
                </a:solidFill>
                <a:latin typeface="Lexend"/>
                <a:ea typeface="Lexend"/>
                <a:cs typeface="Lexend"/>
                <a:sym typeface="Lexend"/>
              </a:endParaRPr>
            </a:p>
          </p:txBody>
        </p:sp>
      </p:grpSp>
      <p:grpSp>
        <p:nvGrpSpPr>
          <p:cNvPr id="2051" name="Google Shape;2051;p97"/>
          <p:cNvGrpSpPr/>
          <p:nvPr/>
        </p:nvGrpSpPr>
        <p:grpSpPr>
          <a:xfrm>
            <a:off x="501474" y="3380966"/>
            <a:ext cx="285750" cy="285750"/>
            <a:chOff x="1020916" y="1442088"/>
            <a:chExt cx="457200" cy="457200"/>
          </a:xfrm>
        </p:grpSpPr>
        <p:pic>
          <p:nvPicPr>
            <p:cNvPr id="2052" name="Google Shape;2052;p97"/>
            <p:cNvPicPr preferRelativeResize="0"/>
            <p:nvPr/>
          </p:nvPicPr>
          <p:blipFill>
            <a:blip r:embed="rId3">
              <a:alphaModFix/>
            </a:blip>
            <a:stretch>
              <a:fillRect/>
            </a:stretch>
          </p:blipFill>
          <p:spPr>
            <a:xfrm>
              <a:off x="1020916" y="1442088"/>
              <a:ext cx="457200" cy="457200"/>
            </a:xfrm>
            <a:prstGeom prst="rect">
              <a:avLst/>
            </a:prstGeom>
            <a:noFill/>
            <a:ln>
              <a:noFill/>
            </a:ln>
          </p:spPr>
        </p:pic>
        <p:sp>
          <p:nvSpPr>
            <p:cNvPr id="2053" name="Google Shape;2053;p97"/>
            <p:cNvSpPr txBox="1"/>
            <p:nvPr/>
          </p:nvSpPr>
          <p:spPr>
            <a:xfrm>
              <a:off x="1045521" y="1451202"/>
              <a:ext cx="408000" cy="4185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GB" sz="1800">
                  <a:solidFill>
                    <a:srgbClr val="FFFFFF"/>
                  </a:solidFill>
                  <a:latin typeface="Lexend"/>
                  <a:ea typeface="Lexend"/>
                  <a:cs typeface="Lexend"/>
                  <a:sym typeface="Lexend"/>
                </a:rPr>
                <a:t>c</a:t>
              </a:r>
              <a:endParaRPr b="1" sz="1800">
                <a:solidFill>
                  <a:srgbClr val="FFFFFF"/>
                </a:solidFill>
                <a:latin typeface="Lexend"/>
                <a:ea typeface="Lexend"/>
                <a:cs typeface="Lexend"/>
                <a:sym typeface="Lexend"/>
              </a:endParaRPr>
            </a:p>
          </p:txBody>
        </p:sp>
      </p:grpSp>
      <p:cxnSp>
        <p:nvCxnSpPr>
          <p:cNvPr id="2054" name="Google Shape;2054;p97"/>
          <p:cNvCxnSpPr/>
          <p:nvPr/>
        </p:nvCxnSpPr>
        <p:spPr>
          <a:xfrm rot="10800000">
            <a:off x="4580525" y="3604850"/>
            <a:ext cx="4251600" cy="0"/>
          </a:xfrm>
          <a:prstGeom prst="straightConnector1">
            <a:avLst/>
          </a:prstGeom>
          <a:noFill/>
          <a:ln cap="flat" cmpd="sng" w="38100">
            <a:solidFill>
              <a:schemeClr val="accent5"/>
            </a:solidFill>
            <a:prstDash val="solid"/>
            <a:round/>
            <a:headEnd len="med" w="med" type="none"/>
            <a:tailEnd len="med" w="med" type="none"/>
          </a:ln>
        </p:spPr>
      </p:cxnSp>
      <p:grpSp>
        <p:nvGrpSpPr>
          <p:cNvPr id="2055" name="Google Shape;2055;p97"/>
          <p:cNvGrpSpPr/>
          <p:nvPr/>
        </p:nvGrpSpPr>
        <p:grpSpPr>
          <a:xfrm>
            <a:off x="4741845" y="1316690"/>
            <a:ext cx="1977810" cy="642235"/>
            <a:chOff x="4970445" y="1469090"/>
            <a:chExt cx="1977810" cy="642235"/>
          </a:xfrm>
        </p:grpSpPr>
        <p:grpSp>
          <p:nvGrpSpPr>
            <p:cNvPr id="2056" name="Google Shape;2056;p97"/>
            <p:cNvGrpSpPr/>
            <p:nvPr/>
          </p:nvGrpSpPr>
          <p:grpSpPr>
            <a:xfrm>
              <a:off x="4970445" y="1469090"/>
              <a:ext cx="1977810" cy="642235"/>
              <a:chOff x="6358500" y="3706320"/>
              <a:chExt cx="1291504" cy="419405"/>
            </a:xfrm>
          </p:grpSpPr>
          <p:sp>
            <p:nvSpPr>
              <p:cNvPr id="2057" name="Google Shape;2057;p97"/>
              <p:cNvSpPr/>
              <p:nvPr/>
            </p:nvSpPr>
            <p:spPr>
              <a:xfrm>
                <a:off x="6358504" y="3706320"/>
                <a:ext cx="1291500" cy="419400"/>
              </a:xfrm>
              <a:prstGeom prst="roundRect">
                <a:avLst>
                  <a:gd fmla="val 50000" name="adj"/>
                </a:avLst>
              </a:prstGeom>
              <a:noFill/>
              <a:ln cap="flat" cmpd="sng" w="28575">
                <a:solidFill>
                  <a:srgbClr val="000000"/>
                </a:solidFill>
                <a:prstDash val="solid"/>
                <a:round/>
                <a:headEnd len="sm" w="sm" type="none"/>
                <a:tailEnd len="sm" w="sm" type="none"/>
              </a:ln>
            </p:spPr>
            <p:txBody>
              <a:bodyPr anchorCtr="0" anchor="ctr" bIns="0" lIns="468000" spcFirstLastPara="1" rIns="0" wrap="square" tIns="0">
                <a:noAutofit/>
              </a:bodyPr>
              <a:lstStyle/>
              <a:p>
                <a:pPr indent="0" lvl="0" marL="0" rtl="0" algn="l">
                  <a:spcBef>
                    <a:spcPts val="0"/>
                  </a:spcBef>
                  <a:spcAft>
                    <a:spcPts val="0"/>
                  </a:spcAft>
                  <a:buNone/>
                </a:pPr>
                <a:r>
                  <a:t/>
                </a:r>
                <a:endParaRPr i="1" sz="2200">
                  <a:latin typeface="Times New Roman"/>
                  <a:ea typeface="Times New Roman"/>
                  <a:cs typeface="Times New Roman"/>
                  <a:sym typeface="Times New Roman"/>
                </a:endParaRPr>
              </a:p>
            </p:txBody>
          </p:sp>
          <p:sp>
            <p:nvSpPr>
              <p:cNvPr id="2058" name="Google Shape;2058;p97"/>
              <p:cNvSpPr/>
              <p:nvPr/>
            </p:nvSpPr>
            <p:spPr>
              <a:xfrm>
                <a:off x="6358500" y="3706325"/>
                <a:ext cx="419400" cy="419400"/>
              </a:xfrm>
              <a:prstGeom prst="ellipse">
                <a:avLst/>
              </a:prstGeom>
              <a:solidFill>
                <a:schemeClr val="accent5"/>
              </a:solidFill>
              <a:ln cap="flat" cmpd="sng" w="28575">
                <a:solidFill>
                  <a:srgbClr val="000000"/>
                </a:solidFill>
                <a:prstDash val="solid"/>
                <a:round/>
                <a:headEnd len="sm" w="sm" type="none"/>
                <a:tailEnd len="sm" w="sm" type="none"/>
              </a:ln>
            </p:spPr>
            <p:txBody>
              <a:bodyPr anchorCtr="0" anchor="ctr" bIns="0" lIns="0" spcFirstLastPara="1" rIns="0" wrap="square" tIns="0">
                <a:noAutofit/>
              </a:bodyPr>
              <a:lstStyle/>
              <a:p>
                <a:pPr indent="0" lvl="0" marL="0" rtl="0" algn="ctr">
                  <a:spcBef>
                    <a:spcPts val="0"/>
                  </a:spcBef>
                  <a:spcAft>
                    <a:spcPts val="0"/>
                  </a:spcAft>
                  <a:buNone/>
                </a:pPr>
                <a:r>
                  <a:rPr lang="en-GB" sz="1800">
                    <a:solidFill>
                      <a:srgbClr val="FFFFFF"/>
                    </a:solidFill>
                    <a:latin typeface="Lexend"/>
                    <a:ea typeface="Lexend"/>
                    <a:cs typeface="Lexend"/>
                    <a:sym typeface="Lexend"/>
                  </a:rPr>
                  <a:t>d</a:t>
                </a:r>
                <a:endParaRPr sz="1800">
                  <a:solidFill>
                    <a:srgbClr val="FFFFFF"/>
                  </a:solidFill>
                  <a:latin typeface="Lexend"/>
                  <a:ea typeface="Lexend"/>
                  <a:cs typeface="Lexend"/>
                  <a:sym typeface="Lexend"/>
                </a:endParaRPr>
              </a:p>
            </p:txBody>
          </p:sp>
        </p:grpSp>
        <p:pic>
          <p:nvPicPr>
            <p:cNvPr descr="&lt;math xmlns=&quot;http://www.w3.org/1998/Math/MathML&quot; display=&quot;block&quot; data-is-equatio=&quot;1&quot; data-latex=&quot;\cos\left(\theta°\right)=\frac{3}{4}\ \ \ \ \ \ \ \ \ \ \ \ \ \theta°=\cos^{-1}\left(\frac{3}{5}\right)\ \ \ \ \ \ \ \ \ \ \ \ \ \ \ \ \ \ \ \ \ \ \ \cos\left(\theta°\right)=\frac{4}{5}&quot;&gt;&lt;mi&gt;cos&lt;/mi&gt;&lt;mo data-mjx-texclass=&quot;NONE&quot;&gt;⁡&lt;/mo&gt;&lt;mrow data-mjx-texclass=&quot;INNER&quot;&gt;&lt;mo data-mjx-texclass=&quot;OPEN&quot;&gt;(&lt;/mo&gt;&lt;mi&gt;θ&lt;/mi&gt;&lt;mrow data-mjx-texclass=&quot;ORD&quot;&gt;&lt;mo data-mjx-pseudoscript=&quot;true&quot;&gt;°&lt;/mo&gt;&lt;/mrow&gt;&lt;mo data-mjx-texclass=&quot;CLOSE&quot;&gt;)&lt;/mo&gt;&lt;/mrow&gt;&lt;mo&gt;=&lt;/mo&gt;&lt;mfrac&gt;&lt;mn&gt;3&lt;/mn&gt;&lt;mn&gt;4&lt;/mn&gt;&lt;/mfrac&gt;&lt;mtext&gt;&lt;/mtext&gt;&lt;mtext&gt;&lt;/mtext&gt;&lt;mtext&gt;&lt;/mtext&gt;&lt;mtext&gt;&lt;/mtext&gt;&lt;mtext&gt;&lt;/mtext&gt;&lt;mtext&gt;&lt;/mtext&gt;&lt;mtext&gt;&lt;/mtext&gt;&lt;mtext&gt;&lt;/mtext&gt;&lt;mtext&gt;&lt;/mtext&gt;&lt;mtext&gt;&lt;/mtext&gt;&lt;mtext&gt;&lt;/mtext&gt;&lt;mtext&gt;&lt;/mtext&gt;&lt;mtext&gt;&lt;/mtext&gt;&lt;mi&gt;θ&lt;/mi&gt;&lt;mrow data-mjx-texclass=&quot;ORD&quot;&gt;&lt;mo data-mjx-pseudoscript=&quot;true&quot;&gt;°&lt;/mo&gt;&lt;/mrow&gt;&lt;mo&gt;=&lt;/mo&gt;&lt;msup&gt;&lt;mi&gt;cos&lt;/mi&gt;&lt;mrow data-mjx-texclass=&quot;ORD&quot;&gt;&lt;mo&gt;−&lt;/mo&gt;&lt;mn&gt;1&lt;/mn&gt;&lt;/mrow&gt;&lt;/msup&gt;&lt;mo data-mjx-texclass=&quot;NONE&quot;&gt;⁡&lt;/mo&gt;&lt;mrow data-mjx-texclass=&quot;INNER&quot;&gt;&lt;mo data-mjx-texclass=&quot;OPEN&quot;&gt;(&lt;/mo&gt;&lt;mfrac&gt;&lt;mn&gt;3&lt;/mn&gt;&lt;mn&gt;5&lt;/mn&gt;&lt;/mfrac&gt;&lt;mo data-mjx-texclass=&quot;CLOSE&quot;&gt;)&lt;/mo&gt;&lt;/mrow&gt;&lt;mtext&gt;&lt;/mtext&gt;&lt;mtext&gt;&lt;/mtext&gt;&lt;mtext&gt;&lt;/mtext&gt;&lt;mtext&gt;&lt;/mtext&gt;&lt;mtext&gt;&lt;/mtext&gt;&lt;mtext&gt;&lt;/mtext&gt;&lt;mtext&gt;&lt;/mtext&gt;&lt;mtext&gt;&lt;/mtext&gt;&lt;mtext&gt;&lt;/mtext&gt;&lt;mtext&gt;&lt;/mtext&gt;&lt;mtext&gt;&lt;/mtext&gt;&lt;mtext&gt;&lt;/mtext&gt;&lt;mtext&gt;&lt;/mtext&gt;&lt;mtext&gt;&lt;/mtext&gt;&lt;mtext&gt;&lt;/mtext&gt;&lt;mtext&gt;&lt;/mtext&gt;&lt;mtext&gt;&lt;/mtext&gt;&lt;mtext&gt;&lt;/mtext&gt;&lt;mtext&gt;&lt;/mtext&gt;&lt;mtext&gt;&lt;/mtext&gt;&lt;mtext&gt;&lt;/mtext&gt;&lt;mtext&gt;&lt;/mtext&gt;&lt;mtext&gt;&lt;/mtext&gt;&lt;mi&gt;cos&lt;/mi&gt;&lt;mo data-mjx-texclass=&quot;NONE&quot;&gt;⁡&lt;/mo&gt;&lt;mrow data-mjx-texclass=&quot;INNER&quot;&gt;&lt;mo data-mjx-texclass=&quot;OPEN&quot;&gt;(&lt;/mo&gt;&lt;mi&gt;θ&lt;/mi&gt;&lt;mrow data-mjx-texclass=&quot;ORD&quot;&gt;&lt;mo data-mjx-pseudoscript=&quot;true&quot;&gt;°&lt;/mo&gt;&lt;/mrow&gt;&lt;mo data-mjx-texclass=&quot;CLOSE&quot;&gt;)&lt;/mo&gt;&lt;/mrow&gt;&lt;mo&gt;=&lt;/mo&gt;&lt;mfrac&gt;&lt;mn&gt;4&lt;/mn&gt;&lt;mn&gt;5&lt;/mn&gt;&lt;/mfrac&gt;&lt;/math&gt;" id="2059" name="Google Shape;2059;p97" title="cosine theta degrees equals three fourths theta degrees equals the inverse cosine of three fifths cosine theta degrees equals four fifths"/>
            <p:cNvPicPr preferRelativeResize="0"/>
            <p:nvPr/>
          </p:nvPicPr>
          <p:blipFill rotWithShape="1">
            <a:blip r:embed="rId4">
              <a:alphaModFix/>
            </a:blip>
            <a:srcRect b="0" l="0" r="81015" t="0"/>
            <a:stretch/>
          </p:blipFill>
          <p:spPr>
            <a:xfrm>
              <a:off x="5658929" y="1509421"/>
              <a:ext cx="1111967" cy="561600"/>
            </a:xfrm>
            <a:prstGeom prst="rect">
              <a:avLst/>
            </a:prstGeom>
            <a:noFill/>
            <a:ln>
              <a:noFill/>
            </a:ln>
          </p:spPr>
        </p:pic>
      </p:grpSp>
      <p:grpSp>
        <p:nvGrpSpPr>
          <p:cNvPr id="2060" name="Google Shape;2060;p97"/>
          <p:cNvGrpSpPr/>
          <p:nvPr/>
        </p:nvGrpSpPr>
        <p:grpSpPr>
          <a:xfrm>
            <a:off x="6842195" y="1886145"/>
            <a:ext cx="1977810" cy="642235"/>
            <a:chOff x="6842195" y="2250628"/>
            <a:chExt cx="1977810" cy="642235"/>
          </a:xfrm>
        </p:grpSpPr>
        <p:grpSp>
          <p:nvGrpSpPr>
            <p:cNvPr id="2061" name="Google Shape;2061;p97"/>
            <p:cNvGrpSpPr/>
            <p:nvPr/>
          </p:nvGrpSpPr>
          <p:grpSpPr>
            <a:xfrm>
              <a:off x="6842195" y="2250628"/>
              <a:ext cx="1977810" cy="642235"/>
              <a:chOff x="6358500" y="3706320"/>
              <a:chExt cx="1291504" cy="419405"/>
            </a:xfrm>
          </p:grpSpPr>
          <p:sp>
            <p:nvSpPr>
              <p:cNvPr id="2062" name="Google Shape;2062;p97"/>
              <p:cNvSpPr/>
              <p:nvPr/>
            </p:nvSpPr>
            <p:spPr>
              <a:xfrm>
                <a:off x="6358504" y="3706320"/>
                <a:ext cx="1291500" cy="419400"/>
              </a:xfrm>
              <a:prstGeom prst="roundRect">
                <a:avLst>
                  <a:gd fmla="val 50000" name="adj"/>
                </a:avLst>
              </a:prstGeom>
              <a:noFill/>
              <a:ln cap="flat" cmpd="sng" w="28575">
                <a:solidFill>
                  <a:srgbClr val="000000"/>
                </a:solidFill>
                <a:prstDash val="solid"/>
                <a:round/>
                <a:headEnd len="sm" w="sm" type="none"/>
                <a:tailEnd len="sm" w="sm" type="none"/>
              </a:ln>
            </p:spPr>
            <p:txBody>
              <a:bodyPr anchorCtr="0" anchor="ctr" bIns="0" lIns="468000" spcFirstLastPara="1" rIns="0" wrap="square" tIns="0">
                <a:noAutofit/>
              </a:bodyPr>
              <a:lstStyle/>
              <a:p>
                <a:pPr indent="0" lvl="0" marL="0" rtl="0" algn="l">
                  <a:spcBef>
                    <a:spcPts val="0"/>
                  </a:spcBef>
                  <a:spcAft>
                    <a:spcPts val="0"/>
                  </a:spcAft>
                  <a:buNone/>
                </a:pPr>
                <a:r>
                  <a:t/>
                </a:r>
                <a:endParaRPr i="1" sz="2200">
                  <a:latin typeface="Times New Roman"/>
                  <a:ea typeface="Times New Roman"/>
                  <a:cs typeface="Times New Roman"/>
                  <a:sym typeface="Times New Roman"/>
                </a:endParaRPr>
              </a:p>
            </p:txBody>
          </p:sp>
          <p:sp>
            <p:nvSpPr>
              <p:cNvPr id="2063" name="Google Shape;2063;p97"/>
              <p:cNvSpPr/>
              <p:nvPr/>
            </p:nvSpPr>
            <p:spPr>
              <a:xfrm>
                <a:off x="6358500" y="3706325"/>
                <a:ext cx="419400" cy="419400"/>
              </a:xfrm>
              <a:prstGeom prst="ellipse">
                <a:avLst/>
              </a:prstGeom>
              <a:solidFill>
                <a:schemeClr val="accent5"/>
              </a:solidFill>
              <a:ln cap="flat" cmpd="sng" w="28575">
                <a:solidFill>
                  <a:srgbClr val="000000"/>
                </a:solidFill>
                <a:prstDash val="solid"/>
                <a:round/>
                <a:headEnd len="sm" w="sm" type="none"/>
                <a:tailEnd len="sm" w="sm" type="none"/>
              </a:ln>
            </p:spPr>
            <p:txBody>
              <a:bodyPr anchorCtr="0" anchor="ctr" bIns="0" lIns="0" spcFirstLastPara="1" rIns="0" wrap="square" tIns="0">
                <a:noAutofit/>
              </a:bodyPr>
              <a:lstStyle/>
              <a:p>
                <a:pPr indent="0" lvl="0" marL="0" rtl="0" algn="ctr">
                  <a:spcBef>
                    <a:spcPts val="0"/>
                  </a:spcBef>
                  <a:spcAft>
                    <a:spcPts val="0"/>
                  </a:spcAft>
                  <a:buNone/>
                </a:pPr>
                <a:r>
                  <a:rPr lang="en-GB" sz="1800">
                    <a:solidFill>
                      <a:srgbClr val="FFFFFF"/>
                    </a:solidFill>
                    <a:latin typeface="Lexend"/>
                    <a:ea typeface="Lexend"/>
                    <a:cs typeface="Lexend"/>
                    <a:sym typeface="Lexend"/>
                  </a:rPr>
                  <a:t>e</a:t>
                </a:r>
                <a:endParaRPr sz="1800">
                  <a:solidFill>
                    <a:srgbClr val="FFFFFF"/>
                  </a:solidFill>
                  <a:latin typeface="Lexend"/>
                  <a:ea typeface="Lexend"/>
                  <a:cs typeface="Lexend"/>
                  <a:sym typeface="Lexend"/>
                </a:endParaRPr>
              </a:p>
            </p:txBody>
          </p:sp>
        </p:grpSp>
        <p:pic>
          <p:nvPicPr>
            <p:cNvPr descr="&lt;math xmlns=&quot;http://www.w3.org/1998/Math/MathML&quot; display=&quot;block&quot; data-is-equatio=&quot;1&quot; data-latex=&quot;\cos\left(\theta°\right)=\frac{3}{4}\ \ \ \ \ \ \ \ \ \ \ \ \ \theta°=\cos^{-1}\left(\frac{3}{5}\right)\ \ \ \ \ \ \ \ \ \ \ \ \ \ \ \ \ \ \ \ \ \ \ \cos\left(\theta°\right)=\frac{4}{5}&quot;&gt;&lt;mi&gt;cos&lt;/mi&gt;&lt;mo data-mjx-texclass=&quot;NONE&quot;&gt;⁡&lt;/mo&gt;&lt;mrow data-mjx-texclass=&quot;INNER&quot;&gt;&lt;mo data-mjx-texclass=&quot;OPEN&quot;&gt;(&lt;/mo&gt;&lt;mi&gt;θ&lt;/mi&gt;&lt;mrow data-mjx-texclass=&quot;ORD&quot;&gt;&lt;mo data-mjx-pseudoscript=&quot;true&quot;&gt;°&lt;/mo&gt;&lt;/mrow&gt;&lt;mo data-mjx-texclass=&quot;CLOSE&quot;&gt;)&lt;/mo&gt;&lt;/mrow&gt;&lt;mo&gt;=&lt;/mo&gt;&lt;mfrac&gt;&lt;mn&gt;3&lt;/mn&gt;&lt;mn&gt;4&lt;/mn&gt;&lt;/mfrac&gt;&lt;mtext&gt;&lt;/mtext&gt;&lt;mtext&gt;&lt;/mtext&gt;&lt;mtext&gt;&lt;/mtext&gt;&lt;mtext&gt;&lt;/mtext&gt;&lt;mtext&gt;&lt;/mtext&gt;&lt;mtext&gt;&lt;/mtext&gt;&lt;mtext&gt;&lt;/mtext&gt;&lt;mtext&gt;&lt;/mtext&gt;&lt;mtext&gt;&lt;/mtext&gt;&lt;mtext&gt;&lt;/mtext&gt;&lt;mtext&gt;&lt;/mtext&gt;&lt;mtext&gt;&lt;/mtext&gt;&lt;mtext&gt;&lt;/mtext&gt;&lt;mi&gt;θ&lt;/mi&gt;&lt;mrow data-mjx-texclass=&quot;ORD&quot;&gt;&lt;mo data-mjx-pseudoscript=&quot;true&quot;&gt;°&lt;/mo&gt;&lt;/mrow&gt;&lt;mo&gt;=&lt;/mo&gt;&lt;msup&gt;&lt;mi&gt;cos&lt;/mi&gt;&lt;mrow data-mjx-texclass=&quot;ORD&quot;&gt;&lt;mo&gt;−&lt;/mo&gt;&lt;mn&gt;1&lt;/mn&gt;&lt;/mrow&gt;&lt;/msup&gt;&lt;mo data-mjx-texclass=&quot;NONE&quot;&gt;⁡&lt;/mo&gt;&lt;mrow data-mjx-texclass=&quot;INNER&quot;&gt;&lt;mo data-mjx-texclass=&quot;OPEN&quot;&gt;(&lt;/mo&gt;&lt;mfrac&gt;&lt;mn&gt;3&lt;/mn&gt;&lt;mn&gt;5&lt;/mn&gt;&lt;/mfrac&gt;&lt;mo data-mjx-texclass=&quot;CLOSE&quot;&gt;)&lt;/mo&gt;&lt;/mrow&gt;&lt;mtext&gt;&lt;/mtext&gt;&lt;mtext&gt;&lt;/mtext&gt;&lt;mtext&gt;&lt;/mtext&gt;&lt;mtext&gt;&lt;/mtext&gt;&lt;mtext&gt;&lt;/mtext&gt;&lt;mtext&gt;&lt;/mtext&gt;&lt;mtext&gt;&lt;/mtext&gt;&lt;mtext&gt;&lt;/mtext&gt;&lt;mtext&gt;&lt;/mtext&gt;&lt;mtext&gt;&lt;/mtext&gt;&lt;mtext&gt;&lt;/mtext&gt;&lt;mtext&gt;&lt;/mtext&gt;&lt;mtext&gt;&lt;/mtext&gt;&lt;mtext&gt;&lt;/mtext&gt;&lt;mtext&gt;&lt;/mtext&gt;&lt;mtext&gt;&lt;/mtext&gt;&lt;mtext&gt;&lt;/mtext&gt;&lt;mtext&gt;&lt;/mtext&gt;&lt;mtext&gt;&lt;/mtext&gt;&lt;mtext&gt;&lt;/mtext&gt;&lt;mtext&gt;&lt;/mtext&gt;&lt;mtext&gt;&lt;/mtext&gt;&lt;mtext&gt;&lt;/mtext&gt;&lt;mi&gt;cos&lt;/mi&gt;&lt;mo data-mjx-texclass=&quot;NONE&quot;&gt;⁡&lt;/mo&gt;&lt;mrow data-mjx-texclass=&quot;INNER&quot;&gt;&lt;mo data-mjx-texclass=&quot;OPEN&quot;&gt;(&lt;/mo&gt;&lt;mi&gt;θ&lt;/mi&gt;&lt;mrow data-mjx-texclass=&quot;ORD&quot;&gt;&lt;mo data-mjx-pseudoscript=&quot;true&quot;&gt;°&lt;/mo&gt;&lt;/mrow&gt;&lt;mo data-mjx-texclass=&quot;CLOSE&quot;&gt;)&lt;/mo&gt;&lt;/mrow&gt;&lt;mo&gt;=&lt;/mo&gt;&lt;mfrac&gt;&lt;mn&gt;4&lt;/mn&gt;&lt;mn&gt;5&lt;/mn&gt;&lt;/mfrac&gt;&lt;/math&gt;" id="2064" name="Google Shape;2064;p97" title="cosine theta degrees equals three fourths theta degrees equals the inverse cosine of three fifths cosine theta degrees equals four fifths"/>
            <p:cNvPicPr preferRelativeResize="0"/>
            <p:nvPr/>
          </p:nvPicPr>
          <p:blipFill rotWithShape="1">
            <a:blip r:embed="rId4">
              <a:alphaModFix/>
            </a:blip>
            <a:srcRect b="0" l="80626" r="0" t="0"/>
            <a:stretch/>
          </p:blipFill>
          <p:spPr>
            <a:xfrm>
              <a:off x="7530675" y="2290950"/>
              <a:ext cx="1134777" cy="561600"/>
            </a:xfrm>
            <a:prstGeom prst="rect">
              <a:avLst/>
            </a:prstGeom>
            <a:noFill/>
            <a:ln>
              <a:noFill/>
            </a:ln>
          </p:spPr>
        </p:pic>
      </p:grpSp>
      <p:grpSp>
        <p:nvGrpSpPr>
          <p:cNvPr id="2065" name="Google Shape;2065;p97"/>
          <p:cNvGrpSpPr/>
          <p:nvPr/>
        </p:nvGrpSpPr>
        <p:grpSpPr>
          <a:xfrm>
            <a:off x="4970445" y="2842698"/>
            <a:ext cx="2488683" cy="642229"/>
            <a:chOff x="4970445" y="2918898"/>
            <a:chExt cx="2488683" cy="642229"/>
          </a:xfrm>
        </p:grpSpPr>
        <p:grpSp>
          <p:nvGrpSpPr>
            <p:cNvPr id="2066" name="Google Shape;2066;p97"/>
            <p:cNvGrpSpPr/>
            <p:nvPr/>
          </p:nvGrpSpPr>
          <p:grpSpPr>
            <a:xfrm>
              <a:off x="4970445" y="2918898"/>
              <a:ext cx="2488683" cy="642229"/>
              <a:chOff x="6358500" y="3706325"/>
              <a:chExt cx="1625103" cy="419401"/>
            </a:xfrm>
          </p:grpSpPr>
          <p:sp>
            <p:nvSpPr>
              <p:cNvPr id="2067" name="Google Shape;2067;p97"/>
              <p:cNvSpPr/>
              <p:nvPr/>
            </p:nvSpPr>
            <p:spPr>
              <a:xfrm>
                <a:off x="6358503" y="3706326"/>
                <a:ext cx="1625100" cy="419400"/>
              </a:xfrm>
              <a:prstGeom prst="roundRect">
                <a:avLst>
                  <a:gd fmla="val 50000" name="adj"/>
                </a:avLst>
              </a:prstGeom>
              <a:noFill/>
              <a:ln cap="flat" cmpd="sng" w="28575">
                <a:solidFill>
                  <a:srgbClr val="000000"/>
                </a:solidFill>
                <a:prstDash val="solid"/>
                <a:round/>
                <a:headEnd len="sm" w="sm" type="none"/>
                <a:tailEnd len="sm" w="sm" type="none"/>
              </a:ln>
            </p:spPr>
            <p:txBody>
              <a:bodyPr anchorCtr="0" anchor="ctr" bIns="0" lIns="468000" spcFirstLastPara="1" rIns="0" wrap="square" tIns="0">
                <a:noAutofit/>
              </a:bodyPr>
              <a:lstStyle/>
              <a:p>
                <a:pPr indent="0" lvl="0" marL="0" rtl="0" algn="l">
                  <a:spcBef>
                    <a:spcPts val="0"/>
                  </a:spcBef>
                  <a:spcAft>
                    <a:spcPts val="0"/>
                  </a:spcAft>
                  <a:buNone/>
                </a:pPr>
                <a:r>
                  <a:t/>
                </a:r>
                <a:endParaRPr i="1" sz="2200">
                  <a:latin typeface="Times New Roman"/>
                  <a:ea typeface="Times New Roman"/>
                  <a:cs typeface="Times New Roman"/>
                  <a:sym typeface="Times New Roman"/>
                </a:endParaRPr>
              </a:p>
            </p:txBody>
          </p:sp>
          <p:sp>
            <p:nvSpPr>
              <p:cNvPr id="2068" name="Google Shape;2068;p97"/>
              <p:cNvSpPr/>
              <p:nvPr/>
            </p:nvSpPr>
            <p:spPr>
              <a:xfrm>
                <a:off x="6358500" y="3706325"/>
                <a:ext cx="419400" cy="419400"/>
              </a:xfrm>
              <a:prstGeom prst="ellipse">
                <a:avLst/>
              </a:prstGeom>
              <a:solidFill>
                <a:schemeClr val="accent5"/>
              </a:solidFill>
              <a:ln cap="flat" cmpd="sng" w="28575">
                <a:solidFill>
                  <a:srgbClr val="000000"/>
                </a:solidFill>
                <a:prstDash val="solid"/>
                <a:round/>
                <a:headEnd len="sm" w="sm" type="none"/>
                <a:tailEnd len="sm" w="sm" type="none"/>
              </a:ln>
            </p:spPr>
            <p:txBody>
              <a:bodyPr anchorCtr="0" anchor="ctr" bIns="0" lIns="0" spcFirstLastPara="1" rIns="0" wrap="square" tIns="0">
                <a:noAutofit/>
              </a:bodyPr>
              <a:lstStyle/>
              <a:p>
                <a:pPr indent="0" lvl="0" marL="0" rtl="0" algn="ctr">
                  <a:spcBef>
                    <a:spcPts val="0"/>
                  </a:spcBef>
                  <a:spcAft>
                    <a:spcPts val="0"/>
                  </a:spcAft>
                  <a:buNone/>
                </a:pPr>
                <a:r>
                  <a:rPr lang="en-GB" sz="1800">
                    <a:solidFill>
                      <a:srgbClr val="FFFFFF"/>
                    </a:solidFill>
                    <a:latin typeface="Lexend"/>
                    <a:ea typeface="Lexend"/>
                    <a:cs typeface="Lexend"/>
                    <a:sym typeface="Lexend"/>
                  </a:rPr>
                  <a:t>f</a:t>
                </a:r>
                <a:endParaRPr sz="1800">
                  <a:solidFill>
                    <a:srgbClr val="FFFFFF"/>
                  </a:solidFill>
                  <a:latin typeface="Lexend"/>
                  <a:ea typeface="Lexend"/>
                  <a:cs typeface="Lexend"/>
                  <a:sym typeface="Lexend"/>
                </a:endParaRPr>
              </a:p>
            </p:txBody>
          </p:sp>
        </p:grpSp>
        <p:pic>
          <p:nvPicPr>
            <p:cNvPr descr="&lt;math xmlns=&quot;http://www.w3.org/1998/Math/MathML&quot; display=&quot;block&quot; data-is-equatio=&quot;1&quot; data-latex=&quot;\cos\left(\theta°\right)=\frac{3}{4}\ \ \ \ \ \ \ \ \ \ \ \ \ \theta°=\cos^{-1}\left(\frac{3}{5}\right)\ \ \ \ \ \ \ \ \ \ \ \ \ \ \ \ \ \ \ \ \ \ \ \cos\left(\theta°\right)=\frac{4}{5}&quot;&gt;&lt;mi&gt;cos&lt;/mi&gt;&lt;mo data-mjx-texclass=&quot;NONE&quot;&gt;⁡&lt;/mo&gt;&lt;mrow data-mjx-texclass=&quot;INNER&quot;&gt;&lt;mo data-mjx-texclass=&quot;OPEN&quot;&gt;(&lt;/mo&gt;&lt;mi&gt;θ&lt;/mi&gt;&lt;mrow data-mjx-texclass=&quot;ORD&quot;&gt;&lt;mo data-mjx-pseudoscript=&quot;true&quot;&gt;°&lt;/mo&gt;&lt;/mrow&gt;&lt;mo data-mjx-texclass=&quot;CLOSE&quot;&gt;)&lt;/mo&gt;&lt;/mrow&gt;&lt;mo&gt;=&lt;/mo&gt;&lt;mfrac&gt;&lt;mn&gt;3&lt;/mn&gt;&lt;mn&gt;4&lt;/mn&gt;&lt;/mfrac&gt;&lt;mtext&gt;&lt;/mtext&gt;&lt;mtext&gt;&lt;/mtext&gt;&lt;mtext&gt;&lt;/mtext&gt;&lt;mtext&gt;&lt;/mtext&gt;&lt;mtext&gt;&lt;/mtext&gt;&lt;mtext&gt;&lt;/mtext&gt;&lt;mtext&gt;&lt;/mtext&gt;&lt;mtext&gt;&lt;/mtext&gt;&lt;mtext&gt;&lt;/mtext&gt;&lt;mtext&gt;&lt;/mtext&gt;&lt;mtext&gt;&lt;/mtext&gt;&lt;mtext&gt;&lt;/mtext&gt;&lt;mtext&gt;&lt;/mtext&gt;&lt;mi&gt;θ&lt;/mi&gt;&lt;mrow data-mjx-texclass=&quot;ORD&quot;&gt;&lt;mo data-mjx-pseudoscript=&quot;true&quot;&gt;°&lt;/mo&gt;&lt;/mrow&gt;&lt;mo&gt;=&lt;/mo&gt;&lt;msup&gt;&lt;mi&gt;cos&lt;/mi&gt;&lt;mrow data-mjx-texclass=&quot;ORD&quot;&gt;&lt;mo&gt;−&lt;/mo&gt;&lt;mn&gt;1&lt;/mn&gt;&lt;/mrow&gt;&lt;/msup&gt;&lt;mo data-mjx-texclass=&quot;NONE&quot;&gt;⁡&lt;/mo&gt;&lt;mrow data-mjx-texclass=&quot;INNER&quot;&gt;&lt;mo data-mjx-texclass=&quot;OPEN&quot;&gt;(&lt;/mo&gt;&lt;mfrac&gt;&lt;mn&gt;3&lt;/mn&gt;&lt;mn&gt;5&lt;/mn&gt;&lt;/mfrac&gt;&lt;mo data-mjx-texclass=&quot;CLOSE&quot;&gt;)&lt;/mo&gt;&lt;/mrow&gt;&lt;mtext&gt;&lt;/mtext&gt;&lt;mtext&gt;&lt;/mtext&gt;&lt;mtext&gt;&lt;/mtext&gt;&lt;mtext&gt;&lt;/mtext&gt;&lt;mtext&gt;&lt;/mtext&gt;&lt;mtext&gt;&lt;/mtext&gt;&lt;mtext&gt;&lt;/mtext&gt;&lt;mtext&gt;&lt;/mtext&gt;&lt;mtext&gt;&lt;/mtext&gt;&lt;mtext&gt;&lt;/mtext&gt;&lt;mtext&gt;&lt;/mtext&gt;&lt;mtext&gt;&lt;/mtext&gt;&lt;mtext&gt;&lt;/mtext&gt;&lt;mtext&gt;&lt;/mtext&gt;&lt;mtext&gt;&lt;/mtext&gt;&lt;mtext&gt;&lt;/mtext&gt;&lt;mtext&gt;&lt;/mtext&gt;&lt;mtext&gt;&lt;/mtext&gt;&lt;mtext&gt;&lt;/mtext&gt;&lt;mtext&gt;&lt;/mtext&gt;&lt;mtext&gt;&lt;/mtext&gt;&lt;mtext&gt;&lt;/mtext&gt;&lt;mtext&gt;&lt;/mtext&gt;&lt;mi&gt;cos&lt;/mi&gt;&lt;mo data-mjx-texclass=&quot;NONE&quot;&gt;⁡&lt;/mo&gt;&lt;mrow data-mjx-texclass=&quot;INNER&quot;&gt;&lt;mo data-mjx-texclass=&quot;OPEN&quot;&gt;(&lt;/mo&gt;&lt;mi&gt;θ&lt;/mi&gt;&lt;mrow data-mjx-texclass=&quot;ORD&quot;&gt;&lt;mo data-mjx-pseudoscript=&quot;true&quot;&gt;°&lt;/mo&gt;&lt;/mrow&gt;&lt;mo data-mjx-texclass=&quot;CLOSE&quot;&gt;)&lt;/mo&gt;&lt;/mrow&gt;&lt;mo&gt;=&lt;/mo&gt;&lt;mfrac&gt;&lt;mn&gt;4&lt;/mn&gt;&lt;mn&gt;5&lt;/mn&gt;&lt;/mfrac&gt;&lt;/math&gt;" id="2069" name="Google Shape;2069;p97" title="cosine theta degrees equals three fourths theta degrees equals the inverse cosine of three fifths cosine theta degrees equals four fifths"/>
            <p:cNvPicPr preferRelativeResize="0"/>
            <p:nvPr/>
          </p:nvPicPr>
          <p:blipFill rotWithShape="1">
            <a:blip r:embed="rId4">
              <a:alphaModFix/>
            </a:blip>
            <a:srcRect b="0" l="31304" r="41793" t="0"/>
            <a:stretch/>
          </p:blipFill>
          <p:spPr>
            <a:xfrm>
              <a:off x="5658923" y="2959225"/>
              <a:ext cx="1575674" cy="561600"/>
            </a:xfrm>
            <a:prstGeom prst="rect">
              <a:avLst/>
            </a:prstGeom>
            <a:noFill/>
            <a:ln>
              <a:noFill/>
            </a:ln>
          </p:spPr>
        </p:pic>
      </p:grpSp>
      <p:grpSp>
        <p:nvGrpSpPr>
          <p:cNvPr id="2070" name="Google Shape;2070;p97"/>
          <p:cNvGrpSpPr/>
          <p:nvPr/>
        </p:nvGrpSpPr>
        <p:grpSpPr>
          <a:xfrm>
            <a:off x="4743600" y="3706325"/>
            <a:ext cx="1764000" cy="419400"/>
            <a:chOff x="6358500" y="3706325"/>
            <a:chExt cx="1764000" cy="419400"/>
          </a:xfrm>
        </p:grpSpPr>
        <p:sp>
          <p:nvSpPr>
            <p:cNvPr id="2071" name="Google Shape;2071;p97"/>
            <p:cNvSpPr/>
            <p:nvPr/>
          </p:nvSpPr>
          <p:spPr>
            <a:xfrm>
              <a:off x="6358500" y="3706325"/>
              <a:ext cx="1764000" cy="419400"/>
            </a:xfrm>
            <a:prstGeom prst="roundRect">
              <a:avLst>
                <a:gd fmla="val 50000" name="adj"/>
              </a:avLst>
            </a:prstGeom>
            <a:noFill/>
            <a:ln cap="flat" cmpd="sng" w="28575">
              <a:solidFill>
                <a:srgbClr val="000000"/>
              </a:solidFill>
              <a:prstDash val="solid"/>
              <a:round/>
              <a:headEnd len="sm" w="sm" type="none"/>
              <a:tailEnd len="sm" w="sm" type="none"/>
            </a:ln>
          </p:spPr>
          <p:txBody>
            <a:bodyPr anchorCtr="0" anchor="ctr" bIns="0" lIns="468000" spcFirstLastPara="1" rIns="0" wrap="square" tIns="0">
              <a:noAutofit/>
            </a:bodyPr>
            <a:lstStyle/>
            <a:p>
              <a:pPr indent="0" lvl="0" marL="0" rtl="0" algn="ctr">
                <a:spcBef>
                  <a:spcPts val="0"/>
                </a:spcBef>
                <a:spcAft>
                  <a:spcPts val="0"/>
                </a:spcAft>
                <a:buNone/>
              </a:pPr>
              <a:r>
                <a:rPr i="1" lang="en-GB" sz="2000">
                  <a:solidFill>
                    <a:schemeClr val="dk1"/>
                  </a:solidFill>
                  <a:latin typeface="Times New Roman"/>
                  <a:ea typeface="Times New Roman"/>
                  <a:cs typeface="Times New Roman"/>
                  <a:sym typeface="Times New Roman"/>
                </a:rPr>
                <a:t>θ</a:t>
              </a:r>
              <a:r>
                <a:rPr lang="en-GB" sz="2000">
                  <a:solidFill>
                    <a:schemeClr val="dk1"/>
                  </a:solidFill>
                  <a:latin typeface="Times New Roman"/>
                  <a:ea typeface="Times New Roman"/>
                  <a:cs typeface="Times New Roman"/>
                  <a:sym typeface="Times New Roman"/>
                </a:rPr>
                <a:t>° = 53.13°</a:t>
              </a:r>
              <a:endParaRPr i="1" sz="2000">
                <a:latin typeface="Times New Roman"/>
                <a:ea typeface="Times New Roman"/>
                <a:cs typeface="Times New Roman"/>
                <a:sym typeface="Times New Roman"/>
              </a:endParaRPr>
            </a:p>
          </p:txBody>
        </p:sp>
        <p:sp>
          <p:nvSpPr>
            <p:cNvPr id="2072" name="Google Shape;2072;p97"/>
            <p:cNvSpPr/>
            <p:nvPr/>
          </p:nvSpPr>
          <p:spPr>
            <a:xfrm>
              <a:off x="6358500" y="3706325"/>
              <a:ext cx="419400" cy="419400"/>
            </a:xfrm>
            <a:prstGeom prst="ellipse">
              <a:avLst/>
            </a:prstGeom>
            <a:solidFill>
              <a:schemeClr val="dk1"/>
            </a:solidFill>
            <a:ln cap="flat" cmpd="sng" w="28575">
              <a:solidFill>
                <a:srgbClr val="000000"/>
              </a:solidFill>
              <a:prstDash val="solid"/>
              <a:round/>
              <a:headEnd len="sm" w="sm" type="none"/>
              <a:tailEnd len="sm" w="sm" type="none"/>
            </a:ln>
          </p:spPr>
          <p:txBody>
            <a:bodyPr anchorCtr="0" anchor="ctr" bIns="0" lIns="0" spcFirstLastPara="1" rIns="0" wrap="square" tIns="0">
              <a:noAutofit/>
            </a:bodyPr>
            <a:lstStyle/>
            <a:p>
              <a:pPr indent="0" lvl="0" marL="0" rtl="0" algn="ctr">
                <a:spcBef>
                  <a:spcPts val="0"/>
                </a:spcBef>
                <a:spcAft>
                  <a:spcPts val="0"/>
                </a:spcAft>
                <a:buNone/>
              </a:pPr>
              <a:r>
                <a:rPr lang="en-GB" sz="1800">
                  <a:solidFill>
                    <a:srgbClr val="FFFFFF"/>
                  </a:solidFill>
                  <a:latin typeface="Lexend"/>
                  <a:ea typeface="Lexend"/>
                  <a:cs typeface="Lexend"/>
                  <a:sym typeface="Lexend"/>
                </a:rPr>
                <a:t>g</a:t>
              </a:r>
              <a:endParaRPr sz="1800">
                <a:solidFill>
                  <a:srgbClr val="FFFFFF"/>
                </a:solidFill>
                <a:latin typeface="Lexend"/>
                <a:ea typeface="Lexend"/>
                <a:cs typeface="Lexend"/>
                <a:sym typeface="Lexend"/>
              </a:endParaRPr>
            </a:p>
          </p:txBody>
        </p:sp>
      </p:grpSp>
      <p:grpSp>
        <p:nvGrpSpPr>
          <p:cNvPr id="2073" name="Google Shape;2073;p97"/>
          <p:cNvGrpSpPr/>
          <p:nvPr/>
        </p:nvGrpSpPr>
        <p:grpSpPr>
          <a:xfrm>
            <a:off x="4743600" y="4310386"/>
            <a:ext cx="1764000" cy="419400"/>
            <a:chOff x="6358500" y="3706325"/>
            <a:chExt cx="1764000" cy="419400"/>
          </a:xfrm>
        </p:grpSpPr>
        <p:sp>
          <p:nvSpPr>
            <p:cNvPr id="2074" name="Google Shape;2074;p97"/>
            <p:cNvSpPr/>
            <p:nvPr/>
          </p:nvSpPr>
          <p:spPr>
            <a:xfrm>
              <a:off x="6358500" y="3706325"/>
              <a:ext cx="1764000" cy="419400"/>
            </a:xfrm>
            <a:prstGeom prst="roundRect">
              <a:avLst>
                <a:gd fmla="val 50000" name="adj"/>
              </a:avLst>
            </a:prstGeom>
            <a:noFill/>
            <a:ln cap="flat" cmpd="sng" w="28575">
              <a:solidFill>
                <a:srgbClr val="000000"/>
              </a:solidFill>
              <a:prstDash val="solid"/>
              <a:round/>
              <a:headEnd len="sm" w="sm" type="none"/>
              <a:tailEnd len="sm" w="sm" type="none"/>
            </a:ln>
          </p:spPr>
          <p:txBody>
            <a:bodyPr anchorCtr="0" anchor="ctr" bIns="0" lIns="468000" spcFirstLastPara="1" rIns="0" wrap="square" tIns="0">
              <a:noAutofit/>
            </a:bodyPr>
            <a:lstStyle/>
            <a:p>
              <a:pPr indent="0" lvl="0" marL="0" rtl="0" algn="ctr">
                <a:spcBef>
                  <a:spcPts val="0"/>
                </a:spcBef>
                <a:spcAft>
                  <a:spcPts val="0"/>
                </a:spcAft>
                <a:buNone/>
              </a:pPr>
              <a:r>
                <a:rPr i="1" lang="en-GB" sz="2000">
                  <a:solidFill>
                    <a:schemeClr val="dk1"/>
                  </a:solidFill>
                  <a:latin typeface="Times New Roman"/>
                  <a:ea typeface="Times New Roman"/>
                  <a:cs typeface="Times New Roman"/>
                  <a:sym typeface="Times New Roman"/>
                </a:rPr>
                <a:t>θ</a:t>
              </a:r>
              <a:r>
                <a:rPr lang="en-GB" sz="2000">
                  <a:solidFill>
                    <a:schemeClr val="dk1"/>
                  </a:solidFill>
                  <a:latin typeface="Times New Roman"/>
                  <a:ea typeface="Times New Roman"/>
                  <a:cs typeface="Times New Roman"/>
                  <a:sym typeface="Times New Roman"/>
                </a:rPr>
                <a:t>° = 41.41°</a:t>
              </a:r>
              <a:endParaRPr i="1" sz="2000">
                <a:latin typeface="Times New Roman"/>
                <a:ea typeface="Times New Roman"/>
                <a:cs typeface="Times New Roman"/>
                <a:sym typeface="Times New Roman"/>
              </a:endParaRPr>
            </a:p>
          </p:txBody>
        </p:sp>
        <p:sp>
          <p:nvSpPr>
            <p:cNvPr id="2075" name="Google Shape;2075;p97"/>
            <p:cNvSpPr/>
            <p:nvPr/>
          </p:nvSpPr>
          <p:spPr>
            <a:xfrm>
              <a:off x="6358500" y="3706325"/>
              <a:ext cx="419400" cy="419400"/>
            </a:xfrm>
            <a:prstGeom prst="ellipse">
              <a:avLst/>
            </a:prstGeom>
            <a:solidFill>
              <a:schemeClr val="dk1"/>
            </a:solidFill>
            <a:ln cap="flat" cmpd="sng" w="28575">
              <a:solidFill>
                <a:srgbClr val="000000"/>
              </a:solidFill>
              <a:prstDash val="solid"/>
              <a:round/>
              <a:headEnd len="sm" w="sm" type="none"/>
              <a:tailEnd len="sm" w="sm" type="none"/>
            </a:ln>
          </p:spPr>
          <p:txBody>
            <a:bodyPr anchorCtr="0" anchor="ctr" bIns="0" lIns="0" spcFirstLastPara="1" rIns="0" wrap="square" tIns="0">
              <a:noAutofit/>
            </a:bodyPr>
            <a:lstStyle/>
            <a:p>
              <a:pPr indent="0" lvl="0" marL="0" rtl="0" algn="ctr">
                <a:spcBef>
                  <a:spcPts val="0"/>
                </a:spcBef>
                <a:spcAft>
                  <a:spcPts val="0"/>
                </a:spcAft>
                <a:buNone/>
              </a:pPr>
              <a:r>
                <a:rPr lang="en-GB" sz="1800">
                  <a:solidFill>
                    <a:srgbClr val="FFFFFF"/>
                  </a:solidFill>
                  <a:latin typeface="Lexend"/>
                  <a:ea typeface="Lexend"/>
                  <a:cs typeface="Lexend"/>
                  <a:sym typeface="Lexend"/>
                </a:rPr>
                <a:t>i</a:t>
              </a:r>
              <a:endParaRPr sz="1800">
                <a:solidFill>
                  <a:srgbClr val="FFFFFF"/>
                </a:solidFill>
                <a:latin typeface="Lexend"/>
                <a:ea typeface="Lexend"/>
                <a:cs typeface="Lexend"/>
                <a:sym typeface="Lexend"/>
              </a:endParaRPr>
            </a:p>
          </p:txBody>
        </p:sp>
      </p:grpSp>
      <p:grpSp>
        <p:nvGrpSpPr>
          <p:cNvPr id="2076" name="Google Shape;2076;p97"/>
          <p:cNvGrpSpPr/>
          <p:nvPr/>
        </p:nvGrpSpPr>
        <p:grpSpPr>
          <a:xfrm>
            <a:off x="6881825" y="3706325"/>
            <a:ext cx="1764000" cy="419400"/>
            <a:chOff x="6358500" y="3706325"/>
            <a:chExt cx="1764000" cy="419400"/>
          </a:xfrm>
        </p:grpSpPr>
        <p:sp>
          <p:nvSpPr>
            <p:cNvPr id="2077" name="Google Shape;2077;p97"/>
            <p:cNvSpPr/>
            <p:nvPr/>
          </p:nvSpPr>
          <p:spPr>
            <a:xfrm>
              <a:off x="6358500" y="3706325"/>
              <a:ext cx="1764000" cy="419400"/>
            </a:xfrm>
            <a:prstGeom prst="roundRect">
              <a:avLst>
                <a:gd fmla="val 50000" name="adj"/>
              </a:avLst>
            </a:prstGeom>
            <a:noFill/>
            <a:ln cap="flat" cmpd="sng" w="28575">
              <a:solidFill>
                <a:srgbClr val="000000"/>
              </a:solidFill>
              <a:prstDash val="solid"/>
              <a:round/>
              <a:headEnd len="sm" w="sm" type="none"/>
              <a:tailEnd len="sm" w="sm" type="none"/>
            </a:ln>
          </p:spPr>
          <p:txBody>
            <a:bodyPr anchorCtr="0" anchor="ctr" bIns="0" lIns="468000" spcFirstLastPara="1" rIns="0" wrap="square" tIns="0">
              <a:noAutofit/>
            </a:bodyPr>
            <a:lstStyle/>
            <a:p>
              <a:pPr indent="0" lvl="0" marL="0" rtl="0" algn="ctr">
                <a:spcBef>
                  <a:spcPts val="0"/>
                </a:spcBef>
                <a:spcAft>
                  <a:spcPts val="0"/>
                </a:spcAft>
                <a:buNone/>
              </a:pPr>
              <a:r>
                <a:rPr i="1" lang="en-GB" sz="2000">
                  <a:solidFill>
                    <a:schemeClr val="dk1"/>
                  </a:solidFill>
                  <a:latin typeface="Times New Roman"/>
                  <a:ea typeface="Times New Roman"/>
                  <a:cs typeface="Times New Roman"/>
                  <a:sym typeface="Times New Roman"/>
                </a:rPr>
                <a:t>θ</a:t>
              </a:r>
              <a:r>
                <a:rPr lang="en-GB" sz="2000">
                  <a:solidFill>
                    <a:schemeClr val="dk1"/>
                  </a:solidFill>
                  <a:latin typeface="Times New Roman"/>
                  <a:ea typeface="Times New Roman"/>
                  <a:cs typeface="Times New Roman"/>
                  <a:sym typeface="Times New Roman"/>
                </a:rPr>
                <a:t>° = 36.87°</a:t>
              </a:r>
              <a:endParaRPr i="1" sz="2000">
                <a:latin typeface="Times New Roman"/>
                <a:ea typeface="Times New Roman"/>
                <a:cs typeface="Times New Roman"/>
                <a:sym typeface="Times New Roman"/>
              </a:endParaRPr>
            </a:p>
          </p:txBody>
        </p:sp>
        <p:sp>
          <p:nvSpPr>
            <p:cNvPr id="2078" name="Google Shape;2078;p97"/>
            <p:cNvSpPr/>
            <p:nvPr/>
          </p:nvSpPr>
          <p:spPr>
            <a:xfrm>
              <a:off x="6358500" y="3706325"/>
              <a:ext cx="419400" cy="419400"/>
            </a:xfrm>
            <a:prstGeom prst="ellipse">
              <a:avLst/>
            </a:prstGeom>
            <a:solidFill>
              <a:schemeClr val="dk1"/>
            </a:solidFill>
            <a:ln cap="flat" cmpd="sng" w="28575">
              <a:solidFill>
                <a:srgbClr val="000000"/>
              </a:solidFill>
              <a:prstDash val="solid"/>
              <a:round/>
              <a:headEnd len="sm" w="sm" type="none"/>
              <a:tailEnd len="sm" w="sm" type="none"/>
            </a:ln>
          </p:spPr>
          <p:txBody>
            <a:bodyPr anchorCtr="0" anchor="ctr" bIns="0" lIns="0" spcFirstLastPara="1" rIns="0" wrap="square" tIns="0">
              <a:noAutofit/>
            </a:bodyPr>
            <a:lstStyle/>
            <a:p>
              <a:pPr indent="0" lvl="0" marL="0" rtl="0" algn="ctr">
                <a:spcBef>
                  <a:spcPts val="0"/>
                </a:spcBef>
                <a:spcAft>
                  <a:spcPts val="0"/>
                </a:spcAft>
                <a:buNone/>
              </a:pPr>
              <a:r>
                <a:rPr lang="en-GB" sz="1800">
                  <a:solidFill>
                    <a:srgbClr val="FFFFFF"/>
                  </a:solidFill>
                  <a:latin typeface="Lexend"/>
                  <a:ea typeface="Lexend"/>
                  <a:cs typeface="Lexend"/>
                  <a:sym typeface="Lexend"/>
                </a:rPr>
                <a:t>h</a:t>
              </a:r>
              <a:endParaRPr sz="1800">
                <a:solidFill>
                  <a:srgbClr val="FFFFFF"/>
                </a:solidFill>
                <a:latin typeface="Lexend"/>
                <a:ea typeface="Lexend"/>
                <a:cs typeface="Lexend"/>
                <a:sym typeface="Lexend"/>
              </a:endParaRPr>
            </a:p>
          </p:txBody>
        </p:sp>
      </p:grpSp>
    </p:spTree>
  </p:cSld>
  <p:clrMapOvr>
    <a:masterClrMapping/>
  </p:clrMapOvr>
</p:sld>
</file>

<file path=ppt/slides/slide3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82" name="Shape 2082"/>
        <p:cNvGrpSpPr/>
        <p:nvPr/>
      </p:nvGrpSpPr>
      <p:grpSpPr>
        <a:xfrm>
          <a:off x="0" y="0"/>
          <a:ext cx="0" cy="0"/>
          <a:chOff x="0" y="0"/>
          <a:chExt cx="0" cy="0"/>
        </a:xfrm>
      </p:grpSpPr>
      <p:sp>
        <p:nvSpPr>
          <p:cNvPr id="2083" name="Google Shape;2083;p98"/>
          <p:cNvSpPr/>
          <p:nvPr/>
        </p:nvSpPr>
        <p:spPr>
          <a:xfrm rot="10800000">
            <a:off x="802024" y="3996349"/>
            <a:ext cx="880500" cy="880800"/>
          </a:xfrm>
          <a:prstGeom prst="arc">
            <a:avLst>
              <a:gd fmla="val 7644222" name="adj1"/>
              <a:gd fmla="val 10809952" name="adj2"/>
            </a:avLst>
          </a:prstGeom>
          <a:solidFill>
            <a:srgbClr val="F3EEFB"/>
          </a:solidFill>
          <a:ln cap="flat" cmpd="sng" w="2857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grpSp>
        <p:nvGrpSpPr>
          <p:cNvPr id="2084" name="Google Shape;2084;p98"/>
          <p:cNvGrpSpPr/>
          <p:nvPr/>
        </p:nvGrpSpPr>
        <p:grpSpPr>
          <a:xfrm>
            <a:off x="1146591" y="3351596"/>
            <a:ext cx="889049" cy="1085198"/>
            <a:chOff x="-2133561" y="1365630"/>
            <a:chExt cx="1072436" cy="1758545"/>
          </a:xfrm>
        </p:grpSpPr>
        <p:sp>
          <p:nvSpPr>
            <p:cNvPr id="2085" name="Google Shape;2085;p98"/>
            <p:cNvSpPr/>
            <p:nvPr/>
          </p:nvSpPr>
          <p:spPr>
            <a:xfrm rot="-5400000">
              <a:off x="-2375725" y="1809575"/>
              <a:ext cx="1668300" cy="960900"/>
            </a:xfrm>
            <a:prstGeom prst="rtTriangle">
              <a:avLst/>
            </a:prstGeom>
            <a:noFill/>
            <a:ln cap="flat" cmpd="sng" w="28575">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cxnSp>
          <p:nvCxnSpPr>
            <p:cNvPr id="2086" name="Google Shape;2086;p98"/>
            <p:cNvCxnSpPr/>
            <p:nvPr/>
          </p:nvCxnSpPr>
          <p:spPr>
            <a:xfrm flipH="1">
              <a:off x="-2133561" y="1365630"/>
              <a:ext cx="960900" cy="1668300"/>
            </a:xfrm>
            <a:prstGeom prst="straightConnector1">
              <a:avLst/>
            </a:prstGeom>
            <a:noFill/>
            <a:ln cap="flat" cmpd="sng" w="28575">
              <a:solidFill>
                <a:schemeClr val="accent5"/>
              </a:solidFill>
              <a:prstDash val="solid"/>
              <a:round/>
              <a:headEnd len="med" w="med" type="triangle"/>
              <a:tailEnd len="med" w="med" type="triangle"/>
            </a:ln>
          </p:spPr>
        </p:cxnSp>
      </p:grpSp>
      <p:sp>
        <p:nvSpPr>
          <p:cNvPr id="2087" name="Google Shape;2087;p98"/>
          <p:cNvSpPr txBox="1"/>
          <p:nvPr>
            <p:ph type="title"/>
          </p:nvPr>
        </p:nvSpPr>
        <p:spPr>
          <a:xfrm>
            <a:off x="1479300" y="39650"/>
            <a:ext cx="6855300" cy="382800"/>
          </a:xfrm>
          <a:prstGeom prst="rect">
            <a:avLst/>
          </a:prstGeom>
        </p:spPr>
        <p:txBody>
          <a:bodyPr anchorCtr="0" anchor="b" bIns="0" lIns="0" spcFirstLastPara="1" rIns="0" wrap="square" tIns="0">
            <a:noAutofit/>
          </a:bodyPr>
          <a:lstStyle/>
          <a:p>
            <a:pPr indent="0" lvl="0" marL="0" rtl="0" algn="l">
              <a:spcBef>
                <a:spcPts val="0"/>
              </a:spcBef>
              <a:spcAft>
                <a:spcPts val="0"/>
              </a:spcAft>
              <a:buNone/>
            </a:pPr>
            <a:r>
              <a:rPr lang="en-GB"/>
              <a:t>Calculating angles using the cosine formula</a:t>
            </a:r>
            <a:endParaRPr/>
          </a:p>
        </p:txBody>
      </p:sp>
      <p:sp>
        <p:nvSpPr>
          <p:cNvPr id="2088" name="Google Shape;2088;p98"/>
          <p:cNvSpPr/>
          <p:nvPr/>
        </p:nvSpPr>
        <p:spPr>
          <a:xfrm rot="10800000">
            <a:off x="469282" y="1124029"/>
            <a:ext cx="1331100" cy="1331400"/>
          </a:xfrm>
          <a:prstGeom prst="arc">
            <a:avLst>
              <a:gd fmla="val 9151910" name="adj1"/>
              <a:gd fmla="val 10809952" name="adj2"/>
            </a:avLst>
          </a:prstGeom>
          <a:solidFill>
            <a:srgbClr val="F3EEFB"/>
          </a:solidFill>
          <a:ln cap="flat" cmpd="sng" w="2857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sp>
        <p:nvSpPr>
          <p:cNvPr id="2089" name="Google Shape;2089;p98"/>
          <p:cNvSpPr/>
          <p:nvPr/>
        </p:nvSpPr>
        <p:spPr>
          <a:xfrm rot="10800000">
            <a:off x="6058595" y="1428829"/>
            <a:ext cx="1331100" cy="1331400"/>
          </a:xfrm>
          <a:prstGeom prst="arc">
            <a:avLst>
              <a:gd fmla="val 9151910" name="adj1"/>
              <a:gd fmla="val 10809952" name="adj2"/>
            </a:avLst>
          </a:prstGeom>
          <a:solidFill>
            <a:srgbClr val="F3EEFB"/>
          </a:solidFill>
          <a:ln cap="flat" cmpd="sng" w="2857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grpSp>
        <p:nvGrpSpPr>
          <p:cNvPr id="2090" name="Google Shape;2090;p98"/>
          <p:cNvGrpSpPr/>
          <p:nvPr/>
        </p:nvGrpSpPr>
        <p:grpSpPr>
          <a:xfrm>
            <a:off x="1029490" y="1079201"/>
            <a:ext cx="1290596" cy="719745"/>
            <a:chOff x="-1780856" y="1227614"/>
            <a:chExt cx="1021203" cy="1896561"/>
          </a:xfrm>
        </p:grpSpPr>
        <p:sp>
          <p:nvSpPr>
            <p:cNvPr id="2091" name="Google Shape;2091;p98"/>
            <p:cNvSpPr/>
            <p:nvPr/>
          </p:nvSpPr>
          <p:spPr>
            <a:xfrm rot="-5400000">
              <a:off x="-2074253" y="1809575"/>
              <a:ext cx="1668300" cy="960900"/>
            </a:xfrm>
            <a:prstGeom prst="rtTriangle">
              <a:avLst/>
            </a:prstGeom>
            <a:noFill/>
            <a:ln cap="flat" cmpd="sng" w="28575">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cxnSp>
          <p:nvCxnSpPr>
            <p:cNvPr id="2092" name="Google Shape;2092;p98"/>
            <p:cNvCxnSpPr/>
            <p:nvPr/>
          </p:nvCxnSpPr>
          <p:spPr>
            <a:xfrm flipH="1">
              <a:off x="-1780856" y="1227614"/>
              <a:ext cx="960900" cy="1668300"/>
            </a:xfrm>
            <a:prstGeom prst="straightConnector1">
              <a:avLst/>
            </a:prstGeom>
            <a:noFill/>
            <a:ln cap="flat" cmpd="sng" w="28575">
              <a:solidFill>
                <a:schemeClr val="accent5"/>
              </a:solidFill>
              <a:prstDash val="solid"/>
              <a:round/>
              <a:headEnd len="med" w="med" type="triangle"/>
              <a:tailEnd len="med" w="med" type="triangle"/>
            </a:ln>
          </p:spPr>
        </p:cxnSp>
      </p:grpSp>
      <p:sp>
        <p:nvSpPr>
          <p:cNvPr id="2093" name="Google Shape;2093;p98"/>
          <p:cNvSpPr txBox="1"/>
          <p:nvPr/>
        </p:nvSpPr>
        <p:spPr>
          <a:xfrm>
            <a:off x="2197225" y="2921624"/>
            <a:ext cx="153000" cy="218700"/>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None/>
            </a:pPr>
            <a:r>
              <a:rPr lang="en-GB" sz="1800">
                <a:solidFill>
                  <a:srgbClr val="000000"/>
                </a:solidFill>
                <a:latin typeface="Times New Roman"/>
                <a:ea typeface="Times New Roman"/>
                <a:cs typeface="Times New Roman"/>
                <a:sym typeface="Times New Roman"/>
              </a:rPr>
              <a:t>= </a:t>
            </a:r>
            <a:endParaRPr sz="3000">
              <a:solidFill>
                <a:srgbClr val="000000"/>
              </a:solidFill>
              <a:latin typeface="Times New Roman"/>
              <a:ea typeface="Times New Roman"/>
              <a:cs typeface="Times New Roman"/>
              <a:sym typeface="Times New Roman"/>
            </a:endParaRPr>
          </a:p>
        </p:txBody>
      </p:sp>
      <p:cxnSp>
        <p:nvCxnSpPr>
          <p:cNvPr id="2094" name="Google Shape;2094;p98"/>
          <p:cNvCxnSpPr/>
          <p:nvPr/>
        </p:nvCxnSpPr>
        <p:spPr>
          <a:xfrm rot="10800000">
            <a:off x="5988000" y="1189625"/>
            <a:ext cx="0" cy="3631800"/>
          </a:xfrm>
          <a:prstGeom prst="straightConnector1">
            <a:avLst/>
          </a:prstGeom>
          <a:noFill/>
          <a:ln cap="flat" cmpd="sng" w="28575">
            <a:solidFill>
              <a:srgbClr val="037B7D"/>
            </a:solidFill>
            <a:prstDash val="solid"/>
            <a:round/>
            <a:headEnd len="med" w="med" type="none"/>
            <a:tailEnd len="med" w="med" type="none"/>
          </a:ln>
        </p:spPr>
      </p:cxnSp>
      <p:cxnSp>
        <p:nvCxnSpPr>
          <p:cNvPr id="2095" name="Google Shape;2095;p98"/>
          <p:cNvCxnSpPr/>
          <p:nvPr/>
        </p:nvCxnSpPr>
        <p:spPr>
          <a:xfrm rot="10800000">
            <a:off x="3156000" y="1189625"/>
            <a:ext cx="0" cy="3631800"/>
          </a:xfrm>
          <a:prstGeom prst="straightConnector1">
            <a:avLst/>
          </a:prstGeom>
          <a:noFill/>
          <a:ln cap="flat" cmpd="sng" w="28575">
            <a:solidFill>
              <a:srgbClr val="037B7D"/>
            </a:solidFill>
            <a:prstDash val="solid"/>
            <a:round/>
            <a:headEnd len="med" w="med" type="none"/>
            <a:tailEnd len="med" w="med" type="none"/>
          </a:ln>
        </p:spPr>
      </p:cxnSp>
      <p:cxnSp>
        <p:nvCxnSpPr>
          <p:cNvPr id="2096" name="Google Shape;2096;p98"/>
          <p:cNvCxnSpPr/>
          <p:nvPr/>
        </p:nvCxnSpPr>
        <p:spPr>
          <a:xfrm>
            <a:off x="336950" y="3310325"/>
            <a:ext cx="8486100" cy="0"/>
          </a:xfrm>
          <a:prstGeom prst="straightConnector1">
            <a:avLst/>
          </a:prstGeom>
          <a:noFill/>
          <a:ln cap="flat" cmpd="sng" w="28575">
            <a:solidFill>
              <a:srgbClr val="037B7D"/>
            </a:solidFill>
            <a:prstDash val="solid"/>
            <a:round/>
            <a:headEnd len="med" w="med" type="none"/>
            <a:tailEnd len="med" w="med" type="none"/>
          </a:ln>
        </p:spPr>
      </p:cxnSp>
      <p:sp>
        <p:nvSpPr>
          <p:cNvPr id="2097" name="Google Shape;2097;p98"/>
          <p:cNvSpPr/>
          <p:nvPr/>
        </p:nvSpPr>
        <p:spPr>
          <a:xfrm>
            <a:off x="2166930" y="1646076"/>
            <a:ext cx="153000" cy="153000"/>
          </a:xfrm>
          <a:prstGeom prst="rect">
            <a:avLst/>
          </a:prstGeom>
          <a:noFill/>
          <a:ln cap="flat" cmpd="sng" w="28575">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sp>
        <p:nvSpPr>
          <p:cNvPr id="2098" name="Google Shape;2098;p98"/>
          <p:cNvSpPr txBox="1"/>
          <p:nvPr/>
        </p:nvSpPr>
        <p:spPr>
          <a:xfrm>
            <a:off x="549803" y="2403713"/>
            <a:ext cx="1085700" cy="2187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lang="en-GB" sz="2200">
                <a:latin typeface="Times New Roman"/>
                <a:ea typeface="Times New Roman"/>
                <a:cs typeface="Times New Roman"/>
                <a:sym typeface="Times New Roman"/>
              </a:rPr>
              <a:t>cos</a:t>
            </a:r>
            <a:r>
              <a:rPr lang="en-GB" sz="1800">
                <a:solidFill>
                  <a:srgbClr val="000000"/>
                </a:solidFill>
                <a:latin typeface="Lexend"/>
                <a:ea typeface="Lexend"/>
                <a:cs typeface="Lexend"/>
                <a:sym typeface="Lexend"/>
              </a:rPr>
              <a:t>(</a:t>
            </a:r>
            <a:r>
              <a:rPr i="1" lang="en-GB" sz="2200">
                <a:solidFill>
                  <a:srgbClr val="000000"/>
                </a:solidFill>
                <a:latin typeface="Times New Roman"/>
                <a:ea typeface="Times New Roman"/>
                <a:cs typeface="Times New Roman"/>
                <a:sym typeface="Times New Roman"/>
              </a:rPr>
              <a:t>a</a:t>
            </a:r>
            <a:r>
              <a:rPr lang="en-GB" sz="1800">
                <a:solidFill>
                  <a:srgbClr val="000000"/>
                </a:solidFill>
                <a:latin typeface="Lexend"/>
                <a:ea typeface="Lexend"/>
                <a:cs typeface="Lexend"/>
                <a:sym typeface="Lexend"/>
              </a:rPr>
              <a:t>°) = </a:t>
            </a:r>
            <a:endParaRPr sz="1800">
              <a:solidFill>
                <a:srgbClr val="000000"/>
              </a:solidFill>
              <a:latin typeface="Lexend"/>
              <a:ea typeface="Lexend"/>
              <a:cs typeface="Lexend"/>
              <a:sym typeface="Lexend"/>
            </a:endParaRPr>
          </a:p>
        </p:txBody>
      </p:sp>
      <p:grpSp>
        <p:nvGrpSpPr>
          <p:cNvPr id="2099" name="Google Shape;2099;p98"/>
          <p:cNvGrpSpPr/>
          <p:nvPr/>
        </p:nvGrpSpPr>
        <p:grpSpPr>
          <a:xfrm>
            <a:off x="1600349" y="2325541"/>
            <a:ext cx="394488" cy="448000"/>
            <a:chOff x="4885901" y="2729095"/>
            <a:chExt cx="723300" cy="448000"/>
          </a:xfrm>
        </p:grpSpPr>
        <p:sp>
          <p:nvSpPr>
            <p:cNvPr id="2100" name="Google Shape;2100;p98"/>
            <p:cNvSpPr txBox="1"/>
            <p:nvPr/>
          </p:nvSpPr>
          <p:spPr>
            <a:xfrm>
              <a:off x="4885901" y="2955995"/>
              <a:ext cx="723300" cy="2211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Clr>
                  <a:srgbClr val="000000"/>
                </a:buClr>
                <a:buSzPts val="1100"/>
                <a:buFont typeface="Arial"/>
                <a:buNone/>
              </a:pPr>
              <a:r>
                <a:rPr lang="en-GB" sz="1900">
                  <a:latin typeface="Times New Roman"/>
                  <a:ea typeface="Times New Roman"/>
                  <a:cs typeface="Times New Roman"/>
                  <a:sym typeface="Times New Roman"/>
                </a:rPr>
                <a:t>33</a:t>
              </a:r>
              <a:endParaRPr sz="1900">
                <a:latin typeface="Times New Roman"/>
                <a:ea typeface="Times New Roman"/>
                <a:cs typeface="Times New Roman"/>
                <a:sym typeface="Times New Roman"/>
              </a:endParaRPr>
            </a:p>
          </p:txBody>
        </p:sp>
        <p:sp>
          <p:nvSpPr>
            <p:cNvPr id="2101" name="Google Shape;2101;p98"/>
            <p:cNvSpPr txBox="1"/>
            <p:nvPr/>
          </p:nvSpPr>
          <p:spPr>
            <a:xfrm>
              <a:off x="4885901" y="2729095"/>
              <a:ext cx="723300" cy="2211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Clr>
                  <a:srgbClr val="000000"/>
                </a:buClr>
                <a:buSzPts val="1100"/>
                <a:buFont typeface="Arial"/>
                <a:buNone/>
              </a:pPr>
              <a:r>
                <a:rPr lang="en-GB" sz="1900">
                  <a:latin typeface="Times New Roman"/>
                  <a:ea typeface="Times New Roman"/>
                  <a:cs typeface="Times New Roman"/>
                  <a:sym typeface="Times New Roman"/>
                </a:rPr>
                <a:t>28</a:t>
              </a:r>
              <a:endParaRPr sz="1900">
                <a:latin typeface="Times New Roman"/>
                <a:ea typeface="Times New Roman"/>
                <a:cs typeface="Times New Roman"/>
                <a:sym typeface="Times New Roman"/>
              </a:endParaRPr>
            </a:p>
          </p:txBody>
        </p:sp>
        <p:cxnSp>
          <p:nvCxnSpPr>
            <p:cNvPr id="2102" name="Google Shape;2102;p98"/>
            <p:cNvCxnSpPr/>
            <p:nvPr/>
          </p:nvCxnSpPr>
          <p:spPr>
            <a:xfrm>
              <a:off x="5004101" y="2953112"/>
              <a:ext cx="486900" cy="0"/>
            </a:xfrm>
            <a:prstGeom prst="straightConnector1">
              <a:avLst/>
            </a:prstGeom>
            <a:noFill/>
            <a:ln cap="flat" cmpd="sng" w="19050">
              <a:solidFill>
                <a:srgbClr val="000000"/>
              </a:solidFill>
              <a:prstDash val="solid"/>
              <a:round/>
              <a:headEnd len="med" w="med" type="none"/>
              <a:tailEnd len="med" w="med" type="none"/>
            </a:ln>
          </p:spPr>
        </p:cxnSp>
      </p:grpSp>
      <p:sp>
        <p:nvSpPr>
          <p:cNvPr id="2103" name="Google Shape;2103;p98"/>
          <p:cNvSpPr txBox="1"/>
          <p:nvPr/>
        </p:nvSpPr>
        <p:spPr>
          <a:xfrm flipH="1">
            <a:off x="997651" y="1121643"/>
            <a:ext cx="885900" cy="2187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lang="en-GB" sz="1800">
                <a:latin typeface="Lexend"/>
                <a:ea typeface="Lexend"/>
                <a:cs typeface="Lexend"/>
                <a:sym typeface="Lexend"/>
              </a:rPr>
              <a:t>33 cm</a:t>
            </a:r>
            <a:endParaRPr sz="1800">
              <a:solidFill>
                <a:srgbClr val="000000"/>
              </a:solidFill>
              <a:latin typeface="Lexend"/>
              <a:ea typeface="Lexend"/>
              <a:cs typeface="Lexend"/>
              <a:sym typeface="Lexend"/>
            </a:endParaRPr>
          </a:p>
        </p:txBody>
      </p:sp>
      <p:sp>
        <p:nvSpPr>
          <p:cNvPr id="2104" name="Google Shape;2104;p98"/>
          <p:cNvSpPr txBox="1"/>
          <p:nvPr/>
        </p:nvSpPr>
        <p:spPr>
          <a:xfrm flipH="1">
            <a:off x="1382687" y="1953875"/>
            <a:ext cx="714600" cy="2187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lang="en-GB" sz="1800">
                <a:latin typeface="Lexend"/>
                <a:ea typeface="Lexend"/>
                <a:cs typeface="Lexend"/>
                <a:sym typeface="Lexend"/>
              </a:rPr>
              <a:t>28 cm</a:t>
            </a:r>
            <a:endParaRPr sz="1800">
              <a:solidFill>
                <a:srgbClr val="000000"/>
              </a:solidFill>
              <a:latin typeface="Lexend"/>
              <a:ea typeface="Lexend"/>
              <a:cs typeface="Lexend"/>
              <a:sym typeface="Lexend"/>
            </a:endParaRPr>
          </a:p>
        </p:txBody>
      </p:sp>
      <p:grpSp>
        <p:nvGrpSpPr>
          <p:cNvPr id="2105" name="Google Shape;2105;p98"/>
          <p:cNvGrpSpPr/>
          <p:nvPr/>
        </p:nvGrpSpPr>
        <p:grpSpPr>
          <a:xfrm>
            <a:off x="1600349" y="2814491"/>
            <a:ext cx="394488" cy="448000"/>
            <a:chOff x="4885901" y="2729095"/>
            <a:chExt cx="723300" cy="448000"/>
          </a:xfrm>
        </p:grpSpPr>
        <p:sp>
          <p:nvSpPr>
            <p:cNvPr id="2106" name="Google Shape;2106;p98"/>
            <p:cNvSpPr txBox="1"/>
            <p:nvPr/>
          </p:nvSpPr>
          <p:spPr>
            <a:xfrm>
              <a:off x="4885901" y="2955995"/>
              <a:ext cx="723300" cy="2211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Clr>
                  <a:srgbClr val="000000"/>
                </a:buClr>
                <a:buSzPts val="1100"/>
                <a:buFont typeface="Arial"/>
                <a:buNone/>
              </a:pPr>
              <a:r>
                <a:rPr lang="en-GB" sz="1900">
                  <a:latin typeface="Times New Roman"/>
                  <a:ea typeface="Times New Roman"/>
                  <a:cs typeface="Times New Roman"/>
                  <a:sym typeface="Times New Roman"/>
                </a:rPr>
                <a:t>33</a:t>
              </a:r>
              <a:endParaRPr sz="1900">
                <a:latin typeface="Times New Roman"/>
                <a:ea typeface="Times New Roman"/>
                <a:cs typeface="Times New Roman"/>
                <a:sym typeface="Times New Roman"/>
              </a:endParaRPr>
            </a:p>
          </p:txBody>
        </p:sp>
        <p:sp>
          <p:nvSpPr>
            <p:cNvPr id="2107" name="Google Shape;2107;p98"/>
            <p:cNvSpPr txBox="1"/>
            <p:nvPr/>
          </p:nvSpPr>
          <p:spPr>
            <a:xfrm>
              <a:off x="4885901" y="2729095"/>
              <a:ext cx="723300" cy="2211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Clr>
                  <a:srgbClr val="000000"/>
                </a:buClr>
                <a:buSzPts val="1100"/>
                <a:buFont typeface="Arial"/>
                <a:buNone/>
              </a:pPr>
              <a:r>
                <a:rPr lang="en-GB" sz="1900">
                  <a:latin typeface="Times New Roman"/>
                  <a:ea typeface="Times New Roman"/>
                  <a:cs typeface="Times New Roman"/>
                  <a:sym typeface="Times New Roman"/>
                </a:rPr>
                <a:t>28</a:t>
              </a:r>
              <a:endParaRPr sz="1900">
                <a:latin typeface="Times New Roman"/>
                <a:ea typeface="Times New Roman"/>
                <a:cs typeface="Times New Roman"/>
                <a:sym typeface="Times New Roman"/>
              </a:endParaRPr>
            </a:p>
          </p:txBody>
        </p:sp>
        <p:cxnSp>
          <p:nvCxnSpPr>
            <p:cNvPr id="2108" name="Google Shape;2108;p98"/>
            <p:cNvCxnSpPr/>
            <p:nvPr/>
          </p:nvCxnSpPr>
          <p:spPr>
            <a:xfrm>
              <a:off x="5004101" y="2953112"/>
              <a:ext cx="486900" cy="0"/>
            </a:xfrm>
            <a:prstGeom prst="straightConnector1">
              <a:avLst/>
            </a:prstGeom>
            <a:noFill/>
            <a:ln cap="flat" cmpd="sng" w="19050">
              <a:solidFill>
                <a:srgbClr val="000000"/>
              </a:solidFill>
              <a:prstDash val="solid"/>
              <a:round/>
              <a:headEnd len="med" w="med" type="none"/>
              <a:tailEnd len="med" w="med" type="none"/>
            </a:ln>
          </p:spPr>
        </p:cxnSp>
      </p:grpSp>
      <p:sp>
        <p:nvSpPr>
          <p:cNvPr id="2109" name="Google Shape;2109;p98"/>
          <p:cNvSpPr txBox="1"/>
          <p:nvPr/>
        </p:nvSpPr>
        <p:spPr>
          <a:xfrm>
            <a:off x="464400" y="2892674"/>
            <a:ext cx="1171200" cy="2187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i="1" lang="en-GB" sz="2200">
                <a:solidFill>
                  <a:srgbClr val="000000"/>
                </a:solidFill>
                <a:latin typeface="Times New Roman"/>
                <a:ea typeface="Times New Roman"/>
                <a:cs typeface="Times New Roman"/>
                <a:sym typeface="Times New Roman"/>
              </a:rPr>
              <a:t>a</a:t>
            </a:r>
            <a:r>
              <a:rPr lang="en-GB" sz="1800">
                <a:solidFill>
                  <a:srgbClr val="000000"/>
                </a:solidFill>
                <a:latin typeface="Times New Roman"/>
                <a:ea typeface="Times New Roman"/>
                <a:cs typeface="Times New Roman"/>
                <a:sym typeface="Times New Roman"/>
              </a:rPr>
              <a:t>° = </a:t>
            </a:r>
            <a:r>
              <a:rPr lang="en-GB" sz="2200">
                <a:latin typeface="Times New Roman"/>
                <a:ea typeface="Times New Roman"/>
                <a:cs typeface="Times New Roman"/>
                <a:sym typeface="Times New Roman"/>
              </a:rPr>
              <a:t>cos</a:t>
            </a:r>
            <a:r>
              <a:rPr baseline="30000" lang="en-GB" sz="2200">
                <a:solidFill>
                  <a:srgbClr val="000000"/>
                </a:solidFill>
                <a:latin typeface="Times New Roman"/>
                <a:ea typeface="Times New Roman"/>
                <a:cs typeface="Times New Roman"/>
                <a:sym typeface="Times New Roman"/>
              </a:rPr>
              <a:t>-1</a:t>
            </a:r>
            <a:r>
              <a:rPr lang="en-GB" sz="3000">
                <a:solidFill>
                  <a:srgbClr val="000000"/>
                </a:solidFill>
                <a:latin typeface="Times New Roman"/>
                <a:ea typeface="Times New Roman"/>
                <a:cs typeface="Times New Roman"/>
                <a:sym typeface="Times New Roman"/>
              </a:rPr>
              <a:t>(</a:t>
            </a:r>
            <a:endParaRPr sz="3000">
              <a:solidFill>
                <a:srgbClr val="000000"/>
              </a:solidFill>
              <a:latin typeface="Times New Roman"/>
              <a:ea typeface="Times New Roman"/>
              <a:cs typeface="Times New Roman"/>
              <a:sym typeface="Times New Roman"/>
            </a:endParaRPr>
          </a:p>
        </p:txBody>
      </p:sp>
      <p:sp>
        <p:nvSpPr>
          <p:cNvPr id="2110" name="Google Shape;2110;p98"/>
          <p:cNvSpPr txBox="1"/>
          <p:nvPr/>
        </p:nvSpPr>
        <p:spPr>
          <a:xfrm>
            <a:off x="1936605" y="2892674"/>
            <a:ext cx="221700" cy="2187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lang="en-GB" sz="3000">
                <a:solidFill>
                  <a:srgbClr val="000000"/>
                </a:solidFill>
                <a:latin typeface="Times New Roman"/>
                <a:ea typeface="Times New Roman"/>
                <a:cs typeface="Times New Roman"/>
                <a:sym typeface="Times New Roman"/>
              </a:rPr>
              <a:t>)</a:t>
            </a:r>
            <a:endParaRPr sz="3000">
              <a:solidFill>
                <a:srgbClr val="000000"/>
              </a:solidFill>
              <a:latin typeface="Times New Roman"/>
              <a:ea typeface="Times New Roman"/>
              <a:cs typeface="Times New Roman"/>
              <a:sym typeface="Times New Roman"/>
            </a:endParaRPr>
          </a:p>
        </p:txBody>
      </p:sp>
      <p:sp>
        <p:nvSpPr>
          <p:cNvPr id="2111" name="Google Shape;2111;p98"/>
          <p:cNvSpPr/>
          <p:nvPr/>
        </p:nvSpPr>
        <p:spPr>
          <a:xfrm>
            <a:off x="2389150" y="2834949"/>
            <a:ext cx="714600" cy="407100"/>
          </a:xfrm>
          <a:prstGeom prst="rect">
            <a:avLst/>
          </a:prstGeom>
          <a:noFill/>
          <a:ln cap="flat" cmpd="sng" w="28575">
            <a:solidFill>
              <a:srgbClr val="D02AA7"/>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sp>
        <p:nvSpPr>
          <p:cNvPr id="2112" name="Google Shape;2112;p98"/>
          <p:cNvSpPr txBox="1"/>
          <p:nvPr/>
        </p:nvSpPr>
        <p:spPr>
          <a:xfrm flipH="1">
            <a:off x="3500375" y="1093937"/>
            <a:ext cx="885900" cy="2187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lang="en-GB" sz="1800">
                <a:latin typeface="Lexend"/>
                <a:ea typeface="Lexend"/>
                <a:cs typeface="Lexend"/>
                <a:sym typeface="Lexend"/>
              </a:rPr>
              <a:t>71 cm</a:t>
            </a:r>
            <a:endParaRPr sz="1800">
              <a:solidFill>
                <a:srgbClr val="000000"/>
              </a:solidFill>
              <a:latin typeface="Lexend"/>
              <a:ea typeface="Lexend"/>
              <a:cs typeface="Lexend"/>
              <a:sym typeface="Lexend"/>
            </a:endParaRPr>
          </a:p>
        </p:txBody>
      </p:sp>
      <p:sp>
        <p:nvSpPr>
          <p:cNvPr id="2113" name="Google Shape;2113;p98"/>
          <p:cNvSpPr txBox="1"/>
          <p:nvPr/>
        </p:nvSpPr>
        <p:spPr>
          <a:xfrm flipH="1">
            <a:off x="5045470" y="1327650"/>
            <a:ext cx="714600" cy="2187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lang="en-GB" sz="1800">
                <a:latin typeface="Lexend"/>
                <a:ea typeface="Lexend"/>
                <a:cs typeface="Lexend"/>
                <a:sym typeface="Lexend"/>
              </a:rPr>
              <a:t>28 cm</a:t>
            </a:r>
            <a:endParaRPr sz="1800">
              <a:solidFill>
                <a:srgbClr val="000000"/>
              </a:solidFill>
              <a:latin typeface="Lexend"/>
              <a:ea typeface="Lexend"/>
              <a:cs typeface="Lexend"/>
              <a:sym typeface="Lexend"/>
            </a:endParaRPr>
          </a:p>
        </p:txBody>
      </p:sp>
      <p:sp>
        <p:nvSpPr>
          <p:cNvPr id="2114" name="Google Shape;2114;p98"/>
          <p:cNvSpPr/>
          <p:nvPr/>
        </p:nvSpPr>
        <p:spPr>
          <a:xfrm>
            <a:off x="4700470" y="1596821"/>
            <a:ext cx="153000" cy="153000"/>
          </a:xfrm>
          <a:prstGeom prst="rect">
            <a:avLst/>
          </a:prstGeom>
          <a:noFill/>
          <a:ln cap="flat" cmpd="sng" w="28575">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sp>
        <p:nvSpPr>
          <p:cNvPr id="2115" name="Google Shape;2115;p98"/>
          <p:cNvSpPr txBox="1"/>
          <p:nvPr/>
        </p:nvSpPr>
        <p:spPr>
          <a:xfrm flipH="1">
            <a:off x="1408782" y="1570825"/>
            <a:ext cx="324000" cy="1791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Clr>
                <a:srgbClr val="000000"/>
              </a:buClr>
              <a:buSzPts val="1100"/>
              <a:buFont typeface="Arial"/>
              <a:buNone/>
            </a:pPr>
            <a:r>
              <a:rPr i="1" lang="en-GB" sz="2200">
                <a:solidFill>
                  <a:srgbClr val="000000"/>
                </a:solidFill>
                <a:latin typeface="Times New Roman"/>
                <a:ea typeface="Times New Roman"/>
                <a:cs typeface="Times New Roman"/>
                <a:sym typeface="Times New Roman"/>
              </a:rPr>
              <a:t>a</a:t>
            </a:r>
            <a:r>
              <a:rPr lang="en-GB" sz="1800">
                <a:solidFill>
                  <a:srgbClr val="000000"/>
                </a:solidFill>
                <a:latin typeface="Lexend"/>
                <a:ea typeface="Lexend"/>
                <a:cs typeface="Lexend"/>
                <a:sym typeface="Lexend"/>
              </a:rPr>
              <a:t>°</a:t>
            </a:r>
            <a:endParaRPr sz="1800">
              <a:latin typeface="Lexend"/>
              <a:ea typeface="Lexend"/>
              <a:cs typeface="Lexend"/>
              <a:sym typeface="Lexend"/>
            </a:endParaRPr>
          </a:p>
        </p:txBody>
      </p:sp>
      <p:sp>
        <p:nvSpPr>
          <p:cNvPr id="2116" name="Google Shape;2116;p98"/>
          <p:cNvSpPr/>
          <p:nvPr/>
        </p:nvSpPr>
        <p:spPr>
          <a:xfrm rot="10800000">
            <a:off x="4451591" y="721970"/>
            <a:ext cx="810300" cy="810300"/>
          </a:xfrm>
          <a:prstGeom prst="arc">
            <a:avLst>
              <a:gd fmla="val 16177816" name="adj1"/>
              <a:gd fmla="val 19918225" name="adj2"/>
            </a:avLst>
          </a:prstGeom>
          <a:solidFill>
            <a:srgbClr val="F3EEFB"/>
          </a:solidFill>
          <a:ln cap="flat" cmpd="sng" w="2857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sp>
        <p:nvSpPr>
          <p:cNvPr id="2117" name="Google Shape;2117;p98"/>
          <p:cNvSpPr txBox="1"/>
          <p:nvPr/>
        </p:nvSpPr>
        <p:spPr>
          <a:xfrm flipH="1">
            <a:off x="4575923" y="1249870"/>
            <a:ext cx="324000" cy="1791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Clr>
                <a:srgbClr val="000000"/>
              </a:buClr>
              <a:buSzPts val="1100"/>
              <a:buFont typeface="Arial"/>
              <a:buNone/>
            </a:pPr>
            <a:r>
              <a:rPr i="1" lang="en-GB" sz="2200">
                <a:solidFill>
                  <a:srgbClr val="000000"/>
                </a:solidFill>
                <a:latin typeface="Times New Roman"/>
                <a:ea typeface="Times New Roman"/>
                <a:cs typeface="Times New Roman"/>
                <a:sym typeface="Times New Roman"/>
              </a:rPr>
              <a:t>b</a:t>
            </a:r>
            <a:r>
              <a:rPr lang="en-GB" sz="1800">
                <a:solidFill>
                  <a:srgbClr val="000000"/>
                </a:solidFill>
                <a:latin typeface="Lexend"/>
                <a:ea typeface="Lexend"/>
                <a:cs typeface="Lexend"/>
                <a:sym typeface="Lexend"/>
              </a:rPr>
              <a:t>°</a:t>
            </a:r>
            <a:endParaRPr sz="1800">
              <a:latin typeface="Lexend"/>
              <a:ea typeface="Lexend"/>
              <a:cs typeface="Lexend"/>
              <a:sym typeface="Lexend"/>
            </a:endParaRPr>
          </a:p>
        </p:txBody>
      </p:sp>
      <p:grpSp>
        <p:nvGrpSpPr>
          <p:cNvPr id="2118" name="Google Shape;2118;p98"/>
          <p:cNvGrpSpPr/>
          <p:nvPr/>
        </p:nvGrpSpPr>
        <p:grpSpPr>
          <a:xfrm>
            <a:off x="3570778" y="1031230"/>
            <a:ext cx="1290596" cy="719745"/>
            <a:chOff x="-2082328" y="1227614"/>
            <a:chExt cx="1021203" cy="1896561"/>
          </a:xfrm>
        </p:grpSpPr>
        <p:sp>
          <p:nvSpPr>
            <p:cNvPr id="2119" name="Google Shape;2119;p98"/>
            <p:cNvSpPr/>
            <p:nvPr/>
          </p:nvSpPr>
          <p:spPr>
            <a:xfrm rot="-5400000">
              <a:off x="-2375725" y="1809575"/>
              <a:ext cx="1668300" cy="960900"/>
            </a:xfrm>
            <a:prstGeom prst="rtTriangle">
              <a:avLst/>
            </a:prstGeom>
            <a:noFill/>
            <a:ln cap="flat" cmpd="sng" w="28575">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cxnSp>
          <p:nvCxnSpPr>
            <p:cNvPr id="2120" name="Google Shape;2120;p98"/>
            <p:cNvCxnSpPr/>
            <p:nvPr/>
          </p:nvCxnSpPr>
          <p:spPr>
            <a:xfrm flipH="1">
              <a:off x="-2082328" y="1227614"/>
              <a:ext cx="960900" cy="1668300"/>
            </a:xfrm>
            <a:prstGeom prst="straightConnector1">
              <a:avLst/>
            </a:prstGeom>
            <a:noFill/>
            <a:ln cap="flat" cmpd="sng" w="28575">
              <a:solidFill>
                <a:schemeClr val="accent5"/>
              </a:solidFill>
              <a:prstDash val="solid"/>
              <a:round/>
              <a:headEnd len="med" w="med" type="triangle"/>
              <a:tailEnd len="med" w="med" type="triangle"/>
            </a:ln>
          </p:spPr>
        </p:cxnSp>
      </p:grpSp>
      <p:sp>
        <p:nvSpPr>
          <p:cNvPr id="2121" name="Google Shape;2121;p98"/>
          <p:cNvSpPr txBox="1"/>
          <p:nvPr/>
        </p:nvSpPr>
        <p:spPr>
          <a:xfrm>
            <a:off x="4985150" y="2921624"/>
            <a:ext cx="153000" cy="218700"/>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None/>
            </a:pPr>
            <a:r>
              <a:rPr lang="en-GB" sz="1800">
                <a:solidFill>
                  <a:srgbClr val="000000"/>
                </a:solidFill>
                <a:latin typeface="Lexend"/>
                <a:ea typeface="Lexend"/>
                <a:cs typeface="Lexend"/>
                <a:sym typeface="Lexend"/>
              </a:rPr>
              <a:t>= </a:t>
            </a:r>
            <a:endParaRPr sz="3000">
              <a:solidFill>
                <a:srgbClr val="000000"/>
              </a:solidFill>
              <a:latin typeface="Lexend"/>
              <a:ea typeface="Lexend"/>
              <a:cs typeface="Lexend"/>
              <a:sym typeface="Lexend"/>
            </a:endParaRPr>
          </a:p>
        </p:txBody>
      </p:sp>
      <p:sp>
        <p:nvSpPr>
          <p:cNvPr id="2122" name="Google Shape;2122;p98"/>
          <p:cNvSpPr txBox="1"/>
          <p:nvPr/>
        </p:nvSpPr>
        <p:spPr>
          <a:xfrm>
            <a:off x="3337728" y="2403713"/>
            <a:ext cx="1085700" cy="2187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lang="en-GB" sz="2200">
                <a:latin typeface="Times New Roman"/>
                <a:ea typeface="Times New Roman"/>
                <a:cs typeface="Times New Roman"/>
                <a:sym typeface="Times New Roman"/>
              </a:rPr>
              <a:t>cos</a:t>
            </a:r>
            <a:r>
              <a:rPr lang="en-GB" sz="1800">
                <a:solidFill>
                  <a:srgbClr val="000000"/>
                </a:solidFill>
                <a:latin typeface="Times New Roman"/>
                <a:ea typeface="Times New Roman"/>
                <a:cs typeface="Times New Roman"/>
                <a:sym typeface="Times New Roman"/>
              </a:rPr>
              <a:t>(</a:t>
            </a:r>
            <a:r>
              <a:rPr i="1" lang="en-GB" sz="2200">
                <a:solidFill>
                  <a:srgbClr val="000000"/>
                </a:solidFill>
                <a:latin typeface="Times New Roman"/>
                <a:ea typeface="Times New Roman"/>
                <a:cs typeface="Times New Roman"/>
                <a:sym typeface="Times New Roman"/>
              </a:rPr>
              <a:t>b</a:t>
            </a:r>
            <a:r>
              <a:rPr lang="en-GB" sz="1800">
                <a:solidFill>
                  <a:srgbClr val="000000"/>
                </a:solidFill>
                <a:latin typeface="Times New Roman"/>
                <a:ea typeface="Times New Roman"/>
                <a:cs typeface="Times New Roman"/>
                <a:sym typeface="Times New Roman"/>
              </a:rPr>
              <a:t>°) = </a:t>
            </a:r>
            <a:endParaRPr sz="1800">
              <a:solidFill>
                <a:srgbClr val="000000"/>
              </a:solidFill>
              <a:latin typeface="Times New Roman"/>
              <a:ea typeface="Times New Roman"/>
              <a:cs typeface="Times New Roman"/>
              <a:sym typeface="Times New Roman"/>
            </a:endParaRPr>
          </a:p>
        </p:txBody>
      </p:sp>
      <p:grpSp>
        <p:nvGrpSpPr>
          <p:cNvPr id="2123" name="Google Shape;2123;p98"/>
          <p:cNvGrpSpPr/>
          <p:nvPr/>
        </p:nvGrpSpPr>
        <p:grpSpPr>
          <a:xfrm>
            <a:off x="4388274" y="2325541"/>
            <a:ext cx="394488" cy="448000"/>
            <a:chOff x="4885901" y="2729095"/>
            <a:chExt cx="723300" cy="448000"/>
          </a:xfrm>
        </p:grpSpPr>
        <p:sp>
          <p:nvSpPr>
            <p:cNvPr id="2124" name="Google Shape;2124;p98"/>
            <p:cNvSpPr txBox="1"/>
            <p:nvPr/>
          </p:nvSpPr>
          <p:spPr>
            <a:xfrm>
              <a:off x="4885901" y="2955995"/>
              <a:ext cx="723300" cy="2211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Clr>
                  <a:srgbClr val="000000"/>
                </a:buClr>
                <a:buSzPts val="1100"/>
                <a:buFont typeface="Arial"/>
                <a:buNone/>
              </a:pPr>
              <a:r>
                <a:rPr lang="en-GB" sz="1800">
                  <a:latin typeface="Lexend"/>
                  <a:ea typeface="Lexend"/>
                  <a:cs typeface="Lexend"/>
                  <a:sym typeface="Lexend"/>
                </a:rPr>
                <a:t> </a:t>
              </a:r>
              <a:endParaRPr sz="1800">
                <a:latin typeface="Lexend"/>
                <a:ea typeface="Lexend"/>
                <a:cs typeface="Lexend"/>
                <a:sym typeface="Lexend"/>
              </a:endParaRPr>
            </a:p>
          </p:txBody>
        </p:sp>
        <p:sp>
          <p:nvSpPr>
            <p:cNvPr id="2125" name="Google Shape;2125;p98"/>
            <p:cNvSpPr txBox="1"/>
            <p:nvPr/>
          </p:nvSpPr>
          <p:spPr>
            <a:xfrm>
              <a:off x="4885901" y="2729095"/>
              <a:ext cx="723300" cy="2211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Clr>
                  <a:srgbClr val="000000"/>
                </a:buClr>
                <a:buSzPts val="1100"/>
                <a:buFont typeface="Arial"/>
                <a:buNone/>
              </a:pPr>
              <a:r>
                <a:rPr lang="en-GB" sz="1800">
                  <a:latin typeface="Lexend"/>
                  <a:ea typeface="Lexend"/>
                  <a:cs typeface="Lexend"/>
                  <a:sym typeface="Lexend"/>
                </a:rPr>
                <a:t> </a:t>
              </a:r>
              <a:endParaRPr sz="1800">
                <a:latin typeface="Lexend"/>
                <a:ea typeface="Lexend"/>
                <a:cs typeface="Lexend"/>
                <a:sym typeface="Lexend"/>
              </a:endParaRPr>
            </a:p>
          </p:txBody>
        </p:sp>
        <p:cxnSp>
          <p:nvCxnSpPr>
            <p:cNvPr id="2126" name="Google Shape;2126;p98"/>
            <p:cNvCxnSpPr/>
            <p:nvPr/>
          </p:nvCxnSpPr>
          <p:spPr>
            <a:xfrm>
              <a:off x="5004101" y="2953112"/>
              <a:ext cx="486900" cy="0"/>
            </a:xfrm>
            <a:prstGeom prst="straightConnector1">
              <a:avLst/>
            </a:prstGeom>
            <a:noFill/>
            <a:ln cap="flat" cmpd="sng" w="19050">
              <a:solidFill>
                <a:srgbClr val="000000"/>
              </a:solidFill>
              <a:prstDash val="solid"/>
              <a:round/>
              <a:headEnd len="med" w="med" type="none"/>
              <a:tailEnd len="med" w="med" type="none"/>
            </a:ln>
          </p:spPr>
        </p:cxnSp>
      </p:grpSp>
      <p:grpSp>
        <p:nvGrpSpPr>
          <p:cNvPr id="2127" name="Google Shape;2127;p98"/>
          <p:cNvGrpSpPr/>
          <p:nvPr/>
        </p:nvGrpSpPr>
        <p:grpSpPr>
          <a:xfrm>
            <a:off x="4388274" y="2814491"/>
            <a:ext cx="394488" cy="448000"/>
            <a:chOff x="4885901" y="2729095"/>
            <a:chExt cx="723300" cy="448000"/>
          </a:xfrm>
        </p:grpSpPr>
        <p:sp>
          <p:nvSpPr>
            <p:cNvPr id="2128" name="Google Shape;2128;p98"/>
            <p:cNvSpPr txBox="1"/>
            <p:nvPr/>
          </p:nvSpPr>
          <p:spPr>
            <a:xfrm>
              <a:off x="4885901" y="2955995"/>
              <a:ext cx="723300" cy="2211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Clr>
                  <a:srgbClr val="000000"/>
                </a:buClr>
                <a:buSzPts val="1100"/>
                <a:buFont typeface="Arial"/>
                <a:buNone/>
              </a:pPr>
              <a:r>
                <a:rPr lang="en-GB" sz="1800">
                  <a:latin typeface="Lexend"/>
                  <a:ea typeface="Lexend"/>
                  <a:cs typeface="Lexend"/>
                  <a:sym typeface="Lexend"/>
                </a:rPr>
                <a:t> </a:t>
              </a:r>
              <a:endParaRPr sz="1800">
                <a:latin typeface="Lexend"/>
                <a:ea typeface="Lexend"/>
                <a:cs typeface="Lexend"/>
                <a:sym typeface="Lexend"/>
              </a:endParaRPr>
            </a:p>
          </p:txBody>
        </p:sp>
        <p:sp>
          <p:nvSpPr>
            <p:cNvPr id="2129" name="Google Shape;2129;p98"/>
            <p:cNvSpPr txBox="1"/>
            <p:nvPr/>
          </p:nvSpPr>
          <p:spPr>
            <a:xfrm>
              <a:off x="4885901" y="2729095"/>
              <a:ext cx="723300" cy="2211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Clr>
                  <a:srgbClr val="000000"/>
                </a:buClr>
                <a:buSzPts val="1100"/>
                <a:buFont typeface="Arial"/>
                <a:buNone/>
              </a:pPr>
              <a:r>
                <a:rPr lang="en-GB" sz="1800">
                  <a:latin typeface="Lexend"/>
                  <a:ea typeface="Lexend"/>
                  <a:cs typeface="Lexend"/>
                  <a:sym typeface="Lexend"/>
                </a:rPr>
                <a:t> </a:t>
              </a:r>
              <a:endParaRPr sz="1800">
                <a:latin typeface="Lexend"/>
                <a:ea typeface="Lexend"/>
                <a:cs typeface="Lexend"/>
                <a:sym typeface="Lexend"/>
              </a:endParaRPr>
            </a:p>
          </p:txBody>
        </p:sp>
        <p:cxnSp>
          <p:nvCxnSpPr>
            <p:cNvPr id="2130" name="Google Shape;2130;p98"/>
            <p:cNvCxnSpPr/>
            <p:nvPr/>
          </p:nvCxnSpPr>
          <p:spPr>
            <a:xfrm>
              <a:off x="5004101" y="2953112"/>
              <a:ext cx="486900" cy="0"/>
            </a:xfrm>
            <a:prstGeom prst="straightConnector1">
              <a:avLst/>
            </a:prstGeom>
            <a:noFill/>
            <a:ln cap="flat" cmpd="sng" w="19050">
              <a:solidFill>
                <a:srgbClr val="000000"/>
              </a:solidFill>
              <a:prstDash val="solid"/>
              <a:round/>
              <a:headEnd len="med" w="med" type="none"/>
              <a:tailEnd len="med" w="med" type="none"/>
            </a:ln>
          </p:spPr>
        </p:cxnSp>
      </p:grpSp>
      <p:sp>
        <p:nvSpPr>
          <p:cNvPr id="2131" name="Google Shape;2131;p98"/>
          <p:cNvSpPr txBox="1"/>
          <p:nvPr/>
        </p:nvSpPr>
        <p:spPr>
          <a:xfrm>
            <a:off x="3252325" y="2892674"/>
            <a:ext cx="1171200" cy="2187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i="1" lang="en-GB" sz="2200">
                <a:solidFill>
                  <a:srgbClr val="000000"/>
                </a:solidFill>
                <a:latin typeface="Times New Roman"/>
                <a:ea typeface="Times New Roman"/>
                <a:cs typeface="Times New Roman"/>
                <a:sym typeface="Times New Roman"/>
              </a:rPr>
              <a:t>b</a:t>
            </a:r>
            <a:r>
              <a:rPr lang="en-GB" sz="1800">
                <a:solidFill>
                  <a:srgbClr val="000000"/>
                </a:solidFill>
                <a:latin typeface="Times New Roman"/>
                <a:ea typeface="Times New Roman"/>
                <a:cs typeface="Times New Roman"/>
                <a:sym typeface="Times New Roman"/>
              </a:rPr>
              <a:t>° = </a:t>
            </a:r>
            <a:r>
              <a:rPr lang="en-GB" sz="2200">
                <a:latin typeface="Times New Roman"/>
                <a:ea typeface="Times New Roman"/>
                <a:cs typeface="Times New Roman"/>
                <a:sym typeface="Times New Roman"/>
              </a:rPr>
              <a:t>cos</a:t>
            </a:r>
            <a:r>
              <a:rPr baseline="30000" lang="en-GB" sz="2200">
                <a:solidFill>
                  <a:srgbClr val="000000"/>
                </a:solidFill>
                <a:latin typeface="Times New Roman"/>
                <a:ea typeface="Times New Roman"/>
                <a:cs typeface="Times New Roman"/>
                <a:sym typeface="Times New Roman"/>
              </a:rPr>
              <a:t>-1</a:t>
            </a:r>
            <a:r>
              <a:rPr lang="en-GB" sz="3000">
                <a:solidFill>
                  <a:srgbClr val="000000"/>
                </a:solidFill>
                <a:latin typeface="Times New Roman"/>
                <a:ea typeface="Times New Roman"/>
                <a:cs typeface="Times New Roman"/>
                <a:sym typeface="Times New Roman"/>
              </a:rPr>
              <a:t>(</a:t>
            </a:r>
            <a:endParaRPr sz="3000">
              <a:solidFill>
                <a:srgbClr val="000000"/>
              </a:solidFill>
              <a:latin typeface="Times New Roman"/>
              <a:ea typeface="Times New Roman"/>
              <a:cs typeface="Times New Roman"/>
              <a:sym typeface="Times New Roman"/>
            </a:endParaRPr>
          </a:p>
        </p:txBody>
      </p:sp>
      <p:sp>
        <p:nvSpPr>
          <p:cNvPr id="2132" name="Google Shape;2132;p98"/>
          <p:cNvSpPr txBox="1"/>
          <p:nvPr/>
        </p:nvSpPr>
        <p:spPr>
          <a:xfrm>
            <a:off x="4724530" y="2892674"/>
            <a:ext cx="221700" cy="2187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lang="en-GB" sz="3000">
                <a:solidFill>
                  <a:srgbClr val="000000"/>
                </a:solidFill>
                <a:latin typeface="Times New Roman"/>
                <a:ea typeface="Times New Roman"/>
                <a:cs typeface="Times New Roman"/>
                <a:sym typeface="Times New Roman"/>
              </a:rPr>
              <a:t>)</a:t>
            </a:r>
            <a:endParaRPr sz="3000">
              <a:solidFill>
                <a:srgbClr val="000000"/>
              </a:solidFill>
              <a:latin typeface="Times New Roman"/>
              <a:ea typeface="Times New Roman"/>
              <a:cs typeface="Times New Roman"/>
              <a:sym typeface="Times New Roman"/>
            </a:endParaRPr>
          </a:p>
        </p:txBody>
      </p:sp>
      <p:sp>
        <p:nvSpPr>
          <p:cNvPr id="2133" name="Google Shape;2133;p98"/>
          <p:cNvSpPr/>
          <p:nvPr/>
        </p:nvSpPr>
        <p:spPr>
          <a:xfrm>
            <a:off x="5177075" y="2834949"/>
            <a:ext cx="714600" cy="407100"/>
          </a:xfrm>
          <a:prstGeom prst="rect">
            <a:avLst/>
          </a:prstGeom>
          <a:noFill/>
          <a:ln cap="flat" cmpd="sng" w="28575">
            <a:solidFill>
              <a:srgbClr val="D02AA7"/>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grpSp>
        <p:nvGrpSpPr>
          <p:cNvPr id="2134" name="Google Shape;2134;p98"/>
          <p:cNvGrpSpPr/>
          <p:nvPr/>
        </p:nvGrpSpPr>
        <p:grpSpPr>
          <a:xfrm>
            <a:off x="6618803" y="1384001"/>
            <a:ext cx="1290596" cy="719745"/>
            <a:chOff x="-2082328" y="1227614"/>
            <a:chExt cx="1021203" cy="1896561"/>
          </a:xfrm>
        </p:grpSpPr>
        <p:sp>
          <p:nvSpPr>
            <p:cNvPr id="2135" name="Google Shape;2135;p98"/>
            <p:cNvSpPr/>
            <p:nvPr/>
          </p:nvSpPr>
          <p:spPr>
            <a:xfrm rot="-5400000">
              <a:off x="-2375725" y="1809575"/>
              <a:ext cx="1668300" cy="960900"/>
            </a:xfrm>
            <a:prstGeom prst="rtTriangle">
              <a:avLst/>
            </a:prstGeom>
            <a:noFill/>
            <a:ln cap="flat" cmpd="sng" w="28575">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cxnSp>
          <p:nvCxnSpPr>
            <p:cNvPr id="2136" name="Google Shape;2136;p98"/>
            <p:cNvCxnSpPr/>
            <p:nvPr/>
          </p:nvCxnSpPr>
          <p:spPr>
            <a:xfrm flipH="1">
              <a:off x="-2082328" y="1227614"/>
              <a:ext cx="960900" cy="1668300"/>
            </a:xfrm>
            <a:prstGeom prst="straightConnector1">
              <a:avLst/>
            </a:prstGeom>
            <a:noFill/>
            <a:ln cap="flat" cmpd="sng" w="28575">
              <a:solidFill>
                <a:schemeClr val="accent5"/>
              </a:solidFill>
              <a:prstDash val="solid"/>
              <a:round/>
              <a:headEnd len="med" w="med" type="triangle"/>
              <a:tailEnd len="med" w="med" type="triangle"/>
            </a:ln>
          </p:spPr>
        </p:cxnSp>
      </p:grpSp>
      <p:sp>
        <p:nvSpPr>
          <p:cNvPr id="2137" name="Google Shape;2137;p98"/>
          <p:cNvSpPr/>
          <p:nvPr/>
        </p:nvSpPr>
        <p:spPr>
          <a:xfrm>
            <a:off x="7756242" y="1950876"/>
            <a:ext cx="153000" cy="153000"/>
          </a:xfrm>
          <a:prstGeom prst="rect">
            <a:avLst/>
          </a:prstGeom>
          <a:noFill/>
          <a:ln cap="flat" cmpd="sng" w="28575">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sp>
        <p:nvSpPr>
          <p:cNvPr id="2138" name="Google Shape;2138;p98"/>
          <p:cNvSpPr txBox="1"/>
          <p:nvPr/>
        </p:nvSpPr>
        <p:spPr>
          <a:xfrm flipH="1">
            <a:off x="6586963" y="1426443"/>
            <a:ext cx="885900" cy="2187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lang="en-GB" sz="1800">
                <a:latin typeface="Lexend"/>
                <a:ea typeface="Lexend"/>
                <a:cs typeface="Lexend"/>
                <a:sym typeface="Lexend"/>
              </a:rPr>
              <a:t>1 cm</a:t>
            </a:r>
            <a:endParaRPr sz="1800">
              <a:solidFill>
                <a:srgbClr val="000000"/>
              </a:solidFill>
              <a:latin typeface="Lexend"/>
              <a:ea typeface="Lexend"/>
              <a:cs typeface="Lexend"/>
              <a:sym typeface="Lexend"/>
            </a:endParaRPr>
          </a:p>
        </p:txBody>
      </p:sp>
      <p:sp>
        <p:nvSpPr>
          <p:cNvPr id="2139" name="Google Shape;2139;p98"/>
          <p:cNvSpPr txBox="1"/>
          <p:nvPr/>
        </p:nvSpPr>
        <p:spPr>
          <a:xfrm flipH="1">
            <a:off x="6998094" y="1875625"/>
            <a:ext cx="324000" cy="1791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Clr>
                <a:srgbClr val="000000"/>
              </a:buClr>
              <a:buSzPts val="1100"/>
              <a:buFont typeface="Arial"/>
              <a:buNone/>
            </a:pPr>
            <a:r>
              <a:rPr i="1" lang="en-GB" sz="2200">
                <a:solidFill>
                  <a:srgbClr val="000000"/>
                </a:solidFill>
                <a:latin typeface="Times New Roman"/>
                <a:ea typeface="Times New Roman"/>
                <a:cs typeface="Times New Roman"/>
                <a:sym typeface="Times New Roman"/>
              </a:rPr>
              <a:t>c</a:t>
            </a:r>
            <a:r>
              <a:rPr lang="en-GB" sz="1800">
                <a:solidFill>
                  <a:srgbClr val="000000"/>
                </a:solidFill>
                <a:latin typeface="Lexend"/>
                <a:ea typeface="Lexend"/>
                <a:cs typeface="Lexend"/>
                <a:sym typeface="Lexend"/>
              </a:rPr>
              <a:t>°</a:t>
            </a:r>
            <a:endParaRPr sz="1800">
              <a:latin typeface="Lexend"/>
              <a:ea typeface="Lexend"/>
              <a:cs typeface="Lexend"/>
              <a:sym typeface="Lexend"/>
            </a:endParaRPr>
          </a:p>
        </p:txBody>
      </p:sp>
      <p:sp>
        <p:nvSpPr>
          <p:cNvPr id="2140" name="Google Shape;2140;p98"/>
          <p:cNvSpPr/>
          <p:nvPr/>
        </p:nvSpPr>
        <p:spPr>
          <a:xfrm rot="10800000">
            <a:off x="6058595" y="3443860"/>
            <a:ext cx="1331100" cy="1331400"/>
          </a:xfrm>
          <a:prstGeom prst="arc">
            <a:avLst>
              <a:gd fmla="val 9151910" name="adj1"/>
              <a:gd fmla="val 10809952" name="adj2"/>
            </a:avLst>
          </a:prstGeom>
          <a:solidFill>
            <a:srgbClr val="F3EEFB"/>
          </a:solidFill>
          <a:ln cap="flat" cmpd="sng" w="2857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grpSp>
        <p:nvGrpSpPr>
          <p:cNvPr id="2141" name="Google Shape;2141;p98"/>
          <p:cNvGrpSpPr/>
          <p:nvPr/>
        </p:nvGrpSpPr>
        <p:grpSpPr>
          <a:xfrm>
            <a:off x="6618803" y="3399033"/>
            <a:ext cx="1290596" cy="719745"/>
            <a:chOff x="-2082328" y="1227614"/>
            <a:chExt cx="1021203" cy="1896561"/>
          </a:xfrm>
        </p:grpSpPr>
        <p:sp>
          <p:nvSpPr>
            <p:cNvPr id="2142" name="Google Shape;2142;p98"/>
            <p:cNvSpPr/>
            <p:nvPr/>
          </p:nvSpPr>
          <p:spPr>
            <a:xfrm rot="-5400000">
              <a:off x="-2375725" y="1809575"/>
              <a:ext cx="1668300" cy="960900"/>
            </a:xfrm>
            <a:prstGeom prst="rtTriangle">
              <a:avLst/>
            </a:prstGeom>
            <a:noFill/>
            <a:ln cap="flat" cmpd="sng" w="28575">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cxnSp>
          <p:nvCxnSpPr>
            <p:cNvPr id="2143" name="Google Shape;2143;p98"/>
            <p:cNvCxnSpPr/>
            <p:nvPr/>
          </p:nvCxnSpPr>
          <p:spPr>
            <a:xfrm flipH="1">
              <a:off x="-2082328" y="1227614"/>
              <a:ext cx="960900" cy="1668300"/>
            </a:xfrm>
            <a:prstGeom prst="straightConnector1">
              <a:avLst/>
            </a:prstGeom>
            <a:noFill/>
            <a:ln cap="flat" cmpd="sng" w="28575">
              <a:solidFill>
                <a:schemeClr val="accent5"/>
              </a:solidFill>
              <a:prstDash val="solid"/>
              <a:round/>
              <a:headEnd len="med" w="med" type="triangle"/>
              <a:tailEnd len="med" w="med" type="triangle"/>
            </a:ln>
          </p:spPr>
        </p:cxnSp>
      </p:grpSp>
      <p:sp>
        <p:nvSpPr>
          <p:cNvPr id="2144" name="Google Shape;2144;p98"/>
          <p:cNvSpPr/>
          <p:nvPr/>
        </p:nvSpPr>
        <p:spPr>
          <a:xfrm>
            <a:off x="7756242" y="3965908"/>
            <a:ext cx="153000" cy="153000"/>
          </a:xfrm>
          <a:prstGeom prst="rect">
            <a:avLst/>
          </a:prstGeom>
          <a:noFill/>
          <a:ln cap="flat" cmpd="sng" w="28575">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sp>
        <p:nvSpPr>
          <p:cNvPr id="2145" name="Google Shape;2145;p98"/>
          <p:cNvSpPr txBox="1"/>
          <p:nvPr/>
        </p:nvSpPr>
        <p:spPr>
          <a:xfrm flipH="1">
            <a:off x="6559458" y="3441474"/>
            <a:ext cx="885900" cy="2187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lang="en-GB" sz="1800">
                <a:latin typeface="Lexend"/>
                <a:ea typeface="Lexend"/>
                <a:cs typeface="Lexend"/>
                <a:sym typeface="Lexend"/>
              </a:rPr>
              <a:t>0.5 cm</a:t>
            </a:r>
            <a:endParaRPr sz="1800">
              <a:solidFill>
                <a:srgbClr val="000000"/>
              </a:solidFill>
              <a:latin typeface="Lexend"/>
              <a:ea typeface="Lexend"/>
              <a:cs typeface="Lexend"/>
              <a:sym typeface="Lexend"/>
            </a:endParaRPr>
          </a:p>
        </p:txBody>
      </p:sp>
      <p:sp>
        <p:nvSpPr>
          <p:cNvPr id="2146" name="Google Shape;2146;p98"/>
          <p:cNvSpPr txBox="1"/>
          <p:nvPr/>
        </p:nvSpPr>
        <p:spPr>
          <a:xfrm flipH="1">
            <a:off x="7097945" y="3854105"/>
            <a:ext cx="324000" cy="1791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Clr>
                <a:srgbClr val="000000"/>
              </a:buClr>
              <a:buSzPts val="1100"/>
              <a:buFont typeface="Arial"/>
              <a:buNone/>
            </a:pPr>
            <a:r>
              <a:rPr i="1" lang="en-GB" sz="2200">
                <a:solidFill>
                  <a:srgbClr val="000000"/>
                </a:solidFill>
                <a:latin typeface="Times New Roman"/>
                <a:ea typeface="Times New Roman"/>
                <a:cs typeface="Times New Roman"/>
                <a:sym typeface="Times New Roman"/>
              </a:rPr>
              <a:t>f</a:t>
            </a:r>
            <a:r>
              <a:rPr lang="en-GB" sz="1800">
                <a:solidFill>
                  <a:srgbClr val="000000"/>
                </a:solidFill>
                <a:latin typeface="Lexend"/>
                <a:ea typeface="Lexend"/>
                <a:cs typeface="Lexend"/>
                <a:sym typeface="Lexend"/>
              </a:rPr>
              <a:t>°</a:t>
            </a:r>
            <a:endParaRPr sz="1800">
              <a:latin typeface="Lexend"/>
              <a:ea typeface="Lexend"/>
              <a:cs typeface="Lexend"/>
              <a:sym typeface="Lexend"/>
            </a:endParaRPr>
          </a:p>
        </p:txBody>
      </p:sp>
      <p:cxnSp>
        <p:nvCxnSpPr>
          <p:cNvPr id="2147" name="Google Shape;2147;p98"/>
          <p:cNvCxnSpPr/>
          <p:nvPr/>
        </p:nvCxnSpPr>
        <p:spPr>
          <a:xfrm rot="10800000">
            <a:off x="1077650" y="1952925"/>
            <a:ext cx="1251300" cy="0"/>
          </a:xfrm>
          <a:prstGeom prst="straightConnector1">
            <a:avLst/>
          </a:prstGeom>
          <a:noFill/>
          <a:ln cap="flat" cmpd="sng" w="28575">
            <a:solidFill>
              <a:schemeClr val="accent5"/>
            </a:solidFill>
            <a:prstDash val="solid"/>
            <a:round/>
            <a:headEnd len="med" w="med" type="triangle"/>
            <a:tailEnd len="med" w="med" type="triangle"/>
          </a:ln>
        </p:spPr>
      </p:cxnSp>
      <p:sp>
        <p:nvSpPr>
          <p:cNvPr id="2148" name="Google Shape;2148;p98"/>
          <p:cNvSpPr txBox="1"/>
          <p:nvPr/>
        </p:nvSpPr>
        <p:spPr>
          <a:xfrm>
            <a:off x="324000" y="613000"/>
            <a:ext cx="8085900" cy="2772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lang="en-GB" sz="1800">
                <a:latin typeface="Lexend"/>
                <a:ea typeface="Lexend"/>
                <a:cs typeface="Lexend"/>
                <a:sym typeface="Lexend"/>
              </a:rPr>
              <a:t>2) Find </a:t>
            </a:r>
            <a:r>
              <a:rPr lang="en-GB" sz="1800">
                <a:solidFill>
                  <a:srgbClr val="000000"/>
                </a:solidFill>
                <a:latin typeface="Lexend"/>
                <a:ea typeface="Lexend"/>
                <a:cs typeface="Lexend"/>
                <a:sym typeface="Lexend"/>
              </a:rPr>
              <a:t>the size of each angle marked with a letter (1 d.p.)</a:t>
            </a:r>
            <a:endParaRPr sz="1800">
              <a:latin typeface="Lexend"/>
              <a:ea typeface="Lexend"/>
              <a:cs typeface="Lexend"/>
              <a:sym typeface="Lexend"/>
            </a:endParaRPr>
          </a:p>
        </p:txBody>
      </p:sp>
      <p:cxnSp>
        <p:nvCxnSpPr>
          <p:cNvPr id="2149" name="Google Shape;2149;p98"/>
          <p:cNvCxnSpPr/>
          <p:nvPr/>
        </p:nvCxnSpPr>
        <p:spPr>
          <a:xfrm rot="10800000">
            <a:off x="5012583" y="1120509"/>
            <a:ext cx="0" cy="633000"/>
          </a:xfrm>
          <a:prstGeom prst="straightConnector1">
            <a:avLst/>
          </a:prstGeom>
          <a:noFill/>
          <a:ln cap="flat" cmpd="sng" w="28575">
            <a:solidFill>
              <a:schemeClr val="accent5"/>
            </a:solidFill>
            <a:prstDash val="solid"/>
            <a:round/>
            <a:headEnd len="med" w="med" type="triangle"/>
            <a:tailEnd len="med" w="med" type="triangle"/>
          </a:ln>
        </p:spPr>
      </p:cxnSp>
      <p:sp>
        <p:nvSpPr>
          <p:cNvPr id="2150" name="Google Shape;2150;p98"/>
          <p:cNvSpPr txBox="1"/>
          <p:nvPr/>
        </p:nvSpPr>
        <p:spPr>
          <a:xfrm flipH="1">
            <a:off x="6895500" y="2236725"/>
            <a:ext cx="915000" cy="2187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lang="en-GB" sz="1800">
                <a:latin typeface="Lexend"/>
                <a:ea typeface="Lexend"/>
                <a:cs typeface="Lexend"/>
                <a:sym typeface="Lexend"/>
              </a:rPr>
              <a:t>0.87 cm</a:t>
            </a:r>
            <a:endParaRPr sz="1800">
              <a:solidFill>
                <a:srgbClr val="000000"/>
              </a:solidFill>
              <a:latin typeface="Lexend"/>
              <a:ea typeface="Lexend"/>
              <a:cs typeface="Lexend"/>
              <a:sym typeface="Lexend"/>
            </a:endParaRPr>
          </a:p>
        </p:txBody>
      </p:sp>
      <p:cxnSp>
        <p:nvCxnSpPr>
          <p:cNvPr id="2151" name="Google Shape;2151;p98"/>
          <p:cNvCxnSpPr/>
          <p:nvPr/>
        </p:nvCxnSpPr>
        <p:spPr>
          <a:xfrm rot="10800000">
            <a:off x="6690663" y="2235775"/>
            <a:ext cx="1251300" cy="0"/>
          </a:xfrm>
          <a:prstGeom prst="straightConnector1">
            <a:avLst/>
          </a:prstGeom>
          <a:noFill/>
          <a:ln cap="flat" cmpd="sng" w="28575">
            <a:solidFill>
              <a:schemeClr val="accent5"/>
            </a:solidFill>
            <a:prstDash val="solid"/>
            <a:round/>
            <a:headEnd len="med" w="med" type="triangle"/>
            <a:tailEnd len="med" w="med" type="triangle"/>
          </a:ln>
        </p:spPr>
      </p:cxnSp>
      <p:sp>
        <p:nvSpPr>
          <p:cNvPr id="2152" name="Google Shape;2152;p98"/>
          <p:cNvSpPr/>
          <p:nvPr/>
        </p:nvSpPr>
        <p:spPr>
          <a:xfrm>
            <a:off x="1884979" y="4285102"/>
            <a:ext cx="150600" cy="150600"/>
          </a:xfrm>
          <a:prstGeom prst="rect">
            <a:avLst/>
          </a:prstGeom>
          <a:noFill/>
          <a:ln cap="flat" cmpd="sng" w="28575">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sp>
        <p:nvSpPr>
          <p:cNvPr id="2153" name="Google Shape;2153;p98"/>
          <p:cNvSpPr txBox="1"/>
          <p:nvPr/>
        </p:nvSpPr>
        <p:spPr>
          <a:xfrm flipH="1">
            <a:off x="974121" y="3616295"/>
            <a:ext cx="633900" cy="2154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lang="en-GB" sz="1800">
                <a:latin typeface="Lexend"/>
                <a:ea typeface="Lexend"/>
                <a:cs typeface="Lexend"/>
                <a:sym typeface="Lexend"/>
              </a:rPr>
              <a:t>2 cm</a:t>
            </a:r>
            <a:endParaRPr sz="1800">
              <a:solidFill>
                <a:srgbClr val="000000"/>
              </a:solidFill>
              <a:latin typeface="Lexend"/>
              <a:ea typeface="Lexend"/>
              <a:cs typeface="Lexend"/>
              <a:sym typeface="Lexend"/>
            </a:endParaRPr>
          </a:p>
        </p:txBody>
      </p:sp>
      <p:sp>
        <p:nvSpPr>
          <p:cNvPr id="2154" name="Google Shape;2154;p98"/>
          <p:cNvSpPr txBox="1"/>
          <p:nvPr/>
        </p:nvSpPr>
        <p:spPr>
          <a:xfrm flipH="1">
            <a:off x="1347139" y="4210003"/>
            <a:ext cx="319200" cy="1764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Clr>
                <a:srgbClr val="000000"/>
              </a:buClr>
              <a:buSzPts val="1100"/>
              <a:buFont typeface="Arial"/>
              <a:buNone/>
            </a:pPr>
            <a:r>
              <a:rPr i="1" lang="en-GB" sz="2200">
                <a:latin typeface="Times New Roman"/>
                <a:ea typeface="Times New Roman"/>
                <a:cs typeface="Times New Roman"/>
                <a:sym typeface="Times New Roman"/>
              </a:rPr>
              <a:t>d</a:t>
            </a:r>
            <a:r>
              <a:rPr lang="en-GB" sz="1800">
                <a:solidFill>
                  <a:srgbClr val="000000"/>
                </a:solidFill>
                <a:latin typeface="Lexend"/>
                <a:ea typeface="Lexend"/>
                <a:cs typeface="Lexend"/>
                <a:sym typeface="Lexend"/>
              </a:rPr>
              <a:t>°</a:t>
            </a:r>
            <a:endParaRPr sz="1800">
              <a:latin typeface="Lexend"/>
              <a:ea typeface="Lexend"/>
              <a:cs typeface="Lexend"/>
              <a:sym typeface="Lexend"/>
            </a:endParaRPr>
          </a:p>
        </p:txBody>
      </p:sp>
      <p:sp>
        <p:nvSpPr>
          <p:cNvPr id="2155" name="Google Shape;2155;p98"/>
          <p:cNvSpPr txBox="1"/>
          <p:nvPr/>
        </p:nvSpPr>
        <p:spPr>
          <a:xfrm flipH="1">
            <a:off x="1161298" y="4556158"/>
            <a:ext cx="985500" cy="2187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lang="en-GB" sz="1800">
                <a:latin typeface="Lexend"/>
                <a:ea typeface="Lexend"/>
                <a:cs typeface="Lexend"/>
                <a:sym typeface="Lexend"/>
              </a:rPr>
              <a:t>0.87 cm</a:t>
            </a:r>
            <a:endParaRPr sz="1800">
              <a:solidFill>
                <a:srgbClr val="000000"/>
              </a:solidFill>
              <a:latin typeface="Lexend"/>
              <a:ea typeface="Lexend"/>
              <a:cs typeface="Lexend"/>
              <a:sym typeface="Lexend"/>
            </a:endParaRPr>
          </a:p>
        </p:txBody>
      </p:sp>
      <p:cxnSp>
        <p:nvCxnSpPr>
          <p:cNvPr id="2156" name="Google Shape;2156;p98"/>
          <p:cNvCxnSpPr/>
          <p:nvPr/>
        </p:nvCxnSpPr>
        <p:spPr>
          <a:xfrm rot="10800000">
            <a:off x="1225146" y="4525900"/>
            <a:ext cx="810300" cy="0"/>
          </a:xfrm>
          <a:prstGeom prst="straightConnector1">
            <a:avLst/>
          </a:prstGeom>
          <a:noFill/>
          <a:ln cap="flat" cmpd="sng" w="28575">
            <a:solidFill>
              <a:schemeClr val="accent5"/>
            </a:solidFill>
            <a:prstDash val="solid"/>
            <a:round/>
            <a:headEnd len="med" w="med" type="triangle"/>
            <a:tailEnd len="med" w="med" type="triangle"/>
          </a:ln>
        </p:spPr>
      </p:cxnSp>
      <p:sp>
        <p:nvSpPr>
          <p:cNvPr id="2157" name="Google Shape;2157;p98"/>
          <p:cNvSpPr/>
          <p:nvPr/>
        </p:nvSpPr>
        <p:spPr>
          <a:xfrm rot="10800000">
            <a:off x="2611404" y="3567075"/>
            <a:ext cx="1500600" cy="1500900"/>
          </a:xfrm>
          <a:prstGeom prst="arc">
            <a:avLst>
              <a:gd fmla="val 9585297" name="adj1"/>
              <a:gd fmla="val 10809952" name="adj2"/>
            </a:avLst>
          </a:prstGeom>
          <a:solidFill>
            <a:srgbClr val="F3EEFB"/>
          </a:solidFill>
          <a:ln cap="flat" cmpd="sng" w="2857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grpSp>
        <p:nvGrpSpPr>
          <p:cNvPr id="2158" name="Google Shape;2158;p98"/>
          <p:cNvGrpSpPr/>
          <p:nvPr/>
        </p:nvGrpSpPr>
        <p:grpSpPr>
          <a:xfrm>
            <a:off x="3215924" y="3606972"/>
            <a:ext cx="1891166" cy="719745"/>
            <a:chOff x="-2082328" y="1227614"/>
            <a:chExt cx="1021203" cy="1896561"/>
          </a:xfrm>
        </p:grpSpPr>
        <p:sp>
          <p:nvSpPr>
            <p:cNvPr id="2159" name="Google Shape;2159;p98"/>
            <p:cNvSpPr/>
            <p:nvPr/>
          </p:nvSpPr>
          <p:spPr>
            <a:xfrm rot="-5400000">
              <a:off x="-2375725" y="1809575"/>
              <a:ext cx="1668300" cy="960900"/>
            </a:xfrm>
            <a:prstGeom prst="rtTriangle">
              <a:avLst/>
            </a:prstGeom>
            <a:noFill/>
            <a:ln cap="flat" cmpd="sng" w="28575">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cxnSp>
          <p:nvCxnSpPr>
            <p:cNvPr id="2160" name="Google Shape;2160;p98"/>
            <p:cNvCxnSpPr/>
            <p:nvPr/>
          </p:nvCxnSpPr>
          <p:spPr>
            <a:xfrm flipH="1">
              <a:off x="-2082328" y="1227614"/>
              <a:ext cx="960900" cy="1668300"/>
            </a:xfrm>
            <a:prstGeom prst="straightConnector1">
              <a:avLst/>
            </a:prstGeom>
            <a:noFill/>
            <a:ln cap="flat" cmpd="sng" w="28575">
              <a:solidFill>
                <a:schemeClr val="accent5"/>
              </a:solidFill>
              <a:prstDash val="solid"/>
              <a:round/>
              <a:headEnd len="med" w="med" type="triangle"/>
              <a:tailEnd len="med" w="med" type="triangle"/>
            </a:ln>
          </p:spPr>
        </p:cxnSp>
      </p:grpSp>
      <p:sp>
        <p:nvSpPr>
          <p:cNvPr id="2161" name="Google Shape;2161;p98"/>
          <p:cNvSpPr/>
          <p:nvPr/>
        </p:nvSpPr>
        <p:spPr>
          <a:xfrm>
            <a:off x="4952365" y="4173851"/>
            <a:ext cx="153000" cy="153000"/>
          </a:xfrm>
          <a:prstGeom prst="rect">
            <a:avLst/>
          </a:prstGeom>
          <a:noFill/>
          <a:ln cap="flat" cmpd="sng" w="28575">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sp>
        <p:nvSpPr>
          <p:cNvPr id="2162" name="Google Shape;2162;p98"/>
          <p:cNvSpPr txBox="1"/>
          <p:nvPr/>
        </p:nvSpPr>
        <p:spPr>
          <a:xfrm flipH="1">
            <a:off x="3553329" y="3612783"/>
            <a:ext cx="885900" cy="2187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lang="en-GB" sz="1800">
                <a:latin typeface="Lexend"/>
                <a:ea typeface="Lexend"/>
                <a:cs typeface="Lexend"/>
                <a:sym typeface="Lexend"/>
              </a:rPr>
              <a:t>0.9 cm</a:t>
            </a:r>
            <a:endParaRPr sz="1800">
              <a:solidFill>
                <a:srgbClr val="000000"/>
              </a:solidFill>
              <a:latin typeface="Lexend"/>
              <a:ea typeface="Lexend"/>
              <a:cs typeface="Lexend"/>
              <a:sym typeface="Lexend"/>
            </a:endParaRPr>
          </a:p>
        </p:txBody>
      </p:sp>
      <p:sp>
        <p:nvSpPr>
          <p:cNvPr id="2163" name="Google Shape;2163;p98"/>
          <p:cNvSpPr txBox="1"/>
          <p:nvPr/>
        </p:nvSpPr>
        <p:spPr>
          <a:xfrm flipH="1">
            <a:off x="3809738" y="4105757"/>
            <a:ext cx="324000" cy="1791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Clr>
                <a:srgbClr val="000000"/>
              </a:buClr>
              <a:buSzPts val="1100"/>
              <a:buFont typeface="Arial"/>
              <a:buNone/>
            </a:pPr>
            <a:r>
              <a:rPr i="1" lang="en-GB" sz="2200">
                <a:latin typeface="Times New Roman"/>
                <a:ea typeface="Times New Roman"/>
                <a:cs typeface="Times New Roman"/>
                <a:sym typeface="Times New Roman"/>
              </a:rPr>
              <a:t>e</a:t>
            </a:r>
            <a:r>
              <a:rPr lang="en-GB" sz="1800">
                <a:solidFill>
                  <a:srgbClr val="000000"/>
                </a:solidFill>
                <a:latin typeface="Lexend"/>
                <a:ea typeface="Lexend"/>
                <a:cs typeface="Lexend"/>
                <a:sym typeface="Lexend"/>
              </a:rPr>
              <a:t>°</a:t>
            </a:r>
            <a:endParaRPr sz="1800">
              <a:latin typeface="Lexend"/>
              <a:ea typeface="Lexend"/>
              <a:cs typeface="Lexend"/>
              <a:sym typeface="Lexend"/>
            </a:endParaRPr>
          </a:p>
        </p:txBody>
      </p:sp>
      <p:sp>
        <p:nvSpPr>
          <p:cNvPr id="2164" name="Google Shape;2164;p98"/>
          <p:cNvSpPr txBox="1"/>
          <p:nvPr/>
        </p:nvSpPr>
        <p:spPr>
          <a:xfrm flipH="1">
            <a:off x="3777150" y="4479950"/>
            <a:ext cx="1080600" cy="2187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lang="en-GB" sz="1800">
                <a:latin typeface="Lexend"/>
                <a:ea typeface="Lexend"/>
                <a:cs typeface="Lexend"/>
                <a:sym typeface="Lexend"/>
              </a:rPr>
              <a:t>0.87 cm</a:t>
            </a:r>
            <a:endParaRPr sz="1800">
              <a:solidFill>
                <a:srgbClr val="000000"/>
              </a:solidFill>
              <a:latin typeface="Lexend"/>
              <a:ea typeface="Lexend"/>
              <a:cs typeface="Lexend"/>
              <a:sym typeface="Lexend"/>
            </a:endParaRPr>
          </a:p>
        </p:txBody>
      </p:sp>
      <p:cxnSp>
        <p:nvCxnSpPr>
          <p:cNvPr id="2165" name="Google Shape;2165;p98"/>
          <p:cNvCxnSpPr/>
          <p:nvPr/>
        </p:nvCxnSpPr>
        <p:spPr>
          <a:xfrm rot="10800000">
            <a:off x="3394412" y="4449700"/>
            <a:ext cx="1743900" cy="0"/>
          </a:xfrm>
          <a:prstGeom prst="straightConnector1">
            <a:avLst/>
          </a:prstGeom>
          <a:noFill/>
          <a:ln cap="flat" cmpd="sng" w="28575">
            <a:solidFill>
              <a:schemeClr val="accent5"/>
            </a:solidFill>
            <a:prstDash val="solid"/>
            <a:round/>
            <a:headEnd len="med" w="med" type="triangle"/>
            <a:tailEnd len="med" w="med" type="triangle"/>
          </a:ln>
        </p:spPr>
      </p:cxnSp>
      <p:sp>
        <p:nvSpPr>
          <p:cNvPr id="2166" name="Google Shape;2166;p98"/>
          <p:cNvSpPr txBox="1"/>
          <p:nvPr/>
        </p:nvSpPr>
        <p:spPr>
          <a:xfrm flipH="1">
            <a:off x="6791475" y="4278608"/>
            <a:ext cx="1123200" cy="2187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lang="en-GB" sz="1800">
                <a:latin typeface="Lexend"/>
                <a:ea typeface="Lexend"/>
                <a:cs typeface="Lexend"/>
                <a:sym typeface="Lexend"/>
              </a:rPr>
              <a:t>0.435 cm</a:t>
            </a:r>
            <a:endParaRPr sz="1800">
              <a:solidFill>
                <a:srgbClr val="000000"/>
              </a:solidFill>
              <a:latin typeface="Lexend"/>
              <a:ea typeface="Lexend"/>
              <a:cs typeface="Lexend"/>
              <a:sym typeface="Lexend"/>
            </a:endParaRPr>
          </a:p>
        </p:txBody>
      </p:sp>
      <p:cxnSp>
        <p:nvCxnSpPr>
          <p:cNvPr id="2167" name="Google Shape;2167;p98"/>
          <p:cNvCxnSpPr/>
          <p:nvPr/>
        </p:nvCxnSpPr>
        <p:spPr>
          <a:xfrm rot="10800000">
            <a:off x="6690663" y="4257041"/>
            <a:ext cx="1251300" cy="0"/>
          </a:xfrm>
          <a:prstGeom prst="straightConnector1">
            <a:avLst/>
          </a:prstGeom>
          <a:noFill/>
          <a:ln cap="flat" cmpd="sng" w="28575">
            <a:solidFill>
              <a:schemeClr val="accent5"/>
            </a:solidFill>
            <a:prstDash val="solid"/>
            <a:round/>
            <a:headEnd len="med" w="med" type="triangle"/>
            <a:tailEnd len="med" w="med" type="triangle"/>
          </a:ln>
        </p:spPr>
      </p:cxnSp>
      <p:sp>
        <p:nvSpPr>
          <p:cNvPr id="2168" name="Google Shape;2168;p98"/>
          <p:cNvSpPr txBox="1"/>
          <p:nvPr/>
        </p:nvSpPr>
        <p:spPr>
          <a:xfrm>
            <a:off x="313925" y="1133150"/>
            <a:ext cx="398100" cy="2772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None/>
            </a:pPr>
            <a:r>
              <a:rPr lang="en-GB" sz="1800">
                <a:latin typeface="Lexend"/>
                <a:ea typeface="Lexend"/>
                <a:cs typeface="Lexend"/>
                <a:sym typeface="Lexend"/>
              </a:rPr>
              <a:t>a)</a:t>
            </a:r>
            <a:endParaRPr sz="1800">
              <a:latin typeface="Lexend"/>
              <a:ea typeface="Lexend"/>
              <a:cs typeface="Lexend"/>
              <a:sym typeface="Lexend"/>
            </a:endParaRPr>
          </a:p>
        </p:txBody>
      </p:sp>
      <p:sp>
        <p:nvSpPr>
          <p:cNvPr id="2169" name="Google Shape;2169;p98"/>
          <p:cNvSpPr txBox="1"/>
          <p:nvPr/>
        </p:nvSpPr>
        <p:spPr>
          <a:xfrm>
            <a:off x="3206625" y="1133150"/>
            <a:ext cx="398100" cy="2772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None/>
            </a:pPr>
            <a:r>
              <a:rPr lang="en-GB" sz="1800">
                <a:latin typeface="Lexend"/>
                <a:ea typeface="Lexend"/>
                <a:cs typeface="Lexend"/>
                <a:sym typeface="Lexend"/>
              </a:rPr>
              <a:t>b)</a:t>
            </a:r>
            <a:endParaRPr sz="1800">
              <a:latin typeface="Lexend"/>
              <a:ea typeface="Lexend"/>
              <a:cs typeface="Lexend"/>
              <a:sym typeface="Lexend"/>
            </a:endParaRPr>
          </a:p>
        </p:txBody>
      </p:sp>
      <p:sp>
        <p:nvSpPr>
          <p:cNvPr id="2170" name="Google Shape;2170;p98"/>
          <p:cNvSpPr txBox="1"/>
          <p:nvPr/>
        </p:nvSpPr>
        <p:spPr>
          <a:xfrm>
            <a:off x="6099325" y="1133150"/>
            <a:ext cx="398100" cy="2772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None/>
            </a:pPr>
            <a:r>
              <a:rPr lang="en-GB" sz="1800">
                <a:latin typeface="Lexend"/>
                <a:ea typeface="Lexend"/>
                <a:cs typeface="Lexend"/>
                <a:sym typeface="Lexend"/>
              </a:rPr>
              <a:t>c)</a:t>
            </a:r>
            <a:endParaRPr sz="1800">
              <a:latin typeface="Lexend"/>
              <a:ea typeface="Lexend"/>
              <a:cs typeface="Lexend"/>
              <a:sym typeface="Lexend"/>
            </a:endParaRPr>
          </a:p>
        </p:txBody>
      </p:sp>
      <p:sp>
        <p:nvSpPr>
          <p:cNvPr id="2171" name="Google Shape;2171;p98"/>
          <p:cNvSpPr txBox="1"/>
          <p:nvPr/>
        </p:nvSpPr>
        <p:spPr>
          <a:xfrm>
            <a:off x="313925" y="3317850"/>
            <a:ext cx="398100" cy="2772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None/>
            </a:pPr>
            <a:r>
              <a:rPr lang="en-GB" sz="1800">
                <a:latin typeface="Lexend"/>
                <a:ea typeface="Lexend"/>
                <a:cs typeface="Lexend"/>
                <a:sym typeface="Lexend"/>
              </a:rPr>
              <a:t>d)</a:t>
            </a:r>
            <a:endParaRPr sz="1800">
              <a:latin typeface="Lexend"/>
              <a:ea typeface="Lexend"/>
              <a:cs typeface="Lexend"/>
              <a:sym typeface="Lexend"/>
            </a:endParaRPr>
          </a:p>
        </p:txBody>
      </p:sp>
      <p:sp>
        <p:nvSpPr>
          <p:cNvPr id="2172" name="Google Shape;2172;p98"/>
          <p:cNvSpPr txBox="1"/>
          <p:nvPr/>
        </p:nvSpPr>
        <p:spPr>
          <a:xfrm>
            <a:off x="3206625" y="3317850"/>
            <a:ext cx="398100" cy="2772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None/>
            </a:pPr>
            <a:r>
              <a:rPr lang="en-GB" sz="1800">
                <a:latin typeface="Lexend"/>
                <a:ea typeface="Lexend"/>
                <a:cs typeface="Lexend"/>
                <a:sym typeface="Lexend"/>
              </a:rPr>
              <a:t>e)</a:t>
            </a:r>
            <a:endParaRPr sz="1800">
              <a:latin typeface="Lexend"/>
              <a:ea typeface="Lexend"/>
              <a:cs typeface="Lexend"/>
              <a:sym typeface="Lexend"/>
            </a:endParaRPr>
          </a:p>
        </p:txBody>
      </p:sp>
      <p:sp>
        <p:nvSpPr>
          <p:cNvPr id="2173" name="Google Shape;2173;p98"/>
          <p:cNvSpPr txBox="1"/>
          <p:nvPr/>
        </p:nvSpPr>
        <p:spPr>
          <a:xfrm>
            <a:off x="6099325" y="3317850"/>
            <a:ext cx="398100" cy="2772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None/>
            </a:pPr>
            <a:r>
              <a:rPr lang="en-GB" sz="1800">
                <a:latin typeface="Lexend"/>
                <a:ea typeface="Lexend"/>
                <a:cs typeface="Lexend"/>
                <a:sym typeface="Lexend"/>
              </a:rPr>
              <a:t>f)</a:t>
            </a:r>
            <a:endParaRPr sz="1800">
              <a:latin typeface="Lexend"/>
              <a:ea typeface="Lexend"/>
              <a:cs typeface="Lexend"/>
              <a:sym typeface="Lexend"/>
            </a:endParaRPr>
          </a:p>
        </p:txBody>
      </p:sp>
    </p:spTree>
  </p:cSld>
  <p:clrMapOvr>
    <a:masterClrMapping/>
  </p:clrMapOvr>
</p:sld>
</file>

<file path=ppt/slides/slide3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77" name="Shape 2177"/>
        <p:cNvGrpSpPr/>
        <p:nvPr/>
      </p:nvGrpSpPr>
      <p:grpSpPr>
        <a:xfrm>
          <a:off x="0" y="0"/>
          <a:ext cx="0" cy="0"/>
          <a:chOff x="0" y="0"/>
          <a:chExt cx="0" cy="0"/>
        </a:xfrm>
      </p:grpSpPr>
      <p:sp>
        <p:nvSpPr>
          <p:cNvPr id="2178" name="Google Shape;2178;p99"/>
          <p:cNvSpPr txBox="1"/>
          <p:nvPr/>
        </p:nvSpPr>
        <p:spPr>
          <a:xfrm>
            <a:off x="324000" y="653275"/>
            <a:ext cx="8487000" cy="5232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None/>
            </a:pPr>
            <a:r>
              <a:rPr lang="en-GB" sz="1700">
                <a:latin typeface="Lexend"/>
                <a:ea typeface="Lexend"/>
                <a:cs typeface="Lexend"/>
                <a:sym typeface="Lexend"/>
              </a:rPr>
              <a:t>1) Match each triangle to: an equation that describes the relationship between its hypotenuse and an adjacent side, and to the size of its angle (2 d.p.).</a:t>
            </a:r>
            <a:endParaRPr sz="1700">
              <a:solidFill>
                <a:srgbClr val="000000"/>
              </a:solidFill>
              <a:latin typeface="Lexend"/>
              <a:ea typeface="Lexend"/>
              <a:cs typeface="Lexend"/>
              <a:sym typeface="Lexend"/>
            </a:endParaRPr>
          </a:p>
        </p:txBody>
      </p:sp>
      <p:sp>
        <p:nvSpPr>
          <p:cNvPr id="2179" name="Google Shape;2179;p99"/>
          <p:cNvSpPr txBox="1"/>
          <p:nvPr>
            <p:ph type="title"/>
          </p:nvPr>
        </p:nvSpPr>
        <p:spPr>
          <a:xfrm>
            <a:off x="1479300" y="39650"/>
            <a:ext cx="6855300" cy="382800"/>
          </a:xfrm>
          <a:prstGeom prst="rect">
            <a:avLst/>
          </a:prstGeom>
        </p:spPr>
        <p:txBody>
          <a:bodyPr anchorCtr="0" anchor="b" bIns="0" lIns="0" spcFirstLastPara="1" rIns="0" wrap="square" tIns="0">
            <a:noAutofit/>
          </a:bodyPr>
          <a:lstStyle/>
          <a:p>
            <a:pPr indent="0" lvl="0" marL="0" rtl="0" algn="l">
              <a:spcBef>
                <a:spcPts val="0"/>
              </a:spcBef>
              <a:spcAft>
                <a:spcPts val="0"/>
              </a:spcAft>
              <a:buNone/>
            </a:pPr>
            <a:r>
              <a:rPr lang="en-GB"/>
              <a:t>Calculating angles using the cosine formula</a:t>
            </a:r>
            <a:endParaRPr/>
          </a:p>
        </p:txBody>
      </p:sp>
      <p:sp>
        <p:nvSpPr>
          <p:cNvPr id="2180" name="Google Shape;2180;p99"/>
          <p:cNvSpPr/>
          <p:nvPr/>
        </p:nvSpPr>
        <p:spPr>
          <a:xfrm flipH="1">
            <a:off x="-207119" y="2032605"/>
            <a:ext cx="1313100" cy="1313100"/>
          </a:xfrm>
          <a:prstGeom prst="arc">
            <a:avLst>
              <a:gd fmla="val 10771373" name="adj1"/>
              <a:gd fmla="val 12861570" name="adj2"/>
            </a:avLst>
          </a:prstGeom>
          <a:solidFill>
            <a:srgbClr val="F3EEFB"/>
          </a:solidFill>
          <a:ln cap="flat" cmpd="sng" w="2857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sp>
        <p:nvSpPr>
          <p:cNvPr id="2181" name="Google Shape;2181;p99"/>
          <p:cNvSpPr/>
          <p:nvPr/>
        </p:nvSpPr>
        <p:spPr>
          <a:xfrm flipH="1">
            <a:off x="425265" y="1666282"/>
            <a:ext cx="1535400" cy="1029900"/>
          </a:xfrm>
          <a:prstGeom prst="rtTriangle">
            <a:avLst/>
          </a:prstGeom>
          <a:noFill/>
          <a:ln cap="flat" cmpd="sng" w="28575">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cxnSp>
        <p:nvCxnSpPr>
          <p:cNvPr id="2182" name="Google Shape;2182;p99"/>
          <p:cNvCxnSpPr/>
          <p:nvPr/>
        </p:nvCxnSpPr>
        <p:spPr>
          <a:xfrm flipH="1" rot="10800000">
            <a:off x="348962" y="1553239"/>
            <a:ext cx="1535400" cy="1029900"/>
          </a:xfrm>
          <a:prstGeom prst="straightConnector1">
            <a:avLst/>
          </a:prstGeom>
          <a:noFill/>
          <a:ln cap="flat" cmpd="sng" w="28575">
            <a:solidFill>
              <a:schemeClr val="accent5"/>
            </a:solidFill>
            <a:prstDash val="solid"/>
            <a:round/>
            <a:headEnd len="med" w="med" type="triangle"/>
            <a:tailEnd len="med" w="med" type="triangle"/>
          </a:ln>
        </p:spPr>
      </p:cxnSp>
      <p:cxnSp>
        <p:nvCxnSpPr>
          <p:cNvPr id="2183" name="Google Shape;2183;p99"/>
          <p:cNvCxnSpPr/>
          <p:nvPr/>
        </p:nvCxnSpPr>
        <p:spPr>
          <a:xfrm rot="10800000">
            <a:off x="425265" y="2809018"/>
            <a:ext cx="1535400" cy="0"/>
          </a:xfrm>
          <a:prstGeom prst="straightConnector1">
            <a:avLst/>
          </a:prstGeom>
          <a:noFill/>
          <a:ln cap="flat" cmpd="sng" w="28575">
            <a:solidFill>
              <a:schemeClr val="accent5"/>
            </a:solidFill>
            <a:prstDash val="solid"/>
            <a:round/>
            <a:headEnd len="med" w="med" type="triangle"/>
            <a:tailEnd len="med" w="med" type="triangle"/>
          </a:ln>
        </p:spPr>
      </p:cxnSp>
      <p:sp>
        <p:nvSpPr>
          <p:cNvPr id="2184" name="Google Shape;2184;p99"/>
          <p:cNvSpPr txBox="1"/>
          <p:nvPr/>
        </p:nvSpPr>
        <p:spPr>
          <a:xfrm flipH="1">
            <a:off x="718381" y="2496080"/>
            <a:ext cx="434700" cy="1476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Clr>
                <a:srgbClr val="000000"/>
              </a:buClr>
              <a:buSzPts val="1100"/>
              <a:buFont typeface="Arial"/>
              <a:buNone/>
            </a:pPr>
            <a:r>
              <a:rPr i="1" lang="en-GB" sz="1800">
                <a:latin typeface="Lexend"/>
                <a:ea typeface="Lexend"/>
                <a:cs typeface="Lexend"/>
                <a:sym typeface="Lexend"/>
              </a:rPr>
              <a:t>θ</a:t>
            </a:r>
            <a:r>
              <a:rPr lang="en-GB" sz="1800">
                <a:solidFill>
                  <a:srgbClr val="000000"/>
                </a:solidFill>
                <a:latin typeface="Lexend"/>
                <a:ea typeface="Lexend"/>
                <a:cs typeface="Lexend"/>
                <a:sym typeface="Lexend"/>
              </a:rPr>
              <a:t>°</a:t>
            </a:r>
            <a:endParaRPr sz="1800">
              <a:latin typeface="Lexend"/>
              <a:ea typeface="Lexend"/>
              <a:cs typeface="Lexend"/>
              <a:sym typeface="Lexend"/>
            </a:endParaRPr>
          </a:p>
        </p:txBody>
      </p:sp>
      <p:sp>
        <p:nvSpPr>
          <p:cNvPr id="2185" name="Google Shape;2185;p99"/>
          <p:cNvSpPr txBox="1"/>
          <p:nvPr/>
        </p:nvSpPr>
        <p:spPr>
          <a:xfrm flipH="1">
            <a:off x="372024" y="1853170"/>
            <a:ext cx="827100" cy="2424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Clr>
                <a:srgbClr val="000000"/>
              </a:buClr>
              <a:buSzPts val="1100"/>
              <a:buFont typeface="Arial"/>
              <a:buNone/>
            </a:pPr>
            <a:r>
              <a:rPr lang="en-GB" sz="1800">
                <a:latin typeface="Lexend"/>
                <a:ea typeface="Lexend"/>
                <a:cs typeface="Lexend"/>
                <a:sym typeface="Lexend"/>
              </a:rPr>
              <a:t>4 cm</a:t>
            </a:r>
            <a:endParaRPr sz="1800">
              <a:latin typeface="Lexend"/>
              <a:ea typeface="Lexend"/>
              <a:cs typeface="Lexend"/>
              <a:sym typeface="Lexend"/>
            </a:endParaRPr>
          </a:p>
        </p:txBody>
      </p:sp>
      <p:sp>
        <p:nvSpPr>
          <p:cNvPr id="2186" name="Google Shape;2186;p99"/>
          <p:cNvSpPr/>
          <p:nvPr/>
        </p:nvSpPr>
        <p:spPr>
          <a:xfrm flipH="1" rot="-5400000">
            <a:off x="1766606" y="2502029"/>
            <a:ext cx="194100" cy="194100"/>
          </a:xfrm>
          <a:prstGeom prst="rect">
            <a:avLst/>
          </a:prstGeom>
          <a:noFill/>
          <a:ln cap="flat" cmpd="sng" w="28575">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sp>
        <p:nvSpPr>
          <p:cNvPr id="2187" name="Google Shape;2187;p99"/>
          <p:cNvSpPr txBox="1"/>
          <p:nvPr/>
        </p:nvSpPr>
        <p:spPr>
          <a:xfrm flipH="1">
            <a:off x="797731" y="2823726"/>
            <a:ext cx="827100" cy="2424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Clr>
                <a:srgbClr val="000000"/>
              </a:buClr>
              <a:buSzPts val="1100"/>
              <a:buFont typeface="Arial"/>
              <a:buNone/>
            </a:pPr>
            <a:r>
              <a:rPr lang="en-GB" sz="1800">
                <a:latin typeface="Lexend"/>
                <a:ea typeface="Lexend"/>
                <a:cs typeface="Lexend"/>
                <a:sym typeface="Lexend"/>
              </a:rPr>
              <a:t>3 cm</a:t>
            </a:r>
            <a:endParaRPr sz="1800">
              <a:latin typeface="Lexend"/>
              <a:ea typeface="Lexend"/>
              <a:cs typeface="Lexend"/>
              <a:sym typeface="Lexend"/>
            </a:endParaRPr>
          </a:p>
        </p:txBody>
      </p:sp>
      <p:grpSp>
        <p:nvGrpSpPr>
          <p:cNvPr id="2188" name="Google Shape;2188;p99"/>
          <p:cNvGrpSpPr/>
          <p:nvPr/>
        </p:nvGrpSpPr>
        <p:grpSpPr>
          <a:xfrm>
            <a:off x="1995408" y="1345208"/>
            <a:ext cx="285750" cy="285750"/>
            <a:chOff x="1020916" y="1442088"/>
            <a:chExt cx="457200" cy="457200"/>
          </a:xfrm>
        </p:grpSpPr>
        <p:pic>
          <p:nvPicPr>
            <p:cNvPr id="2189" name="Google Shape;2189;p99"/>
            <p:cNvPicPr preferRelativeResize="0"/>
            <p:nvPr/>
          </p:nvPicPr>
          <p:blipFill>
            <a:blip r:embed="rId3">
              <a:alphaModFix/>
            </a:blip>
            <a:stretch>
              <a:fillRect/>
            </a:stretch>
          </p:blipFill>
          <p:spPr>
            <a:xfrm>
              <a:off x="1020916" y="1442088"/>
              <a:ext cx="457200" cy="457200"/>
            </a:xfrm>
            <a:prstGeom prst="rect">
              <a:avLst/>
            </a:prstGeom>
            <a:noFill/>
            <a:ln>
              <a:noFill/>
            </a:ln>
          </p:spPr>
        </p:pic>
        <p:sp>
          <p:nvSpPr>
            <p:cNvPr id="2190" name="Google Shape;2190;p99"/>
            <p:cNvSpPr txBox="1"/>
            <p:nvPr/>
          </p:nvSpPr>
          <p:spPr>
            <a:xfrm>
              <a:off x="1045521" y="1451202"/>
              <a:ext cx="408000" cy="4185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GB" sz="1800">
                  <a:solidFill>
                    <a:srgbClr val="FFFFFF"/>
                  </a:solidFill>
                  <a:latin typeface="Lexend"/>
                  <a:ea typeface="Lexend"/>
                  <a:cs typeface="Lexend"/>
                  <a:sym typeface="Lexend"/>
                </a:rPr>
                <a:t>a</a:t>
              </a:r>
              <a:endParaRPr b="1" sz="1800">
                <a:solidFill>
                  <a:srgbClr val="FFFFFF"/>
                </a:solidFill>
                <a:latin typeface="Lexend"/>
                <a:ea typeface="Lexend"/>
                <a:cs typeface="Lexend"/>
                <a:sym typeface="Lexend"/>
              </a:endParaRPr>
            </a:p>
          </p:txBody>
        </p:sp>
      </p:grpSp>
      <p:grpSp>
        <p:nvGrpSpPr>
          <p:cNvPr id="2191" name="Google Shape;2191;p99"/>
          <p:cNvGrpSpPr/>
          <p:nvPr/>
        </p:nvGrpSpPr>
        <p:grpSpPr>
          <a:xfrm>
            <a:off x="3370424" y="1314612"/>
            <a:ext cx="2165651" cy="2262518"/>
            <a:chOff x="2379824" y="1273682"/>
            <a:chExt cx="2165651" cy="2262518"/>
          </a:xfrm>
        </p:grpSpPr>
        <p:grpSp>
          <p:nvGrpSpPr>
            <p:cNvPr id="2192" name="Google Shape;2192;p99"/>
            <p:cNvGrpSpPr/>
            <p:nvPr/>
          </p:nvGrpSpPr>
          <p:grpSpPr>
            <a:xfrm>
              <a:off x="2379824" y="1406600"/>
              <a:ext cx="2165651" cy="2129600"/>
              <a:chOff x="2151224" y="1635200"/>
              <a:chExt cx="2165651" cy="2129600"/>
            </a:xfrm>
          </p:grpSpPr>
          <p:sp>
            <p:nvSpPr>
              <p:cNvPr id="2193" name="Google Shape;2193;p99"/>
              <p:cNvSpPr/>
              <p:nvPr/>
            </p:nvSpPr>
            <p:spPr>
              <a:xfrm flipH="1">
                <a:off x="2151224" y="2743000"/>
                <a:ext cx="1021800" cy="1021800"/>
              </a:xfrm>
              <a:prstGeom prst="arc">
                <a:avLst>
                  <a:gd fmla="val 10771373" name="adj1"/>
                  <a:gd fmla="val 14015484" name="adj2"/>
                </a:avLst>
              </a:prstGeom>
              <a:solidFill>
                <a:srgbClr val="F3EEFB"/>
              </a:solidFill>
              <a:ln cap="flat" cmpd="sng" w="2857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sp>
            <p:nvSpPr>
              <p:cNvPr id="2194" name="Google Shape;2194;p99"/>
              <p:cNvSpPr/>
              <p:nvPr/>
            </p:nvSpPr>
            <p:spPr>
              <a:xfrm flipH="1">
                <a:off x="2660378" y="1711549"/>
                <a:ext cx="1110300" cy="1549500"/>
              </a:xfrm>
              <a:prstGeom prst="rtTriangle">
                <a:avLst/>
              </a:prstGeom>
              <a:noFill/>
              <a:ln cap="flat" cmpd="sng" w="28575">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cxnSp>
            <p:nvCxnSpPr>
              <p:cNvPr id="2195" name="Google Shape;2195;p99"/>
              <p:cNvCxnSpPr/>
              <p:nvPr/>
            </p:nvCxnSpPr>
            <p:spPr>
              <a:xfrm flipH="1" rot="10800000">
                <a:off x="2568135" y="1635200"/>
                <a:ext cx="1101600" cy="1542900"/>
              </a:xfrm>
              <a:prstGeom prst="straightConnector1">
                <a:avLst/>
              </a:prstGeom>
              <a:noFill/>
              <a:ln cap="flat" cmpd="sng" w="28575">
                <a:solidFill>
                  <a:schemeClr val="accent5"/>
                </a:solidFill>
                <a:prstDash val="solid"/>
                <a:round/>
                <a:headEnd len="med" w="med" type="triangle"/>
                <a:tailEnd len="med" w="med" type="triangle"/>
              </a:ln>
            </p:spPr>
          </p:cxnSp>
          <p:cxnSp>
            <p:nvCxnSpPr>
              <p:cNvPr id="2196" name="Google Shape;2196;p99"/>
              <p:cNvCxnSpPr/>
              <p:nvPr/>
            </p:nvCxnSpPr>
            <p:spPr>
              <a:xfrm rot="10800000">
                <a:off x="2646278" y="3373800"/>
                <a:ext cx="1124400" cy="0"/>
              </a:xfrm>
              <a:prstGeom prst="straightConnector1">
                <a:avLst/>
              </a:prstGeom>
              <a:noFill/>
              <a:ln cap="flat" cmpd="sng" w="28575">
                <a:solidFill>
                  <a:schemeClr val="accent5"/>
                </a:solidFill>
                <a:prstDash val="solid"/>
                <a:round/>
                <a:headEnd len="med" w="med" type="triangle"/>
                <a:tailEnd len="med" w="med" type="triangle"/>
              </a:ln>
            </p:spPr>
          </p:cxnSp>
          <p:sp>
            <p:nvSpPr>
              <p:cNvPr id="2197" name="Google Shape;2197;p99"/>
              <p:cNvSpPr txBox="1"/>
              <p:nvPr/>
            </p:nvSpPr>
            <p:spPr>
              <a:xfrm flipH="1">
                <a:off x="2757000" y="3051572"/>
                <a:ext cx="434700" cy="1476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Clr>
                    <a:srgbClr val="000000"/>
                  </a:buClr>
                  <a:buSzPts val="1100"/>
                  <a:buFont typeface="Arial"/>
                  <a:buNone/>
                </a:pPr>
                <a:r>
                  <a:rPr i="1" lang="en-GB" sz="1800">
                    <a:latin typeface="Lexend"/>
                    <a:ea typeface="Lexend"/>
                    <a:cs typeface="Lexend"/>
                    <a:sym typeface="Lexend"/>
                  </a:rPr>
                  <a:t>θ</a:t>
                </a:r>
                <a:r>
                  <a:rPr lang="en-GB" sz="1800">
                    <a:solidFill>
                      <a:srgbClr val="000000"/>
                    </a:solidFill>
                    <a:latin typeface="Lexend"/>
                    <a:ea typeface="Lexend"/>
                    <a:cs typeface="Lexend"/>
                    <a:sym typeface="Lexend"/>
                  </a:rPr>
                  <a:t>°</a:t>
                </a:r>
                <a:endParaRPr sz="1800">
                  <a:latin typeface="Lexend"/>
                  <a:ea typeface="Lexend"/>
                  <a:cs typeface="Lexend"/>
                  <a:sym typeface="Lexend"/>
                </a:endParaRPr>
              </a:p>
            </p:txBody>
          </p:sp>
          <p:sp>
            <p:nvSpPr>
              <p:cNvPr id="2198" name="Google Shape;2198;p99"/>
              <p:cNvSpPr txBox="1"/>
              <p:nvPr/>
            </p:nvSpPr>
            <p:spPr>
              <a:xfrm flipH="1">
                <a:off x="2356930" y="2227961"/>
                <a:ext cx="827100" cy="2424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Clr>
                    <a:srgbClr val="000000"/>
                  </a:buClr>
                  <a:buSzPts val="1100"/>
                  <a:buFont typeface="Arial"/>
                  <a:buNone/>
                </a:pPr>
                <a:r>
                  <a:rPr lang="en-GB" sz="1800">
                    <a:latin typeface="Lexend"/>
                    <a:ea typeface="Lexend"/>
                    <a:cs typeface="Lexend"/>
                    <a:sym typeface="Lexend"/>
                  </a:rPr>
                  <a:t>5 cm</a:t>
                </a:r>
                <a:endParaRPr sz="1800">
                  <a:latin typeface="Lexend"/>
                  <a:ea typeface="Lexend"/>
                  <a:cs typeface="Lexend"/>
                  <a:sym typeface="Lexend"/>
                </a:endParaRPr>
              </a:p>
            </p:txBody>
          </p:sp>
          <p:sp>
            <p:nvSpPr>
              <p:cNvPr id="2199" name="Google Shape;2199;p99"/>
              <p:cNvSpPr/>
              <p:nvPr/>
            </p:nvSpPr>
            <p:spPr>
              <a:xfrm flipH="1" rot="-5400000">
                <a:off x="3576625" y="3066800"/>
                <a:ext cx="194100" cy="194100"/>
              </a:xfrm>
              <a:prstGeom prst="rect">
                <a:avLst/>
              </a:prstGeom>
              <a:noFill/>
              <a:ln cap="flat" cmpd="sng" w="28575">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sp>
            <p:nvSpPr>
              <p:cNvPr id="2200" name="Google Shape;2200;p99"/>
              <p:cNvSpPr txBox="1"/>
              <p:nvPr/>
            </p:nvSpPr>
            <p:spPr>
              <a:xfrm flipH="1">
                <a:off x="2919068" y="3388508"/>
                <a:ext cx="605700" cy="2424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Clr>
                    <a:srgbClr val="000000"/>
                  </a:buClr>
                  <a:buSzPts val="1100"/>
                  <a:buFont typeface="Arial"/>
                  <a:buNone/>
                </a:pPr>
                <a:r>
                  <a:rPr lang="en-GB" sz="1800">
                    <a:latin typeface="Lexend"/>
                    <a:ea typeface="Lexend"/>
                    <a:cs typeface="Lexend"/>
                    <a:sym typeface="Lexend"/>
                  </a:rPr>
                  <a:t>3 cm</a:t>
                </a:r>
                <a:endParaRPr sz="1800">
                  <a:latin typeface="Lexend"/>
                  <a:ea typeface="Lexend"/>
                  <a:cs typeface="Lexend"/>
                  <a:sym typeface="Lexend"/>
                </a:endParaRPr>
              </a:p>
            </p:txBody>
          </p:sp>
          <p:cxnSp>
            <p:nvCxnSpPr>
              <p:cNvPr id="2201" name="Google Shape;2201;p99"/>
              <p:cNvCxnSpPr/>
              <p:nvPr/>
            </p:nvCxnSpPr>
            <p:spPr>
              <a:xfrm rot="5400000">
                <a:off x="3126170" y="2482151"/>
                <a:ext cx="1542900" cy="0"/>
              </a:xfrm>
              <a:prstGeom prst="straightConnector1">
                <a:avLst/>
              </a:prstGeom>
              <a:noFill/>
              <a:ln cap="flat" cmpd="sng" w="28575">
                <a:solidFill>
                  <a:schemeClr val="accent5"/>
                </a:solidFill>
                <a:prstDash val="solid"/>
                <a:round/>
                <a:headEnd len="med" w="med" type="triangle"/>
                <a:tailEnd len="med" w="med" type="triangle"/>
              </a:ln>
            </p:spPr>
          </p:cxnSp>
          <p:sp>
            <p:nvSpPr>
              <p:cNvPr id="2202" name="Google Shape;2202;p99"/>
              <p:cNvSpPr txBox="1"/>
              <p:nvPr/>
            </p:nvSpPr>
            <p:spPr>
              <a:xfrm flipH="1">
                <a:off x="3882175" y="2341950"/>
                <a:ext cx="434700" cy="2436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Clr>
                    <a:srgbClr val="000000"/>
                  </a:buClr>
                  <a:buSzPts val="1100"/>
                  <a:buFont typeface="Arial"/>
                  <a:buNone/>
                </a:pPr>
                <a:r>
                  <a:rPr lang="en-GB" sz="1800">
                    <a:latin typeface="Lexend"/>
                    <a:ea typeface="Lexend"/>
                    <a:cs typeface="Lexend"/>
                    <a:sym typeface="Lexend"/>
                  </a:rPr>
                  <a:t>4</a:t>
                </a:r>
                <a:endParaRPr sz="1800">
                  <a:latin typeface="Lexend"/>
                  <a:ea typeface="Lexend"/>
                  <a:cs typeface="Lexend"/>
                  <a:sym typeface="Lexend"/>
                </a:endParaRPr>
              </a:p>
              <a:p>
                <a:pPr indent="0" lvl="0" marL="0" rtl="0" algn="ctr">
                  <a:spcBef>
                    <a:spcPts val="0"/>
                  </a:spcBef>
                  <a:spcAft>
                    <a:spcPts val="0"/>
                  </a:spcAft>
                  <a:buClr>
                    <a:srgbClr val="000000"/>
                  </a:buClr>
                  <a:buSzPts val="1100"/>
                  <a:buFont typeface="Arial"/>
                  <a:buNone/>
                </a:pPr>
                <a:r>
                  <a:rPr lang="en-GB" sz="1800">
                    <a:latin typeface="Lexend"/>
                    <a:ea typeface="Lexend"/>
                    <a:cs typeface="Lexend"/>
                    <a:sym typeface="Lexend"/>
                  </a:rPr>
                  <a:t>cm</a:t>
                </a:r>
                <a:endParaRPr sz="1800">
                  <a:latin typeface="Lexend"/>
                  <a:ea typeface="Lexend"/>
                  <a:cs typeface="Lexend"/>
                  <a:sym typeface="Lexend"/>
                </a:endParaRPr>
              </a:p>
            </p:txBody>
          </p:sp>
        </p:grpSp>
        <p:grpSp>
          <p:nvGrpSpPr>
            <p:cNvPr id="2203" name="Google Shape;2203;p99"/>
            <p:cNvGrpSpPr/>
            <p:nvPr/>
          </p:nvGrpSpPr>
          <p:grpSpPr>
            <a:xfrm>
              <a:off x="3369594" y="1273682"/>
              <a:ext cx="285750" cy="285750"/>
              <a:chOff x="1020916" y="1442088"/>
              <a:chExt cx="457200" cy="457200"/>
            </a:xfrm>
          </p:grpSpPr>
          <p:pic>
            <p:nvPicPr>
              <p:cNvPr id="2204" name="Google Shape;2204;p99"/>
              <p:cNvPicPr preferRelativeResize="0"/>
              <p:nvPr/>
            </p:nvPicPr>
            <p:blipFill>
              <a:blip r:embed="rId3">
                <a:alphaModFix/>
              </a:blip>
              <a:stretch>
                <a:fillRect/>
              </a:stretch>
            </p:blipFill>
            <p:spPr>
              <a:xfrm>
                <a:off x="1020916" y="1442088"/>
                <a:ext cx="457200" cy="457200"/>
              </a:xfrm>
              <a:prstGeom prst="rect">
                <a:avLst/>
              </a:prstGeom>
              <a:noFill/>
              <a:ln>
                <a:noFill/>
              </a:ln>
            </p:spPr>
          </p:pic>
          <p:sp>
            <p:nvSpPr>
              <p:cNvPr id="2205" name="Google Shape;2205;p99"/>
              <p:cNvSpPr txBox="1"/>
              <p:nvPr/>
            </p:nvSpPr>
            <p:spPr>
              <a:xfrm>
                <a:off x="1045521" y="1451202"/>
                <a:ext cx="408000" cy="4185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GB" sz="1800">
                    <a:solidFill>
                      <a:srgbClr val="FFFFFF"/>
                    </a:solidFill>
                    <a:latin typeface="Lexend"/>
                    <a:ea typeface="Lexend"/>
                    <a:cs typeface="Lexend"/>
                    <a:sym typeface="Lexend"/>
                  </a:rPr>
                  <a:t>b</a:t>
                </a:r>
                <a:endParaRPr b="1" sz="1800">
                  <a:solidFill>
                    <a:srgbClr val="FFFFFF"/>
                  </a:solidFill>
                  <a:latin typeface="Lexend"/>
                  <a:ea typeface="Lexend"/>
                  <a:cs typeface="Lexend"/>
                  <a:sym typeface="Lexend"/>
                </a:endParaRPr>
              </a:p>
            </p:txBody>
          </p:sp>
        </p:grpSp>
      </p:grpSp>
      <p:grpSp>
        <p:nvGrpSpPr>
          <p:cNvPr id="2206" name="Google Shape;2206;p99"/>
          <p:cNvGrpSpPr/>
          <p:nvPr/>
        </p:nvGrpSpPr>
        <p:grpSpPr>
          <a:xfrm>
            <a:off x="6339850" y="1380902"/>
            <a:ext cx="2964475" cy="1792466"/>
            <a:chOff x="279925" y="3304909"/>
            <a:chExt cx="2964475" cy="1792466"/>
          </a:xfrm>
        </p:grpSpPr>
        <p:sp>
          <p:nvSpPr>
            <p:cNvPr id="2207" name="Google Shape;2207;p99"/>
            <p:cNvSpPr/>
            <p:nvPr/>
          </p:nvSpPr>
          <p:spPr>
            <a:xfrm>
              <a:off x="1931300" y="3784275"/>
              <a:ext cx="1313100" cy="1313100"/>
            </a:xfrm>
            <a:prstGeom prst="arc">
              <a:avLst>
                <a:gd fmla="val 10771373" name="adj1"/>
                <a:gd fmla="val 12861570" name="adj2"/>
              </a:avLst>
            </a:prstGeom>
            <a:solidFill>
              <a:srgbClr val="F3EEFB"/>
            </a:solidFill>
            <a:ln cap="flat" cmpd="sng" w="2857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sp>
          <p:nvSpPr>
            <p:cNvPr id="2208" name="Google Shape;2208;p99"/>
            <p:cNvSpPr/>
            <p:nvPr/>
          </p:nvSpPr>
          <p:spPr>
            <a:xfrm>
              <a:off x="1076616" y="3417952"/>
              <a:ext cx="1535400" cy="1029900"/>
            </a:xfrm>
            <a:prstGeom prst="rtTriangle">
              <a:avLst/>
            </a:prstGeom>
            <a:noFill/>
            <a:ln cap="flat" cmpd="sng" w="28575">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cxnSp>
          <p:nvCxnSpPr>
            <p:cNvPr id="2209" name="Google Shape;2209;p99"/>
            <p:cNvCxnSpPr/>
            <p:nvPr/>
          </p:nvCxnSpPr>
          <p:spPr>
            <a:xfrm rot="10800000">
              <a:off x="1152919" y="3304909"/>
              <a:ext cx="1535400" cy="1029900"/>
            </a:xfrm>
            <a:prstGeom prst="straightConnector1">
              <a:avLst/>
            </a:prstGeom>
            <a:noFill/>
            <a:ln cap="flat" cmpd="sng" w="28575">
              <a:solidFill>
                <a:schemeClr val="accent5"/>
              </a:solidFill>
              <a:prstDash val="solid"/>
              <a:round/>
              <a:headEnd len="med" w="med" type="triangle"/>
              <a:tailEnd len="med" w="med" type="triangle"/>
            </a:ln>
          </p:spPr>
        </p:cxnSp>
        <p:cxnSp>
          <p:nvCxnSpPr>
            <p:cNvPr id="2210" name="Google Shape;2210;p99"/>
            <p:cNvCxnSpPr/>
            <p:nvPr/>
          </p:nvCxnSpPr>
          <p:spPr>
            <a:xfrm>
              <a:off x="1076616" y="4560688"/>
              <a:ext cx="1535400" cy="0"/>
            </a:xfrm>
            <a:prstGeom prst="straightConnector1">
              <a:avLst/>
            </a:prstGeom>
            <a:noFill/>
            <a:ln cap="flat" cmpd="sng" w="28575">
              <a:solidFill>
                <a:schemeClr val="accent5"/>
              </a:solidFill>
              <a:prstDash val="solid"/>
              <a:round/>
              <a:headEnd len="med" w="med" type="triangle"/>
              <a:tailEnd len="med" w="med" type="triangle"/>
            </a:ln>
          </p:spPr>
        </p:cxnSp>
        <p:sp>
          <p:nvSpPr>
            <p:cNvPr id="2211" name="Google Shape;2211;p99"/>
            <p:cNvSpPr txBox="1"/>
            <p:nvPr/>
          </p:nvSpPr>
          <p:spPr>
            <a:xfrm>
              <a:off x="1884200" y="4247750"/>
              <a:ext cx="434700" cy="1476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Clr>
                  <a:srgbClr val="000000"/>
                </a:buClr>
                <a:buSzPts val="1100"/>
                <a:buFont typeface="Arial"/>
                <a:buNone/>
              </a:pPr>
              <a:r>
                <a:rPr i="1" lang="en-GB" sz="1800">
                  <a:latin typeface="Lexend"/>
                  <a:ea typeface="Lexend"/>
                  <a:cs typeface="Lexend"/>
                  <a:sym typeface="Lexend"/>
                </a:rPr>
                <a:t>θ</a:t>
              </a:r>
              <a:r>
                <a:rPr lang="en-GB" sz="1800">
                  <a:solidFill>
                    <a:srgbClr val="000000"/>
                  </a:solidFill>
                  <a:latin typeface="Lexend"/>
                  <a:ea typeface="Lexend"/>
                  <a:cs typeface="Lexend"/>
                  <a:sym typeface="Lexend"/>
                </a:rPr>
                <a:t>°</a:t>
              </a:r>
              <a:endParaRPr sz="1800">
                <a:latin typeface="Lexend"/>
                <a:ea typeface="Lexend"/>
                <a:cs typeface="Lexend"/>
                <a:sym typeface="Lexend"/>
              </a:endParaRPr>
            </a:p>
          </p:txBody>
        </p:sp>
        <p:sp>
          <p:nvSpPr>
            <p:cNvPr id="2212" name="Google Shape;2212;p99"/>
            <p:cNvSpPr txBox="1"/>
            <p:nvPr/>
          </p:nvSpPr>
          <p:spPr>
            <a:xfrm>
              <a:off x="1838157" y="3604840"/>
              <a:ext cx="827100" cy="2424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Clr>
                  <a:srgbClr val="000000"/>
                </a:buClr>
                <a:buSzPts val="1100"/>
                <a:buFont typeface="Arial"/>
                <a:buNone/>
              </a:pPr>
              <a:r>
                <a:rPr lang="en-GB" sz="1800">
                  <a:latin typeface="Lexend"/>
                  <a:ea typeface="Lexend"/>
                  <a:cs typeface="Lexend"/>
                  <a:sym typeface="Lexend"/>
                </a:rPr>
                <a:t>5 cm</a:t>
              </a:r>
              <a:endParaRPr sz="1800">
                <a:latin typeface="Lexend"/>
                <a:ea typeface="Lexend"/>
                <a:cs typeface="Lexend"/>
                <a:sym typeface="Lexend"/>
              </a:endParaRPr>
            </a:p>
          </p:txBody>
        </p:sp>
        <p:sp>
          <p:nvSpPr>
            <p:cNvPr id="2213" name="Google Shape;2213;p99"/>
            <p:cNvSpPr/>
            <p:nvPr/>
          </p:nvSpPr>
          <p:spPr>
            <a:xfrm rot="5400000">
              <a:off x="1076575" y="4253700"/>
              <a:ext cx="194100" cy="194100"/>
            </a:xfrm>
            <a:prstGeom prst="rect">
              <a:avLst/>
            </a:prstGeom>
            <a:noFill/>
            <a:ln cap="flat" cmpd="sng" w="28575">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sp>
          <p:nvSpPr>
            <p:cNvPr id="2214" name="Google Shape;2214;p99"/>
            <p:cNvSpPr txBox="1"/>
            <p:nvPr/>
          </p:nvSpPr>
          <p:spPr>
            <a:xfrm>
              <a:off x="1412450" y="4575397"/>
              <a:ext cx="827100" cy="2424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Clr>
                  <a:srgbClr val="000000"/>
                </a:buClr>
                <a:buSzPts val="1100"/>
                <a:buFont typeface="Arial"/>
                <a:buNone/>
              </a:pPr>
              <a:r>
                <a:rPr lang="en-GB" sz="1800">
                  <a:latin typeface="Lexend"/>
                  <a:ea typeface="Lexend"/>
                  <a:cs typeface="Lexend"/>
                  <a:sym typeface="Lexend"/>
                </a:rPr>
                <a:t>4 cm</a:t>
              </a:r>
              <a:endParaRPr sz="1800">
                <a:latin typeface="Lexend"/>
                <a:ea typeface="Lexend"/>
                <a:cs typeface="Lexend"/>
                <a:sym typeface="Lexend"/>
              </a:endParaRPr>
            </a:p>
          </p:txBody>
        </p:sp>
        <p:cxnSp>
          <p:nvCxnSpPr>
            <p:cNvPr id="2215" name="Google Shape;2215;p99"/>
            <p:cNvCxnSpPr/>
            <p:nvPr/>
          </p:nvCxnSpPr>
          <p:spPr>
            <a:xfrm rot="5400000">
              <a:off x="434730" y="3925548"/>
              <a:ext cx="1029900" cy="0"/>
            </a:xfrm>
            <a:prstGeom prst="straightConnector1">
              <a:avLst/>
            </a:prstGeom>
            <a:noFill/>
            <a:ln cap="flat" cmpd="sng" w="28575">
              <a:solidFill>
                <a:schemeClr val="accent5"/>
              </a:solidFill>
              <a:prstDash val="solid"/>
              <a:round/>
              <a:headEnd len="med" w="med" type="triangle"/>
              <a:tailEnd len="med" w="med" type="triangle"/>
            </a:ln>
          </p:spPr>
        </p:cxnSp>
        <p:sp>
          <p:nvSpPr>
            <p:cNvPr id="2216" name="Google Shape;2216;p99"/>
            <p:cNvSpPr txBox="1"/>
            <p:nvPr/>
          </p:nvSpPr>
          <p:spPr>
            <a:xfrm>
              <a:off x="279925" y="3831964"/>
              <a:ext cx="685200" cy="1626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Clr>
                  <a:srgbClr val="000000"/>
                </a:buClr>
                <a:buSzPts val="1100"/>
                <a:buFont typeface="Arial"/>
                <a:buNone/>
              </a:pPr>
              <a:r>
                <a:rPr lang="en-GB" sz="1800">
                  <a:latin typeface="Lexend"/>
                  <a:ea typeface="Lexend"/>
                  <a:cs typeface="Lexend"/>
                  <a:sym typeface="Lexend"/>
                </a:rPr>
                <a:t>3 cm</a:t>
              </a:r>
              <a:endParaRPr sz="1800">
                <a:latin typeface="Lexend"/>
                <a:ea typeface="Lexend"/>
                <a:cs typeface="Lexend"/>
                <a:sym typeface="Lexend"/>
              </a:endParaRPr>
            </a:p>
          </p:txBody>
        </p:sp>
        <p:grpSp>
          <p:nvGrpSpPr>
            <p:cNvPr id="2217" name="Google Shape;2217;p99"/>
            <p:cNvGrpSpPr/>
            <p:nvPr/>
          </p:nvGrpSpPr>
          <p:grpSpPr>
            <a:xfrm>
              <a:off x="501474" y="3380966"/>
              <a:ext cx="285750" cy="285750"/>
              <a:chOff x="1020916" y="1442088"/>
              <a:chExt cx="457200" cy="457200"/>
            </a:xfrm>
          </p:grpSpPr>
          <p:pic>
            <p:nvPicPr>
              <p:cNvPr id="2218" name="Google Shape;2218;p99"/>
              <p:cNvPicPr preferRelativeResize="0"/>
              <p:nvPr/>
            </p:nvPicPr>
            <p:blipFill>
              <a:blip r:embed="rId3">
                <a:alphaModFix/>
              </a:blip>
              <a:stretch>
                <a:fillRect/>
              </a:stretch>
            </p:blipFill>
            <p:spPr>
              <a:xfrm>
                <a:off x="1020916" y="1442088"/>
                <a:ext cx="457200" cy="457200"/>
              </a:xfrm>
              <a:prstGeom prst="rect">
                <a:avLst/>
              </a:prstGeom>
              <a:noFill/>
              <a:ln>
                <a:noFill/>
              </a:ln>
            </p:spPr>
          </p:pic>
          <p:sp>
            <p:nvSpPr>
              <p:cNvPr id="2219" name="Google Shape;2219;p99"/>
              <p:cNvSpPr txBox="1"/>
              <p:nvPr/>
            </p:nvSpPr>
            <p:spPr>
              <a:xfrm>
                <a:off x="1045521" y="1451202"/>
                <a:ext cx="408000" cy="4185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GB" sz="1800">
                    <a:solidFill>
                      <a:srgbClr val="FFFFFF"/>
                    </a:solidFill>
                    <a:latin typeface="Lexend"/>
                    <a:ea typeface="Lexend"/>
                    <a:cs typeface="Lexend"/>
                    <a:sym typeface="Lexend"/>
                  </a:rPr>
                  <a:t>c</a:t>
                </a:r>
                <a:endParaRPr b="1" sz="1800">
                  <a:solidFill>
                    <a:srgbClr val="FFFFFF"/>
                  </a:solidFill>
                  <a:latin typeface="Lexend"/>
                  <a:ea typeface="Lexend"/>
                  <a:cs typeface="Lexend"/>
                  <a:sym typeface="Lexend"/>
                </a:endParaRPr>
              </a:p>
            </p:txBody>
          </p:sp>
        </p:grpSp>
      </p:grpSp>
      <p:grpSp>
        <p:nvGrpSpPr>
          <p:cNvPr id="2220" name="Google Shape;2220;p99"/>
          <p:cNvGrpSpPr/>
          <p:nvPr/>
        </p:nvGrpSpPr>
        <p:grpSpPr>
          <a:xfrm>
            <a:off x="323995" y="3193670"/>
            <a:ext cx="1977810" cy="642235"/>
            <a:chOff x="4970445" y="1469090"/>
            <a:chExt cx="1977810" cy="642235"/>
          </a:xfrm>
        </p:grpSpPr>
        <p:grpSp>
          <p:nvGrpSpPr>
            <p:cNvPr id="2221" name="Google Shape;2221;p99"/>
            <p:cNvGrpSpPr/>
            <p:nvPr/>
          </p:nvGrpSpPr>
          <p:grpSpPr>
            <a:xfrm>
              <a:off x="4970445" y="1469090"/>
              <a:ext cx="1977810" cy="642235"/>
              <a:chOff x="6358500" y="3706320"/>
              <a:chExt cx="1291504" cy="419405"/>
            </a:xfrm>
          </p:grpSpPr>
          <p:sp>
            <p:nvSpPr>
              <p:cNvPr id="2222" name="Google Shape;2222;p99"/>
              <p:cNvSpPr/>
              <p:nvPr/>
            </p:nvSpPr>
            <p:spPr>
              <a:xfrm>
                <a:off x="6358504" y="3706320"/>
                <a:ext cx="1291500" cy="419400"/>
              </a:xfrm>
              <a:prstGeom prst="roundRect">
                <a:avLst>
                  <a:gd fmla="val 50000" name="adj"/>
                </a:avLst>
              </a:prstGeom>
              <a:noFill/>
              <a:ln cap="flat" cmpd="sng" w="28575">
                <a:solidFill>
                  <a:srgbClr val="000000"/>
                </a:solidFill>
                <a:prstDash val="solid"/>
                <a:round/>
                <a:headEnd len="sm" w="sm" type="none"/>
                <a:tailEnd len="sm" w="sm" type="none"/>
              </a:ln>
            </p:spPr>
            <p:txBody>
              <a:bodyPr anchorCtr="0" anchor="ctr" bIns="0" lIns="468000" spcFirstLastPara="1" rIns="0" wrap="square" tIns="0">
                <a:noAutofit/>
              </a:bodyPr>
              <a:lstStyle/>
              <a:p>
                <a:pPr indent="0" lvl="0" marL="0" rtl="0" algn="l">
                  <a:spcBef>
                    <a:spcPts val="0"/>
                  </a:spcBef>
                  <a:spcAft>
                    <a:spcPts val="0"/>
                  </a:spcAft>
                  <a:buNone/>
                </a:pPr>
                <a:r>
                  <a:t/>
                </a:r>
                <a:endParaRPr i="1" sz="2200">
                  <a:latin typeface="Times New Roman"/>
                  <a:ea typeface="Times New Roman"/>
                  <a:cs typeface="Times New Roman"/>
                  <a:sym typeface="Times New Roman"/>
                </a:endParaRPr>
              </a:p>
            </p:txBody>
          </p:sp>
          <p:sp>
            <p:nvSpPr>
              <p:cNvPr id="2223" name="Google Shape;2223;p99"/>
              <p:cNvSpPr/>
              <p:nvPr/>
            </p:nvSpPr>
            <p:spPr>
              <a:xfrm>
                <a:off x="6358500" y="3706325"/>
                <a:ext cx="419400" cy="419400"/>
              </a:xfrm>
              <a:prstGeom prst="ellipse">
                <a:avLst/>
              </a:prstGeom>
              <a:solidFill>
                <a:schemeClr val="accent5"/>
              </a:solidFill>
              <a:ln cap="flat" cmpd="sng" w="28575">
                <a:solidFill>
                  <a:srgbClr val="000000"/>
                </a:solidFill>
                <a:prstDash val="solid"/>
                <a:round/>
                <a:headEnd len="sm" w="sm" type="none"/>
                <a:tailEnd len="sm" w="sm" type="none"/>
              </a:ln>
            </p:spPr>
            <p:txBody>
              <a:bodyPr anchorCtr="0" anchor="ctr" bIns="0" lIns="0" spcFirstLastPara="1" rIns="0" wrap="square" tIns="0">
                <a:noAutofit/>
              </a:bodyPr>
              <a:lstStyle/>
              <a:p>
                <a:pPr indent="0" lvl="0" marL="0" rtl="0" algn="ctr">
                  <a:spcBef>
                    <a:spcPts val="0"/>
                  </a:spcBef>
                  <a:spcAft>
                    <a:spcPts val="0"/>
                  </a:spcAft>
                  <a:buNone/>
                </a:pPr>
                <a:r>
                  <a:rPr lang="en-GB" sz="1800">
                    <a:solidFill>
                      <a:srgbClr val="FFFFFF"/>
                    </a:solidFill>
                    <a:latin typeface="Lexend"/>
                    <a:ea typeface="Lexend"/>
                    <a:cs typeface="Lexend"/>
                    <a:sym typeface="Lexend"/>
                  </a:rPr>
                  <a:t>d</a:t>
                </a:r>
                <a:endParaRPr sz="1800">
                  <a:solidFill>
                    <a:srgbClr val="FFFFFF"/>
                  </a:solidFill>
                  <a:latin typeface="Lexend"/>
                  <a:ea typeface="Lexend"/>
                  <a:cs typeface="Lexend"/>
                  <a:sym typeface="Lexend"/>
                </a:endParaRPr>
              </a:p>
            </p:txBody>
          </p:sp>
        </p:grpSp>
        <p:pic>
          <p:nvPicPr>
            <p:cNvPr descr="&lt;math xmlns=&quot;http://www.w3.org/1998/Math/MathML&quot; display=&quot;block&quot; data-is-equatio=&quot;1&quot; data-latex=&quot;\cos\left(\theta°\right)=\frac{3}{4}\ \ \ \ \ \ \ \ \ \ \ \ \ \theta°=\cos^{-1}\left(\frac{3}{5}\right)\ \ \ \ \ \ \ \ \ \ \ \ \ \ \ \ \ \ \ \ \ \ \ \cos\left(\theta°\right)=\frac{4}{5}&quot;&gt;&lt;mi&gt;cos&lt;/mi&gt;&lt;mo data-mjx-texclass=&quot;NONE&quot;&gt;⁡&lt;/mo&gt;&lt;mrow data-mjx-texclass=&quot;INNER&quot;&gt;&lt;mo data-mjx-texclass=&quot;OPEN&quot;&gt;(&lt;/mo&gt;&lt;mi&gt;θ&lt;/mi&gt;&lt;mrow data-mjx-texclass=&quot;ORD&quot;&gt;&lt;mo data-mjx-pseudoscript=&quot;true&quot;&gt;°&lt;/mo&gt;&lt;/mrow&gt;&lt;mo data-mjx-texclass=&quot;CLOSE&quot;&gt;)&lt;/mo&gt;&lt;/mrow&gt;&lt;mo&gt;=&lt;/mo&gt;&lt;mfrac&gt;&lt;mn&gt;3&lt;/mn&gt;&lt;mn&gt;4&lt;/mn&gt;&lt;/mfrac&gt;&lt;mtext&gt;&lt;/mtext&gt;&lt;mtext&gt;&lt;/mtext&gt;&lt;mtext&gt;&lt;/mtext&gt;&lt;mtext&gt;&lt;/mtext&gt;&lt;mtext&gt;&lt;/mtext&gt;&lt;mtext&gt;&lt;/mtext&gt;&lt;mtext&gt;&lt;/mtext&gt;&lt;mtext&gt;&lt;/mtext&gt;&lt;mtext&gt;&lt;/mtext&gt;&lt;mtext&gt;&lt;/mtext&gt;&lt;mtext&gt;&lt;/mtext&gt;&lt;mtext&gt;&lt;/mtext&gt;&lt;mtext&gt;&lt;/mtext&gt;&lt;mi&gt;θ&lt;/mi&gt;&lt;mrow data-mjx-texclass=&quot;ORD&quot;&gt;&lt;mo data-mjx-pseudoscript=&quot;true&quot;&gt;°&lt;/mo&gt;&lt;/mrow&gt;&lt;mo&gt;=&lt;/mo&gt;&lt;msup&gt;&lt;mi&gt;cos&lt;/mi&gt;&lt;mrow data-mjx-texclass=&quot;ORD&quot;&gt;&lt;mo&gt;−&lt;/mo&gt;&lt;mn&gt;1&lt;/mn&gt;&lt;/mrow&gt;&lt;/msup&gt;&lt;mo data-mjx-texclass=&quot;NONE&quot;&gt;⁡&lt;/mo&gt;&lt;mrow data-mjx-texclass=&quot;INNER&quot;&gt;&lt;mo data-mjx-texclass=&quot;OPEN&quot;&gt;(&lt;/mo&gt;&lt;mfrac&gt;&lt;mn&gt;3&lt;/mn&gt;&lt;mn&gt;5&lt;/mn&gt;&lt;/mfrac&gt;&lt;mo data-mjx-texclass=&quot;CLOSE&quot;&gt;)&lt;/mo&gt;&lt;/mrow&gt;&lt;mtext&gt;&lt;/mtext&gt;&lt;mtext&gt;&lt;/mtext&gt;&lt;mtext&gt;&lt;/mtext&gt;&lt;mtext&gt;&lt;/mtext&gt;&lt;mtext&gt;&lt;/mtext&gt;&lt;mtext&gt;&lt;/mtext&gt;&lt;mtext&gt;&lt;/mtext&gt;&lt;mtext&gt;&lt;/mtext&gt;&lt;mtext&gt;&lt;/mtext&gt;&lt;mtext&gt;&lt;/mtext&gt;&lt;mtext&gt;&lt;/mtext&gt;&lt;mtext&gt;&lt;/mtext&gt;&lt;mtext&gt;&lt;/mtext&gt;&lt;mtext&gt;&lt;/mtext&gt;&lt;mtext&gt;&lt;/mtext&gt;&lt;mtext&gt;&lt;/mtext&gt;&lt;mtext&gt;&lt;/mtext&gt;&lt;mtext&gt;&lt;/mtext&gt;&lt;mtext&gt;&lt;/mtext&gt;&lt;mtext&gt;&lt;/mtext&gt;&lt;mtext&gt;&lt;/mtext&gt;&lt;mtext&gt;&lt;/mtext&gt;&lt;mtext&gt;&lt;/mtext&gt;&lt;mi&gt;cos&lt;/mi&gt;&lt;mo data-mjx-texclass=&quot;NONE&quot;&gt;⁡&lt;/mo&gt;&lt;mrow data-mjx-texclass=&quot;INNER&quot;&gt;&lt;mo data-mjx-texclass=&quot;OPEN&quot;&gt;(&lt;/mo&gt;&lt;mi&gt;θ&lt;/mi&gt;&lt;mrow data-mjx-texclass=&quot;ORD&quot;&gt;&lt;mo data-mjx-pseudoscript=&quot;true&quot;&gt;°&lt;/mo&gt;&lt;/mrow&gt;&lt;mo data-mjx-texclass=&quot;CLOSE&quot;&gt;)&lt;/mo&gt;&lt;/mrow&gt;&lt;mo&gt;=&lt;/mo&gt;&lt;mfrac&gt;&lt;mn&gt;4&lt;/mn&gt;&lt;mn&gt;5&lt;/mn&gt;&lt;/mfrac&gt;&lt;/math&gt;" id="2224" name="Google Shape;2224;p99" title="cosine theta degrees equals three fourths theta degrees equals the inverse cosine of three fifths cosine theta degrees equals four fifths"/>
            <p:cNvPicPr preferRelativeResize="0"/>
            <p:nvPr/>
          </p:nvPicPr>
          <p:blipFill rotWithShape="1">
            <a:blip r:embed="rId4">
              <a:alphaModFix/>
            </a:blip>
            <a:srcRect b="0" l="0" r="81015" t="0"/>
            <a:stretch/>
          </p:blipFill>
          <p:spPr>
            <a:xfrm>
              <a:off x="5658929" y="1509421"/>
              <a:ext cx="1111967" cy="561600"/>
            </a:xfrm>
            <a:prstGeom prst="rect">
              <a:avLst/>
            </a:prstGeom>
            <a:noFill/>
            <a:ln>
              <a:noFill/>
            </a:ln>
          </p:spPr>
        </p:pic>
      </p:grpSp>
      <p:grpSp>
        <p:nvGrpSpPr>
          <p:cNvPr id="2225" name="Google Shape;2225;p99"/>
          <p:cNvGrpSpPr/>
          <p:nvPr/>
        </p:nvGrpSpPr>
        <p:grpSpPr>
          <a:xfrm>
            <a:off x="6833183" y="3066125"/>
            <a:ext cx="1977810" cy="642235"/>
            <a:chOff x="6842195" y="2250628"/>
            <a:chExt cx="1977810" cy="642235"/>
          </a:xfrm>
        </p:grpSpPr>
        <p:grpSp>
          <p:nvGrpSpPr>
            <p:cNvPr id="2226" name="Google Shape;2226;p99"/>
            <p:cNvGrpSpPr/>
            <p:nvPr/>
          </p:nvGrpSpPr>
          <p:grpSpPr>
            <a:xfrm>
              <a:off x="6842195" y="2250628"/>
              <a:ext cx="1977810" cy="642235"/>
              <a:chOff x="6358500" y="3706320"/>
              <a:chExt cx="1291504" cy="419405"/>
            </a:xfrm>
          </p:grpSpPr>
          <p:sp>
            <p:nvSpPr>
              <p:cNvPr id="2227" name="Google Shape;2227;p99"/>
              <p:cNvSpPr/>
              <p:nvPr/>
            </p:nvSpPr>
            <p:spPr>
              <a:xfrm>
                <a:off x="6358504" y="3706320"/>
                <a:ext cx="1291500" cy="419400"/>
              </a:xfrm>
              <a:prstGeom prst="roundRect">
                <a:avLst>
                  <a:gd fmla="val 50000" name="adj"/>
                </a:avLst>
              </a:prstGeom>
              <a:noFill/>
              <a:ln cap="flat" cmpd="sng" w="28575">
                <a:solidFill>
                  <a:srgbClr val="000000"/>
                </a:solidFill>
                <a:prstDash val="solid"/>
                <a:round/>
                <a:headEnd len="sm" w="sm" type="none"/>
                <a:tailEnd len="sm" w="sm" type="none"/>
              </a:ln>
            </p:spPr>
            <p:txBody>
              <a:bodyPr anchorCtr="0" anchor="ctr" bIns="0" lIns="468000" spcFirstLastPara="1" rIns="0" wrap="square" tIns="0">
                <a:noAutofit/>
              </a:bodyPr>
              <a:lstStyle/>
              <a:p>
                <a:pPr indent="0" lvl="0" marL="0" rtl="0" algn="l">
                  <a:spcBef>
                    <a:spcPts val="0"/>
                  </a:spcBef>
                  <a:spcAft>
                    <a:spcPts val="0"/>
                  </a:spcAft>
                  <a:buNone/>
                </a:pPr>
                <a:r>
                  <a:t/>
                </a:r>
                <a:endParaRPr i="1" sz="2200">
                  <a:latin typeface="Times New Roman"/>
                  <a:ea typeface="Times New Roman"/>
                  <a:cs typeface="Times New Roman"/>
                  <a:sym typeface="Times New Roman"/>
                </a:endParaRPr>
              </a:p>
            </p:txBody>
          </p:sp>
          <p:sp>
            <p:nvSpPr>
              <p:cNvPr id="2228" name="Google Shape;2228;p99"/>
              <p:cNvSpPr/>
              <p:nvPr/>
            </p:nvSpPr>
            <p:spPr>
              <a:xfrm>
                <a:off x="6358500" y="3706325"/>
                <a:ext cx="419400" cy="419400"/>
              </a:xfrm>
              <a:prstGeom prst="ellipse">
                <a:avLst/>
              </a:prstGeom>
              <a:solidFill>
                <a:schemeClr val="accent5"/>
              </a:solidFill>
              <a:ln cap="flat" cmpd="sng" w="28575">
                <a:solidFill>
                  <a:srgbClr val="000000"/>
                </a:solidFill>
                <a:prstDash val="solid"/>
                <a:round/>
                <a:headEnd len="sm" w="sm" type="none"/>
                <a:tailEnd len="sm" w="sm" type="none"/>
              </a:ln>
            </p:spPr>
            <p:txBody>
              <a:bodyPr anchorCtr="0" anchor="ctr" bIns="0" lIns="0" spcFirstLastPara="1" rIns="0" wrap="square" tIns="0">
                <a:noAutofit/>
              </a:bodyPr>
              <a:lstStyle/>
              <a:p>
                <a:pPr indent="0" lvl="0" marL="0" rtl="0" algn="ctr">
                  <a:spcBef>
                    <a:spcPts val="0"/>
                  </a:spcBef>
                  <a:spcAft>
                    <a:spcPts val="0"/>
                  </a:spcAft>
                  <a:buNone/>
                </a:pPr>
                <a:r>
                  <a:rPr lang="en-GB" sz="1800">
                    <a:solidFill>
                      <a:srgbClr val="FFFFFF"/>
                    </a:solidFill>
                    <a:latin typeface="Lexend"/>
                    <a:ea typeface="Lexend"/>
                    <a:cs typeface="Lexend"/>
                    <a:sym typeface="Lexend"/>
                  </a:rPr>
                  <a:t>e</a:t>
                </a:r>
                <a:endParaRPr sz="1800">
                  <a:solidFill>
                    <a:srgbClr val="FFFFFF"/>
                  </a:solidFill>
                  <a:latin typeface="Lexend"/>
                  <a:ea typeface="Lexend"/>
                  <a:cs typeface="Lexend"/>
                  <a:sym typeface="Lexend"/>
                </a:endParaRPr>
              </a:p>
            </p:txBody>
          </p:sp>
        </p:grpSp>
        <p:pic>
          <p:nvPicPr>
            <p:cNvPr descr="&lt;math xmlns=&quot;http://www.w3.org/1998/Math/MathML&quot; display=&quot;block&quot; data-is-equatio=&quot;1&quot; data-latex=&quot;\cos\left(\theta°\right)=\frac{3}{4}\ \ \ \ \ \ \ \ \ \ \ \ \ \theta°=\cos^{-1}\left(\frac{3}{5}\right)\ \ \ \ \ \ \ \ \ \ \ \ \ \ \ \ \ \ \ \ \ \ \ \cos\left(\theta°\right)=\frac{4}{5}&quot;&gt;&lt;mi&gt;cos&lt;/mi&gt;&lt;mo data-mjx-texclass=&quot;NONE&quot;&gt;⁡&lt;/mo&gt;&lt;mrow data-mjx-texclass=&quot;INNER&quot;&gt;&lt;mo data-mjx-texclass=&quot;OPEN&quot;&gt;(&lt;/mo&gt;&lt;mi&gt;θ&lt;/mi&gt;&lt;mrow data-mjx-texclass=&quot;ORD&quot;&gt;&lt;mo data-mjx-pseudoscript=&quot;true&quot;&gt;°&lt;/mo&gt;&lt;/mrow&gt;&lt;mo data-mjx-texclass=&quot;CLOSE&quot;&gt;)&lt;/mo&gt;&lt;/mrow&gt;&lt;mo&gt;=&lt;/mo&gt;&lt;mfrac&gt;&lt;mn&gt;3&lt;/mn&gt;&lt;mn&gt;4&lt;/mn&gt;&lt;/mfrac&gt;&lt;mtext&gt;&lt;/mtext&gt;&lt;mtext&gt;&lt;/mtext&gt;&lt;mtext&gt;&lt;/mtext&gt;&lt;mtext&gt;&lt;/mtext&gt;&lt;mtext&gt;&lt;/mtext&gt;&lt;mtext&gt;&lt;/mtext&gt;&lt;mtext&gt;&lt;/mtext&gt;&lt;mtext&gt;&lt;/mtext&gt;&lt;mtext&gt;&lt;/mtext&gt;&lt;mtext&gt;&lt;/mtext&gt;&lt;mtext&gt;&lt;/mtext&gt;&lt;mtext&gt;&lt;/mtext&gt;&lt;mtext&gt;&lt;/mtext&gt;&lt;mi&gt;θ&lt;/mi&gt;&lt;mrow data-mjx-texclass=&quot;ORD&quot;&gt;&lt;mo data-mjx-pseudoscript=&quot;true&quot;&gt;°&lt;/mo&gt;&lt;/mrow&gt;&lt;mo&gt;=&lt;/mo&gt;&lt;msup&gt;&lt;mi&gt;cos&lt;/mi&gt;&lt;mrow data-mjx-texclass=&quot;ORD&quot;&gt;&lt;mo&gt;−&lt;/mo&gt;&lt;mn&gt;1&lt;/mn&gt;&lt;/mrow&gt;&lt;/msup&gt;&lt;mo data-mjx-texclass=&quot;NONE&quot;&gt;⁡&lt;/mo&gt;&lt;mrow data-mjx-texclass=&quot;INNER&quot;&gt;&lt;mo data-mjx-texclass=&quot;OPEN&quot;&gt;(&lt;/mo&gt;&lt;mfrac&gt;&lt;mn&gt;3&lt;/mn&gt;&lt;mn&gt;5&lt;/mn&gt;&lt;/mfrac&gt;&lt;mo data-mjx-texclass=&quot;CLOSE&quot;&gt;)&lt;/mo&gt;&lt;/mrow&gt;&lt;mtext&gt;&lt;/mtext&gt;&lt;mtext&gt;&lt;/mtext&gt;&lt;mtext&gt;&lt;/mtext&gt;&lt;mtext&gt;&lt;/mtext&gt;&lt;mtext&gt;&lt;/mtext&gt;&lt;mtext&gt;&lt;/mtext&gt;&lt;mtext&gt;&lt;/mtext&gt;&lt;mtext&gt;&lt;/mtext&gt;&lt;mtext&gt;&lt;/mtext&gt;&lt;mtext&gt;&lt;/mtext&gt;&lt;mtext&gt;&lt;/mtext&gt;&lt;mtext&gt;&lt;/mtext&gt;&lt;mtext&gt;&lt;/mtext&gt;&lt;mtext&gt;&lt;/mtext&gt;&lt;mtext&gt;&lt;/mtext&gt;&lt;mtext&gt;&lt;/mtext&gt;&lt;mtext&gt;&lt;/mtext&gt;&lt;mtext&gt;&lt;/mtext&gt;&lt;mtext&gt;&lt;/mtext&gt;&lt;mtext&gt;&lt;/mtext&gt;&lt;mtext&gt;&lt;/mtext&gt;&lt;mtext&gt;&lt;/mtext&gt;&lt;mtext&gt;&lt;/mtext&gt;&lt;mi&gt;cos&lt;/mi&gt;&lt;mo data-mjx-texclass=&quot;NONE&quot;&gt;⁡&lt;/mo&gt;&lt;mrow data-mjx-texclass=&quot;INNER&quot;&gt;&lt;mo data-mjx-texclass=&quot;OPEN&quot;&gt;(&lt;/mo&gt;&lt;mi&gt;θ&lt;/mi&gt;&lt;mrow data-mjx-texclass=&quot;ORD&quot;&gt;&lt;mo data-mjx-pseudoscript=&quot;true&quot;&gt;°&lt;/mo&gt;&lt;/mrow&gt;&lt;mo data-mjx-texclass=&quot;CLOSE&quot;&gt;)&lt;/mo&gt;&lt;/mrow&gt;&lt;mo&gt;=&lt;/mo&gt;&lt;mfrac&gt;&lt;mn&gt;4&lt;/mn&gt;&lt;mn&gt;5&lt;/mn&gt;&lt;/mfrac&gt;&lt;/math&gt;" id="2229" name="Google Shape;2229;p99" title="cosine theta degrees equals three fourths theta degrees equals the inverse cosine of three fifths cosine theta degrees equals four fifths"/>
            <p:cNvPicPr preferRelativeResize="0"/>
            <p:nvPr/>
          </p:nvPicPr>
          <p:blipFill rotWithShape="1">
            <a:blip r:embed="rId4">
              <a:alphaModFix/>
            </a:blip>
            <a:srcRect b="0" l="80626" r="0" t="0"/>
            <a:stretch/>
          </p:blipFill>
          <p:spPr>
            <a:xfrm>
              <a:off x="7530675" y="2290950"/>
              <a:ext cx="1134777" cy="561600"/>
            </a:xfrm>
            <a:prstGeom prst="rect">
              <a:avLst/>
            </a:prstGeom>
            <a:noFill/>
            <a:ln>
              <a:noFill/>
            </a:ln>
          </p:spPr>
        </p:pic>
      </p:grpSp>
      <p:grpSp>
        <p:nvGrpSpPr>
          <p:cNvPr id="2230" name="Google Shape;2230;p99"/>
          <p:cNvGrpSpPr/>
          <p:nvPr/>
        </p:nvGrpSpPr>
        <p:grpSpPr>
          <a:xfrm>
            <a:off x="3320316" y="3552007"/>
            <a:ext cx="2488683" cy="642229"/>
            <a:chOff x="4970445" y="2918898"/>
            <a:chExt cx="2488683" cy="642229"/>
          </a:xfrm>
        </p:grpSpPr>
        <p:grpSp>
          <p:nvGrpSpPr>
            <p:cNvPr id="2231" name="Google Shape;2231;p99"/>
            <p:cNvGrpSpPr/>
            <p:nvPr/>
          </p:nvGrpSpPr>
          <p:grpSpPr>
            <a:xfrm>
              <a:off x="4970445" y="2918898"/>
              <a:ext cx="2488683" cy="642229"/>
              <a:chOff x="6358500" y="3706325"/>
              <a:chExt cx="1625103" cy="419401"/>
            </a:xfrm>
          </p:grpSpPr>
          <p:sp>
            <p:nvSpPr>
              <p:cNvPr id="2232" name="Google Shape;2232;p99"/>
              <p:cNvSpPr/>
              <p:nvPr/>
            </p:nvSpPr>
            <p:spPr>
              <a:xfrm>
                <a:off x="6358503" y="3706326"/>
                <a:ext cx="1625100" cy="419400"/>
              </a:xfrm>
              <a:prstGeom prst="roundRect">
                <a:avLst>
                  <a:gd fmla="val 50000" name="adj"/>
                </a:avLst>
              </a:prstGeom>
              <a:noFill/>
              <a:ln cap="flat" cmpd="sng" w="28575">
                <a:solidFill>
                  <a:srgbClr val="000000"/>
                </a:solidFill>
                <a:prstDash val="solid"/>
                <a:round/>
                <a:headEnd len="sm" w="sm" type="none"/>
                <a:tailEnd len="sm" w="sm" type="none"/>
              </a:ln>
            </p:spPr>
            <p:txBody>
              <a:bodyPr anchorCtr="0" anchor="ctr" bIns="0" lIns="468000" spcFirstLastPara="1" rIns="0" wrap="square" tIns="0">
                <a:noAutofit/>
              </a:bodyPr>
              <a:lstStyle/>
              <a:p>
                <a:pPr indent="0" lvl="0" marL="0" rtl="0" algn="l">
                  <a:spcBef>
                    <a:spcPts val="0"/>
                  </a:spcBef>
                  <a:spcAft>
                    <a:spcPts val="0"/>
                  </a:spcAft>
                  <a:buNone/>
                </a:pPr>
                <a:r>
                  <a:t/>
                </a:r>
                <a:endParaRPr i="1" sz="2200">
                  <a:latin typeface="Times New Roman"/>
                  <a:ea typeface="Times New Roman"/>
                  <a:cs typeface="Times New Roman"/>
                  <a:sym typeface="Times New Roman"/>
                </a:endParaRPr>
              </a:p>
            </p:txBody>
          </p:sp>
          <p:sp>
            <p:nvSpPr>
              <p:cNvPr id="2233" name="Google Shape;2233;p99"/>
              <p:cNvSpPr/>
              <p:nvPr/>
            </p:nvSpPr>
            <p:spPr>
              <a:xfrm>
                <a:off x="6358500" y="3706325"/>
                <a:ext cx="419400" cy="419400"/>
              </a:xfrm>
              <a:prstGeom prst="ellipse">
                <a:avLst/>
              </a:prstGeom>
              <a:solidFill>
                <a:schemeClr val="accent5"/>
              </a:solidFill>
              <a:ln cap="flat" cmpd="sng" w="28575">
                <a:solidFill>
                  <a:srgbClr val="000000"/>
                </a:solidFill>
                <a:prstDash val="solid"/>
                <a:round/>
                <a:headEnd len="sm" w="sm" type="none"/>
                <a:tailEnd len="sm" w="sm" type="none"/>
              </a:ln>
            </p:spPr>
            <p:txBody>
              <a:bodyPr anchorCtr="0" anchor="ctr" bIns="0" lIns="0" spcFirstLastPara="1" rIns="0" wrap="square" tIns="0">
                <a:noAutofit/>
              </a:bodyPr>
              <a:lstStyle/>
              <a:p>
                <a:pPr indent="0" lvl="0" marL="0" rtl="0" algn="ctr">
                  <a:spcBef>
                    <a:spcPts val="0"/>
                  </a:spcBef>
                  <a:spcAft>
                    <a:spcPts val="0"/>
                  </a:spcAft>
                  <a:buNone/>
                </a:pPr>
                <a:r>
                  <a:rPr lang="en-GB" sz="1800">
                    <a:solidFill>
                      <a:srgbClr val="FFFFFF"/>
                    </a:solidFill>
                    <a:latin typeface="Lexend"/>
                    <a:ea typeface="Lexend"/>
                    <a:cs typeface="Lexend"/>
                    <a:sym typeface="Lexend"/>
                  </a:rPr>
                  <a:t>f</a:t>
                </a:r>
                <a:endParaRPr sz="1800">
                  <a:solidFill>
                    <a:srgbClr val="FFFFFF"/>
                  </a:solidFill>
                  <a:latin typeface="Lexend"/>
                  <a:ea typeface="Lexend"/>
                  <a:cs typeface="Lexend"/>
                  <a:sym typeface="Lexend"/>
                </a:endParaRPr>
              </a:p>
            </p:txBody>
          </p:sp>
        </p:grpSp>
        <p:pic>
          <p:nvPicPr>
            <p:cNvPr descr="&lt;math xmlns=&quot;http://www.w3.org/1998/Math/MathML&quot; display=&quot;block&quot; data-is-equatio=&quot;1&quot; data-latex=&quot;\cos\left(\theta°\right)=\frac{3}{4}\ \ \ \ \ \ \ \ \ \ \ \ \ \theta°=\cos^{-1}\left(\frac{3}{5}\right)\ \ \ \ \ \ \ \ \ \ \ \ \ \ \ \ \ \ \ \ \ \ \ \cos\left(\theta°\right)=\frac{4}{5}&quot;&gt;&lt;mi&gt;cos&lt;/mi&gt;&lt;mo data-mjx-texclass=&quot;NONE&quot;&gt;⁡&lt;/mo&gt;&lt;mrow data-mjx-texclass=&quot;INNER&quot;&gt;&lt;mo data-mjx-texclass=&quot;OPEN&quot;&gt;(&lt;/mo&gt;&lt;mi&gt;θ&lt;/mi&gt;&lt;mrow data-mjx-texclass=&quot;ORD&quot;&gt;&lt;mo data-mjx-pseudoscript=&quot;true&quot;&gt;°&lt;/mo&gt;&lt;/mrow&gt;&lt;mo data-mjx-texclass=&quot;CLOSE&quot;&gt;)&lt;/mo&gt;&lt;/mrow&gt;&lt;mo&gt;=&lt;/mo&gt;&lt;mfrac&gt;&lt;mn&gt;3&lt;/mn&gt;&lt;mn&gt;4&lt;/mn&gt;&lt;/mfrac&gt;&lt;mtext&gt;&lt;/mtext&gt;&lt;mtext&gt;&lt;/mtext&gt;&lt;mtext&gt;&lt;/mtext&gt;&lt;mtext&gt;&lt;/mtext&gt;&lt;mtext&gt;&lt;/mtext&gt;&lt;mtext&gt;&lt;/mtext&gt;&lt;mtext&gt;&lt;/mtext&gt;&lt;mtext&gt;&lt;/mtext&gt;&lt;mtext&gt;&lt;/mtext&gt;&lt;mtext&gt;&lt;/mtext&gt;&lt;mtext&gt;&lt;/mtext&gt;&lt;mtext&gt;&lt;/mtext&gt;&lt;mtext&gt;&lt;/mtext&gt;&lt;mi&gt;θ&lt;/mi&gt;&lt;mrow data-mjx-texclass=&quot;ORD&quot;&gt;&lt;mo data-mjx-pseudoscript=&quot;true&quot;&gt;°&lt;/mo&gt;&lt;/mrow&gt;&lt;mo&gt;=&lt;/mo&gt;&lt;msup&gt;&lt;mi&gt;cos&lt;/mi&gt;&lt;mrow data-mjx-texclass=&quot;ORD&quot;&gt;&lt;mo&gt;−&lt;/mo&gt;&lt;mn&gt;1&lt;/mn&gt;&lt;/mrow&gt;&lt;/msup&gt;&lt;mo data-mjx-texclass=&quot;NONE&quot;&gt;⁡&lt;/mo&gt;&lt;mrow data-mjx-texclass=&quot;INNER&quot;&gt;&lt;mo data-mjx-texclass=&quot;OPEN&quot;&gt;(&lt;/mo&gt;&lt;mfrac&gt;&lt;mn&gt;3&lt;/mn&gt;&lt;mn&gt;5&lt;/mn&gt;&lt;/mfrac&gt;&lt;mo data-mjx-texclass=&quot;CLOSE&quot;&gt;)&lt;/mo&gt;&lt;/mrow&gt;&lt;mtext&gt;&lt;/mtext&gt;&lt;mtext&gt;&lt;/mtext&gt;&lt;mtext&gt;&lt;/mtext&gt;&lt;mtext&gt;&lt;/mtext&gt;&lt;mtext&gt;&lt;/mtext&gt;&lt;mtext&gt;&lt;/mtext&gt;&lt;mtext&gt;&lt;/mtext&gt;&lt;mtext&gt;&lt;/mtext&gt;&lt;mtext&gt;&lt;/mtext&gt;&lt;mtext&gt;&lt;/mtext&gt;&lt;mtext&gt;&lt;/mtext&gt;&lt;mtext&gt;&lt;/mtext&gt;&lt;mtext&gt;&lt;/mtext&gt;&lt;mtext&gt;&lt;/mtext&gt;&lt;mtext&gt;&lt;/mtext&gt;&lt;mtext&gt;&lt;/mtext&gt;&lt;mtext&gt;&lt;/mtext&gt;&lt;mtext&gt;&lt;/mtext&gt;&lt;mtext&gt;&lt;/mtext&gt;&lt;mtext&gt;&lt;/mtext&gt;&lt;mtext&gt;&lt;/mtext&gt;&lt;mtext&gt;&lt;/mtext&gt;&lt;mtext&gt;&lt;/mtext&gt;&lt;mi&gt;cos&lt;/mi&gt;&lt;mo data-mjx-texclass=&quot;NONE&quot;&gt;⁡&lt;/mo&gt;&lt;mrow data-mjx-texclass=&quot;INNER&quot;&gt;&lt;mo data-mjx-texclass=&quot;OPEN&quot;&gt;(&lt;/mo&gt;&lt;mi&gt;θ&lt;/mi&gt;&lt;mrow data-mjx-texclass=&quot;ORD&quot;&gt;&lt;mo data-mjx-pseudoscript=&quot;true&quot;&gt;°&lt;/mo&gt;&lt;/mrow&gt;&lt;mo data-mjx-texclass=&quot;CLOSE&quot;&gt;)&lt;/mo&gt;&lt;/mrow&gt;&lt;mo&gt;=&lt;/mo&gt;&lt;mfrac&gt;&lt;mn&gt;4&lt;/mn&gt;&lt;mn&gt;5&lt;/mn&gt;&lt;/mfrac&gt;&lt;/math&gt;" id="2234" name="Google Shape;2234;p99" title="cosine theta degrees equals three fourths theta degrees equals the inverse cosine of three fifths cosine theta degrees equals four fifths"/>
            <p:cNvPicPr preferRelativeResize="0"/>
            <p:nvPr/>
          </p:nvPicPr>
          <p:blipFill rotWithShape="1">
            <a:blip r:embed="rId4">
              <a:alphaModFix/>
            </a:blip>
            <a:srcRect b="0" l="31304" r="41793" t="0"/>
            <a:stretch/>
          </p:blipFill>
          <p:spPr>
            <a:xfrm>
              <a:off x="5658923" y="2959225"/>
              <a:ext cx="1575674" cy="561600"/>
            </a:xfrm>
            <a:prstGeom prst="rect">
              <a:avLst/>
            </a:prstGeom>
            <a:noFill/>
            <a:ln>
              <a:noFill/>
            </a:ln>
          </p:spPr>
        </p:pic>
      </p:grpSp>
      <p:grpSp>
        <p:nvGrpSpPr>
          <p:cNvPr id="2235" name="Google Shape;2235;p99"/>
          <p:cNvGrpSpPr/>
          <p:nvPr/>
        </p:nvGrpSpPr>
        <p:grpSpPr>
          <a:xfrm>
            <a:off x="3690000" y="4360930"/>
            <a:ext cx="1764000" cy="419400"/>
            <a:chOff x="6358500" y="3706325"/>
            <a:chExt cx="1764000" cy="419400"/>
          </a:xfrm>
        </p:grpSpPr>
        <p:sp>
          <p:nvSpPr>
            <p:cNvPr id="2236" name="Google Shape;2236;p99"/>
            <p:cNvSpPr/>
            <p:nvPr/>
          </p:nvSpPr>
          <p:spPr>
            <a:xfrm>
              <a:off x="6358500" y="3706325"/>
              <a:ext cx="1764000" cy="419400"/>
            </a:xfrm>
            <a:prstGeom prst="roundRect">
              <a:avLst>
                <a:gd fmla="val 50000" name="adj"/>
              </a:avLst>
            </a:prstGeom>
            <a:noFill/>
            <a:ln cap="flat" cmpd="sng" w="28575">
              <a:solidFill>
                <a:srgbClr val="000000"/>
              </a:solidFill>
              <a:prstDash val="solid"/>
              <a:round/>
              <a:headEnd len="sm" w="sm" type="none"/>
              <a:tailEnd len="sm" w="sm" type="none"/>
            </a:ln>
          </p:spPr>
          <p:txBody>
            <a:bodyPr anchorCtr="0" anchor="ctr" bIns="0" lIns="468000" spcFirstLastPara="1" rIns="0" wrap="square" tIns="0">
              <a:noAutofit/>
            </a:bodyPr>
            <a:lstStyle/>
            <a:p>
              <a:pPr indent="0" lvl="0" marL="0" rtl="0" algn="ctr">
                <a:spcBef>
                  <a:spcPts val="0"/>
                </a:spcBef>
                <a:spcAft>
                  <a:spcPts val="0"/>
                </a:spcAft>
                <a:buNone/>
              </a:pPr>
              <a:r>
                <a:rPr i="1" lang="en-GB" sz="2000">
                  <a:solidFill>
                    <a:schemeClr val="dk1"/>
                  </a:solidFill>
                  <a:latin typeface="Times New Roman"/>
                  <a:ea typeface="Times New Roman"/>
                  <a:cs typeface="Times New Roman"/>
                  <a:sym typeface="Times New Roman"/>
                </a:rPr>
                <a:t>θ</a:t>
              </a:r>
              <a:r>
                <a:rPr lang="en-GB" sz="2000">
                  <a:solidFill>
                    <a:schemeClr val="dk1"/>
                  </a:solidFill>
                  <a:latin typeface="Times New Roman"/>
                  <a:ea typeface="Times New Roman"/>
                  <a:cs typeface="Times New Roman"/>
                  <a:sym typeface="Times New Roman"/>
                </a:rPr>
                <a:t>° = 53.13°</a:t>
              </a:r>
              <a:endParaRPr i="1" sz="2400">
                <a:latin typeface="Times New Roman"/>
                <a:ea typeface="Times New Roman"/>
                <a:cs typeface="Times New Roman"/>
                <a:sym typeface="Times New Roman"/>
              </a:endParaRPr>
            </a:p>
          </p:txBody>
        </p:sp>
        <p:sp>
          <p:nvSpPr>
            <p:cNvPr id="2237" name="Google Shape;2237;p99"/>
            <p:cNvSpPr/>
            <p:nvPr/>
          </p:nvSpPr>
          <p:spPr>
            <a:xfrm>
              <a:off x="6358500" y="3706325"/>
              <a:ext cx="419400" cy="419400"/>
            </a:xfrm>
            <a:prstGeom prst="ellipse">
              <a:avLst/>
            </a:prstGeom>
            <a:solidFill>
              <a:schemeClr val="dk1"/>
            </a:solidFill>
            <a:ln cap="flat" cmpd="sng" w="28575">
              <a:solidFill>
                <a:srgbClr val="000000"/>
              </a:solidFill>
              <a:prstDash val="solid"/>
              <a:round/>
              <a:headEnd len="sm" w="sm" type="none"/>
              <a:tailEnd len="sm" w="sm" type="none"/>
            </a:ln>
          </p:spPr>
          <p:txBody>
            <a:bodyPr anchorCtr="0" anchor="ctr" bIns="0" lIns="0" spcFirstLastPara="1" rIns="0" wrap="square" tIns="0">
              <a:noAutofit/>
            </a:bodyPr>
            <a:lstStyle/>
            <a:p>
              <a:pPr indent="0" lvl="0" marL="0" rtl="0" algn="ctr">
                <a:spcBef>
                  <a:spcPts val="0"/>
                </a:spcBef>
                <a:spcAft>
                  <a:spcPts val="0"/>
                </a:spcAft>
                <a:buNone/>
              </a:pPr>
              <a:r>
                <a:rPr lang="en-GB" sz="1800">
                  <a:solidFill>
                    <a:srgbClr val="FFFFFF"/>
                  </a:solidFill>
                  <a:latin typeface="Lexend"/>
                  <a:ea typeface="Lexend"/>
                  <a:cs typeface="Lexend"/>
                  <a:sym typeface="Lexend"/>
                </a:rPr>
                <a:t>g</a:t>
              </a:r>
              <a:endParaRPr sz="1800">
                <a:solidFill>
                  <a:srgbClr val="FFFFFF"/>
                </a:solidFill>
                <a:latin typeface="Lexend"/>
                <a:ea typeface="Lexend"/>
                <a:cs typeface="Lexend"/>
                <a:sym typeface="Lexend"/>
              </a:endParaRPr>
            </a:p>
          </p:txBody>
        </p:sp>
      </p:grpSp>
      <p:grpSp>
        <p:nvGrpSpPr>
          <p:cNvPr id="2238" name="Google Shape;2238;p99"/>
          <p:cNvGrpSpPr/>
          <p:nvPr/>
        </p:nvGrpSpPr>
        <p:grpSpPr>
          <a:xfrm>
            <a:off x="430900" y="3963465"/>
            <a:ext cx="1764000" cy="419400"/>
            <a:chOff x="6358500" y="3706325"/>
            <a:chExt cx="1764000" cy="419400"/>
          </a:xfrm>
        </p:grpSpPr>
        <p:sp>
          <p:nvSpPr>
            <p:cNvPr id="2239" name="Google Shape;2239;p99"/>
            <p:cNvSpPr/>
            <p:nvPr/>
          </p:nvSpPr>
          <p:spPr>
            <a:xfrm>
              <a:off x="6358500" y="3706325"/>
              <a:ext cx="1764000" cy="419400"/>
            </a:xfrm>
            <a:prstGeom prst="roundRect">
              <a:avLst>
                <a:gd fmla="val 50000" name="adj"/>
              </a:avLst>
            </a:prstGeom>
            <a:noFill/>
            <a:ln cap="flat" cmpd="sng" w="28575">
              <a:solidFill>
                <a:srgbClr val="000000"/>
              </a:solidFill>
              <a:prstDash val="solid"/>
              <a:round/>
              <a:headEnd len="sm" w="sm" type="none"/>
              <a:tailEnd len="sm" w="sm" type="none"/>
            </a:ln>
          </p:spPr>
          <p:txBody>
            <a:bodyPr anchorCtr="0" anchor="ctr" bIns="0" lIns="468000" spcFirstLastPara="1" rIns="0" wrap="square" tIns="0">
              <a:noAutofit/>
            </a:bodyPr>
            <a:lstStyle/>
            <a:p>
              <a:pPr indent="0" lvl="0" marL="0" rtl="0" algn="ctr">
                <a:spcBef>
                  <a:spcPts val="0"/>
                </a:spcBef>
                <a:spcAft>
                  <a:spcPts val="0"/>
                </a:spcAft>
                <a:buNone/>
              </a:pPr>
              <a:r>
                <a:rPr i="1" lang="en-GB" sz="2000">
                  <a:solidFill>
                    <a:schemeClr val="dk1"/>
                  </a:solidFill>
                  <a:latin typeface="Times New Roman"/>
                  <a:ea typeface="Times New Roman"/>
                  <a:cs typeface="Times New Roman"/>
                  <a:sym typeface="Times New Roman"/>
                </a:rPr>
                <a:t>θ</a:t>
              </a:r>
              <a:r>
                <a:rPr lang="en-GB" sz="2000">
                  <a:solidFill>
                    <a:schemeClr val="dk1"/>
                  </a:solidFill>
                  <a:latin typeface="Times New Roman"/>
                  <a:ea typeface="Times New Roman"/>
                  <a:cs typeface="Times New Roman"/>
                  <a:sym typeface="Times New Roman"/>
                </a:rPr>
                <a:t>° = 41.41°</a:t>
              </a:r>
              <a:endParaRPr i="1" sz="2400">
                <a:latin typeface="Times New Roman"/>
                <a:ea typeface="Times New Roman"/>
                <a:cs typeface="Times New Roman"/>
                <a:sym typeface="Times New Roman"/>
              </a:endParaRPr>
            </a:p>
          </p:txBody>
        </p:sp>
        <p:sp>
          <p:nvSpPr>
            <p:cNvPr id="2240" name="Google Shape;2240;p99"/>
            <p:cNvSpPr/>
            <p:nvPr/>
          </p:nvSpPr>
          <p:spPr>
            <a:xfrm>
              <a:off x="6358500" y="3706325"/>
              <a:ext cx="419400" cy="419400"/>
            </a:xfrm>
            <a:prstGeom prst="ellipse">
              <a:avLst/>
            </a:prstGeom>
            <a:solidFill>
              <a:schemeClr val="dk1"/>
            </a:solidFill>
            <a:ln cap="flat" cmpd="sng" w="28575">
              <a:solidFill>
                <a:srgbClr val="000000"/>
              </a:solidFill>
              <a:prstDash val="solid"/>
              <a:round/>
              <a:headEnd len="sm" w="sm" type="none"/>
              <a:tailEnd len="sm" w="sm" type="none"/>
            </a:ln>
          </p:spPr>
          <p:txBody>
            <a:bodyPr anchorCtr="0" anchor="ctr" bIns="0" lIns="0" spcFirstLastPara="1" rIns="0" wrap="square" tIns="0">
              <a:noAutofit/>
            </a:bodyPr>
            <a:lstStyle/>
            <a:p>
              <a:pPr indent="0" lvl="0" marL="0" rtl="0" algn="ctr">
                <a:spcBef>
                  <a:spcPts val="0"/>
                </a:spcBef>
                <a:spcAft>
                  <a:spcPts val="0"/>
                </a:spcAft>
                <a:buNone/>
              </a:pPr>
              <a:r>
                <a:rPr lang="en-GB" sz="1800">
                  <a:solidFill>
                    <a:srgbClr val="FFFFFF"/>
                  </a:solidFill>
                  <a:latin typeface="Lexend"/>
                  <a:ea typeface="Lexend"/>
                  <a:cs typeface="Lexend"/>
                  <a:sym typeface="Lexend"/>
                </a:rPr>
                <a:t>i</a:t>
              </a:r>
              <a:endParaRPr sz="1800">
                <a:solidFill>
                  <a:srgbClr val="FFFFFF"/>
                </a:solidFill>
                <a:latin typeface="Lexend"/>
                <a:ea typeface="Lexend"/>
                <a:cs typeface="Lexend"/>
                <a:sym typeface="Lexend"/>
              </a:endParaRPr>
            </a:p>
          </p:txBody>
        </p:sp>
      </p:grpSp>
      <p:grpSp>
        <p:nvGrpSpPr>
          <p:cNvPr id="2241" name="Google Shape;2241;p99"/>
          <p:cNvGrpSpPr/>
          <p:nvPr/>
        </p:nvGrpSpPr>
        <p:grpSpPr>
          <a:xfrm>
            <a:off x="6934425" y="3888955"/>
            <a:ext cx="1764000" cy="419400"/>
            <a:chOff x="6358500" y="3706325"/>
            <a:chExt cx="1764000" cy="419400"/>
          </a:xfrm>
        </p:grpSpPr>
        <p:sp>
          <p:nvSpPr>
            <p:cNvPr id="2242" name="Google Shape;2242;p99"/>
            <p:cNvSpPr/>
            <p:nvPr/>
          </p:nvSpPr>
          <p:spPr>
            <a:xfrm>
              <a:off x="6358500" y="3706325"/>
              <a:ext cx="1764000" cy="419400"/>
            </a:xfrm>
            <a:prstGeom prst="roundRect">
              <a:avLst>
                <a:gd fmla="val 50000" name="adj"/>
              </a:avLst>
            </a:prstGeom>
            <a:noFill/>
            <a:ln cap="flat" cmpd="sng" w="28575">
              <a:solidFill>
                <a:srgbClr val="000000"/>
              </a:solidFill>
              <a:prstDash val="solid"/>
              <a:round/>
              <a:headEnd len="sm" w="sm" type="none"/>
              <a:tailEnd len="sm" w="sm" type="none"/>
            </a:ln>
          </p:spPr>
          <p:txBody>
            <a:bodyPr anchorCtr="0" anchor="ctr" bIns="0" lIns="468000" spcFirstLastPara="1" rIns="0" wrap="square" tIns="0">
              <a:noAutofit/>
            </a:bodyPr>
            <a:lstStyle/>
            <a:p>
              <a:pPr indent="0" lvl="0" marL="0" rtl="0" algn="ctr">
                <a:spcBef>
                  <a:spcPts val="0"/>
                </a:spcBef>
                <a:spcAft>
                  <a:spcPts val="0"/>
                </a:spcAft>
                <a:buNone/>
              </a:pPr>
              <a:r>
                <a:rPr i="1" lang="en-GB" sz="2000">
                  <a:solidFill>
                    <a:schemeClr val="dk1"/>
                  </a:solidFill>
                  <a:latin typeface="Times New Roman"/>
                  <a:ea typeface="Times New Roman"/>
                  <a:cs typeface="Times New Roman"/>
                  <a:sym typeface="Times New Roman"/>
                </a:rPr>
                <a:t>θ</a:t>
              </a:r>
              <a:r>
                <a:rPr lang="en-GB" sz="2000">
                  <a:solidFill>
                    <a:schemeClr val="dk1"/>
                  </a:solidFill>
                  <a:latin typeface="Times New Roman"/>
                  <a:ea typeface="Times New Roman"/>
                  <a:cs typeface="Times New Roman"/>
                  <a:sym typeface="Times New Roman"/>
                </a:rPr>
                <a:t>° = 36.87°</a:t>
              </a:r>
              <a:endParaRPr i="1" sz="2400">
                <a:latin typeface="Times New Roman"/>
                <a:ea typeface="Times New Roman"/>
                <a:cs typeface="Times New Roman"/>
                <a:sym typeface="Times New Roman"/>
              </a:endParaRPr>
            </a:p>
          </p:txBody>
        </p:sp>
        <p:sp>
          <p:nvSpPr>
            <p:cNvPr id="2243" name="Google Shape;2243;p99"/>
            <p:cNvSpPr/>
            <p:nvPr/>
          </p:nvSpPr>
          <p:spPr>
            <a:xfrm>
              <a:off x="6358500" y="3706325"/>
              <a:ext cx="419400" cy="419400"/>
            </a:xfrm>
            <a:prstGeom prst="ellipse">
              <a:avLst/>
            </a:prstGeom>
            <a:solidFill>
              <a:schemeClr val="dk1"/>
            </a:solidFill>
            <a:ln cap="flat" cmpd="sng" w="28575">
              <a:solidFill>
                <a:srgbClr val="000000"/>
              </a:solidFill>
              <a:prstDash val="solid"/>
              <a:round/>
              <a:headEnd len="sm" w="sm" type="none"/>
              <a:tailEnd len="sm" w="sm" type="none"/>
            </a:ln>
          </p:spPr>
          <p:txBody>
            <a:bodyPr anchorCtr="0" anchor="ctr" bIns="0" lIns="0" spcFirstLastPara="1" rIns="0" wrap="square" tIns="0">
              <a:noAutofit/>
            </a:bodyPr>
            <a:lstStyle/>
            <a:p>
              <a:pPr indent="0" lvl="0" marL="0" rtl="0" algn="ctr">
                <a:spcBef>
                  <a:spcPts val="0"/>
                </a:spcBef>
                <a:spcAft>
                  <a:spcPts val="0"/>
                </a:spcAft>
                <a:buNone/>
              </a:pPr>
              <a:r>
                <a:rPr lang="en-GB" sz="1800">
                  <a:solidFill>
                    <a:srgbClr val="FFFFFF"/>
                  </a:solidFill>
                  <a:latin typeface="Lexend"/>
                  <a:ea typeface="Lexend"/>
                  <a:cs typeface="Lexend"/>
                  <a:sym typeface="Lexend"/>
                </a:rPr>
                <a:t>h</a:t>
              </a:r>
              <a:endParaRPr sz="1800">
                <a:solidFill>
                  <a:srgbClr val="FFFFFF"/>
                </a:solidFill>
                <a:latin typeface="Lexend"/>
                <a:ea typeface="Lexend"/>
                <a:cs typeface="Lexend"/>
                <a:sym typeface="Lexend"/>
              </a:endParaRPr>
            </a:p>
          </p:txBody>
        </p:sp>
      </p:grpSp>
    </p:spTree>
  </p:cSld>
  <p:clrMapOvr>
    <a:masterClrMapping/>
  </p:clrMapOvr>
</p:sld>
</file>

<file path=ppt/slides/slide3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47" name="Shape 2247"/>
        <p:cNvGrpSpPr/>
        <p:nvPr/>
      </p:nvGrpSpPr>
      <p:grpSpPr>
        <a:xfrm>
          <a:off x="0" y="0"/>
          <a:ext cx="0" cy="0"/>
          <a:chOff x="0" y="0"/>
          <a:chExt cx="0" cy="0"/>
        </a:xfrm>
      </p:grpSpPr>
      <p:sp>
        <p:nvSpPr>
          <p:cNvPr id="2248" name="Google Shape;2248;p100"/>
          <p:cNvSpPr txBox="1"/>
          <p:nvPr/>
        </p:nvSpPr>
        <p:spPr>
          <a:xfrm>
            <a:off x="2389050" y="2834950"/>
            <a:ext cx="714600" cy="3936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Clr>
                <a:srgbClr val="000000"/>
              </a:buClr>
              <a:buSzPts val="1100"/>
              <a:buFont typeface="Arial"/>
              <a:buNone/>
            </a:pPr>
            <a:r>
              <a:rPr lang="en-GB" sz="2000">
                <a:latin typeface="Kalam"/>
                <a:ea typeface="Kalam"/>
                <a:cs typeface="Kalam"/>
                <a:sym typeface="Kalam"/>
              </a:rPr>
              <a:t>3</a:t>
            </a:r>
            <a:r>
              <a:rPr lang="en-GB" sz="2000">
                <a:solidFill>
                  <a:srgbClr val="000000"/>
                </a:solidFill>
                <a:latin typeface="Kalam"/>
                <a:ea typeface="Kalam"/>
                <a:cs typeface="Kalam"/>
                <a:sym typeface="Kalam"/>
              </a:rPr>
              <a:t>2.0°</a:t>
            </a:r>
            <a:endParaRPr sz="1800">
              <a:latin typeface="Lexend"/>
              <a:ea typeface="Lexend"/>
              <a:cs typeface="Lexend"/>
              <a:sym typeface="Lexend"/>
            </a:endParaRPr>
          </a:p>
        </p:txBody>
      </p:sp>
      <p:sp>
        <p:nvSpPr>
          <p:cNvPr id="2249" name="Google Shape;2249;p100"/>
          <p:cNvSpPr/>
          <p:nvPr/>
        </p:nvSpPr>
        <p:spPr>
          <a:xfrm rot="10800000">
            <a:off x="421024" y="3996349"/>
            <a:ext cx="880500" cy="880800"/>
          </a:xfrm>
          <a:prstGeom prst="arc">
            <a:avLst>
              <a:gd fmla="val 7644222" name="adj1"/>
              <a:gd fmla="val 10809952" name="adj2"/>
            </a:avLst>
          </a:prstGeom>
          <a:solidFill>
            <a:srgbClr val="F3EEFB"/>
          </a:solidFill>
          <a:ln cap="flat" cmpd="sng" w="2857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grpSp>
        <p:nvGrpSpPr>
          <p:cNvPr id="2250" name="Google Shape;2250;p100"/>
          <p:cNvGrpSpPr/>
          <p:nvPr/>
        </p:nvGrpSpPr>
        <p:grpSpPr>
          <a:xfrm>
            <a:off x="765591" y="3351596"/>
            <a:ext cx="889049" cy="1085198"/>
            <a:chOff x="-2133561" y="1365630"/>
            <a:chExt cx="1072436" cy="1758545"/>
          </a:xfrm>
        </p:grpSpPr>
        <p:sp>
          <p:nvSpPr>
            <p:cNvPr id="2251" name="Google Shape;2251;p100"/>
            <p:cNvSpPr/>
            <p:nvPr/>
          </p:nvSpPr>
          <p:spPr>
            <a:xfrm rot="-5400000">
              <a:off x="-2375725" y="1809575"/>
              <a:ext cx="1668300" cy="960900"/>
            </a:xfrm>
            <a:prstGeom prst="rtTriangle">
              <a:avLst/>
            </a:prstGeom>
            <a:noFill/>
            <a:ln cap="flat" cmpd="sng" w="28575">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cxnSp>
          <p:nvCxnSpPr>
            <p:cNvPr id="2252" name="Google Shape;2252;p100"/>
            <p:cNvCxnSpPr/>
            <p:nvPr/>
          </p:nvCxnSpPr>
          <p:spPr>
            <a:xfrm flipH="1">
              <a:off x="-2133561" y="1365630"/>
              <a:ext cx="960900" cy="1668300"/>
            </a:xfrm>
            <a:prstGeom prst="straightConnector1">
              <a:avLst/>
            </a:prstGeom>
            <a:noFill/>
            <a:ln cap="flat" cmpd="sng" w="28575">
              <a:solidFill>
                <a:schemeClr val="accent5"/>
              </a:solidFill>
              <a:prstDash val="solid"/>
              <a:round/>
              <a:headEnd len="med" w="med" type="triangle"/>
              <a:tailEnd len="med" w="med" type="triangle"/>
            </a:ln>
          </p:spPr>
        </p:cxnSp>
      </p:grpSp>
      <p:sp>
        <p:nvSpPr>
          <p:cNvPr id="2253" name="Google Shape;2253;p100"/>
          <p:cNvSpPr txBox="1"/>
          <p:nvPr>
            <p:ph type="title"/>
          </p:nvPr>
        </p:nvSpPr>
        <p:spPr>
          <a:xfrm>
            <a:off x="1479300" y="39650"/>
            <a:ext cx="6855300" cy="382800"/>
          </a:xfrm>
          <a:prstGeom prst="rect">
            <a:avLst/>
          </a:prstGeom>
        </p:spPr>
        <p:txBody>
          <a:bodyPr anchorCtr="0" anchor="b" bIns="0" lIns="0" spcFirstLastPara="1" rIns="0" wrap="square" tIns="0">
            <a:noAutofit/>
          </a:bodyPr>
          <a:lstStyle/>
          <a:p>
            <a:pPr indent="0" lvl="0" marL="0" rtl="0" algn="l">
              <a:spcBef>
                <a:spcPts val="0"/>
              </a:spcBef>
              <a:spcAft>
                <a:spcPts val="0"/>
              </a:spcAft>
              <a:buNone/>
            </a:pPr>
            <a:r>
              <a:rPr lang="en-GB"/>
              <a:t>Calculating angles using the cosine formula</a:t>
            </a:r>
            <a:endParaRPr/>
          </a:p>
        </p:txBody>
      </p:sp>
      <p:sp>
        <p:nvSpPr>
          <p:cNvPr id="2254" name="Google Shape;2254;p100"/>
          <p:cNvSpPr/>
          <p:nvPr/>
        </p:nvSpPr>
        <p:spPr>
          <a:xfrm rot="10800000">
            <a:off x="469282" y="1124029"/>
            <a:ext cx="1331100" cy="1331400"/>
          </a:xfrm>
          <a:prstGeom prst="arc">
            <a:avLst>
              <a:gd fmla="val 9151910" name="adj1"/>
              <a:gd fmla="val 10809952" name="adj2"/>
            </a:avLst>
          </a:prstGeom>
          <a:solidFill>
            <a:srgbClr val="F3EEFB"/>
          </a:solidFill>
          <a:ln cap="flat" cmpd="sng" w="2857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sp>
        <p:nvSpPr>
          <p:cNvPr id="2255" name="Google Shape;2255;p100"/>
          <p:cNvSpPr/>
          <p:nvPr/>
        </p:nvSpPr>
        <p:spPr>
          <a:xfrm rot="10800000">
            <a:off x="6058595" y="1428829"/>
            <a:ext cx="1331100" cy="1331400"/>
          </a:xfrm>
          <a:prstGeom prst="arc">
            <a:avLst>
              <a:gd fmla="val 9151910" name="adj1"/>
              <a:gd fmla="val 10809952" name="adj2"/>
            </a:avLst>
          </a:prstGeom>
          <a:solidFill>
            <a:srgbClr val="F3EEFB"/>
          </a:solidFill>
          <a:ln cap="flat" cmpd="sng" w="2857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grpSp>
        <p:nvGrpSpPr>
          <p:cNvPr id="2256" name="Google Shape;2256;p100"/>
          <p:cNvGrpSpPr/>
          <p:nvPr/>
        </p:nvGrpSpPr>
        <p:grpSpPr>
          <a:xfrm>
            <a:off x="1029490" y="1079201"/>
            <a:ext cx="1290596" cy="719745"/>
            <a:chOff x="-2082328" y="1227614"/>
            <a:chExt cx="1021203" cy="1896561"/>
          </a:xfrm>
        </p:grpSpPr>
        <p:sp>
          <p:nvSpPr>
            <p:cNvPr id="2257" name="Google Shape;2257;p100"/>
            <p:cNvSpPr/>
            <p:nvPr/>
          </p:nvSpPr>
          <p:spPr>
            <a:xfrm rot="-5400000">
              <a:off x="-2375725" y="1809575"/>
              <a:ext cx="1668300" cy="960900"/>
            </a:xfrm>
            <a:prstGeom prst="rtTriangle">
              <a:avLst/>
            </a:prstGeom>
            <a:noFill/>
            <a:ln cap="flat" cmpd="sng" w="28575">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cxnSp>
          <p:nvCxnSpPr>
            <p:cNvPr id="2258" name="Google Shape;2258;p100"/>
            <p:cNvCxnSpPr/>
            <p:nvPr/>
          </p:nvCxnSpPr>
          <p:spPr>
            <a:xfrm flipH="1">
              <a:off x="-2082328" y="1227614"/>
              <a:ext cx="960900" cy="1668300"/>
            </a:xfrm>
            <a:prstGeom prst="straightConnector1">
              <a:avLst/>
            </a:prstGeom>
            <a:noFill/>
            <a:ln cap="flat" cmpd="sng" w="28575">
              <a:solidFill>
                <a:schemeClr val="accent5"/>
              </a:solidFill>
              <a:prstDash val="solid"/>
              <a:round/>
              <a:headEnd len="med" w="med" type="triangle"/>
              <a:tailEnd len="med" w="med" type="triangle"/>
            </a:ln>
          </p:spPr>
        </p:cxnSp>
      </p:grpSp>
      <p:sp>
        <p:nvSpPr>
          <p:cNvPr id="2259" name="Google Shape;2259;p100"/>
          <p:cNvSpPr txBox="1"/>
          <p:nvPr/>
        </p:nvSpPr>
        <p:spPr>
          <a:xfrm>
            <a:off x="2197225" y="2921624"/>
            <a:ext cx="153000" cy="218700"/>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None/>
            </a:pPr>
            <a:r>
              <a:rPr lang="en-GB" sz="2000">
                <a:solidFill>
                  <a:srgbClr val="000000"/>
                </a:solidFill>
                <a:latin typeface="Times New Roman"/>
                <a:ea typeface="Times New Roman"/>
                <a:cs typeface="Times New Roman"/>
                <a:sym typeface="Times New Roman"/>
              </a:rPr>
              <a:t>= </a:t>
            </a:r>
            <a:endParaRPr sz="3200">
              <a:solidFill>
                <a:srgbClr val="000000"/>
              </a:solidFill>
              <a:latin typeface="Times New Roman"/>
              <a:ea typeface="Times New Roman"/>
              <a:cs typeface="Times New Roman"/>
              <a:sym typeface="Times New Roman"/>
            </a:endParaRPr>
          </a:p>
        </p:txBody>
      </p:sp>
      <p:cxnSp>
        <p:nvCxnSpPr>
          <p:cNvPr id="2260" name="Google Shape;2260;p100"/>
          <p:cNvCxnSpPr/>
          <p:nvPr/>
        </p:nvCxnSpPr>
        <p:spPr>
          <a:xfrm rot="10800000">
            <a:off x="5988000" y="1189625"/>
            <a:ext cx="0" cy="3631800"/>
          </a:xfrm>
          <a:prstGeom prst="straightConnector1">
            <a:avLst/>
          </a:prstGeom>
          <a:noFill/>
          <a:ln cap="flat" cmpd="sng" w="28575">
            <a:solidFill>
              <a:srgbClr val="037B7D"/>
            </a:solidFill>
            <a:prstDash val="solid"/>
            <a:round/>
            <a:headEnd len="med" w="med" type="none"/>
            <a:tailEnd len="med" w="med" type="none"/>
          </a:ln>
        </p:spPr>
      </p:cxnSp>
      <p:cxnSp>
        <p:nvCxnSpPr>
          <p:cNvPr id="2261" name="Google Shape;2261;p100"/>
          <p:cNvCxnSpPr/>
          <p:nvPr/>
        </p:nvCxnSpPr>
        <p:spPr>
          <a:xfrm rot="10800000">
            <a:off x="3156000" y="1189625"/>
            <a:ext cx="0" cy="3631800"/>
          </a:xfrm>
          <a:prstGeom prst="straightConnector1">
            <a:avLst/>
          </a:prstGeom>
          <a:noFill/>
          <a:ln cap="flat" cmpd="sng" w="28575">
            <a:solidFill>
              <a:srgbClr val="037B7D"/>
            </a:solidFill>
            <a:prstDash val="solid"/>
            <a:round/>
            <a:headEnd len="med" w="med" type="none"/>
            <a:tailEnd len="med" w="med" type="none"/>
          </a:ln>
        </p:spPr>
      </p:cxnSp>
      <p:cxnSp>
        <p:nvCxnSpPr>
          <p:cNvPr id="2262" name="Google Shape;2262;p100"/>
          <p:cNvCxnSpPr/>
          <p:nvPr/>
        </p:nvCxnSpPr>
        <p:spPr>
          <a:xfrm>
            <a:off x="336950" y="3310325"/>
            <a:ext cx="8486100" cy="0"/>
          </a:xfrm>
          <a:prstGeom prst="straightConnector1">
            <a:avLst/>
          </a:prstGeom>
          <a:noFill/>
          <a:ln cap="flat" cmpd="sng" w="28575">
            <a:solidFill>
              <a:srgbClr val="037B7D"/>
            </a:solidFill>
            <a:prstDash val="solid"/>
            <a:round/>
            <a:headEnd len="med" w="med" type="none"/>
            <a:tailEnd len="med" w="med" type="none"/>
          </a:ln>
        </p:spPr>
      </p:cxnSp>
      <p:sp>
        <p:nvSpPr>
          <p:cNvPr id="2263" name="Google Shape;2263;p100"/>
          <p:cNvSpPr/>
          <p:nvPr/>
        </p:nvSpPr>
        <p:spPr>
          <a:xfrm>
            <a:off x="2166930" y="1646076"/>
            <a:ext cx="153000" cy="153000"/>
          </a:xfrm>
          <a:prstGeom prst="rect">
            <a:avLst/>
          </a:prstGeom>
          <a:noFill/>
          <a:ln cap="flat" cmpd="sng" w="28575">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sp>
        <p:nvSpPr>
          <p:cNvPr id="2264" name="Google Shape;2264;p100"/>
          <p:cNvSpPr txBox="1"/>
          <p:nvPr/>
        </p:nvSpPr>
        <p:spPr>
          <a:xfrm>
            <a:off x="549803" y="2403713"/>
            <a:ext cx="1085700" cy="2187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lang="en-GB" sz="2200">
                <a:latin typeface="Times New Roman"/>
                <a:ea typeface="Times New Roman"/>
                <a:cs typeface="Times New Roman"/>
                <a:sym typeface="Times New Roman"/>
              </a:rPr>
              <a:t>cos</a:t>
            </a:r>
            <a:r>
              <a:rPr lang="en-GB" sz="1800">
                <a:solidFill>
                  <a:srgbClr val="000000"/>
                </a:solidFill>
                <a:latin typeface="Lexend"/>
                <a:ea typeface="Lexend"/>
                <a:cs typeface="Lexend"/>
                <a:sym typeface="Lexend"/>
              </a:rPr>
              <a:t>(</a:t>
            </a:r>
            <a:r>
              <a:rPr i="1" lang="en-GB" sz="2200">
                <a:solidFill>
                  <a:srgbClr val="000000"/>
                </a:solidFill>
                <a:latin typeface="Times New Roman"/>
                <a:ea typeface="Times New Roman"/>
                <a:cs typeface="Times New Roman"/>
                <a:sym typeface="Times New Roman"/>
              </a:rPr>
              <a:t>a</a:t>
            </a:r>
            <a:r>
              <a:rPr lang="en-GB" sz="1800">
                <a:solidFill>
                  <a:srgbClr val="000000"/>
                </a:solidFill>
                <a:latin typeface="Lexend"/>
                <a:ea typeface="Lexend"/>
                <a:cs typeface="Lexend"/>
                <a:sym typeface="Lexend"/>
              </a:rPr>
              <a:t>°) = </a:t>
            </a:r>
            <a:endParaRPr sz="1800">
              <a:solidFill>
                <a:srgbClr val="000000"/>
              </a:solidFill>
              <a:latin typeface="Lexend"/>
              <a:ea typeface="Lexend"/>
              <a:cs typeface="Lexend"/>
              <a:sym typeface="Lexend"/>
            </a:endParaRPr>
          </a:p>
        </p:txBody>
      </p:sp>
      <p:grpSp>
        <p:nvGrpSpPr>
          <p:cNvPr id="2265" name="Google Shape;2265;p100"/>
          <p:cNvGrpSpPr/>
          <p:nvPr/>
        </p:nvGrpSpPr>
        <p:grpSpPr>
          <a:xfrm>
            <a:off x="1600349" y="2325541"/>
            <a:ext cx="394488" cy="448000"/>
            <a:chOff x="4885901" y="2729095"/>
            <a:chExt cx="723300" cy="448000"/>
          </a:xfrm>
        </p:grpSpPr>
        <p:sp>
          <p:nvSpPr>
            <p:cNvPr id="2266" name="Google Shape;2266;p100"/>
            <p:cNvSpPr txBox="1"/>
            <p:nvPr/>
          </p:nvSpPr>
          <p:spPr>
            <a:xfrm>
              <a:off x="4885901" y="2955995"/>
              <a:ext cx="723300" cy="2211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Clr>
                  <a:srgbClr val="000000"/>
                </a:buClr>
                <a:buSzPts val="1100"/>
                <a:buFont typeface="Arial"/>
                <a:buNone/>
              </a:pPr>
              <a:r>
                <a:rPr lang="en-GB" sz="1800">
                  <a:latin typeface="Lexend"/>
                  <a:ea typeface="Lexend"/>
                  <a:cs typeface="Lexend"/>
                  <a:sym typeface="Lexend"/>
                </a:rPr>
                <a:t>33</a:t>
              </a:r>
              <a:endParaRPr sz="1800">
                <a:latin typeface="Lexend"/>
                <a:ea typeface="Lexend"/>
                <a:cs typeface="Lexend"/>
                <a:sym typeface="Lexend"/>
              </a:endParaRPr>
            </a:p>
          </p:txBody>
        </p:sp>
        <p:sp>
          <p:nvSpPr>
            <p:cNvPr id="2267" name="Google Shape;2267;p100"/>
            <p:cNvSpPr txBox="1"/>
            <p:nvPr/>
          </p:nvSpPr>
          <p:spPr>
            <a:xfrm>
              <a:off x="4885901" y="2729095"/>
              <a:ext cx="723300" cy="2211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Clr>
                  <a:srgbClr val="000000"/>
                </a:buClr>
                <a:buSzPts val="1100"/>
                <a:buFont typeface="Arial"/>
                <a:buNone/>
              </a:pPr>
              <a:r>
                <a:rPr lang="en-GB" sz="1800">
                  <a:latin typeface="Lexend"/>
                  <a:ea typeface="Lexend"/>
                  <a:cs typeface="Lexend"/>
                  <a:sym typeface="Lexend"/>
                </a:rPr>
                <a:t>28</a:t>
              </a:r>
              <a:endParaRPr sz="1800">
                <a:latin typeface="Lexend"/>
                <a:ea typeface="Lexend"/>
                <a:cs typeface="Lexend"/>
                <a:sym typeface="Lexend"/>
              </a:endParaRPr>
            </a:p>
          </p:txBody>
        </p:sp>
        <p:cxnSp>
          <p:nvCxnSpPr>
            <p:cNvPr id="2268" name="Google Shape;2268;p100"/>
            <p:cNvCxnSpPr/>
            <p:nvPr/>
          </p:nvCxnSpPr>
          <p:spPr>
            <a:xfrm>
              <a:off x="5004101" y="2953112"/>
              <a:ext cx="486900" cy="0"/>
            </a:xfrm>
            <a:prstGeom prst="straightConnector1">
              <a:avLst/>
            </a:prstGeom>
            <a:noFill/>
            <a:ln cap="flat" cmpd="sng" w="19050">
              <a:solidFill>
                <a:srgbClr val="000000"/>
              </a:solidFill>
              <a:prstDash val="solid"/>
              <a:round/>
              <a:headEnd len="med" w="med" type="none"/>
              <a:tailEnd len="med" w="med" type="none"/>
            </a:ln>
          </p:spPr>
        </p:cxnSp>
      </p:grpSp>
      <p:sp>
        <p:nvSpPr>
          <p:cNvPr id="2269" name="Google Shape;2269;p100"/>
          <p:cNvSpPr txBox="1"/>
          <p:nvPr/>
        </p:nvSpPr>
        <p:spPr>
          <a:xfrm flipH="1">
            <a:off x="997651" y="1121643"/>
            <a:ext cx="885900" cy="2187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lang="en-GB" sz="1800">
                <a:latin typeface="Lexend"/>
                <a:ea typeface="Lexend"/>
                <a:cs typeface="Lexend"/>
                <a:sym typeface="Lexend"/>
              </a:rPr>
              <a:t>33 cm</a:t>
            </a:r>
            <a:endParaRPr sz="1800">
              <a:solidFill>
                <a:srgbClr val="000000"/>
              </a:solidFill>
              <a:latin typeface="Lexend"/>
              <a:ea typeface="Lexend"/>
              <a:cs typeface="Lexend"/>
              <a:sym typeface="Lexend"/>
            </a:endParaRPr>
          </a:p>
        </p:txBody>
      </p:sp>
      <p:sp>
        <p:nvSpPr>
          <p:cNvPr id="2270" name="Google Shape;2270;p100"/>
          <p:cNvSpPr txBox="1"/>
          <p:nvPr/>
        </p:nvSpPr>
        <p:spPr>
          <a:xfrm flipH="1">
            <a:off x="1382687" y="1953875"/>
            <a:ext cx="714600" cy="2187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lang="en-GB" sz="1800">
                <a:latin typeface="Lexend"/>
                <a:ea typeface="Lexend"/>
                <a:cs typeface="Lexend"/>
                <a:sym typeface="Lexend"/>
              </a:rPr>
              <a:t>28 cm</a:t>
            </a:r>
            <a:endParaRPr sz="1800">
              <a:solidFill>
                <a:srgbClr val="000000"/>
              </a:solidFill>
              <a:latin typeface="Lexend"/>
              <a:ea typeface="Lexend"/>
              <a:cs typeface="Lexend"/>
              <a:sym typeface="Lexend"/>
            </a:endParaRPr>
          </a:p>
        </p:txBody>
      </p:sp>
      <p:grpSp>
        <p:nvGrpSpPr>
          <p:cNvPr id="2271" name="Google Shape;2271;p100"/>
          <p:cNvGrpSpPr/>
          <p:nvPr/>
        </p:nvGrpSpPr>
        <p:grpSpPr>
          <a:xfrm>
            <a:off x="1600349" y="2814491"/>
            <a:ext cx="394488" cy="448000"/>
            <a:chOff x="4885901" y="2729095"/>
            <a:chExt cx="723300" cy="448000"/>
          </a:xfrm>
        </p:grpSpPr>
        <p:sp>
          <p:nvSpPr>
            <p:cNvPr id="2272" name="Google Shape;2272;p100"/>
            <p:cNvSpPr txBox="1"/>
            <p:nvPr/>
          </p:nvSpPr>
          <p:spPr>
            <a:xfrm>
              <a:off x="4885901" y="2955995"/>
              <a:ext cx="723300" cy="2211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Clr>
                  <a:srgbClr val="000000"/>
                </a:buClr>
                <a:buSzPts val="1100"/>
                <a:buFont typeface="Arial"/>
                <a:buNone/>
              </a:pPr>
              <a:r>
                <a:rPr lang="en-GB" sz="1800">
                  <a:latin typeface="Lexend"/>
                  <a:ea typeface="Lexend"/>
                  <a:cs typeface="Lexend"/>
                  <a:sym typeface="Lexend"/>
                </a:rPr>
                <a:t>33</a:t>
              </a:r>
              <a:endParaRPr sz="1800">
                <a:latin typeface="Lexend"/>
                <a:ea typeface="Lexend"/>
                <a:cs typeface="Lexend"/>
                <a:sym typeface="Lexend"/>
              </a:endParaRPr>
            </a:p>
          </p:txBody>
        </p:sp>
        <p:sp>
          <p:nvSpPr>
            <p:cNvPr id="2273" name="Google Shape;2273;p100"/>
            <p:cNvSpPr txBox="1"/>
            <p:nvPr/>
          </p:nvSpPr>
          <p:spPr>
            <a:xfrm>
              <a:off x="4885901" y="2729095"/>
              <a:ext cx="723300" cy="2211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Clr>
                  <a:srgbClr val="000000"/>
                </a:buClr>
                <a:buSzPts val="1100"/>
                <a:buFont typeface="Arial"/>
                <a:buNone/>
              </a:pPr>
              <a:r>
                <a:rPr lang="en-GB" sz="1800">
                  <a:latin typeface="Lexend"/>
                  <a:ea typeface="Lexend"/>
                  <a:cs typeface="Lexend"/>
                  <a:sym typeface="Lexend"/>
                </a:rPr>
                <a:t>28</a:t>
              </a:r>
              <a:endParaRPr sz="1800">
                <a:latin typeface="Lexend"/>
                <a:ea typeface="Lexend"/>
                <a:cs typeface="Lexend"/>
                <a:sym typeface="Lexend"/>
              </a:endParaRPr>
            </a:p>
          </p:txBody>
        </p:sp>
        <p:cxnSp>
          <p:nvCxnSpPr>
            <p:cNvPr id="2274" name="Google Shape;2274;p100"/>
            <p:cNvCxnSpPr/>
            <p:nvPr/>
          </p:nvCxnSpPr>
          <p:spPr>
            <a:xfrm>
              <a:off x="5004101" y="2953112"/>
              <a:ext cx="486900" cy="0"/>
            </a:xfrm>
            <a:prstGeom prst="straightConnector1">
              <a:avLst/>
            </a:prstGeom>
            <a:noFill/>
            <a:ln cap="flat" cmpd="sng" w="19050">
              <a:solidFill>
                <a:srgbClr val="000000"/>
              </a:solidFill>
              <a:prstDash val="solid"/>
              <a:round/>
              <a:headEnd len="med" w="med" type="none"/>
              <a:tailEnd len="med" w="med" type="none"/>
            </a:ln>
          </p:spPr>
        </p:cxnSp>
      </p:grpSp>
      <p:sp>
        <p:nvSpPr>
          <p:cNvPr id="2275" name="Google Shape;2275;p100"/>
          <p:cNvSpPr txBox="1"/>
          <p:nvPr/>
        </p:nvSpPr>
        <p:spPr>
          <a:xfrm>
            <a:off x="464400" y="2892674"/>
            <a:ext cx="1171200" cy="2187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i="1" lang="en-GB" sz="2200">
                <a:solidFill>
                  <a:srgbClr val="000000"/>
                </a:solidFill>
                <a:latin typeface="Times New Roman"/>
                <a:ea typeface="Times New Roman"/>
                <a:cs typeface="Times New Roman"/>
                <a:sym typeface="Times New Roman"/>
              </a:rPr>
              <a:t>a</a:t>
            </a:r>
            <a:r>
              <a:rPr lang="en-GB" sz="1800">
                <a:solidFill>
                  <a:srgbClr val="000000"/>
                </a:solidFill>
                <a:latin typeface="Times New Roman"/>
                <a:ea typeface="Times New Roman"/>
                <a:cs typeface="Times New Roman"/>
                <a:sym typeface="Times New Roman"/>
              </a:rPr>
              <a:t>° = </a:t>
            </a:r>
            <a:r>
              <a:rPr lang="en-GB" sz="2200">
                <a:latin typeface="Times New Roman"/>
                <a:ea typeface="Times New Roman"/>
                <a:cs typeface="Times New Roman"/>
                <a:sym typeface="Times New Roman"/>
              </a:rPr>
              <a:t>cos</a:t>
            </a:r>
            <a:r>
              <a:rPr baseline="30000" lang="en-GB" sz="2200">
                <a:solidFill>
                  <a:srgbClr val="000000"/>
                </a:solidFill>
                <a:latin typeface="Times New Roman"/>
                <a:ea typeface="Times New Roman"/>
                <a:cs typeface="Times New Roman"/>
                <a:sym typeface="Times New Roman"/>
              </a:rPr>
              <a:t>-1</a:t>
            </a:r>
            <a:r>
              <a:rPr lang="en-GB" sz="3000">
                <a:solidFill>
                  <a:srgbClr val="000000"/>
                </a:solidFill>
                <a:latin typeface="Times New Roman"/>
                <a:ea typeface="Times New Roman"/>
                <a:cs typeface="Times New Roman"/>
                <a:sym typeface="Times New Roman"/>
              </a:rPr>
              <a:t>(</a:t>
            </a:r>
            <a:endParaRPr sz="3000">
              <a:solidFill>
                <a:srgbClr val="000000"/>
              </a:solidFill>
              <a:latin typeface="Times New Roman"/>
              <a:ea typeface="Times New Roman"/>
              <a:cs typeface="Times New Roman"/>
              <a:sym typeface="Times New Roman"/>
            </a:endParaRPr>
          </a:p>
        </p:txBody>
      </p:sp>
      <p:sp>
        <p:nvSpPr>
          <p:cNvPr id="2276" name="Google Shape;2276;p100"/>
          <p:cNvSpPr txBox="1"/>
          <p:nvPr/>
        </p:nvSpPr>
        <p:spPr>
          <a:xfrm>
            <a:off x="1936605" y="2892674"/>
            <a:ext cx="221700" cy="2187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lang="en-GB" sz="3000">
                <a:solidFill>
                  <a:srgbClr val="000000"/>
                </a:solidFill>
                <a:latin typeface="Times New Roman"/>
                <a:ea typeface="Times New Roman"/>
                <a:cs typeface="Times New Roman"/>
                <a:sym typeface="Times New Roman"/>
              </a:rPr>
              <a:t>)</a:t>
            </a:r>
            <a:endParaRPr sz="3000">
              <a:solidFill>
                <a:srgbClr val="000000"/>
              </a:solidFill>
              <a:latin typeface="Times New Roman"/>
              <a:ea typeface="Times New Roman"/>
              <a:cs typeface="Times New Roman"/>
              <a:sym typeface="Times New Roman"/>
            </a:endParaRPr>
          </a:p>
        </p:txBody>
      </p:sp>
      <p:sp>
        <p:nvSpPr>
          <p:cNvPr id="2277" name="Google Shape;2277;p100"/>
          <p:cNvSpPr/>
          <p:nvPr/>
        </p:nvSpPr>
        <p:spPr>
          <a:xfrm>
            <a:off x="2389150" y="2834949"/>
            <a:ext cx="714600" cy="407100"/>
          </a:xfrm>
          <a:prstGeom prst="rect">
            <a:avLst/>
          </a:prstGeom>
          <a:noFill/>
          <a:ln cap="flat" cmpd="sng" w="28575">
            <a:solidFill>
              <a:srgbClr val="D02AA7"/>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sp>
        <p:nvSpPr>
          <p:cNvPr id="2278" name="Google Shape;2278;p100"/>
          <p:cNvSpPr txBox="1"/>
          <p:nvPr/>
        </p:nvSpPr>
        <p:spPr>
          <a:xfrm flipH="1">
            <a:off x="3500375" y="1093937"/>
            <a:ext cx="885900" cy="2187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lang="en-GB" sz="1800">
                <a:latin typeface="Lexend"/>
                <a:ea typeface="Lexend"/>
                <a:cs typeface="Lexend"/>
                <a:sym typeface="Lexend"/>
              </a:rPr>
              <a:t>71 cm</a:t>
            </a:r>
            <a:endParaRPr sz="1800">
              <a:solidFill>
                <a:srgbClr val="000000"/>
              </a:solidFill>
              <a:latin typeface="Lexend"/>
              <a:ea typeface="Lexend"/>
              <a:cs typeface="Lexend"/>
              <a:sym typeface="Lexend"/>
            </a:endParaRPr>
          </a:p>
        </p:txBody>
      </p:sp>
      <p:sp>
        <p:nvSpPr>
          <p:cNvPr id="2279" name="Google Shape;2279;p100"/>
          <p:cNvSpPr txBox="1"/>
          <p:nvPr/>
        </p:nvSpPr>
        <p:spPr>
          <a:xfrm flipH="1">
            <a:off x="5045470" y="1327650"/>
            <a:ext cx="714600" cy="2187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lang="en-GB" sz="1800">
                <a:latin typeface="Lexend"/>
                <a:ea typeface="Lexend"/>
                <a:cs typeface="Lexend"/>
                <a:sym typeface="Lexend"/>
              </a:rPr>
              <a:t>28 cm</a:t>
            </a:r>
            <a:endParaRPr sz="1800">
              <a:solidFill>
                <a:srgbClr val="000000"/>
              </a:solidFill>
              <a:latin typeface="Lexend"/>
              <a:ea typeface="Lexend"/>
              <a:cs typeface="Lexend"/>
              <a:sym typeface="Lexend"/>
            </a:endParaRPr>
          </a:p>
        </p:txBody>
      </p:sp>
      <p:sp>
        <p:nvSpPr>
          <p:cNvPr id="2280" name="Google Shape;2280;p100"/>
          <p:cNvSpPr/>
          <p:nvPr/>
        </p:nvSpPr>
        <p:spPr>
          <a:xfrm>
            <a:off x="4700470" y="1596821"/>
            <a:ext cx="153000" cy="153000"/>
          </a:xfrm>
          <a:prstGeom prst="rect">
            <a:avLst/>
          </a:prstGeom>
          <a:noFill/>
          <a:ln cap="flat" cmpd="sng" w="28575">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sp>
        <p:nvSpPr>
          <p:cNvPr id="2281" name="Google Shape;2281;p100"/>
          <p:cNvSpPr txBox="1"/>
          <p:nvPr/>
        </p:nvSpPr>
        <p:spPr>
          <a:xfrm flipH="1">
            <a:off x="1408782" y="1570825"/>
            <a:ext cx="324000" cy="1791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Clr>
                <a:srgbClr val="000000"/>
              </a:buClr>
              <a:buSzPts val="1100"/>
              <a:buFont typeface="Arial"/>
              <a:buNone/>
            </a:pPr>
            <a:r>
              <a:rPr i="1" lang="en-GB" sz="2200">
                <a:solidFill>
                  <a:srgbClr val="000000"/>
                </a:solidFill>
                <a:latin typeface="Times New Roman"/>
                <a:ea typeface="Times New Roman"/>
                <a:cs typeface="Times New Roman"/>
                <a:sym typeface="Times New Roman"/>
              </a:rPr>
              <a:t>a</a:t>
            </a:r>
            <a:r>
              <a:rPr lang="en-GB" sz="1800">
                <a:solidFill>
                  <a:srgbClr val="000000"/>
                </a:solidFill>
                <a:latin typeface="Lexend"/>
                <a:ea typeface="Lexend"/>
                <a:cs typeface="Lexend"/>
                <a:sym typeface="Lexend"/>
              </a:rPr>
              <a:t>°</a:t>
            </a:r>
            <a:endParaRPr sz="1800">
              <a:latin typeface="Lexend"/>
              <a:ea typeface="Lexend"/>
              <a:cs typeface="Lexend"/>
              <a:sym typeface="Lexend"/>
            </a:endParaRPr>
          </a:p>
        </p:txBody>
      </p:sp>
      <p:sp>
        <p:nvSpPr>
          <p:cNvPr id="2282" name="Google Shape;2282;p100"/>
          <p:cNvSpPr/>
          <p:nvPr/>
        </p:nvSpPr>
        <p:spPr>
          <a:xfrm rot="10800000">
            <a:off x="4451591" y="721970"/>
            <a:ext cx="810300" cy="810300"/>
          </a:xfrm>
          <a:prstGeom prst="arc">
            <a:avLst>
              <a:gd fmla="val 16177816" name="adj1"/>
              <a:gd fmla="val 19918225" name="adj2"/>
            </a:avLst>
          </a:prstGeom>
          <a:solidFill>
            <a:srgbClr val="F3EEFB"/>
          </a:solidFill>
          <a:ln cap="flat" cmpd="sng" w="2857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sp>
        <p:nvSpPr>
          <p:cNvPr id="2283" name="Google Shape;2283;p100"/>
          <p:cNvSpPr txBox="1"/>
          <p:nvPr/>
        </p:nvSpPr>
        <p:spPr>
          <a:xfrm flipH="1">
            <a:off x="4575923" y="1249870"/>
            <a:ext cx="324000" cy="1791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Clr>
                <a:srgbClr val="000000"/>
              </a:buClr>
              <a:buSzPts val="1100"/>
              <a:buFont typeface="Arial"/>
              <a:buNone/>
            </a:pPr>
            <a:r>
              <a:rPr i="1" lang="en-GB" sz="2200">
                <a:solidFill>
                  <a:srgbClr val="000000"/>
                </a:solidFill>
                <a:latin typeface="Times New Roman"/>
                <a:ea typeface="Times New Roman"/>
                <a:cs typeface="Times New Roman"/>
                <a:sym typeface="Times New Roman"/>
              </a:rPr>
              <a:t>b</a:t>
            </a:r>
            <a:r>
              <a:rPr lang="en-GB" sz="1800">
                <a:solidFill>
                  <a:srgbClr val="000000"/>
                </a:solidFill>
                <a:latin typeface="Lexend"/>
                <a:ea typeface="Lexend"/>
                <a:cs typeface="Lexend"/>
                <a:sym typeface="Lexend"/>
              </a:rPr>
              <a:t>°</a:t>
            </a:r>
            <a:endParaRPr sz="1800">
              <a:latin typeface="Lexend"/>
              <a:ea typeface="Lexend"/>
              <a:cs typeface="Lexend"/>
              <a:sym typeface="Lexend"/>
            </a:endParaRPr>
          </a:p>
        </p:txBody>
      </p:sp>
      <p:grpSp>
        <p:nvGrpSpPr>
          <p:cNvPr id="2284" name="Google Shape;2284;p100"/>
          <p:cNvGrpSpPr/>
          <p:nvPr/>
        </p:nvGrpSpPr>
        <p:grpSpPr>
          <a:xfrm>
            <a:off x="3570778" y="1031230"/>
            <a:ext cx="1290596" cy="719745"/>
            <a:chOff x="-2082328" y="1227614"/>
            <a:chExt cx="1021203" cy="1896561"/>
          </a:xfrm>
        </p:grpSpPr>
        <p:sp>
          <p:nvSpPr>
            <p:cNvPr id="2285" name="Google Shape;2285;p100"/>
            <p:cNvSpPr/>
            <p:nvPr/>
          </p:nvSpPr>
          <p:spPr>
            <a:xfrm rot="-5400000">
              <a:off x="-2375725" y="1809575"/>
              <a:ext cx="1668300" cy="960900"/>
            </a:xfrm>
            <a:prstGeom prst="rtTriangle">
              <a:avLst/>
            </a:prstGeom>
            <a:noFill/>
            <a:ln cap="flat" cmpd="sng" w="28575">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cxnSp>
          <p:nvCxnSpPr>
            <p:cNvPr id="2286" name="Google Shape;2286;p100"/>
            <p:cNvCxnSpPr/>
            <p:nvPr/>
          </p:nvCxnSpPr>
          <p:spPr>
            <a:xfrm flipH="1">
              <a:off x="-2082328" y="1227614"/>
              <a:ext cx="960900" cy="1668300"/>
            </a:xfrm>
            <a:prstGeom prst="straightConnector1">
              <a:avLst/>
            </a:prstGeom>
            <a:noFill/>
            <a:ln cap="flat" cmpd="sng" w="28575">
              <a:solidFill>
                <a:schemeClr val="accent5"/>
              </a:solidFill>
              <a:prstDash val="solid"/>
              <a:round/>
              <a:headEnd len="med" w="med" type="triangle"/>
              <a:tailEnd len="med" w="med" type="triangle"/>
            </a:ln>
          </p:spPr>
        </p:cxnSp>
      </p:grpSp>
      <p:sp>
        <p:nvSpPr>
          <p:cNvPr id="2287" name="Google Shape;2287;p100"/>
          <p:cNvSpPr txBox="1"/>
          <p:nvPr/>
        </p:nvSpPr>
        <p:spPr>
          <a:xfrm>
            <a:off x="4985150" y="2921624"/>
            <a:ext cx="153000" cy="218700"/>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None/>
            </a:pPr>
            <a:r>
              <a:rPr lang="en-GB" sz="1800">
                <a:solidFill>
                  <a:srgbClr val="000000"/>
                </a:solidFill>
                <a:latin typeface="Lexend"/>
                <a:ea typeface="Lexend"/>
                <a:cs typeface="Lexend"/>
                <a:sym typeface="Lexend"/>
              </a:rPr>
              <a:t>= </a:t>
            </a:r>
            <a:endParaRPr sz="3000">
              <a:solidFill>
                <a:srgbClr val="000000"/>
              </a:solidFill>
              <a:latin typeface="Lexend"/>
              <a:ea typeface="Lexend"/>
              <a:cs typeface="Lexend"/>
              <a:sym typeface="Lexend"/>
            </a:endParaRPr>
          </a:p>
        </p:txBody>
      </p:sp>
      <p:sp>
        <p:nvSpPr>
          <p:cNvPr id="2288" name="Google Shape;2288;p100"/>
          <p:cNvSpPr txBox="1"/>
          <p:nvPr/>
        </p:nvSpPr>
        <p:spPr>
          <a:xfrm>
            <a:off x="3337728" y="2251313"/>
            <a:ext cx="1085700" cy="2187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lang="en-GB" sz="2200">
                <a:latin typeface="Times New Roman"/>
                <a:ea typeface="Times New Roman"/>
                <a:cs typeface="Times New Roman"/>
                <a:sym typeface="Times New Roman"/>
              </a:rPr>
              <a:t>cos</a:t>
            </a:r>
            <a:r>
              <a:rPr lang="en-GB" sz="1800">
                <a:solidFill>
                  <a:srgbClr val="000000"/>
                </a:solidFill>
                <a:latin typeface="Lexend"/>
                <a:ea typeface="Lexend"/>
                <a:cs typeface="Lexend"/>
                <a:sym typeface="Lexend"/>
              </a:rPr>
              <a:t>(</a:t>
            </a:r>
            <a:r>
              <a:rPr i="1" lang="en-GB" sz="2200">
                <a:solidFill>
                  <a:srgbClr val="000000"/>
                </a:solidFill>
                <a:latin typeface="Times New Roman"/>
                <a:ea typeface="Times New Roman"/>
                <a:cs typeface="Times New Roman"/>
                <a:sym typeface="Times New Roman"/>
              </a:rPr>
              <a:t>b</a:t>
            </a:r>
            <a:r>
              <a:rPr lang="en-GB" sz="1800">
                <a:solidFill>
                  <a:srgbClr val="000000"/>
                </a:solidFill>
                <a:latin typeface="Lexend"/>
                <a:ea typeface="Lexend"/>
                <a:cs typeface="Lexend"/>
                <a:sym typeface="Lexend"/>
              </a:rPr>
              <a:t>°) = </a:t>
            </a:r>
            <a:endParaRPr sz="1800">
              <a:solidFill>
                <a:srgbClr val="000000"/>
              </a:solidFill>
              <a:latin typeface="Lexend"/>
              <a:ea typeface="Lexend"/>
              <a:cs typeface="Lexend"/>
              <a:sym typeface="Lexend"/>
            </a:endParaRPr>
          </a:p>
        </p:txBody>
      </p:sp>
      <p:grpSp>
        <p:nvGrpSpPr>
          <p:cNvPr id="2289" name="Google Shape;2289;p100"/>
          <p:cNvGrpSpPr/>
          <p:nvPr/>
        </p:nvGrpSpPr>
        <p:grpSpPr>
          <a:xfrm>
            <a:off x="4388274" y="2173141"/>
            <a:ext cx="394488" cy="448000"/>
            <a:chOff x="4885901" y="2729095"/>
            <a:chExt cx="723300" cy="448000"/>
          </a:xfrm>
        </p:grpSpPr>
        <p:sp>
          <p:nvSpPr>
            <p:cNvPr id="2290" name="Google Shape;2290;p100"/>
            <p:cNvSpPr txBox="1"/>
            <p:nvPr/>
          </p:nvSpPr>
          <p:spPr>
            <a:xfrm>
              <a:off x="4885901" y="2955995"/>
              <a:ext cx="723300" cy="2211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Clr>
                  <a:srgbClr val="000000"/>
                </a:buClr>
                <a:buSzPts val="1100"/>
                <a:buFont typeface="Arial"/>
                <a:buNone/>
              </a:pPr>
              <a:r>
                <a:rPr lang="en-GB" sz="1800">
                  <a:latin typeface="Lexend"/>
                  <a:ea typeface="Lexend"/>
                  <a:cs typeface="Lexend"/>
                  <a:sym typeface="Lexend"/>
                </a:rPr>
                <a:t> </a:t>
              </a:r>
              <a:endParaRPr sz="1800">
                <a:latin typeface="Lexend"/>
                <a:ea typeface="Lexend"/>
                <a:cs typeface="Lexend"/>
                <a:sym typeface="Lexend"/>
              </a:endParaRPr>
            </a:p>
          </p:txBody>
        </p:sp>
        <p:sp>
          <p:nvSpPr>
            <p:cNvPr id="2291" name="Google Shape;2291;p100"/>
            <p:cNvSpPr txBox="1"/>
            <p:nvPr/>
          </p:nvSpPr>
          <p:spPr>
            <a:xfrm>
              <a:off x="4885901" y="2729095"/>
              <a:ext cx="723300" cy="2211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Clr>
                  <a:srgbClr val="000000"/>
                </a:buClr>
                <a:buSzPts val="1100"/>
                <a:buFont typeface="Arial"/>
                <a:buNone/>
              </a:pPr>
              <a:r>
                <a:rPr lang="en-GB" sz="1800">
                  <a:latin typeface="Lexend"/>
                  <a:ea typeface="Lexend"/>
                  <a:cs typeface="Lexend"/>
                  <a:sym typeface="Lexend"/>
                </a:rPr>
                <a:t> </a:t>
              </a:r>
              <a:endParaRPr sz="1800">
                <a:latin typeface="Lexend"/>
                <a:ea typeface="Lexend"/>
                <a:cs typeface="Lexend"/>
                <a:sym typeface="Lexend"/>
              </a:endParaRPr>
            </a:p>
          </p:txBody>
        </p:sp>
        <p:cxnSp>
          <p:nvCxnSpPr>
            <p:cNvPr id="2292" name="Google Shape;2292;p100"/>
            <p:cNvCxnSpPr/>
            <p:nvPr/>
          </p:nvCxnSpPr>
          <p:spPr>
            <a:xfrm>
              <a:off x="5004101" y="2953112"/>
              <a:ext cx="486900" cy="0"/>
            </a:xfrm>
            <a:prstGeom prst="straightConnector1">
              <a:avLst/>
            </a:prstGeom>
            <a:noFill/>
            <a:ln cap="flat" cmpd="sng" w="19050">
              <a:solidFill>
                <a:srgbClr val="000000"/>
              </a:solidFill>
              <a:prstDash val="solid"/>
              <a:round/>
              <a:headEnd len="med" w="med" type="none"/>
              <a:tailEnd len="med" w="med" type="none"/>
            </a:ln>
          </p:spPr>
        </p:cxnSp>
      </p:grpSp>
      <p:grpSp>
        <p:nvGrpSpPr>
          <p:cNvPr id="2293" name="Google Shape;2293;p100"/>
          <p:cNvGrpSpPr/>
          <p:nvPr/>
        </p:nvGrpSpPr>
        <p:grpSpPr>
          <a:xfrm>
            <a:off x="4388274" y="2814491"/>
            <a:ext cx="394488" cy="448000"/>
            <a:chOff x="4885901" y="2729095"/>
            <a:chExt cx="723300" cy="448000"/>
          </a:xfrm>
        </p:grpSpPr>
        <p:sp>
          <p:nvSpPr>
            <p:cNvPr id="2294" name="Google Shape;2294;p100"/>
            <p:cNvSpPr txBox="1"/>
            <p:nvPr/>
          </p:nvSpPr>
          <p:spPr>
            <a:xfrm>
              <a:off x="4885901" y="2955995"/>
              <a:ext cx="723300" cy="2211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Clr>
                  <a:srgbClr val="000000"/>
                </a:buClr>
                <a:buSzPts val="1100"/>
                <a:buFont typeface="Arial"/>
                <a:buNone/>
              </a:pPr>
              <a:r>
                <a:rPr lang="en-GB" sz="1800">
                  <a:latin typeface="Lexend"/>
                  <a:ea typeface="Lexend"/>
                  <a:cs typeface="Lexend"/>
                  <a:sym typeface="Lexend"/>
                </a:rPr>
                <a:t> </a:t>
              </a:r>
              <a:endParaRPr sz="1800">
                <a:latin typeface="Lexend"/>
                <a:ea typeface="Lexend"/>
                <a:cs typeface="Lexend"/>
                <a:sym typeface="Lexend"/>
              </a:endParaRPr>
            </a:p>
          </p:txBody>
        </p:sp>
        <p:sp>
          <p:nvSpPr>
            <p:cNvPr id="2295" name="Google Shape;2295;p100"/>
            <p:cNvSpPr txBox="1"/>
            <p:nvPr/>
          </p:nvSpPr>
          <p:spPr>
            <a:xfrm>
              <a:off x="4885901" y="2729095"/>
              <a:ext cx="723300" cy="2211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Clr>
                  <a:srgbClr val="000000"/>
                </a:buClr>
                <a:buSzPts val="1100"/>
                <a:buFont typeface="Arial"/>
                <a:buNone/>
              </a:pPr>
              <a:r>
                <a:rPr lang="en-GB" sz="1800">
                  <a:latin typeface="Lexend"/>
                  <a:ea typeface="Lexend"/>
                  <a:cs typeface="Lexend"/>
                  <a:sym typeface="Lexend"/>
                </a:rPr>
                <a:t> </a:t>
              </a:r>
              <a:endParaRPr sz="1800">
                <a:latin typeface="Lexend"/>
                <a:ea typeface="Lexend"/>
                <a:cs typeface="Lexend"/>
                <a:sym typeface="Lexend"/>
              </a:endParaRPr>
            </a:p>
          </p:txBody>
        </p:sp>
        <p:cxnSp>
          <p:nvCxnSpPr>
            <p:cNvPr id="2296" name="Google Shape;2296;p100"/>
            <p:cNvCxnSpPr/>
            <p:nvPr/>
          </p:nvCxnSpPr>
          <p:spPr>
            <a:xfrm>
              <a:off x="5004101" y="2953112"/>
              <a:ext cx="486900" cy="0"/>
            </a:xfrm>
            <a:prstGeom prst="straightConnector1">
              <a:avLst/>
            </a:prstGeom>
            <a:noFill/>
            <a:ln cap="flat" cmpd="sng" w="19050">
              <a:solidFill>
                <a:srgbClr val="000000"/>
              </a:solidFill>
              <a:prstDash val="solid"/>
              <a:round/>
              <a:headEnd len="med" w="med" type="none"/>
              <a:tailEnd len="med" w="med" type="none"/>
            </a:ln>
          </p:spPr>
        </p:cxnSp>
      </p:grpSp>
      <p:sp>
        <p:nvSpPr>
          <p:cNvPr id="2297" name="Google Shape;2297;p100"/>
          <p:cNvSpPr txBox="1"/>
          <p:nvPr/>
        </p:nvSpPr>
        <p:spPr>
          <a:xfrm>
            <a:off x="3252325" y="2892674"/>
            <a:ext cx="1171200" cy="2187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i="1" lang="en-GB" sz="2200">
                <a:solidFill>
                  <a:srgbClr val="000000"/>
                </a:solidFill>
                <a:latin typeface="Times New Roman"/>
                <a:ea typeface="Times New Roman"/>
                <a:cs typeface="Times New Roman"/>
                <a:sym typeface="Times New Roman"/>
              </a:rPr>
              <a:t>b</a:t>
            </a:r>
            <a:r>
              <a:rPr lang="en-GB" sz="1800">
                <a:solidFill>
                  <a:srgbClr val="000000"/>
                </a:solidFill>
                <a:latin typeface="Times New Roman"/>
                <a:ea typeface="Times New Roman"/>
                <a:cs typeface="Times New Roman"/>
                <a:sym typeface="Times New Roman"/>
              </a:rPr>
              <a:t>° = </a:t>
            </a:r>
            <a:r>
              <a:rPr lang="en-GB" sz="2200">
                <a:latin typeface="Times New Roman"/>
                <a:ea typeface="Times New Roman"/>
                <a:cs typeface="Times New Roman"/>
                <a:sym typeface="Times New Roman"/>
              </a:rPr>
              <a:t>cos</a:t>
            </a:r>
            <a:r>
              <a:rPr baseline="30000" lang="en-GB" sz="2200">
                <a:solidFill>
                  <a:srgbClr val="000000"/>
                </a:solidFill>
                <a:latin typeface="Times New Roman"/>
                <a:ea typeface="Times New Roman"/>
                <a:cs typeface="Times New Roman"/>
                <a:sym typeface="Times New Roman"/>
              </a:rPr>
              <a:t>-1</a:t>
            </a:r>
            <a:r>
              <a:rPr lang="en-GB" sz="3000">
                <a:solidFill>
                  <a:srgbClr val="000000"/>
                </a:solidFill>
                <a:latin typeface="Times New Roman"/>
                <a:ea typeface="Times New Roman"/>
                <a:cs typeface="Times New Roman"/>
                <a:sym typeface="Times New Roman"/>
              </a:rPr>
              <a:t>(</a:t>
            </a:r>
            <a:endParaRPr sz="3000">
              <a:solidFill>
                <a:srgbClr val="000000"/>
              </a:solidFill>
              <a:latin typeface="Times New Roman"/>
              <a:ea typeface="Times New Roman"/>
              <a:cs typeface="Times New Roman"/>
              <a:sym typeface="Times New Roman"/>
            </a:endParaRPr>
          </a:p>
        </p:txBody>
      </p:sp>
      <p:sp>
        <p:nvSpPr>
          <p:cNvPr id="2298" name="Google Shape;2298;p100"/>
          <p:cNvSpPr txBox="1"/>
          <p:nvPr/>
        </p:nvSpPr>
        <p:spPr>
          <a:xfrm>
            <a:off x="4724530" y="2892674"/>
            <a:ext cx="221700" cy="2187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lang="en-GB" sz="3000">
                <a:solidFill>
                  <a:srgbClr val="000000"/>
                </a:solidFill>
                <a:latin typeface="Times New Roman"/>
                <a:ea typeface="Times New Roman"/>
                <a:cs typeface="Times New Roman"/>
                <a:sym typeface="Times New Roman"/>
              </a:rPr>
              <a:t>)</a:t>
            </a:r>
            <a:endParaRPr sz="3000">
              <a:solidFill>
                <a:srgbClr val="000000"/>
              </a:solidFill>
              <a:latin typeface="Times New Roman"/>
              <a:ea typeface="Times New Roman"/>
              <a:cs typeface="Times New Roman"/>
              <a:sym typeface="Times New Roman"/>
            </a:endParaRPr>
          </a:p>
        </p:txBody>
      </p:sp>
      <p:sp>
        <p:nvSpPr>
          <p:cNvPr id="2299" name="Google Shape;2299;p100"/>
          <p:cNvSpPr/>
          <p:nvPr/>
        </p:nvSpPr>
        <p:spPr>
          <a:xfrm>
            <a:off x="5177075" y="2834949"/>
            <a:ext cx="714600" cy="407100"/>
          </a:xfrm>
          <a:prstGeom prst="rect">
            <a:avLst/>
          </a:prstGeom>
          <a:noFill/>
          <a:ln cap="flat" cmpd="sng" w="28575">
            <a:solidFill>
              <a:srgbClr val="D02AA7"/>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grpSp>
        <p:nvGrpSpPr>
          <p:cNvPr id="2300" name="Google Shape;2300;p100"/>
          <p:cNvGrpSpPr/>
          <p:nvPr/>
        </p:nvGrpSpPr>
        <p:grpSpPr>
          <a:xfrm>
            <a:off x="6618803" y="1384001"/>
            <a:ext cx="1290596" cy="719745"/>
            <a:chOff x="-2082328" y="1227614"/>
            <a:chExt cx="1021203" cy="1896561"/>
          </a:xfrm>
        </p:grpSpPr>
        <p:sp>
          <p:nvSpPr>
            <p:cNvPr id="2301" name="Google Shape;2301;p100"/>
            <p:cNvSpPr/>
            <p:nvPr/>
          </p:nvSpPr>
          <p:spPr>
            <a:xfrm rot="-5400000">
              <a:off x="-2375725" y="1809575"/>
              <a:ext cx="1668300" cy="960900"/>
            </a:xfrm>
            <a:prstGeom prst="rtTriangle">
              <a:avLst/>
            </a:prstGeom>
            <a:noFill/>
            <a:ln cap="flat" cmpd="sng" w="28575">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cxnSp>
          <p:nvCxnSpPr>
            <p:cNvPr id="2302" name="Google Shape;2302;p100"/>
            <p:cNvCxnSpPr/>
            <p:nvPr/>
          </p:nvCxnSpPr>
          <p:spPr>
            <a:xfrm flipH="1">
              <a:off x="-2082328" y="1227614"/>
              <a:ext cx="960900" cy="1668300"/>
            </a:xfrm>
            <a:prstGeom prst="straightConnector1">
              <a:avLst/>
            </a:prstGeom>
            <a:noFill/>
            <a:ln cap="flat" cmpd="sng" w="28575">
              <a:solidFill>
                <a:schemeClr val="accent5"/>
              </a:solidFill>
              <a:prstDash val="solid"/>
              <a:round/>
              <a:headEnd len="med" w="med" type="triangle"/>
              <a:tailEnd len="med" w="med" type="triangle"/>
            </a:ln>
          </p:spPr>
        </p:cxnSp>
      </p:grpSp>
      <p:sp>
        <p:nvSpPr>
          <p:cNvPr id="2303" name="Google Shape;2303;p100"/>
          <p:cNvSpPr/>
          <p:nvPr/>
        </p:nvSpPr>
        <p:spPr>
          <a:xfrm>
            <a:off x="7756242" y="1950876"/>
            <a:ext cx="153000" cy="153000"/>
          </a:xfrm>
          <a:prstGeom prst="rect">
            <a:avLst/>
          </a:prstGeom>
          <a:noFill/>
          <a:ln cap="flat" cmpd="sng" w="28575">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sp>
        <p:nvSpPr>
          <p:cNvPr id="2304" name="Google Shape;2304;p100"/>
          <p:cNvSpPr txBox="1"/>
          <p:nvPr/>
        </p:nvSpPr>
        <p:spPr>
          <a:xfrm flipH="1">
            <a:off x="6586963" y="1426443"/>
            <a:ext cx="885900" cy="2187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lang="en-GB" sz="1800">
                <a:latin typeface="Lexend"/>
                <a:ea typeface="Lexend"/>
                <a:cs typeface="Lexend"/>
                <a:sym typeface="Lexend"/>
              </a:rPr>
              <a:t>1 cm</a:t>
            </a:r>
            <a:endParaRPr sz="1800">
              <a:solidFill>
                <a:srgbClr val="000000"/>
              </a:solidFill>
              <a:latin typeface="Lexend"/>
              <a:ea typeface="Lexend"/>
              <a:cs typeface="Lexend"/>
              <a:sym typeface="Lexend"/>
            </a:endParaRPr>
          </a:p>
        </p:txBody>
      </p:sp>
      <p:sp>
        <p:nvSpPr>
          <p:cNvPr id="2305" name="Google Shape;2305;p100"/>
          <p:cNvSpPr txBox="1"/>
          <p:nvPr/>
        </p:nvSpPr>
        <p:spPr>
          <a:xfrm flipH="1">
            <a:off x="6998094" y="1875625"/>
            <a:ext cx="324000" cy="1791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Clr>
                <a:srgbClr val="000000"/>
              </a:buClr>
              <a:buSzPts val="1100"/>
              <a:buFont typeface="Arial"/>
              <a:buNone/>
            </a:pPr>
            <a:r>
              <a:rPr i="1" lang="en-GB" sz="2200">
                <a:solidFill>
                  <a:srgbClr val="000000"/>
                </a:solidFill>
                <a:latin typeface="Times New Roman"/>
                <a:ea typeface="Times New Roman"/>
                <a:cs typeface="Times New Roman"/>
                <a:sym typeface="Times New Roman"/>
              </a:rPr>
              <a:t>c</a:t>
            </a:r>
            <a:r>
              <a:rPr lang="en-GB" sz="1800">
                <a:solidFill>
                  <a:srgbClr val="000000"/>
                </a:solidFill>
                <a:latin typeface="Lexend"/>
                <a:ea typeface="Lexend"/>
                <a:cs typeface="Lexend"/>
                <a:sym typeface="Lexend"/>
              </a:rPr>
              <a:t>°</a:t>
            </a:r>
            <a:endParaRPr sz="1800">
              <a:latin typeface="Lexend"/>
              <a:ea typeface="Lexend"/>
              <a:cs typeface="Lexend"/>
              <a:sym typeface="Lexend"/>
            </a:endParaRPr>
          </a:p>
        </p:txBody>
      </p:sp>
      <p:sp>
        <p:nvSpPr>
          <p:cNvPr id="2306" name="Google Shape;2306;p100"/>
          <p:cNvSpPr/>
          <p:nvPr/>
        </p:nvSpPr>
        <p:spPr>
          <a:xfrm rot="10800000">
            <a:off x="6058595" y="3443860"/>
            <a:ext cx="1331100" cy="1331400"/>
          </a:xfrm>
          <a:prstGeom prst="arc">
            <a:avLst>
              <a:gd fmla="val 9151910" name="adj1"/>
              <a:gd fmla="val 10809952" name="adj2"/>
            </a:avLst>
          </a:prstGeom>
          <a:solidFill>
            <a:srgbClr val="F3EEFB"/>
          </a:solidFill>
          <a:ln cap="flat" cmpd="sng" w="2857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grpSp>
        <p:nvGrpSpPr>
          <p:cNvPr id="2307" name="Google Shape;2307;p100"/>
          <p:cNvGrpSpPr/>
          <p:nvPr/>
        </p:nvGrpSpPr>
        <p:grpSpPr>
          <a:xfrm>
            <a:off x="6618803" y="3399033"/>
            <a:ext cx="1290596" cy="719745"/>
            <a:chOff x="-2082328" y="1227614"/>
            <a:chExt cx="1021203" cy="1896561"/>
          </a:xfrm>
        </p:grpSpPr>
        <p:sp>
          <p:nvSpPr>
            <p:cNvPr id="2308" name="Google Shape;2308;p100"/>
            <p:cNvSpPr/>
            <p:nvPr/>
          </p:nvSpPr>
          <p:spPr>
            <a:xfrm rot="-5400000">
              <a:off x="-2375725" y="1809575"/>
              <a:ext cx="1668300" cy="960900"/>
            </a:xfrm>
            <a:prstGeom prst="rtTriangle">
              <a:avLst/>
            </a:prstGeom>
            <a:noFill/>
            <a:ln cap="flat" cmpd="sng" w="28575">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cxnSp>
          <p:nvCxnSpPr>
            <p:cNvPr id="2309" name="Google Shape;2309;p100"/>
            <p:cNvCxnSpPr/>
            <p:nvPr/>
          </p:nvCxnSpPr>
          <p:spPr>
            <a:xfrm flipH="1">
              <a:off x="-2082328" y="1227614"/>
              <a:ext cx="960900" cy="1668300"/>
            </a:xfrm>
            <a:prstGeom prst="straightConnector1">
              <a:avLst/>
            </a:prstGeom>
            <a:noFill/>
            <a:ln cap="flat" cmpd="sng" w="28575">
              <a:solidFill>
                <a:schemeClr val="accent5"/>
              </a:solidFill>
              <a:prstDash val="solid"/>
              <a:round/>
              <a:headEnd len="med" w="med" type="triangle"/>
              <a:tailEnd len="med" w="med" type="triangle"/>
            </a:ln>
          </p:spPr>
        </p:cxnSp>
      </p:grpSp>
      <p:sp>
        <p:nvSpPr>
          <p:cNvPr id="2310" name="Google Shape;2310;p100"/>
          <p:cNvSpPr/>
          <p:nvPr/>
        </p:nvSpPr>
        <p:spPr>
          <a:xfrm>
            <a:off x="7756242" y="3965908"/>
            <a:ext cx="153000" cy="153000"/>
          </a:xfrm>
          <a:prstGeom prst="rect">
            <a:avLst/>
          </a:prstGeom>
          <a:noFill/>
          <a:ln cap="flat" cmpd="sng" w="28575">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sp>
        <p:nvSpPr>
          <p:cNvPr id="2311" name="Google Shape;2311;p100"/>
          <p:cNvSpPr txBox="1"/>
          <p:nvPr/>
        </p:nvSpPr>
        <p:spPr>
          <a:xfrm flipH="1">
            <a:off x="6559458" y="3441474"/>
            <a:ext cx="885900" cy="2187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lang="en-GB" sz="1800">
                <a:latin typeface="Lexend"/>
                <a:ea typeface="Lexend"/>
                <a:cs typeface="Lexend"/>
                <a:sym typeface="Lexend"/>
              </a:rPr>
              <a:t>0.5 cm</a:t>
            </a:r>
            <a:endParaRPr sz="1800">
              <a:solidFill>
                <a:srgbClr val="000000"/>
              </a:solidFill>
              <a:latin typeface="Lexend"/>
              <a:ea typeface="Lexend"/>
              <a:cs typeface="Lexend"/>
              <a:sym typeface="Lexend"/>
            </a:endParaRPr>
          </a:p>
        </p:txBody>
      </p:sp>
      <p:sp>
        <p:nvSpPr>
          <p:cNvPr id="2312" name="Google Shape;2312;p100"/>
          <p:cNvSpPr txBox="1"/>
          <p:nvPr/>
        </p:nvSpPr>
        <p:spPr>
          <a:xfrm flipH="1">
            <a:off x="7097945" y="3854105"/>
            <a:ext cx="324000" cy="1791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Clr>
                <a:srgbClr val="000000"/>
              </a:buClr>
              <a:buSzPts val="1100"/>
              <a:buFont typeface="Arial"/>
              <a:buNone/>
            </a:pPr>
            <a:r>
              <a:rPr i="1" lang="en-GB" sz="2200">
                <a:solidFill>
                  <a:srgbClr val="000000"/>
                </a:solidFill>
                <a:latin typeface="Times New Roman"/>
                <a:ea typeface="Times New Roman"/>
                <a:cs typeface="Times New Roman"/>
                <a:sym typeface="Times New Roman"/>
              </a:rPr>
              <a:t>f</a:t>
            </a:r>
            <a:r>
              <a:rPr lang="en-GB" sz="1800">
                <a:solidFill>
                  <a:srgbClr val="000000"/>
                </a:solidFill>
                <a:latin typeface="Lexend"/>
                <a:ea typeface="Lexend"/>
                <a:cs typeface="Lexend"/>
                <a:sym typeface="Lexend"/>
              </a:rPr>
              <a:t>°</a:t>
            </a:r>
            <a:endParaRPr sz="1800">
              <a:latin typeface="Lexend"/>
              <a:ea typeface="Lexend"/>
              <a:cs typeface="Lexend"/>
              <a:sym typeface="Lexend"/>
            </a:endParaRPr>
          </a:p>
        </p:txBody>
      </p:sp>
      <p:cxnSp>
        <p:nvCxnSpPr>
          <p:cNvPr id="2313" name="Google Shape;2313;p100"/>
          <p:cNvCxnSpPr/>
          <p:nvPr/>
        </p:nvCxnSpPr>
        <p:spPr>
          <a:xfrm rot="10800000">
            <a:off x="1077650" y="1952925"/>
            <a:ext cx="1251300" cy="0"/>
          </a:xfrm>
          <a:prstGeom prst="straightConnector1">
            <a:avLst/>
          </a:prstGeom>
          <a:noFill/>
          <a:ln cap="flat" cmpd="sng" w="28575">
            <a:solidFill>
              <a:schemeClr val="accent5"/>
            </a:solidFill>
            <a:prstDash val="solid"/>
            <a:round/>
            <a:headEnd len="med" w="med" type="triangle"/>
            <a:tailEnd len="med" w="med" type="triangle"/>
          </a:ln>
        </p:spPr>
      </p:cxnSp>
      <p:sp>
        <p:nvSpPr>
          <p:cNvPr id="2314" name="Google Shape;2314;p100"/>
          <p:cNvSpPr txBox="1"/>
          <p:nvPr/>
        </p:nvSpPr>
        <p:spPr>
          <a:xfrm>
            <a:off x="324000" y="613000"/>
            <a:ext cx="8085900" cy="2772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lang="en-GB" sz="1800">
                <a:latin typeface="Lexend"/>
                <a:ea typeface="Lexend"/>
                <a:cs typeface="Lexend"/>
                <a:sym typeface="Lexend"/>
              </a:rPr>
              <a:t>2) Find </a:t>
            </a:r>
            <a:r>
              <a:rPr lang="en-GB" sz="1800">
                <a:solidFill>
                  <a:srgbClr val="000000"/>
                </a:solidFill>
                <a:latin typeface="Lexend"/>
                <a:ea typeface="Lexend"/>
                <a:cs typeface="Lexend"/>
                <a:sym typeface="Lexend"/>
              </a:rPr>
              <a:t>the size of each angle marked with a letter (1 d.p.)</a:t>
            </a:r>
            <a:endParaRPr sz="1800">
              <a:latin typeface="Lexend"/>
              <a:ea typeface="Lexend"/>
              <a:cs typeface="Lexend"/>
              <a:sym typeface="Lexend"/>
            </a:endParaRPr>
          </a:p>
        </p:txBody>
      </p:sp>
      <p:cxnSp>
        <p:nvCxnSpPr>
          <p:cNvPr id="2315" name="Google Shape;2315;p100"/>
          <p:cNvCxnSpPr/>
          <p:nvPr/>
        </p:nvCxnSpPr>
        <p:spPr>
          <a:xfrm rot="10800000">
            <a:off x="5012583" y="1120509"/>
            <a:ext cx="0" cy="633000"/>
          </a:xfrm>
          <a:prstGeom prst="straightConnector1">
            <a:avLst/>
          </a:prstGeom>
          <a:noFill/>
          <a:ln cap="flat" cmpd="sng" w="28575">
            <a:solidFill>
              <a:schemeClr val="accent5"/>
            </a:solidFill>
            <a:prstDash val="solid"/>
            <a:round/>
            <a:headEnd len="med" w="med" type="triangle"/>
            <a:tailEnd len="med" w="med" type="triangle"/>
          </a:ln>
        </p:spPr>
      </p:cxnSp>
      <p:sp>
        <p:nvSpPr>
          <p:cNvPr id="2316" name="Google Shape;2316;p100"/>
          <p:cNvSpPr txBox="1"/>
          <p:nvPr/>
        </p:nvSpPr>
        <p:spPr>
          <a:xfrm flipH="1">
            <a:off x="6895500" y="2236725"/>
            <a:ext cx="915000" cy="2187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lang="en-GB" sz="1800">
                <a:latin typeface="Lexend"/>
                <a:ea typeface="Lexend"/>
                <a:cs typeface="Lexend"/>
                <a:sym typeface="Lexend"/>
              </a:rPr>
              <a:t>0.87 cm</a:t>
            </a:r>
            <a:endParaRPr sz="1800">
              <a:solidFill>
                <a:srgbClr val="000000"/>
              </a:solidFill>
              <a:latin typeface="Lexend"/>
              <a:ea typeface="Lexend"/>
              <a:cs typeface="Lexend"/>
              <a:sym typeface="Lexend"/>
            </a:endParaRPr>
          </a:p>
        </p:txBody>
      </p:sp>
      <p:cxnSp>
        <p:nvCxnSpPr>
          <p:cNvPr id="2317" name="Google Shape;2317;p100"/>
          <p:cNvCxnSpPr/>
          <p:nvPr/>
        </p:nvCxnSpPr>
        <p:spPr>
          <a:xfrm rot="10800000">
            <a:off x="6690663" y="2235775"/>
            <a:ext cx="1251300" cy="0"/>
          </a:xfrm>
          <a:prstGeom prst="straightConnector1">
            <a:avLst/>
          </a:prstGeom>
          <a:noFill/>
          <a:ln cap="flat" cmpd="sng" w="28575">
            <a:solidFill>
              <a:schemeClr val="accent5"/>
            </a:solidFill>
            <a:prstDash val="solid"/>
            <a:round/>
            <a:headEnd len="med" w="med" type="triangle"/>
            <a:tailEnd len="med" w="med" type="triangle"/>
          </a:ln>
        </p:spPr>
      </p:cxnSp>
      <p:sp>
        <p:nvSpPr>
          <p:cNvPr id="2318" name="Google Shape;2318;p100"/>
          <p:cNvSpPr/>
          <p:nvPr/>
        </p:nvSpPr>
        <p:spPr>
          <a:xfrm>
            <a:off x="1503979" y="4285102"/>
            <a:ext cx="150600" cy="150600"/>
          </a:xfrm>
          <a:prstGeom prst="rect">
            <a:avLst/>
          </a:prstGeom>
          <a:noFill/>
          <a:ln cap="flat" cmpd="sng" w="28575">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sp>
        <p:nvSpPr>
          <p:cNvPr id="2319" name="Google Shape;2319;p100"/>
          <p:cNvSpPr txBox="1"/>
          <p:nvPr/>
        </p:nvSpPr>
        <p:spPr>
          <a:xfrm flipH="1">
            <a:off x="593121" y="3616295"/>
            <a:ext cx="633900" cy="2154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lang="en-GB" sz="1800">
                <a:latin typeface="Lexend"/>
                <a:ea typeface="Lexend"/>
                <a:cs typeface="Lexend"/>
                <a:sym typeface="Lexend"/>
              </a:rPr>
              <a:t>2 cm</a:t>
            </a:r>
            <a:endParaRPr sz="1800">
              <a:solidFill>
                <a:srgbClr val="000000"/>
              </a:solidFill>
              <a:latin typeface="Lexend"/>
              <a:ea typeface="Lexend"/>
              <a:cs typeface="Lexend"/>
              <a:sym typeface="Lexend"/>
            </a:endParaRPr>
          </a:p>
        </p:txBody>
      </p:sp>
      <p:sp>
        <p:nvSpPr>
          <p:cNvPr id="2320" name="Google Shape;2320;p100"/>
          <p:cNvSpPr txBox="1"/>
          <p:nvPr/>
        </p:nvSpPr>
        <p:spPr>
          <a:xfrm flipH="1">
            <a:off x="966139" y="4210003"/>
            <a:ext cx="319200" cy="1764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Clr>
                <a:srgbClr val="000000"/>
              </a:buClr>
              <a:buSzPts val="1100"/>
              <a:buFont typeface="Arial"/>
              <a:buNone/>
            </a:pPr>
            <a:r>
              <a:rPr i="1" lang="en-GB" sz="2200">
                <a:latin typeface="Times New Roman"/>
                <a:ea typeface="Times New Roman"/>
                <a:cs typeface="Times New Roman"/>
                <a:sym typeface="Times New Roman"/>
              </a:rPr>
              <a:t>d</a:t>
            </a:r>
            <a:r>
              <a:rPr lang="en-GB" sz="1800">
                <a:solidFill>
                  <a:srgbClr val="000000"/>
                </a:solidFill>
                <a:latin typeface="Lexend"/>
                <a:ea typeface="Lexend"/>
                <a:cs typeface="Lexend"/>
                <a:sym typeface="Lexend"/>
              </a:rPr>
              <a:t>°</a:t>
            </a:r>
            <a:endParaRPr sz="1800">
              <a:latin typeface="Lexend"/>
              <a:ea typeface="Lexend"/>
              <a:cs typeface="Lexend"/>
              <a:sym typeface="Lexend"/>
            </a:endParaRPr>
          </a:p>
        </p:txBody>
      </p:sp>
      <p:sp>
        <p:nvSpPr>
          <p:cNvPr id="2321" name="Google Shape;2321;p100"/>
          <p:cNvSpPr txBox="1"/>
          <p:nvPr/>
        </p:nvSpPr>
        <p:spPr>
          <a:xfrm flipH="1">
            <a:off x="780298" y="4556158"/>
            <a:ext cx="985500" cy="2187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lang="en-GB" sz="1800">
                <a:latin typeface="Lexend"/>
                <a:ea typeface="Lexend"/>
                <a:cs typeface="Lexend"/>
                <a:sym typeface="Lexend"/>
              </a:rPr>
              <a:t>0.87 cm</a:t>
            </a:r>
            <a:endParaRPr sz="1800">
              <a:solidFill>
                <a:srgbClr val="000000"/>
              </a:solidFill>
              <a:latin typeface="Lexend"/>
              <a:ea typeface="Lexend"/>
              <a:cs typeface="Lexend"/>
              <a:sym typeface="Lexend"/>
            </a:endParaRPr>
          </a:p>
        </p:txBody>
      </p:sp>
      <p:cxnSp>
        <p:nvCxnSpPr>
          <p:cNvPr id="2322" name="Google Shape;2322;p100"/>
          <p:cNvCxnSpPr/>
          <p:nvPr/>
        </p:nvCxnSpPr>
        <p:spPr>
          <a:xfrm rot="10800000">
            <a:off x="844146" y="4525900"/>
            <a:ext cx="810300" cy="0"/>
          </a:xfrm>
          <a:prstGeom prst="straightConnector1">
            <a:avLst/>
          </a:prstGeom>
          <a:noFill/>
          <a:ln cap="flat" cmpd="sng" w="28575">
            <a:solidFill>
              <a:schemeClr val="accent5"/>
            </a:solidFill>
            <a:prstDash val="solid"/>
            <a:round/>
            <a:headEnd len="med" w="med" type="triangle"/>
            <a:tailEnd len="med" w="med" type="triangle"/>
          </a:ln>
        </p:spPr>
      </p:cxnSp>
      <p:sp>
        <p:nvSpPr>
          <p:cNvPr id="2323" name="Google Shape;2323;p100"/>
          <p:cNvSpPr/>
          <p:nvPr/>
        </p:nvSpPr>
        <p:spPr>
          <a:xfrm rot="10800000">
            <a:off x="2611404" y="3691409"/>
            <a:ext cx="1500600" cy="1500900"/>
          </a:xfrm>
          <a:prstGeom prst="arc">
            <a:avLst>
              <a:gd fmla="val 9585297" name="adj1"/>
              <a:gd fmla="val 10809952" name="adj2"/>
            </a:avLst>
          </a:prstGeom>
          <a:solidFill>
            <a:srgbClr val="F3EEFB"/>
          </a:solidFill>
          <a:ln cap="flat" cmpd="sng" w="2857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grpSp>
        <p:nvGrpSpPr>
          <p:cNvPr id="2324" name="Google Shape;2324;p100"/>
          <p:cNvGrpSpPr/>
          <p:nvPr/>
        </p:nvGrpSpPr>
        <p:grpSpPr>
          <a:xfrm>
            <a:off x="3215924" y="3731306"/>
            <a:ext cx="1891166" cy="719745"/>
            <a:chOff x="-2082328" y="1227614"/>
            <a:chExt cx="1021203" cy="1896561"/>
          </a:xfrm>
        </p:grpSpPr>
        <p:sp>
          <p:nvSpPr>
            <p:cNvPr id="2325" name="Google Shape;2325;p100"/>
            <p:cNvSpPr/>
            <p:nvPr/>
          </p:nvSpPr>
          <p:spPr>
            <a:xfrm rot="-5400000">
              <a:off x="-2375725" y="1809575"/>
              <a:ext cx="1668300" cy="960900"/>
            </a:xfrm>
            <a:prstGeom prst="rtTriangle">
              <a:avLst/>
            </a:prstGeom>
            <a:noFill/>
            <a:ln cap="flat" cmpd="sng" w="28575">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cxnSp>
          <p:nvCxnSpPr>
            <p:cNvPr id="2326" name="Google Shape;2326;p100"/>
            <p:cNvCxnSpPr/>
            <p:nvPr/>
          </p:nvCxnSpPr>
          <p:spPr>
            <a:xfrm flipH="1">
              <a:off x="-2082328" y="1227614"/>
              <a:ext cx="960900" cy="1668300"/>
            </a:xfrm>
            <a:prstGeom prst="straightConnector1">
              <a:avLst/>
            </a:prstGeom>
            <a:noFill/>
            <a:ln cap="flat" cmpd="sng" w="28575">
              <a:solidFill>
                <a:schemeClr val="accent5"/>
              </a:solidFill>
              <a:prstDash val="solid"/>
              <a:round/>
              <a:headEnd len="med" w="med" type="triangle"/>
              <a:tailEnd len="med" w="med" type="triangle"/>
            </a:ln>
          </p:spPr>
        </p:cxnSp>
      </p:grpSp>
      <p:sp>
        <p:nvSpPr>
          <p:cNvPr id="2327" name="Google Shape;2327;p100"/>
          <p:cNvSpPr/>
          <p:nvPr/>
        </p:nvSpPr>
        <p:spPr>
          <a:xfrm>
            <a:off x="4952365" y="4298186"/>
            <a:ext cx="153000" cy="153000"/>
          </a:xfrm>
          <a:prstGeom prst="rect">
            <a:avLst/>
          </a:prstGeom>
          <a:noFill/>
          <a:ln cap="flat" cmpd="sng" w="28575">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sp>
        <p:nvSpPr>
          <p:cNvPr id="2328" name="Google Shape;2328;p100"/>
          <p:cNvSpPr txBox="1"/>
          <p:nvPr/>
        </p:nvSpPr>
        <p:spPr>
          <a:xfrm flipH="1">
            <a:off x="3553329" y="3737117"/>
            <a:ext cx="885900" cy="2187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lang="en-GB" sz="1800">
                <a:latin typeface="Lexend"/>
                <a:ea typeface="Lexend"/>
                <a:cs typeface="Lexend"/>
                <a:sym typeface="Lexend"/>
              </a:rPr>
              <a:t>0.9 cm</a:t>
            </a:r>
            <a:endParaRPr sz="1800">
              <a:solidFill>
                <a:srgbClr val="000000"/>
              </a:solidFill>
              <a:latin typeface="Lexend"/>
              <a:ea typeface="Lexend"/>
              <a:cs typeface="Lexend"/>
              <a:sym typeface="Lexend"/>
            </a:endParaRPr>
          </a:p>
        </p:txBody>
      </p:sp>
      <p:sp>
        <p:nvSpPr>
          <p:cNvPr id="2329" name="Google Shape;2329;p100"/>
          <p:cNvSpPr txBox="1"/>
          <p:nvPr/>
        </p:nvSpPr>
        <p:spPr>
          <a:xfrm flipH="1">
            <a:off x="3809738" y="4230092"/>
            <a:ext cx="324000" cy="1791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Clr>
                <a:srgbClr val="000000"/>
              </a:buClr>
              <a:buSzPts val="1100"/>
              <a:buFont typeface="Arial"/>
              <a:buNone/>
            </a:pPr>
            <a:r>
              <a:rPr i="1" lang="en-GB" sz="2200">
                <a:latin typeface="Times New Roman"/>
                <a:ea typeface="Times New Roman"/>
                <a:cs typeface="Times New Roman"/>
                <a:sym typeface="Times New Roman"/>
              </a:rPr>
              <a:t>e</a:t>
            </a:r>
            <a:r>
              <a:rPr lang="en-GB" sz="1800">
                <a:solidFill>
                  <a:srgbClr val="000000"/>
                </a:solidFill>
                <a:latin typeface="Lexend"/>
                <a:ea typeface="Lexend"/>
                <a:cs typeface="Lexend"/>
                <a:sym typeface="Lexend"/>
              </a:rPr>
              <a:t>°</a:t>
            </a:r>
            <a:endParaRPr sz="1800">
              <a:latin typeface="Lexend"/>
              <a:ea typeface="Lexend"/>
              <a:cs typeface="Lexend"/>
              <a:sym typeface="Lexend"/>
            </a:endParaRPr>
          </a:p>
        </p:txBody>
      </p:sp>
      <p:sp>
        <p:nvSpPr>
          <p:cNvPr id="2330" name="Google Shape;2330;p100"/>
          <p:cNvSpPr txBox="1"/>
          <p:nvPr/>
        </p:nvSpPr>
        <p:spPr>
          <a:xfrm flipH="1">
            <a:off x="3777150" y="4604284"/>
            <a:ext cx="1080600" cy="2187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lang="en-GB" sz="1800">
                <a:latin typeface="Lexend"/>
                <a:ea typeface="Lexend"/>
                <a:cs typeface="Lexend"/>
                <a:sym typeface="Lexend"/>
              </a:rPr>
              <a:t>0.87 cm</a:t>
            </a:r>
            <a:endParaRPr sz="1800">
              <a:solidFill>
                <a:srgbClr val="000000"/>
              </a:solidFill>
              <a:latin typeface="Lexend"/>
              <a:ea typeface="Lexend"/>
              <a:cs typeface="Lexend"/>
              <a:sym typeface="Lexend"/>
            </a:endParaRPr>
          </a:p>
        </p:txBody>
      </p:sp>
      <p:cxnSp>
        <p:nvCxnSpPr>
          <p:cNvPr id="2331" name="Google Shape;2331;p100"/>
          <p:cNvCxnSpPr/>
          <p:nvPr/>
        </p:nvCxnSpPr>
        <p:spPr>
          <a:xfrm rot="10800000">
            <a:off x="3394412" y="4574034"/>
            <a:ext cx="1743900" cy="0"/>
          </a:xfrm>
          <a:prstGeom prst="straightConnector1">
            <a:avLst/>
          </a:prstGeom>
          <a:noFill/>
          <a:ln cap="flat" cmpd="sng" w="28575">
            <a:solidFill>
              <a:schemeClr val="accent5"/>
            </a:solidFill>
            <a:prstDash val="solid"/>
            <a:round/>
            <a:headEnd len="med" w="med" type="triangle"/>
            <a:tailEnd len="med" w="med" type="triangle"/>
          </a:ln>
        </p:spPr>
      </p:cxnSp>
      <p:sp>
        <p:nvSpPr>
          <p:cNvPr id="2332" name="Google Shape;2332;p100"/>
          <p:cNvSpPr txBox="1"/>
          <p:nvPr/>
        </p:nvSpPr>
        <p:spPr>
          <a:xfrm flipH="1">
            <a:off x="6791475" y="4278608"/>
            <a:ext cx="1123200" cy="2187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lang="en-GB" sz="1800">
                <a:latin typeface="Lexend"/>
                <a:ea typeface="Lexend"/>
                <a:cs typeface="Lexend"/>
                <a:sym typeface="Lexend"/>
              </a:rPr>
              <a:t>0.435 cm</a:t>
            </a:r>
            <a:endParaRPr sz="1800">
              <a:solidFill>
                <a:srgbClr val="000000"/>
              </a:solidFill>
              <a:latin typeface="Lexend"/>
              <a:ea typeface="Lexend"/>
              <a:cs typeface="Lexend"/>
              <a:sym typeface="Lexend"/>
            </a:endParaRPr>
          </a:p>
        </p:txBody>
      </p:sp>
      <p:cxnSp>
        <p:nvCxnSpPr>
          <p:cNvPr id="2333" name="Google Shape;2333;p100"/>
          <p:cNvCxnSpPr/>
          <p:nvPr/>
        </p:nvCxnSpPr>
        <p:spPr>
          <a:xfrm rot="10800000">
            <a:off x="6690663" y="4257041"/>
            <a:ext cx="1251300" cy="0"/>
          </a:xfrm>
          <a:prstGeom prst="straightConnector1">
            <a:avLst/>
          </a:prstGeom>
          <a:noFill/>
          <a:ln cap="flat" cmpd="sng" w="28575">
            <a:solidFill>
              <a:schemeClr val="accent5"/>
            </a:solidFill>
            <a:prstDash val="solid"/>
            <a:round/>
            <a:headEnd len="med" w="med" type="triangle"/>
            <a:tailEnd len="med" w="med" type="triangle"/>
          </a:ln>
        </p:spPr>
      </p:cxnSp>
      <p:sp>
        <p:nvSpPr>
          <p:cNvPr id="2334" name="Google Shape;2334;p100"/>
          <p:cNvSpPr txBox="1"/>
          <p:nvPr/>
        </p:nvSpPr>
        <p:spPr>
          <a:xfrm>
            <a:off x="5177075" y="2834950"/>
            <a:ext cx="714600" cy="3936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Clr>
                <a:srgbClr val="000000"/>
              </a:buClr>
              <a:buSzPts val="1100"/>
              <a:buFont typeface="Arial"/>
              <a:buNone/>
            </a:pPr>
            <a:r>
              <a:rPr lang="en-GB" sz="2000">
                <a:latin typeface="Kalam"/>
                <a:ea typeface="Kalam"/>
                <a:cs typeface="Kalam"/>
                <a:sym typeface="Kalam"/>
              </a:rPr>
              <a:t>66.8</a:t>
            </a:r>
            <a:r>
              <a:rPr lang="en-GB" sz="2000">
                <a:solidFill>
                  <a:srgbClr val="000000"/>
                </a:solidFill>
                <a:latin typeface="Kalam"/>
                <a:ea typeface="Kalam"/>
                <a:cs typeface="Kalam"/>
                <a:sym typeface="Kalam"/>
              </a:rPr>
              <a:t>°</a:t>
            </a:r>
            <a:endParaRPr sz="1800">
              <a:latin typeface="Lexend"/>
              <a:ea typeface="Lexend"/>
              <a:cs typeface="Lexend"/>
              <a:sym typeface="Lexend"/>
            </a:endParaRPr>
          </a:p>
        </p:txBody>
      </p:sp>
      <p:sp>
        <p:nvSpPr>
          <p:cNvPr id="2335" name="Google Shape;2335;p100"/>
          <p:cNvSpPr txBox="1"/>
          <p:nvPr/>
        </p:nvSpPr>
        <p:spPr>
          <a:xfrm>
            <a:off x="4406125" y="2136700"/>
            <a:ext cx="358500" cy="2643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Clr>
                <a:srgbClr val="000000"/>
              </a:buClr>
              <a:buSzPts val="1100"/>
              <a:buFont typeface="Arial"/>
              <a:buNone/>
            </a:pPr>
            <a:r>
              <a:rPr lang="en-GB" sz="2000">
                <a:latin typeface="Kalam"/>
                <a:ea typeface="Kalam"/>
                <a:cs typeface="Kalam"/>
                <a:sym typeface="Kalam"/>
              </a:rPr>
              <a:t>28</a:t>
            </a:r>
            <a:endParaRPr sz="1800">
              <a:latin typeface="Lexend"/>
              <a:ea typeface="Lexend"/>
              <a:cs typeface="Lexend"/>
              <a:sym typeface="Lexend"/>
            </a:endParaRPr>
          </a:p>
        </p:txBody>
      </p:sp>
      <p:sp>
        <p:nvSpPr>
          <p:cNvPr id="2336" name="Google Shape;2336;p100"/>
          <p:cNvSpPr txBox="1"/>
          <p:nvPr/>
        </p:nvSpPr>
        <p:spPr>
          <a:xfrm>
            <a:off x="4406125" y="2393850"/>
            <a:ext cx="358500" cy="2643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Clr>
                <a:srgbClr val="000000"/>
              </a:buClr>
              <a:buSzPts val="1100"/>
              <a:buFont typeface="Arial"/>
              <a:buNone/>
            </a:pPr>
            <a:r>
              <a:rPr lang="en-GB" sz="2000">
                <a:latin typeface="Kalam"/>
                <a:ea typeface="Kalam"/>
                <a:cs typeface="Kalam"/>
                <a:sym typeface="Kalam"/>
              </a:rPr>
              <a:t>71</a:t>
            </a:r>
            <a:endParaRPr sz="1800">
              <a:latin typeface="Lexend"/>
              <a:ea typeface="Lexend"/>
              <a:cs typeface="Lexend"/>
              <a:sym typeface="Lexend"/>
            </a:endParaRPr>
          </a:p>
        </p:txBody>
      </p:sp>
      <p:sp>
        <p:nvSpPr>
          <p:cNvPr id="2337" name="Google Shape;2337;p100"/>
          <p:cNvSpPr txBox="1"/>
          <p:nvPr/>
        </p:nvSpPr>
        <p:spPr>
          <a:xfrm>
            <a:off x="4406125" y="2777511"/>
            <a:ext cx="358500" cy="2643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Clr>
                <a:srgbClr val="000000"/>
              </a:buClr>
              <a:buSzPts val="1100"/>
              <a:buFont typeface="Arial"/>
              <a:buNone/>
            </a:pPr>
            <a:r>
              <a:rPr lang="en-GB" sz="2000">
                <a:latin typeface="Kalam"/>
                <a:ea typeface="Kalam"/>
                <a:cs typeface="Kalam"/>
                <a:sym typeface="Kalam"/>
              </a:rPr>
              <a:t>28</a:t>
            </a:r>
            <a:endParaRPr sz="1800">
              <a:latin typeface="Lexend"/>
              <a:ea typeface="Lexend"/>
              <a:cs typeface="Lexend"/>
              <a:sym typeface="Lexend"/>
            </a:endParaRPr>
          </a:p>
        </p:txBody>
      </p:sp>
      <p:sp>
        <p:nvSpPr>
          <p:cNvPr id="2338" name="Google Shape;2338;p100"/>
          <p:cNvSpPr txBox="1"/>
          <p:nvPr/>
        </p:nvSpPr>
        <p:spPr>
          <a:xfrm>
            <a:off x="4406125" y="3034661"/>
            <a:ext cx="358500" cy="2643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Clr>
                <a:srgbClr val="000000"/>
              </a:buClr>
              <a:buSzPts val="1100"/>
              <a:buFont typeface="Arial"/>
              <a:buNone/>
            </a:pPr>
            <a:r>
              <a:rPr lang="en-GB" sz="2000">
                <a:latin typeface="Kalam"/>
                <a:ea typeface="Kalam"/>
                <a:cs typeface="Kalam"/>
                <a:sym typeface="Kalam"/>
              </a:rPr>
              <a:t>71</a:t>
            </a:r>
            <a:endParaRPr sz="1800">
              <a:latin typeface="Lexend"/>
              <a:ea typeface="Lexend"/>
              <a:cs typeface="Lexend"/>
              <a:sym typeface="Lexend"/>
            </a:endParaRPr>
          </a:p>
        </p:txBody>
      </p:sp>
      <p:sp>
        <p:nvSpPr>
          <p:cNvPr id="2339" name="Google Shape;2339;p100"/>
          <p:cNvSpPr txBox="1"/>
          <p:nvPr/>
        </p:nvSpPr>
        <p:spPr>
          <a:xfrm>
            <a:off x="6264502" y="2834950"/>
            <a:ext cx="2298000" cy="3936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Clr>
                <a:srgbClr val="000000"/>
              </a:buClr>
              <a:buSzPts val="1100"/>
              <a:buFont typeface="Arial"/>
              <a:buNone/>
            </a:pPr>
            <a:r>
              <a:rPr lang="en-GB" sz="2000">
                <a:latin typeface="Kalam"/>
                <a:ea typeface="Kalam"/>
                <a:cs typeface="Kalam"/>
                <a:sym typeface="Kalam"/>
              </a:rPr>
              <a:t>c = 29.5</a:t>
            </a:r>
            <a:r>
              <a:rPr lang="en-GB" sz="2000">
                <a:solidFill>
                  <a:srgbClr val="000000"/>
                </a:solidFill>
                <a:latin typeface="Kalam"/>
                <a:ea typeface="Kalam"/>
                <a:cs typeface="Kalam"/>
                <a:sym typeface="Kalam"/>
              </a:rPr>
              <a:t>° </a:t>
            </a:r>
            <a:endParaRPr sz="1800">
              <a:latin typeface="Lexend"/>
              <a:ea typeface="Lexend"/>
              <a:cs typeface="Lexend"/>
              <a:sym typeface="Lexend"/>
            </a:endParaRPr>
          </a:p>
        </p:txBody>
      </p:sp>
      <p:sp>
        <p:nvSpPr>
          <p:cNvPr id="2340" name="Google Shape;2340;p100"/>
          <p:cNvSpPr txBox="1"/>
          <p:nvPr/>
        </p:nvSpPr>
        <p:spPr>
          <a:xfrm>
            <a:off x="1684801" y="3861500"/>
            <a:ext cx="1568700" cy="3936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Clr>
                <a:srgbClr val="000000"/>
              </a:buClr>
              <a:buSzPts val="1100"/>
              <a:buFont typeface="Arial"/>
              <a:buNone/>
            </a:pPr>
            <a:r>
              <a:rPr lang="en-GB" sz="2000">
                <a:latin typeface="Kalam"/>
                <a:ea typeface="Kalam"/>
                <a:cs typeface="Kalam"/>
                <a:sym typeface="Kalam"/>
              </a:rPr>
              <a:t>d = 64.2</a:t>
            </a:r>
            <a:r>
              <a:rPr lang="en-GB" sz="2000">
                <a:solidFill>
                  <a:srgbClr val="000000"/>
                </a:solidFill>
                <a:latin typeface="Kalam"/>
                <a:ea typeface="Kalam"/>
                <a:cs typeface="Kalam"/>
                <a:sym typeface="Kalam"/>
              </a:rPr>
              <a:t>° </a:t>
            </a:r>
            <a:endParaRPr sz="1800">
              <a:latin typeface="Lexend"/>
              <a:ea typeface="Lexend"/>
              <a:cs typeface="Lexend"/>
              <a:sym typeface="Lexend"/>
            </a:endParaRPr>
          </a:p>
        </p:txBody>
      </p:sp>
      <p:sp>
        <p:nvSpPr>
          <p:cNvPr id="2341" name="Google Shape;2341;p100"/>
          <p:cNvSpPr txBox="1"/>
          <p:nvPr/>
        </p:nvSpPr>
        <p:spPr>
          <a:xfrm>
            <a:off x="6619650" y="4547700"/>
            <a:ext cx="1568700" cy="2643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Clr>
                <a:srgbClr val="000000"/>
              </a:buClr>
              <a:buSzPts val="1100"/>
              <a:buFont typeface="Arial"/>
              <a:buNone/>
            </a:pPr>
            <a:r>
              <a:rPr lang="en-GB" sz="2000">
                <a:latin typeface="Kalam"/>
                <a:ea typeface="Kalam"/>
                <a:cs typeface="Kalam"/>
                <a:sym typeface="Kalam"/>
              </a:rPr>
              <a:t>f = 29.5</a:t>
            </a:r>
            <a:r>
              <a:rPr lang="en-GB" sz="2000">
                <a:solidFill>
                  <a:srgbClr val="000000"/>
                </a:solidFill>
                <a:latin typeface="Kalam"/>
                <a:ea typeface="Kalam"/>
                <a:cs typeface="Kalam"/>
                <a:sym typeface="Kalam"/>
              </a:rPr>
              <a:t>° </a:t>
            </a:r>
            <a:endParaRPr sz="1800">
              <a:latin typeface="Lexend"/>
              <a:ea typeface="Lexend"/>
              <a:cs typeface="Lexend"/>
              <a:sym typeface="Lexend"/>
            </a:endParaRPr>
          </a:p>
        </p:txBody>
      </p:sp>
      <p:sp>
        <p:nvSpPr>
          <p:cNvPr id="2342" name="Google Shape;2342;p100"/>
          <p:cNvSpPr txBox="1"/>
          <p:nvPr/>
        </p:nvSpPr>
        <p:spPr>
          <a:xfrm>
            <a:off x="4419301" y="3300097"/>
            <a:ext cx="1568700" cy="3936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Clr>
                <a:srgbClr val="000000"/>
              </a:buClr>
              <a:buSzPts val="1100"/>
              <a:buFont typeface="Arial"/>
              <a:buNone/>
            </a:pPr>
            <a:r>
              <a:rPr lang="en-GB" sz="2000">
                <a:latin typeface="Kalam"/>
                <a:ea typeface="Kalam"/>
                <a:cs typeface="Kalam"/>
                <a:sym typeface="Kalam"/>
              </a:rPr>
              <a:t>e = 14.8</a:t>
            </a:r>
            <a:r>
              <a:rPr lang="en-GB" sz="2000">
                <a:solidFill>
                  <a:srgbClr val="000000"/>
                </a:solidFill>
                <a:latin typeface="Kalam"/>
                <a:ea typeface="Kalam"/>
                <a:cs typeface="Kalam"/>
                <a:sym typeface="Kalam"/>
              </a:rPr>
              <a:t>° </a:t>
            </a:r>
            <a:endParaRPr sz="1800">
              <a:latin typeface="Lexend"/>
              <a:ea typeface="Lexend"/>
              <a:cs typeface="Lexend"/>
              <a:sym typeface="Lexend"/>
            </a:endParaRPr>
          </a:p>
        </p:txBody>
      </p:sp>
      <p:sp>
        <p:nvSpPr>
          <p:cNvPr id="2343" name="Google Shape;2343;p100"/>
          <p:cNvSpPr txBox="1"/>
          <p:nvPr/>
        </p:nvSpPr>
        <p:spPr>
          <a:xfrm>
            <a:off x="313925" y="1133150"/>
            <a:ext cx="398100" cy="2772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None/>
            </a:pPr>
            <a:r>
              <a:rPr lang="en-GB" sz="1800">
                <a:latin typeface="Lexend"/>
                <a:ea typeface="Lexend"/>
                <a:cs typeface="Lexend"/>
                <a:sym typeface="Lexend"/>
              </a:rPr>
              <a:t>a)</a:t>
            </a:r>
            <a:endParaRPr sz="1800">
              <a:latin typeface="Lexend"/>
              <a:ea typeface="Lexend"/>
              <a:cs typeface="Lexend"/>
              <a:sym typeface="Lexend"/>
            </a:endParaRPr>
          </a:p>
        </p:txBody>
      </p:sp>
      <p:sp>
        <p:nvSpPr>
          <p:cNvPr id="2344" name="Google Shape;2344;p100"/>
          <p:cNvSpPr txBox="1"/>
          <p:nvPr/>
        </p:nvSpPr>
        <p:spPr>
          <a:xfrm>
            <a:off x="3206625" y="1133150"/>
            <a:ext cx="398100" cy="2772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None/>
            </a:pPr>
            <a:r>
              <a:rPr lang="en-GB" sz="1800">
                <a:latin typeface="Lexend"/>
                <a:ea typeface="Lexend"/>
                <a:cs typeface="Lexend"/>
                <a:sym typeface="Lexend"/>
              </a:rPr>
              <a:t>b)</a:t>
            </a:r>
            <a:endParaRPr sz="1800">
              <a:latin typeface="Lexend"/>
              <a:ea typeface="Lexend"/>
              <a:cs typeface="Lexend"/>
              <a:sym typeface="Lexend"/>
            </a:endParaRPr>
          </a:p>
        </p:txBody>
      </p:sp>
      <p:sp>
        <p:nvSpPr>
          <p:cNvPr id="2345" name="Google Shape;2345;p100"/>
          <p:cNvSpPr txBox="1"/>
          <p:nvPr/>
        </p:nvSpPr>
        <p:spPr>
          <a:xfrm>
            <a:off x="6099325" y="1133150"/>
            <a:ext cx="398100" cy="2772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None/>
            </a:pPr>
            <a:r>
              <a:rPr lang="en-GB" sz="1800">
                <a:latin typeface="Lexend"/>
                <a:ea typeface="Lexend"/>
                <a:cs typeface="Lexend"/>
                <a:sym typeface="Lexend"/>
              </a:rPr>
              <a:t>c)</a:t>
            </a:r>
            <a:endParaRPr sz="1800">
              <a:latin typeface="Lexend"/>
              <a:ea typeface="Lexend"/>
              <a:cs typeface="Lexend"/>
              <a:sym typeface="Lexend"/>
            </a:endParaRPr>
          </a:p>
        </p:txBody>
      </p:sp>
      <p:sp>
        <p:nvSpPr>
          <p:cNvPr id="2346" name="Google Shape;2346;p100"/>
          <p:cNvSpPr txBox="1"/>
          <p:nvPr/>
        </p:nvSpPr>
        <p:spPr>
          <a:xfrm>
            <a:off x="313925" y="3317850"/>
            <a:ext cx="398100" cy="2772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None/>
            </a:pPr>
            <a:r>
              <a:rPr lang="en-GB" sz="1800">
                <a:latin typeface="Lexend"/>
                <a:ea typeface="Lexend"/>
                <a:cs typeface="Lexend"/>
                <a:sym typeface="Lexend"/>
              </a:rPr>
              <a:t>d)</a:t>
            </a:r>
            <a:endParaRPr sz="1800">
              <a:latin typeface="Lexend"/>
              <a:ea typeface="Lexend"/>
              <a:cs typeface="Lexend"/>
              <a:sym typeface="Lexend"/>
            </a:endParaRPr>
          </a:p>
        </p:txBody>
      </p:sp>
      <p:sp>
        <p:nvSpPr>
          <p:cNvPr id="2347" name="Google Shape;2347;p100"/>
          <p:cNvSpPr txBox="1"/>
          <p:nvPr/>
        </p:nvSpPr>
        <p:spPr>
          <a:xfrm>
            <a:off x="3206625" y="3317850"/>
            <a:ext cx="398100" cy="2772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None/>
            </a:pPr>
            <a:r>
              <a:rPr lang="en-GB" sz="1800">
                <a:latin typeface="Lexend"/>
                <a:ea typeface="Lexend"/>
                <a:cs typeface="Lexend"/>
                <a:sym typeface="Lexend"/>
              </a:rPr>
              <a:t>e)</a:t>
            </a:r>
            <a:endParaRPr sz="1800">
              <a:latin typeface="Lexend"/>
              <a:ea typeface="Lexend"/>
              <a:cs typeface="Lexend"/>
              <a:sym typeface="Lexend"/>
            </a:endParaRPr>
          </a:p>
        </p:txBody>
      </p:sp>
      <p:sp>
        <p:nvSpPr>
          <p:cNvPr id="2348" name="Google Shape;2348;p100"/>
          <p:cNvSpPr txBox="1"/>
          <p:nvPr/>
        </p:nvSpPr>
        <p:spPr>
          <a:xfrm>
            <a:off x="6099325" y="3317850"/>
            <a:ext cx="398100" cy="2772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None/>
            </a:pPr>
            <a:r>
              <a:rPr lang="en-GB" sz="1800">
                <a:latin typeface="Lexend"/>
                <a:ea typeface="Lexend"/>
                <a:cs typeface="Lexend"/>
                <a:sym typeface="Lexend"/>
              </a:rPr>
              <a:t>f)</a:t>
            </a:r>
            <a:endParaRPr sz="1800">
              <a:latin typeface="Lexend"/>
              <a:ea typeface="Lexend"/>
              <a:cs typeface="Lexend"/>
              <a:sym typeface="Lexend"/>
            </a:endParaRPr>
          </a:p>
        </p:txBody>
      </p:sp>
    </p:spTree>
  </p:cSld>
  <p:clrMapOvr>
    <a:masterClrMapping/>
  </p:clrMapOvr>
</p:sld>
</file>

<file path=ppt/slides/slide4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352" name="Shape 2352"/>
        <p:cNvGrpSpPr/>
        <p:nvPr/>
      </p:nvGrpSpPr>
      <p:grpSpPr>
        <a:xfrm>
          <a:off x="0" y="0"/>
          <a:ext cx="0" cy="0"/>
          <a:chOff x="0" y="0"/>
          <a:chExt cx="0" cy="0"/>
        </a:xfrm>
      </p:grpSpPr>
      <p:sp>
        <p:nvSpPr>
          <p:cNvPr id="2353" name="Google Shape;2353;p101"/>
          <p:cNvSpPr txBox="1"/>
          <p:nvPr/>
        </p:nvSpPr>
        <p:spPr>
          <a:xfrm>
            <a:off x="324000" y="2346756"/>
            <a:ext cx="8496000" cy="23859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None/>
            </a:pPr>
            <a:r>
              <a:rPr lang="en-GB" sz="1800">
                <a:latin typeface="Lexend"/>
                <a:ea typeface="Lexend"/>
                <a:cs typeface="Lexend"/>
                <a:sym typeface="Lexend"/>
              </a:rPr>
              <a:t>This cosine formula can be used to find the length of the hypotenuse, the length of the </a:t>
            </a:r>
            <a:r>
              <a:rPr lang="en-GB" sz="1800">
                <a:solidFill>
                  <a:srgbClr val="000000"/>
                </a:solidFill>
                <a:latin typeface="Lexend"/>
                <a:ea typeface="Lexend"/>
                <a:cs typeface="Lexend"/>
                <a:sym typeface="Lexend"/>
              </a:rPr>
              <a:t>side </a:t>
            </a:r>
            <a:r>
              <a:rPr lang="en-GB" sz="1800">
                <a:latin typeface="Lexend"/>
                <a:ea typeface="Lexend"/>
                <a:cs typeface="Lexend"/>
                <a:sym typeface="Lexend"/>
              </a:rPr>
              <a:t>adjacent to</a:t>
            </a:r>
            <a:r>
              <a:rPr lang="en-GB" sz="1800">
                <a:solidFill>
                  <a:srgbClr val="000000"/>
                </a:solidFill>
                <a:latin typeface="Lexend"/>
                <a:ea typeface="Lexend"/>
                <a:cs typeface="Lexend"/>
                <a:sym typeface="Lexend"/>
              </a:rPr>
              <a:t> an angle </a:t>
            </a:r>
            <a:r>
              <a:rPr i="1" lang="en-GB" sz="1800">
                <a:solidFill>
                  <a:srgbClr val="000000"/>
                </a:solidFill>
                <a:latin typeface="Lexend"/>
                <a:ea typeface="Lexend"/>
                <a:cs typeface="Lexend"/>
                <a:sym typeface="Lexend"/>
              </a:rPr>
              <a:t>θ</a:t>
            </a:r>
            <a:r>
              <a:rPr lang="en-GB" sz="1800">
                <a:solidFill>
                  <a:srgbClr val="000000"/>
                </a:solidFill>
                <a:latin typeface="Lexend"/>
                <a:ea typeface="Lexend"/>
                <a:cs typeface="Lexend"/>
                <a:sym typeface="Lexend"/>
              </a:rPr>
              <a:t>°, or the size of angle </a:t>
            </a:r>
            <a:r>
              <a:rPr i="1" lang="en-GB" sz="1800">
                <a:solidFill>
                  <a:srgbClr val="000000"/>
                </a:solidFill>
                <a:latin typeface="Lexend"/>
                <a:ea typeface="Lexend"/>
                <a:cs typeface="Lexend"/>
                <a:sym typeface="Lexend"/>
              </a:rPr>
              <a:t>θ</a:t>
            </a:r>
            <a:r>
              <a:rPr lang="en-GB" sz="1800">
                <a:solidFill>
                  <a:srgbClr val="000000"/>
                </a:solidFill>
                <a:latin typeface="Lexend"/>
                <a:ea typeface="Lexend"/>
                <a:cs typeface="Lexend"/>
                <a:sym typeface="Lexend"/>
              </a:rPr>
              <a:t>° itself.</a:t>
            </a:r>
            <a:endParaRPr sz="1800">
              <a:solidFill>
                <a:srgbClr val="000000"/>
              </a:solidFill>
              <a:latin typeface="Lexend"/>
              <a:ea typeface="Lexend"/>
              <a:cs typeface="Lexend"/>
              <a:sym typeface="Lexend"/>
            </a:endParaRPr>
          </a:p>
          <a:p>
            <a:pPr indent="0" lvl="0" marL="0" rtl="0" algn="l">
              <a:spcBef>
                <a:spcPts val="1000"/>
              </a:spcBef>
              <a:spcAft>
                <a:spcPts val="0"/>
              </a:spcAft>
              <a:buNone/>
            </a:pPr>
            <a:r>
              <a:rPr lang="en-GB" sz="1800">
                <a:solidFill>
                  <a:srgbClr val="000000"/>
                </a:solidFill>
                <a:latin typeface="Lexend"/>
                <a:ea typeface="Lexend"/>
                <a:cs typeface="Lexend"/>
                <a:sym typeface="Lexend"/>
              </a:rPr>
              <a:t>In order to find the size of an angle, the function inverse to the cosine function must be used: the arccos function.</a:t>
            </a:r>
            <a:endParaRPr sz="1800">
              <a:solidFill>
                <a:srgbClr val="000000"/>
              </a:solidFill>
              <a:latin typeface="Lexend"/>
              <a:ea typeface="Lexend"/>
              <a:cs typeface="Lexend"/>
              <a:sym typeface="Lexend"/>
            </a:endParaRPr>
          </a:p>
          <a:p>
            <a:pPr indent="0" lvl="0" marL="0" rtl="0" algn="l">
              <a:spcBef>
                <a:spcPts val="1000"/>
              </a:spcBef>
              <a:spcAft>
                <a:spcPts val="0"/>
              </a:spcAft>
              <a:buNone/>
            </a:pPr>
            <a:r>
              <a:rPr lang="en-GB" sz="1800">
                <a:solidFill>
                  <a:srgbClr val="000000"/>
                </a:solidFill>
                <a:latin typeface="Lexend"/>
                <a:ea typeface="Lexend"/>
                <a:cs typeface="Lexend"/>
                <a:sym typeface="Lexend"/>
              </a:rPr>
              <a:t>On a calculator, the arccosine function is usually written as </a:t>
            </a:r>
            <a:r>
              <a:rPr lang="en-GB" sz="2200">
                <a:latin typeface="Times New Roman"/>
                <a:ea typeface="Times New Roman"/>
                <a:cs typeface="Times New Roman"/>
                <a:sym typeface="Times New Roman"/>
              </a:rPr>
              <a:t>cos</a:t>
            </a:r>
            <a:r>
              <a:rPr baseline="30000" lang="en-GB" sz="2200">
                <a:solidFill>
                  <a:srgbClr val="000000"/>
                </a:solidFill>
                <a:latin typeface="Times New Roman"/>
                <a:ea typeface="Times New Roman"/>
                <a:cs typeface="Times New Roman"/>
                <a:sym typeface="Times New Roman"/>
              </a:rPr>
              <a:t>-1</a:t>
            </a:r>
            <a:r>
              <a:rPr lang="en-GB" sz="1800">
                <a:solidFill>
                  <a:srgbClr val="000000"/>
                </a:solidFill>
                <a:latin typeface="Lexend"/>
                <a:ea typeface="Lexend"/>
                <a:cs typeface="Lexend"/>
                <a:sym typeface="Lexend"/>
              </a:rPr>
              <a:t>.</a:t>
            </a:r>
            <a:endParaRPr sz="1800">
              <a:solidFill>
                <a:srgbClr val="000000"/>
              </a:solidFill>
              <a:latin typeface="Lexend"/>
              <a:ea typeface="Lexend"/>
              <a:cs typeface="Lexend"/>
              <a:sym typeface="Lexend"/>
            </a:endParaRPr>
          </a:p>
          <a:p>
            <a:pPr indent="0" lvl="0" marL="0" rtl="0" algn="l">
              <a:spcBef>
                <a:spcPts val="1000"/>
              </a:spcBef>
              <a:spcAft>
                <a:spcPts val="1000"/>
              </a:spcAft>
              <a:buNone/>
            </a:pPr>
            <a:r>
              <a:rPr lang="en-GB" sz="1800">
                <a:latin typeface="Lexend"/>
                <a:ea typeface="Lexend"/>
                <a:cs typeface="Lexend"/>
                <a:sym typeface="Lexend"/>
              </a:rPr>
              <a:t>A triangle can be constructed from its cosine formula and either the length of its hypotenuse or the side adjacent to one of its angles.</a:t>
            </a:r>
            <a:endParaRPr sz="1800">
              <a:latin typeface="Lexend"/>
              <a:ea typeface="Lexend"/>
              <a:cs typeface="Lexend"/>
              <a:sym typeface="Lexend"/>
            </a:endParaRPr>
          </a:p>
        </p:txBody>
      </p:sp>
      <p:sp>
        <p:nvSpPr>
          <p:cNvPr id="2354" name="Google Shape;2354;p101"/>
          <p:cNvSpPr txBox="1"/>
          <p:nvPr>
            <p:ph type="title"/>
          </p:nvPr>
        </p:nvSpPr>
        <p:spPr>
          <a:xfrm>
            <a:off x="1684800" y="43825"/>
            <a:ext cx="5741400" cy="382800"/>
          </a:xfrm>
          <a:prstGeom prst="rect">
            <a:avLst/>
          </a:prstGeom>
        </p:spPr>
        <p:txBody>
          <a:bodyPr anchorCtr="0" anchor="b" bIns="0" lIns="0" spcFirstLastPara="1" rIns="0" wrap="square" tIns="0">
            <a:noAutofit/>
          </a:bodyPr>
          <a:lstStyle/>
          <a:p>
            <a:pPr indent="0" lvl="0" marL="0" rtl="0" algn="l">
              <a:spcBef>
                <a:spcPts val="0"/>
              </a:spcBef>
              <a:spcAft>
                <a:spcPts val="0"/>
              </a:spcAft>
              <a:buNone/>
            </a:pPr>
            <a:r>
              <a:rPr lang="en-GB"/>
              <a:t>Using the cosine ratio</a:t>
            </a:r>
            <a:endParaRPr/>
          </a:p>
        </p:txBody>
      </p:sp>
      <p:sp>
        <p:nvSpPr>
          <p:cNvPr id="2355" name="Google Shape;2355;p101"/>
          <p:cNvSpPr txBox="1"/>
          <p:nvPr/>
        </p:nvSpPr>
        <p:spPr>
          <a:xfrm>
            <a:off x="324000" y="633631"/>
            <a:ext cx="8496000" cy="8313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None/>
            </a:pPr>
            <a:r>
              <a:rPr lang="en-GB" sz="1800">
                <a:latin typeface="Lexend"/>
                <a:ea typeface="Lexend"/>
                <a:cs typeface="Lexend"/>
                <a:sym typeface="Lexend"/>
              </a:rPr>
              <a:t>The relationship between the hypotenuse of a right-angled triangle and the side adjacent to an angle </a:t>
            </a:r>
            <a:r>
              <a:rPr i="1" lang="en-GB" sz="1800">
                <a:latin typeface="Lexend"/>
                <a:ea typeface="Lexend"/>
                <a:cs typeface="Lexend"/>
                <a:sym typeface="Lexend"/>
              </a:rPr>
              <a:t>θ</a:t>
            </a:r>
            <a:r>
              <a:rPr lang="en-GB" sz="1800">
                <a:latin typeface="Lexend"/>
                <a:ea typeface="Lexend"/>
                <a:cs typeface="Lexend"/>
                <a:sym typeface="Lexend"/>
              </a:rPr>
              <a:t>° and the right-angle can be written as a formula in different ways:</a:t>
            </a:r>
            <a:endParaRPr sz="1800">
              <a:solidFill>
                <a:srgbClr val="000000"/>
              </a:solidFill>
              <a:latin typeface="Lexend"/>
              <a:ea typeface="Lexend"/>
              <a:cs typeface="Lexend"/>
              <a:sym typeface="Lexend"/>
            </a:endParaRPr>
          </a:p>
        </p:txBody>
      </p:sp>
      <p:pic>
        <p:nvPicPr>
          <p:cNvPr descr="&lt;math xmlns=&quot;http://www.w3.org/1998/Math/MathML&quot; display=&quot;block&quot; data-is-equatio=&quot;1&quot; data-latex=&quot;\frac{\text{adj}}{h}=\cos\left(\theta°\right)\ \ \ \ \ \frac{\text{ad}\text{j}}{\cos\left(\theta°\right)}=h\ \ \ \ \ h\times\cos\left(\theta°\right)=\text{adj}&quot;&gt;&lt;mfrac&gt;&lt;mtext&gt;adj&lt;/mtext&gt;&lt;mi&gt;h&lt;/mi&gt;&lt;/mfrac&gt;&lt;mo&gt;=&lt;/mo&gt;&lt;mi&gt;cos&lt;/mi&gt;&lt;mo data-mjx-texclass=&quot;NONE&quot;&gt;⁡&lt;/mo&gt;&lt;mrow data-mjx-texclass=&quot;INNER&quot;&gt;&lt;mo data-mjx-texclass=&quot;OPEN&quot;&gt;(&lt;/mo&gt;&lt;mi&gt;θ&lt;/mi&gt;&lt;mrow data-mjx-texclass=&quot;ORD&quot;&gt;&lt;mo data-mjx-pseudoscript=&quot;true&quot;&gt;°&lt;/mo&gt;&lt;/mrow&gt;&lt;mo data-mjx-texclass=&quot;CLOSE&quot;&gt;)&lt;/mo&gt;&lt;/mrow&gt;&lt;mtext&gt;&lt;/mtext&gt;&lt;mtext&gt;&lt;/mtext&gt;&lt;mtext&gt;&lt;/mtext&gt;&lt;mtext&gt;&lt;/mtext&gt;&lt;mtext&gt;&lt;/mtext&gt;&lt;mfrac&gt;&lt;mrow&gt;&lt;mtext&gt;ad&lt;/mtext&gt;&lt;mtext&gt;j&lt;/mtext&gt;&lt;/mrow&gt;&lt;mrow&gt;&lt;mi&gt;cos&lt;/mi&gt;&lt;mo data-mjx-texclass=&quot;NONE&quot;&gt;⁡&lt;/mo&gt;&lt;mrow data-mjx-texclass=&quot;INNER&quot;&gt;&lt;mo data-mjx-texclass=&quot;OPEN&quot;&gt;(&lt;/mo&gt;&lt;mi&gt;θ&lt;/mi&gt;&lt;mrow data-mjx-texclass=&quot;ORD&quot;&gt;&lt;mo data-mjx-pseudoscript=&quot;true&quot;&gt;°&lt;/mo&gt;&lt;/mrow&gt;&lt;mo data-mjx-texclass=&quot;CLOSE&quot;&gt;)&lt;/mo&gt;&lt;/mrow&gt;&lt;/mrow&gt;&lt;/mfrac&gt;&lt;mo&gt;=&lt;/mo&gt;&lt;mi&gt;h&lt;/mi&gt;&lt;mtext&gt;&lt;/mtext&gt;&lt;mtext&gt;&lt;/mtext&gt;&lt;mtext&gt;&lt;/mtext&gt;&lt;mtext&gt;&lt;/mtext&gt;&lt;mtext&gt;&lt;/mtext&gt;&lt;mi&gt;h&lt;/mi&gt;&lt;mo&gt;×&lt;/mo&gt;&lt;mi&gt;cos&lt;/mi&gt;&lt;mo data-mjx-texclass=&quot;NONE&quot;&gt;⁡&lt;/mo&gt;&lt;mrow data-mjx-texclass=&quot;INNER&quot;&gt;&lt;mo data-mjx-texclass=&quot;OPEN&quot;&gt;(&lt;/mo&gt;&lt;mi&gt;θ&lt;/mi&gt;&lt;mrow data-mjx-texclass=&quot;ORD&quot;&gt;&lt;mo data-mjx-pseudoscript=&quot;true&quot;&gt;°&lt;/mo&gt;&lt;/mrow&gt;&lt;mo data-mjx-texclass=&quot;CLOSE&quot;&gt;)&lt;/mo&gt;&lt;/mrow&gt;&lt;mo&gt;=&lt;/mo&gt;&lt;mtext&gt;adj&lt;/mtext&gt;&lt;/math&gt;" id="2356" name="Google Shape;2356;p101" title="adj over h equals cosine theta degrees the fraction with numerator ad j and denominator cosine theta degrees equals h h times cosine theta degrees equals adj"/>
          <p:cNvPicPr preferRelativeResize="0"/>
          <p:nvPr/>
        </p:nvPicPr>
        <p:blipFill>
          <a:blip r:embed="rId3">
            <a:alphaModFix/>
          </a:blip>
          <a:stretch>
            <a:fillRect/>
          </a:stretch>
        </p:blipFill>
        <p:spPr>
          <a:xfrm>
            <a:off x="1724048" y="1504573"/>
            <a:ext cx="5695924" cy="655438"/>
          </a:xfrm>
          <a:prstGeom prst="rect">
            <a:avLst/>
          </a:prstGeom>
          <a:noFill/>
          <a:ln>
            <a:noFill/>
          </a:ln>
        </p:spPr>
      </p:pic>
    </p:spTree>
  </p:cSld>
  <p:clrMapOvr>
    <a:masterClrMapping/>
  </p:clrMapOvr>
</p:sld>
</file>

<file path=ppt/slides/slide4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360" name="Shape 2360"/>
        <p:cNvGrpSpPr/>
        <p:nvPr/>
      </p:nvGrpSpPr>
      <p:grpSpPr>
        <a:xfrm>
          <a:off x="0" y="0"/>
          <a:ext cx="0" cy="0"/>
          <a:chOff x="0" y="0"/>
          <a:chExt cx="0" cy="0"/>
        </a:xfrm>
      </p:grpSpPr>
      <p:sp>
        <p:nvSpPr>
          <p:cNvPr id="2361" name="Google Shape;2361;p102"/>
          <p:cNvSpPr txBox="1"/>
          <p:nvPr>
            <p:ph idx="1" type="subTitle"/>
          </p:nvPr>
        </p:nvSpPr>
        <p:spPr>
          <a:xfrm>
            <a:off x="661775" y="1129425"/>
            <a:ext cx="7351200" cy="2358000"/>
          </a:xfrm>
          <a:prstGeom prst="rect">
            <a:avLst/>
          </a:prstGeom>
        </p:spPr>
        <p:txBody>
          <a:bodyPr anchorCtr="0" anchor="ctr" bIns="0" lIns="0" spcFirstLastPara="1" rIns="0" wrap="square" tIns="0">
            <a:noAutofit/>
          </a:bodyPr>
          <a:lstStyle/>
          <a:p>
            <a:pPr indent="0" lvl="0" marL="0" rtl="0" algn="l">
              <a:spcBef>
                <a:spcPts val="0"/>
              </a:spcBef>
              <a:spcAft>
                <a:spcPts val="0"/>
              </a:spcAft>
              <a:buNone/>
            </a:pPr>
            <a:r>
              <a:rPr lang="en-GB"/>
              <a:t>© Oak National Academy 2024. </a:t>
            </a:r>
            <a:endParaRPr/>
          </a:p>
          <a:p>
            <a:pPr indent="0" lvl="0" marL="0" rtl="0" algn="l">
              <a:spcBef>
                <a:spcPts val="0"/>
              </a:spcBef>
              <a:spcAft>
                <a:spcPts val="0"/>
              </a:spcAft>
              <a:buNone/>
            </a:pPr>
            <a:r>
              <a:t/>
            </a:r>
            <a:endParaRPr/>
          </a:p>
          <a:p>
            <a:pPr indent="0" lvl="0" marL="0" rtl="0" algn="l">
              <a:spcBef>
                <a:spcPts val="0"/>
              </a:spcBef>
              <a:spcAft>
                <a:spcPts val="0"/>
              </a:spcAft>
              <a:buNone/>
            </a:pPr>
            <a:r>
              <a:rPr lang="en-GB"/>
              <a:t>Produced in partnership with Mathematics in Education and Industry. </a:t>
            </a:r>
            <a:endParaRPr/>
          </a:p>
          <a:p>
            <a:pPr indent="0" lvl="0" marL="0" rtl="0" algn="l">
              <a:spcBef>
                <a:spcPts val="0"/>
              </a:spcBef>
              <a:spcAft>
                <a:spcPts val="0"/>
              </a:spcAft>
              <a:buNone/>
            </a:pPr>
            <a:r>
              <a:t/>
            </a:r>
            <a:endParaRPr/>
          </a:p>
          <a:p>
            <a:pPr indent="0" lvl="0" marL="0" rtl="0" algn="l">
              <a:spcBef>
                <a:spcPts val="0"/>
              </a:spcBef>
              <a:spcAft>
                <a:spcPts val="0"/>
              </a:spcAft>
              <a:buNone/>
            </a:pPr>
            <a:r>
              <a:rPr lang="en-GB"/>
              <a:t>Licensed on the </a:t>
            </a:r>
            <a:r>
              <a:rPr lang="en-GB" u="sng">
                <a:solidFill>
                  <a:schemeClr val="hlink"/>
                </a:solidFill>
                <a:hlinkClick r:id="rId3"/>
              </a:rPr>
              <a:t>Open Government Licence v3.0</a:t>
            </a:r>
            <a:r>
              <a:rPr lang="en-GB"/>
              <a:t>, except where otherwise stated. See </a:t>
            </a:r>
            <a:r>
              <a:rPr lang="en-GB" u="sng">
                <a:solidFill>
                  <a:schemeClr val="accent2"/>
                </a:solidFill>
                <a:hlinkClick r:id="rId4">
                  <a:extLst>
                    <a:ext uri="{A12FA001-AC4F-418D-AE19-62706E023703}">
                      <ahyp:hlinkClr val="tx"/>
                    </a:ext>
                  </a:extLst>
                </a:hlinkClick>
              </a:rPr>
              <a:t>Oak terms and conditions</a:t>
            </a:r>
            <a:r>
              <a:rPr lang="en-GB"/>
              <a:t>.</a:t>
            </a:r>
            <a:endParaRPr/>
          </a:p>
        </p:txBody>
      </p:sp>
      <p:pic>
        <p:nvPicPr>
          <p:cNvPr id="2362" name="Google Shape;2362;p102"/>
          <p:cNvPicPr preferRelativeResize="0"/>
          <p:nvPr/>
        </p:nvPicPr>
        <p:blipFill>
          <a:blip r:embed="rId5">
            <a:alphaModFix/>
          </a:blip>
          <a:stretch>
            <a:fillRect/>
          </a:stretch>
        </p:blipFill>
        <p:spPr>
          <a:xfrm>
            <a:off x="7242100" y="3453600"/>
            <a:ext cx="652800" cy="326400"/>
          </a:xfrm>
          <a:prstGeom prst="rect">
            <a:avLst/>
          </a:prstGeom>
          <a:noFill/>
          <a:ln>
            <a:noFill/>
          </a:ln>
        </p:spPr>
      </p:pic>
    </p:spTree>
  </p:cSld>
  <p:clrMapOvr>
    <a:masterClrMapping/>
  </p:clrMapOvr>
</p:sld>
</file>

<file path=ppt/theme/theme1.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Oak theme - September 2023">
  <a:themeElements>
    <a:clrScheme name="Simple Light">
      <a:dk1>
        <a:srgbClr val="000000"/>
      </a:dk1>
      <a:lt1>
        <a:srgbClr val="FFFFFF"/>
      </a:lt1>
      <a:dk2>
        <a:srgbClr val="808080"/>
      </a:dk2>
      <a:lt2>
        <a:srgbClr val="F0F0F0"/>
      </a:lt2>
      <a:accent1>
        <a:srgbClr val="BEF2BD"/>
      </a:accent1>
      <a:accent2>
        <a:srgbClr val="374CF1"/>
      </a:accent2>
      <a:accent3>
        <a:srgbClr val="D02AA7"/>
      </a:accent3>
      <a:accent4>
        <a:srgbClr val="845AD9"/>
      </a:accent4>
      <a:accent5>
        <a:srgbClr val="037B7D"/>
      </a:accent5>
      <a:accent6>
        <a:srgbClr val="C63D01"/>
      </a:accent6>
      <a:hlink>
        <a:srgbClr val="374CF1"/>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