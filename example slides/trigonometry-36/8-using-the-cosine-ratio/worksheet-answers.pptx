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be0c627554_0_8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be0c62755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be0c627554_0_28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be0c62755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cosine ratio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6585797" y="2880916"/>
            <a:ext cx="448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795539" y="3031981"/>
            <a:ext cx="448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551990" y="2739567"/>
            <a:ext cx="8232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048587" y="3505664"/>
            <a:ext cx="448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 flipH="1">
            <a:off x="6593320" y="2879048"/>
            <a:ext cx="4335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74896" y="2385277"/>
            <a:ext cx="433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471339" y="2385277"/>
            <a:ext cx="448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278508" y="2385277"/>
            <a:ext cx="4485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189578" y="2767289"/>
            <a:ext cx="907200" cy="241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562249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Substitute the labelled sides and angle in each triangle into the given version of the cosine formula, and find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>
            <a:stCxn id="182" idx="2"/>
          </p:cNvCxnSpPr>
          <p:nvPr/>
        </p:nvCxnSpPr>
        <p:spPr>
          <a:xfrm>
            <a:off x="3780000" y="1931549"/>
            <a:ext cx="0" cy="2059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/>
        </p:nvSpPr>
        <p:spPr>
          <a:xfrm>
            <a:off x="884199" y="2388278"/>
            <a:ext cx="1705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    )  =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507075" y="3021249"/>
            <a:ext cx="880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            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445232" y="2884428"/>
            <a:ext cx="124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5498899" y="3021258"/>
            <a:ext cx="866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/>
        </p:nvSpPr>
        <p:spPr>
          <a:xfrm flipH="1">
            <a:off x="474751" y="2438038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37683" y="2782843"/>
            <a:ext cx="252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01821" y="3521216"/>
            <a:ext cx="355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flipH="1">
            <a:off x="1478857" y="2437902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85°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flipH="1">
            <a:off x="2290376" y="2437902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flipH="1">
            <a:off x="1216149" y="2819916"/>
            <a:ext cx="8667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25.19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flipH="1">
            <a:off x="5803059" y="3084606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51°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>
            <a:off x="5554892" y="2792194"/>
            <a:ext cx="8106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flipH="1">
            <a:off x="6056095" y="3558289"/>
            <a:ext cx="4335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5.56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/>
          <p:nvPr/>
        </p:nvSpPr>
        <p:spPr>
          <a:xfrm flipH="1">
            <a:off x="2357485" y="3149192"/>
            <a:ext cx="810600" cy="8106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rot="-5400000">
            <a:off x="2461407" y="2558134"/>
            <a:ext cx="1294500" cy="698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flipH="1">
            <a:off x="2710564" y="2211020"/>
            <a:ext cx="698100" cy="1294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 rot="10800000">
            <a:off x="3546595" y="2259943"/>
            <a:ext cx="0" cy="1305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" name="Google Shape;201;p20"/>
          <p:cNvSpPr/>
          <p:nvPr/>
        </p:nvSpPr>
        <p:spPr>
          <a:xfrm flipH="1">
            <a:off x="3332230" y="3429204"/>
            <a:ext cx="124800" cy="124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flipH="1">
            <a:off x="2849347" y="3677935"/>
            <a:ext cx="5169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flipH="1">
            <a:off x="2838725" y="3407951"/>
            <a:ext cx="300600" cy="11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flipH="1" rot="-3694285">
            <a:off x="2343604" y="2735694"/>
            <a:ext cx="1229459" cy="136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2749004" y="3645835"/>
            <a:ext cx="7176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" name="Google Shape;206;p20"/>
          <p:cNvSpPr/>
          <p:nvPr/>
        </p:nvSpPr>
        <p:spPr>
          <a:xfrm>
            <a:off x="3466027" y="1911608"/>
            <a:ext cx="974100" cy="974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 rot="-3033530">
            <a:off x="4140446" y="1937941"/>
            <a:ext cx="773038" cy="864035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flipH="1">
            <a:off x="3947629" y="2283990"/>
            <a:ext cx="1158600" cy="48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 flipH="1" rot="-5400000">
            <a:off x="3988008" y="2442627"/>
            <a:ext cx="491100" cy="59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" name="Google Shape;210;p20"/>
          <p:cNvSpPr/>
          <p:nvPr/>
        </p:nvSpPr>
        <p:spPr>
          <a:xfrm rot="2365968">
            <a:off x="4547890" y="2800790"/>
            <a:ext cx="118078" cy="118078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859325" y="2777442"/>
            <a:ext cx="594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282069" y="2122191"/>
            <a:ext cx="49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4100791" y="2406370"/>
            <a:ext cx="35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text{adj}}{h}=\cos\left(\theta°\right)\ \ \ \ \ \frac{\text{ad}\text{j}}{\cos\left(\theta°\right)}=h\ \ \ \ \ h\times\cos\left(\theta°\right)=\text{adj}&quot;&gt;&lt;mfrac&gt;&lt;mtext&gt;adj&lt;/mtext&gt;&lt;mi&gt;h&lt;/mi&gt;&lt;/mfrac&gt;&lt;mo&gt;=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row&gt;&lt;mtext&gt;ad&lt;/mtext&gt;&lt;mtext&gt;j&lt;/mtext&gt;&lt;/mrow&gt;&lt;mrow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adj&lt;/mtext&gt;&lt;/math&gt;" id="214" name="Google Shape;214;p20" title="adj over h equals cosine theta degrees the fraction with numerator ad j and denominator cosine theta degrees equals h h times cosine theta degrees equals adj"/>
          <p:cNvPicPr preferRelativeResize="0"/>
          <p:nvPr/>
        </p:nvPicPr>
        <p:blipFill rotWithShape="1">
          <a:blip r:embed="rId3">
            <a:alphaModFix/>
          </a:blip>
          <a:srcRect b="0" l="34162" r="36761" t="0"/>
          <a:stretch/>
        </p:blipFill>
        <p:spPr>
          <a:xfrm>
            <a:off x="5466234" y="2049815"/>
            <a:ext cx="1291217" cy="511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\text{adj}}{h}=\cos\left(\theta°\right)\ \ \ \ \ \frac{\text{ad}\text{j}}{\cos\left(\theta°\right)}=h\ \ \ \ \ h\times\cos\left(\theta°\right)=\text{adj}&quot;&gt;&lt;mfrac&gt;&lt;mtext&gt;adj&lt;/mtext&gt;&lt;mi&gt;h&lt;/mi&gt;&lt;/mfrac&gt;&lt;mo&gt;=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text&gt;&lt;/mtext&gt;&lt;mtext&gt;&lt;/mtext&gt;&lt;mtext&gt;&lt;/mtext&gt;&lt;mtext&gt;&lt;/mtext&gt;&lt;mtext&gt;&lt;/mtext&gt;&lt;mfrac&gt;&lt;mrow&gt;&lt;mtext&gt;ad&lt;/mtext&gt;&lt;mtext&gt;j&lt;/mtext&gt;&lt;/mrow&gt;&lt;mrow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/mrow&gt;&lt;/mfrac&gt;&lt;mo&gt;=&lt;/mo&gt;&lt;mi&gt;h&lt;/mi&gt;&lt;mtext&gt;&lt;/mtext&gt;&lt;mtext&gt;&lt;/mtext&gt;&lt;mtext&gt;&lt;/mtext&gt;&lt;mtext&gt;&lt;/mtext&gt;&lt;mtext&gt;&lt;/mtext&gt;&lt;mi&gt;h&lt;/mi&gt;&lt;mo&gt;×&lt;/mo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text&gt;adj&lt;/mtext&gt;&lt;/math&gt;" id="215" name="Google Shape;215;p20" title="adj over h equals cosine theta degrees the fraction with numerator ad j and denominator cosine theta degrees equals h h times cosine theta degrees equals adj"/>
          <p:cNvPicPr preferRelativeResize="0"/>
          <p:nvPr/>
        </p:nvPicPr>
        <p:blipFill rotWithShape="1">
          <a:blip r:embed="rId3">
            <a:alphaModFix/>
          </a:blip>
          <a:srcRect b="0" l="64787" r="0" t="0"/>
          <a:stretch/>
        </p:blipFill>
        <p:spPr>
          <a:xfrm>
            <a:off x="566969" y="1934030"/>
            <a:ext cx="1563726" cy="5110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820398" y="7201291"/>
            <a:ext cx="190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61.83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700043" y="6917437"/>
            <a:ext cx="190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18.66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6400" y="7201291"/>
            <a:ext cx="190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45.43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/>
          <p:nvPr/>
        </p:nvSpPr>
        <p:spPr>
          <a:xfrm flipH="1">
            <a:off x="2899591" y="5301268"/>
            <a:ext cx="783000" cy="783300"/>
          </a:xfrm>
          <a:prstGeom prst="arc">
            <a:avLst>
              <a:gd fmla="val 5344843" name="adj1"/>
              <a:gd fmla="val 898831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 rot="10800000">
            <a:off x="3342276" y="5628297"/>
            <a:ext cx="1289400" cy="74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1099295" y="6520893"/>
            <a:ext cx="1289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3" name="Google Shape;223;p20"/>
          <p:cNvSpPr/>
          <p:nvPr/>
        </p:nvSpPr>
        <p:spPr>
          <a:xfrm flipH="1">
            <a:off x="1816600" y="5878702"/>
            <a:ext cx="1086600" cy="10872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6400" y="456105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Match the triangle to the equation showing the relationship between its hypotenuse and an adjacent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the equation to find the length of the missing side labelled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each triangle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 rot="5400000">
            <a:off x="1091032" y="627968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 rot="10800000">
            <a:off x="1149817" y="5628297"/>
            <a:ext cx="1289400" cy="74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 rot="10800000">
            <a:off x="3168013" y="5687186"/>
            <a:ext cx="0" cy="74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8" name="Google Shape;228;p20"/>
          <p:cNvSpPr txBox="1"/>
          <p:nvPr/>
        </p:nvSpPr>
        <p:spPr>
          <a:xfrm>
            <a:off x="1797619" y="6235649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660481" y="5967422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1717547" y="5755133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 rot="5400000">
            <a:off x="3283491" y="627968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466034" y="6520898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3910006" y="5755133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253970" y="5817335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610061" y="5585860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895298" y="5526971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565858" y="5240292"/>
            <a:ext cx="24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flipH="1" rot="-5400000">
            <a:off x="5649256" y="4593684"/>
            <a:ext cx="1450800" cy="1451700"/>
          </a:xfrm>
          <a:prstGeom prst="arc">
            <a:avLst>
              <a:gd fmla="val 19809554" name="adj1"/>
              <a:gd fmla="val 5762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6232030" y="6438470"/>
            <a:ext cx="150000" cy="150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044451" y="5777564"/>
            <a:ext cx="379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467381" y="5694489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501243" y="5892384"/>
            <a:ext cx="523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 rot="5400000">
            <a:off x="5307197" y="5513735"/>
            <a:ext cx="1289400" cy="74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4" name="Google Shape;244;p20"/>
          <p:cNvCxnSpPr/>
          <p:nvPr/>
        </p:nvCxnSpPr>
        <p:spPr>
          <a:xfrm rot="-5400000">
            <a:off x="5828543" y="5943774"/>
            <a:ext cx="1289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5" name="Google Shape;245;p20"/>
          <p:cNvSpPr/>
          <p:nvPr/>
        </p:nvSpPr>
        <p:spPr>
          <a:xfrm>
            <a:off x="2918096" y="6574512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31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(53°)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2918096" y="6574512"/>
            <a:ext cx="324000" cy="324000"/>
          </a:xfrm>
          <a:prstGeom prst="ellipse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776643" y="6806147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 × cos(31°) =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776643" y="6806147"/>
            <a:ext cx="324000" cy="324000"/>
          </a:xfrm>
          <a:prstGeom prst="ellipse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140000" y="6829756"/>
            <a:ext cx="1902300" cy="32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cos(31°) = 53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140000" y="6829756"/>
            <a:ext cx="324000" cy="324000"/>
          </a:xfrm>
          <a:prstGeom prst="ellipse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76401" y="7530784"/>
            <a:ext cx="2220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adjacent to 31°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45.43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918096" y="7364704"/>
            <a:ext cx="1784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side adjacent to 53°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18.66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4820399" y="7530784"/>
            <a:ext cx="2220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hypotenuse has a length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61.83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3283487" y="5687081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1091027" y="5687081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 rot="-5400000">
            <a:off x="5365980" y="5572524"/>
            <a:ext cx="1289400" cy="74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7325" y="6562350"/>
            <a:ext cx="866700" cy="1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/>
        </p:nvSpPr>
        <p:spPr>
          <a:xfrm>
            <a:off x="5488398" y="4071342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 = 45.30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3865440" y="4071342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 = 32.88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699997" y="4071342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29.60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699997" y="2316591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= 0.85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057034" y="2982063"/>
            <a:ext cx="1493700" cy="14937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 flipH="1">
            <a:off x="4684818" y="1644051"/>
            <a:ext cx="1042800" cy="1042800"/>
          </a:xfrm>
          <a:prstGeom prst="arc">
            <a:avLst>
              <a:gd fmla="val 10771373" name="adj1"/>
              <a:gd fmla="val 1338837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74888" y="3277000"/>
            <a:ext cx="65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30410" y="776025"/>
            <a:ext cx="649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using the cosine formula, find the length of the missing side labelled with a letter for each of these triangles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 flipH="1">
            <a:off x="127741" y="1618091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1"/>
          <p:cNvCxnSpPr/>
          <p:nvPr/>
        </p:nvCxnSpPr>
        <p:spPr>
          <a:xfrm>
            <a:off x="4861479" y="1178945"/>
            <a:ext cx="0" cy="281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1"/>
          <p:cNvCxnSpPr/>
          <p:nvPr/>
        </p:nvCxnSpPr>
        <p:spPr>
          <a:xfrm>
            <a:off x="2695985" y="1178945"/>
            <a:ext cx="0" cy="281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1"/>
          <p:cNvSpPr/>
          <p:nvPr/>
        </p:nvSpPr>
        <p:spPr>
          <a:xfrm>
            <a:off x="1551571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 flipH="1">
            <a:off x="601929" y="1329450"/>
            <a:ext cx="1039800" cy="77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5" name="Google Shape;275;p21"/>
          <p:cNvSpPr txBox="1"/>
          <p:nvPr/>
        </p:nvSpPr>
        <p:spPr>
          <a:xfrm>
            <a:off x="705606" y="1479982"/>
            <a:ext cx="4836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 rot="10800000">
            <a:off x="1773759" y="1387928"/>
            <a:ext cx="0" cy="77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7" name="Google Shape;277;p21"/>
          <p:cNvSpPr/>
          <p:nvPr/>
        </p:nvSpPr>
        <p:spPr>
          <a:xfrm flipH="1">
            <a:off x="2339671" y="1618091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3763500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9" name="Google Shape;279;p21"/>
          <p:cNvCxnSpPr/>
          <p:nvPr/>
        </p:nvCxnSpPr>
        <p:spPr>
          <a:xfrm flipH="1">
            <a:off x="2813858" y="1329450"/>
            <a:ext cx="1039800" cy="77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0" name="Google Shape;280;p21"/>
          <p:cNvSpPr txBox="1"/>
          <p:nvPr/>
        </p:nvSpPr>
        <p:spPr>
          <a:xfrm flipH="1">
            <a:off x="3042479" y="1958465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1" name="Google Shape;281;p21"/>
          <p:cNvCxnSpPr/>
          <p:nvPr/>
        </p:nvCxnSpPr>
        <p:spPr>
          <a:xfrm rot="10800000">
            <a:off x="3985689" y="1387928"/>
            <a:ext cx="0" cy="77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2" name="Google Shape;282;p21"/>
          <p:cNvSpPr/>
          <p:nvPr/>
        </p:nvSpPr>
        <p:spPr>
          <a:xfrm flipH="1">
            <a:off x="5305873" y="3583394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 rot="10800000">
            <a:off x="5227043" y="3169151"/>
            <a:ext cx="0" cy="568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4" name="Google Shape;284;p21"/>
          <p:cNvCxnSpPr/>
          <p:nvPr/>
        </p:nvCxnSpPr>
        <p:spPr>
          <a:xfrm rot="10800000">
            <a:off x="5337945" y="3095216"/>
            <a:ext cx="1522500" cy="562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5" name="Google Shape;285;p21"/>
          <p:cNvSpPr/>
          <p:nvPr/>
        </p:nvSpPr>
        <p:spPr>
          <a:xfrm>
            <a:off x="6083003" y="2016557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 flipH="1">
            <a:off x="5144336" y="1150360"/>
            <a:ext cx="1039800" cy="949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7" name="Google Shape;287;p21"/>
          <p:cNvSpPr txBox="1"/>
          <p:nvPr/>
        </p:nvSpPr>
        <p:spPr>
          <a:xfrm>
            <a:off x="5066990" y="1479973"/>
            <a:ext cx="65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 flipH="1">
            <a:off x="5340950" y="1942691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 flipH="1">
            <a:off x="2443990" y="3248882"/>
            <a:ext cx="1094400" cy="10944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" name="Google Shape;290;p21"/>
          <p:cNvCxnSpPr/>
          <p:nvPr/>
        </p:nvCxnSpPr>
        <p:spPr>
          <a:xfrm rot="10800000">
            <a:off x="6305186" y="1215118"/>
            <a:ext cx="0" cy="949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1" name="Google Shape;291;p21"/>
          <p:cNvSpPr/>
          <p:nvPr/>
        </p:nvSpPr>
        <p:spPr>
          <a:xfrm>
            <a:off x="3867819" y="3647348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2" name="Google Shape;292;p21"/>
          <p:cNvCxnSpPr/>
          <p:nvPr/>
        </p:nvCxnSpPr>
        <p:spPr>
          <a:xfrm flipH="1">
            <a:off x="2907661" y="2944467"/>
            <a:ext cx="1039800" cy="777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3" name="Google Shape;293;p21"/>
          <p:cNvCxnSpPr/>
          <p:nvPr/>
        </p:nvCxnSpPr>
        <p:spPr>
          <a:xfrm rot="10800000">
            <a:off x="4111087" y="3047309"/>
            <a:ext cx="0" cy="753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4" name="Google Shape;294;p21"/>
          <p:cNvSpPr txBox="1"/>
          <p:nvPr/>
        </p:nvSpPr>
        <p:spPr>
          <a:xfrm>
            <a:off x="4102925" y="3330959"/>
            <a:ext cx="5952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flipH="1">
            <a:off x="3146798" y="3589256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 flipH="1">
            <a:off x="830550" y="1958465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 flipH="1">
            <a:off x="3567930" y="2584849"/>
            <a:ext cx="884100" cy="884100"/>
          </a:xfrm>
          <a:prstGeom prst="arc">
            <a:avLst>
              <a:gd fmla="val 2216544" name="adj1"/>
              <a:gd fmla="val 54150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 flipH="1">
            <a:off x="3660928" y="3202303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3029691" y="3129632"/>
            <a:ext cx="4284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015162" y="3090852"/>
            <a:ext cx="4284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1"/>
          <p:cNvCxnSpPr/>
          <p:nvPr/>
        </p:nvCxnSpPr>
        <p:spPr>
          <a:xfrm rot="10800000">
            <a:off x="638897" y="2247484"/>
            <a:ext cx="1061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2" name="Google Shape;302;p21"/>
          <p:cNvSpPr txBox="1"/>
          <p:nvPr/>
        </p:nvSpPr>
        <p:spPr>
          <a:xfrm>
            <a:off x="816008" y="2282990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852044" y="1479973"/>
            <a:ext cx="5709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 rot="10800000">
            <a:off x="2861498" y="2247484"/>
            <a:ext cx="1061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" name="Google Shape;305;p21"/>
          <p:cNvSpPr txBox="1"/>
          <p:nvPr/>
        </p:nvSpPr>
        <p:spPr>
          <a:xfrm>
            <a:off x="3038609" y="2282990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1"/>
          <p:cNvCxnSpPr/>
          <p:nvPr/>
        </p:nvCxnSpPr>
        <p:spPr>
          <a:xfrm rot="10800000">
            <a:off x="5191518" y="2251886"/>
            <a:ext cx="1061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7" name="Google Shape;307;p21"/>
          <p:cNvSpPr txBox="1"/>
          <p:nvPr/>
        </p:nvSpPr>
        <p:spPr>
          <a:xfrm>
            <a:off x="5368629" y="2287391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 flipH="1">
            <a:off x="192716" y="3441078"/>
            <a:ext cx="1042800" cy="1042800"/>
          </a:xfrm>
          <a:prstGeom prst="arc">
            <a:avLst>
              <a:gd fmla="val 10771373" name="adj1"/>
              <a:gd fmla="val 1338837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1590901" y="3813584"/>
            <a:ext cx="148500" cy="148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1"/>
          <p:cNvCxnSpPr/>
          <p:nvPr/>
        </p:nvCxnSpPr>
        <p:spPr>
          <a:xfrm flipH="1">
            <a:off x="652234" y="2947387"/>
            <a:ext cx="1039800" cy="949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1" name="Google Shape;311;p21"/>
          <p:cNvSpPr txBox="1"/>
          <p:nvPr/>
        </p:nvSpPr>
        <p:spPr>
          <a:xfrm flipH="1">
            <a:off x="848848" y="3739717"/>
            <a:ext cx="405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2" name="Google Shape;312;p21"/>
          <p:cNvCxnSpPr/>
          <p:nvPr/>
        </p:nvCxnSpPr>
        <p:spPr>
          <a:xfrm rot="10800000">
            <a:off x="1813084" y="3012145"/>
            <a:ext cx="0" cy="949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" name="Google Shape;313;p21"/>
          <p:cNvCxnSpPr/>
          <p:nvPr/>
        </p:nvCxnSpPr>
        <p:spPr>
          <a:xfrm rot="10800000">
            <a:off x="699416" y="4048912"/>
            <a:ext cx="1061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4" name="Google Shape;314;p21"/>
          <p:cNvSpPr txBox="1"/>
          <p:nvPr/>
        </p:nvSpPr>
        <p:spPr>
          <a:xfrm>
            <a:off x="876526" y="4084418"/>
            <a:ext cx="706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 rot="10800000">
            <a:off x="5305964" y="3825505"/>
            <a:ext cx="1522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" name="Google Shape;316;p21"/>
          <p:cNvSpPr txBox="1"/>
          <p:nvPr/>
        </p:nvSpPr>
        <p:spPr>
          <a:xfrm>
            <a:off x="5560190" y="3861009"/>
            <a:ext cx="10140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cm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963270" y="3533396"/>
            <a:ext cx="5658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 rot="10800000">
            <a:off x="2955127" y="3901482"/>
            <a:ext cx="10611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9" name="Google Shape;319;p21"/>
          <p:cNvSpPr txBox="1"/>
          <p:nvPr/>
        </p:nvSpPr>
        <p:spPr>
          <a:xfrm>
            <a:off x="6030944" y="2316591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= 16.35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3865440" y="2316591"/>
            <a:ext cx="995700" cy="2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= 18.66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522706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734640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4946575" y="117559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22706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2734640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946575" y="2917889"/>
            <a:ext cx="30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cosine ratio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 flipH="1">
            <a:off x="670691" y="6607263"/>
            <a:ext cx="1681500" cy="1681800"/>
          </a:xfrm>
          <a:prstGeom prst="arc">
            <a:avLst>
              <a:gd fmla="val 10771373" name="adj1"/>
              <a:gd fmla="val 1227390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 rot="-5400000">
            <a:off x="2156838" y="5723666"/>
            <a:ext cx="1059000" cy="2388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/>
          <p:nvPr/>
        </p:nvSpPr>
        <p:spPr>
          <a:xfrm rot="-5400000">
            <a:off x="2788028" y="4087171"/>
            <a:ext cx="2064300" cy="4656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/>
          <p:nvPr/>
        </p:nvSpPr>
        <p:spPr>
          <a:xfrm rot="-5400000">
            <a:off x="2606087" y="4558017"/>
            <a:ext cx="1775400" cy="4003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/>
          <p:nvPr/>
        </p:nvSpPr>
        <p:spPr>
          <a:xfrm rot="-5400000">
            <a:off x="2364437" y="5184866"/>
            <a:ext cx="1390200" cy="3135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68000" y="457300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Find the lengths of the distances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(rounded to the nearest integer).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3685755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 flipH="1">
            <a:off x="1874353" y="7202314"/>
            <a:ext cx="5328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2336556" y="7654479"/>
            <a:ext cx="69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4431957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300563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953080" y="7252460"/>
            <a:ext cx="195000" cy="19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3988695" y="7645083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1" name="Google Shape;341;p21"/>
          <p:cNvCxnSpPr/>
          <p:nvPr/>
        </p:nvCxnSpPr>
        <p:spPr>
          <a:xfrm rot="10800000">
            <a:off x="1492141" y="7615614"/>
            <a:ext cx="2388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2" name="Google Shape;342;p21"/>
          <p:cNvSpPr txBox="1"/>
          <p:nvPr/>
        </p:nvSpPr>
        <p:spPr>
          <a:xfrm>
            <a:off x="4763558" y="7645089"/>
            <a:ext cx="5916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>
            <a:off x="3881041" y="7615614"/>
            <a:ext cx="750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4" name="Google Shape;344;p21"/>
          <p:cNvCxnSpPr/>
          <p:nvPr/>
        </p:nvCxnSpPr>
        <p:spPr>
          <a:xfrm rot="10800000">
            <a:off x="4631801" y="7616270"/>
            <a:ext cx="8550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5" name="Google Shape;345;p21"/>
          <p:cNvCxnSpPr/>
          <p:nvPr/>
        </p:nvCxnSpPr>
        <p:spPr>
          <a:xfrm>
            <a:off x="5486801" y="7615614"/>
            <a:ext cx="6624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6" name="Google Shape;346;p21"/>
          <p:cNvSpPr txBox="1"/>
          <p:nvPr/>
        </p:nvSpPr>
        <p:spPr>
          <a:xfrm>
            <a:off x="5550277" y="7645083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2299486" y="6441415"/>
            <a:ext cx="6999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" name="Google Shape;348;p21"/>
          <p:cNvCxnSpPr/>
          <p:nvPr/>
        </p:nvCxnSpPr>
        <p:spPr>
          <a:xfrm flipH="1">
            <a:off x="1492147" y="6218246"/>
            <a:ext cx="2388600" cy="10590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1"/>
          <p:cNvCxnSpPr/>
          <p:nvPr/>
        </p:nvCxnSpPr>
        <p:spPr>
          <a:xfrm flipH="1" rot="10800000">
            <a:off x="3880747" y="5887046"/>
            <a:ext cx="746100" cy="331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" name="Google Shape;350;p21"/>
          <p:cNvCxnSpPr/>
          <p:nvPr/>
        </p:nvCxnSpPr>
        <p:spPr>
          <a:xfrm flipH="1">
            <a:off x="4627062" y="5501990"/>
            <a:ext cx="868500" cy="385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1" name="Google Shape;351;p21"/>
          <p:cNvCxnSpPr/>
          <p:nvPr/>
        </p:nvCxnSpPr>
        <p:spPr>
          <a:xfrm flipH="1" rot="10800000">
            <a:off x="5495562" y="5213090"/>
            <a:ext cx="652800" cy="288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2" name="Google Shape;352;p21"/>
          <p:cNvSpPr txBox="1"/>
          <p:nvPr/>
        </p:nvSpPr>
        <p:spPr>
          <a:xfrm>
            <a:off x="3894879" y="5787880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4691449" y="5423980"/>
            <a:ext cx="5916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423411" y="5125744"/>
            <a:ext cx="5355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2299200" y="7798325"/>
            <a:ext cx="74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3794476" y="5619700"/>
            <a:ext cx="69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717925" y="7779500"/>
            <a:ext cx="62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329572" y="4952310"/>
            <a:ext cx="70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/>
          <p:nvPr/>
        </p:nvSpPr>
        <p:spPr>
          <a:xfrm flipH="1" rot="5400000">
            <a:off x="5785968" y="2689257"/>
            <a:ext cx="562500" cy="15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 rot="-5400000">
            <a:off x="5236572" y="1170120"/>
            <a:ext cx="9498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 rot="-5400000">
            <a:off x="791533" y="1256520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 rot="-5400000">
            <a:off x="3003463" y="1256520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 rot="-5400000">
            <a:off x="744470" y="2967147"/>
            <a:ext cx="9498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 rot="-5400000">
            <a:off x="3107782" y="2887311"/>
            <a:ext cx="777000" cy="103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7" name="Google Shape;3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00" y="2671926"/>
            <a:ext cx="6624000" cy="3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 txBox="1"/>
          <p:nvPr/>
        </p:nvSpPr>
        <p:spPr>
          <a:xfrm>
            <a:off x="1906146" y="6227660"/>
            <a:ext cx="543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906222" y="6227659"/>
            <a:ext cx="543000" cy="309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4329006" y="6227660"/>
            <a:ext cx="543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66.8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/>
          <p:nvPr/>
        </p:nvSpPr>
        <p:spPr>
          <a:xfrm rot="10800000">
            <a:off x="3777840" y="4622417"/>
            <a:ext cx="615600" cy="615600"/>
          </a:xfrm>
          <a:prstGeom prst="arc">
            <a:avLst>
              <a:gd fmla="val 16177816" name="adj1"/>
              <a:gd fmla="val 1991822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/>
          <p:nvPr/>
        </p:nvSpPr>
        <p:spPr>
          <a:xfrm rot="-5400000">
            <a:off x="3387401" y="4702467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74750" y="720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angles using the cosine formula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>
            <p:ph idx="4294967295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cosine ratio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557940" y="982789"/>
            <a:ext cx="65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each triangle to: an equation that describes the relationship between its hypotenuse and an adjacent side, and to the size of its angle (2 d.p.).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/>
          <p:nvPr/>
        </p:nvSpPr>
        <p:spPr>
          <a:xfrm flipH="1">
            <a:off x="482790" y="1997274"/>
            <a:ext cx="995400" cy="995400"/>
          </a:xfrm>
          <a:prstGeom prst="arc">
            <a:avLst>
              <a:gd fmla="val 10771373" name="adj1"/>
              <a:gd fmla="val 1286157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/>
          <p:nvPr/>
        </p:nvSpPr>
        <p:spPr>
          <a:xfrm flipH="1">
            <a:off x="962328" y="1719607"/>
            <a:ext cx="1163700" cy="780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2" name="Google Shape;382;p22"/>
          <p:cNvCxnSpPr/>
          <p:nvPr/>
        </p:nvCxnSpPr>
        <p:spPr>
          <a:xfrm flipH="1" rot="10800000">
            <a:off x="904381" y="1633971"/>
            <a:ext cx="1163700" cy="780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83" name="Google Shape;383;p22"/>
          <p:cNvCxnSpPr/>
          <p:nvPr/>
        </p:nvCxnSpPr>
        <p:spPr>
          <a:xfrm rot="10800000">
            <a:off x="962328" y="2585783"/>
            <a:ext cx="1163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84" name="Google Shape;384;p22"/>
          <p:cNvSpPr txBox="1"/>
          <p:nvPr/>
        </p:nvSpPr>
        <p:spPr>
          <a:xfrm flipH="1">
            <a:off x="1184491" y="2348581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 flipH="1">
            <a:off x="922091" y="1861266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/>
          <p:nvPr/>
        </p:nvSpPr>
        <p:spPr>
          <a:xfrm flipH="1" rot="-5400000">
            <a:off x="1978934" y="2353091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 flipH="1">
            <a:off x="1244771" y="2596932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155557" y="1857437"/>
            <a:ext cx="995400" cy="995400"/>
          </a:xfrm>
          <a:prstGeom prst="arc">
            <a:avLst>
              <a:gd fmla="val 10771373" name="adj1"/>
              <a:gd fmla="val 1286157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5507719" y="1579770"/>
            <a:ext cx="1163700" cy="780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0" name="Google Shape;390;p22"/>
          <p:cNvCxnSpPr/>
          <p:nvPr/>
        </p:nvCxnSpPr>
        <p:spPr>
          <a:xfrm rot="10800000">
            <a:off x="5565666" y="1494133"/>
            <a:ext cx="1163700" cy="780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1" name="Google Shape;391;p22"/>
          <p:cNvCxnSpPr/>
          <p:nvPr/>
        </p:nvCxnSpPr>
        <p:spPr>
          <a:xfrm>
            <a:off x="5507719" y="2445945"/>
            <a:ext cx="1163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2" name="Google Shape;392;p22"/>
          <p:cNvSpPr txBox="1"/>
          <p:nvPr/>
        </p:nvSpPr>
        <p:spPr>
          <a:xfrm>
            <a:off x="6119856" y="2208743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084956" y="1721428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/>
          <p:nvPr/>
        </p:nvSpPr>
        <p:spPr>
          <a:xfrm rot="5400000">
            <a:off x="5507813" y="2213253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5762277" y="2457094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6" name="Google Shape;396;p22"/>
          <p:cNvCxnSpPr/>
          <p:nvPr/>
        </p:nvCxnSpPr>
        <p:spPr>
          <a:xfrm rot="5400000">
            <a:off x="5021204" y="1964496"/>
            <a:ext cx="7806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7" name="Google Shape;397;p22"/>
          <p:cNvSpPr txBox="1"/>
          <p:nvPr/>
        </p:nvSpPr>
        <p:spPr>
          <a:xfrm>
            <a:off x="4903840" y="1893584"/>
            <a:ext cx="5193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/>
          <p:nvPr/>
        </p:nvSpPr>
        <p:spPr>
          <a:xfrm flipH="1">
            <a:off x="2761941" y="2418892"/>
            <a:ext cx="774300" cy="774300"/>
          </a:xfrm>
          <a:prstGeom prst="arc">
            <a:avLst>
              <a:gd fmla="val 10771373" name="adj1"/>
              <a:gd fmla="val 1401548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/>
          <p:nvPr/>
        </p:nvSpPr>
        <p:spPr>
          <a:xfrm flipH="1">
            <a:off x="3134565" y="1611668"/>
            <a:ext cx="841500" cy="1174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0" name="Google Shape;400;p22"/>
          <p:cNvCxnSpPr/>
          <p:nvPr/>
        </p:nvCxnSpPr>
        <p:spPr>
          <a:xfrm flipH="1" rot="10800000">
            <a:off x="3064556" y="1553590"/>
            <a:ext cx="835200" cy="1169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1" name="Google Shape;401;p22"/>
          <p:cNvCxnSpPr/>
          <p:nvPr/>
        </p:nvCxnSpPr>
        <p:spPr>
          <a:xfrm rot="10800000">
            <a:off x="3123765" y="2871628"/>
            <a:ext cx="852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2" name="Google Shape;402;p22"/>
          <p:cNvSpPr txBox="1"/>
          <p:nvPr/>
        </p:nvSpPr>
        <p:spPr>
          <a:xfrm flipH="1">
            <a:off x="3207809" y="2627385"/>
            <a:ext cx="3294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 flipH="1">
            <a:off x="2904695" y="2003101"/>
            <a:ext cx="6267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/>
          <p:nvPr/>
        </p:nvSpPr>
        <p:spPr>
          <a:xfrm flipH="1" rot="-5400000">
            <a:off x="3828977" y="2638927"/>
            <a:ext cx="147000" cy="147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 flipH="1">
            <a:off x="3330669" y="2882776"/>
            <a:ext cx="4590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6" name="Google Shape;406;p22"/>
          <p:cNvCxnSpPr/>
          <p:nvPr/>
        </p:nvCxnSpPr>
        <p:spPr>
          <a:xfrm rot="5400000">
            <a:off x="3487436" y="2195875"/>
            <a:ext cx="1169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7" name="Google Shape;407;p22"/>
          <p:cNvSpPr txBox="1"/>
          <p:nvPr/>
        </p:nvSpPr>
        <p:spPr>
          <a:xfrm flipH="1">
            <a:off x="4060675" y="2089502"/>
            <a:ext cx="3294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8" name="Google Shape;4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363" y="1476238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2"/>
          <p:cNvSpPr txBox="1"/>
          <p:nvPr/>
        </p:nvSpPr>
        <p:spPr>
          <a:xfrm>
            <a:off x="2164019" y="1480556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0" name="Google Shape;4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775" y="1453047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2"/>
          <p:cNvSpPr txBox="1"/>
          <p:nvPr/>
        </p:nvSpPr>
        <p:spPr>
          <a:xfrm>
            <a:off x="3510431" y="1457365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2" name="Google Shape;4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771" y="1551735"/>
            <a:ext cx="216594" cy="21659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2"/>
          <p:cNvSpPr txBox="1"/>
          <p:nvPr/>
        </p:nvSpPr>
        <p:spPr>
          <a:xfrm>
            <a:off x="5083427" y="1556053"/>
            <a:ext cx="193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906993" y="2992665"/>
            <a:ext cx="12744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906989" y="2992669"/>
            <a:ext cx="414000" cy="41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416" name="Google Shape;416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0" r="81015" t="0"/>
          <a:stretch/>
        </p:blipFill>
        <p:spPr>
          <a:xfrm>
            <a:off x="1350600" y="3018651"/>
            <a:ext cx="716473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/>
          <p:nvPr/>
        </p:nvSpPr>
        <p:spPr>
          <a:xfrm>
            <a:off x="5391564" y="2737432"/>
            <a:ext cx="12744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391559" y="2737437"/>
            <a:ext cx="414000" cy="41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419" name="Google Shape;419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80626" r="0" t="0"/>
          <a:stretch/>
        </p:blipFill>
        <p:spPr>
          <a:xfrm>
            <a:off x="5835168" y="2763413"/>
            <a:ext cx="731173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2"/>
          <p:cNvSpPr/>
          <p:nvPr/>
        </p:nvSpPr>
        <p:spPr>
          <a:xfrm>
            <a:off x="2805311" y="3162971"/>
            <a:ext cx="1603500" cy="4140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68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2805308" y="3162969"/>
            <a:ext cx="414000" cy="414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cos\left(\theta°\right)=\frac{3}{4}\ \ \ \ \ \ \ \ \ \ \ \ \ \theta°=\cos^{-1}\left(\frac{3}{5}\right)\ \ \ \ \ \ \ \ \ \ \ \ \ \ \ \ \ \ \ \ \ \ \ \cos\left(\theta°\right)=\frac{4}{5}&quot;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θ&lt;/mi&gt;&lt;mrow data-mjx-texclass=&quot;ORD&quot;&gt;&lt;mo data-mjx-pseudoscript=&quot;true&quot;&gt;°&lt;/mo&gt;&lt;/mrow&gt;&lt;mo&gt;=&lt;/mo&gt;&lt;msup&gt;&lt;mi&gt;cos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3&lt;/mn&gt;&lt;mn&gt;5&lt;/mn&gt;&lt;/mfrac&gt;&lt;mo data-mjx-texclass=&quot;CLOSE&quot;&gt;)&lt;/mo&gt;&lt;/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cos&lt;/mi&gt;&lt;mo data-mjx-texclass=&quot;NONE&quot;&gt;⁡&lt;/mo&gt;&lt;mrow data-mjx-texclass=&quot;INNER&quot;&gt;&lt;mo data-mjx-texclass=&quot;OPEN&quot;&gt;(&lt;/mo&gt;&lt;mi&gt;θ&lt;/mi&gt;&lt;mrow data-mjx-texclass=&quot;ORD&quot;&gt;&lt;mo data-mjx-pseudoscript=&quot;true&quot;&gt;°&lt;/mo&gt;&lt;/mrow&gt;&lt;mo data-mjx-texclass=&quot;CLOSE&quot;&gt;)&lt;/mo&gt;&lt;/mrow&gt;&lt;mo&gt;=&lt;/mo&gt;&lt;mfrac&gt;&lt;mn&gt;4&lt;/mn&gt;&lt;mn&gt;5&lt;/mn&gt;&lt;/mfrac&gt;&lt;/math&gt;" id="422" name="Google Shape;422;p22" title="cosine theta degrees equals three fourths theta degrees equals the inverse cosine of three fifths cosine theta degrees equals four fifths"/>
          <p:cNvPicPr preferRelativeResize="0"/>
          <p:nvPr/>
        </p:nvPicPr>
        <p:blipFill rotWithShape="1">
          <a:blip r:embed="rId4">
            <a:alphaModFix/>
          </a:blip>
          <a:srcRect b="0" l="31304" r="41793" t="0"/>
          <a:stretch/>
        </p:blipFill>
        <p:spPr>
          <a:xfrm>
            <a:off x="3248916" y="3188953"/>
            <a:ext cx="1015257" cy="361857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2"/>
          <p:cNvSpPr/>
          <p:nvPr/>
        </p:nvSpPr>
        <p:spPr>
          <a:xfrm>
            <a:off x="2938476" y="3673577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53.13°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2938476" y="3673577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889551" y="3508195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41.41°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889551" y="3508195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5360218" y="3237420"/>
            <a:ext cx="1337100" cy="317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1600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36.87°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5360218" y="3237420"/>
            <a:ext cx="317700" cy="3177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/>
          <p:nvPr/>
        </p:nvSpPr>
        <p:spPr>
          <a:xfrm rot="10800000">
            <a:off x="715753" y="7948314"/>
            <a:ext cx="669000" cy="669000"/>
          </a:xfrm>
          <a:prstGeom prst="arc">
            <a:avLst>
              <a:gd fmla="val 7644222" name="adj1"/>
              <a:gd fmla="val 1080995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/>
          <p:nvPr/>
        </p:nvSpPr>
        <p:spPr>
          <a:xfrm rot="-5400000">
            <a:off x="959349" y="7589177"/>
            <a:ext cx="782100" cy="6051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2"/>
          <p:cNvCxnSpPr/>
          <p:nvPr/>
        </p:nvCxnSpPr>
        <p:spPr>
          <a:xfrm flipH="1">
            <a:off x="977671" y="7458355"/>
            <a:ext cx="605100" cy="78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2" name="Google Shape;432;p22"/>
          <p:cNvSpPr/>
          <p:nvPr/>
        </p:nvSpPr>
        <p:spPr>
          <a:xfrm rot="10800000">
            <a:off x="752435" y="4927739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/>
          <p:nvPr/>
        </p:nvSpPr>
        <p:spPr>
          <a:xfrm rot="10800000">
            <a:off x="4998631" y="5159295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 rot="-5400000">
            <a:off x="1456787" y="4738911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5" name="Google Shape;435;p22"/>
          <p:cNvCxnSpPr/>
          <p:nvPr/>
        </p:nvCxnSpPr>
        <p:spPr>
          <a:xfrm flipH="1">
            <a:off x="1178157" y="4893822"/>
            <a:ext cx="92250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6" name="Google Shape;436;p22"/>
          <p:cNvSpPr txBox="1"/>
          <p:nvPr/>
        </p:nvSpPr>
        <p:spPr>
          <a:xfrm>
            <a:off x="1731406" y="6293506"/>
            <a:ext cx="116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7" name="Google Shape;437;p22"/>
          <p:cNvCxnSpPr/>
          <p:nvPr/>
        </p:nvCxnSpPr>
        <p:spPr>
          <a:xfrm rot="10800000">
            <a:off x="4945075" y="4750201"/>
            <a:ext cx="0" cy="522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22"/>
          <p:cNvCxnSpPr/>
          <p:nvPr/>
        </p:nvCxnSpPr>
        <p:spPr>
          <a:xfrm rot="10800000">
            <a:off x="2793600" y="4750201"/>
            <a:ext cx="0" cy="522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22"/>
          <p:cNvCxnSpPr/>
          <p:nvPr/>
        </p:nvCxnSpPr>
        <p:spPr>
          <a:xfrm>
            <a:off x="651967" y="7412577"/>
            <a:ext cx="644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2"/>
          <p:cNvSpPr/>
          <p:nvPr/>
        </p:nvSpPr>
        <p:spPr>
          <a:xfrm>
            <a:off x="2042201" y="5324476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508871" y="5900050"/>
            <a:ext cx="824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1262195" y="6013039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1262195" y="584066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4" name="Google Shape;444;p22"/>
          <p:cNvCxnSpPr/>
          <p:nvPr/>
        </p:nvCxnSpPr>
        <p:spPr>
          <a:xfrm>
            <a:off x="1311170" y="6010848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22"/>
          <p:cNvSpPr txBox="1"/>
          <p:nvPr/>
        </p:nvSpPr>
        <p:spPr>
          <a:xfrm flipH="1">
            <a:off x="1154018" y="492606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 flipH="1">
            <a:off x="1446293" y="5558310"/>
            <a:ext cx="543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1262195" y="638449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1262195" y="6212118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9" name="Google Shape;449;p22"/>
          <p:cNvCxnSpPr/>
          <p:nvPr/>
        </p:nvCxnSpPr>
        <p:spPr>
          <a:xfrm>
            <a:off x="1311170" y="6382302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22"/>
          <p:cNvSpPr txBox="1"/>
          <p:nvPr/>
        </p:nvSpPr>
        <p:spPr>
          <a:xfrm>
            <a:off x="443991" y="6271513"/>
            <a:ext cx="889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1562424" y="6271513"/>
            <a:ext cx="168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 flipH="1">
            <a:off x="3055336" y="4905017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 flipH="1">
            <a:off x="4228907" y="5082568"/>
            <a:ext cx="543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3966930" y="5287057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 flipH="1">
            <a:off x="1466379" y="5267307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 flipH="1">
            <a:off x="3872454" y="5023479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7" name="Google Shape;457;p22"/>
          <p:cNvCxnSpPr/>
          <p:nvPr/>
        </p:nvCxnSpPr>
        <p:spPr>
          <a:xfrm flipH="1">
            <a:off x="3108771" y="4857378"/>
            <a:ext cx="92250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58" name="Google Shape;458;p22"/>
          <p:cNvSpPr txBox="1"/>
          <p:nvPr/>
        </p:nvSpPr>
        <p:spPr>
          <a:xfrm>
            <a:off x="4139826" y="6293506"/>
            <a:ext cx="116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2931655" y="5784272"/>
            <a:ext cx="8247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3678268" y="5897261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3678268" y="5724886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2" name="Google Shape;462;p22"/>
          <p:cNvCxnSpPr/>
          <p:nvPr/>
        </p:nvCxnSpPr>
        <p:spPr>
          <a:xfrm>
            <a:off x="3727243" y="5895070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" name="Google Shape;463;p22"/>
          <p:cNvSpPr txBox="1"/>
          <p:nvPr/>
        </p:nvSpPr>
        <p:spPr>
          <a:xfrm>
            <a:off x="3678268" y="6384493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3678268" y="6212118"/>
            <a:ext cx="299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2"/>
          <p:cNvCxnSpPr/>
          <p:nvPr/>
        </p:nvCxnSpPr>
        <p:spPr>
          <a:xfrm>
            <a:off x="3727243" y="6382302"/>
            <a:ext cx="20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22"/>
          <p:cNvSpPr txBox="1"/>
          <p:nvPr/>
        </p:nvSpPr>
        <p:spPr>
          <a:xfrm>
            <a:off x="2866775" y="6271513"/>
            <a:ext cx="889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°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3985208" y="6271513"/>
            <a:ext cx="168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22"/>
          <p:cNvSpPr/>
          <p:nvPr/>
        </p:nvSpPr>
        <p:spPr>
          <a:xfrm>
            <a:off x="4329006" y="6227659"/>
            <a:ext cx="543000" cy="309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2"/>
          <p:cNvSpPr/>
          <p:nvPr/>
        </p:nvSpPr>
        <p:spPr>
          <a:xfrm rot="-5400000">
            <a:off x="5702983" y="4970466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0" name="Google Shape;470;p22"/>
          <p:cNvCxnSpPr/>
          <p:nvPr/>
        </p:nvCxnSpPr>
        <p:spPr>
          <a:xfrm flipH="1">
            <a:off x="5424353" y="5125378"/>
            <a:ext cx="92250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71" name="Google Shape;471;p22"/>
          <p:cNvSpPr/>
          <p:nvPr/>
        </p:nvSpPr>
        <p:spPr>
          <a:xfrm>
            <a:off x="6288397" y="5556031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 flipH="1">
            <a:off x="5400214" y="5157620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 flipH="1">
            <a:off x="5712575" y="5498863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2"/>
          <p:cNvSpPr/>
          <p:nvPr/>
        </p:nvSpPr>
        <p:spPr>
          <a:xfrm rot="10800000">
            <a:off x="4998631" y="7528309"/>
            <a:ext cx="1011300" cy="1011600"/>
          </a:xfrm>
          <a:prstGeom prst="arc">
            <a:avLst>
              <a:gd fmla="val 9151910" name="adj1"/>
              <a:gd fmla="val 1080995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2"/>
          <p:cNvSpPr/>
          <p:nvPr/>
        </p:nvSpPr>
        <p:spPr>
          <a:xfrm rot="-5400000">
            <a:off x="5702983" y="7339481"/>
            <a:ext cx="480900" cy="922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76" name="Google Shape;476;p22"/>
          <p:cNvCxnSpPr/>
          <p:nvPr/>
        </p:nvCxnSpPr>
        <p:spPr>
          <a:xfrm flipH="1">
            <a:off x="5424353" y="7494393"/>
            <a:ext cx="92250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77" name="Google Shape;477;p22"/>
          <p:cNvSpPr/>
          <p:nvPr/>
        </p:nvSpPr>
        <p:spPr>
          <a:xfrm>
            <a:off x="6288397" y="7925046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2"/>
          <p:cNvSpPr txBox="1"/>
          <p:nvPr/>
        </p:nvSpPr>
        <p:spPr>
          <a:xfrm flipH="1">
            <a:off x="5379319" y="752663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 flipH="1">
            <a:off x="5788432" y="7840110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0" name="Google Shape;480;p22"/>
          <p:cNvCxnSpPr/>
          <p:nvPr/>
        </p:nvCxnSpPr>
        <p:spPr>
          <a:xfrm rot="10800000">
            <a:off x="1214588" y="5557588"/>
            <a:ext cx="950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1" name="Google Shape;481;p22"/>
          <p:cNvSpPr txBox="1"/>
          <p:nvPr/>
        </p:nvSpPr>
        <p:spPr>
          <a:xfrm>
            <a:off x="642129" y="4539650"/>
            <a:ext cx="61428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size of each angle marked with a letter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2" name="Google Shape;482;p22"/>
          <p:cNvCxnSpPr/>
          <p:nvPr/>
        </p:nvCxnSpPr>
        <p:spPr>
          <a:xfrm rot="10800000">
            <a:off x="4204041" y="4925192"/>
            <a:ext cx="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3" name="Google Shape;483;p22"/>
          <p:cNvSpPr txBox="1"/>
          <p:nvPr/>
        </p:nvSpPr>
        <p:spPr>
          <a:xfrm flipH="1">
            <a:off x="5634517" y="5773190"/>
            <a:ext cx="6951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4" name="Google Shape;484;p22"/>
          <p:cNvCxnSpPr/>
          <p:nvPr/>
        </p:nvCxnSpPr>
        <p:spPr>
          <a:xfrm rot="10800000">
            <a:off x="5478789" y="5772468"/>
            <a:ext cx="950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85" name="Google Shape;485;p22"/>
          <p:cNvSpPr/>
          <p:nvPr/>
        </p:nvSpPr>
        <p:spPr>
          <a:xfrm>
            <a:off x="1538558" y="8167537"/>
            <a:ext cx="114300" cy="114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 flipH="1">
            <a:off x="846653" y="7659446"/>
            <a:ext cx="4815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7" name="Google Shape;487;p22"/>
          <p:cNvSpPr txBox="1"/>
          <p:nvPr/>
        </p:nvSpPr>
        <p:spPr>
          <a:xfrm flipH="1">
            <a:off x="1130058" y="8110485"/>
            <a:ext cx="2424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 flipH="1">
            <a:off x="988662" y="8373458"/>
            <a:ext cx="748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9" name="Google Shape;489;p22"/>
          <p:cNvCxnSpPr/>
          <p:nvPr/>
        </p:nvCxnSpPr>
        <p:spPr>
          <a:xfrm rot="10800000">
            <a:off x="1037268" y="8350471"/>
            <a:ext cx="6156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0" name="Google Shape;490;p22"/>
          <p:cNvSpPr/>
          <p:nvPr/>
        </p:nvSpPr>
        <p:spPr>
          <a:xfrm rot="10800000">
            <a:off x="2379872" y="7716440"/>
            <a:ext cx="1140000" cy="1140300"/>
          </a:xfrm>
          <a:prstGeom prst="arc">
            <a:avLst>
              <a:gd fmla="val 9585297" name="adj1"/>
              <a:gd fmla="val 1080995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2"/>
          <p:cNvSpPr/>
          <p:nvPr/>
        </p:nvSpPr>
        <p:spPr>
          <a:xfrm rot="-5400000">
            <a:off x="3359411" y="7377258"/>
            <a:ext cx="480900" cy="1351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2" name="Google Shape;492;p22"/>
          <p:cNvCxnSpPr/>
          <p:nvPr/>
        </p:nvCxnSpPr>
        <p:spPr>
          <a:xfrm flipH="1">
            <a:off x="2839199" y="7746820"/>
            <a:ext cx="1351800" cy="480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3" name="Google Shape;493;p22"/>
          <p:cNvSpPr/>
          <p:nvPr/>
        </p:nvSpPr>
        <p:spPr>
          <a:xfrm>
            <a:off x="4158294" y="8177477"/>
            <a:ext cx="116100" cy="116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2"/>
          <p:cNvSpPr txBox="1"/>
          <p:nvPr/>
        </p:nvSpPr>
        <p:spPr>
          <a:xfrm flipH="1">
            <a:off x="3095565" y="7751235"/>
            <a:ext cx="6729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22"/>
          <p:cNvSpPr txBox="1"/>
          <p:nvPr/>
        </p:nvSpPr>
        <p:spPr>
          <a:xfrm flipH="1">
            <a:off x="3290384" y="8125746"/>
            <a:ext cx="246000" cy="1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 flipH="1">
            <a:off x="3265615" y="8410019"/>
            <a:ext cx="8208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7" name="Google Shape;497;p22"/>
          <p:cNvCxnSpPr/>
          <p:nvPr/>
        </p:nvCxnSpPr>
        <p:spPr>
          <a:xfrm rot="10800000">
            <a:off x="2974757" y="8387039"/>
            <a:ext cx="13248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8" name="Google Shape;498;p22"/>
          <p:cNvSpPr txBox="1"/>
          <p:nvPr/>
        </p:nvSpPr>
        <p:spPr>
          <a:xfrm flipH="1">
            <a:off x="5555558" y="8162604"/>
            <a:ext cx="853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0.435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9" name="Google Shape;499;p22"/>
          <p:cNvCxnSpPr/>
          <p:nvPr/>
        </p:nvCxnSpPr>
        <p:spPr>
          <a:xfrm rot="10800000">
            <a:off x="5478789" y="8146219"/>
            <a:ext cx="950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00" name="Google Shape;500;p22"/>
          <p:cNvSpPr txBox="1"/>
          <p:nvPr/>
        </p:nvSpPr>
        <p:spPr>
          <a:xfrm>
            <a:off x="3691829" y="5697201"/>
            <a:ext cx="27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3691829" y="5892558"/>
            <a:ext cx="27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3691829" y="6184024"/>
            <a:ext cx="27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3691829" y="6379380"/>
            <a:ext cx="2724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22"/>
          <p:cNvSpPr txBox="1"/>
          <p:nvPr/>
        </p:nvSpPr>
        <p:spPr>
          <a:xfrm>
            <a:off x="5155124" y="6227660"/>
            <a:ext cx="17457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 = 29.5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1675928" y="7845728"/>
            <a:ext cx="1191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64.2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5424929" y="8367032"/>
            <a:ext cx="11916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 = 29.5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3753325" y="7419231"/>
            <a:ext cx="11916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 = 14.8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634475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2832057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5029638" y="4934807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634475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2"/>
          <p:cNvSpPr txBox="1"/>
          <p:nvPr/>
        </p:nvSpPr>
        <p:spPr>
          <a:xfrm>
            <a:off x="2832057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5029638" y="7432718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4" name="Google Shape;514;p22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6" name="Google Shape;516;p2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2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