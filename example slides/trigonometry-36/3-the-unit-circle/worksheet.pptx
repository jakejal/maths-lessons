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1455182-FF89-4396-8D94-5A791B93556D}">
  <a:tblStyle styleId="{C1455182-FF89-4396-8D94-5A791B9355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hyperlink" Target="https://www.geogebra.org/m/ppd5afr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2" name="Google Shape;162;p20"/>
          <p:cNvGraphicFramePr>
            <a:graphicFrameLocks noGrp="1"/>
          </p:cNvGraphicFramePr>
          <p:nvPr/>
        </p:nvGraphicFramePr>
        <p:xfrm>
          <a:off x="512729" y="4772400"/>
          <a:ext cx="6505100" cy="895431"/>
        </p:xfrm>
        <a:graphic>
          <a:graphicData uri="http://schemas.openxmlformats.org/drawingml/2006/table">
            <a:tbl>
              <a:tblPr>
                <a:noFill/>
                <a:tableStyleId>{C1455182-FF89-4396-8D94-5A791B93556D}</a:tableStyleId>
              </a:tblPr>
              <a:tblGrid>
                <a:gridCol w="1001475"/>
                <a:gridCol w="531125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</a:tblGrid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476102" y="4493100"/>
            <a:ext cx="642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92300" y="4486311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diagram to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5050" y="5787262"/>
            <a:ext cx="650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happens to the value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the angle increases in this quadrant?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5050" y="6256264"/>
            <a:ext cx="56301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your table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5050" y="6661463"/>
            <a:ext cx="48918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the diagram to find the angle where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0.8.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897" y="1712850"/>
            <a:ext cx="2901341" cy="280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6432963" y="4437582"/>
            <a:ext cx="5847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492064" y="1779711"/>
            <a:ext cx="6150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18625" y="1244100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Introduction to sine and cosine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512729" y="7363200"/>
          <a:ext cx="6505100" cy="895431"/>
        </p:xfrm>
        <a:graphic>
          <a:graphicData uri="http://schemas.openxmlformats.org/drawingml/2006/table">
            <a:tbl>
              <a:tblPr>
                <a:noFill/>
                <a:tableStyleId>{C1455182-FF89-4396-8D94-5A791B93556D}</a:tableStyleId>
              </a:tblPr>
              <a:tblGrid>
                <a:gridCol w="1001475"/>
                <a:gridCol w="531125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  <a:gridCol w="552500"/>
              </a:tblGrid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20"/>
          <p:cNvSpPr txBox="1"/>
          <p:nvPr/>
        </p:nvSpPr>
        <p:spPr>
          <a:xfrm>
            <a:off x="476102" y="7160100"/>
            <a:ext cx="642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92300" y="7146499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diagram to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5050" y="8784240"/>
            <a:ext cx="35991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5050" y="8363826"/>
            <a:ext cx="6610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happens to the value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as the angle increases in this quadrant?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5050" y="9561385"/>
            <a:ext cx="2987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5050" y="9177047"/>
            <a:ext cx="35991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the value of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43549" y="2617050"/>
            <a:ext cx="3325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diagram shows the sector of the unit circle that lies in the first quadrant.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388564" y="1306975"/>
            <a:ext cx="2703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diagram shows the first quadrant of the unit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388564" y="1933827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a tangent at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388564" y="2289665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value of tan(35°)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388564" y="2874104"/>
            <a:ext cx="243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value of tan(55°)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00" y="1335325"/>
            <a:ext cx="3649499" cy="436562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4388575" y="3458550"/>
            <a:ext cx="2613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the diagram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tan(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388564" y="4297100"/>
            <a:ext cx="26574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Use the diagram to find the angle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 tan(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 0.5.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90500" y="737625"/>
            <a:ext cx="6601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Introduction to tangent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90500" y="5811950"/>
            <a:ext cx="32895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an interactive version of the diagram, click the link: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circle in first quadrant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856157" y="691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{C1455182-FF89-4396-8D94-5A791B93556D}</a:tableStyleId>
              </a:tblPr>
              <a:tblGrid>
                <a:gridCol w="1099675"/>
                <a:gridCol w="1099675"/>
                <a:gridCol w="1099675"/>
                <a:gridCol w="1099675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tan(</a:t>
                      </a:r>
                      <a:r>
                        <a:rPr lang="en-GB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180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513325" y="9063250"/>
            <a:ext cx="66015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each angle, divide the value of sin(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by the value of cos(</a:t>
            </a:r>
            <a:r>
              <a:rPr lang="en-GB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13325" y="6640975"/>
            <a:ext cx="49539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The unit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2024-03-05T14:36:07.702</cp:lastPrinted>
  <dcterms:created xsi:type="dcterms:W3CDTF">2024-03-05T14:36:07Z</dcterms:created>
  <dcterms:modified xsi:type="dcterms:W3CDTF">2024-03-05T14:36:17Z</dcterms:modified>
</cp:coreProperties>
</file>