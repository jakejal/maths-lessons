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B331200-A235-4B24-AA5F-C9935250428D}">
  <a:tblStyle styleId="{0B331200-A235-4B24-AA5F-C993525042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www.geogebra.org/m/ppd5afre" TargetMode="External" /><Relationship Id="rId4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hyperlink" Target="https://www.geogebra.org/m/ppd5afr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512729" y="4391400"/>
          <a:ext cx="6505100" cy="895431"/>
        </p:xfrm>
        <a:graphic>
          <a:graphicData uri="http://schemas.openxmlformats.org/drawingml/2006/table">
            <a:tbl>
              <a:tblPr>
                <a:noFill/>
                <a:tableStyleId>{0B331200-A235-4B24-AA5F-C9935250428D}</a:tableStyleId>
              </a:tblPr>
              <a:tblGrid>
                <a:gridCol w="1001475"/>
                <a:gridCol w="531125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</a:tblGrid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76102" y="4112100"/>
            <a:ext cx="642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92300" y="4105311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diagram to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5050" y="5787262"/>
            <a:ext cx="650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happens to the value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the angle increases in this quadrant?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5050" y="6332464"/>
            <a:ext cx="56301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your table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5050" y="6661463"/>
            <a:ext cx="48918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the diagram to find the angle where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0.8.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130140" y="4891847"/>
            <a:ext cx="2943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0.17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31774" y="4891839"/>
            <a:ext cx="123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660326" y="4891839"/>
            <a:ext cx="381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219520" y="4891847"/>
            <a:ext cx="2943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836513" y="4891839"/>
            <a:ext cx="368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70938" y="4891839"/>
            <a:ext cx="368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901138" y="4891839"/>
            <a:ext cx="368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507514" y="4891839"/>
            <a:ext cx="368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037690" y="4891839"/>
            <a:ext cx="3540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573189" y="4891847"/>
            <a:ext cx="2943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96806" y="6025915"/>
            <a:ext cx="4374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increases. Its lowest value is 0 and greatest value is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914208" y="6673122"/>
            <a:ext cx="294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7116" y="5253540"/>
            <a:ext cx="6621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from the graph.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76608" y="6328218"/>
            <a:ext cx="294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82417" y="5526550"/>
            <a:ext cx="5404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the link for an interactive version: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circle in first quadrant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64" y="1712840"/>
            <a:ext cx="2522709" cy="244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6327153" y="4081979"/>
            <a:ext cx="5085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770049" y="1770975"/>
            <a:ext cx="5346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18625" y="1244100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Introduction to sine and cosine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" name="Google Shape;199;p20"/>
          <p:cNvGraphicFramePr>
            <a:graphicFrameLocks noGrp="1"/>
          </p:cNvGraphicFramePr>
          <p:nvPr/>
        </p:nvGraphicFramePr>
        <p:xfrm>
          <a:off x="512729" y="7210800"/>
          <a:ext cx="6505100" cy="895431"/>
        </p:xfrm>
        <a:graphic>
          <a:graphicData uri="http://schemas.openxmlformats.org/drawingml/2006/table">
            <a:tbl>
              <a:tblPr>
                <a:noFill/>
                <a:tableStyleId>{0B331200-A235-4B24-AA5F-C9935250428D}</a:tableStyleId>
              </a:tblPr>
              <a:tblGrid>
                <a:gridCol w="1001475"/>
                <a:gridCol w="531125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</a:tblGrid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476102" y="7007700"/>
            <a:ext cx="642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92300" y="6994099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diagram to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7116" y="8072940"/>
            <a:ext cx="6621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from the graph.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82417" y="8345950"/>
            <a:ext cx="5404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the link for an interactive version: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circle in first quadrant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141302" y="7691625"/>
            <a:ext cx="427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631775" y="7691625"/>
            <a:ext cx="1497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689209" y="7691625"/>
            <a:ext cx="4611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230719" y="7691625"/>
            <a:ext cx="427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791448" y="7691625"/>
            <a:ext cx="444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344483" y="7691625"/>
            <a:ext cx="444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892419" y="7691625"/>
            <a:ext cx="444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440325" y="7691625"/>
            <a:ext cx="444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988233" y="7691625"/>
            <a:ext cx="427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0.17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542564" y="7691636"/>
            <a:ext cx="3549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75050" y="9089040"/>
            <a:ext cx="35991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96423" y="8808438"/>
            <a:ext cx="45363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decreases. Its lowest value is 0 and greatest value is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081673" y="9418348"/>
            <a:ext cx="2937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424107" y="9084799"/>
            <a:ext cx="2937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75050" y="8592426"/>
            <a:ext cx="6610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happens to the value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as the angle increases in this quadrant?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5050" y="9713785"/>
            <a:ext cx="2987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75050" y="9405647"/>
            <a:ext cx="35991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the value of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553290" y="9730719"/>
            <a:ext cx="2937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43549" y="2617050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diagram shows the sector of the unit circle that lies in the first quadrant.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388564" y="1306975"/>
            <a:ext cx="2703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diagram shows the first quadrant of the unit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388564" y="1933827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a tangent at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388564" y="2289665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value of tan(35°)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388564" y="2874104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value of tan(55°)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00" y="1335325"/>
            <a:ext cx="3649499" cy="436562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388575" y="3458550"/>
            <a:ext cx="2613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the diagram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tan(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388564" y="4297100"/>
            <a:ext cx="26574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the diagram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 tan(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 flipH="1">
            <a:off x="3499432" y="1368966"/>
            <a:ext cx="0" cy="43146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1"/>
          <p:cNvSpPr txBox="1"/>
          <p:nvPr/>
        </p:nvSpPr>
        <p:spPr>
          <a:xfrm>
            <a:off x="4815846" y="2601373"/>
            <a:ext cx="357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815846" y="3109612"/>
            <a:ext cx="357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824681" y="3946278"/>
            <a:ext cx="357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865945" y="4763998"/>
            <a:ext cx="357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369123" y="5028925"/>
            <a:ext cx="25272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from the graph.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90500" y="737625"/>
            <a:ext cx="6601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Introduction to tangent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90500" y="5811950"/>
            <a:ext cx="32895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an interactive version of the diagram, click the link: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circle in first quadrant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1"/>
          <p:cNvGraphicFramePr>
            <a:graphicFrameLocks noGrp="1"/>
          </p:cNvGraphicFramePr>
          <p:nvPr/>
        </p:nvGraphicFramePr>
        <p:xfrm>
          <a:off x="856157" y="691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{0B331200-A235-4B24-AA5F-C9935250428D}</a:tableStyleId>
              </a:tblPr>
              <a:tblGrid>
                <a:gridCol w="1099675"/>
                <a:gridCol w="1099675"/>
                <a:gridCol w="1099675"/>
                <a:gridCol w="1099675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tan(</a:t>
                      </a:r>
                      <a:r>
                        <a:rPr lang="en-GB" b="1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1"/>
          <p:cNvSpPr txBox="1"/>
          <p:nvPr/>
        </p:nvSpPr>
        <p:spPr>
          <a:xfrm>
            <a:off x="513325" y="9063250"/>
            <a:ext cx="66015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each angle, divide the value of sin(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by the value of cos(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732231" y="9387759"/>
            <a:ext cx="48909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result of each division is approximately equal to the value of tan(</a:t>
            </a:r>
            <a:r>
              <a:rPr lang="en-GB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θ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13325" y="6640975"/>
            <a:ext cx="49539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042899" y="7380668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151575" y="7380668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243089" y="7380668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2042899" y="7802524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151575" y="7802524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243089" y="7802524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042899" y="8244611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151575" y="8244611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243089" y="8244611"/>
            <a:ext cx="46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858700" y="8664720"/>
            <a:ext cx="4630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depending on accuracy.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The unit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2024-03-05T14:38:39.657</cp:lastPrinted>
  <dcterms:created xsi:type="dcterms:W3CDTF">2024-03-05T14:38:39Z</dcterms:created>
  <dcterms:modified xsi:type="dcterms:W3CDTF">2024-03-05T14:38:51Z</dcterms:modified>
</cp:coreProperties>
</file>