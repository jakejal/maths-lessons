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3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99" name="Shape 299"/>
        <p:cNvGrpSpPr/>
        <p:nvPr/>
      </p:nvGrpSpPr>
      <p:grpSpPr>
        <a:xfrm>
          <a:off x="0" y="0"/>
          <a:ext cx="0" cy="0"/>
        </a:xfrm>
      </p:grpSpPr>
      <p:sp>
        <p:nvSpPr>
          <p:cNvPr id="300" name="Google Shape;300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554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Checking and securing understanding of Pythagoras' theorem</a:t>
            </a:r>
            <a:endParaRPr/>
          </a:p>
        </p:txBody>
      </p:sp>
      <p:cxnSp>
        <p:nvCxnSpPr>
          <p:cNvPr id="173" name="Google Shape;173;p20"/>
          <p:cNvCxnSpPr/>
          <p:nvPr/>
        </p:nvCxnSpPr>
        <p:spPr>
          <a:xfrm>
            <a:off x="474757" y="562103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4" name="Google Shape;174;p20"/>
          <p:cNvSpPr txBox="1"/>
          <p:nvPr/>
        </p:nvSpPr>
        <p:spPr>
          <a:xfrm>
            <a:off x="471297" y="2189046"/>
            <a:ext cx="6286500" cy="23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Find the missing lengths. Give any decimal lengths to 1 decimal place.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83349" y="1639850"/>
            <a:ext cx="6101400" cy="2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 Finding the length of the hypotenuse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909150" y="2865494"/>
            <a:ext cx="1153200" cy="620100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909150" y="3388068"/>
            <a:ext cx="97500" cy="97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/>
          <p:nvPr/>
        </p:nvSpPr>
        <p:spPr>
          <a:xfrm rot="-9518487" flipH="1">
            <a:off x="1065098" y="4479271"/>
            <a:ext cx="1153202" cy="443620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/>
          <p:nvPr/>
        </p:nvSpPr>
        <p:spPr>
          <a:xfrm rot="-9519480" flipH="1">
            <a:off x="1164277" y="4299108"/>
            <a:ext cx="97270" cy="9727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/>
          <p:nvPr/>
        </p:nvSpPr>
        <p:spPr>
          <a:xfrm rot="2382354">
            <a:off x="3314583" y="4431682"/>
            <a:ext cx="949523" cy="530035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/>
          <p:nvPr/>
        </p:nvSpPr>
        <p:spPr>
          <a:xfrm rot="2385627">
            <a:off x="3274781" y="4542094"/>
            <a:ext cx="97564" cy="97564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471297" y="2579511"/>
            <a:ext cx="190800" cy="1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2743781" y="2579511"/>
            <a:ext cx="190800" cy="1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4899962" y="2579511"/>
            <a:ext cx="190800" cy="1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471297" y="4018362"/>
            <a:ext cx="190800" cy="1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2743781" y="4018362"/>
            <a:ext cx="190800" cy="1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4899962" y="4018362"/>
            <a:ext cx="190800" cy="1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8" name="Google Shape;188;p20"/>
          <p:cNvCxnSpPr/>
          <p:nvPr/>
        </p:nvCxnSpPr>
        <p:spPr>
          <a:xfrm rot="10800000" flipH="1">
            <a:off x="842195" y="2866500"/>
            <a:ext cx="0" cy="619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89" name="Google Shape;189;p20"/>
          <p:cNvCxnSpPr/>
          <p:nvPr/>
        </p:nvCxnSpPr>
        <p:spPr>
          <a:xfrm>
            <a:off x="904778" y="3549761"/>
            <a:ext cx="11613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90" name="Google Shape;190;p20"/>
          <p:cNvCxnSpPr/>
          <p:nvPr/>
        </p:nvCxnSpPr>
        <p:spPr>
          <a:xfrm>
            <a:off x="955004" y="2806044"/>
            <a:ext cx="1152600" cy="620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91" name="Google Shape;191;p20"/>
          <p:cNvCxnSpPr/>
          <p:nvPr/>
        </p:nvCxnSpPr>
        <p:spPr>
          <a:xfrm rot="10800000">
            <a:off x="1197851" y="4216674"/>
            <a:ext cx="1074900" cy="421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92" name="Google Shape;192;p20"/>
          <p:cNvCxnSpPr/>
          <p:nvPr/>
        </p:nvCxnSpPr>
        <p:spPr>
          <a:xfrm rot="10800000" flipH="1">
            <a:off x="954617" y="4260821"/>
            <a:ext cx="158400" cy="411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93" name="Google Shape;193;p20"/>
          <p:cNvCxnSpPr/>
          <p:nvPr/>
        </p:nvCxnSpPr>
        <p:spPr>
          <a:xfrm rot="10800000">
            <a:off x="1015954" y="4774664"/>
            <a:ext cx="12435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194" name="Google Shape;194;p20"/>
          <p:cNvGrpSpPr/>
          <p:nvPr/>
        </p:nvGrpSpPr>
        <p:grpSpPr>
          <a:xfrm>
            <a:off x="5219906" y="4252495"/>
            <a:ext cx="927527" cy="925800"/>
            <a:chOff x="8299500" y="3454765"/>
            <a:chExt cx="1215472" cy="1213210"/>
          </a:xfrm>
        </p:grpSpPr>
        <p:sp>
          <p:nvSpPr>
            <p:cNvPr id="195" name="Google Shape;195;p20"/>
            <p:cNvSpPr/>
            <p:nvPr/>
          </p:nvSpPr>
          <p:spPr>
            <a:xfrm rot="10800000">
              <a:off x="8375367" y="3555888"/>
              <a:ext cx="1026600" cy="1054200"/>
            </a:xfrm>
            <a:prstGeom prst="rtTriangle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6" name="Google Shape;196;p20"/>
            <p:cNvSpPr/>
            <p:nvPr/>
          </p:nvSpPr>
          <p:spPr>
            <a:xfrm rot="10800000">
              <a:off x="9274174" y="3555849"/>
              <a:ext cx="127800" cy="1278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97" name="Google Shape;197;p20"/>
            <p:cNvCxnSpPr/>
            <p:nvPr/>
          </p:nvCxnSpPr>
          <p:spPr>
            <a:xfrm>
              <a:off x="8365250" y="3454765"/>
              <a:ext cx="10137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98" name="Google Shape;198;p20"/>
            <p:cNvCxnSpPr/>
            <p:nvPr/>
          </p:nvCxnSpPr>
          <p:spPr>
            <a:xfrm rot="10800000" flipH="1">
              <a:off x="9514972" y="3561597"/>
              <a:ext cx="0" cy="10485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99" name="Google Shape;199;p20"/>
            <p:cNvCxnSpPr/>
            <p:nvPr/>
          </p:nvCxnSpPr>
          <p:spPr>
            <a:xfrm rot="10800000">
              <a:off x="8299500" y="3600875"/>
              <a:ext cx="1011000" cy="10671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grpSp>
        <p:nvGrpSpPr>
          <p:cNvPr id="200" name="Google Shape;200;p20"/>
          <p:cNvGrpSpPr/>
          <p:nvPr/>
        </p:nvGrpSpPr>
        <p:grpSpPr>
          <a:xfrm rot="-199755">
            <a:off x="3104633" y="2323895"/>
            <a:ext cx="1207516" cy="1004543"/>
            <a:chOff x="6500625" y="1151721"/>
            <a:chExt cx="1964279" cy="1634100"/>
          </a:xfrm>
        </p:grpSpPr>
        <p:sp>
          <p:nvSpPr>
            <p:cNvPr id="201" name="Google Shape;201;p20"/>
            <p:cNvSpPr/>
            <p:nvPr/>
          </p:nvSpPr>
          <p:spPr>
            <a:xfrm rot="-1670821">
              <a:off x="6740400" y="1449679"/>
              <a:ext cx="1511200" cy="948783"/>
            </a:xfrm>
            <a:prstGeom prst="rtTriangle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2" name="Google Shape;202;p20"/>
            <p:cNvSpPr/>
            <p:nvPr/>
          </p:nvSpPr>
          <p:spPr>
            <a:xfrm rot="-1669644">
              <a:off x="7005152" y="2547745"/>
              <a:ext cx="127889" cy="127889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03" name="Google Shape;203;p20"/>
            <p:cNvCxnSpPr/>
            <p:nvPr/>
          </p:nvCxnSpPr>
          <p:spPr>
            <a:xfrm rot="10800000">
              <a:off x="6500625" y="1869550"/>
              <a:ext cx="442500" cy="8922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04" name="Google Shape;204;p20"/>
            <p:cNvCxnSpPr/>
            <p:nvPr/>
          </p:nvCxnSpPr>
          <p:spPr>
            <a:xfrm rot="10800000" flipH="1">
              <a:off x="7126604" y="2066721"/>
              <a:ext cx="1338300" cy="7191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05" name="Google Shape;205;p20"/>
            <p:cNvCxnSpPr/>
            <p:nvPr/>
          </p:nvCxnSpPr>
          <p:spPr>
            <a:xfrm rot="10800000">
              <a:off x="6606200" y="1750174"/>
              <a:ext cx="1779600" cy="1329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cxnSp>
        <p:nvCxnSpPr>
          <p:cNvPr id="206" name="Google Shape;206;p20"/>
          <p:cNvCxnSpPr/>
          <p:nvPr/>
        </p:nvCxnSpPr>
        <p:spPr>
          <a:xfrm rot="10800000" flipH="1">
            <a:off x="3188903" y="4135743"/>
            <a:ext cx="346500" cy="395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07" name="Google Shape;207;p20"/>
          <p:cNvCxnSpPr/>
          <p:nvPr/>
        </p:nvCxnSpPr>
        <p:spPr>
          <a:xfrm rot="10800000">
            <a:off x="3191526" y="4662931"/>
            <a:ext cx="733500" cy="597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08" name="Google Shape;208;p20"/>
          <p:cNvCxnSpPr/>
          <p:nvPr/>
        </p:nvCxnSpPr>
        <p:spPr>
          <a:xfrm rot="10800000">
            <a:off x="3671674" y="4165286"/>
            <a:ext cx="399600" cy="1021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09" name="Google Shape;209;p20"/>
          <p:cNvCxnSpPr/>
          <p:nvPr/>
        </p:nvCxnSpPr>
        <p:spPr>
          <a:xfrm rot="10800000" flipH="1">
            <a:off x="5683991" y="4291622"/>
            <a:ext cx="0" cy="81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0" name="Google Shape;210;p20"/>
          <p:cNvCxnSpPr/>
          <p:nvPr/>
        </p:nvCxnSpPr>
        <p:spPr>
          <a:xfrm>
            <a:off x="6011570" y="4703191"/>
            <a:ext cx="981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1" name="Google Shape;211;p20"/>
          <p:cNvSpPr txBox="1"/>
          <p:nvPr/>
        </p:nvSpPr>
        <p:spPr>
          <a:xfrm>
            <a:off x="1222247" y="3549768"/>
            <a:ext cx="5370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454849" y="3082301"/>
            <a:ext cx="4275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1501577" y="2907850"/>
            <a:ext cx="5100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13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cm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2876337" y="3012552"/>
            <a:ext cx="432600" cy="1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0"/>
          <p:cNvSpPr txBox="1"/>
          <p:nvPr/>
        </p:nvSpPr>
        <p:spPr>
          <a:xfrm>
            <a:off x="3878439" y="3082945"/>
            <a:ext cx="432600" cy="1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0"/>
          <p:cNvSpPr txBox="1"/>
          <p:nvPr/>
        </p:nvSpPr>
        <p:spPr>
          <a:xfrm>
            <a:off x="3522489" y="2529980"/>
            <a:ext cx="411000" cy="1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5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cm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 flipH="1">
            <a:off x="483357" y="4305737"/>
            <a:ext cx="5370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0"/>
          <p:cNvSpPr txBox="1"/>
          <p:nvPr/>
        </p:nvSpPr>
        <p:spPr>
          <a:xfrm flipH="1">
            <a:off x="1563163" y="4214754"/>
            <a:ext cx="5370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65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0"/>
          <p:cNvSpPr txBox="1"/>
          <p:nvPr/>
        </p:nvSpPr>
        <p:spPr>
          <a:xfrm flipH="1">
            <a:off x="1218749" y="4768698"/>
            <a:ext cx="7335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68.6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m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0" name="Google Shape;220;p20"/>
          <p:cNvSpPr txBox="1"/>
          <p:nvPr/>
        </p:nvSpPr>
        <p:spPr>
          <a:xfrm>
            <a:off x="2956539" y="4189858"/>
            <a:ext cx="5370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3.1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0"/>
          <p:cNvSpPr txBox="1"/>
          <p:nvPr/>
        </p:nvSpPr>
        <p:spPr>
          <a:xfrm>
            <a:off x="3130993" y="4930891"/>
            <a:ext cx="5370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4.8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0"/>
          <p:cNvSpPr txBox="1"/>
          <p:nvPr/>
        </p:nvSpPr>
        <p:spPr>
          <a:xfrm>
            <a:off x="3886961" y="4508895"/>
            <a:ext cx="5370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5.7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3" name="Google Shape;223;p20"/>
          <p:cNvSpPr txBox="1"/>
          <p:nvPr/>
        </p:nvSpPr>
        <p:spPr>
          <a:xfrm>
            <a:off x="5366755" y="4054920"/>
            <a:ext cx="6450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inches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6185853" y="4578284"/>
            <a:ext cx="6450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6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inches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5" name="Google Shape;225;p20"/>
          <p:cNvSpPr txBox="1"/>
          <p:nvPr/>
        </p:nvSpPr>
        <p:spPr>
          <a:xfrm>
            <a:off x="4915817" y="4800932"/>
            <a:ext cx="7752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8.5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inches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226" name="Google Shape;226;p20"/>
          <p:cNvGrpSpPr/>
          <p:nvPr/>
        </p:nvGrpSpPr>
        <p:grpSpPr>
          <a:xfrm rot="10800000">
            <a:off x="4948921" y="2721136"/>
            <a:ext cx="1660578" cy="1325709"/>
            <a:chOff x="6500592" y="1151719"/>
            <a:chExt cx="1897803" cy="1515096"/>
          </a:xfrm>
        </p:grpSpPr>
        <p:sp>
          <p:nvSpPr>
            <p:cNvPr id="227" name="Google Shape;227;p20"/>
            <p:cNvSpPr/>
            <p:nvPr/>
          </p:nvSpPr>
          <p:spPr>
            <a:xfrm rot="-1670821">
              <a:off x="6708595" y="1457567"/>
              <a:ext cx="1511200" cy="812706"/>
            </a:xfrm>
            <a:prstGeom prst="rtTriangle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8" name="Google Shape;228;p20"/>
            <p:cNvSpPr/>
            <p:nvPr/>
          </p:nvSpPr>
          <p:spPr>
            <a:xfrm rot="-1669644">
              <a:off x="6948524" y="2425837"/>
              <a:ext cx="127889" cy="127889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29" name="Google Shape;229;p20"/>
            <p:cNvCxnSpPr/>
            <p:nvPr/>
          </p:nvCxnSpPr>
          <p:spPr>
            <a:xfrm rot="10800000">
              <a:off x="6500592" y="1869658"/>
              <a:ext cx="380400" cy="7542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30" name="Google Shape;230;p20"/>
            <p:cNvCxnSpPr/>
            <p:nvPr/>
          </p:nvCxnSpPr>
          <p:spPr>
            <a:xfrm rot="10800000" flipH="1">
              <a:off x="7058595" y="1943515"/>
              <a:ext cx="1339800" cy="7233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31" name="Google Shape;231;p20"/>
            <p:cNvCxnSpPr/>
            <p:nvPr/>
          </p:nvCxnSpPr>
          <p:spPr>
            <a:xfrm rot="10800000">
              <a:off x="6606195" y="1760000"/>
              <a:ext cx="1716000" cy="195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sp>
        <p:nvSpPr>
          <p:cNvPr id="232" name="Google Shape;232;p20"/>
          <p:cNvSpPr txBox="1"/>
          <p:nvPr/>
        </p:nvSpPr>
        <p:spPr>
          <a:xfrm>
            <a:off x="6426592" y="2878161"/>
            <a:ext cx="6522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0"/>
          <p:cNvSpPr txBox="1"/>
          <p:nvPr/>
        </p:nvSpPr>
        <p:spPr>
          <a:xfrm>
            <a:off x="5546808" y="3507032"/>
            <a:ext cx="617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3.3 c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4" name="Google Shape;234;p20"/>
          <p:cNvSpPr txBox="1"/>
          <p:nvPr/>
        </p:nvSpPr>
        <p:spPr>
          <a:xfrm>
            <a:off x="5069681" y="2830941"/>
            <a:ext cx="617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2.6 c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0"/>
          <p:cNvSpPr txBox="1"/>
          <p:nvPr/>
        </p:nvSpPr>
        <p:spPr>
          <a:xfrm>
            <a:off x="476400" y="6232760"/>
            <a:ext cx="6345000" cy="23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Find the missing lengths. Give any decimal lengths to 1 decimal place.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0"/>
          <p:cNvSpPr txBox="1"/>
          <p:nvPr/>
        </p:nvSpPr>
        <p:spPr>
          <a:xfrm>
            <a:off x="471301" y="5678450"/>
            <a:ext cx="61752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 Finding the length of a shorter side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0"/>
          <p:cNvSpPr/>
          <p:nvPr/>
        </p:nvSpPr>
        <p:spPr>
          <a:xfrm rot="3664563">
            <a:off x="5485219" y="7079094"/>
            <a:ext cx="958341" cy="534957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20"/>
          <p:cNvSpPr/>
          <p:nvPr/>
        </p:nvSpPr>
        <p:spPr>
          <a:xfrm rot="3660795">
            <a:off x="5516431" y="7026586"/>
            <a:ext cx="98430" cy="9843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" name="Google Shape;239;p20"/>
          <p:cNvSpPr txBox="1"/>
          <p:nvPr/>
        </p:nvSpPr>
        <p:spPr>
          <a:xfrm>
            <a:off x="476400" y="6626861"/>
            <a:ext cx="192600" cy="1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0"/>
          <p:cNvSpPr txBox="1"/>
          <p:nvPr/>
        </p:nvSpPr>
        <p:spPr>
          <a:xfrm>
            <a:off x="2593975" y="6626861"/>
            <a:ext cx="192600" cy="1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0"/>
          <p:cNvSpPr txBox="1"/>
          <p:nvPr/>
        </p:nvSpPr>
        <p:spPr>
          <a:xfrm>
            <a:off x="4942904" y="6626861"/>
            <a:ext cx="192600" cy="1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0"/>
          <p:cNvSpPr txBox="1"/>
          <p:nvPr/>
        </p:nvSpPr>
        <p:spPr>
          <a:xfrm>
            <a:off x="476400" y="8307711"/>
            <a:ext cx="192600" cy="1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0"/>
          <p:cNvSpPr txBox="1"/>
          <p:nvPr/>
        </p:nvSpPr>
        <p:spPr>
          <a:xfrm>
            <a:off x="2593975" y="8307711"/>
            <a:ext cx="192600" cy="1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20"/>
          <p:cNvSpPr txBox="1"/>
          <p:nvPr/>
        </p:nvSpPr>
        <p:spPr>
          <a:xfrm>
            <a:off x="4942904" y="8307711"/>
            <a:ext cx="192600" cy="1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45" name="Google Shape;245;p20"/>
          <p:cNvGrpSpPr/>
          <p:nvPr/>
        </p:nvGrpSpPr>
        <p:grpSpPr>
          <a:xfrm flipH="1">
            <a:off x="719195" y="6681008"/>
            <a:ext cx="974124" cy="1020042"/>
            <a:chOff x="602606" y="1614562"/>
            <a:chExt cx="1820113" cy="910264"/>
          </a:xfrm>
        </p:grpSpPr>
        <p:sp>
          <p:nvSpPr>
            <p:cNvPr id="246" name="Google Shape;246;p20"/>
            <p:cNvSpPr/>
            <p:nvPr/>
          </p:nvSpPr>
          <p:spPr>
            <a:xfrm>
              <a:off x="745350" y="1645697"/>
              <a:ext cx="1511100" cy="812700"/>
            </a:xfrm>
            <a:prstGeom prst="rtTriangle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7" name="Google Shape;247;p20"/>
            <p:cNvSpPr/>
            <p:nvPr/>
          </p:nvSpPr>
          <p:spPr>
            <a:xfrm>
              <a:off x="745337" y="2367988"/>
              <a:ext cx="191400" cy="903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48" name="Google Shape;248;p20"/>
            <p:cNvCxnSpPr/>
            <p:nvPr/>
          </p:nvCxnSpPr>
          <p:spPr>
            <a:xfrm rot="10800000" flipH="1">
              <a:off x="602606" y="1647197"/>
              <a:ext cx="0" cy="8112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49" name="Google Shape;249;p20"/>
            <p:cNvCxnSpPr/>
            <p:nvPr/>
          </p:nvCxnSpPr>
          <p:spPr>
            <a:xfrm>
              <a:off x="739622" y="2524826"/>
              <a:ext cx="15216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50" name="Google Shape;250;p20"/>
            <p:cNvCxnSpPr/>
            <p:nvPr/>
          </p:nvCxnSpPr>
          <p:spPr>
            <a:xfrm>
              <a:off x="912519" y="1614562"/>
              <a:ext cx="1510200" cy="8130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grpSp>
        <p:nvGrpSpPr>
          <p:cNvPr id="251" name="Google Shape;251;p20"/>
          <p:cNvGrpSpPr/>
          <p:nvPr/>
        </p:nvGrpSpPr>
        <p:grpSpPr>
          <a:xfrm rot="-1724463">
            <a:off x="2777466" y="8566651"/>
            <a:ext cx="1330498" cy="909660"/>
            <a:chOff x="339673" y="3416058"/>
            <a:chExt cx="1727248" cy="1180917"/>
          </a:xfrm>
        </p:grpSpPr>
        <p:sp>
          <p:nvSpPr>
            <p:cNvPr id="252" name="Google Shape;252;p20"/>
            <p:cNvSpPr/>
            <p:nvPr/>
          </p:nvSpPr>
          <p:spPr>
            <a:xfrm rot="9518150">
              <a:off x="411081" y="3760251"/>
              <a:ext cx="1511140" cy="581448"/>
            </a:xfrm>
            <a:prstGeom prst="rtTriangle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3" name="Google Shape;253;p20"/>
            <p:cNvSpPr/>
            <p:nvPr/>
          </p:nvSpPr>
          <p:spPr>
            <a:xfrm rot="9517435">
              <a:off x="1664573" y="3524222"/>
              <a:ext cx="127576" cy="127576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54" name="Google Shape;254;p20"/>
            <p:cNvCxnSpPr/>
            <p:nvPr/>
          </p:nvCxnSpPr>
          <p:spPr>
            <a:xfrm rot="10800000" flipH="1">
              <a:off x="339673" y="3416058"/>
              <a:ext cx="1408500" cy="5529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55" name="Google Shape;255;p20"/>
            <p:cNvCxnSpPr/>
            <p:nvPr/>
          </p:nvCxnSpPr>
          <p:spPr>
            <a:xfrm rot="10800000">
              <a:off x="1859321" y="3474135"/>
              <a:ext cx="207600" cy="5397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56" name="Google Shape;256;p20"/>
            <p:cNvCxnSpPr/>
            <p:nvPr/>
          </p:nvCxnSpPr>
          <p:spPr>
            <a:xfrm>
              <a:off x="357097" y="4147417"/>
              <a:ext cx="1629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grpSp>
        <p:nvGrpSpPr>
          <p:cNvPr id="257" name="Google Shape;257;p20"/>
          <p:cNvGrpSpPr/>
          <p:nvPr/>
        </p:nvGrpSpPr>
        <p:grpSpPr>
          <a:xfrm rot="8100000">
            <a:off x="5398387" y="8229722"/>
            <a:ext cx="960712" cy="956294"/>
            <a:chOff x="8299500" y="3426326"/>
            <a:chExt cx="1247386" cy="1241649"/>
          </a:xfrm>
        </p:grpSpPr>
        <p:sp>
          <p:nvSpPr>
            <p:cNvPr id="258" name="Google Shape;258;p20"/>
            <p:cNvSpPr/>
            <p:nvPr/>
          </p:nvSpPr>
          <p:spPr>
            <a:xfrm rot="10800000">
              <a:off x="8375367" y="3555888"/>
              <a:ext cx="1026600" cy="1054200"/>
            </a:xfrm>
            <a:prstGeom prst="rtTriangle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9" name="Google Shape;259;p20"/>
            <p:cNvSpPr/>
            <p:nvPr/>
          </p:nvSpPr>
          <p:spPr>
            <a:xfrm rot="10800000">
              <a:off x="9274174" y="3555849"/>
              <a:ext cx="127800" cy="1278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60" name="Google Shape;260;p20"/>
            <p:cNvCxnSpPr/>
            <p:nvPr/>
          </p:nvCxnSpPr>
          <p:spPr>
            <a:xfrm>
              <a:off x="8354484" y="3426326"/>
              <a:ext cx="10137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61" name="Google Shape;261;p20"/>
            <p:cNvCxnSpPr/>
            <p:nvPr/>
          </p:nvCxnSpPr>
          <p:spPr>
            <a:xfrm rot="10800000" flipH="1">
              <a:off x="9546886" y="3570825"/>
              <a:ext cx="0" cy="10485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62" name="Google Shape;262;p20"/>
            <p:cNvCxnSpPr/>
            <p:nvPr/>
          </p:nvCxnSpPr>
          <p:spPr>
            <a:xfrm rot="10800000">
              <a:off x="8299500" y="3600875"/>
              <a:ext cx="1011000" cy="10671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grpSp>
        <p:nvGrpSpPr>
          <p:cNvPr id="263" name="Google Shape;263;p20"/>
          <p:cNvGrpSpPr/>
          <p:nvPr/>
        </p:nvGrpSpPr>
        <p:grpSpPr>
          <a:xfrm rot="10800000">
            <a:off x="2780254" y="6711573"/>
            <a:ext cx="1561702" cy="1246773"/>
            <a:chOff x="6500592" y="1151719"/>
            <a:chExt cx="1897803" cy="1515096"/>
          </a:xfrm>
        </p:grpSpPr>
        <p:sp>
          <p:nvSpPr>
            <p:cNvPr id="264" name="Google Shape;264;p20"/>
            <p:cNvSpPr/>
            <p:nvPr/>
          </p:nvSpPr>
          <p:spPr>
            <a:xfrm rot="-1670821">
              <a:off x="6708595" y="1457567"/>
              <a:ext cx="1511200" cy="812706"/>
            </a:xfrm>
            <a:prstGeom prst="rtTriangle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5" name="Google Shape;265;p20"/>
            <p:cNvSpPr/>
            <p:nvPr/>
          </p:nvSpPr>
          <p:spPr>
            <a:xfrm rot="-1669644">
              <a:off x="6948524" y="2425837"/>
              <a:ext cx="127889" cy="127889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66" name="Google Shape;266;p20"/>
            <p:cNvCxnSpPr/>
            <p:nvPr/>
          </p:nvCxnSpPr>
          <p:spPr>
            <a:xfrm rot="10800000">
              <a:off x="6500592" y="1869658"/>
              <a:ext cx="380400" cy="7542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67" name="Google Shape;267;p20"/>
            <p:cNvCxnSpPr/>
            <p:nvPr/>
          </p:nvCxnSpPr>
          <p:spPr>
            <a:xfrm rot="10800000" flipH="1">
              <a:off x="7058595" y="1943515"/>
              <a:ext cx="1339800" cy="7233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68" name="Google Shape;268;p20"/>
            <p:cNvCxnSpPr/>
            <p:nvPr/>
          </p:nvCxnSpPr>
          <p:spPr>
            <a:xfrm rot="10800000">
              <a:off x="6606195" y="1760000"/>
              <a:ext cx="1716000" cy="195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cxnSp>
        <p:nvCxnSpPr>
          <p:cNvPr id="269" name="Google Shape;269;p20"/>
          <p:cNvCxnSpPr/>
          <p:nvPr/>
        </p:nvCxnSpPr>
        <p:spPr>
          <a:xfrm rot="-9519316" flipH="1">
            <a:off x="5521557" y="6648559"/>
            <a:ext cx="349471" cy="399163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70" name="Google Shape;270;p20"/>
          <p:cNvCxnSpPr/>
          <p:nvPr/>
        </p:nvCxnSpPr>
        <p:spPr>
          <a:xfrm rot="-9516747">
            <a:off x="5279576" y="7209161"/>
            <a:ext cx="740387" cy="602449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71" name="Google Shape;271;p20"/>
          <p:cNvCxnSpPr/>
          <p:nvPr/>
        </p:nvCxnSpPr>
        <p:spPr>
          <a:xfrm rot="-9517556">
            <a:off x="5847473" y="6841727"/>
            <a:ext cx="403341" cy="1030861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72" name="Google Shape;272;p20"/>
          <p:cNvCxnSpPr/>
          <p:nvPr/>
        </p:nvCxnSpPr>
        <p:spPr>
          <a:xfrm rot="10800000" flipH="1">
            <a:off x="5574068" y="8925403"/>
            <a:ext cx="71700" cy="71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3" name="Google Shape;273;p20"/>
          <p:cNvCxnSpPr/>
          <p:nvPr/>
        </p:nvCxnSpPr>
        <p:spPr>
          <a:xfrm rot="10800000">
            <a:off x="6123995" y="8934103"/>
            <a:ext cx="63000" cy="63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4" name="Google Shape;274;p20"/>
          <p:cNvSpPr txBox="1"/>
          <p:nvPr/>
        </p:nvSpPr>
        <p:spPr>
          <a:xfrm>
            <a:off x="668886" y="6949939"/>
            <a:ext cx="537900" cy="23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5" name="Google Shape;275;p20"/>
          <p:cNvSpPr txBox="1"/>
          <p:nvPr/>
        </p:nvSpPr>
        <p:spPr>
          <a:xfrm>
            <a:off x="1739333" y="7118444"/>
            <a:ext cx="502800" cy="2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8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cm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6" name="Google Shape;276;p20"/>
          <p:cNvSpPr txBox="1"/>
          <p:nvPr/>
        </p:nvSpPr>
        <p:spPr>
          <a:xfrm>
            <a:off x="1027483" y="7697298"/>
            <a:ext cx="537900" cy="23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" name="Google Shape;277;p20"/>
          <p:cNvSpPr txBox="1"/>
          <p:nvPr/>
        </p:nvSpPr>
        <p:spPr>
          <a:xfrm>
            <a:off x="4169727" y="6859189"/>
            <a:ext cx="613500" cy="1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10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m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8" name="Google Shape;278;p20"/>
          <p:cNvSpPr txBox="1"/>
          <p:nvPr/>
        </p:nvSpPr>
        <p:spPr>
          <a:xfrm>
            <a:off x="3342295" y="7450633"/>
            <a:ext cx="580800" cy="1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26 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9" name="Google Shape;279;p20"/>
          <p:cNvSpPr txBox="1"/>
          <p:nvPr/>
        </p:nvSpPr>
        <p:spPr>
          <a:xfrm>
            <a:off x="2893560" y="6814779"/>
            <a:ext cx="580800" cy="1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24 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0" name="Google Shape;280;p20"/>
          <p:cNvSpPr txBox="1"/>
          <p:nvPr/>
        </p:nvSpPr>
        <p:spPr>
          <a:xfrm>
            <a:off x="6088143" y="7203249"/>
            <a:ext cx="550800" cy="2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17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81" name="Google Shape;281;p20"/>
          <p:cNvGrpSpPr/>
          <p:nvPr/>
        </p:nvGrpSpPr>
        <p:grpSpPr>
          <a:xfrm flipH="1">
            <a:off x="729865" y="8428459"/>
            <a:ext cx="791749" cy="829068"/>
            <a:chOff x="602606" y="1614562"/>
            <a:chExt cx="1820113" cy="910264"/>
          </a:xfrm>
        </p:grpSpPr>
        <p:sp>
          <p:nvSpPr>
            <p:cNvPr id="282" name="Google Shape;282;p20"/>
            <p:cNvSpPr/>
            <p:nvPr/>
          </p:nvSpPr>
          <p:spPr>
            <a:xfrm>
              <a:off x="745350" y="1645697"/>
              <a:ext cx="1511100" cy="812700"/>
            </a:xfrm>
            <a:prstGeom prst="rtTriangle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3" name="Google Shape;283;p20"/>
            <p:cNvSpPr/>
            <p:nvPr/>
          </p:nvSpPr>
          <p:spPr>
            <a:xfrm>
              <a:off x="745337" y="2367988"/>
              <a:ext cx="191400" cy="903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84" name="Google Shape;284;p20"/>
            <p:cNvCxnSpPr/>
            <p:nvPr/>
          </p:nvCxnSpPr>
          <p:spPr>
            <a:xfrm rot="10800000" flipH="1">
              <a:off x="602606" y="1647197"/>
              <a:ext cx="0" cy="8112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85" name="Google Shape;285;p20"/>
            <p:cNvCxnSpPr/>
            <p:nvPr/>
          </p:nvCxnSpPr>
          <p:spPr>
            <a:xfrm>
              <a:off x="739622" y="2524826"/>
              <a:ext cx="15216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86" name="Google Shape;286;p20"/>
            <p:cNvCxnSpPr/>
            <p:nvPr/>
          </p:nvCxnSpPr>
          <p:spPr>
            <a:xfrm>
              <a:off x="912519" y="1614562"/>
              <a:ext cx="1510200" cy="8130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sp>
        <p:nvSpPr>
          <p:cNvPr id="287" name="Google Shape;287;p20"/>
          <p:cNvSpPr txBox="1"/>
          <p:nvPr/>
        </p:nvSpPr>
        <p:spPr>
          <a:xfrm>
            <a:off x="630293" y="8621928"/>
            <a:ext cx="437100" cy="1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unit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8" name="Google Shape;288;p20"/>
          <p:cNvSpPr txBox="1"/>
          <p:nvPr/>
        </p:nvSpPr>
        <p:spPr>
          <a:xfrm>
            <a:off x="783073" y="9281898"/>
            <a:ext cx="751200" cy="1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0.6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units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9" name="Google Shape;289;p20"/>
          <p:cNvSpPr txBox="1"/>
          <p:nvPr/>
        </p:nvSpPr>
        <p:spPr>
          <a:xfrm>
            <a:off x="1550973" y="8787686"/>
            <a:ext cx="711300" cy="1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0.8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units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0"/>
          <p:cNvSpPr txBox="1"/>
          <p:nvPr/>
        </p:nvSpPr>
        <p:spPr>
          <a:xfrm>
            <a:off x="5393876" y="6636420"/>
            <a:ext cx="550800" cy="2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0"/>
          <p:cNvSpPr txBox="1"/>
          <p:nvPr/>
        </p:nvSpPr>
        <p:spPr>
          <a:xfrm>
            <a:off x="5172534" y="7420994"/>
            <a:ext cx="613500" cy="1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15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c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92" name="Google Shape;292;p20"/>
          <p:cNvSpPr txBox="1"/>
          <p:nvPr/>
        </p:nvSpPr>
        <p:spPr>
          <a:xfrm>
            <a:off x="3495633" y="9106235"/>
            <a:ext cx="580800" cy="1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0"/>
          <p:cNvSpPr txBox="1"/>
          <p:nvPr/>
        </p:nvSpPr>
        <p:spPr>
          <a:xfrm>
            <a:off x="3891409" y="8376794"/>
            <a:ext cx="580800" cy="1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20"/>
          <p:cNvSpPr txBox="1"/>
          <p:nvPr/>
        </p:nvSpPr>
        <p:spPr>
          <a:xfrm>
            <a:off x="2758663" y="8587709"/>
            <a:ext cx="613500" cy="1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9.8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c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95" name="Google Shape;295;p20"/>
          <p:cNvSpPr txBox="1"/>
          <p:nvPr/>
        </p:nvSpPr>
        <p:spPr>
          <a:xfrm>
            <a:off x="5542067" y="8403178"/>
            <a:ext cx="751200" cy="1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 inches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20"/>
          <p:cNvSpPr txBox="1"/>
          <p:nvPr/>
        </p:nvSpPr>
        <p:spPr>
          <a:xfrm>
            <a:off x="6230998" y="8993422"/>
            <a:ext cx="855900" cy="1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4.2 inches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97" name="Google Shape;297;p20"/>
          <p:cNvSpPr txBox="1"/>
          <p:nvPr/>
        </p:nvSpPr>
        <p:spPr>
          <a:xfrm>
            <a:off x="4822363" y="9062166"/>
            <a:ext cx="855900" cy="1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4.2 inches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98" name="Google Shape;298;p20"/>
          <p:cNvCxnSpPr/>
          <p:nvPr/>
        </p:nvCxnSpPr>
        <p:spPr>
          <a:xfrm>
            <a:off x="474757" y="99104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302" name="Shape 302"/>
        <p:cNvGrpSpPr/>
        <p:nvPr/>
      </p:nvGrpSpPr>
      <p:grpSpPr>
        <a:xfrm>
          <a:off x="0" y="0"/>
          <a:ext cx="0" cy="0"/>
        </a:xfrm>
      </p:grpSpPr>
      <p:sp>
        <p:nvSpPr>
          <p:cNvPr id="303" name="Google Shape;303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304" name="Google Shape;304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Checking and securing understanding of Pythagoras' theorem</a:t>
            </a:r>
            <a:endParaRPr/>
          </a:p>
        </p:txBody>
      </p:sp>
      <p:sp>
        <p:nvSpPr>
          <p:cNvPr id="305" name="Google Shape;305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6" name="Google Shape;306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Mathematics in Education and Industry</a:t>
            </a:r>
            <a:endParaRPr/>
          </a:p>
        </p:txBody>
      </p:sp>
      <p:sp>
        <p:nvSpPr>
          <p:cNvPr id="307" name="Google Shape;307;p21"/>
          <p:cNvSpPr txBox="1"/>
          <p:nvPr/>
        </p:nvSpPr>
        <p:spPr>
          <a:xfrm>
            <a:off x="2413872" y="1982829"/>
            <a:ext cx="469800" cy="1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8" name="Google Shape;308;p21"/>
          <p:cNvSpPr txBox="1"/>
          <p:nvPr/>
        </p:nvSpPr>
        <p:spPr>
          <a:xfrm>
            <a:off x="473400" y="1277741"/>
            <a:ext cx="6321900" cy="2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Find the missing lengths. Give any decimal lengths to 1 decimal place.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9" name="Google Shape;309;p21"/>
          <p:cNvSpPr txBox="1"/>
          <p:nvPr/>
        </p:nvSpPr>
        <p:spPr>
          <a:xfrm>
            <a:off x="463548" y="725450"/>
            <a:ext cx="6157500" cy="2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C:  Finding the length of any side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0" name="Google Shape;310;p21"/>
          <p:cNvSpPr/>
          <p:nvPr/>
        </p:nvSpPr>
        <p:spPr>
          <a:xfrm rot="10800000">
            <a:off x="5712885" y="3471774"/>
            <a:ext cx="731400" cy="750900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1"/>
          <p:cNvSpPr/>
          <p:nvPr/>
        </p:nvSpPr>
        <p:spPr>
          <a:xfrm rot="10800000">
            <a:off x="6353390" y="3471838"/>
            <a:ext cx="90900" cy="90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1"/>
          <p:cNvSpPr/>
          <p:nvPr/>
        </p:nvSpPr>
        <p:spPr>
          <a:xfrm rot="10800000">
            <a:off x="5532946" y="3291410"/>
            <a:ext cx="360900" cy="360600"/>
          </a:xfrm>
          <a:prstGeom prst="arc">
            <a:avLst>
              <a:gd name="adj1" fmla="val 10969089"/>
              <a:gd name="adj2" fmla="val 13418498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1"/>
          <p:cNvSpPr/>
          <p:nvPr/>
        </p:nvSpPr>
        <p:spPr>
          <a:xfrm flipH="1">
            <a:off x="510533" y="1980040"/>
            <a:ext cx="990600" cy="574200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1"/>
          <p:cNvSpPr/>
          <p:nvPr/>
        </p:nvSpPr>
        <p:spPr>
          <a:xfrm flipH="1">
            <a:off x="1417427" y="2468946"/>
            <a:ext cx="83700" cy="870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21"/>
          <p:cNvSpPr txBox="1"/>
          <p:nvPr/>
        </p:nvSpPr>
        <p:spPr>
          <a:xfrm>
            <a:off x="463550" y="1636916"/>
            <a:ext cx="177900" cy="1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21"/>
          <p:cNvSpPr txBox="1"/>
          <p:nvPr/>
        </p:nvSpPr>
        <p:spPr>
          <a:xfrm>
            <a:off x="2102813" y="1636916"/>
            <a:ext cx="177900" cy="1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17" name="Google Shape;317;p21"/>
          <p:cNvCxnSpPr/>
          <p:nvPr/>
        </p:nvCxnSpPr>
        <p:spPr>
          <a:xfrm rot="10800000" flipH="1">
            <a:off x="487123" y="1926339"/>
            <a:ext cx="971400" cy="567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18" name="Google Shape;318;p21"/>
          <p:cNvCxnSpPr/>
          <p:nvPr/>
        </p:nvCxnSpPr>
        <p:spPr>
          <a:xfrm rot="10800000" flipH="1">
            <a:off x="1561013" y="1982170"/>
            <a:ext cx="0" cy="573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19" name="Google Shape;319;p21"/>
          <p:cNvCxnSpPr/>
          <p:nvPr/>
        </p:nvCxnSpPr>
        <p:spPr>
          <a:xfrm rot="10800000">
            <a:off x="510241" y="2619907"/>
            <a:ext cx="993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20" name="Google Shape;320;p21"/>
          <p:cNvCxnSpPr/>
          <p:nvPr/>
        </p:nvCxnSpPr>
        <p:spPr>
          <a:xfrm rot="10800000">
            <a:off x="5702999" y="3414456"/>
            <a:ext cx="7461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21" name="Google Shape;321;p21"/>
          <p:cNvCxnSpPr/>
          <p:nvPr/>
        </p:nvCxnSpPr>
        <p:spPr>
          <a:xfrm rot="10800000" flipH="1">
            <a:off x="6512657" y="3475101"/>
            <a:ext cx="0" cy="753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22" name="Google Shape;322;p21"/>
          <p:cNvCxnSpPr/>
          <p:nvPr/>
        </p:nvCxnSpPr>
        <p:spPr>
          <a:xfrm rot="10800000">
            <a:off x="5650172" y="3521743"/>
            <a:ext cx="736800" cy="756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23" name="Google Shape;323;p21"/>
          <p:cNvSpPr txBox="1"/>
          <p:nvPr/>
        </p:nvSpPr>
        <p:spPr>
          <a:xfrm>
            <a:off x="633816" y="1980043"/>
            <a:ext cx="444300" cy="1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15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cm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24" name="Google Shape;324;p21"/>
          <p:cNvSpPr txBox="1"/>
          <p:nvPr/>
        </p:nvSpPr>
        <p:spPr>
          <a:xfrm>
            <a:off x="5884574" y="3488846"/>
            <a:ext cx="444300" cy="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45°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5" name="Google Shape;325;p21"/>
          <p:cNvSpPr txBox="1"/>
          <p:nvPr/>
        </p:nvSpPr>
        <p:spPr>
          <a:xfrm>
            <a:off x="5707489" y="3885319"/>
            <a:ext cx="322800" cy="1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6" name="Google Shape;326;p21"/>
          <p:cNvSpPr/>
          <p:nvPr/>
        </p:nvSpPr>
        <p:spPr>
          <a:xfrm rot="-3061723">
            <a:off x="4093338" y="3529350"/>
            <a:ext cx="1258326" cy="330218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7" name="Google Shape;327;p21"/>
          <p:cNvSpPr/>
          <p:nvPr/>
        </p:nvSpPr>
        <p:spPr>
          <a:xfrm rot="-3133459">
            <a:off x="4401636" y="4176584"/>
            <a:ext cx="91091" cy="91091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28" name="Google Shape;328;p21"/>
          <p:cNvCxnSpPr/>
          <p:nvPr/>
        </p:nvCxnSpPr>
        <p:spPr>
          <a:xfrm rot="9826454" flipH="1">
            <a:off x="4060236" y="3413252"/>
            <a:ext cx="1237908" cy="439368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29" name="Google Shape;329;p21"/>
          <p:cNvCxnSpPr/>
          <p:nvPr/>
        </p:nvCxnSpPr>
        <p:spPr>
          <a:xfrm rot="9825697" flipH="1">
            <a:off x="4402946" y="3474463"/>
            <a:ext cx="1039572" cy="72828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30" name="Google Shape;330;p21"/>
          <p:cNvCxnSpPr/>
          <p:nvPr/>
        </p:nvCxnSpPr>
        <p:spPr>
          <a:xfrm rot="-976269">
            <a:off x="4184963" y="4109661"/>
            <a:ext cx="188448" cy="281784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31" name="Google Shape;331;p21"/>
          <p:cNvSpPr txBox="1"/>
          <p:nvPr/>
        </p:nvSpPr>
        <p:spPr>
          <a:xfrm>
            <a:off x="4233121" y="3469907"/>
            <a:ext cx="469800" cy="1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2.1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32" name="Google Shape;332;p21"/>
          <p:cNvSpPr/>
          <p:nvPr/>
        </p:nvSpPr>
        <p:spPr>
          <a:xfrm rot="9518482">
            <a:off x="2237005" y="3736788"/>
            <a:ext cx="1102952" cy="424513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21"/>
          <p:cNvSpPr/>
          <p:nvPr/>
        </p:nvSpPr>
        <p:spPr>
          <a:xfrm rot="9518660">
            <a:off x="3151915" y="3564707"/>
            <a:ext cx="93092" cy="93092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34" name="Google Shape;334;p21"/>
          <p:cNvCxnSpPr/>
          <p:nvPr/>
        </p:nvCxnSpPr>
        <p:spPr>
          <a:xfrm rot="10800000" flipH="1">
            <a:off x="2178492" y="3474533"/>
            <a:ext cx="1029000" cy="425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35" name="Google Shape;335;p21"/>
          <p:cNvCxnSpPr/>
          <p:nvPr/>
        </p:nvCxnSpPr>
        <p:spPr>
          <a:xfrm>
            <a:off x="2187323" y="4023635"/>
            <a:ext cx="1203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36" name="Google Shape;336;p21"/>
          <p:cNvSpPr txBox="1"/>
          <p:nvPr/>
        </p:nvSpPr>
        <p:spPr>
          <a:xfrm flipH="1">
            <a:off x="2641749" y="4017465"/>
            <a:ext cx="573600" cy="2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41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21"/>
          <p:cNvSpPr txBox="1"/>
          <p:nvPr/>
        </p:nvSpPr>
        <p:spPr>
          <a:xfrm flipH="1">
            <a:off x="2313583" y="3441730"/>
            <a:ext cx="573600" cy="2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40 mm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38" name="Google Shape;338;p21"/>
          <p:cNvSpPr txBox="1"/>
          <p:nvPr/>
        </p:nvSpPr>
        <p:spPr>
          <a:xfrm>
            <a:off x="3877243" y="1636980"/>
            <a:ext cx="1824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21"/>
          <p:cNvSpPr txBox="1"/>
          <p:nvPr/>
        </p:nvSpPr>
        <p:spPr>
          <a:xfrm>
            <a:off x="5441796" y="1636980"/>
            <a:ext cx="1824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21"/>
          <p:cNvSpPr/>
          <p:nvPr/>
        </p:nvSpPr>
        <p:spPr>
          <a:xfrm rot="7213236">
            <a:off x="761457" y="3739726"/>
            <a:ext cx="932190" cy="514883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21"/>
          <p:cNvSpPr/>
          <p:nvPr/>
        </p:nvSpPr>
        <p:spPr>
          <a:xfrm rot="7210674">
            <a:off x="1210830" y="3486801"/>
            <a:ext cx="78777" cy="81054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2" name="Google Shape;342;p21"/>
          <p:cNvSpPr/>
          <p:nvPr/>
        </p:nvSpPr>
        <p:spPr>
          <a:xfrm rot="1471810" flipH="1">
            <a:off x="5650600" y="1828657"/>
            <a:ext cx="989950" cy="440477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3" name="Google Shape;343;p21"/>
          <p:cNvSpPr/>
          <p:nvPr/>
        </p:nvSpPr>
        <p:spPr>
          <a:xfrm rot="1472751" flipH="1">
            <a:off x="6441854" y="2357101"/>
            <a:ext cx="83770" cy="8377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44" name="Google Shape;344;p21"/>
          <p:cNvCxnSpPr/>
          <p:nvPr/>
        </p:nvCxnSpPr>
        <p:spPr>
          <a:xfrm rot="-199934" flipH="1">
            <a:off x="6569184" y="2086328"/>
            <a:ext cx="206449" cy="400285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45" name="Google Shape;345;p21"/>
          <p:cNvCxnSpPr/>
          <p:nvPr/>
        </p:nvCxnSpPr>
        <p:spPr>
          <a:xfrm rot="-199684">
            <a:off x="5574779" y="2075921"/>
            <a:ext cx="894008" cy="461573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46" name="Google Shape;346;p21"/>
          <p:cNvCxnSpPr/>
          <p:nvPr/>
        </p:nvCxnSpPr>
        <p:spPr>
          <a:xfrm rot="10800000">
            <a:off x="1269988" y="3421961"/>
            <a:ext cx="456000" cy="245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47" name="Google Shape;347;p21"/>
          <p:cNvCxnSpPr/>
          <p:nvPr/>
        </p:nvCxnSpPr>
        <p:spPr>
          <a:xfrm rot="10800000" flipH="1">
            <a:off x="709341" y="3420060"/>
            <a:ext cx="473100" cy="811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48" name="Google Shape;348;p21"/>
          <p:cNvSpPr txBox="1"/>
          <p:nvPr/>
        </p:nvSpPr>
        <p:spPr>
          <a:xfrm rot="-2911">
            <a:off x="5792031" y="2314168"/>
            <a:ext cx="354300" cy="1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9" name="Google Shape;349;p21"/>
          <p:cNvSpPr txBox="1"/>
          <p:nvPr/>
        </p:nvSpPr>
        <p:spPr>
          <a:xfrm flipH="1">
            <a:off x="1413925" y="3348604"/>
            <a:ext cx="545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0" name="Google Shape;350;p21"/>
          <p:cNvSpPr txBox="1"/>
          <p:nvPr/>
        </p:nvSpPr>
        <p:spPr>
          <a:xfrm>
            <a:off x="6704749" y="2206799"/>
            <a:ext cx="387300" cy="1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1" name="Google Shape;351;p21"/>
          <p:cNvSpPr txBox="1"/>
          <p:nvPr/>
        </p:nvSpPr>
        <p:spPr>
          <a:xfrm flipH="1">
            <a:off x="473044" y="3561788"/>
            <a:ext cx="605100" cy="18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35 mm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52" name="Google Shape;352;p21"/>
          <p:cNvSpPr txBox="1"/>
          <p:nvPr/>
        </p:nvSpPr>
        <p:spPr>
          <a:xfrm>
            <a:off x="463550" y="3179745"/>
            <a:ext cx="177900" cy="1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21"/>
          <p:cNvSpPr txBox="1"/>
          <p:nvPr/>
        </p:nvSpPr>
        <p:spPr>
          <a:xfrm>
            <a:off x="2102813" y="3179745"/>
            <a:ext cx="177900" cy="1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4" name="Google Shape;354;p21"/>
          <p:cNvSpPr txBox="1"/>
          <p:nvPr/>
        </p:nvSpPr>
        <p:spPr>
          <a:xfrm>
            <a:off x="3877243" y="3179809"/>
            <a:ext cx="1824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g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5" name="Google Shape;355;p21"/>
          <p:cNvSpPr txBox="1"/>
          <p:nvPr/>
        </p:nvSpPr>
        <p:spPr>
          <a:xfrm>
            <a:off x="5441796" y="3179809"/>
            <a:ext cx="1824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56" name="Google Shape;356;p21"/>
          <p:cNvCxnSpPr/>
          <p:nvPr/>
        </p:nvCxnSpPr>
        <p:spPr>
          <a:xfrm rot="10800000">
            <a:off x="5603625" y="1986465"/>
            <a:ext cx="1083600" cy="10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57" name="Google Shape;357;p21"/>
          <p:cNvCxnSpPr/>
          <p:nvPr/>
        </p:nvCxnSpPr>
        <p:spPr>
          <a:xfrm rot="10800000">
            <a:off x="3295613" y="3535164"/>
            <a:ext cx="146400" cy="396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58" name="Google Shape;358;p21"/>
          <p:cNvSpPr txBox="1"/>
          <p:nvPr/>
        </p:nvSpPr>
        <p:spPr>
          <a:xfrm>
            <a:off x="811856" y="2613968"/>
            <a:ext cx="469800" cy="1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59" name="Google Shape;359;p21"/>
          <p:cNvGrpSpPr/>
          <p:nvPr/>
        </p:nvGrpSpPr>
        <p:grpSpPr>
          <a:xfrm rot="-5400000" flipH="1">
            <a:off x="3993633" y="1966299"/>
            <a:ext cx="863479" cy="694558"/>
            <a:chOff x="628823" y="1567796"/>
            <a:chExt cx="1686813" cy="974545"/>
          </a:xfrm>
        </p:grpSpPr>
        <p:sp>
          <p:nvSpPr>
            <p:cNvPr id="360" name="Google Shape;360;p21"/>
            <p:cNvSpPr/>
            <p:nvPr/>
          </p:nvSpPr>
          <p:spPr>
            <a:xfrm>
              <a:off x="745350" y="1645697"/>
              <a:ext cx="1511100" cy="812700"/>
            </a:xfrm>
            <a:prstGeom prst="rtTriangle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61" name="Google Shape;361;p21"/>
            <p:cNvSpPr/>
            <p:nvPr/>
          </p:nvSpPr>
          <p:spPr>
            <a:xfrm>
              <a:off x="745350" y="2330455"/>
              <a:ext cx="165000" cy="1278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62" name="Google Shape;362;p21"/>
            <p:cNvCxnSpPr/>
            <p:nvPr/>
          </p:nvCxnSpPr>
          <p:spPr>
            <a:xfrm rot="10800000" flipH="1">
              <a:off x="628823" y="1647197"/>
              <a:ext cx="0" cy="8112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363" name="Google Shape;363;p21"/>
            <p:cNvCxnSpPr/>
            <p:nvPr/>
          </p:nvCxnSpPr>
          <p:spPr>
            <a:xfrm>
              <a:off x="739622" y="2542341"/>
              <a:ext cx="15216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364" name="Google Shape;364;p21"/>
            <p:cNvCxnSpPr/>
            <p:nvPr/>
          </p:nvCxnSpPr>
          <p:spPr>
            <a:xfrm>
              <a:off x="805436" y="1567796"/>
              <a:ext cx="1510200" cy="8130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sp>
        <p:nvSpPr>
          <p:cNvPr id="365" name="Google Shape;365;p21"/>
          <p:cNvSpPr txBox="1"/>
          <p:nvPr/>
        </p:nvSpPr>
        <p:spPr>
          <a:xfrm>
            <a:off x="1590489" y="2182611"/>
            <a:ext cx="408900" cy="1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9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6" name="Google Shape;366;p21"/>
          <p:cNvSpPr/>
          <p:nvPr/>
        </p:nvSpPr>
        <p:spPr>
          <a:xfrm flipH="1">
            <a:off x="2288066" y="1980040"/>
            <a:ext cx="990600" cy="574200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21"/>
          <p:cNvSpPr/>
          <p:nvPr/>
        </p:nvSpPr>
        <p:spPr>
          <a:xfrm flipH="1">
            <a:off x="3194959" y="2468946"/>
            <a:ext cx="83700" cy="870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68" name="Google Shape;368;p21"/>
          <p:cNvCxnSpPr/>
          <p:nvPr/>
        </p:nvCxnSpPr>
        <p:spPr>
          <a:xfrm rot="10800000" flipH="1">
            <a:off x="2264656" y="1926339"/>
            <a:ext cx="971400" cy="567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69" name="Google Shape;369;p21"/>
          <p:cNvCxnSpPr/>
          <p:nvPr/>
        </p:nvCxnSpPr>
        <p:spPr>
          <a:xfrm rot="10800000" flipH="1">
            <a:off x="3338545" y="1982170"/>
            <a:ext cx="0" cy="573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70" name="Google Shape;370;p21"/>
          <p:cNvCxnSpPr/>
          <p:nvPr/>
        </p:nvCxnSpPr>
        <p:spPr>
          <a:xfrm rot="10800000">
            <a:off x="2287774" y="2619907"/>
            <a:ext cx="993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71" name="Google Shape;371;p21"/>
          <p:cNvSpPr txBox="1"/>
          <p:nvPr/>
        </p:nvSpPr>
        <p:spPr>
          <a:xfrm>
            <a:off x="2576305" y="2630835"/>
            <a:ext cx="545100" cy="1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7.9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cm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72" name="Google Shape;372;p21"/>
          <p:cNvSpPr txBox="1"/>
          <p:nvPr/>
        </p:nvSpPr>
        <p:spPr>
          <a:xfrm>
            <a:off x="3368021" y="2182611"/>
            <a:ext cx="408900" cy="1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9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3" name="Google Shape;373;p21"/>
          <p:cNvSpPr txBox="1"/>
          <p:nvPr/>
        </p:nvSpPr>
        <p:spPr>
          <a:xfrm>
            <a:off x="4241009" y="1683034"/>
            <a:ext cx="469800" cy="1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4" name="Google Shape;374;p21"/>
          <p:cNvSpPr txBox="1"/>
          <p:nvPr/>
        </p:nvSpPr>
        <p:spPr>
          <a:xfrm>
            <a:off x="4011504" y="2314173"/>
            <a:ext cx="469800" cy="1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5" name="Google Shape;375;p21"/>
          <p:cNvSpPr txBox="1"/>
          <p:nvPr/>
        </p:nvSpPr>
        <p:spPr>
          <a:xfrm>
            <a:off x="4772809" y="2198941"/>
            <a:ext cx="545100" cy="1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4.5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cm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76" name="Google Shape;376;p21"/>
          <p:cNvSpPr txBox="1"/>
          <p:nvPr/>
        </p:nvSpPr>
        <p:spPr>
          <a:xfrm>
            <a:off x="5920356" y="1775698"/>
            <a:ext cx="545100" cy="1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3.2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377" name="Google Shape;377;p21"/>
          <p:cNvCxnSpPr/>
          <p:nvPr/>
        </p:nvCxnSpPr>
        <p:spPr>
          <a:xfrm rot="10800000" flipH="1">
            <a:off x="809405" y="3771299"/>
            <a:ext cx="938100" cy="578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78" name="Google Shape;378;p21"/>
          <p:cNvSpPr txBox="1"/>
          <p:nvPr/>
        </p:nvSpPr>
        <p:spPr>
          <a:xfrm flipH="1">
            <a:off x="1241796" y="4094496"/>
            <a:ext cx="545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37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21"/>
          <p:cNvSpPr txBox="1"/>
          <p:nvPr/>
        </p:nvSpPr>
        <p:spPr>
          <a:xfrm flipH="1">
            <a:off x="3377816" y="3587929"/>
            <a:ext cx="573600" cy="2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9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0" name="Google Shape;380;p21"/>
          <p:cNvSpPr txBox="1"/>
          <p:nvPr/>
        </p:nvSpPr>
        <p:spPr>
          <a:xfrm flipH="1">
            <a:off x="3873353" y="4214156"/>
            <a:ext cx="573600" cy="2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0.5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1" name="Google Shape;381;p21"/>
          <p:cNvSpPr txBox="1"/>
          <p:nvPr/>
        </p:nvSpPr>
        <p:spPr>
          <a:xfrm flipH="1">
            <a:off x="4906125" y="3869898"/>
            <a:ext cx="573600" cy="2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2" name="Google Shape;382;p21"/>
          <p:cNvSpPr txBox="1"/>
          <p:nvPr/>
        </p:nvSpPr>
        <p:spPr>
          <a:xfrm>
            <a:off x="5889442" y="3196803"/>
            <a:ext cx="473100" cy="1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0.7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83" name="Google Shape;383;p21"/>
          <p:cNvSpPr txBox="1"/>
          <p:nvPr/>
        </p:nvSpPr>
        <p:spPr>
          <a:xfrm>
            <a:off x="6520580" y="3713190"/>
            <a:ext cx="473100" cy="1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0.7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384" name="Google Shape;384;p21"/>
          <p:cNvCxnSpPr/>
          <p:nvPr/>
        </p:nvCxnSpPr>
        <p:spPr>
          <a:xfrm>
            <a:off x="474757" y="473693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85" name="Google Shape;385;p21"/>
          <p:cNvSpPr/>
          <p:nvPr/>
        </p:nvSpPr>
        <p:spPr>
          <a:xfrm>
            <a:off x="3113558" y="7289964"/>
            <a:ext cx="2343600" cy="2343600"/>
          </a:xfrm>
          <a:prstGeom prst="arc">
            <a:avLst>
              <a:gd name="adj1" fmla="val 16200000"/>
              <a:gd name="adj2" fmla="val 0"/>
            </a:avLst>
          </a:prstGeom>
          <a:noFill/>
          <a:ln w="2857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86" name="Google Shape;386;p21"/>
          <p:cNvCxnSpPr/>
          <p:nvPr/>
        </p:nvCxnSpPr>
        <p:spPr>
          <a:xfrm rot="10800000">
            <a:off x="4284964" y="7584638"/>
            <a:ext cx="827100" cy="0"/>
          </a:xfrm>
          <a:prstGeom prst="straightConnector1">
            <a:avLst/>
          </a:prstGeom>
          <a:noFill/>
          <a:ln w="28575" cap="flat" cmpd="sng">
            <a:solidFill>
              <a:srgbClr val="575756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87" name="Google Shape;387;p21"/>
          <p:cNvCxnSpPr/>
          <p:nvPr/>
        </p:nvCxnSpPr>
        <p:spPr>
          <a:xfrm rot="10800000" flipH="1">
            <a:off x="1725795" y="6691280"/>
            <a:ext cx="0" cy="1985700"/>
          </a:xfrm>
          <a:prstGeom prst="straightConnector1">
            <a:avLst/>
          </a:prstGeom>
          <a:noFill/>
          <a:ln w="28575" cap="flat" cmpd="sng">
            <a:solidFill>
              <a:srgbClr val="80808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88" name="Google Shape;388;p21"/>
          <p:cNvCxnSpPr/>
          <p:nvPr/>
        </p:nvCxnSpPr>
        <p:spPr>
          <a:xfrm>
            <a:off x="819400" y="7767398"/>
            <a:ext cx="2009700" cy="0"/>
          </a:xfrm>
          <a:prstGeom prst="straightConnector1">
            <a:avLst/>
          </a:prstGeom>
          <a:noFill/>
          <a:ln w="28575" cap="flat" cmpd="sng">
            <a:solidFill>
              <a:srgbClr val="80808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89" name="Google Shape;389;p21"/>
          <p:cNvSpPr/>
          <p:nvPr/>
        </p:nvSpPr>
        <p:spPr>
          <a:xfrm>
            <a:off x="887504" y="6906857"/>
            <a:ext cx="1698900" cy="16986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90" name="Google Shape;390;p21"/>
          <p:cNvCxnSpPr/>
          <p:nvPr/>
        </p:nvCxnSpPr>
        <p:spPr>
          <a:xfrm rot="10800000">
            <a:off x="1729503" y="7250820"/>
            <a:ext cx="680100" cy="0"/>
          </a:xfrm>
          <a:prstGeom prst="straightConnector1">
            <a:avLst/>
          </a:prstGeom>
          <a:noFill/>
          <a:ln w="28575" cap="flat" cmpd="sng">
            <a:solidFill>
              <a:srgbClr val="575756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91" name="Google Shape;391;p21"/>
          <p:cNvCxnSpPr/>
          <p:nvPr/>
        </p:nvCxnSpPr>
        <p:spPr>
          <a:xfrm flipH="1">
            <a:off x="2416106" y="7248962"/>
            <a:ext cx="0" cy="525300"/>
          </a:xfrm>
          <a:prstGeom prst="straightConnector1">
            <a:avLst/>
          </a:prstGeom>
          <a:noFill/>
          <a:ln w="28575" cap="flat" cmpd="sng">
            <a:solidFill>
              <a:srgbClr val="575756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92" name="Google Shape;392;p21"/>
          <p:cNvSpPr txBox="1"/>
          <p:nvPr/>
        </p:nvSpPr>
        <p:spPr>
          <a:xfrm>
            <a:off x="473612" y="5323164"/>
            <a:ext cx="6400200" cy="26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Point P has coordinates (7, 24). How far is point P from the origin?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3" name="Google Shape;393;p21"/>
          <p:cNvSpPr txBox="1"/>
          <p:nvPr/>
        </p:nvSpPr>
        <p:spPr>
          <a:xfrm>
            <a:off x="468001" y="4764050"/>
            <a:ext cx="6229200" cy="2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D:  Using Pythagoras’ theorem on a coordinate grid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4" name="Google Shape;394;p21"/>
          <p:cNvSpPr txBox="1"/>
          <p:nvPr/>
        </p:nvSpPr>
        <p:spPr>
          <a:xfrm>
            <a:off x="465314" y="6207153"/>
            <a:ext cx="25260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What is the length of the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radius of the circle?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5" name="Google Shape;395;p21"/>
          <p:cNvSpPr txBox="1"/>
          <p:nvPr/>
        </p:nvSpPr>
        <p:spPr>
          <a:xfrm>
            <a:off x="1560414" y="7555503"/>
            <a:ext cx="236700" cy="2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endParaRPr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6" name="Google Shape;396;p21"/>
          <p:cNvSpPr txBox="1"/>
          <p:nvPr/>
        </p:nvSpPr>
        <p:spPr>
          <a:xfrm>
            <a:off x="1582827" y="6611250"/>
            <a:ext cx="214500" cy="3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7" name="Google Shape;397;p21"/>
          <p:cNvSpPr txBox="1"/>
          <p:nvPr/>
        </p:nvSpPr>
        <p:spPr>
          <a:xfrm>
            <a:off x="2719015" y="7740363"/>
            <a:ext cx="166800" cy="2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8" name="Google Shape;398;p21"/>
          <p:cNvSpPr txBox="1"/>
          <p:nvPr/>
        </p:nvSpPr>
        <p:spPr>
          <a:xfrm>
            <a:off x="2302627" y="7769852"/>
            <a:ext cx="243300" cy="1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0.8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9" name="Google Shape;399;p21"/>
          <p:cNvSpPr txBox="1"/>
          <p:nvPr/>
        </p:nvSpPr>
        <p:spPr>
          <a:xfrm>
            <a:off x="1490645" y="7163702"/>
            <a:ext cx="243300" cy="1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0.6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00" name="Google Shape;400;p21"/>
          <p:cNvCxnSpPr>
            <a:stCxn id="401" idx="4"/>
          </p:cNvCxnSpPr>
          <p:nvPr/>
        </p:nvCxnSpPr>
        <p:spPr>
          <a:xfrm rot="10800000">
            <a:off x="4291454" y="7074517"/>
            <a:ext cx="600" cy="1418400"/>
          </a:xfrm>
          <a:prstGeom prst="straightConnector1">
            <a:avLst/>
          </a:prstGeom>
          <a:noFill/>
          <a:ln w="28575" cap="flat" cmpd="sng">
            <a:solidFill>
              <a:srgbClr val="80808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2" name="Google Shape;402;p21"/>
          <p:cNvCxnSpPr>
            <a:stCxn id="401" idx="2"/>
          </p:cNvCxnSpPr>
          <p:nvPr/>
        </p:nvCxnSpPr>
        <p:spPr>
          <a:xfrm rot="10800000" flipH="1">
            <a:off x="4253204" y="8453467"/>
            <a:ext cx="1451700" cy="600"/>
          </a:xfrm>
          <a:prstGeom prst="straightConnector1">
            <a:avLst/>
          </a:prstGeom>
          <a:noFill/>
          <a:ln w="28575" cap="flat" cmpd="sng">
            <a:solidFill>
              <a:srgbClr val="80808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03" name="Google Shape;403;p21"/>
          <p:cNvSpPr txBox="1"/>
          <p:nvPr/>
        </p:nvSpPr>
        <p:spPr>
          <a:xfrm>
            <a:off x="5341481" y="8368106"/>
            <a:ext cx="201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4" name="Google Shape;404;p21"/>
          <p:cNvSpPr txBox="1"/>
          <p:nvPr/>
        </p:nvSpPr>
        <p:spPr>
          <a:xfrm>
            <a:off x="4077110" y="7134481"/>
            <a:ext cx="17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21"/>
          <p:cNvSpPr txBox="1"/>
          <p:nvPr/>
        </p:nvSpPr>
        <p:spPr>
          <a:xfrm>
            <a:off x="4134730" y="8429671"/>
            <a:ext cx="222300" cy="26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endParaRPr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6" name="Google Shape;406;p21"/>
          <p:cNvSpPr txBox="1"/>
          <p:nvPr/>
        </p:nvSpPr>
        <p:spPr>
          <a:xfrm>
            <a:off x="4105180" y="6989665"/>
            <a:ext cx="206400" cy="3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7" name="Google Shape;407;p21"/>
          <p:cNvSpPr txBox="1"/>
          <p:nvPr/>
        </p:nvSpPr>
        <p:spPr>
          <a:xfrm>
            <a:off x="5700033" y="8371312"/>
            <a:ext cx="206400" cy="3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1" name="Google Shape;401;p21"/>
          <p:cNvSpPr/>
          <p:nvPr/>
        </p:nvSpPr>
        <p:spPr>
          <a:xfrm>
            <a:off x="4253204" y="8415217"/>
            <a:ext cx="77700" cy="777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8" name="Google Shape;408;p21"/>
          <p:cNvSpPr txBox="1"/>
          <p:nvPr/>
        </p:nvSpPr>
        <p:spPr>
          <a:xfrm>
            <a:off x="3701538" y="6207149"/>
            <a:ext cx="3372900" cy="7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The diagram shows quarter of a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circle on a coordinate grid.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What is the value of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(to 1 d.p.)?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09" name="Google Shape;409;p21"/>
          <p:cNvCxnSpPr/>
          <p:nvPr/>
        </p:nvCxnSpPr>
        <p:spPr>
          <a:xfrm flipH="1">
            <a:off x="5071074" y="7633824"/>
            <a:ext cx="0" cy="822900"/>
          </a:xfrm>
          <a:prstGeom prst="straightConnector1">
            <a:avLst/>
          </a:prstGeom>
          <a:noFill/>
          <a:ln w="28575" cap="flat" cmpd="sng">
            <a:solidFill>
              <a:srgbClr val="575756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410" name="Google Shape;410;p21"/>
          <p:cNvSpPr txBox="1"/>
          <p:nvPr/>
        </p:nvSpPr>
        <p:spPr>
          <a:xfrm>
            <a:off x="3971776" y="7413082"/>
            <a:ext cx="437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3.8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1" name="Google Shape;411;p21"/>
          <p:cNvSpPr/>
          <p:nvPr/>
        </p:nvSpPr>
        <p:spPr>
          <a:xfrm>
            <a:off x="5033323" y="7546891"/>
            <a:ext cx="77700" cy="777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2" name="Google Shape;412;p21"/>
          <p:cNvSpPr txBox="1"/>
          <p:nvPr/>
        </p:nvSpPr>
        <p:spPr>
          <a:xfrm>
            <a:off x="4957313" y="8339359"/>
            <a:ext cx="201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3" name="Google Shape;413;p21"/>
          <p:cNvSpPr txBox="1"/>
          <p:nvPr/>
        </p:nvSpPr>
        <p:spPr>
          <a:xfrm>
            <a:off x="463900" y="8737982"/>
            <a:ext cx="2649600" cy="2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Diagrams are not drawn to scale.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4" name="Google Shape;414;p21"/>
          <p:cNvSpPr txBox="1"/>
          <p:nvPr/>
        </p:nvSpPr>
        <p:spPr>
          <a:xfrm>
            <a:off x="5923226" y="5318061"/>
            <a:ext cx="850800" cy="26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25 units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15" name="Google Shape;415;p21"/>
          <p:cNvSpPr txBox="1"/>
          <p:nvPr/>
        </p:nvSpPr>
        <p:spPr>
          <a:xfrm>
            <a:off x="2687019" y="7230340"/>
            <a:ext cx="578400" cy="26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 unit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16" name="Google Shape;416;p21"/>
          <p:cNvSpPr/>
          <p:nvPr/>
        </p:nvSpPr>
        <p:spPr>
          <a:xfrm>
            <a:off x="1682545" y="7714328"/>
            <a:ext cx="85800" cy="858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7" name="Google Shape;417;p21"/>
          <p:cNvSpPr/>
          <p:nvPr/>
        </p:nvSpPr>
        <p:spPr>
          <a:xfrm>
            <a:off x="2378826" y="7208603"/>
            <a:ext cx="77700" cy="777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18" name="Google Shape;418;p21"/>
          <p:cNvCxnSpPr/>
          <p:nvPr/>
        </p:nvCxnSpPr>
        <p:spPr>
          <a:xfrm rot="10800000" flipH="1">
            <a:off x="1732989" y="7247190"/>
            <a:ext cx="688200" cy="501900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419" name="Google Shape;419;p21"/>
          <p:cNvSpPr txBox="1"/>
          <p:nvPr/>
        </p:nvSpPr>
        <p:spPr>
          <a:xfrm>
            <a:off x="4620172" y="8737982"/>
            <a:ext cx="721500" cy="26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3.2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420" name="Google Shape;420;p21"/>
          <p:cNvCxnSpPr/>
          <p:nvPr/>
        </p:nvCxnSpPr>
        <p:spPr>
          <a:xfrm>
            <a:off x="474757" y="9862363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3.14"/>
  <p:tag name="AS_TITLE" val="Aspose.Slides for .NET Standard 2.0"/>
  <p:tag name="AS_VERSION" val="24.3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114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Times New Roman</vt:lpstr>
      <vt:lpstr>simple-light-2</vt:lpstr>
      <vt:lpstr>Checking and securing understanding of Pythagoras' theorem</vt:lpstr>
      <vt:lpstr>PowerPoint Presentation</vt:lpstr>
    </vt:vector>
  </TitlesOfParts>
  <LinksUpToDate>0</LinksUpToDate>
  <SharedDoc>0</SharedDoc>
  <HyperlinksChanged>0</HyperlinksChanged>
  <Application>Aspose.Slides for .NET</Application>
  <AppVersion>24.0300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2024-04-08T09:45:37.877</cp:lastPrinted>
  <dcterms:created xsi:type="dcterms:W3CDTF">2024-04-08T09:45:37Z</dcterms:created>
  <dcterms:modified xsi:type="dcterms:W3CDTF">2024-04-08T09:45:46Z</dcterms:modified>
</cp:coreProperties>
</file>