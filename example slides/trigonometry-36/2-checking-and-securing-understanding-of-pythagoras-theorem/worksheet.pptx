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3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g27996905f60_0_125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27996905f60_0_1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73" name="Shape 273"/>
        <p:cNvGrpSpPr/>
        <p:nvPr/>
      </p:nvGrpSpPr>
      <p:grpSpPr>
        <a:xfrm>
          <a:off x="0" y="0"/>
          <a:ext cx="0" cy="0"/>
        </a:xfrm>
      </p:grpSpPr>
      <p:sp>
        <p:nvSpPr>
          <p:cNvPr id="274" name="Google Shape;274;g27996905f60_0_130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7996905f60_0_13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3.png" /><Relationship Id="rId3" Type="http://schemas.openxmlformats.org/officeDocument/2006/relationships/image" Target="../media/image4.png" /><Relationship Id="rId4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hyperlink" Target="https://www.nationalarchives.gov.uk/doc/open-government-licence/version/3/" TargetMode="External" /><Relationship Id="rId3" Type="http://schemas.openxmlformats.org/officeDocument/2006/relationships/hyperlink" Target="https://www.thenational.academy/legal/terms-and-conditions" TargetMode="External" /><Relationship Id="rId4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3.png" /><Relationship Id="rId4" Type="http://schemas.openxmlformats.org/officeDocument/2006/relationships/hyperlink" Target="https://www.nationalarchives.gov.uk/doc/open-government-licence/version/3/" TargetMode="External" /><Relationship Id="rId5" Type="http://schemas.openxmlformats.org/officeDocument/2006/relationships/hyperlink" Target="https://www.thenational.academy/legal/terms-and-conditions" TargetMode="External" /><Relationship Id="rId6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2" name="Google Shape;32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sp>
        <p:nvSpPr>
          <p:cNvPr id="34" name="Google Shape;34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</a:xfrm>
      </p:grpSpPr>
      <p:sp>
        <p:nvSpPr>
          <p:cNvPr id="40" name="Google Shape;40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</a:xfrm>
      </p:grpSpPr>
      <p:sp>
        <p:nvSpPr>
          <p:cNvPr id="47" name="Google Shape;47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</a:xfrm>
      </p:grpSpPr>
      <p:sp>
        <p:nvSpPr>
          <p:cNvPr id="56" name="Google Shape;56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type="subTitle" idx="1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type="subTitle" idx="1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>
            <p:ph type="subTitle" idx="1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40" name="Google Shape;140;p18"/>
          <p:cNvSpPr txBox="1"/>
          <p:nvPr>
            <p:ph type="subTitle" idx="2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1" name="Google Shape;141;p18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7" name="Google Shape;147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lang="en-GB" b="1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9" name="Google Shape;149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50" name="Google Shape;15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>
            <p:ph type="subTitle" idx="1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None/>
              <a:defRPr sz="900">
                <a:solidFill>
                  <a:srgbClr val="575756"/>
                </a:solidFill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53" name="Google Shape;153;p19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rgbClr val="57575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9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8" name="Shape 158"/>
        <p:cNvGrpSpPr/>
        <p:nvPr/>
      </p:nvGrpSpPr>
      <p:grpSpPr>
        <a:xfrm>
          <a:off x="0" y="0"/>
          <a: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468000" y="864000"/>
            <a:ext cx="6624000" cy="55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Pythagoras' theorem</a:t>
            </a:r>
            <a:endParaRPr/>
          </a:p>
        </p:txBody>
      </p:sp>
      <p:sp>
        <p:nvSpPr>
          <p:cNvPr id="160" name="Google Shape;160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cxnSp>
        <p:nvCxnSpPr>
          <p:cNvPr id="161" name="Google Shape;161;p20"/>
          <p:cNvCxnSpPr/>
          <p:nvPr/>
        </p:nvCxnSpPr>
        <p:spPr>
          <a:xfrm>
            <a:off x="474757" y="56210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2" name="Google Shape;162;p20"/>
          <p:cNvSpPr txBox="1"/>
          <p:nvPr/>
        </p:nvSpPr>
        <p:spPr>
          <a:xfrm>
            <a:off x="471297" y="2189046"/>
            <a:ext cx="6286500" cy="230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missing lengths. Give any decimal lengths to 1 decimal place.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20"/>
          <p:cNvSpPr txBox="1"/>
          <p:nvPr/>
        </p:nvSpPr>
        <p:spPr>
          <a:xfrm>
            <a:off x="483349" y="1639850"/>
            <a:ext cx="61014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 Finding the length of the hypotenuse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/>
          <p:nvPr/>
        </p:nvSpPr>
        <p:spPr>
          <a:xfrm>
            <a:off x="909150" y="2865494"/>
            <a:ext cx="1153200" cy="6201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/>
          <p:nvPr/>
        </p:nvSpPr>
        <p:spPr>
          <a:xfrm>
            <a:off x="909150" y="3388068"/>
            <a:ext cx="97500" cy="975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20"/>
          <p:cNvSpPr/>
          <p:nvPr/>
        </p:nvSpPr>
        <p:spPr>
          <a:xfrm rot="-9518487" flipH="1">
            <a:off x="1065098" y="4479271"/>
            <a:ext cx="1153202" cy="44362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20"/>
          <p:cNvSpPr/>
          <p:nvPr/>
        </p:nvSpPr>
        <p:spPr>
          <a:xfrm rot="-9519480" flipH="1">
            <a:off x="1164277" y="4299108"/>
            <a:ext cx="97270" cy="9727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20"/>
          <p:cNvSpPr/>
          <p:nvPr/>
        </p:nvSpPr>
        <p:spPr>
          <a:xfrm rot="2382354">
            <a:off x="3314583" y="4431682"/>
            <a:ext cx="949523" cy="530035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20"/>
          <p:cNvSpPr/>
          <p:nvPr/>
        </p:nvSpPr>
        <p:spPr>
          <a:xfrm rot="2385627">
            <a:off x="3274781" y="4542094"/>
            <a:ext cx="97564" cy="9756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20"/>
          <p:cNvSpPr txBox="1"/>
          <p:nvPr/>
        </p:nvSpPr>
        <p:spPr>
          <a:xfrm>
            <a:off x="471297" y="2579511"/>
            <a:ext cx="1908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20"/>
          <p:cNvSpPr txBox="1"/>
          <p:nvPr/>
        </p:nvSpPr>
        <p:spPr>
          <a:xfrm>
            <a:off x="2743781" y="2579511"/>
            <a:ext cx="1908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20"/>
          <p:cNvSpPr txBox="1"/>
          <p:nvPr/>
        </p:nvSpPr>
        <p:spPr>
          <a:xfrm>
            <a:off x="4899962" y="2579511"/>
            <a:ext cx="1908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20"/>
          <p:cNvSpPr txBox="1"/>
          <p:nvPr/>
        </p:nvSpPr>
        <p:spPr>
          <a:xfrm>
            <a:off x="471297" y="4018362"/>
            <a:ext cx="1908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2743781" y="4018362"/>
            <a:ext cx="1908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899962" y="4018362"/>
            <a:ext cx="190800" cy="19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6" name="Google Shape;176;p20"/>
          <p:cNvCxnSpPr/>
          <p:nvPr/>
        </p:nvCxnSpPr>
        <p:spPr>
          <a:xfrm rot="10800000" flipH="1">
            <a:off x="842195" y="2866500"/>
            <a:ext cx="0" cy="619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7" name="Google Shape;177;p20"/>
          <p:cNvCxnSpPr/>
          <p:nvPr/>
        </p:nvCxnSpPr>
        <p:spPr>
          <a:xfrm>
            <a:off x="904778" y="3549761"/>
            <a:ext cx="11613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8" name="Google Shape;178;p20"/>
          <p:cNvCxnSpPr/>
          <p:nvPr/>
        </p:nvCxnSpPr>
        <p:spPr>
          <a:xfrm>
            <a:off x="955004" y="2806044"/>
            <a:ext cx="1152600" cy="6204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79" name="Google Shape;179;p20"/>
          <p:cNvCxnSpPr/>
          <p:nvPr/>
        </p:nvCxnSpPr>
        <p:spPr>
          <a:xfrm rot="10800000">
            <a:off x="1197851" y="4216674"/>
            <a:ext cx="1074900" cy="421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0" name="Google Shape;180;p20"/>
          <p:cNvCxnSpPr/>
          <p:nvPr/>
        </p:nvCxnSpPr>
        <p:spPr>
          <a:xfrm rot="10800000" flipH="1">
            <a:off x="954617" y="4260821"/>
            <a:ext cx="158400" cy="411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81" name="Google Shape;181;p20"/>
          <p:cNvCxnSpPr/>
          <p:nvPr/>
        </p:nvCxnSpPr>
        <p:spPr>
          <a:xfrm rot="10800000">
            <a:off x="1015954" y="4774664"/>
            <a:ext cx="1243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grpSp>
        <p:nvGrpSpPr>
          <p:cNvPr id="182" name="Google Shape;182;p20"/>
          <p:cNvGrpSpPr/>
          <p:nvPr/>
        </p:nvGrpSpPr>
        <p:grpSpPr>
          <a:xfrm>
            <a:off x="5219906" y="4252495"/>
            <a:ext cx="927527" cy="925800"/>
            <a:chOff x="8299500" y="3454765"/>
            <a:chExt cx="1215472" cy="1213210"/>
          </a:xfrm>
        </p:grpSpPr>
        <p:sp>
          <p:nvSpPr>
            <p:cNvPr id="183" name="Google Shape;183;p20"/>
            <p:cNvSpPr/>
            <p:nvPr/>
          </p:nvSpPr>
          <p:spPr>
            <a:xfrm rot="10800000">
              <a:off x="8375367" y="3555888"/>
              <a:ext cx="1026600" cy="10542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" name="Google Shape;184;p20"/>
            <p:cNvSpPr/>
            <p:nvPr/>
          </p:nvSpPr>
          <p:spPr>
            <a:xfrm rot="10800000">
              <a:off x="9274174" y="3555849"/>
              <a:ext cx="127800" cy="1278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85" name="Google Shape;185;p20"/>
            <p:cNvCxnSpPr/>
            <p:nvPr/>
          </p:nvCxnSpPr>
          <p:spPr>
            <a:xfrm>
              <a:off x="8365250" y="3454765"/>
              <a:ext cx="1013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86" name="Google Shape;186;p20"/>
            <p:cNvCxnSpPr/>
            <p:nvPr/>
          </p:nvCxnSpPr>
          <p:spPr>
            <a:xfrm rot="10800000" flipH="1">
              <a:off x="9514972" y="3561597"/>
              <a:ext cx="0" cy="1048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87" name="Google Shape;187;p20"/>
            <p:cNvCxnSpPr/>
            <p:nvPr/>
          </p:nvCxnSpPr>
          <p:spPr>
            <a:xfrm rot="10800000">
              <a:off x="8299500" y="3600875"/>
              <a:ext cx="1011000" cy="1067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188" name="Google Shape;188;p20"/>
          <p:cNvGrpSpPr/>
          <p:nvPr/>
        </p:nvGrpSpPr>
        <p:grpSpPr>
          <a:xfrm rot="-199755">
            <a:off x="3104633" y="2323895"/>
            <a:ext cx="1207516" cy="1004543"/>
            <a:chOff x="6500625" y="1151721"/>
            <a:chExt cx="1964279" cy="1634100"/>
          </a:xfrm>
        </p:grpSpPr>
        <p:sp>
          <p:nvSpPr>
            <p:cNvPr id="189" name="Google Shape;189;p20"/>
            <p:cNvSpPr/>
            <p:nvPr/>
          </p:nvSpPr>
          <p:spPr>
            <a:xfrm rot="-1670821">
              <a:off x="6740400" y="1449679"/>
              <a:ext cx="1511200" cy="948783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90" name="Google Shape;190;p20"/>
            <p:cNvSpPr/>
            <p:nvPr/>
          </p:nvSpPr>
          <p:spPr>
            <a:xfrm rot="-1669644">
              <a:off x="7005152" y="2547745"/>
              <a:ext cx="127889" cy="127889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91" name="Google Shape;191;p20"/>
            <p:cNvCxnSpPr/>
            <p:nvPr/>
          </p:nvCxnSpPr>
          <p:spPr>
            <a:xfrm rot="10800000">
              <a:off x="6500625" y="1869550"/>
              <a:ext cx="442500" cy="892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92" name="Google Shape;192;p20"/>
            <p:cNvCxnSpPr/>
            <p:nvPr/>
          </p:nvCxnSpPr>
          <p:spPr>
            <a:xfrm rot="10800000" flipH="1">
              <a:off x="7126604" y="2066721"/>
              <a:ext cx="1338300" cy="719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193" name="Google Shape;193;p20"/>
            <p:cNvCxnSpPr/>
            <p:nvPr/>
          </p:nvCxnSpPr>
          <p:spPr>
            <a:xfrm rot="10800000">
              <a:off x="6606200" y="1750174"/>
              <a:ext cx="1779600" cy="1329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cxnSp>
        <p:nvCxnSpPr>
          <p:cNvPr id="194" name="Google Shape;194;p20"/>
          <p:cNvCxnSpPr/>
          <p:nvPr/>
        </p:nvCxnSpPr>
        <p:spPr>
          <a:xfrm rot="10800000" flipH="1">
            <a:off x="3188903" y="4135743"/>
            <a:ext cx="346500" cy="395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5" name="Google Shape;195;p20"/>
          <p:cNvCxnSpPr/>
          <p:nvPr/>
        </p:nvCxnSpPr>
        <p:spPr>
          <a:xfrm rot="10800000">
            <a:off x="3191526" y="4662931"/>
            <a:ext cx="733500" cy="597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6" name="Google Shape;196;p20"/>
          <p:cNvCxnSpPr/>
          <p:nvPr/>
        </p:nvCxnSpPr>
        <p:spPr>
          <a:xfrm rot="10800000">
            <a:off x="3671674" y="4165286"/>
            <a:ext cx="399600" cy="102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197" name="Google Shape;197;p20"/>
          <p:cNvCxnSpPr/>
          <p:nvPr/>
        </p:nvCxnSpPr>
        <p:spPr>
          <a:xfrm rot="10800000" flipH="1">
            <a:off x="5683991" y="4291622"/>
            <a:ext cx="0" cy="813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8" name="Google Shape;198;p20"/>
          <p:cNvCxnSpPr/>
          <p:nvPr/>
        </p:nvCxnSpPr>
        <p:spPr>
          <a:xfrm>
            <a:off x="6011570" y="4703191"/>
            <a:ext cx="98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9" name="Google Shape;199;p20"/>
          <p:cNvSpPr txBox="1"/>
          <p:nvPr/>
        </p:nvSpPr>
        <p:spPr>
          <a:xfrm>
            <a:off x="1222247" y="3549768"/>
            <a:ext cx="537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454849" y="3082301"/>
            <a:ext cx="427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2876337" y="3012552"/>
            <a:ext cx="432600" cy="1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0"/>
          <p:cNvSpPr txBox="1"/>
          <p:nvPr/>
        </p:nvSpPr>
        <p:spPr>
          <a:xfrm>
            <a:off x="3878439" y="3082945"/>
            <a:ext cx="432600" cy="1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 flipH="1">
            <a:off x="483357" y="4305737"/>
            <a:ext cx="537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 flipH="1">
            <a:off x="1563163" y="4214754"/>
            <a:ext cx="537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0"/>
          <p:cNvSpPr txBox="1"/>
          <p:nvPr/>
        </p:nvSpPr>
        <p:spPr>
          <a:xfrm>
            <a:off x="2956539" y="4189858"/>
            <a:ext cx="537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0"/>
          <p:cNvSpPr txBox="1"/>
          <p:nvPr/>
        </p:nvSpPr>
        <p:spPr>
          <a:xfrm>
            <a:off x="3130993" y="4930891"/>
            <a:ext cx="537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4.8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0"/>
          <p:cNvSpPr txBox="1"/>
          <p:nvPr/>
        </p:nvSpPr>
        <p:spPr>
          <a:xfrm>
            <a:off x="5366755" y="4054920"/>
            <a:ext cx="645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inches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8" name="Google Shape;208;p20"/>
          <p:cNvGrpSpPr/>
          <p:nvPr/>
        </p:nvGrpSpPr>
        <p:grpSpPr>
          <a:xfrm rot="10800000">
            <a:off x="4948921" y="2721136"/>
            <a:ext cx="1660578" cy="1325709"/>
            <a:chOff x="6500592" y="1151719"/>
            <a:chExt cx="1897803" cy="1515096"/>
          </a:xfrm>
        </p:grpSpPr>
        <p:sp>
          <p:nvSpPr>
            <p:cNvPr id="209" name="Google Shape;209;p20"/>
            <p:cNvSpPr/>
            <p:nvPr/>
          </p:nvSpPr>
          <p:spPr>
            <a:xfrm rot="-1670821">
              <a:off x="6708595" y="1457567"/>
              <a:ext cx="1511200" cy="812706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" name="Google Shape;210;p20"/>
            <p:cNvSpPr/>
            <p:nvPr/>
          </p:nvSpPr>
          <p:spPr>
            <a:xfrm rot="-1669644">
              <a:off x="6948524" y="2425837"/>
              <a:ext cx="127889" cy="127889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11" name="Google Shape;211;p20"/>
            <p:cNvCxnSpPr/>
            <p:nvPr/>
          </p:nvCxnSpPr>
          <p:spPr>
            <a:xfrm rot="10800000">
              <a:off x="6500592" y="1869658"/>
              <a:ext cx="380400" cy="754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12" name="Google Shape;212;p20"/>
            <p:cNvCxnSpPr/>
            <p:nvPr/>
          </p:nvCxnSpPr>
          <p:spPr>
            <a:xfrm rot="10800000" flipH="1">
              <a:off x="7058595" y="1943515"/>
              <a:ext cx="1339800" cy="723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13" name="Google Shape;213;p20"/>
            <p:cNvCxnSpPr/>
            <p:nvPr/>
          </p:nvCxnSpPr>
          <p:spPr>
            <a:xfrm rot="10800000">
              <a:off x="6606195" y="1760000"/>
              <a:ext cx="1716000" cy="19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14" name="Google Shape;214;p20"/>
          <p:cNvSpPr txBox="1"/>
          <p:nvPr/>
        </p:nvSpPr>
        <p:spPr>
          <a:xfrm>
            <a:off x="5069681" y="2830941"/>
            <a:ext cx="617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2.6 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20"/>
          <p:cNvSpPr txBox="1"/>
          <p:nvPr/>
        </p:nvSpPr>
        <p:spPr>
          <a:xfrm>
            <a:off x="476400" y="6232760"/>
            <a:ext cx="6345000" cy="23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missing lengths. Give any decimal lengths to 1 decimal place.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0"/>
          <p:cNvSpPr txBox="1"/>
          <p:nvPr/>
        </p:nvSpPr>
        <p:spPr>
          <a:xfrm>
            <a:off x="471301" y="5678450"/>
            <a:ext cx="6175200" cy="29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B:  Finding the length of a shorter side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0"/>
          <p:cNvSpPr/>
          <p:nvPr/>
        </p:nvSpPr>
        <p:spPr>
          <a:xfrm rot="3664563">
            <a:off x="5485219" y="7079094"/>
            <a:ext cx="958341" cy="534957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0"/>
          <p:cNvSpPr/>
          <p:nvPr/>
        </p:nvSpPr>
        <p:spPr>
          <a:xfrm rot="3660795">
            <a:off x="5516431" y="7026586"/>
            <a:ext cx="98430" cy="9843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0"/>
          <p:cNvSpPr txBox="1"/>
          <p:nvPr/>
        </p:nvSpPr>
        <p:spPr>
          <a:xfrm>
            <a:off x="476400" y="6626861"/>
            <a:ext cx="1926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0"/>
          <p:cNvSpPr txBox="1"/>
          <p:nvPr/>
        </p:nvSpPr>
        <p:spPr>
          <a:xfrm>
            <a:off x="2593975" y="6626861"/>
            <a:ext cx="1926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0"/>
          <p:cNvSpPr txBox="1"/>
          <p:nvPr/>
        </p:nvSpPr>
        <p:spPr>
          <a:xfrm>
            <a:off x="4942904" y="6626861"/>
            <a:ext cx="1926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2" name="Google Shape;222;p20"/>
          <p:cNvSpPr txBox="1"/>
          <p:nvPr/>
        </p:nvSpPr>
        <p:spPr>
          <a:xfrm>
            <a:off x="476400" y="8307711"/>
            <a:ext cx="1926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3" name="Google Shape;223;p20"/>
          <p:cNvSpPr txBox="1"/>
          <p:nvPr/>
        </p:nvSpPr>
        <p:spPr>
          <a:xfrm>
            <a:off x="2593975" y="8307711"/>
            <a:ext cx="1926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4942904" y="8307711"/>
            <a:ext cx="192600" cy="1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5" name="Google Shape;225;p20"/>
          <p:cNvGrpSpPr/>
          <p:nvPr/>
        </p:nvGrpSpPr>
        <p:grpSpPr>
          <a:xfrm flipH="1">
            <a:off x="719195" y="6681008"/>
            <a:ext cx="974124" cy="1020042"/>
            <a:chOff x="602606" y="1614562"/>
            <a:chExt cx="1820113" cy="910264"/>
          </a:xfrm>
        </p:grpSpPr>
        <p:sp>
          <p:nvSpPr>
            <p:cNvPr id="226" name="Google Shape;226;p20"/>
            <p:cNvSpPr/>
            <p:nvPr/>
          </p:nvSpPr>
          <p:spPr>
            <a:xfrm>
              <a:off x="745350" y="1645697"/>
              <a:ext cx="1511100" cy="8127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7" name="Google Shape;227;p20"/>
            <p:cNvSpPr/>
            <p:nvPr/>
          </p:nvSpPr>
          <p:spPr>
            <a:xfrm>
              <a:off x="745337" y="2367988"/>
              <a:ext cx="191400" cy="903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8" name="Google Shape;228;p20"/>
            <p:cNvCxnSpPr/>
            <p:nvPr/>
          </p:nvCxnSpPr>
          <p:spPr>
            <a:xfrm rot="10800000" flipH="1">
              <a:off x="602606" y="1647197"/>
              <a:ext cx="0" cy="811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29" name="Google Shape;229;p20"/>
            <p:cNvCxnSpPr/>
            <p:nvPr/>
          </p:nvCxnSpPr>
          <p:spPr>
            <a:xfrm>
              <a:off x="739622" y="2524826"/>
              <a:ext cx="1521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30" name="Google Shape;230;p20"/>
            <p:cNvCxnSpPr/>
            <p:nvPr/>
          </p:nvCxnSpPr>
          <p:spPr>
            <a:xfrm>
              <a:off x="912519" y="1614562"/>
              <a:ext cx="1510200" cy="813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31" name="Google Shape;231;p20"/>
          <p:cNvGrpSpPr/>
          <p:nvPr/>
        </p:nvGrpSpPr>
        <p:grpSpPr>
          <a:xfrm rot="-1724463">
            <a:off x="2777466" y="8566651"/>
            <a:ext cx="1330498" cy="909660"/>
            <a:chOff x="339673" y="3416058"/>
            <a:chExt cx="1727248" cy="1180917"/>
          </a:xfrm>
        </p:grpSpPr>
        <p:sp>
          <p:nvSpPr>
            <p:cNvPr id="232" name="Google Shape;232;p20"/>
            <p:cNvSpPr/>
            <p:nvPr/>
          </p:nvSpPr>
          <p:spPr>
            <a:xfrm rot="9518150">
              <a:off x="411081" y="3760251"/>
              <a:ext cx="1511140" cy="581448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3" name="Google Shape;233;p20"/>
            <p:cNvSpPr/>
            <p:nvPr/>
          </p:nvSpPr>
          <p:spPr>
            <a:xfrm rot="9517435">
              <a:off x="1664573" y="3524222"/>
              <a:ext cx="127576" cy="127576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4" name="Google Shape;234;p20"/>
            <p:cNvCxnSpPr/>
            <p:nvPr/>
          </p:nvCxnSpPr>
          <p:spPr>
            <a:xfrm rot="10800000" flipH="1">
              <a:off x="339673" y="3416058"/>
              <a:ext cx="1408500" cy="5529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35" name="Google Shape;235;p20"/>
            <p:cNvCxnSpPr/>
            <p:nvPr/>
          </p:nvCxnSpPr>
          <p:spPr>
            <a:xfrm rot="10800000">
              <a:off x="1859321" y="3474135"/>
              <a:ext cx="207600" cy="5397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36" name="Google Shape;236;p20"/>
            <p:cNvCxnSpPr/>
            <p:nvPr/>
          </p:nvCxnSpPr>
          <p:spPr>
            <a:xfrm>
              <a:off x="357097" y="4147417"/>
              <a:ext cx="16293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37" name="Google Shape;237;p20"/>
          <p:cNvGrpSpPr/>
          <p:nvPr/>
        </p:nvGrpSpPr>
        <p:grpSpPr>
          <a:xfrm rot="8100000">
            <a:off x="5398387" y="8229722"/>
            <a:ext cx="960712" cy="956294"/>
            <a:chOff x="8299500" y="3426326"/>
            <a:chExt cx="1247386" cy="1241649"/>
          </a:xfrm>
        </p:grpSpPr>
        <p:sp>
          <p:nvSpPr>
            <p:cNvPr id="238" name="Google Shape;238;p20"/>
            <p:cNvSpPr/>
            <p:nvPr/>
          </p:nvSpPr>
          <p:spPr>
            <a:xfrm rot="10800000">
              <a:off x="8375367" y="3555888"/>
              <a:ext cx="1026600" cy="10542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9" name="Google Shape;239;p20"/>
            <p:cNvSpPr/>
            <p:nvPr/>
          </p:nvSpPr>
          <p:spPr>
            <a:xfrm rot="10800000">
              <a:off x="9274174" y="3555849"/>
              <a:ext cx="127800" cy="1278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0" name="Google Shape;240;p20"/>
            <p:cNvCxnSpPr/>
            <p:nvPr/>
          </p:nvCxnSpPr>
          <p:spPr>
            <a:xfrm>
              <a:off x="8354484" y="3426326"/>
              <a:ext cx="10137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41" name="Google Shape;241;p20"/>
            <p:cNvCxnSpPr/>
            <p:nvPr/>
          </p:nvCxnSpPr>
          <p:spPr>
            <a:xfrm rot="10800000" flipH="1">
              <a:off x="9546886" y="3570825"/>
              <a:ext cx="0" cy="1048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42" name="Google Shape;242;p20"/>
            <p:cNvCxnSpPr/>
            <p:nvPr/>
          </p:nvCxnSpPr>
          <p:spPr>
            <a:xfrm rot="10800000">
              <a:off x="8299500" y="3600875"/>
              <a:ext cx="1011000" cy="10671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grpSp>
        <p:nvGrpSpPr>
          <p:cNvPr id="243" name="Google Shape;243;p20"/>
          <p:cNvGrpSpPr/>
          <p:nvPr/>
        </p:nvGrpSpPr>
        <p:grpSpPr>
          <a:xfrm rot="10800000">
            <a:off x="2780254" y="6711573"/>
            <a:ext cx="1561702" cy="1246773"/>
            <a:chOff x="6500592" y="1151719"/>
            <a:chExt cx="1897803" cy="1515096"/>
          </a:xfrm>
        </p:grpSpPr>
        <p:sp>
          <p:nvSpPr>
            <p:cNvPr id="244" name="Google Shape;244;p20"/>
            <p:cNvSpPr/>
            <p:nvPr/>
          </p:nvSpPr>
          <p:spPr>
            <a:xfrm rot="-1670821">
              <a:off x="6708595" y="1457567"/>
              <a:ext cx="1511200" cy="812706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45" name="Google Shape;245;p20"/>
            <p:cNvSpPr/>
            <p:nvPr/>
          </p:nvSpPr>
          <p:spPr>
            <a:xfrm rot="-1669644">
              <a:off x="6948524" y="2425837"/>
              <a:ext cx="127889" cy="127889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6" name="Google Shape;246;p20"/>
            <p:cNvCxnSpPr/>
            <p:nvPr/>
          </p:nvCxnSpPr>
          <p:spPr>
            <a:xfrm rot="10800000">
              <a:off x="6500592" y="1869658"/>
              <a:ext cx="380400" cy="754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47" name="Google Shape;247;p20"/>
            <p:cNvCxnSpPr/>
            <p:nvPr/>
          </p:nvCxnSpPr>
          <p:spPr>
            <a:xfrm rot="10800000" flipH="1">
              <a:off x="7058595" y="1943515"/>
              <a:ext cx="1339800" cy="7233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48" name="Google Shape;248;p20"/>
            <p:cNvCxnSpPr/>
            <p:nvPr/>
          </p:nvCxnSpPr>
          <p:spPr>
            <a:xfrm rot="10800000">
              <a:off x="6606195" y="1760000"/>
              <a:ext cx="1716000" cy="19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cxnSp>
        <p:nvCxnSpPr>
          <p:cNvPr id="249" name="Google Shape;249;p20"/>
          <p:cNvCxnSpPr/>
          <p:nvPr/>
        </p:nvCxnSpPr>
        <p:spPr>
          <a:xfrm rot="-9519316" flipH="1">
            <a:off x="5521557" y="6648559"/>
            <a:ext cx="349471" cy="39916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0" name="Google Shape;250;p20"/>
          <p:cNvCxnSpPr/>
          <p:nvPr/>
        </p:nvCxnSpPr>
        <p:spPr>
          <a:xfrm rot="-9516747">
            <a:off x="5279576" y="7209161"/>
            <a:ext cx="740387" cy="602449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1" name="Google Shape;251;p20"/>
          <p:cNvCxnSpPr/>
          <p:nvPr/>
        </p:nvCxnSpPr>
        <p:spPr>
          <a:xfrm rot="-9517556">
            <a:off x="5847473" y="6841727"/>
            <a:ext cx="403341" cy="1030861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52" name="Google Shape;252;p20"/>
          <p:cNvCxnSpPr/>
          <p:nvPr/>
        </p:nvCxnSpPr>
        <p:spPr>
          <a:xfrm rot="10800000" flipH="1">
            <a:off x="5574068" y="8925403"/>
            <a:ext cx="71700" cy="717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53" name="Google Shape;253;p20"/>
          <p:cNvCxnSpPr/>
          <p:nvPr/>
        </p:nvCxnSpPr>
        <p:spPr>
          <a:xfrm rot="10800000">
            <a:off x="6123995" y="8934103"/>
            <a:ext cx="63000" cy="63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4" name="Google Shape;254;p20"/>
          <p:cNvSpPr txBox="1"/>
          <p:nvPr/>
        </p:nvSpPr>
        <p:spPr>
          <a:xfrm>
            <a:off x="668886" y="6949939"/>
            <a:ext cx="5379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5" name="Google Shape;255;p20"/>
          <p:cNvSpPr txBox="1"/>
          <p:nvPr/>
        </p:nvSpPr>
        <p:spPr>
          <a:xfrm>
            <a:off x="1027483" y="7697298"/>
            <a:ext cx="537900" cy="23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6" name="Google Shape;256;p20"/>
          <p:cNvSpPr txBox="1"/>
          <p:nvPr/>
        </p:nvSpPr>
        <p:spPr>
          <a:xfrm>
            <a:off x="3342295" y="7450633"/>
            <a:ext cx="5808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26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0"/>
          <p:cNvSpPr txBox="1"/>
          <p:nvPr/>
        </p:nvSpPr>
        <p:spPr>
          <a:xfrm>
            <a:off x="2893560" y="6814779"/>
            <a:ext cx="5808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24 m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8" name="Google Shape;258;p20"/>
          <p:cNvSpPr txBox="1"/>
          <p:nvPr/>
        </p:nvSpPr>
        <p:spPr>
          <a:xfrm>
            <a:off x="6088143" y="7203249"/>
            <a:ext cx="5508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9" name="Google Shape;259;p20"/>
          <p:cNvGrpSpPr/>
          <p:nvPr/>
        </p:nvGrpSpPr>
        <p:grpSpPr>
          <a:xfrm flipH="1">
            <a:off x="729865" y="8428459"/>
            <a:ext cx="791749" cy="829068"/>
            <a:chOff x="602606" y="1614562"/>
            <a:chExt cx="1820113" cy="910264"/>
          </a:xfrm>
        </p:grpSpPr>
        <p:sp>
          <p:nvSpPr>
            <p:cNvPr id="260" name="Google Shape;260;p20"/>
            <p:cNvSpPr/>
            <p:nvPr/>
          </p:nvSpPr>
          <p:spPr>
            <a:xfrm>
              <a:off x="745350" y="1645697"/>
              <a:ext cx="1511100" cy="8127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745337" y="2367988"/>
              <a:ext cx="191400" cy="903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2" name="Google Shape;262;p20"/>
            <p:cNvCxnSpPr/>
            <p:nvPr/>
          </p:nvCxnSpPr>
          <p:spPr>
            <a:xfrm rot="10800000" flipH="1">
              <a:off x="602606" y="1647197"/>
              <a:ext cx="0" cy="811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63" name="Google Shape;263;p20"/>
            <p:cNvCxnSpPr/>
            <p:nvPr/>
          </p:nvCxnSpPr>
          <p:spPr>
            <a:xfrm>
              <a:off x="739622" y="2524826"/>
              <a:ext cx="1521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264" name="Google Shape;264;p20"/>
            <p:cNvCxnSpPr/>
            <p:nvPr/>
          </p:nvCxnSpPr>
          <p:spPr>
            <a:xfrm>
              <a:off x="912519" y="1614562"/>
              <a:ext cx="1510200" cy="813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265" name="Google Shape;265;p20"/>
          <p:cNvSpPr txBox="1"/>
          <p:nvPr/>
        </p:nvSpPr>
        <p:spPr>
          <a:xfrm>
            <a:off x="630293" y="8621928"/>
            <a:ext cx="437100" cy="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20"/>
          <p:cNvSpPr txBox="1"/>
          <p:nvPr/>
        </p:nvSpPr>
        <p:spPr>
          <a:xfrm>
            <a:off x="1550973" y="8787686"/>
            <a:ext cx="711300" cy="18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units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20"/>
          <p:cNvSpPr txBox="1"/>
          <p:nvPr/>
        </p:nvSpPr>
        <p:spPr>
          <a:xfrm>
            <a:off x="5393876" y="6636420"/>
            <a:ext cx="550800" cy="20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0"/>
          <p:cNvSpPr txBox="1"/>
          <p:nvPr/>
        </p:nvSpPr>
        <p:spPr>
          <a:xfrm>
            <a:off x="3495633" y="9106235"/>
            <a:ext cx="5808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0"/>
          <p:cNvSpPr txBox="1"/>
          <p:nvPr/>
        </p:nvSpPr>
        <p:spPr>
          <a:xfrm>
            <a:off x="3891409" y="8376794"/>
            <a:ext cx="5808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5542067" y="8403178"/>
            <a:ext cx="751200" cy="1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 inches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71" name="Google Shape;271;p20"/>
          <p:cNvCxnSpPr/>
          <p:nvPr/>
        </p:nvCxnSpPr>
        <p:spPr>
          <a:xfrm>
            <a:off x="474757" y="99104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2" name="Google Shape;272;p20"/>
          <p:cNvSpPr txBox="1"/>
          <p:nvPr/>
        </p:nvSpPr>
        <p:spPr>
          <a:xfrm>
            <a:off x="6426592" y="2878161"/>
            <a:ext cx="652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c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76" name="Shape 276"/>
        <p:cNvGrpSpPr/>
        <p:nvPr/>
      </p:nvGrpSpPr>
      <p:grpSpPr>
        <a:xfrm>
          <a:off x="0" y="0"/>
          <a:ext cx="0" cy="0"/>
        </a:xfrm>
      </p:grpSpPr>
      <p:sp>
        <p:nvSpPr>
          <p:cNvPr id="277" name="Google Shape;277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78" name="Google Shape;278;p21"/>
          <p:cNvSpPr txBox="1"/>
          <p:nvPr>
            <p:ph type="subTitle" idx="1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Checking and securing understanding of Pythagoras' theorem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v2.3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1"/>
          <p:cNvSpPr txBox="1"/>
          <p:nvPr>
            <p:ph type="subTitle" idx="2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2413872" y="1982829"/>
            <a:ext cx="4698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2" name="Google Shape;282;p21"/>
          <p:cNvSpPr txBox="1"/>
          <p:nvPr/>
        </p:nvSpPr>
        <p:spPr>
          <a:xfrm>
            <a:off x="473400" y="1277741"/>
            <a:ext cx="63219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missing lengths. Give any decimal lengths to 1 decimal place.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1"/>
          <p:cNvSpPr txBox="1"/>
          <p:nvPr/>
        </p:nvSpPr>
        <p:spPr>
          <a:xfrm>
            <a:off x="463548" y="725450"/>
            <a:ext cx="6157500" cy="2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C:  Finding the length of any side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1"/>
          <p:cNvSpPr/>
          <p:nvPr/>
        </p:nvSpPr>
        <p:spPr>
          <a:xfrm rot="10800000">
            <a:off x="5712885" y="3471774"/>
            <a:ext cx="731400" cy="7509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1"/>
          <p:cNvSpPr/>
          <p:nvPr/>
        </p:nvSpPr>
        <p:spPr>
          <a:xfrm rot="10800000">
            <a:off x="6353390" y="3471838"/>
            <a:ext cx="90900" cy="909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1"/>
          <p:cNvSpPr/>
          <p:nvPr/>
        </p:nvSpPr>
        <p:spPr>
          <a:xfrm rot="10800000">
            <a:off x="5532946" y="3291410"/>
            <a:ext cx="360900" cy="360600"/>
          </a:xfrm>
          <a:prstGeom prst="arc">
            <a:avLst>
              <a:gd name="adj1" fmla="val 10969089"/>
              <a:gd name="adj2" fmla="val 13418498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1"/>
          <p:cNvSpPr/>
          <p:nvPr/>
        </p:nvSpPr>
        <p:spPr>
          <a:xfrm flipH="1">
            <a:off x="510533" y="1980040"/>
            <a:ext cx="990600" cy="5742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8" name="Google Shape;288;p21"/>
          <p:cNvSpPr/>
          <p:nvPr/>
        </p:nvSpPr>
        <p:spPr>
          <a:xfrm flipH="1">
            <a:off x="1417427" y="2468946"/>
            <a:ext cx="83700" cy="87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9" name="Google Shape;289;p21"/>
          <p:cNvSpPr txBox="1"/>
          <p:nvPr/>
        </p:nvSpPr>
        <p:spPr>
          <a:xfrm>
            <a:off x="463550" y="1636916"/>
            <a:ext cx="177900" cy="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0" name="Google Shape;290;p21"/>
          <p:cNvSpPr txBox="1"/>
          <p:nvPr/>
        </p:nvSpPr>
        <p:spPr>
          <a:xfrm>
            <a:off x="2102813" y="1636916"/>
            <a:ext cx="177900" cy="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91" name="Google Shape;291;p21"/>
          <p:cNvCxnSpPr/>
          <p:nvPr/>
        </p:nvCxnSpPr>
        <p:spPr>
          <a:xfrm rot="10800000" flipH="1">
            <a:off x="487123" y="1926339"/>
            <a:ext cx="971400" cy="567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2" name="Google Shape;292;p21"/>
          <p:cNvCxnSpPr/>
          <p:nvPr/>
        </p:nvCxnSpPr>
        <p:spPr>
          <a:xfrm rot="10800000" flipH="1">
            <a:off x="1561013" y="1982170"/>
            <a:ext cx="0" cy="57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3" name="Google Shape;293;p21"/>
          <p:cNvCxnSpPr/>
          <p:nvPr/>
        </p:nvCxnSpPr>
        <p:spPr>
          <a:xfrm rot="10800000">
            <a:off x="510241" y="2619907"/>
            <a:ext cx="993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4" name="Google Shape;294;p21"/>
          <p:cNvCxnSpPr/>
          <p:nvPr/>
        </p:nvCxnSpPr>
        <p:spPr>
          <a:xfrm rot="10800000">
            <a:off x="5702999" y="3414456"/>
            <a:ext cx="7461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5" name="Google Shape;295;p21"/>
          <p:cNvCxnSpPr/>
          <p:nvPr/>
        </p:nvCxnSpPr>
        <p:spPr>
          <a:xfrm rot="10800000" flipH="1">
            <a:off x="6512657" y="3475101"/>
            <a:ext cx="0" cy="75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96" name="Google Shape;296;p21"/>
          <p:cNvCxnSpPr/>
          <p:nvPr/>
        </p:nvCxnSpPr>
        <p:spPr>
          <a:xfrm rot="10800000">
            <a:off x="5650172" y="3521743"/>
            <a:ext cx="736800" cy="756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97" name="Google Shape;297;p21"/>
          <p:cNvSpPr txBox="1"/>
          <p:nvPr/>
        </p:nvSpPr>
        <p:spPr>
          <a:xfrm>
            <a:off x="5884574" y="3488846"/>
            <a:ext cx="444300" cy="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45°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1"/>
          <p:cNvSpPr txBox="1"/>
          <p:nvPr/>
        </p:nvSpPr>
        <p:spPr>
          <a:xfrm>
            <a:off x="5707489" y="3885319"/>
            <a:ext cx="3228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/>
          <p:nvPr/>
        </p:nvSpPr>
        <p:spPr>
          <a:xfrm rot="-3061723">
            <a:off x="4093338" y="3529350"/>
            <a:ext cx="1258326" cy="330218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0" name="Google Shape;300;p21"/>
          <p:cNvSpPr/>
          <p:nvPr/>
        </p:nvSpPr>
        <p:spPr>
          <a:xfrm rot="-3133459">
            <a:off x="4401636" y="4176584"/>
            <a:ext cx="91091" cy="91091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1" name="Google Shape;301;p21"/>
          <p:cNvCxnSpPr/>
          <p:nvPr/>
        </p:nvCxnSpPr>
        <p:spPr>
          <a:xfrm rot="9826454" flipH="1">
            <a:off x="4060236" y="3413252"/>
            <a:ext cx="1237908" cy="439368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2" name="Google Shape;302;p21"/>
          <p:cNvCxnSpPr/>
          <p:nvPr/>
        </p:nvCxnSpPr>
        <p:spPr>
          <a:xfrm rot="9825697" flipH="1">
            <a:off x="4402946" y="3474463"/>
            <a:ext cx="1039572" cy="72828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3" name="Google Shape;303;p21"/>
          <p:cNvCxnSpPr/>
          <p:nvPr/>
        </p:nvCxnSpPr>
        <p:spPr>
          <a:xfrm rot="-976269">
            <a:off x="4184963" y="4109661"/>
            <a:ext cx="188448" cy="281784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04" name="Google Shape;304;p21"/>
          <p:cNvSpPr/>
          <p:nvPr/>
        </p:nvSpPr>
        <p:spPr>
          <a:xfrm rot="9518482">
            <a:off x="2237005" y="3736788"/>
            <a:ext cx="1102952" cy="424513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21"/>
          <p:cNvSpPr/>
          <p:nvPr/>
        </p:nvSpPr>
        <p:spPr>
          <a:xfrm rot="9518660">
            <a:off x="3151915" y="3564707"/>
            <a:ext cx="93092" cy="93092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06" name="Google Shape;306;p21"/>
          <p:cNvCxnSpPr/>
          <p:nvPr/>
        </p:nvCxnSpPr>
        <p:spPr>
          <a:xfrm rot="10800000" flipH="1">
            <a:off x="2178492" y="3474533"/>
            <a:ext cx="1029000" cy="425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07" name="Google Shape;307;p21"/>
          <p:cNvCxnSpPr/>
          <p:nvPr/>
        </p:nvCxnSpPr>
        <p:spPr>
          <a:xfrm>
            <a:off x="2187323" y="4023635"/>
            <a:ext cx="12036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08" name="Google Shape;308;p21"/>
          <p:cNvSpPr txBox="1"/>
          <p:nvPr/>
        </p:nvSpPr>
        <p:spPr>
          <a:xfrm flipH="1">
            <a:off x="2641749" y="4017465"/>
            <a:ext cx="5736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9" name="Google Shape;309;p21"/>
          <p:cNvSpPr txBox="1"/>
          <p:nvPr/>
        </p:nvSpPr>
        <p:spPr>
          <a:xfrm>
            <a:off x="3877243" y="1636980"/>
            <a:ext cx="1824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0" name="Google Shape;310;p21"/>
          <p:cNvSpPr txBox="1"/>
          <p:nvPr/>
        </p:nvSpPr>
        <p:spPr>
          <a:xfrm>
            <a:off x="5441796" y="1636980"/>
            <a:ext cx="1824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1"/>
          <p:cNvSpPr/>
          <p:nvPr/>
        </p:nvSpPr>
        <p:spPr>
          <a:xfrm rot="7213236">
            <a:off x="761457" y="3739726"/>
            <a:ext cx="932190" cy="514883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1"/>
          <p:cNvSpPr/>
          <p:nvPr/>
        </p:nvSpPr>
        <p:spPr>
          <a:xfrm rot="7210674">
            <a:off x="1210830" y="3486801"/>
            <a:ext cx="78777" cy="81054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1"/>
          <p:cNvSpPr/>
          <p:nvPr/>
        </p:nvSpPr>
        <p:spPr>
          <a:xfrm rot="1471810" flipH="1">
            <a:off x="5650600" y="1828657"/>
            <a:ext cx="989950" cy="440477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1"/>
          <p:cNvSpPr/>
          <p:nvPr/>
        </p:nvSpPr>
        <p:spPr>
          <a:xfrm rot="1472751" flipH="1">
            <a:off x="6441854" y="2357101"/>
            <a:ext cx="83770" cy="8377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15" name="Google Shape;315;p21"/>
          <p:cNvCxnSpPr/>
          <p:nvPr/>
        </p:nvCxnSpPr>
        <p:spPr>
          <a:xfrm rot="-199934" flipH="1">
            <a:off x="6569184" y="2086328"/>
            <a:ext cx="206449" cy="400285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6" name="Google Shape;316;p21"/>
          <p:cNvCxnSpPr/>
          <p:nvPr/>
        </p:nvCxnSpPr>
        <p:spPr>
          <a:xfrm rot="-199684">
            <a:off x="5574779" y="2075921"/>
            <a:ext cx="894008" cy="461573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7" name="Google Shape;317;p21"/>
          <p:cNvCxnSpPr/>
          <p:nvPr/>
        </p:nvCxnSpPr>
        <p:spPr>
          <a:xfrm rot="10800000">
            <a:off x="1269988" y="3421961"/>
            <a:ext cx="456000" cy="245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18" name="Google Shape;318;p21"/>
          <p:cNvCxnSpPr/>
          <p:nvPr/>
        </p:nvCxnSpPr>
        <p:spPr>
          <a:xfrm rot="10800000" flipH="1">
            <a:off x="709341" y="3420060"/>
            <a:ext cx="473100" cy="8112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19" name="Google Shape;319;p21"/>
          <p:cNvSpPr txBox="1"/>
          <p:nvPr/>
        </p:nvSpPr>
        <p:spPr>
          <a:xfrm rot="-2911">
            <a:off x="5792031" y="2314168"/>
            <a:ext cx="3543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0" name="Google Shape;320;p21"/>
          <p:cNvSpPr txBox="1"/>
          <p:nvPr/>
        </p:nvSpPr>
        <p:spPr>
          <a:xfrm flipH="1">
            <a:off x="1413925" y="3348604"/>
            <a:ext cx="545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21"/>
          <p:cNvSpPr txBox="1"/>
          <p:nvPr/>
        </p:nvSpPr>
        <p:spPr>
          <a:xfrm>
            <a:off x="6704749" y="2206799"/>
            <a:ext cx="387300" cy="17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2" name="Google Shape;322;p21"/>
          <p:cNvSpPr txBox="1"/>
          <p:nvPr/>
        </p:nvSpPr>
        <p:spPr>
          <a:xfrm>
            <a:off x="463550" y="3179745"/>
            <a:ext cx="177900" cy="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21"/>
          <p:cNvSpPr txBox="1"/>
          <p:nvPr/>
        </p:nvSpPr>
        <p:spPr>
          <a:xfrm>
            <a:off x="2102813" y="3179745"/>
            <a:ext cx="177900" cy="1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f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21"/>
          <p:cNvSpPr txBox="1"/>
          <p:nvPr/>
        </p:nvSpPr>
        <p:spPr>
          <a:xfrm>
            <a:off x="3877243" y="3179809"/>
            <a:ext cx="1824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g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21"/>
          <p:cNvSpPr txBox="1"/>
          <p:nvPr/>
        </p:nvSpPr>
        <p:spPr>
          <a:xfrm>
            <a:off x="5441796" y="3179809"/>
            <a:ext cx="182400" cy="1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h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6" name="Google Shape;326;p21"/>
          <p:cNvCxnSpPr/>
          <p:nvPr/>
        </p:nvCxnSpPr>
        <p:spPr>
          <a:xfrm rot="10800000">
            <a:off x="5603625" y="1986465"/>
            <a:ext cx="1083600" cy="105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27" name="Google Shape;327;p21"/>
          <p:cNvCxnSpPr/>
          <p:nvPr/>
        </p:nvCxnSpPr>
        <p:spPr>
          <a:xfrm rot="10800000">
            <a:off x="3295613" y="3535164"/>
            <a:ext cx="146400" cy="396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28" name="Google Shape;328;p21"/>
          <p:cNvSpPr txBox="1"/>
          <p:nvPr/>
        </p:nvSpPr>
        <p:spPr>
          <a:xfrm>
            <a:off x="811856" y="2613968"/>
            <a:ext cx="4698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9" name="Google Shape;329;p21"/>
          <p:cNvGrpSpPr/>
          <p:nvPr/>
        </p:nvGrpSpPr>
        <p:grpSpPr>
          <a:xfrm rot="-5400000" flipH="1">
            <a:off x="3993633" y="1966299"/>
            <a:ext cx="863479" cy="694558"/>
            <a:chOff x="628823" y="1567796"/>
            <a:chExt cx="1686813" cy="974545"/>
          </a:xfrm>
        </p:grpSpPr>
        <p:sp>
          <p:nvSpPr>
            <p:cNvPr id="330" name="Google Shape;330;p21"/>
            <p:cNvSpPr/>
            <p:nvPr/>
          </p:nvSpPr>
          <p:spPr>
            <a:xfrm>
              <a:off x="745350" y="1645697"/>
              <a:ext cx="1511100" cy="812700"/>
            </a:xfrm>
            <a:prstGeom prst="rtTriangle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331" name="Google Shape;331;p21"/>
            <p:cNvSpPr/>
            <p:nvPr/>
          </p:nvSpPr>
          <p:spPr>
            <a:xfrm>
              <a:off x="745350" y="2330455"/>
              <a:ext cx="165000" cy="127800"/>
            </a:xfrm>
            <a:prstGeom prst="rect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32" name="Google Shape;332;p21"/>
            <p:cNvCxnSpPr/>
            <p:nvPr/>
          </p:nvCxnSpPr>
          <p:spPr>
            <a:xfrm rot="10800000" flipH="1">
              <a:off x="628823" y="1647197"/>
              <a:ext cx="0" cy="8112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33" name="Google Shape;333;p21"/>
            <p:cNvCxnSpPr/>
            <p:nvPr/>
          </p:nvCxnSpPr>
          <p:spPr>
            <a:xfrm>
              <a:off x="739622" y="2542341"/>
              <a:ext cx="1521600" cy="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cxnSp>
          <p:nvCxnSpPr>
            <p:cNvPr id="334" name="Google Shape;334;p21"/>
            <p:cNvCxnSpPr/>
            <p:nvPr/>
          </p:nvCxnSpPr>
          <p:spPr>
            <a:xfrm>
              <a:off x="805436" y="1567796"/>
              <a:ext cx="1510200" cy="8130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</p:grpSp>
      <p:sp>
        <p:nvSpPr>
          <p:cNvPr id="335" name="Google Shape;335;p21"/>
          <p:cNvSpPr txBox="1"/>
          <p:nvPr/>
        </p:nvSpPr>
        <p:spPr>
          <a:xfrm>
            <a:off x="1590489" y="2182611"/>
            <a:ext cx="4089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21"/>
          <p:cNvSpPr/>
          <p:nvPr/>
        </p:nvSpPr>
        <p:spPr>
          <a:xfrm flipH="1">
            <a:off x="2288066" y="1980040"/>
            <a:ext cx="990600" cy="574200"/>
          </a:xfrm>
          <a:prstGeom prst="rtTriangle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21"/>
          <p:cNvSpPr/>
          <p:nvPr/>
        </p:nvSpPr>
        <p:spPr>
          <a:xfrm flipH="1">
            <a:off x="3194959" y="2468946"/>
            <a:ext cx="83700" cy="87000"/>
          </a:xfrm>
          <a:prstGeom prst="rect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38" name="Google Shape;338;p21"/>
          <p:cNvCxnSpPr/>
          <p:nvPr/>
        </p:nvCxnSpPr>
        <p:spPr>
          <a:xfrm rot="10800000" flipH="1">
            <a:off x="2264656" y="1926339"/>
            <a:ext cx="971400" cy="5679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39" name="Google Shape;339;p21"/>
          <p:cNvCxnSpPr/>
          <p:nvPr/>
        </p:nvCxnSpPr>
        <p:spPr>
          <a:xfrm rot="10800000" flipH="1">
            <a:off x="3338545" y="1982170"/>
            <a:ext cx="0" cy="5736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40" name="Google Shape;340;p21"/>
          <p:cNvCxnSpPr/>
          <p:nvPr/>
        </p:nvCxnSpPr>
        <p:spPr>
          <a:xfrm rot="10800000">
            <a:off x="2287774" y="2619907"/>
            <a:ext cx="9930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41" name="Google Shape;341;p21"/>
          <p:cNvSpPr txBox="1"/>
          <p:nvPr/>
        </p:nvSpPr>
        <p:spPr>
          <a:xfrm>
            <a:off x="3368021" y="2182611"/>
            <a:ext cx="4089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2" name="Google Shape;342;p21"/>
          <p:cNvSpPr txBox="1"/>
          <p:nvPr/>
        </p:nvSpPr>
        <p:spPr>
          <a:xfrm>
            <a:off x="4241009" y="1683034"/>
            <a:ext cx="4698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1"/>
          <p:cNvSpPr txBox="1"/>
          <p:nvPr/>
        </p:nvSpPr>
        <p:spPr>
          <a:xfrm>
            <a:off x="4011504" y="2314173"/>
            <a:ext cx="469800" cy="1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cm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4" name="Google Shape;344;p21"/>
          <p:cNvCxnSpPr/>
          <p:nvPr/>
        </p:nvCxnSpPr>
        <p:spPr>
          <a:xfrm rot="10800000" flipH="1">
            <a:off x="809405" y="3771299"/>
            <a:ext cx="938100" cy="5781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45" name="Google Shape;345;p21"/>
          <p:cNvSpPr txBox="1"/>
          <p:nvPr/>
        </p:nvSpPr>
        <p:spPr>
          <a:xfrm flipH="1">
            <a:off x="1241796" y="4094496"/>
            <a:ext cx="545100" cy="1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37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6" name="Google Shape;346;p21"/>
          <p:cNvSpPr txBox="1"/>
          <p:nvPr/>
        </p:nvSpPr>
        <p:spPr>
          <a:xfrm flipH="1">
            <a:off x="3377816" y="3587929"/>
            <a:ext cx="5736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mm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7" name="Google Shape;347;p21"/>
          <p:cNvSpPr txBox="1"/>
          <p:nvPr/>
        </p:nvSpPr>
        <p:spPr>
          <a:xfrm flipH="1">
            <a:off x="3873353" y="4214156"/>
            <a:ext cx="5736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0.5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 flipH="1">
            <a:off x="4906125" y="3869898"/>
            <a:ext cx="573600" cy="2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m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49" name="Google Shape;349;p21"/>
          <p:cNvCxnSpPr/>
          <p:nvPr/>
        </p:nvCxnSpPr>
        <p:spPr>
          <a:xfrm>
            <a:off x="474757" y="473693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50" name="Google Shape;350;p21"/>
          <p:cNvSpPr/>
          <p:nvPr/>
        </p:nvSpPr>
        <p:spPr>
          <a:xfrm>
            <a:off x="3113558" y="7289964"/>
            <a:ext cx="2343600" cy="2343600"/>
          </a:xfrm>
          <a:prstGeom prst="arc">
            <a:avLst>
              <a:gd name="adj1" fmla="val 16200000"/>
              <a:gd name="adj2" fmla="val 0"/>
            </a:avLst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1" name="Google Shape;351;p21"/>
          <p:cNvCxnSpPr/>
          <p:nvPr/>
        </p:nvCxnSpPr>
        <p:spPr>
          <a:xfrm rot="10800000">
            <a:off x="4284964" y="7584638"/>
            <a:ext cx="8271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52" name="Google Shape;352;p21"/>
          <p:cNvCxnSpPr/>
          <p:nvPr/>
        </p:nvCxnSpPr>
        <p:spPr>
          <a:xfrm rot="10800000" flipH="1">
            <a:off x="1725795" y="6691280"/>
            <a:ext cx="0" cy="198570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53" name="Google Shape;353;p21"/>
          <p:cNvCxnSpPr/>
          <p:nvPr/>
        </p:nvCxnSpPr>
        <p:spPr>
          <a:xfrm>
            <a:off x="819400" y="7767398"/>
            <a:ext cx="2009700" cy="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54" name="Google Shape;354;p21"/>
          <p:cNvSpPr/>
          <p:nvPr/>
        </p:nvSpPr>
        <p:spPr>
          <a:xfrm>
            <a:off x="887504" y="6906857"/>
            <a:ext cx="1698900" cy="1698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55" name="Google Shape;355;p21"/>
          <p:cNvCxnSpPr/>
          <p:nvPr/>
        </p:nvCxnSpPr>
        <p:spPr>
          <a:xfrm rot="10800000">
            <a:off x="1729503" y="7250820"/>
            <a:ext cx="680100" cy="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56" name="Google Shape;356;p21"/>
          <p:cNvCxnSpPr/>
          <p:nvPr/>
        </p:nvCxnSpPr>
        <p:spPr>
          <a:xfrm flipH="1">
            <a:off x="2416106" y="7248962"/>
            <a:ext cx="0" cy="52530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57" name="Google Shape;357;p21"/>
          <p:cNvSpPr txBox="1"/>
          <p:nvPr/>
        </p:nvSpPr>
        <p:spPr>
          <a:xfrm>
            <a:off x="473612" y="5323164"/>
            <a:ext cx="6400200" cy="2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Point P has coordinates (7, 24). How far is point P from the origin?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21"/>
          <p:cNvSpPr txBox="1"/>
          <p:nvPr/>
        </p:nvSpPr>
        <p:spPr>
          <a:xfrm>
            <a:off x="468001" y="4764050"/>
            <a:ext cx="6229200" cy="2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D:  Using Pythagoras’ theorem on a coordinate grid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1"/>
          <p:cNvSpPr txBox="1"/>
          <p:nvPr/>
        </p:nvSpPr>
        <p:spPr>
          <a:xfrm>
            <a:off x="465314" y="6207153"/>
            <a:ext cx="25260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What is the length of the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radius of the circle?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1"/>
          <p:cNvSpPr txBox="1"/>
          <p:nvPr/>
        </p:nvSpPr>
        <p:spPr>
          <a:xfrm>
            <a:off x="1560414" y="7555503"/>
            <a:ext cx="236700" cy="28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1" name="Google Shape;361;p21"/>
          <p:cNvSpPr txBox="1"/>
          <p:nvPr/>
        </p:nvSpPr>
        <p:spPr>
          <a:xfrm>
            <a:off x="1582827" y="6611250"/>
            <a:ext cx="214500" cy="3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21"/>
          <p:cNvSpPr txBox="1"/>
          <p:nvPr/>
        </p:nvSpPr>
        <p:spPr>
          <a:xfrm>
            <a:off x="2719015" y="7740363"/>
            <a:ext cx="166800" cy="2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21"/>
          <p:cNvSpPr txBox="1"/>
          <p:nvPr/>
        </p:nvSpPr>
        <p:spPr>
          <a:xfrm>
            <a:off x="2302627" y="7769852"/>
            <a:ext cx="243300" cy="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1490645" y="7163702"/>
            <a:ext cx="243300" cy="1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0.6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65" name="Google Shape;365;p21"/>
          <p:cNvCxnSpPr>
            <a:stCxn id="366" idx="4"/>
          </p:cNvCxnSpPr>
          <p:nvPr/>
        </p:nvCxnSpPr>
        <p:spPr>
          <a:xfrm rot="10800000">
            <a:off x="4291454" y="7074517"/>
            <a:ext cx="600" cy="141840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67" name="Google Shape;367;p21"/>
          <p:cNvCxnSpPr>
            <a:stCxn id="366" idx="2"/>
          </p:cNvCxnSpPr>
          <p:nvPr/>
        </p:nvCxnSpPr>
        <p:spPr>
          <a:xfrm rot="10800000" flipH="1">
            <a:off x="4253204" y="8453467"/>
            <a:ext cx="1451700" cy="600"/>
          </a:xfrm>
          <a:prstGeom prst="straightConnector1">
            <a:avLst/>
          </a:prstGeom>
          <a:noFill/>
          <a:ln w="28575" cap="flat" cmpd="sng">
            <a:solidFill>
              <a:srgbClr val="80808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68" name="Google Shape;368;p21"/>
          <p:cNvSpPr txBox="1"/>
          <p:nvPr/>
        </p:nvSpPr>
        <p:spPr>
          <a:xfrm>
            <a:off x="5341481" y="8368106"/>
            <a:ext cx="201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4077110" y="7134481"/>
            <a:ext cx="17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0" name="Google Shape;370;p21"/>
          <p:cNvSpPr txBox="1"/>
          <p:nvPr/>
        </p:nvSpPr>
        <p:spPr>
          <a:xfrm>
            <a:off x="4134730" y="8429671"/>
            <a:ext cx="222300" cy="26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1" name="Google Shape;371;p21"/>
          <p:cNvSpPr txBox="1"/>
          <p:nvPr/>
        </p:nvSpPr>
        <p:spPr>
          <a:xfrm>
            <a:off x="4105180" y="6989665"/>
            <a:ext cx="2064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5700033" y="8371312"/>
            <a:ext cx="2064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6" name="Google Shape;366;p21"/>
          <p:cNvSpPr/>
          <p:nvPr/>
        </p:nvSpPr>
        <p:spPr>
          <a:xfrm>
            <a:off x="4253204" y="8415217"/>
            <a:ext cx="77700" cy="777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3" name="Google Shape;373;p21"/>
          <p:cNvSpPr txBox="1"/>
          <p:nvPr/>
        </p:nvSpPr>
        <p:spPr>
          <a:xfrm>
            <a:off x="3701538" y="6207149"/>
            <a:ext cx="3372900" cy="7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 diagram shows quarter of a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circle on a coordinate grid.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What is the value of </a:t>
            </a:r>
            <a:r>
              <a:rPr lang="en-GB" sz="1200" i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(to 1 d.p.)?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74" name="Google Shape;374;p21"/>
          <p:cNvCxnSpPr/>
          <p:nvPr/>
        </p:nvCxnSpPr>
        <p:spPr>
          <a:xfrm flipH="1">
            <a:off x="5071074" y="7633824"/>
            <a:ext cx="0" cy="822900"/>
          </a:xfrm>
          <a:prstGeom prst="straightConnector1">
            <a:avLst/>
          </a:prstGeom>
          <a:noFill/>
          <a:ln w="28575" cap="flat" cmpd="sng">
            <a:solidFill>
              <a:srgbClr val="575756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75" name="Google Shape;375;p21"/>
          <p:cNvSpPr txBox="1"/>
          <p:nvPr/>
        </p:nvSpPr>
        <p:spPr>
          <a:xfrm>
            <a:off x="3971776" y="7413082"/>
            <a:ext cx="437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3.8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21"/>
          <p:cNvSpPr/>
          <p:nvPr/>
        </p:nvSpPr>
        <p:spPr>
          <a:xfrm>
            <a:off x="5033323" y="7546891"/>
            <a:ext cx="77700" cy="777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7" name="Google Shape;377;p21"/>
          <p:cNvSpPr txBox="1"/>
          <p:nvPr/>
        </p:nvSpPr>
        <p:spPr>
          <a:xfrm>
            <a:off x="4957313" y="8339359"/>
            <a:ext cx="201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i="1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i="1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463900" y="8737982"/>
            <a:ext cx="2649600" cy="2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Diagrams are not drawn to scale.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21"/>
          <p:cNvSpPr/>
          <p:nvPr/>
        </p:nvSpPr>
        <p:spPr>
          <a:xfrm>
            <a:off x="1682545" y="7714328"/>
            <a:ext cx="85800" cy="858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0" name="Google Shape;380;p21"/>
          <p:cNvSpPr/>
          <p:nvPr/>
        </p:nvSpPr>
        <p:spPr>
          <a:xfrm>
            <a:off x="2378826" y="7208603"/>
            <a:ext cx="77700" cy="777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81" name="Google Shape;381;p21"/>
          <p:cNvCxnSpPr/>
          <p:nvPr/>
        </p:nvCxnSpPr>
        <p:spPr>
          <a:xfrm rot="10800000" flipH="1">
            <a:off x="1732989" y="7247190"/>
            <a:ext cx="688200" cy="501900"/>
          </a:xfrm>
          <a:prstGeom prst="straightConnector1">
            <a:avLst/>
          </a:prstGeom>
          <a:noFill/>
          <a:ln w="38100" cap="flat" cmpd="sng">
            <a:solidFill>
              <a:srgbClr val="80808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382" name="Google Shape;382;p21"/>
          <p:cNvCxnSpPr/>
          <p:nvPr/>
        </p:nvCxnSpPr>
        <p:spPr>
          <a:xfrm>
            <a:off x="474757" y="9862363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4.03.14"/>
  <p:tag name="AS_TITLE" val="Aspose.Slides for .NET Standard 2.0"/>
  <p:tag name="AS_VERSION" val="24.3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88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10">
      <vt:lpstr>Arial</vt:lpstr>
      <vt:lpstr>Lexend</vt:lpstr>
      <vt:lpstr>Kalam</vt:lpstr>
      <vt:lpstr>Lexend Medium</vt:lpstr>
      <vt:lpstr>Lexend Light</vt:lpstr>
      <vt:lpstr>Calibri</vt:lpstr>
      <vt:lpstr>Times New Roman</vt:lpstr>
      <vt:lpstr>simple-light-2</vt:lpstr>
      <vt:lpstr>Checking and securing understanding of Pythagoras' theorem</vt:lpstr>
      <vt:lpstr>PowerPoint Presentation</vt:lpstr>
    </vt:vector>
  </TitlesOfParts>
  <LinksUpToDate>0</LinksUpToDate>
  <SharedDoc>0</SharedDoc>
  <HyperlinksChanged>0</HyperlinksChanged>
  <Application>Aspose.Slides for .NET</Application>
  <AppVersion>24.0300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2024-04-08T09:45:36.311</cp:lastPrinted>
  <dcterms:created xsi:type="dcterms:W3CDTF">2024-04-08T09:45:36Z</dcterms:created>
  <dcterms:modified xsi:type="dcterms:W3CDTF">2024-04-08T09:45:44Z</dcterms:modified>
</cp:coreProperties>
</file>