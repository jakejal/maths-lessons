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79420A-7322-42A6-A53B-38EDD0223E6B}">
  <a:tblStyle styleId="{E279420A-7322-42A6-A53B-38EDD0223E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BB2B5D9-F4F3-4206-9E5D-C1BD68AE6ED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bdfe3c1300_0_8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bdfe3c130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bdfe3c1300_0_9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bdfe3c130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0"/>
          <p:cNvGraphicFramePr/>
          <p:nvPr/>
        </p:nvGraphicFramePr>
        <p:xfrm>
          <a:off x="4989819" y="85782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{E279420A-7322-42A6-A53B-38EDD0223E6B}</a:tableStyleId>
              </a:tblPr>
              <a:tblGrid>
                <a:gridCol w="1048650"/>
                <a:gridCol w="1048650"/>
              </a:tblGrid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0" name="Google Shape;160;p20"/>
          <p:cNvGraphicFramePr/>
          <p:nvPr/>
        </p:nvGraphicFramePr>
        <p:xfrm>
          <a:off x="1547231" y="85782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{E279420A-7322-42A6-A53B-38EDD0223E6B}</a:tableStyleId>
              </a:tblPr>
              <a:tblGrid>
                <a:gridCol w="1048650"/>
                <a:gridCol w="1048650"/>
              </a:tblGrid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20"/>
          <p:cNvSpPr/>
          <p:nvPr/>
        </p:nvSpPr>
        <p:spPr>
          <a:xfrm>
            <a:off x="1656991" y="6940517"/>
            <a:ext cx="737700" cy="540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2324946" y="7821730"/>
            <a:ext cx="818700" cy="540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5" name="Google Shape;165;p20"/>
          <p:cNvSpPr/>
          <p:nvPr/>
        </p:nvSpPr>
        <p:spPr>
          <a:xfrm flipH="1">
            <a:off x="2615400" y="7365225"/>
            <a:ext cx="612300" cy="612600"/>
          </a:xfrm>
          <a:prstGeom prst="arc">
            <a:avLst>
              <a:gd fmla="val 17449468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 flipH="1" rot="5400000">
            <a:off x="2240529" y="6985253"/>
            <a:ext cx="987600" cy="384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Sine and cosine ratios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9" name="Google Shape;169;p20"/>
          <p:cNvGraphicFramePr/>
          <p:nvPr/>
        </p:nvGraphicFramePr>
        <p:xfrm>
          <a:off x="474749" y="16949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{6BB2B5D9-F4F3-4206-9E5D-C1BD68AE6ED1}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" name="Google Shape;170;p20"/>
          <p:cNvGraphicFramePr/>
          <p:nvPr/>
        </p:nvGraphicFramePr>
        <p:xfrm>
          <a:off x="4205650" y="40824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{E279420A-7322-42A6-A53B-38EDD0223E6B}</a:tableStyleId>
              </a:tblPr>
              <a:tblGrid>
                <a:gridCol w="1048650"/>
                <a:gridCol w="1048650"/>
              </a:tblGrid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hypotenuse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71" name="Google Shape;171;p20"/>
          <p:cNvSpPr/>
          <p:nvPr/>
        </p:nvSpPr>
        <p:spPr>
          <a:xfrm>
            <a:off x="4791743" y="2694188"/>
            <a:ext cx="1113600" cy="11136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596499" y="2741092"/>
            <a:ext cx="1159800" cy="11598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6170654" y="3117661"/>
            <a:ext cx="138000" cy="138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 rot="-5400000">
            <a:off x="5556161" y="2503202"/>
            <a:ext cx="527700" cy="977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 flipH="1">
            <a:off x="5277320" y="2673741"/>
            <a:ext cx="977100" cy="5277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6" name="Google Shape;176;p20"/>
          <p:cNvCxnSpPr/>
          <p:nvPr/>
        </p:nvCxnSpPr>
        <p:spPr>
          <a:xfrm rot="10800000">
            <a:off x="5331439" y="3328004"/>
            <a:ext cx="9771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7" name="Google Shape;177;p20"/>
          <p:cNvCxnSpPr/>
          <p:nvPr/>
        </p:nvCxnSpPr>
        <p:spPr>
          <a:xfrm rot="10800000">
            <a:off x="6380942" y="2727902"/>
            <a:ext cx="0" cy="5277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" name="Google Shape;178;p20"/>
          <p:cNvSpPr/>
          <p:nvPr/>
        </p:nvSpPr>
        <p:spPr>
          <a:xfrm>
            <a:off x="4246479" y="3193861"/>
            <a:ext cx="138000" cy="138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 flipH="1" rot="-5400000">
            <a:off x="5109628" y="1930272"/>
            <a:ext cx="13159" cy="1165063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180" name="Google Shape;180;p20"/>
          <p:cNvSpPr txBox="1"/>
          <p:nvPr/>
        </p:nvSpPr>
        <p:spPr>
          <a:xfrm>
            <a:off x="4067588" y="2283807"/>
            <a:ext cx="209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sketch a similar 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293369" y="2717248"/>
            <a:ext cx="582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482245" y="3419176"/>
            <a:ext cx="582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 rot="-5400000">
            <a:off x="3429121" y="2376741"/>
            <a:ext cx="669900" cy="1240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 flipH="1">
            <a:off x="3090023" y="2607746"/>
            <a:ext cx="1240200" cy="669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" name="Google Shape;185;p20"/>
          <p:cNvCxnSpPr/>
          <p:nvPr/>
        </p:nvCxnSpPr>
        <p:spPr>
          <a:xfrm rot="10800000">
            <a:off x="3144142" y="3404193"/>
            <a:ext cx="12402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6" name="Google Shape;186;p20"/>
          <p:cNvCxnSpPr/>
          <p:nvPr/>
        </p:nvCxnSpPr>
        <p:spPr>
          <a:xfrm rot="10800000">
            <a:off x="4456746" y="2661891"/>
            <a:ext cx="0" cy="669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7" name="Google Shape;187;p20"/>
          <p:cNvSpPr txBox="1"/>
          <p:nvPr/>
        </p:nvSpPr>
        <p:spPr>
          <a:xfrm>
            <a:off x="3345162" y="3142298"/>
            <a:ext cx="445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517291" y="3072268"/>
            <a:ext cx="445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384288" y="2708177"/>
            <a:ext cx="582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493342" y="3345856"/>
            <a:ext cx="6717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004175" y="4408675"/>
            <a:ext cx="143877" cy="397564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92" name="Google Shape;192;p20"/>
          <p:cNvSpPr/>
          <p:nvPr/>
        </p:nvSpPr>
        <p:spPr>
          <a:xfrm>
            <a:off x="5433485" y="3537400"/>
            <a:ext cx="791400" cy="23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446592" y="3125327"/>
            <a:ext cx="619200" cy="353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155177" y="4439150"/>
            <a:ext cx="791400" cy="33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420406" y="2914784"/>
            <a:ext cx="6717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017050" y="1695000"/>
            <a:ext cx="406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Fill in the blanks and ratio table. By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considering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corresponding sides, find the length of side labelled     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74750" y="1317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Ratio tables with the unit circle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68000" y="6173200"/>
            <a:ext cx="66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Fill in all the blanks and the ratio tables to find the values of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considering corresponding sides.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 flipH="1">
            <a:off x="2541731" y="7603226"/>
            <a:ext cx="68400" cy="68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2601224" y="6624128"/>
            <a:ext cx="384900" cy="987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" name="Google Shape;201;p20"/>
          <p:cNvCxnSpPr/>
          <p:nvPr/>
        </p:nvCxnSpPr>
        <p:spPr>
          <a:xfrm>
            <a:off x="2505795" y="7757776"/>
            <a:ext cx="4494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" name="Google Shape;202;p20"/>
          <p:cNvCxnSpPr/>
          <p:nvPr/>
        </p:nvCxnSpPr>
        <p:spPr>
          <a:xfrm rot="10800000">
            <a:off x="2455513" y="6683903"/>
            <a:ext cx="0" cy="987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" name="Google Shape;203;p20"/>
          <p:cNvSpPr txBox="1"/>
          <p:nvPr/>
        </p:nvSpPr>
        <p:spPr>
          <a:xfrm>
            <a:off x="2585045" y="7496452"/>
            <a:ext cx="346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699930" y="6971694"/>
            <a:ext cx="6396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968910" y="6983216"/>
            <a:ext cx="774900" cy="540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>
            <a:off x="4901286" y="7950110"/>
            <a:ext cx="737700" cy="262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358551" y="7418604"/>
            <a:ext cx="738600" cy="738600"/>
          </a:xfrm>
          <a:prstGeom prst="arc">
            <a:avLst>
              <a:gd fmla="val 17926657" name="adj1"/>
              <a:gd fmla="val 2159427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 flipH="1" rot="-9030331">
            <a:off x="4797595" y="7510441"/>
            <a:ext cx="945079" cy="544617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 flipH="1" rot="7175650">
            <a:off x="4961695" y="7331779"/>
            <a:ext cx="99017" cy="9901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" name="Google Shape;210;p20"/>
          <p:cNvCxnSpPr/>
          <p:nvPr/>
        </p:nvCxnSpPr>
        <p:spPr>
          <a:xfrm flipH="1">
            <a:off x="4724609" y="7858050"/>
            <a:ext cx="1091100" cy="8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1" name="Google Shape;211;p20"/>
          <p:cNvCxnSpPr/>
          <p:nvPr/>
        </p:nvCxnSpPr>
        <p:spPr>
          <a:xfrm flipH="1">
            <a:off x="4665151" y="7253681"/>
            <a:ext cx="268200" cy="474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2" name="Google Shape;212;p20"/>
          <p:cNvCxnSpPr/>
          <p:nvPr/>
        </p:nvCxnSpPr>
        <p:spPr>
          <a:xfrm>
            <a:off x="5052240" y="7253681"/>
            <a:ext cx="822600" cy="465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3" name="Google Shape;213;p20"/>
          <p:cNvSpPr txBox="1"/>
          <p:nvPr/>
        </p:nvSpPr>
        <p:spPr>
          <a:xfrm flipH="1">
            <a:off x="4751450" y="7603674"/>
            <a:ext cx="346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105903" y="6695862"/>
            <a:ext cx="882600" cy="882900"/>
          </a:xfrm>
          <a:prstGeom prst="arc">
            <a:avLst>
              <a:gd fmla="val 17926657" name="adj1"/>
              <a:gd fmla="val 2159427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 flipH="1" rot="7173710">
            <a:off x="5859252" y="6513392"/>
            <a:ext cx="151410" cy="15141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 flipH="1" rot="-9030247">
            <a:off x="5637561" y="6757851"/>
            <a:ext cx="1301484" cy="749611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" name="Google Shape;217;p20"/>
          <p:cNvCxnSpPr/>
          <p:nvPr/>
        </p:nvCxnSpPr>
        <p:spPr>
          <a:xfrm flipH="1">
            <a:off x="5537352" y="7206152"/>
            <a:ext cx="1501800" cy="12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8" name="Google Shape;218;p20"/>
          <p:cNvCxnSpPr/>
          <p:nvPr/>
        </p:nvCxnSpPr>
        <p:spPr>
          <a:xfrm flipH="1">
            <a:off x="5478216" y="6426608"/>
            <a:ext cx="368700" cy="652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9" name="Google Shape;219;p20"/>
          <p:cNvCxnSpPr/>
          <p:nvPr/>
        </p:nvCxnSpPr>
        <p:spPr>
          <a:xfrm>
            <a:off x="5965805" y="6426608"/>
            <a:ext cx="1133100" cy="640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0" name="Google Shape;220;p20"/>
          <p:cNvSpPr txBox="1"/>
          <p:nvPr/>
        </p:nvSpPr>
        <p:spPr>
          <a:xfrm flipH="1">
            <a:off x="5601438" y="6932814"/>
            <a:ext cx="346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 flipH="1">
            <a:off x="5993325" y="7249601"/>
            <a:ext cx="5760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272390" y="6510551"/>
            <a:ext cx="487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/>
          <p:nvPr/>
        </p:nvSpPr>
        <p:spPr>
          <a:xfrm flipH="1">
            <a:off x="984455" y="7910241"/>
            <a:ext cx="765300" cy="765300"/>
          </a:xfrm>
          <a:prstGeom prst="arc">
            <a:avLst>
              <a:gd fmla="val 17449468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 flipH="1" rot="5400000">
            <a:off x="461802" y="7388664"/>
            <a:ext cx="1301400" cy="507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" name="Google Shape;225;p20"/>
          <p:cNvCxnSpPr/>
          <p:nvPr/>
        </p:nvCxnSpPr>
        <p:spPr>
          <a:xfrm>
            <a:off x="918335" y="6931970"/>
            <a:ext cx="507000" cy="1301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6" name="Google Shape;226;p20"/>
          <p:cNvCxnSpPr/>
          <p:nvPr/>
        </p:nvCxnSpPr>
        <p:spPr>
          <a:xfrm rot="10800000">
            <a:off x="772625" y="6991464"/>
            <a:ext cx="0" cy="13014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7" name="Google Shape;227;p20"/>
          <p:cNvSpPr txBox="1"/>
          <p:nvPr/>
        </p:nvSpPr>
        <p:spPr>
          <a:xfrm>
            <a:off x="995358" y="8100456"/>
            <a:ext cx="3462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 flipH="1">
            <a:off x="858788" y="8224488"/>
            <a:ext cx="68400" cy="68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1203512" y="7650374"/>
            <a:ext cx="5760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68703" y="7592964"/>
            <a:ext cx="2808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2595881" y="9093150"/>
            <a:ext cx="1054200" cy="250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345756" y="8904475"/>
            <a:ext cx="143877" cy="397564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33" name="Google Shape;233;p20"/>
          <p:cNvSpPr/>
          <p:nvPr/>
        </p:nvSpPr>
        <p:spPr>
          <a:xfrm>
            <a:off x="496758" y="8934950"/>
            <a:ext cx="791400" cy="33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6038469" y="9093150"/>
            <a:ext cx="1054200" cy="250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788344" y="8904475"/>
            <a:ext cx="143877" cy="397564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36" name="Google Shape;236;p20"/>
          <p:cNvSpPr/>
          <p:nvPr/>
        </p:nvSpPr>
        <p:spPr>
          <a:xfrm>
            <a:off x="3939345" y="8934950"/>
            <a:ext cx="791400" cy="33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0"/>
          <p:cNvCxnSpPr/>
          <p:nvPr/>
        </p:nvCxnSpPr>
        <p:spPr>
          <a:xfrm rot="10800000">
            <a:off x="5331439" y="3328004"/>
            <a:ext cx="977100" cy="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38" name="Google Shape;238;p20"/>
          <p:cNvGrpSpPr/>
          <p:nvPr/>
        </p:nvGrpSpPr>
        <p:grpSpPr>
          <a:xfrm>
            <a:off x="772625" y="2607746"/>
            <a:ext cx="6326281" cy="5685118"/>
            <a:chOff x="772625" y="2607746"/>
            <a:chExt cx="6326281" cy="5685118"/>
          </a:xfrm>
        </p:grpSpPr>
        <p:cxnSp>
          <p:nvCxnSpPr>
            <p:cNvPr id="239" name="Google Shape;239;p20"/>
            <p:cNvCxnSpPr/>
            <p:nvPr/>
          </p:nvCxnSpPr>
          <p:spPr>
            <a:xfrm flipH="1">
              <a:off x="5277320" y="2673741"/>
              <a:ext cx="977100" cy="5277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0" name="Google Shape;240;p20"/>
            <p:cNvCxnSpPr/>
            <p:nvPr/>
          </p:nvCxnSpPr>
          <p:spPr>
            <a:xfrm rot="10800000">
              <a:off x="6380942" y="2727902"/>
              <a:ext cx="0" cy="5277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1" name="Google Shape;241;p20"/>
            <p:cNvCxnSpPr/>
            <p:nvPr/>
          </p:nvCxnSpPr>
          <p:spPr>
            <a:xfrm flipH="1">
              <a:off x="3090023" y="2607746"/>
              <a:ext cx="1240200" cy="6699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2" name="Google Shape;242;p20"/>
            <p:cNvCxnSpPr/>
            <p:nvPr/>
          </p:nvCxnSpPr>
          <p:spPr>
            <a:xfrm rot="10800000">
              <a:off x="3144142" y="3404193"/>
              <a:ext cx="12402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3" name="Google Shape;243;p20"/>
            <p:cNvCxnSpPr/>
            <p:nvPr/>
          </p:nvCxnSpPr>
          <p:spPr>
            <a:xfrm rot="10800000">
              <a:off x="4456746" y="2661891"/>
              <a:ext cx="0" cy="6699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4" name="Google Shape;244;p20"/>
            <p:cNvCxnSpPr/>
            <p:nvPr/>
          </p:nvCxnSpPr>
          <p:spPr>
            <a:xfrm>
              <a:off x="2601224" y="6624128"/>
              <a:ext cx="384900" cy="9876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5" name="Google Shape;245;p20"/>
            <p:cNvCxnSpPr/>
            <p:nvPr/>
          </p:nvCxnSpPr>
          <p:spPr>
            <a:xfrm>
              <a:off x="2505795" y="7757776"/>
              <a:ext cx="4494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6" name="Google Shape;246;p20"/>
            <p:cNvCxnSpPr/>
            <p:nvPr/>
          </p:nvCxnSpPr>
          <p:spPr>
            <a:xfrm rot="10800000">
              <a:off x="2455513" y="6683903"/>
              <a:ext cx="0" cy="9876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7" name="Google Shape;247;p20"/>
            <p:cNvCxnSpPr/>
            <p:nvPr/>
          </p:nvCxnSpPr>
          <p:spPr>
            <a:xfrm flipH="1">
              <a:off x="4724609" y="7858050"/>
              <a:ext cx="1091100" cy="84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8" name="Google Shape;248;p20"/>
            <p:cNvCxnSpPr/>
            <p:nvPr/>
          </p:nvCxnSpPr>
          <p:spPr>
            <a:xfrm flipH="1">
              <a:off x="4665151" y="7253681"/>
              <a:ext cx="268200" cy="4740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9" name="Google Shape;249;p20"/>
            <p:cNvCxnSpPr/>
            <p:nvPr/>
          </p:nvCxnSpPr>
          <p:spPr>
            <a:xfrm>
              <a:off x="5052240" y="7253681"/>
              <a:ext cx="822600" cy="4653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50" name="Google Shape;250;p20"/>
            <p:cNvCxnSpPr/>
            <p:nvPr/>
          </p:nvCxnSpPr>
          <p:spPr>
            <a:xfrm flipH="1">
              <a:off x="5537352" y="7206152"/>
              <a:ext cx="1501800" cy="120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51" name="Google Shape;251;p20"/>
            <p:cNvCxnSpPr/>
            <p:nvPr/>
          </p:nvCxnSpPr>
          <p:spPr>
            <a:xfrm flipH="1">
              <a:off x="5478216" y="6426608"/>
              <a:ext cx="368700" cy="6525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52" name="Google Shape;252;p20"/>
            <p:cNvCxnSpPr/>
            <p:nvPr/>
          </p:nvCxnSpPr>
          <p:spPr>
            <a:xfrm>
              <a:off x="5965805" y="6426608"/>
              <a:ext cx="1133100" cy="6408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53" name="Google Shape;253;p20"/>
            <p:cNvCxnSpPr/>
            <p:nvPr/>
          </p:nvCxnSpPr>
          <p:spPr>
            <a:xfrm>
              <a:off x="918335" y="6931970"/>
              <a:ext cx="507000" cy="13014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54" name="Google Shape;254;p20"/>
            <p:cNvCxnSpPr/>
            <p:nvPr/>
          </p:nvCxnSpPr>
          <p:spPr>
            <a:xfrm rot="10800000">
              <a:off x="772625" y="6991464"/>
              <a:ext cx="0" cy="13014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60" name="Google Shape;260;p21"/>
          <p:cNvSpPr/>
          <p:nvPr/>
        </p:nvSpPr>
        <p:spPr>
          <a:xfrm flipH="1">
            <a:off x="5494811" y="2069032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 flipH="1">
            <a:off x="5433763" y="207957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74750" y="555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The opposite and the hypotenuse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 flipH="1">
            <a:off x="3553157" y="2249826"/>
            <a:ext cx="998100" cy="998100"/>
          </a:xfrm>
          <a:prstGeom prst="arc">
            <a:avLst>
              <a:gd fmla="val 10771373" name="adj1"/>
              <a:gd fmla="val 1314885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 flipH="1">
            <a:off x="4045764" y="1705605"/>
            <a:ext cx="1277100" cy="1049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 rot="5400000">
            <a:off x="5782775" y="3580008"/>
            <a:ext cx="1309500" cy="1309500"/>
          </a:xfrm>
          <a:prstGeom prst="arc">
            <a:avLst>
              <a:gd fmla="val 5394639" name="adj1"/>
              <a:gd fmla="val 719409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206182" y="3523736"/>
            <a:ext cx="1240500" cy="714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2967925" y="2380471"/>
            <a:ext cx="925800" cy="9258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2191227" y="1597149"/>
            <a:ext cx="1254000" cy="1254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74750" y="919675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length of the side opposite the labelled angle using this relationship.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2571139" y="1219450"/>
            <a:ext cx="2247300" cy="325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2571150" y="1262267"/>
            <a:ext cx="22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opposite side =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2" name="Google Shape;272;p21"/>
          <p:cNvCxnSpPr/>
          <p:nvPr/>
        </p:nvCxnSpPr>
        <p:spPr>
          <a:xfrm>
            <a:off x="3694740" y="1773270"/>
            <a:ext cx="0" cy="250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1"/>
          <p:cNvCxnSpPr/>
          <p:nvPr/>
        </p:nvCxnSpPr>
        <p:spPr>
          <a:xfrm>
            <a:off x="3694695" y="36899"/>
            <a:ext cx="0" cy="631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21"/>
          <p:cNvSpPr/>
          <p:nvPr/>
        </p:nvSpPr>
        <p:spPr>
          <a:xfrm>
            <a:off x="2191227" y="2611370"/>
            <a:ext cx="239700" cy="239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5" name="Google Shape;275;p21"/>
          <p:cNvCxnSpPr/>
          <p:nvPr/>
        </p:nvCxnSpPr>
        <p:spPr>
          <a:xfrm>
            <a:off x="2245614" y="1542762"/>
            <a:ext cx="1254000" cy="12540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6" name="Google Shape;276;p21"/>
          <p:cNvCxnSpPr/>
          <p:nvPr/>
        </p:nvCxnSpPr>
        <p:spPr>
          <a:xfrm>
            <a:off x="2090993" y="1597149"/>
            <a:ext cx="0" cy="12585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7" name="Google Shape;277;p21"/>
          <p:cNvSpPr txBox="1"/>
          <p:nvPr/>
        </p:nvSpPr>
        <p:spPr>
          <a:xfrm>
            <a:off x="2993709" y="2679565"/>
            <a:ext cx="3189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2900081" y="2028416"/>
            <a:ext cx="4911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535636" y="167877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35636" y="2026724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 flipH="1">
            <a:off x="5122473" y="2554590"/>
            <a:ext cx="200400" cy="200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2" name="Google Shape;282;p21"/>
          <p:cNvCxnSpPr/>
          <p:nvPr/>
        </p:nvCxnSpPr>
        <p:spPr>
          <a:xfrm flipH="1">
            <a:off x="3998329" y="1658169"/>
            <a:ext cx="1277100" cy="10494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3" name="Google Shape;283;p21"/>
          <p:cNvCxnSpPr/>
          <p:nvPr/>
        </p:nvCxnSpPr>
        <p:spPr>
          <a:xfrm>
            <a:off x="5406776" y="1705611"/>
            <a:ext cx="0" cy="10533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4" name="Google Shape;284;p21"/>
          <p:cNvSpPr txBox="1"/>
          <p:nvPr/>
        </p:nvSpPr>
        <p:spPr>
          <a:xfrm flipH="1">
            <a:off x="4212940" y="2594286"/>
            <a:ext cx="3480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 flipH="1">
            <a:off x="6214553" y="2069032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 flipH="1">
            <a:off x="4033158" y="1974146"/>
            <a:ext cx="742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17.2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535636" y="242009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 flipH="1">
            <a:off x="2840424" y="3150708"/>
            <a:ext cx="824700" cy="8250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 flipH="1" rot="-2371797">
            <a:off x="2433193" y="4025458"/>
            <a:ext cx="135746" cy="13574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2851974" y="3550661"/>
            <a:ext cx="3102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 flipH="1">
            <a:off x="2252300" y="3269321"/>
            <a:ext cx="6708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13.8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 rot="5400000">
            <a:off x="5206169" y="4052113"/>
            <a:ext cx="186300" cy="18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3" name="Google Shape;293;p21"/>
          <p:cNvCxnSpPr/>
          <p:nvPr/>
        </p:nvCxnSpPr>
        <p:spPr>
          <a:xfrm flipH="1" rot="5400000">
            <a:off x="5525966" y="3204113"/>
            <a:ext cx="714600" cy="12405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4" name="Google Shape;294;p21"/>
          <p:cNvCxnSpPr/>
          <p:nvPr/>
        </p:nvCxnSpPr>
        <p:spPr>
          <a:xfrm rot="-5400000">
            <a:off x="4766802" y="3887708"/>
            <a:ext cx="722700" cy="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5" name="Google Shape;295;p21"/>
          <p:cNvSpPr txBox="1"/>
          <p:nvPr/>
        </p:nvSpPr>
        <p:spPr>
          <a:xfrm>
            <a:off x="5760511" y="3579413"/>
            <a:ext cx="742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0.122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680058" y="3815571"/>
            <a:ext cx="4491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805182" y="4048412"/>
            <a:ext cx="315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1222993" y="3844756"/>
            <a:ext cx="99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9" name="Google Shape;299;p21"/>
          <p:cNvCxnSpPr/>
          <p:nvPr/>
        </p:nvCxnSpPr>
        <p:spPr>
          <a:xfrm>
            <a:off x="1926770" y="3431170"/>
            <a:ext cx="1332000" cy="552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0" name="Google Shape;300;p21"/>
          <p:cNvCxnSpPr/>
          <p:nvPr/>
        </p:nvCxnSpPr>
        <p:spPr>
          <a:xfrm flipH="1" rot="10800000">
            <a:off x="2545067" y="3611032"/>
            <a:ext cx="767400" cy="6312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1" name="Google Shape;301;p21"/>
          <p:cNvCxnSpPr/>
          <p:nvPr/>
        </p:nvCxnSpPr>
        <p:spPr>
          <a:xfrm rot="-10798174">
            <a:off x="1873573" y="3555987"/>
            <a:ext cx="564900" cy="6861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2" name="Google Shape;302;p21"/>
          <p:cNvSpPr txBox="1"/>
          <p:nvPr/>
        </p:nvSpPr>
        <p:spPr>
          <a:xfrm>
            <a:off x="535674" y="1402188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3798076" y="1608334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3798076" y="3262683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535674" y="3262683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37452" y="2032460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1329331" y="2032460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651608" y="2411678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1141000" y="2411669"/>
            <a:ext cx="5586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/>
          <p:nvPr/>
        </p:nvSpPr>
        <p:spPr>
          <a:xfrm flipH="1" rot="3032759">
            <a:off x="2148404" y="3033289"/>
            <a:ext cx="888964" cy="993406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4799823" y="5987175"/>
            <a:ext cx="853500" cy="261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4799823" y="6347446"/>
            <a:ext cx="853500" cy="261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2571139" y="5418656"/>
            <a:ext cx="2247300" cy="325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2571150" y="5446353"/>
            <a:ext cx="22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opposite side =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6" name="Google Shape;316;p21"/>
          <p:cNvCxnSpPr/>
          <p:nvPr/>
        </p:nvCxnSpPr>
        <p:spPr>
          <a:xfrm>
            <a:off x="3780575" y="5748650"/>
            <a:ext cx="0" cy="272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21"/>
          <p:cNvCxnSpPr/>
          <p:nvPr/>
        </p:nvCxnSpPr>
        <p:spPr>
          <a:xfrm>
            <a:off x="3694695" y="4312305"/>
            <a:ext cx="0" cy="631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1"/>
          <p:cNvSpPr/>
          <p:nvPr/>
        </p:nvSpPr>
        <p:spPr>
          <a:xfrm flipH="1">
            <a:off x="5109603" y="6678940"/>
            <a:ext cx="861300" cy="8613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/>
          <p:nvPr/>
        </p:nvSpPr>
        <p:spPr>
          <a:xfrm rot="5400000">
            <a:off x="834162" y="7253674"/>
            <a:ext cx="739500" cy="739500"/>
          </a:xfrm>
          <a:prstGeom prst="arc">
            <a:avLst>
              <a:gd fmla="val 18031654" name="adj1"/>
              <a:gd fmla="val 66266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1197427" y="7613234"/>
            <a:ext cx="1296300" cy="7467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 flipH="1">
            <a:off x="4270848" y="6120567"/>
            <a:ext cx="490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2024084" y="6317831"/>
            <a:ext cx="1164600" cy="1164600"/>
          </a:xfrm>
          <a:prstGeom prst="arc">
            <a:avLst>
              <a:gd fmla="val 10771373" name="adj1"/>
              <a:gd fmla="val 12609969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468036" y="5215796"/>
            <a:ext cx="660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length of the hypotenuse when given the side opposite the labelled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/>
          <p:nvPr/>
        </p:nvSpPr>
        <p:spPr>
          <a:xfrm flipH="1">
            <a:off x="1002017" y="6753584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/>
          <p:nvPr/>
        </p:nvSpPr>
        <p:spPr>
          <a:xfrm flipH="1" rot="5400000">
            <a:off x="1356085" y="5614023"/>
            <a:ext cx="936300" cy="1644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 flipH="1">
            <a:off x="428034" y="6367051"/>
            <a:ext cx="490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2409454" y="6244956"/>
            <a:ext cx="5781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0.174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8" name="Google Shape;328;p21"/>
          <p:cNvCxnSpPr/>
          <p:nvPr/>
        </p:nvCxnSpPr>
        <p:spPr>
          <a:xfrm>
            <a:off x="2104650" y="6213504"/>
            <a:ext cx="1128300" cy="1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21"/>
          <p:cNvSpPr txBox="1"/>
          <p:nvPr/>
        </p:nvSpPr>
        <p:spPr>
          <a:xfrm>
            <a:off x="2020841" y="6737040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/>
          <p:nvPr/>
        </p:nvSpPr>
        <p:spPr>
          <a:xfrm flipH="1">
            <a:off x="6229059" y="6958060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 flipH="1">
            <a:off x="6466499" y="6274335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/>
          <p:nvPr/>
        </p:nvSpPr>
        <p:spPr>
          <a:xfrm rot="-5400000">
            <a:off x="5175741" y="5904536"/>
            <a:ext cx="1565700" cy="844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3" name="Google Shape;333;p21"/>
          <p:cNvCxnSpPr/>
          <p:nvPr/>
        </p:nvCxnSpPr>
        <p:spPr>
          <a:xfrm>
            <a:off x="4799823" y="6298065"/>
            <a:ext cx="853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21"/>
          <p:cNvSpPr/>
          <p:nvPr/>
        </p:nvSpPr>
        <p:spPr>
          <a:xfrm rot="5400000">
            <a:off x="1197350" y="8165254"/>
            <a:ext cx="194700" cy="194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1199694" y="7768327"/>
            <a:ext cx="32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 flipH="1">
            <a:off x="1532707" y="8453765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1839716" y="7730287"/>
            <a:ext cx="634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 flipH="1">
            <a:off x="5606629" y="6939627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 flipH="1">
            <a:off x="5596725" y="7250960"/>
            <a:ext cx="85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3.35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3876425" y="7541400"/>
            <a:ext cx="319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right-angled triangle has an angle of 85°.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length of the side opposite this angle is 142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 flipH="1">
            <a:off x="1734868" y="6084194"/>
            <a:ext cx="329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 flipH="1">
            <a:off x="470552" y="7932879"/>
            <a:ext cx="699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468036" y="578121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3876418" y="599658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468036" y="7562333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6" name="Google Shape;346;p21"/>
          <p:cNvGrpSpPr/>
          <p:nvPr/>
        </p:nvGrpSpPr>
        <p:grpSpPr>
          <a:xfrm>
            <a:off x="916318" y="5484621"/>
            <a:ext cx="5550309" cy="2954760"/>
            <a:chOff x="916318" y="988821"/>
            <a:chExt cx="5550309" cy="2954760"/>
          </a:xfrm>
        </p:grpSpPr>
        <p:cxnSp>
          <p:nvCxnSpPr>
            <p:cNvPr id="347" name="Google Shape;347;p21"/>
            <p:cNvCxnSpPr/>
            <p:nvPr/>
          </p:nvCxnSpPr>
          <p:spPr>
            <a:xfrm>
              <a:off x="1061345" y="1412956"/>
              <a:ext cx="1644300" cy="9363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48" name="Google Shape;348;p21"/>
            <p:cNvCxnSpPr/>
            <p:nvPr/>
          </p:nvCxnSpPr>
          <p:spPr>
            <a:xfrm>
              <a:off x="1002142" y="2494347"/>
              <a:ext cx="16443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49" name="Google Shape;349;p21"/>
            <p:cNvCxnSpPr/>
            <p:nvPr/>
          </p:nvCxnSpPr>
          <p:spPr>
            <a:xfrm rot="10800000">
              <a:off x="916318" y="1472223"/>
              <a:ext cx="0" cy="9363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0" name="Google Shape;350;p21"/>
            <p:cNvCxnSpPr/>
            <p:nvPr/>
          </p:nvCxnSpPr>
          <p:spPr>
            <a:xfrm flipH="1">
              <a:off x="5477308" y="988821"/>
              <a:ext cx="844200" cy="15657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1" name="Google Shape;351;p21"/>
            <p:cNvCxnSpPr/>
            <p:nvPr/>
          </p:nvCxnSpPr>
          <p:spPr>
            <a:xfrm rot="10800000">
              <a:off x="5536511" y="2699602"/>
              <a:ext cx="8442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2" name="Google Shape;352;p21"/>
            <p:cNvCxnSpPr/>
            <p:nvPr/>
          </p:nvCxnSpPr>
          <p:spPr>
            <a:xfrm rot="10800000">
              <a:off x="6466628" y="1047986"/>
              <a:ext cx="0" cy="15657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3" name="Google Shape;353;p21"/>
            <p:cNvCxnSpPr/>
            <p:nvPr/>
          </p:nvCxnSpPr>
          <p:spPr>
            <a:xfrm flipH="1" rot="5400000">
              <a:off x="1531312" y="2783301"/>
              <a:ext cx="746700" cy="12963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4" name="Google Shape;354;p21"/>
            <p:cNvCxnSpPr/>
            <p:nvPr/>
          </p:nvCxnSpPr>
          <p:spPr>
            <a:xfrm>
              <a:off x="1202322" y="3943581"/>
              <a:ext cx="1291200" cy="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5" name="Google Shape;355;p21"/>
            <p:cNvCxnSpPr/>
            <p:nvPr/>
          </p:nvCxnSpPr>
          <p:spPr>
            <a:xfrm rot="10800000">
              <a:off x="1119175" y="3112515"/>
              <a:ext cx="0" cy="7242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56" name="Google Shape;356;p21"/>
          <p:cNvSpPr txBox="1"/>
          <p:nvPr/>
        </p:nvSpPr>
        <p:spPr>
          <a:xfrm>
            <a:off x="2104646" y="5899300"/>
            <a:ext cx="1083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opposite side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"/>
          <p:cNvSpPr/>
          <p:nvPr/>
        </p:nvSpPr>
        <p:spPr>
          <a:xfrm flipH="1">
            <a:off x="3990348" y="3013841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/>
          <p:nvPr/>
        </p:nvSpPr>
        <p:spPr>
          <a:xfrm flipH="1">
            <a:off x="4036891" y="3003295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64" name="Google Shape;364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1741857" y="1308203"/>
            <a:ext cx="925800" cy="925800"/>
          </a:xfrm>
          <a:prstGeom prst="arc">
            <a:avLst>
              <a:gd fmla="val 2661666" name="adj1"/>
              <a:gd fmla="val 553338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2191227" y="1749549"/>
            <a:ext cx="1254000" cy="1254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474750" y="7074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The adjacent and the hypotenuse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8" name="Google Shape;368;p22"/>
          <p:cNvCxnSpPr/>
          <p:nvPr/>
        </p:nvCxnSpPr>
        <p:spPr>
          <a:xfrm>
            <a:off x="474757" y="6755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22"/>
          <p:cNvSpPr/>
          <p:nvPr/>
        </p:nvSpPr>
        <p:spPr>
          <a:xfrm flipH="1">
            <a:off x="3553157" y="2402226"/>
            <a:ext cx="998100" cy="998100"/>
          </a:xfrm>
          <a:prstGeom prst="arc">
            <a:avLst>
              <a:gd fmla="val 10771373" name="adj1"/>
              <a:gd fmla="val 1314885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/>
          <p:nvPr/>
        </p:nvSpPr>
        <p:spPr>
          <a:xfrm flipH="1">
            <a:off x="4045764" y="1858005"/>
            <a:ext cx="1277100" cy="1049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/>
          <p:nvPr/>
        </p:nvSpPr>
        <p:spPr>
          <a:xfrm rot="5400000">
            <a:off x="5325575" y="4113408"/>
            <a:ext cx="1309500" cy="1309500"/>
          </a:xfrm>
          <a:prstGeom prst="arc">
            <a:avLst>
              <a:gd fmla="val 5394639" name="adj1"/>
              <a:gd fmla="val 719409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4748982" y="4057136"/>
            <a:ext cx="1240500" cy="714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474750" y="1072075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length of the side adjacent to the labelled angle using this relationship.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2571139" y="1371850"/>
            <a:ext cx="2247300" cy="325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2571150" y="1414667"/>
            <a:ext cx="22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adjacent side =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6" name="Google Shape;376;p22"/>
          <p:cNvCxnSpPr/>
          <p:nvPr/>
        </p:nvCxnSpPr>
        <p:spPr>
          <a:xfrm>
            <a:off x="3789125" y="1706600"/>
            <a:ext cx="0" cy="3466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22"/>
          <p:cNvCxnSpPr/>
          <p:nvPr/>
        </p:nvCxnSpPr>
        <p:spPr>
          <a:xfrm>
            <a:off x="3694695" y="646499"/>
            <a:ext cx="0" cy="631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22"/>
          <p:cNvSpPr/>
          <p:nvPr/>
        </p:nvSpPr>
        <p:spPr>
          <a:xfrm>
            <a:off x="2191227" y="2763770"/>
            <a:ext cx="239700" cy="239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2900081" y="2180816"/>
            <a:ext cx="4911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535636" y="183117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×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535636" y="2179124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/>
          <p:nvPr/>
        </p:nvSpPr>
        <p:spPr>
          <a:xfrm flipH="1">
            <a:off x="5122473" y="2706990"/>
            <a:ext cx="200400" cy="200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 flipH="1">
            <a:off x="4212940" y="2746686"/>
            <a:ext cx="3480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/>
          <p:nvPr/>
        </p:nvSpPr>
        <p:spPr>
          <a:xfrm flipH="1">
            <a:off x="4771137" y="3003295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 flipH="1">
            <a:off x="4033158" y="2126546"/>
            <a:ext cx="742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17.2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535636" y="257249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2"/>
          <p:cNvSpPr/>
          <p:nvPr/>
        </p:nvSpPr>
        <p:spPr>
          <a:xfrm flipH="1">
            <a:off x="2230824" y="3836508"/>
            <a:ext cx="824700" cy="8250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/>
          <p:nvPr/>
        </p:nvSpPr>
        <p:spPr>
          <a:xfrm flipH="1" rot="-2371797">
            <a:off x="1823593" y="4711258"/>
            <a:ext cx="135746" cy="13574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2242374" y="4236461"/>
            <a:ext cx="3102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 flipH="1">
            <a:off x="1642700" y="3955121"/>
            <a:ext cx="6708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13.8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2"/>
          <p:cNvSpPr/>
          <p:nvPr/>
        </p:nvSpPr>
        <p:spPr>
          <a:xfrm rot="5400000">
            <a:off x="4748969" y="4585513"/>
            <a:ext cx="186300" cy="18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5303311" y="4112813"/>
            <a:ext cx="7428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0.122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5217658" y="4812271"/>
            <a:ext cx="4491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5347982" y="4581812"/>
            <a:ext cx="315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2312446" y="4530556"/>
            <a:ext cx="99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535674" y="1554588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3874276" y="1760734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3874276" y="3872283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535674" y="3872283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597204" y="2184860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1339001" y="2184860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637103" y="2564078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1141000" y="2564069"/>
            <a:ext cx="5586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2"/>
          <p:cNvSpPr/>
          <p:nvPr/>
        </p:nvSpPr>
        <p:spPr>
          <a:xfrm flipH="1" rot="3032759">
            <a:off x="1538804" y="3719089"/>
            <a:ext cx="888964" cy="993406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2184180" y="2012538"/>
            <a:ext cx="3189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2571139" y="5647256"/>
            <a:ext cx="2247300" cy="325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2571150" y="5674953"/>
            <a:ext cx="224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adjacent side =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8" name="Google Shape;408;p22"/>
          <p:cNvCxnSpPr/>
          <p:nvPr/>
        </p:nvCxnSpPr>
        <p:spPr>
          <a:xfrm>
            <a:off x="3780575" y="5977250"/>
            <a:ext cx="0" cy="272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2"/>
          <p:cNvCxnSpPr/>
          <p:nvPr/>
        </p:nvCxnSpPr>
        <p:spPr>
          <a:xfrm>
            <a:off x="3694695" y="4464705"/>
            <a:ext cx="0" cy="6318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22"/>
          <p:cNvSpPr/>
          <p:nvPr/>
        </p:nvSpPr>
        <p:spPr>
          <a:xfrm flipH="1">
            <a:off x="5109603" y="6907540"/>
            <a:ext cx="861300" cy="8613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/>
          <p:nvPr/>
        </p:nvSpPr>
        <p:spPr>
          <a:xfrm rot="5400000">
            <a:off x="834162" y="7406074"/>
            <a:ext cx="739500" cy="739500"/>
          </a:xfrm>
          <a:prstGeom prst="arc">
            <a:avLst>
              <a:gd fmla="val 18031654" name="adj1"/>
              <a:gd fmla="val 66266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1197427" y="7765634"/>
            <a:ext cx="1296300" cy="7467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2024084" y="6546431"/>
            <a:ext cx="1164600" cy="1164600"/>
          </a:xfrm>
          <a:prstGeom prst="arc">
            <a:avLst>
              <a:gd fmla="val 10771373" name="adj1"/>
              <a:gd fmla="val 12609969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468036" y="5444396"/>
            <a:ext cx="660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length of the hypotenuse when given the side adjacent to the labelled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2"/>
          <p:cNvSpPr/>
          <p:nvPr/>
        </p:nvSpPr>
        <p:spPr>
          <a:xfrm flipH="1">
            <a:off x="1002017" y="6982184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2"/>
          <p:cNvSpPr/>
          <p:nvPr/>
        </p:nvSpPr>
        <p:spPr>
          <a:xfrm flipH="1" rot="5400000">
            <a:off x="1356085" y="5842623"/>
            <a:ext cx="936300" cy="1644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2"/>
          <p:cNvSpPr txBox="1"/>
          <p:nvPr/>
        </p:nvSpPr>
        <p:spPr>
          <a:xfrm flipH="1">
            <a:off x="1002081" y="7266400"/>
            <a:ext cx="1644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2020841" y="6965640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2"/>
          <p:cNvSpPr/>
          <p:nvPr/>
        </p:nvSpPr>
        <p:spPr>
          <a:xfrm flipH="1">
            <a:off x="6229059" y="7186660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 flipH="1">
            <a:off x="6466499" y="6502935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2"/>
          <p:cNvSpPr/>
          <p:nvPr/>
        </p:nvSpPr>
        <p:spPr>
          <a:xfrm rot="-5400000">
            <a:off x="5175741" y="6133136"/>
            <a:ext cx="1565700" cy="844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2" name="Google Shape;422;p22"/>
          <p:cNvCxnSpPr/>
          <p:nvPr/>
        </p:nvCxnSpPr>
        <p:spPr>
          <a:xfrm rot="10800000">
            <a:off x="5536511" y="7424002"/>
            <a:ext cx="844200" cy="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3" name="Google Shape;423;p22"/>
          <p:cNvSpPr/>
          <p:nvPr/>
        </p:nvSpPr>
        <p:spPr>
          <a:xfrm rot="5400000">
            <a:off x="1197350" y="8317654"/>
            <a:ext cx="194700" cy="194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1199694" y="7920727"/>
            <a:ext cx="32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1839716" y="7882687"/>
            <a:ext cx="634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 flipH="1">
            <a:off x="5606629" y="7168227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3876425" y="7693800"/>
            <a:ext cx="1911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A right-angled triangle has an angle of 35°.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length of the side that is adjacent to this angle and the right-angle is 142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 flipH="1">
            <a:off x="470552" y="8085279"/>
            <a:ext cx="699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468036" y="600981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3876418" y="622518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468036" y="7714733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4257350" y="6236410"/>
            <a:ext cx="173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374C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2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4475340" y="6241849"/>
            <a:ext cx="367200" cy="22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5521739" y="6245455"/>
            <a:ext cx="351600" cy="22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1667073" y="6052511"/>
            <a:ext cx="173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1963031" y="6050763"/>
            <a:ext cx="246000" cy="22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2921939" y="6064430"/>
            <a:ext cx="372000" cy="22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22"/>
          <p:cNvSpPr txBox="1"/>
          <p:nvPr/>
        </p:nvSpPr>
        <p:spPr>
          <a:xfrm>
            <a:off x="1667073" y="6402925"/>
            <a:ext cx="100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</a:t>
            </a:r>
            <a:r>
              <a:rPr lang="en-GB" sz="12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374C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1995616" y="6381924"/>
            <a:ext cx="246000" cy="22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2640574" y="6381927"/>
            <a:ext cx="628200" cy="22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2"/>
          <p:cNvSpPr txBox="1"/>
          <p:nvPr/>
        </p:nvSpPr>
        <p:spPr>
          <a:xfrm flipH="1">
            <a:off x="5545239" y="7453817"/>
            <a:ext cx="85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3.35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7" name="Google Shape;447;p2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Sine and cosine ratios</a:t>
            </a:r>
            <a:endParaRPr/>
          </a:p>
        </p:txBody>
      </p:sp>
      <p:sp>
        <p:nvSpPr>
          <p:cNvPr id="448" name="Google Shape;448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50" name="Google Shape;450;p23"/>
          <p:cNvSpPr txBox="1"/>
          <p:nvPr/>
        </p:nvSpPr>
        <p:spPr>
          <a:xfrm>
            <a:off x="474750" y="7074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D: Using a calculator without a unit circle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1" name="Google Shape;451;p23"/>
          <p:cNvCxnSpPr/>
          <p:nvPr/>
        </p:nvCxnSpPr>
        <p:spPr>
          <a:xfrm>
            <a:off x="474757" y="6755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23"/>
          <p:cNvSpPr/>
          <p:nvPr/>
        </p:nvSpPr>
        <p:spPr>
          <a:xfrm>
            <a:off x="4043491" y="3324345"/>
            <a:ext cx="1458300" cy="1458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3"/>
          <p:cNvSpPr/>
          <p:nvPr/>
        </p:nvSpPr>
        <p:spPr>
          <a:xfrm flipH="1">
            <a:off x="5728287" y="1010683"/>
            <a:ext cx="923400" cy="923400"/>
          </a:xfrm>
          <a:prstGeom prst="arc">
            <a:avLst>
              <a:gd fmla="val 2215612" name="adj1"/>
              <a:gd fmla="val 538720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23"/>
          <p:cNvSpPr/>
          <p:nvPr/>
        </p:nvSpPr>
        <p:spPr>
          <a:xfrm flipH="1">
            <a:off x="131720" y="1698131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23"/>
          <p:cNvSpPr txBox="1"/>
          <p:nvPr/>
        </p:nvSpPr>
        <p:spPr>
          <a:xfrm>
            <a:off x="536785" y="1000225"/>
            <a:ext cx="653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Find the lengths of all sides in each of these triangles (3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896680" y="2386636"/>
            <a:ext cx="800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cos(33°)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1563709" y="2098847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3"/>
          <p:cNvSpPr txBox="1"/>
          <p:nvPr/>
        </p:nvSpPr>
        <p:spPr>
          <a:xfrm>
            <a:off x="712970" y="1559242"/>
            <a:ext cx="486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3"/>
          <p:cNvSpPr txBox="1"/>
          <p:nvPr/>
        </p:nvSpPr>
        <p:spPr>
          <a:xfrm flipH="1">
            <a:off x="838808" y="2040427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1800823" y="1722758"/>
            <a:ext cx="771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sin(33°)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3"/>
          <p:cNvSpPr/>
          <p:nvPr/>
        </p:nvSpPr>
        <p:spPr>
          <a:xfrm flipH="1">
            <a:off x="2356134" y="1698131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3788122" y="2098847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3"/>
          <p:cNvSpPr txBox="1"/>
          <p:nvPr/>
        </p:nvSpPr>
        <p:spPr>
          <a:xfrm>
            <a:off x="2937383" y="1559242"/>
            <a:ext cx="486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3"/>
          <p:cNvSpPr txBox="1"/>
          <p:nvPr/>
        </p:nvSpPr>
        <p:spPr>
          <a:xfrm flipH="1">
            <a:off x="3063221" y="2040427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6046184" y="2098847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23"/>
          <p:cNvSpPr txBox="1"/>
          <p:nvPr/>
        </p:nvSpPr>
        <p:spPr>
          <a:xfrm>
            <a:off x="5195445" y="1559242"/>
            <a:ext cx="486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23"/>
          <p:cNvSpPr txBox="1"/>
          <p:nvPr/>
        </p:nvSpPr>
        <p:spPr>
          <a:xfrm flipH="1">
            <a:off x="5840227" y="1667340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23"/>
          <p:cNvSpPr/>
          <p:nvPr/>
        </p:nvSpPr>
        <p:spPr>
          <a:xfrm flipH="1">
            <a:off x="168838" y="3506477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1600826" y="390719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3"/>
          <p:cNvSpPr txBox="1"/>
          <p:nvPr/>
        </p:nvSpPr>
        <p:spPr>
          <a:xfrm>
            <a:off x="645766" y="3367580"/>
            <a:ext cx="5910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3"/>
          <p:cNvSpPr txBox="1"/>
          <p:nvPr/>
        </p:nvSpPr>
        <p:spPr>
          <a:xfrm flipH="1">
            <a:off x="875925" y="3848773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3"/>
          <p:cNvSpPr/>
          <p:nvPr/>
        </p:nvSpPr>
        <p:spPr>
          <a:xfrm flipH="1">
            <a:off x="3266447" y="390719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3"/>
          <p:cNvSpPr txBox="1"/>
          <p:nvPr/>
        </p:nvSpPr>
        <p:spPr>
          <a:xfrm>
            <a:off x="4017937" y="3863600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23"/>
          <p:cNvSpPr txBox="1"/>
          <p:nvPr/>
        </p:nvSpPr>
        <p:spPr>
          <a:xfrm>
            <a:off x="3874372" y="3448419"/>
            <a:ext cx="5910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5" name="Google Shape;475;p23"/>
          <p:cNvSpPr/>
          <p:nvPr/>
        </p:nvSpPr>
        <p:spPr>
          <a:xfrm>
            <a:off x="6233675" y="3324345"/>
            <a:ext cx="1458300" cy="1458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6" name="Google Shape;476;p23"/>
          <p:cNvSpPr/>
          <p:nvPr/>
        </p:nvSpPr>
        <p:spPr>
          <a:xfrm flipH="1">
            <a:off x="5456631" y="390719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23"/>
          <p:cNvSpPr txBox="1"/>
          <p:nvPr/>
        </p:nvSpPr>
        <p:spPr>
          <a:xfrm>
            <a:off x="6208121" y="3863600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23"/>
          <p:cNvSpPr txBox="1"/>
          <p:nvPr/>
        </p:nvSpPr>
        <p:spPr>
          <a:xfrm>
            <a:off x="5866526" y="4130581"/>
            <a:ext cx="5910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3"/>
          <p:cNvSpPr txBox="1"/>
          <p:nvPr/>
        </p:nvSpPr>
        <p:spPr>
          <a:xfrm>
            <a:off x="536785" y="1313738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23"/>
          <p:cNvSpPr txBox="1"/>
          <p:nvPr/>
        </p:nvSpPr>
        <p:spPr>
          <a:xfrm>
            <a:off x="2797162" y="1313738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23"/>
          <p:cNvSpPr txBox="1"/>
          <p:nvPr/>
        </p:nvSpPr>
        <p:spPr>
          <a:xfrm>
            <a:off x="4972001" y="1313738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23"/>
          <p:cNvSpPr txBox="1"/>
          <p:nvPr/>
        </p:nvSpPr>
        <p:spPr>
          <a:xfrm>
            <a:off x="536785" y="307057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3"/>
          <p:cNvSpPr txBox="1"/>
          <p:nvPr/>
        </p:nvSpPr>
        <p:spPr>
          <a:xfrm>
            <a:off x="2797162" y="307057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3"/>
          <p:cNvSpPr txBox="1"/>
          <p:nvPr/>
        </p:nvSpPr>
        <p:spPr>
          <a:xfrm>
            <a:off x="4972001" y="307057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3"/>
          <p:cNvSpPr/>
          <p:nvPr/>
        </p:nvSpPr>
        <p:spPr>
          <a:xfrm rot="-5400000">
            <a:off x="799090" y="133439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3"/>
          <p:cNvSpPr/>
          <p:nvPr/>
        </p:nvSpPr>
        <p:spPr>
          <a:xfrm rot="-5400000">
            <a:off x="3023504" y="133439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23"/>
          <p:cNvSpPr/>
          <p:nvPr/>
        </p:nvSpPr>
        <p:spPr>
          <a:xfrm rot="-5400000">
            <a:off x="5281565" y="133439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8" name="Google Shape;488;p23"/>
          <p:cNvSpPr/>
          <p:nvPr/>
        </p:nvSpPr>
        <p:spPr>
          <a:xfrm rot="-5400000">
            <a:off x="836208" y="3142743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23"/>
          <p:cNvSpPr/>
          <p:nvPr/>
        </p:nvSpPr>
        <p:spPr>
          <a:xfrm flipH="1" rot="5400000">
            <a:off x="5939231" y="3008043"/>
            <a:ext cx="565800" cy="1530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3"/>
          <p:cNvSpPr/>
          <p:nvPr/>
        </p:nvSpPr>
        <p:spPr>
          <a:xfrm flipH="1" rot="5400000">
            <a:off x="3749047" y="3008043"/>
            <a:ext cx="565800" cy="1530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1" name="Google Shape;491;p23"/>
          <p:cNvCxnSpPr/>
          <p:nvPr/>
        </p:nvCxnSpPr>
        <p:spPr>
          <a:xfrm>
            <a:off x="4892292" y="1549356"/>
            <a:ext cx="0" cy="2961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23"/>
          <p:cNvCxnSpPr/>
          <p:nvPr/>
        </p:nvCxnSpPr>
        <p:spPr>
          <a:xfrm>
            <a:off x="3803511" y="-236596"/>
            <a:ext cx="0" cy="6533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23"/>
          <p:cNvCxnSpPr/>
          <p:nvPr/>
        </p:nvCxnSpPr>
        <p:spPr>
          <a:xfrm>
            <a:off x="2714576" y="1549356"/>
            <a:ext cx="0" cy="2961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