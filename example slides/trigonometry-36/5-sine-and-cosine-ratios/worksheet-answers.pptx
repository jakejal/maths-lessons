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C9553D-35A1-4791-AF93-B395509AEC8E}">
  <a:tblStyle styleId="{06C9553D-35A1-4791-AF93-B395509AEC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4137D38-F200-4451-BF8D-C9B913B5992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bdfb925c83_0_8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bdfb925c8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bdfb925c83_0_27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bdfb925c8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2324556" y="7812117"/>
            <a:ext cx="819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cos(55°)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0.574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620934" y="6935706"/>
            <a:ext cx="818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sin(55°)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0.819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/>
          <p:nvPr/>
        </p:nvSpPr>
        <p:spPr>
          <a:xfrm flipH="1">
            <a:off x="2615400" y="7365225"/>
            <a:ext cx="612300" cy="6126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flipH="1" rot="5400000">
            <a:off x="2240529" y="6985253"/>
            <a:ext cx="987600" cy="384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4205650" y="4082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{06C9553D-35A1-4791-AF93-B395509AEC8E}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adjacent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11.592 cm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5254300" y="4597350"/>
            <a:ext cx="10542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791743" y="2694188"/>
            <a:ext cx="1113600" cy="11136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596499" y="2817292"/>
            <a:ext cx="1159800" cy="11598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170654" y="3117661"/>
            <a:ext cx="138000" cy="13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-5400000">
            <a:off x="5556161" y="2503202"/>
            <a:ext cx="527700" cy="977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rot="10800000">
            <a:off x="5331439" y="3328004"/>
            <a:ext cx="9771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" name="Google Shape;184;p20"/>
          <p:cNvSpPr/>
          <p:nvPr/>
        </p:nvSpPr>
        <p:spPr>
          <a:xfrm>
            <a:off x="4246479" y="3270061"/>
            <a:ext cx="138000" cy="13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 rot="-5400000">
            <a:off x="5109628" y="1930272"/>
            <a:ext cx="13159" cy="1165063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86" name="Google Shape;186;p20"/>
          <p:cNvSpPr txBox="1"/>
          <p:nvPr/>
        </p:nvSpPr>
        <p:spPr>
          <a:xfrm>
            <a:off x="4067588" y="2283807"/>
            <a:ext cx="209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293369" y="2793448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482245" y="3495376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-5400000">
            <a:off x="3429121" y="2452941"/>
            <a:ext cx="669900" cy="1240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345162" y="3218498"/>
            <a:ext cx="445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517291" y="3072268"/>
            <a:ext cx="445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384288" y="2708177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004175" y="44086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94" name="Google Shape;194;p20"/>
          <p:cNvSpPr/>
          <p:nvPr/>
        </p:nvSpPr>
        <p:spPr>
          <a:xfrm>
            <a:off x="5433485" y="3537400"/>
            <a:ext cx="791400" cy="239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446592" y="3125327"/>
            <a:ext cx="619200" cy="353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155177" y="4439150"/>
            <a:ext cx="791400" cy="33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420406" y="2914784"/>
            <a:ext cx="6717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447422" y="3566840"/>
            <a:ext cx="763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0.966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479937" y="3228914"/>
            <a:ext cx="55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0.259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174250" y="4439150"/>
            <a:ext cx="76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× 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017050" y="1695000"/>
            <a:ext cx="406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Fill in the blanks and ratio table. By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considering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corresponding sides, find the length of side labelled    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Ratio tables with the unit circle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656991" y="6940517"/>
            <a:ext cx="737700" cy="540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324946" y="7821730"/>
            <a:ext cx="818700" cy="540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8000" y="6173200"/>
            <a:ext cx="662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Fill in all the blanks and the ratio tables to find the values of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by considering corresponding sides.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>
            <a:off x="2541731" y="7603226"/>
            <a:ext cx="68400" cy="68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585045" y="7496452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699930" y="6971694"/>
            <a:ext cx="63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968910" y="6983216"/>
            <a:ext cx="774900" cy="540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922550" y="6967171"/>
            <a:ext cx="819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cos(70°)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0.342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/>
          <p:nvPr/>
        </p:nvSpPr>
        <p:spPr>
          <a:xfrm flipH="1">
            <a:off x="4901286" y="7892730"/>
            <a:ext cx="737700" cy="262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358551" y="7418604"/>
            <a:ext cx="738600" cy="738600"/>
          </a:xfrm>
          <a:prstGeom prst="arc">
            <a:avLst>
              <a:gd fmla="val 17926657" name="adj1"/>
              <a:gd fmla="val 2159427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flipH="1" rot="-9030331">
            <a:off x="4797595" y="7510441"/>
            <a:ext cx="945079" cy="54461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flipH="1" rot="7175650">
            <a:off x="4961695" y="7331779"/>
            <a:ext cx="99017" cy="9901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4751450" y="7603674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912069" y="7930348"/>
            <a:ext cx="737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105903" y="6695862"/>
            <a:ext cx="882600" cy="882900"/>
          </a:xfrm>
          <a:prstGeom prst="arc">
            <a:avLst>
              <a:gd fmla="val 17926657" name="adj1"/>
              <a:gd fmla="val 2159427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 flipH="1" rot="7173710">
            <a:off x="5859252" y="6513392"/>
            <a:ext cx="151410" cy="15141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 flipH="1" rot="-9030247">
            <a:off x="5637561" y="6757851"/>
            <a:ext cx="1301484" cy="7496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flipH="1">
            <a:off x="5601438" y="6932814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5993325" y="7249601"/>
            <a:ext cx="57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272390" y="6510551"/>
            <a:ext cx="48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 flipH="1">
            <a:off x="984455" y="7910241"/>
            <a:ext cx="765300" cy="7653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 flipH="1" rot="5400000">
            <a:off x="461802" y="7388664"/>
            <a:ext cx="1301400" cy="507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>
            <a:off x="772625" y="2673741"/>
            <a:ext cx="6326281" cy="5619122"/>
            <a:chOff x="772625" y="2673741"/>
            <a:chExt cx="6326281" cy="5619122"/>
          </a:xfrm>
        </p:grpSpPr>
        <p:cxnSp>
          <p:nvCxnSpPr>
            <p:cNvPr id="226" name="Google Shape;226;p20"/>
            <p:cNvCxnSpPr/>
            <p:nvPr/>
          </p:nvCxnSpPr>
          <p:spPr>
            <a:xfrm flipH="1">
              <a:off x="5277320" y="2673741"/>
              <a:ext cx="977100" cy="527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7" name="Google Shape;227;p20"/>
            <p:cNvCxnSpPr/>
            <p:nvPr/>
          </p:nvCxnSpPr>
          <p:spPr>
            <a:xfrm rot="10800000">
              <a:off x="6380942" y="2727902"/>
              <a:ext cx="0" cy="527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8" name="Google Shape;228;p20"/>
            <p:cNvCxnSpPr/>
            <p:nvPr/>
          </p:nvCxnSpPr>
          <p:spPr>
            <a:xfrm flipH="1">
              <a:off x="3090023" y="2683946"/>
              <a:ext cx="1240200" cy="669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9" name="Google Shape;229;p20"/>
            <p:cNvCxnSpPr/>
            <p:nvPr/>
          </p:nvCxnSpPr>
          <p:spPr>
            <a:xfrm rot="10800000">
              <a:off x="3144142" y="3480393"/>
              <a:ext cx="12402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0" name="Google Shape;230;p20"/>
            <p:cNvCxnSpPr/>
            <p:nvPr/>
          </p:nvCxnSpPr>
          <p:spPr>
            <a:xfrm rot="10800000">
              <a:off x="4456746" y="2738091"/>
              <a:ext cx="0" cy="669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1" name="Google Shape;231;p20"/>
            <p:cNvCxnSpPr/>
            <p:nvPr/>
          </p:nvCxnSpPr>
          <p:spPr>
            <a:xfrm>
              <a:off x="2601224" y="6624128"/>
              <a:ext cx="384900" cy="9876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2" name="Google Shape;232;p20"/>
            <p:cNvCxnSpPr/>
            <p:nvPr/>
          </p:nvCxnSpPr>
          <p:spPr>
            <a:xfrm>
              <a:off x="2505795" y="7757776"/>
              <a:ext cx="449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3" name="Google Shape;233;p20"/>
            <p:cNvCxnSpPr/>
            <p:nvPr/>
          </p:nvCxnSpPr>
          <p:spPr>
            <a:xfrm rot="10800000">
              <a:off x="2455513" y="6683903"/>
              <a:ext cx="0" cy="9876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4" name="Google Shape;234;p20"/>
            <p:cNvCxnSpPr/>
            <p:nvPr/>
          </p:nvCxnSpPr>
          <p:spPr>
            <a:xfrm flipH="1">
              <a:off x="4724609" y="7858050"/>
              <a:ext cx="1091100" cy="8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5" name="Google Shape;235;p20"/>
            <p:cNvCxnSpPr/>
            <p:nvPr/>
          </p:nvCxnSpPr>
          <p:spPr>
            <a:xfrm flipH="1">
              <a:off x="4665151" y="7253681"/>
              <a:ext cx="268200" cy="474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6" name="Google Shape;236;p20"/>
            <p:cNvCxnSpPr/>
            <p:nvPr/>
          </p:nvCxnSpPr>
          <p:spPr>
            <a:xfrm>
              <a:off x="5052240" y="7253681"/>
              <a:ext cx="822600" cy="465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7" name="Google Shape;237;p20"/>
            <p:cNvCxnSpPr/>
            <p:nvPr/>
          </p:nvCxnSpPr>
          <p:spPr>
            <a:xfrm flipH="1">
              <a:off x="5537352" y="7206152"/>
              <a:ext cx="1501800" cy="12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8" name="Google Shape;238;p20"/>
            <p:cNvCxnSpPr/>
            <p:nvPr/>
          </p:nvCxnSpPr>
          <p:spPr>
            <a:xfrm flipH="1">
              <a:off x="5478216" y="6426608"/>
              <a:ext cx="368700" cy="65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5965805" y="6426608"/>
              <a:ext cx="1133100" cy="6408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0" name="Google Shape;240;p20"/>
            <p:cNvCxnSpPr/>
            <p:nvPr/>
          </p:nvCxnSpPr>
          <p:spPr>
            <a:xfrm>
              <a:off x="918335" y="6931970"/>
              <a:ext cx="507000" cy="1301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1" name="Google Shape;241;p20"/>
            <p:cNvCxnSpPr/>
            <p:nvPr/>
          </p:nvCxnSpPr>
          <p:spPr>
            <a:xfrm rot="10800000">
              <a:off x="772625" y="6991464"/>
              <a:ext cx="0" cy="1301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2" name="Google Shape;242;p20"/>
          <p:cNvSpPr txBox="1"/>
          <p:nvPr/>
        </p:nvSpPr>
        <p:spPr>
          <a:xfrm>
            <a:off x="995358" y="8100456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 flipH="1">
            <a:off x="858788" y="8224488"/>
            <a:ext cx="68400" cy="68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68703" y="7592964"/>
            <a:ext cx="2808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5" name="Google Shape;245;p20"/>
          <p:cNvGraphicFramePr/>
          <p:nvPr/>
        </p:nvGraphicFramePr>
        <p:xfrm>
          <a:off x="1547231" y="8578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{06C9553D-35A1-4791-AF93-B395509AEC8E}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opposite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6.1425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20"/>
          <p:cNvSpPr/>
          <p:nvPr/>
        </p:nvSpPr>
        <p:spPr>
          <a:xfrm>
            <a:off x="2595881" y="9093150"/>
            <a:ext cx="10542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345756" y="89044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8" name="Google Shape;248;p20"/>
          <p:cNvSpPr/>
          <p:nvPr/>
        </p:nvSpPr>
        <p:spPr>
          <a:xfrm>
            <a:off x="496758" y="8934950"/>
            <a:ext cx="791400" cy="33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515831" y="8934950"/>
            <a:ext cx="76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× 7.5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0" name="Google Shape;250;p20"/>
          <p:cNvGraphicFramePr/>
          <p:nvPr/>
        </p:nvGraphicFramePr>
        <p:xfrm>
          <a:off x="4989819" y="8578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{06C9553D-35A1-4791-AF93-B395509AEC8E}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adjacent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0.342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6.156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0"/>
          <p:cNvSpPr/>
          <p:nvPr/>
        </p:nvSpPr>
        <p:spPr>
          <a:xfrm>
            <a:off x="6038469" y="9093150"/>
            <a:ext cx="10542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788344" y="89044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3" name="Google Shape;253;p20"/>
          <p:cNvSpPr/>
          <p:nvPr/>
        </p:nvSpPr>
        <p:spPr>
          <a:xfrm>
            <a:off x="3939345" y="8934950"/>
            <a:ext cx="791400" cy="33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958419" y="8934950"/>
            <a:ext cx="76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× 18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203512" y="7650374"/>
            <a:ext cx="57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0"/>
          <p:cNvGraphicFramePr/>
          <p:nvPr/>
        </p:nvGraphicFramePr>
        <p:xfrm>
          <a:off x="474749" y="1694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{04137D38-F200-4451-BF8D-C9B913B5992C}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20"/>
          <p:cNvSpPr txBox="1"/>
          <p:nvPr/>
        </p:nvSpPr>
        <p:spPr>
          <a:xfrm>
            <a:off x="5493342" y="3345856"/>
            <a:ext cx="6717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/>
          <p:nvPr/>
        </p:nvSpPr>
        <p:spPr>
          <a:xfrm flipH="1">
            <a:off x="5433763" y="23081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>
            <a:off x="5492160" y="2308333"/>
            <a:ext cx="2751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17.2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74750" y="7836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opposite and the hypotenuse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Sine and cosine ratios</a:t>
            </a:r>
            <a:endParaRPr/>
          </a:p>
        </p:txBody>
      </p:sp>
      <p:cxnSp>
        <p:nvCxnSpPr>
          <p:cNvPr id="266" name="Google Shape;266;p21"/>
          <p:cNvCxnSpPr/>
          <p:nvPr/>
        </p:nvCxnSpPr>
        <p:spPr>
          <a:xfrm>
            <a:off x="474757" y="751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1"/>
          <p:cNvSpPr/>
          <p:nvPr/>
        </p:nvSpPr>
        <p:spPr>
          <a:xfrm flipH="1">
            <a:off x="3553157" y="24784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 flipH="1">
            <a:off x="4045764" y="19342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 rot="5400000">
            <a:off x="5782775" y="380860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206182" y="375233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967925" y="2609071"/>
            <a:ext cx="925800" cy="9258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191227" y="18257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4750" y="11482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2571139" y="1448050"/>
            <a:ext cx="2247300" cy="32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571150" y="1499309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3694740" y="2001870"/>
            <a:ext cx="0" cy="250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3694695" y="265499"/>
            <a:ext cx="0" cy="631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1"/>
          <p:cNvSpPr/>
          <p:nvPr/>
        </p:nvSpPr>
        <p:spPr>
          <a:xfrm>
            <a:off x="2191227" y="28399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>
            <a:off x="2245614" y="1771362"/>
            <a:ext cx="1254000" cy="125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2090993" y="1825749"/>
            <a:ext cx="0" cy="1258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21"/>
          <p:cNvSpPr txBox="1"/>
          <p:nvPr/>
        </p:nvSpPr>
        <p:spPr>
          <a:xfrm>
            <a:off x="2993709" y="2908165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900081" y="2257016"/>
            <a:ext cx="4911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35636" y="19073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35636" y="22553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 flipH="1">
            <a:off x="5122473" y="27831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 flipH="1">
            <a:off x="3998329" y="1886769"/>
            <a:ext cx="1277100" cy="1049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5406776" y="1934211"/>
            <a:ext cx="0" cy="1053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8" name="Google Shape;288;p21"/>
          <p:cNvSpPr txBox="1"/>
          <p:nvPr/>
        </p:nvSpPr>
        <p:spPr>
          <a:xfrm flipH="1">
            <a:off x="4212940" y="28228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 flipH="1">
            <a:off x="6214553" y="2297632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flipH="1">
            <a:off x="5494811" y="2297632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4033158" y="22027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35636" y="26486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 flipH="1">
            <a:off x="2840424" y="3379308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flipH="1" rot="-2371797">
            <a:off x="2433193" y="4254058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851974" y="3779261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 flipH="1">
            <a:off x="2252300" y="3497921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5400000">
            <a:off x="5206169" y="428071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" name="Google Shape;298;p21"/>
          <p:cNvCxnSpPr/>
          <p:nvPr/>
        </p:nvCxnSpPr>
        <p:spPr>
          <a:xfrm flipH="1" rot="5400000">
            <a:off x="5525966" y="3432713"/>
            <a:ext cx="714600" cy="124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1"/>
          <p:cNvCxnSpPr/>
          <p:nvPr/>
        </p:nvCxnSpPr>
        <p:spPr>
          <a:xfrm rot="-5400000">
            <a:off x="4766802" y="4116308"/>
            <a:ext cx="72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0" name="Google Shape;300;p21"/>
          <p:cNvSpPr txBox="1"/>
          <p:nvPr/>
        </p:nvSpPr>
        <p:spPr>
          <a:xfrm>
            <a:off x="5760511" y="3808013"/>
            <a:ext cx="742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680058" y="404417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805182" y="427701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 flipH="1">
            <a:off x="706796" y="2936249"/>
            <a:ext cx="1019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49.511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 flipH="1">
            <a:off x="6211562" y="2308326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 flipH="1">
            <a:off x="5587829" y="2727184"/>
            <a:ext cx="1116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9.8728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222993" y="4073356"/>
            <a:ext cx="99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1926770" y="3659770"/>
            <a:ext cx="1332000" cy="55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8" name="Google Shape;308;p21"/>
          <p:cNvCxnSpPr/>
          <p:nvPr/>
        </p:nvCxnSpPr>
        <p:spPr>
          <a:xfrm flipH="1" rot="10800000">
            <a:off x="2545067" y="3839632"/>
            <a:ext cx="767400" cy="631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" name="Google Shape;309;p21"/>
          <p:cNvCxnSpPr/>
          <p:nvPr/>
        </p:nvCxnSpPr>
        <p:spPr>
          <a:xfrm rot="-10798174">
            <a:off x="1873573" y="3784587"/>
            <a:ext cx="564900" cy="686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 flipH="1">
            <a:off x="1051782" y="4309955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11.3022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 flipH="1">
            <a:off x="5256280" y="4617674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0.041724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35674" y="16307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798076" y="18369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3798076" y="34912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35674" y="34912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637452" y="2261060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329331" y="2261060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51608" y="2640278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1141000" y="2640269"/>
            <a:ext cx="5586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 flipH="1">
            <a:off x="637464" y="226878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 flipH="1">
            <a:off x="651620" y="264484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 flipH="1">
            <a:off x="1329343" y="2268777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 flipH="1">
            <a:off x="1140961" y="2650439"/>
            <a:ext cx="558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0.643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/>
          <p:nvPr/>
        </p:nvSpPr>
        <p:spPr>
          <a:xfrm flipH="1" rot="3032759">
            <a:off x="2148404" y="3261889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flipH="1">
            <a:off x="4799961" y="6068745"/>
            <a:ext cx="85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 flipH="1">
            <a:off x="4799961" y="6436669"/>
            <a:ext cx="85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0.985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2571139" y="5494856"/>
            <a:ext cx="2247300" cy="32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571150" y="5531238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0" name="Google Shape;330;p21"/>
          <p:cNvCxnSpPr/>
          <p:nvPr/>
        </p:nvCxnSpPr>
        <p:spPr>
          <a:xfrm>
            <a:off x="3780575" y="5824850"/>
            <a:ext cx="0" cy="272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1"/>
          <p:cNvSpPr/>
          <p:nvPr/>
        </p:nvSpPr>
        <p:spPr>
          <a:xfrm flipH="1">
            <a:off x="5109603" y="67551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 flipH="1">
            <a:off x="4270848" y="6196767"/>
            <a:ext cx="490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2024084" y="63940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68036" y="52919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when given the side opposite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 flipH="1">
            <a:off x="1002017" y="68297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/>
          <p:nvPr/>
        </p:nvSpPr>
        <p:spPr>
          <a:xfrm flipH="1" rot="5400000">
            <a:off x="1356085" y="56902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7" name="Google Shape;337;p21"/>
          <p:cNvCxnSpPr/>
          <p:nvPr/>
        </p:nvCxnSpPr>
        <p:spPr>
          <a:xfrm>
            <a:off x="1061345" y="5984956"/>
            <a:ext cx="164430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" name="Google Shape;338;p21"/>
          <p:cNvCxnSpPr/>
          <p:nvPr/>
        </p:nvCxnSpPr>
        <p:spPr>
          <a:xfrm>
            <a:off x="1002142" y="7066347"/>
            <a:ext cx="1644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" name="Google Shape;339;p21"/>
          <p:cNvCxnSpPr/>
          <p:nvPr/>
        </p:nvCxnSpPr>
        <p:spPr>
          <a:xfrm rot="10800000">
            <a:off x="916318" y="6044223"/>
            <a:ext cx="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0" name="Google Shape;340;p21"/>
          <p:cNvSpPr txBox="1"/>
          <p:nvPr/>
        </p:nvSpPr>
        <p:spPr>
          <a:xfrm flipH="1">
            <a:off x="428034" y="6443251"/>
            <a:ext cx="49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104654" y="6321156"/>
            <a:ext cx="578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0.174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>
            <a:off x="2104650" y="6289704"/>
            <a:ext cx="578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1"/>
          <p:cNvSpPr txBox="1"/>
          <p:nvPr/>
        </p:nvSpPr>
        <p:spPr>
          <a:xfrm>
            <a:off x="2020841" y="68132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/>
          <p:nvPr/>
        </p:nvSpPr>
        <p:spPr>
          <a:xfrm flipH="1">
            <a:off x="6229059" y="70342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 flipH="1">
            <a:off x="6466499" y="63505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/>
          <p:nvPr/>
        </p:nvSpPr>
        <p:spPr>
          <a:xfrm rot="-5400000">
            <a:off x="5175741" y="59807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7" name="Google Shape;347;p21"/>
          <p:cNvCxnSpPr/>
          <p:nvPr/>
        </p:nvCxnSpPr>
        <p:spPr>
          <a:xfrm flipH="1">
            <a:off x="5477308" y="5560821"/>
            <a:ext cx="84420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" name="Google Shape;348;p21"/>
          <p:cNvCxnSpPr/>
          <p:nvPr/>
        </p:nvCxnSpPr>
        <p:spPr>
          <a:xfrm rot="10800000">
            <a:off x="5536511" y="7271602"/>
            <a:ext cx="844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1"/>
          <p:cNvCxnSpPr/>
          <p:nvPr/>
        </p:nvCxnSpPr>
        <p:spPr>
          <a:xfrm rot="10800000">
            <a:off x="6466628" y="5619986"/>
            <a:ext cx="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" name="Google Shape;350;p21"/>
          <p:cNvCxnSpPr/>
          <p:nvPr/>
        </p:nvCxnSpPr>
        <p:spPr>
          <a:xfrm>
            <a:off x="4799823" y="6374265"/>
            <a:ext cx="853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21"/>
          <p:cNvSpPr/>
          <p:nvPr/>
        </p:nvSpPr>
        <p:spPr>
          <a:xfrm>
            <a:off x="4799823" y="6063375"/>
            <a:ext cx="853500" cy="26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4799823" y="6423646"/>
            <a:ext cx="853500" cy="26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 flipH="1">
            <a:off x="5606629" y="70158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 flipH="1">
            <a:off x="5545239" y="7333380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 flipH="1">
            <a:off x="1734868" y="6160394"/>
            <a:ext cx="329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 flipH="1">
            <a:off x="2104975" y="5988103"/>
            <a:ext cx="578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 flipH="1">
            <a:off x="2705324" y="6171607"/>
            <a:ext cx="892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51.72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 flipH="1">
            <a:off x="4204750" y="6805076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19.2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468036" y="58574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3876418" y="60727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>
            <a:off x="3694695" y="4388505"/>
            <a:ext cx="0" cy="63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21"/>
          <p:cNvSpPr/>
          <p:nvPr/>
        </p:nvSpPr>
        <p:spPr>
          <a:xfrm rot="5400000">
            <a:off x="834162" y="73298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1197427" y="76894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 rot="5400000">
            <a:off x="1197350" y="82414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 flipH="1" rot="5400000">
            <a:off x="1531312" y="7355301"/>
            <a:ext cx="746700" cy="129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6" name="Google Shape;366;p21"/>
          <p:cNvCxnSpPr/>
          <p:nvPr/>
        </p:nvCxnSpPr>
        <p:spPr>
          <a:xfrm>
            <a:off x="1202322" y="8515581"/>
            <a:ext cx="1291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7" name="Google Shape;367;p21"/>
          <p:cNvSpPr txBox="1"/>
          <p:nvPr/>
        </p:nvSpPr>
        <p:spPr>
          <a:xfrm>
            <a:off x="1199694" y="78445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 flipH="1">
            <a:off x="1532707" y="852996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839716" y="7806487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3876425" y="7617600"/>
            <a:ext cx="31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 flipH="1">
            <a:off x="2468778" y="7844528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101.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 flipH="1">
            <a:off x="5348825" y="8311533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142.5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 flipH="1">
            <a:off x="470552" y="8009079"/>
            <a:ext cx="69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4" name="Google Shape;374;p21"/>
          <p:cNvCxnSpPr/>
          <p:nvPr/>
        </p:nvCxnSpPr>
        <p:spPr>
          <a:xfrm rot="10800000">
            <a:off x="1119175" y="7684515"/>
            <a:ext cx="0" cy="724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5" name="Google Shape;375;p21"/>
          <p:cNvSpPr txBox="1"/>
          <p:nvPr/>
        </p:nvSpPr>
        <p:spPr>
          <a:xfrm>
            <a:off x="468036" y="76385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/>
          <p:nvPr/>
        </p:nvSpPr>
        <p:spPr>
          <a:xfrm>
            <a:off x="1741857" y="1384403"/>
            <a:ext cx="925800" cy="925800"/>
          </a:xfrm>
          <a:prstGeom prst="arc">
            <a:avLst>
              <a:gd fmla="val 2661666" name="adj1"/>
              <a:gd fmla="val 553338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2191227" y="18257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474750" y="7836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adjacent and the hypotenuse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Sine and cosine ratios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 flipH="1">
            <a:off x="3990348" y="3090041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 flipH="1">
            <a:off x="4048744" y="3090196"/>
            <a:ext cx="2751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17.2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6" name="Google Shape;386;p22"/>
          <p:cNvCxnSpPr/>
          <p:nvPr/>
        </p:nvCxnSpPr>
        <p:spPr>
          <a:xfrm>
            <a:off x="474757" y="751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2"/>
          <p:cNvSpPr/>
          <p:nvPr/>
        </p:nvSpPr>
        <p:spPr>
          <a:xfrm flipH="1">
            <a:off x="3553157" y="24784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 flipH="1">
            <a:off x="4045764" y="19342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/>
          <p:nvPr/>
        </p:nvSpPr>
        <p:spPr>
          <a:xfrm rot="5400000">
            <a:off x="5325575" y="418960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748982" y="413333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474750" y="11482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adjacent to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2571139" y="1448050"/>
            <a:ext cx="2247300" cy="32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2571150" y="1484431"/>
            <a:ext cx="22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4" name="Google Shape;394;p22"/>
          <p:cNvCxnSpPr/>
          <p:nvPr/>
        </p:nvCxnSpPr>
        <p:spPr>
          <a:xfrm>
            <a:off x="3789125" y="1782800"/>
            <a:ext cx="0" cy="346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2"/>
          <p:cNvCxnSpPr/>
          <p:nvPr/>
        </p:nvCxnSpPr>
        <p:spPr>
          <a:xfrm>
            <a:off x="3694695" y="722699"/>
            <a:ext cx="0" cy="631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2"/>
          <p:cNvSpPr/>
          <p:nvPr/>
        </p:nvSpPr>
        <p:spPr>
          <a:xfrm>
            <a:off x="2191227" y="28399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7" name="Google Shape;397;p22"/>
          <p:cNvCxnSpPr/>
          <p:nvPr/>
        </p:nvCxnSpPr>
        <p:spPr>
          <a:xfrm>
            <a:off x="2245614" y="1771362"/>
            <a:ext cx="1254000" cy="125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8" name="Google Shape;398;p22"/>
          <p:cNvCxnSpPr/>
          <p:nvPr/>
        </p:nvCxnSpPr>
        <p:spPr>
          <a:xfrm>
            <a:off x="2090993" y="1825749"/>
            <a:ext cx="0" cy="1258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9" name="Google Shape;399;p22"/>
          <p:cNvSpPr txBox="1"/>
          <p:nvPr/>
        </p:nvSpPr>
        <p:spPr>
          <a:xfrm>
            <a:off x="2900081" y="2257016"/>
            <a:ext cx="4911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535636" y="19073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535636" y="22553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 flipH="1">
            <a:off x="5122473" y="27831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3" name="Google Shape;403;p22"/>
          <p:cNvCxnSpPr/>
          <p:nvPr/>
        </p:nvCxnSpPr>
        <p:spPr>
          <a:xfrm flipH="1">
            <a:off x="3998329" y="1886769"/>
            <a:ext cx="1277100" cy="1049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4" name="Google Shape;404;p22"/>
          <p:cNvCxnSpPr/>
          <p:nvPr/>
        </p:nvCxnSpPr>
        <p:spPr>
          <a:xfrm>
            <a:off x="5406776" y="1934211"/>
            <a:ext cx="0" cy="1053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5" name="Google Shape;405;p22"/>
          <p:cNvSpPr txBox="1"/>
          <p:nvPr/>
        </p:nvSpPr>
        <p:spPr>
          <a:xfrm flipH="1">
            <a:off x="4212940" y="28228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 flipH="1">
            <a:off x="4771137" y="3079495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/>
          <p:nvPr/>
        </p:nvSpPr>
        <p:spPr>
          <a:xfrm flipH="1">
            <a:off x="4051396" y="3079495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 flipH="1">
            <a:off x="4033158" y="22027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35636" y="26486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/>
          <p:nvPr/>
        </p:nvSpPr>
        <p:spPr>
          <a:xfrm flipH="1">
            <a:off x="2230824" y="3912708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/>
          <p:nvPr/>
        </p:nvSpPr>
        <p:spPr>
          <a:xfrm flipH="1" rot="-2371797">
            <a:off x="1823593" y="4787458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2242374" y="4312661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 flipH="1">
            <a:off x="1642700" y="4031321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/>
          <p:nvPr/>
        </p:nvSpPr>
        <p:spPr>
          <a:xfrm rot="5400000">
            <a:off x="4748969" y="466171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5" name="Google Shape;415;p22"/>
          <p:cNvCxnSpPr/>
          <p:nvPr/>
        </p:nvCxnSpPr>
        <p:spPr>
          <a:xfrm flipH="1" rot="5400000">
            <a:off x="5068766" y="3813713"/>
            <a:ext cx="714600" cy="124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6" name="Google Shape;416;p22"/>
          <p:cNvCxnSpPr/>
          <p:nvPr/>
        </p:nvCxnSpPr>
        <p:spPr>
          <a:xfrm rot="-5400000">
            <a:off x="4309602" y="4497308"/>
            <a:ext cx="72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7" name="Google Shape;417;p22"/>
          <p:cNvSpPr txBox="1"/>
          <p:nvPr/>
        </p:nvSpPr>
        <p:spPr>
          <a:xfrm>
            <a:off x="5303311" y="4189013"/>
            <a:ext cx="742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5217658" y="488847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5347982" y="465801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 flipH="1">
            <a:off x="706796" y="2936249"/>
            <a:ext cx="1019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58.982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 flipH="1">
            <a:off x="4768147" y="3090189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 flipH="1">
            <a:off x="5437954" y="3094509"/>
            <a:ext cx="1116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14.0868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2312446" y="4606756"/>
            <a:ext cx="99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4" name="Google Shape;424;p22"/>
          <p:cNvCxnSpPr/>
          <p:nvPr/>
        </p:nvCxnSpPr>
        <p:spPr>
          <a:xfrm>
            <a:off x="1317170" y="4193170"/>
            <a:ext cx="1332000" cy="55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5" name="Google Shape;425;p22"/>
          <p:cNvCxnSpPr/>
          <p:nvPr/>
        </p:nvCxnSpPr>
        <p:spPr>
          <a:xfrm flipH="1" rot="10800000">
            <a:off x="1935467" y="4373032"/>
            <a:ext cx="767400" cy="631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22"/>
          <p:cNvCxnSpPr/>
          <p:nvPr/>
        </p:nvCxnSpPr>
        <p:spPr>
          <a:xfrm rot="-10798174">
            <a:off x="1263973" y="4317987"/>
            <a:ext cx="564900" cy="686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7" name="Google Shape;427;p22"/>
          <p:cNvSpPr txBox="1"/>
          <p:nvPr/>
        </p:nvSpPr>
        <p:spPr>
          <a:xfrm flipH="1">
            <a:off x="2141234" y="4843355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7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.9212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 flipH="1">
            <a:off x="4799080" y="4998674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0.11468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535674" y="16307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3874276" y="18369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3874276" y="39484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535674" y="39484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37452" y="2261060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1329331" y="2261060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651608" y="2640278"/>
            <a:ext cx="2715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141000" y="2640269"/>
            <a:ext cx="558600" cy="250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 flipH="1">
            <a:off x="637464" y="226878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 flipH="1">
            <a:off x="651620" y="264484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 flipH="1">
            <a:off x="1329343" y="2268777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 flipH="1">
            <a:off x="1140961" y="2650439"/>
            <a:ext cx="558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0.766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1" name="Google Shape;441;p22"/>
          <p:cNvSpPr/>
          <p:nvPr/>
        </p:nvSpPr>
        <p:spPr>
          <a:xfrm flipH="1" rot="3032759">
            <a:off x="1538804" y="3795289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2184180" y="2088738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2571139" y="5799656"/>
            <a:ext cx="2247300" cy="325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2571150" y="5861781"/>
            <a:ext cx="224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6" name="Google Shape;446;p22"/>
          <p:cNvCxnSpPr/>
          <p:nvPr/>
        </p:nvCxnSpPr>
        <p:spPr>
          <a:xfrm>
            <a:off x="3780575" y="6129650"/>
            <a:ext cx="0" cy="272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22"/>
          <p:cNvCxnSpPr/>
          <p:nvPr/>
        </p:nvCxnSpPr>
        <p:spPr>
          <a:xfrm>
            <a:off x="3694695" y="4617105"/>
            <a:ext cx="0" cy="631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22"/>
          <p:cNvSpPr/>
          <p:nvPr/>
        </p:nvSpPr>
        <p:spPr>
          <a:xfrm flipH="1">
            <a:off x="5109603" y="70599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/>
          <p:nvPr/>
        </p:nvSpPr>
        <p:spPr>
          <a:xfrm rot="5400000">
            <a:off x="834162" y="75584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1197427" y="79180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2024084" y="66988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468036" y="55967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when given the side adjacent to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2"/>
          <p:cNvSpPr/>
          <p:nvPr/>
        </p:nvSpPr>
        <p:spPr>
          <a:xfrm flipH="1">
            <a:off x="1002017" y="71345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/>
          <p:nvPr/>
        </p:nvSpPr>
        <p:spPr>
          <a:xfrm flipH="1" rot="5400000">
            <a:off x="1356085" y="59950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5" name="Google Shape;455;p22"/>
          <p:cNvCxnSpPr/>
          <p:nvPr/>
        </p:nvCxnSpPr>
        <p:spPr>
          <a:xfrm>
            <a:off x="1061345" y="6289756"/>
            <a:ext cx="164430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6" name="Google Shape;456;p22"/>
          <p:cNvCxnSpPr/>
          <p:nvPr/>
        </p:nvCxnSpPr>
        <p:spPr>
          <a:xfrm>
            <a:off x="1002142" y="7371147"/>
            <a:ext cx="1644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7" name="Google Shape;457;p22"/>
          <p:cNvCxnSpPr/>
          <p:nvPr/>
        </p:nvCxnSpPr>
        <p:spPr>
          <a:xfrm rot="10800000">
            <a:off x="916318" y="6349023"/>
            <a:ext cx="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8" name="Google Shape;458;p22"/>
          <p:cNvSpPr txBox="1"/>
          <p:nvPr/>
        </p:nvSpPr>
        <p:spPr>
          <a:xfrm flipH="1">
            <a:off x="1002081" y="7418800"/>
            <a:ext cx="1644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2020841" y="71180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2"/>
          <p:cNvSpPr/>
          <p:nvPr/>
        </p:nvSpPr>
        <p:spPr>
          <a:xfrm flipH="1">
            <a:off x="6229059" y="73390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 flipH="1">
            <a:off x="6466499" y="66553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2"/>
          <p:cNvSpPr/>
          <p:nvPr/>
        </p:nvSpPr>
        <p:spPr>
          <a:xfrm rot="-5400000">
            <a:off x="5175741" y="62855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3" name="Google Shape;463;p22"/>
          <p:cNvCxnSpPr/>
          <p:nvPr/>
        </p:nvCxnSpPr>
        <p:spPr>
          <a:xfrm flipH="1">
            <a:off x="5477308" y="5865621"/>
            <a:ext cx="84420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64" name="Google Shape;464;p22"/>
          <p:cNvCxnSpPr/>
          <p:nvPr/>
        </p:nvCxnSpPr>
        <p:spPr>
          <a:xfrm rot="10800000">
            <a:off x="5536511" y="7576402"/>
            <a:ext cx="844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65" name="Google Shape;465;p22"/>
          <p:cNvCxnSpPr/>
          <p:nvPr/>
        </p:nvCxnSpPr>
        <p:spPr>
          <a:xfrm rot="10800000">
            <a:off x="6466628" y="5924786"/>
            <a:ext cx="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66" name="Google Shape;466;p22"/>
          <p:cNvSpPr/>
          <p:nvPr/>
        </p:nvSpPr>
        <p:spPr>
          <a:xfrm rot="5400000">
            <a:off x="1197350" y="84700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7" name="Google Shape;467;p22"/>
          <p:cNvCxnSpPr/>
          <p:nvPr/>
        </p:nvCxnSpPr>
        <p:spPr>
          <a:xfrm flipH="1" rot="5400000">
            <a:off x="1531312" y="7583901"/>
            <a:ext cx="746700" cy="129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68" name="Google Shape;468;p22"/>
          <p:cNvSpPr txBox="1"/>
          <p:nvPr/>
        </p:nvSpPr>
        <p:spPr>
          <a:xfrm>
            <a:off x="1199694" y="80731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1839716" y="8035087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 flipH="1">
            <a:off x="5606629" y="73206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 flipH="1">
            <a:off x="5545239" y="7606217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3876425" y="7846200"/>
            <a:ext cx="191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 right-angled triangle has an angle of 35°.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that is adjacent to this angle and the right-angle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 flipH="1">
            <a:off x="2468778" y="8073128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101.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 flipH="1">
            <a:off x="4663025" y="8768733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73.38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 flipH="1">
            <a:off x="470552" y="8237679"/>
            <a:ext cx="69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6" name="Google Shape;476;p22"/>
          <p:cNvCxnSpPr/>
          <p:nvPr/>
        </p:nvCxnSpPr>
        <p:spPr>
          <a:xfrm rot="10800000">
            <a:off x="1119175" y="7913115"/>
            <a:ext cx="0" cy="724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77" name="Google Shape;477;p22"/>
          <p:cNvSpPr txBox="1"/>
          <p:nvPr/>
        </p:nvSpPr>
        <p:spPr>
          <a:xfrm>
            <a:off x="468036" y="61622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3876418" y="63775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468036" y="78671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4257350" y="6388810"/>
            <a:ext cx="173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4464474" y="6372519"/>
            <a:ext cx="3672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 flipH="1">
            <a:off x="4456787" y="6382654"/>
            <a:ext cx="367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5510874" y="6376125"/>
            <a:ext cx="3516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1667073" y="6204911"/>
            <a:ext cx="173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1995616" y="6181433"/>
            <a:ext cx="2460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2911074" y="6195100"/>
            <a:ext cx="3720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>
            <a:off x="1667073" y="6555325"/>
            <a:ext cx="10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1995616" y="6534324"/>
            <a:ext cx="2460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2640574" y="6534327"/>
            <a:ext cx="628200" cy="22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 flipH="1">
            <a:off x="1995491" y="6191570"/>
            <a:ext cx="246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 flipH="1">
            <a:off x="2932810" y="6205236"/>
            <a:ext cx="328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 flipH="1">
            <a:off x="2640506" y="6544025"/>
            <a:ext cx="628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0.985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 flipH="1">
            <a:off x="1995491" y="6544026"/>
            <a:ext cx="246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4" name="Google Shape;494;p22"/>
          <p:cNvSpPr txBox="1"/>
          <p:nvPr/>
        </p:nvSpPr>
        <p:spPr>
          <a:xfrm flipH="1">
            <a:off x="2569078" y="6841268"/>
            <a:ext cx="1009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 = 18.27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 flipH="1">
            <a:off x="5530498" y="6386262"/>
            <a:ext cx="310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 flipH="1">
            <a:off x="4518207" y="6780955"/>
            <a:ext cx="1009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 = 19.25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 txBox="1"/>
          <p:nvPr/>
        </p:nvSpPr>
        <p:spPr>
          <a:xfrm>
            <a:off x="474750" y="8598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D: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calculator without a unit circle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3" name="Google Shape;503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504" name="Google Shape;504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Industry.</a:t>
            </a:r>
            <a:endParaRPr/>
          </a:p>
        </p:txBody>
      </p:sp>
      <p:cxnSp>
        <p:nvCxnSpPr>
          <p:cNvPr id="506" name="Google Shape;506;p23"/>
          <p:cNvCxnSpPr/>
          <p:nvPr/>
        </p:nvCxnSpPr>
        <p:spPr>
          <a:xfrm>
            <a:off x="474757" y="827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23"/>
          <p:cNvSpPr txBox="1"/>
          <p:nvPr/>
        </p:nvSpPr>
        <p:spPr>
          <a:xfrm>
            <a:off x="2917382" y="2503125"/>
            <a:ext cx="1100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0.743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4035822" y="1903072"/>
            <a:ext cx="856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0.669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9" name="Google Shape;509;p23"/>
          <p:cNvSpPr txBox="1"/>
          <p:nvPr/>
        </p:nvSpPr>
        <p:spPr>
          <a:xfrm>
            <a:off x="1500947" y="2579086"/>
            <a:ext cx="9234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0.839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4043491" y="3476745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3"/>
          <p:cNvSpPr/>
          <p:nvPr/>
        </p:nvSpPr>
        <p:spPr>
          <a:xfrm flipH="1">
            <a:off x="5728287" y="1163083"/>
            <a:ext cx="923400" cy="9234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3"/>
          <p:cNvSpPr/>
          <p:nvPr/>
        </p:nvSpPr>
        <p:spPr>
          <a:xfrm flipH="1">
            <a:off x="131720" y="1850531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536785" y="1152625"/>
            <a:ext cx="65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Find the lengths of all sides in each of these triangles (3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4" name="Google Shape;514;p23"/>
          <p:cNvCxnSpPr/>
          <p:nvPr/>
        </p:nvCxnSpPr>
        <p:spPr>
          <a:xfrm>
            <a:off x="4892292" y="1701756"/>
            <a:ext cx="0" cy="296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23"/>
          <p:cNvCxnSpPr/>
          <p:nvPr/>
        </p:nvCxnSpPr>
        <p:spPr>
          <a:xfrm>
            <a:off x="3803511" y="-84196"/>
            <a:ext cx="0" cy="653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23"/>
          <p:cNvCxnSpPr/>
          <p:nvPr/>
        </p:nvCxnSpPr>
        <p:spPr>
          <a:xfrm>
            <a:off x="2714576" y="1701756"/>
            <a:ext cx="0" cy="296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23"/>
          <p:cNvSpPr/>
          <p:nvPr/>
        </p:nvSpPr>
        <p:spPr>
          <a:xfrm>
            <a:off x="896680" y="2539036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cos(33°)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1563709" y="22512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9" name="Google Shape;519;p23"/>
          <p:cNvCxnSpPr/>
          <p:nvPr/>
        </p:nvCxnSpPr>
        <p:spPr>
          <a:xfrm flipH="1">
            <a:off x="608876" y="1560261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20" name="Google Shape;520;p23"/>
          <p:cNvCxnSpPr/>
          <p:nvPr/>
        </p:nvCxnSpPr>
        <p:spPr>
          <a:xfrm rot="10800000">
            <a:off x="667472" y="247462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1" name="Google Shape;521;p23"/>
          <p:cNvSpPr txBox="1"/>
          <p:nvPr/>
        </p:nvSpPr>
        <p:spPr>
          <a:xfrm>
            <a:off x="712970" y="17116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 flipH="1">
            <a:off x="838808" y="2192827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3" name="Google Shape;523;p23"/>
          <p:cNvCxnSpPr/>
          <p:nvPr/>
        </p:nvCxnSpPr>
        <p:spPr>
          <a:xfrm rot="10800000">
            <a:off x="1787152" y="1618656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4" name="Google Shape;524;p23"/>
          <p:cNvSpPr/>
          <p:nvPr/>
        </p:nvSpPr>
        <p:spPr>
          <a:xfrm>
            <a:off x="1800823" y="1875158"/>
            <a:ext cx="771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sin(33°)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3"/>
          <p:cNvSpPr/>
          <p:nvPr/>
        </p:nvSpPr>
        <p:spPr>
          <a:xfrm flipH="1">
            <a:off x="2356134" y="1850531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3788122" y="22512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7" name="Google Shape;527;p23"/>
          <p:cNvCxnSpPr/>
          <p:nvPr/>
        </p:nvCxnSpPr>
        <p:spPr>
          <a:xfrm flipH="1">
            <a:off x="2833289" y="1560261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28" name="Google Shape;528;p23"/>
          <p:cNvCxnSpPr/>
          <p:nvPr/>
        </p:nvCxnSpPr>
        <p:spPr>
          <a:xfrm rot="10800000">
            <a:off x="2891885" y="247462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9" name="Google Shape;529;p23"/>
          <p:cNvSpPr txBox="1"/>
          <p:nvPr/>
        </p:nvSpPr>
        <p:spPr>
          <a:xfrm>
            <a:off x="2937383" y="17116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 flipH="1">
            <a:off x="3063221" y="2192827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1" name="Google Shape;531;p23"/>
          <p:cNvCxnSpPr/>
          <p:nvPr/>
        </p:nvCxnSpPr>
        <p:spPr>
          <a:xfrm rot="10800000">
            <a:off x="4011565" y="1618656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2" name="Google Shape;532;p23"/>
          <p:cNvSpPr/>
          <p:nvPr/>
        </p:nvSpPr>
        <p:spPr>
          <a:xfrm>
            <a:off x="6046184" y="22512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3" name="Google Shape;533;p23"/>
          <p:cNvCxnSpPr/>
          <p:nvPr/>
        </p:nvCxnSpPr>
        <p:spPr>
          <a:xfrm flipH="1">
            <a:off x="5091350" y="1560261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4" name="Google Shape;534;p23"/>
          <p:cNvCxnSpPr/>
          <p:nvPr/>
        </p:nvCxnSpPr>
        <p:spPr>
          <a:xfrm rot="10800000">
            <a:off x="5149946" y="247462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5" name="Google Shape;535;p23"/>
          <p:cNvSpPr txBox="1"/>
          <p:nvPr/>
        </p:nvSpPr>
        <p:spPr>
          <a:xfrm>
            <a:off x="5195445" y="17116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6" name="Google Shape;536;p23"/>
          <p:cNvCxnSpPr/>
          <p:nvPr/>
        </p:nvCxnSpPr>
        <p:spPr>
          <a:xfrm rot="10800000">
            <a:off x="6269626" y="1618656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7" name="Google Shape;537;p23"/>
          <p:cNvSpPr txBox="1"/>
          <p:nvPr/>
        </p:nvSpPr>
        <p:spPr>
          <a:xfrm flipH="1">
            <a:off x="5840227" y="181974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3"/>
          <p:cNvSpPr/>
          <p:nvPr/>
        </p:nvSpPr>
        <p:spPr>
          <a:xfrm flipH="1">
            <a:off x="168838" y="3658877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1600826" y="40595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0" name="Google Shape;540;p23"/>
          <p:cNvCxnSpPr/>
          <p:nvPr/>
        </p:nvCxnSpPr>
        <p:spPr>
          <a:xfrm flipH="1">
            <a:off x="645993" y="3368607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1" name="Google Shape;541;p23"/>
          <p:cNvCxnSpPr/>
          <p:nvPr/>
        </p:nvCxnSpPr>
        <p:spPr>
          <a:xfrm rot="10800000">
            <a:off x="704589" y="4282974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2" name="Google Shape;542;p23"/>
          <p:cNvSpPr txBox="1"/>
          <p:nvPr/>
        </p:nvSpPr>
        <p:spPr>
          <a:xfrm>
            <a:off x="645766" y="3519980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 flipH="1">
            <a:off x="875925" y="4001173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4" name="Google Shape;544;p23"/>
          <p:cNvCxnSpPr/>
          <p:nvPr/>
        </p:nvCxnSpPr>
        <p:spPr>
          <a:xfrm rot="10800000">
            <a:off x="1824269" y="3427002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5" name="Google Shape;545;p23"/>
          <p:cNvSpPr/>
          <p:nvPr/>
        </p:nvSpPr>
        <p:spPr>
          <a:xfrm flipH="1">
            <a:off x="3266447" y="40595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6" name="Google Shape;546;p23"/>
          <p:cNvCxnSpPr/>
          <p:nvPr/>
        </p:nvCxnSpPr>
        <p:spPr>
          <a:xfrm>
            <a:off x="3266284" y="428297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7" name="Google Shape;547;p23"/>
          <p:cNvSpPr txBox="1"/>
          <p:nvPr/>
        </p:nvSpPr>
        <p:spPr>
          <a:xfrm>
            <a:off x="4017937" y="401600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8" name="Google Shape;548;p23"/>
          <p:cNvCxnSpPr/>
          <p:nvPr/>
        </p:nvCxnSpPr>
        <p:spPr>
          <a:xfrm rot="10800000">
            <a:off x="3186934" y="364292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9" name="Google Shape;549;p23"/>
          <p:cNvSpPr txBox="1"/>
          <p:nvPr/>
        </p:nvSpPr>
        <p:spPr>
          <a:xfrm>
            <a:off x="3874372" y="3600819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6233675" y="3476745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23"/>
          <p:cNvSpPr/>
          <p:nvPr/>
        </p:nvSpPr>
        <p:spPr>
          <a:xfrm flipH="1">
            <a:off x="5456631" y="40595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2" name="Google Shape;552;p23"/>
          <p:cNvCxnSpPr/>
          <p:nvPr/>
        </p:nvCxnSpPr>
        <p:spPr>
          <a:xfrm>
            <a:off x="5456468" y="428297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3" name="Google Shape;553;p23"/>
          <p:cNvSpPr txBox="1"/>
          <p:nvPr/>
        </p:nvSpPr>
        <p:spPr>
          <a:xfrm>
            <a:off x="6208121" y="401600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4" name="Google Shape;554;p23"/>
          <p:cNvCxnSpPr/>
          <p:nvPr/>
        </p:nvCxnSpPr>
        <p:spPr>
          <a:xfrm rot="10800000">
            <a:off x="5377118" y="364292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5" name="Google Shape;555;p23"/>
          <p:cNvSpPr txBox="1"/>
          <p:nvPr/>
        </p:nvSpPr>
        <p:spPr>
          <a:xfrm>
            <a:off x="5866526" y="4282981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6" name="Google Shape;556;p23"/>
          <p:cNvCxnSpPr/>
          <p:nvPr/>
        </p:nvCxnSpPr>
        <p:spPr>
          <a:xfrm rot="10800000">
            <a:off x="3303942" y="356853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7" name="Google Shape;557;p23"/>
          <p:cNvSpPr txBox="1"/>
          <p:nvPr/>
        </p:nvSpPr>
        <p:spPr>
          <a:xfrm>
            <a:off x="1808403" y="2147530"/>
            <a:ext cx="906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0.545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58" name="Google Shape;558;p23"/>
          <p:cNvCxnSpPr/>
          <p:nvPr/>
        </p:nvCxnSpPr>
        <p:spPr>
          <a:xfrm rot="10800000">
            <a:off x="5488838" y="356853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9" name="Google Shape;559;p23"/>
          <p:cNvSpPr txBox="1"/>
          <p:nvPr/>
        </p:nvSpPr>
        <p:spPr>
          <a:xfrm>
            <a:off x="738273" y="4356322"/>
            <a:ext cx="9534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12.633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1837278" y="3756268"/>
            <a:ext cx="856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11.375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2640358" y="3915142"/>
            <a:ext cx="625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12.280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3473968" y="4309991"/>
            <a:ext cx="1075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40.165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4880413" y="3905053"/>
            <a:ext cx="530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12.841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6076458" y="3579230"/>
            <a:ext cx="9234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43.919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5156181" y="2503125"/>
            <a:ext cx="1100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0.743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6" name="Google Shape;566;p23"/>
          <p:cNvSpPr txBox="1"/>
          <p:nvPr/>
        </p:nvSpPr>
        <p:spPr>
          <a:xfrm>
            <a:off x="6274621" y="1903072"/>
            <a:ext cx="856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0.669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536785" y="14661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3"/>
          <p:cNvSpPr txBox="1"/>
          <p:nvPr/>
        </p:nvSpPr>
        <p:spPr>
          <a:xfrm>
            <a:off x="2797162" y="14661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4972001" y="14661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3"/>
          <p:cNvSpPr txBox="1"/>
          <p:nvPr/>
        </p:nvSpPr>
        <p:spPr>
          <a:xfrm>
            <a:off x="536785" y="32229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2797162" y="32229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4972001" y="32229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23"/>
          <p:cNvSpPr/>
          <p:nvPr/>
        </p:nvSpPr>
        <p:spPr>
          <a:xfrm rot="-5400000">
            <a:off x="799090" y="14867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3"/>
          <p:cNvSpPr/>
          <p:nvPr/>
        </p:nvSpPr>
        <p:spPr>
          <a:xfrm rot="-5400000">
            <a:off x="3023504" y="14867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5" name="Google Shape;575;p23"/>
          <p:cNvSpPr/>
          <p:nvPr/>
        </p:nvSpPr>
        <p:spPr>
          <a:xfrm rot="-5400000">
            <a:off x="5281565" y="14867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3"/>
          <p:cNvSpPr/>
          <p:nvPr/>
        </p:nvSpPr>
        <p:spPr>
          <a:xfrm rot="-5400000">
            <a:off x="836208" y="3295143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23"/>
          <p:cNvSpPr/>
          <p:nvPr/>
        </p:nvSpPr>
        <p:spPr>
          <a:xfrm flipH="1" rot="5400000">
            <a:off x="5939231" y="3160443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3"/>
          <p:cNvSpPr/>
          <p:nvPr/>
        </p:nvSpPr>
        <p:spPr>
          <a:xfrm flipH="1" rot="5400000">
            <a:off x="3749047" y="3160443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