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4898EE-708E-4350-B121-1BC5D044E54E}">
  <a:tblStyle styleId="{C54898EE-708E-4350-B121-1BC5D044E5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FD2B2B9-F58E-49E7-A62B-16E62B9BE4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a74873e8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a74873e8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a74873e8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a74873e8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a74873e8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a74873e8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a74873e8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a74873e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a74873e8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a74873e8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ba74873e8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ba74873e8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ba74873e8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ba74873e8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ba74873e8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ba74873e8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ba74873e8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ba74873e8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ba74873e88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ba74873e88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ba74873e88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ba74873e88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ba74873e88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ba74873e88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ba74873e88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ba74873e88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ba74873e88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ba74873e88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ba74873e88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ba74873e88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ba74873e88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ba74873e88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bccd3076c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bccd3076c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ba74873e88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ba74873e88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ba74873e88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ba74873e88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ba74873e88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ba74873e88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ba74873e88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ba74873e88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ba74873e88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ba74873e88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ba74873e88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ba74873e88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2ba74873e88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ba74873e88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ba74873e88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ba74873e88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ba74873e88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ba74873e88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ba74873e88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2ba74873e88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ba74873e88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ba74873e88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2ba74873e88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2ba74873e88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2ba74873e88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2ba74873e88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ba74873e88_0_1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ba74873e88_0_1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ba74873e88_0_1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ba74873e88_0_1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ba74873e8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ba74873e8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2ba74873e88_0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2ba74873e88_0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2ba74873e88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2ba74873e88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2ba74873e88_0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2ba74873e88_0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2ba74873e88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6" name="Google Shape;2086;g2ba74873e88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2ba74873e88_0_1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2ba74873e88_0_1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g2ba74873e88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5" name="Google Shape;2125;g2ba74873e88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2ba74873e8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2ba74873e8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2ba74873e88_0_1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2ba74873e88_0_1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g2ba74873e88_0_2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1" name="Google Shape;2231;g2ba74873e88_0_2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2ba74873e88_0_2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2ba74873e88_0_2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2ba74873e88_0_2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2ba74873e88_0_2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2ba74873e88_0_2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2ba74873e88_0_2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6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7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7.png"/><Relationship Id="rId4" Type="http://schemas.openxmlformats.org/officeDocument/2006/relationships/image" Target="../media/image31.png"/><Relationship Id="rId11" Type="http://schemas.openxmlformats.org/officeDocument/2006/relationships/image" Target="../media/image23.png"/><Relationship Id="rId10" Type="http://schemas.openxmlformats.org/officeDocument/2006/relationships/image" Target="../media/image39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Trigonometry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derive the sine and cosine ratios from the sides of a right-angled triangle.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2" type="subTitle"/>
          </p:nvPr>
        </p:nvSpPr>
        <p:spPr>
          <a:xfrm>
            <a:off x="324000" y="810000"/>
            <a:ext cx="71352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hypotenuse is the side of a right-angled triangle which is opposite the right angle.  </a:t>
            </a:r>
            <a:endParaRPr/>
          </a:p>
        </p:txBody>
      </p:sp>
      <p:sp>
        <p:nvSpPr>
          <p:cNvPr id="763" name="Google Shape;763;p65"/>
          <p:cNvSpPr txBox="1"/>
          <p:nvPr>
            <p:ph idx="4" type="subTitle"/>
          </p:nvPr>
        </p:nvSpPr>
        <p:spPr>
          <a:xfrm>
            <a:off x="324000" y="17598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adjacent side of a right-angled triangle is the side which is next to both the right angle and the marked angle.</a:t>
            </a:r>
            <a:endParaRPr/>
          </a:p>
        </p:txBody>
      </p:sp>
      <p:sp>
        <p:nvSpPr>
          <p:cNvPr id="764" name="Google Shape;764;p65"/>
          <p:cNvSpPr txBox="1"/>
          <p:nvPr>
            <p:ph idx="6" type="subTitle"/>
          </p:nvPr>
        </p:nvSpPr>
        <p:spPr>
          <a:xfrm>
            <a:off x="324000" y="27096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opposite side of a right-angled triangle is the side which is opposite the marked angle.</a:t>
            </a:r>
            <a:endParaRPr/>
          </a:p>
        </p:txBody>
      </p:sp>
      <p:sp>
        <p:nvSpPr>
          <p:cNvPr id="765" name="Google Shape;765;p65"/>
          <p:cNvSpPr txBox="1"/>
          <p:nvPr>
            <p:ph idx="6" type="subTitle"/>
          </p:nvPr>
        </p:nvSpPr>
        <p:spPr>
          <a:xfrm>
            <a:off x="324000" y="36594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trigonometric ratios are ratios between each pair of lengths in a right-angled triangle.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771" name="Google Shape;771;p66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772" name="Google Shape;772;p66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773" name="Google Shape;773;p66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774" name="Google Shape;774;p66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pic>
        <p:nvPicPr>
          <p:cNvPr id="775" name="Google Shape;77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15248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"/>
          <p:cNvSpPr txBox="1"/>
          <p:nvPr/>
        </p:nvSpPr>
        <p:spPr>
          <a:xfrm>
            <a:off x="318096" y="794588"/>
            <a:ext cx="568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you need to find a length of a side of a triangle with a hypotenuse that isn’t 1…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782" name="Google Shape;782;p67"/>
          <p:cNvSpPr/>
          <p:nvPr/>
        </p:nvSpPr>
        <p:spPr>
          <a:xfrm>
            <a:off x="3541650" y="2682652"/>
            <a:ext cx="1668300" cy="13656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7"/>
          <p:cNvSpPr/>
          <p:nvPr/>
        </p:nvSpPr>
        <p:spPr>
          <a:xfrm>
            <a:off x="3541639" y="3729387"/>
            <a:ext cx="318600" cy="318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4" name="Google Shape;784;p67"/>
          <p:cNvCxnSpPr/>
          <p:nvPr/>
        </p:nvCxnSpPr>
        <p:spPr>
          <a:xfrm>
            <a:off x="3617850" y="2606452"/>
            <a:ext cx="1668600" cy="1365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85" name="Google Shape;785;p67"/>
          <p:cNvCxnSpPr/>
          <p:nvPr/>
        </p:nvCxnSpPr>
        <p:spPr>
          <a:xfrm rot="10800000">
            <a:off x="3545871" y="4166312"/>
            <a:ext cx="1664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6" name="Google Shape;786;p67"/>
          <p:cNvSpPr/>
          <p:nvPr/>
        </p:nvSpPr>
        <p:spPr>
          <a:xfrm>
            <a:off x="4561350" y="3408299"/>
            <a:ext cx="1259700" cy="1259700"/>
          </a:xfrm>
          <a:prstGeom prst="arc">
            <a:avLst>
              <a:gd fmla="val 10771373" name="adj1"/>
              <a:gd fmla="val 13144437" name="adj2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7"/>
          <p:cNvSpPr txBox="1"/>
          <p:nvPr/>
        </p:nvSpPr>
        <p:spPr>
          <a:xfrm>
            <a:off x="4373732" y="3110742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8" name="Google Shape;788;p67"/>
          <p:cNvGrpSpPr/>
          <p:nvPr/>
        </p:nvGrpSpPr>
        <p:grpSpPr>
          <a:xfrm>
            <a:off x="7116462" y="2805550"/>
            <a:ext cx="2052713" cy="1781575"/>
            <a:chOff x="7116462" y="2805550"/>
            <a:chExt cx="2052713" cy="1781575"/>
          </a:xfrm>
        </p:grpSpPr>
        <p:sp>
          <p:nvSpPr>
            <p:cNvPr id="789" name="Google Shape;789;p67"/>
            <p:cNvSpPr/>
            <p:nvPr/>
          </p:nvSpPr>
          <p:spPr>
            <a:xfrm>
              <a:off x="7211831" y="2867032"/>
              <a:ext cx="1346100" cy="1101900"/>
            </a:xfrm>
            <a:prstGeom prst="rtTriangle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0" name="Google Shape;790;p67"/>
            <p:cNvSpPr/>
            <p:nvPr/>
          </p:nvSpPr>
          <p:spPr>
            <a:xfrm>
              <a:off x="7211822" y="3711586"/>
              <a:ext cx="257100" cy="257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91" name="Google Shape;791;p67"/>
            <p:cNvCxnSpPr/>
            <p:nvPr/>
          </p:nvCxnSpPr>
          <p:spPr>
            <a:xfrm>
              <a:off x="7273312" y="2805550"/>
              <a:ext cx="1346400" cy="1101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2" name="Google Shape;792;p67"/>
            <p:cNvCxnSpPr/>
            <p:nvPr/>
          </p:nvCxnSpPr>
          <p:spPr>
            <a:xfrm>
              <a:off x="7116462" y="2861503"/>
              <a:ext cx="0" cy="11121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" name="Google Shape;793;p67"/>
            <p:cNvCxnSpPr/>
            <p:nvPr/>
          </p:nvCxnSpPr>
          <p:spPr>
            <a:xfrm rot="10800000">
              <a:off x="7215105" y="4064116"/>
              <a:ext cx="1342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94" name="Google Shape;794;p67"/>
            <p:cNvSpPr/>
            <p:nvPr/>
          </p:nvSpPr>
          <p:spPr>
            <a:xfrm>
              <a:off x="7916375" y="3334325"/>
              <a:ext cx="1252800" cy="1252800"/>
            </a:xfrm>
            <a:prstGeom prst="arc">
              <a:avLst>
                <a:gd fmla="val 10771373" name="adj1"/>
                <a:gd fmla="val 13144437" name="adj2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7"/>
            <p:cNvSpPr txBox="1"/>
            <p:nvPr/>
          </p:nvSpPr>
          <p:spPr>
            <a:xfrm>
              <a:off x="7933745" y="3771182"/>
              <a:ext cx="4344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7"/>
            <p:cNvSpPr txBox="1"/>
            <p:nvPr/>
          </p:nvSpPr>
          <p:spPr>
            <a:xfrm>
              <a:off x="7883191" y="3157423"/>
              <a:ext cx="6612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7"/>
            <p:cNvSpPr/>
            <p:nvPr/>
          </p:nvSpPr>
          <p:spPr>
            <a:xfrm>
              <a:off x="7213306" y="2867032"/>
              <a:ext cx="1346400" cy="1101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98" name="Google Shape;798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01600" y="2867825"/>
              <a:ext cx="1357025" cy="111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9" name="Google Shape;799;p67"/>
          <p:cNvSpPr txBox="1"/>
          <p:nvPr/>
        </p:nvSpPr>
        <p:spPr>
          <a:xfrm>
            <a:off x="318096" y="1470405"/>
            <a:ext cx="568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Then you can sketch a similar triangle with a hypotenuse of 1.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7"/>
          <p:cNvSpPr txBox="1"/>
          <p:nvPr/>
        </p:nvSpPr>
        <p:spPr>
          <a:xfrm>
            <a:off x="4571635" y="3819400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7"/>
          <p:cNvSpPr/>
          <p:nvPr/>
        </p:nvSpPr>
        <p:spPr>
          <a:xfrm>
            <a:off x="3541650" y="2682652"/>
            <a:ext cx="1668600" cy="1365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2" name="Google Shape;802;p67"/>
          <p:cNvGrpSpPr/>
          <p:nvPr/>
        </p:nvGrpSpPr>
        <p:grpSpPr>
          <a:xfrm>
            <a:off x="4351150" y="2284688"/>
            <a:ext cx="2952900" cy="339365"/>
            <a:chOff x="4351150" y="2284688"/>
            <a:chExt cx="2952900" cy="339365"/>
          </a:xfrm>
        </p:grpSpPr>
        <p:sp>
          <p:nvSpPr>
            <p:cNvPr id="803" name="Google Shape;803;p67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804" name="Google Shape;804;p67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5" name="Google Shape;805;p67"/>
          <p:cNvSpPr txBox="1"/>
          <p:nvPr/>
        </p:nvSpPr>
        <p:spPr>
          <a:xfrm>
            <a:off x="4073998" y="4189265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6" name="Google Shape;806;p67"/>
          <p:cNvGrpSpPr/>
          <p:nvPr/>
        </p:nvGrpSpPr>
        <p:grpSpPr>
          <a:xfrm>
            <a:off x="6143599" y="3296350"/>
            <a:ext cx="2220710" cy="1037413"/>
            <a:chOff x="6143599" y="3296350"/>
            <a:chExt cx="2220710" cy="1037413"/>
          </a:xfrm>
        </p:grpSpPr>
        <p:sp>
          <p:nvSpPr>
            <p:cNvPr id="807" name="Google Shape;807;p67"/>
            <p:cNvSpPr txBox="1"/>
            <p:nvPr/>
          </p:nvSpPr>
          <p:spPr>
            <a:xfrm>
              <a:off x="7418709" y="4091363"/>
              <a:ext cx="9456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cos(30°)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7"/>
            <p:cNvSpPr txBox="1"/>
            <p:nvPr/>
          </p:nvSpPr>
          <p:spPr>
            <a:xfrm>
              <a:off x="6143599" y="3296350"/>
              <a:ext cx="9456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sin(30°)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8"/>
          <p:cNvSpPr/>
          <p:nvPr/>
        </p:nvSpPr>
        <p:spPr>
          <a:xfrm>
            <a:off x="7412210" y="4113739"/>
            <a:ext cx="945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 txBox="1"/>
          <p:nvPr/>
        </p:nvSpPr>
        <p:spPr>
          <a:xfrm>
            <a:off x="7418709" y="4148513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cos(30°)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8"/>
          <p:cNvSpPr/>
          <p:nvPr/>
        </p:nvSpPr>
        <p:spPr>
          <a:xfrm>
            <a:off x="4016400" y="4215150"/>
            <a:ext cx="718800" cy="209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8"/>
          <p:cNvSpPr txBox="1"/>
          <p:nvPr/>
        </p:nvSpPr>
        <p:spPr>
          <a:xfrm>
            <a:off x="3135600" y="789975"/>
            <a:ext cx="568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 the table of trig values to find the length of the corresponding side of your sketched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818" name="Google Shape;818;p68"/>
          <p:cNvSpPr/>
          <p:nvPr/>
        </p:nvSpPr>
        <p:spPr>
          <a:xfrm>
            <a:off x="3541650" y="2682652"/>
            <a:ext cx="1668300" cy="13656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8"/>
          <p:cNvSpPr/>
          <p:nvPr/>
        </p:nvSpPr>
        <p:spPr>
          <a:xfrm>
            <a:off x="3541639" y="3729387"/>
            <a:ext cx="318600" cy="318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0" name="Google Shape;820;p68"/>
          <p:cNvCxnSpPr/>
          <p:nvPr/>
        </p:nvCxnSpPr>
        <p:spPr>
          <a:xfrm>
            <a:off x="3617850" y="2606452"/>
            <a:ext cx="1668600" cy="1365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1" name="Google Shape;821;p68"/>
          <p:cNvCxnSpPr/>
          <p:nvPr/>
        </p:nvCxnSpPr>
        <p:spPr>
          <a:xfrm rot="10800000">
            <a:off x="3545871" y="4166312"/>
            <a:ext cx="1664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2" name="Google Shape;822;p68"/>
          <p:cNvSpPr/>
          <p:nvPr/>
        </p:nvSpPr>
        <p:spPr>
          <a:xfrm>
            <a:off x="4561350" y="3408299"/>
            <a:ext cx="1259700" cy="1259700"/>
          </a:xfrm>
          <a:prstGeom prst="arc">
            <a:avLst>
              <a:gd fmla="val 10771373" name="adj1"/>
              <a:gd fmla="val 13144437" name="adj2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8"/>
          <p:cNvSpPr txBox="1"/>
          <p:nvPr/>
        </p:nvSpPr>
        <p:spPr>
          <a:xfrm>
            <a:off x="4373732" y="3110742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8"/>
          <p:cNvSpPr/>
          <p:nvPr/>
        </p:nvSpPr>
        <p:spPr>
          <a:xfrm>
            <a:off x="7211831" y="2867032"/>
            <a:ext cx="1346100" cy="11019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8"/>
          <p:cNvSpPr/>
          <p:nvPr/>
        </p:nvSpPr>
        <p:spPr>
          <a:xfrm>
            <a:off x="7211822" y="3711586"/>
            <a:ext cx="257100" cy="257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6" name="Google Shape;826;p68"/>
          <p:cNvCxnSpPr/>
          <p:nvPr/>
        </p:nvCxnSpPr>
        <p:spPr>
          <a:xfrm>
            <a:off x="7273312" y="2805550"/>
            <a:ext cx="1346400" cy="1101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7" name="Google Shape;827;p68"/>
          <p:cNvCxnSpPr/>
          <p:nvPr/>
        </p:nvCxnSpPr>
        <p:spPr>
          <a:xfrm>
            <a:off x="7116462" y="2861503"/>
            <a:ext cx="0" cy="11121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8" name="Google Shape;828;p68"/>
          <p:cNvCxnSpPr/>
          <p:nvPr/>
        </p:nvCxnSpPr>
        <p:spPr>
          <a:xfrm rot="10800000">
            <a:off x="7215105" y="4064116"/>
            <a:ext cx="1342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9" name="Google Shape;829;p68"/>
          <p:cNvSpPr/>
          <p:nvPr/>
        </p:nvSpPr>
        <p:spPr>
          <a:xfrm>
            <a:off x="7916375" y="3334325"/>
            <a:ext cx="1252800" cy="1252800"/>
          </a:xfrm>
          <a:prstGeom prst="arc">
            <a:avLst>
              <a:gd fmla="val 10771373" name="adj1"/>
              <a:gd fmla="val 13144437" name="adj2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8"/>
          <p:cNvSpPr txBox="1"/>
          <p:nvPr/>
        </p:nvSpPr>
        <p:spPr>
          <a:xfrm>
            <a:off x="7933745" y="3771182"/>
            <a:ext cx="434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8"/>
          <p:cNvSpPr txBox="1"/>
          <p:nvPr/>
        </p:nvSpPr>
        <p:spPr>
          <a:xfrm>
            <a:off x="7883191" y="3157423"/>
            <a:ext cx="661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8"/>
          <p:cNvSpPr/>
          <p:nvPr/>
        </p:nvSpPr>
        <p:spPr>
          <a:xfrm>
            <a:off x="7213306" y="2867032"/>
            <a:ext cx="1346400" cy="110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3" name="Google Shape;83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600" y="2867825"/>
            <a:ext cx="1357025" cy="11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68"/>
          <p:cNvSpPr txBox="1"/>
          <p:nvPr/>
        </p:nvSpPr>
        <p:spPr>
          <a:xfrm>
            <a:off x="4571635" y="3819400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8"/>
          <p:cNvSpPr/>
          <p:nvPr/>
        </p:nvSpPr>
        <p:spPr>
          <a:xfrm>
            <a:off x="3541650" y="2682652"/>
            <a:ext cx="1668600" cy="1365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6" name="Google Shape;836;p68"/>
          <p:cNvGraphicFramePr/>
          <p:nvPr/>
        </p:nvGraphicFramePr>
        <p:xfrm>
          <a:off x="324000" y="6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{C54898EE-708E-4350-B121-1BC5D044E54E}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7" name="Google Shape;837;p68"/>
          <p:cNvSpPr txBox="1"/>
          <p:nvPr/>
        </p:nvSpPr>
        <p:spPr>
          <a:xfrm>
            <a:off x="4073998" y="4189265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8"/>
          <p:cNvSpPr txBox="1"/>
          <p:nvPr/>
        </p:nvSpPr>
        <p:spPr>
          <a:xfrm>
            <a:off x="3135600" y="1520550"/>
            <a:ext cx="568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want to find the length of the side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adjacent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the 30° and the right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8"/>
          <p:cNvSpPr txBox="1"/>
          <p:nvPr/>
        </p:nvSpPr>
        <p:spPr>
          <a:xfrm>
            <a:off x="6143599" y="3296350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sin(30°)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8"/>
          <p:cNvSpPr/>
          <p:nvPr/>
        </p:nvSpPr>
        <p:spPr>
          <a:xfrm>
            <a:off x="1555150" y="629400"/>
            <a:ext cx="615600" cy="2097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cosine</a:t>
            </a:r>
            <a:endParaRPr sz="1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8"/>
          <p:cNvSpPr txBox="1"/>
          <p:nvPr/>
        </p:nvSpPr>
        <p:spPr>
          <a:xfrm>
            <a:off x="7463862" y="4148513"/>
            <a:ext cx="832500" cy="2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8"/>
          <p:cNvSpPr/>
          <p:nvPr/>
        </p:nvSpPr>
        <p:spPr>
          <a:xfrm>
            <a:off x="324000" y="209625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8"/>
          <p:cNvSpPr/>
          <p:nvPr/>
        </p:nvSpPr>
        <p:spPr>
          <a:xfrm>
            <a:off x="1555150" y="209625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0.866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9"/>
          <p:cNvSpPr/>
          <p:nvPr/>
        </p:nvSpPr>
        <p:spPr>
          <a:xfrm>
            <a:off x="7412210" y="4105755"/>
            <a:ext cx="945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 txBox="1"/>
          <p:nvPr/>
        </p:nvSpPr>
        <p:spPr>
          <a:xfrm>
            <a:off x="4235475" y="687075"/>
            <a:ext cx="4584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now use proportional reasoning to find the length of the adjacent side of our original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69"/>
          <p:cNvSpPr/>
          <p:nvPr/>
        </p:nvSpPr>
        <p:spPr>
          <a:xfrm>
            <a:off x="4016400" y="4215150"/>
            <a:ext cx="718800" cy="209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852" name="Google Shape;852;p69"/>
          <p:cNvSpPr/>
          <p:nvPr/>
        </p:nvSpPr>
        <p:spPr>
          <a:xfrm>
            <a:off x="3541650" y="2682652"/>
            <a:ext cx="1668300" cy="13656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/>
          <p:nvPr/>
        </p:nvSpPr>
        <p:spPr>
          <a:xfrm>
            <a:off x="3541639" y="3729387"/>
            <a:ext cx="318600" cy="318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4" name="Google Shape;854;p69"/>
          <p:cNvCxnSpPr/>
          <p:nvPr/>
        </p:nvCxnSpPr>
        <p:spPr>
          <a:xfrm>
            <a:off x="3617850" y="2606452"/>
            <a:ext cx="1668600" cy="1365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5" name="Google Shape;855;p69"/>
          <p:cNvSpPr/>
          <p:nvPr/>
        </p:nvSpPr>
        <p:spPr>
          <a:xfrm>
            <a:off x="4561350" y="3408299"/>
            <a:ext cx="1259700" cy="1259700"/>
          </a:xfrm>
          <a:prstGeom prst="arc">
            <a:avLst>
              <a:gd fmla="val 10771373" name="adj1"/>
              <a:gd fmla="val 13144437" name="adj2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69"/>
          <p:cNvSpPr txBox="1"/>
          <p:nvPr/>
        </p:nvSpPr>
        <p:spPr>
          <a:xfrm>
            <a:off x="4373732" y="3110742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69"/>
          <p:cNvSpPr/>
          <p:nvPr/>
        </p:nvSpPr>
        <p:spPr>
          <a:xfrm>
            <a:off x="7211831" y="2867032"/>
            <a:ext cx="1346100" cy="11019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9"/>
          <p:cNvSpPr/>
          <p:nvPr/>
        </p:nvSpPr>
        <p:spPr>
          <a:xfrm>
            <a:off x="7211822" y="3711586"/>
            <a:ext cx="257100" cy="257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9" name="Google Shape;859;p69"/>
          <p:cNvCxnSpPr/>
          <p:nvPr/>
        </p:nvCxnSpPr>
        <p:spPr>
          <a:xfrm>
            <a:off x="7273312" y="2805550"/>
            <a:ext cx="1346400" cy="1101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0" name="Google Shape;860;p69"/>
          <p:cNvCxnSpPr/>
          <p:nvPr/>
        </p:nvCxnSpPr>
        <p:spPr>
          <a:xfrm>
            <a:off x="7116462" y="2861503"/>
            <a:ext cx="0" cy="11121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1" name="Google Shape;861;p69"/>
          <p:cNvCxnSpPr/>
          <p:nvPr/>
        </p:nvCxnSpPr>
        <p:spPr>
          <a:xfrm rot="10800000">
            <a:off x="7215105" y="4064116"/>
            <a:ext cx="1342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2" name="Google Shape;862;p69"/>
          <p:cNvSpPr/>
          <p:nvPr/>
        </p:nvSpPr>
        <p:spPr>
          <a:xfrm>
            <a:off x="7916375" y="3334325"/>
            <a:ext cx="1252800" cy="1252800"/>
          </a:xfrm>
          <a:prstGeom prst="arc">
            <a:avLst>
              <a:gd fmla="val 10771373" name="adj1"/>
              <a:gd fmla="val 13144437" name="adj2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/>
        </p:nvSpPr>
        <p:spPr>
          <a:xfrm>
            <a:off x="7933745" y="3771182"/>
            <a:ext cx="434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9"/>
          <p:cNvSpPr txBox="1"/>
          <p:nvPr/>
        </p:nvSpPr>
        <p:spPr>
          <a:xfrm>
            <a:off x="7883191" y="3157423"/>
            <a:ext cx="661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9"/>
          <p:cNvSpPr/>
          <p:nvPr/>
        </p:nvSpPr>
        <p:spPr>
          <a:xfrm>
            <a:off x="7213306" y="2867032"/>
            <a:ext cx="1346400" cy="110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6" name="Google Shape;86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600" y="2867825"/>
            <a:ext cx="1357025" cy="11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69"/>
          <p:cNvSpPr txBox="1"/>
          <p:nvPr/>
        </p:nvSpPr>
        <p:spPr>
          <a:xfrm>
            <a:off x="4571635" y="3819400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69"/>
          <p:cNvSpPr/>
          <p:nvPr/>
        </p:nvSpPr>
        <p:spPr>
          <a:xfrm>
            <a:off x="3541650" y="2682652"/>
            <a:ext cx="1668600" cy="1365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9" name="Google Shape;869;p69"/>
          <p:cNvGrpSpPr/>
          <p:nvPr/>
        </p:nvGrpSpPr>
        <p:grpSpPr>
          <a:xfrm rot="10800000">
            <a:off x="4655950" y="4361002"/>
            <a:ext cx="2952900" cy="498140"/>
            <a:chOff x="4351150" y="2284688"/>
            <a:chExt cx="2952900" cy="498140"/>
          </a:xfrm>
        </p:grpSpPr>
        <p:sp>
          <p:nvSpPr>
            <p:cNvPr id="870" name="Google Shape;870;p69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871" name="Google Shape;871;p69"/>
            <p:cNvSpPr txBox="1"/>
            <p:nvPr/>
          </p:nvSpPr>
          <p:spPr>
            <a:xfrm rot="10800000"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2" name="Google Shape;872;p69"/>
          <p:cNvSpPr txBox="1"/>
          <p:nvPr/>
        </p:nvSpPr>
        <p:spPr>
          <a:xfrm>
            <a:off x="4073998" y="4189265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69"/>
          <p:cNvSpPr txBox="1"/>
          <p:nvPr/>
        </p:nvSpPr>
        <p:spPr>
          <a:xfrm>
            <a:off x="6239102" y="3296350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sin(30°)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69"/>
          <p:cNvSpPr txBox="1"/>
          <p:nvPr/>
        </p:nvSpPr>
        <p:spPr>
          <a:xfrm>
            <a:off x="7475250" y="4117425"/>
            <a:ext cx="832500" cy="2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5" name="Google Shape;875;p69"/>
          <p:cNvGraphicFramePr/>
          <p:nvPr/>
        </p:nvGraphicFramePr>
        <p:xfrm>
          <a:off x="1189425" y="9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adjacent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76" name="Google Shape;876;p69"/>
          <p:cNvSpPr/>
          <p:nvPr/>
        </p:nvSpPr>
        <p:spPr>
          <a:xfrm>
            <a:off x="911750" y="1462575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77" name="Google Shape;877;p69"/>
          <p:cNvSpPr/>
          <p:nvPr/>
        </p:nvSpPr>
        <p:spPr>
          <a:xfrm>
            <a:off x="328374" y="1632500"/>
            <a:ext cx="553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69"/>
          <p:cNvSpPr/>
          <p:nvPr/>
        </p:nvSpPr>
        <p:spPr>
          <a:xfrm>
            <a:off x="2602725" y="1752930"/>
            <a:ext cx="12807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0.866 ×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69"/>
          <p:cNvSpPr/>
          <p:nvPr/>
        </p:nvSpPr>
        <p:spPr>
          <a:xfrm>
            <a:off x="2602725" y="1752930"/>
            <a:ext cx="12807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3.464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69"/>
          <p:cNvSpPr/>
          <p:nvPr/>
        </p:nvSpPr>
        <p:spPr>
          <a:xfrm>
            <a:off x="3982600" y="4145100"/>
            <a:ext cx="7863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3.464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1" name="Google Shape;881;p69"/>
          <p:cNvCxnSpPr/>
          <p:nvPr/>
        </p:nvCxnSpPr>
        <p:spPr>
          <a:xfrm rot="10800000">
            <a:off x="3545871" y="4166312"/>
            <a:ext cx="1664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82" name="Google Shape;882;p69"/>
          <p:cNvGrpSpPr/>
          <p:nvPr/>
        </p:nvGrpSpPr>
        <p:grpSpPr>
          <a:xfrm>
            <a:off x="1205125" y="1371850"/>
            <a:ext cx="2703802" cy="349800"/>
            <a:chOff x="1205125" y="1371850"/>
            <a:chExt cx="2703802" cy="349800"/>
          </a:xfrm>
        </p:grpSpPr>
        <p:sp>
          <p:nvSpPr>
            <p:cNvPr id="883" name="Google Shape;883;p69"/>
            <p:cNvSpPr/>
            <p:nvPr/>
          </p:nvSpPr>
          <p:spPr>
            <a:xfrm>
              <a:off x="1205125" y="1371850"/>
              <a:ext cx="1331700" cy="34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69"/>
            <p:cNvSpPr/>
            <p:nvPr/>
          </p:nvSpPr>
          <p:spPr>
            <a:xfrm>
              <a:off x="2577227" y="1371850"/>
              <a:ext cx="1331700" cy="34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5" name="Google Shape;885;p69"/>
          <p:cNvGrpSpPr/>
          <p:nvPr/>
        </p:nvGrpSpPr>
        <p:grpSpPr>
          <a:xfrm>
            <a:off x="1205125" y="1752925"/>
            <a:ext cx="2703802" cy="349800"/>
            <a:chOff x="1205125" y="1752925"/>
            <a:chExt cx="2703802" cy="349800"/>
          </a:xfrm>
        </p:grpSpPr>
        <p:sp>
          <p:nvSpPr>
            <p:cNvPr id="886" name="Google Shape;886;p69"/>
            <p:cNvSpPr/>
            <p:nvPr/>
          </p:nvSpPr>
          <p:spPr>
            <a:xfrm>
              <a:off x="1205125" y="1752925"/>
              <a:ext cx="1331700" cy="34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69"/>
            <p:cNvSpPr/>
            <p:nvPr/>
          </p:nvSpPr>
          <p:spPr>
            <a:xfrm>
              <a:off x="2577227" y="1752925"/>
              <a:ext cx="1331700" cy="34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0"/>
          <p:cNvSpPr txBox="1"/>
          <p:nvPr/>
        </p:nvSpPr>
        <p:spPr>
          <a:xfrm>
            <a:off x="3231075" y="1172875"/>
            <a:ext cx="553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this table of trig values, find the length of the side labelled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 on the sketched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grpSp>
        <p:nvGrpSpPr>
          <p:cNvPr id="894" name="Google Shape;894;p70"/>
          <p:cNvGrpSpPr/>
          <p:nvPr/>
        </p:nvGrpSpPr>
        <p:grpSpPr>
          <a:xfrm>
            <a:off x="4320301" y="1361625"/>
            <a:ext cx="2244149" cy="2911365"/>
            <a:chOff x="3253501" y="1971225"/>
            <a:chExt cx="2244149" cy="2911365"/>
          </a:xfrm>
        </p:grpSpPr>
        <p:sp>
          <p:nvSpPr>
            <p:cNvPr id="895" name="Google Shape;895;p70"/>
            <p:cNvSpPr/>
            <p:nvPr/>
          </p:nvSpPr>
          <p:spPr>
            <a:xfrm>
              <a:off x="3645750" y="1971225"/>
              <a:ext cx="1851900" cy="1851900"/>
            </a:xfrm>
            <a:prstGeom prst="arc">
              <a:avLst>
                <a:gd fmla="val 5394639" name="adj1"/>
                <a:gd fmla="val 7194094" name="adj2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0"/>
            <p:cNvSpPr/>
            <p:nvPr/>
          </p:nvSpPr>
          <p:spPr>
            <a:xfrm>
              <a:off x="4326072" y="4302403"/>
              <a:ext cx="250500" cy="250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97" name="Google Shape;897;p70"/>
            <p:cNvCxnSpPr/>
            <p:nvPr/>
          </p:nvCxnSpPr>
          <p:spPr>
            <a:xfrm flipH="1">
              <a:off x="3539375" y="280840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98" name="Google Shape;898;p70"/>
            <p:cNvCxnSpPr/>
            <p:nvPr/>
          </p:nvCxnSpPr>
          <p:spPr>
            <a:xfrm rot="10800000">
              <a:off x="3619200" y="4657825"/>
              <a:ext cx="97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99" name="Google Shape;899;p70"/>
            <p:cNvSpPr txBox="1"/>
            <p:nvPr/>
          </p:nvSpPr>
          <p:spPr>
            <a:xfrm>
              <a:off x="3253501" y="3424867"/>
              <a:ext cx="8196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5.6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70"/>
            <p:cNvSpPr txBox="1"/>
            <p:nvPr/>
          </p:nvSpPr>
          <p:spPr>
            <a:xfrm>
              <a:off x="3803248" y="4688490"/>
              <a:ext cx="603600" cy="1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0"/>
            <p:cNvSpPr txBox="1"/>
            <p:nvPr/>
          </p:nvSpPr>
          <p:spPr>
            <a:xfrm>
              <a:off x="4169396" y="3532481"/>
              <a:ext cx="424500" cy="2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70"/>
            <p:cNvSpPr/>
            <p:nvPr/>
          </p:nvSpPr>
          <p:spPr>
            <a:xfrm rot="-5400000">
              <a:off x="3261875" y="3238300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3" name="Google Shape;903;p70"/>
          <p:cNvGrpSpPr/>
          <p:nvPr/>
        </p:nvGrpSpPr>
        <p:grpSpPr>
          <a:xfrm>
            <a:off x="6645735" y="1695375"/>
            <a:ext cx="1925800" cy="2537900"/>
            <a:chOff x="6549800" y="1695375"/>
            <a:chExt cx="1925800" cy="2537900"/>
          </a:xfrm>
        </p:grpSpPr>
        <p:grpSp>
          <p:nvGrpSpPr>
            <p:cNvPr id="904" name="Google Shape;904;p70"/>
            <p:cNvGrpSpPr/>
            <p:nvPr/>
          </p:nvGrpSpPr>
          <p:grpSpPr>
            <a:xfrm>
              <a:off x="6549800" y="1695375"/>
              <a:ext cx="1925800" cy="2141694"/>
              <a:chOff x="7464200" y="1923975"/>
              <a:chExt cx="1925800" cy="2141694"/>
            </a:xfrm>
          </p:grpSpPr>
          <p:sp>
            <p:nvSpPr>
              <p:cNvPr id="905" name="Google Shape;905;p70"/>
              <p:cNvSpPr/>
              <p:nvPr/>
            </p:nvSpPr>
            <p:spPr>
              <a:xfrm>
                <a:off x="7657200" y="1923975"/>
                <a:ext cx="1732800" cy="1732800"/>
              </a:xfrm>
              <a:prstGeom prst="arc">
                <a:avLst>
                  <a:gd fmla="val 5394639" name="adj1"/>
                  <a:gd fmla="val 7194094" name="adj2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6" name="Google Shape;906;p70"/>
              <p:cNvSpPr/>
              <p:nvPr/>
            </p:nvSpPr>
            <p:spPr>
              <a:xfrm>
                <a:off x="8334283" y="3872711"/>
                <a:ext cx="192900" cy="1929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07" name="Google Shape;907;p70"/>
              <p:cNvCxnSpPr/>
              <p:nvPr/>
            </p:nvCxnSpPr>
            <p:spPr>
              <a:xfrm flipH="1">
                <a:off x="7728372" y="2721881"/>
                <a:ext cx="740100" cy="1285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08" name="Google Shape;908;p70"/>
              <p:cNvSpPr txBox="1"/>
              <p:nvPr/>
            </p:nvSpPr>
            <p:spPr>
              <a:xfrm>
                <a:off x="8069628" y="3402125"/>
                <a:ext cx="561000" cy="16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9" name="Google Shape;909;p70"/>
              <p:cNvSpPr/>
              <p:nvPr/>
            </p:nvSpPr>
            <p:spPr>
              <a:xfrm rot="-5400000">
                <a:off x="7514437" y="3053019"/>
                <a:ext cx="1285200" cy="740100"/>
              </a:xfrm>
              <a:prstGeom prst="rtTriangl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0" name="Google Shape;910;p70"/>
              <p:cNvSpPr txBox="1"/>
              <p:nvPr/>
            </p:nvSpPr>
            <p:spPr>
              <a:xfrm>
                <a:off x="7464200" y="3196750"/>
                <a:ext cx="644400" cy="19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11" name="Google Shape;911;p70"/>
            <p:cNvSpPr txBox="1"/>
            <p:nvPr/>
          </p:nvSpPr>
          <p:spPr>
            <a:xfrm>
              <a:off x="6789528" y="3990875"/>
              <a:ext cx="9456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20°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2" name="Google Shape;912;p70"/>
          <p:cNvSpPr txBox="1"/>
          <p:nvPr/>
        </p:nvSpPr>
        <p:spPr>
          <a:xfrm>
            <a:off x="7016569" y="4300496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3" name="Google Shape;913;p70"/>
          <p:cNvGraphicFramePr/>
          <p:nvPr/>
        </p:nvGraphicFramePr>
        <p:xfrm>
          <a:off x="324000" y="6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{C54898EE-708E-4350-B121-1BC5D044E54E}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4" name="Google Shape;914;p70"/>
          <p:cNvSpPr/>
          <p:nvPr/>
        </p:nvSpPr>
        <p:spPr>
          <a:xfrm>
            <a:off x="939550" y="629400"/>
            <a:ext cx="615600" cy="2097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sine</a:t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70"/>
          <p:cNvSpPr/>
          <p:nvPr/>
        </p:nvSpPr>
        <p:spPr>
          <a:xfrm>
            <a:off x="324000" y="167715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0"/>
          <p:cNvSpPr/>
          <p:nvPr/>
        </p:nvSpPr>
        <p:spPr>
          <a:xfrm>
            <a:off x="939550" y="167715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0.342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7" name="Google Shape;917;p70"/>
          <p:cNvSpPr/>
          <p:nvPr/>
        </p:nvSpPr>
        <p:spPr>
          <a:xfrm>
            <a:off x="6751275" y="4003400"/>
            <a:ext cx="1184400" cy="2697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0.342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18" name="Google Shape;918;p70"/>
          <p:cNvCxnSpPr/>
          <p:nvPr/>
        </p:nvCxnSpPr>
        <p:spPr>
          <a:xfrm rot="10800000">
            <a:off x="6971315" y="3943842"/>
            <a:ext cx="7485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9" name="Google Shape;919;p70"/>
          <p:cNvCxnSpPr/>
          <p:nvPr/>
        </p:nvCxnSpPr>
        <p:spPr>
          <a:xfrm rot="10800000">
            <a:off x="-3537050" y="2500125"/>
            <a:ext cx="971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0" name="Google Shape;920;p70"/>
          <p:cNvSpPr txBox="1"/>
          <p:nvPr/>
        </p:nvSpPr>
        <p:spPr>
          <a:xfrm>
            <a:off x="-3902749" y="1267167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0"/>
          <p:cNvSpPr txBox="1"/>
          <p:nvPr/>
        </p:nvSpPr>
        <p:spPr>
          <a:xfrm>
            <a:off x="-3353002" y="2530790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0"/>
          <p:cNvSpPr txBox="1"/>
          <p:nvPr/>
        </p:nvSpPr>
        <p:spPr>
          <a:xfrm>
            <a:off x="-2986854" y="1374781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1"/>
          <p:cNvSpPr/>
          <p:nvPr/>
        </p:nvSpPr>
        <p:spPr>
          <a:xfrm>
            <a:off x="5599357" y="2024304"/>
            <a:ext cx="1568100" cy="15681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1"/>
          <p:cNvSpPr/>
          <p:nvPr/>
        </p:nvSpPr>
        <p:spPr>
          <a:xfrm>
            <a:off x="2293887" y="1983056"/>
            <a:ext cx="1633200" cy="16332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1"/>
          <p:cNvSpPr/>
          <p:nvPr/>
        </p:nvSpPr>
        <p:spPr>
          <a:xfrm>
            <a:off x="7540856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1"/>
          <p:cNvSpPr txBox="1"/>
          <p:nvPr/>
        </p:nvSpPr>
        <p:spPr>
          <a:xfrm>
            <a:off x="2977450" y="617442"/>
            <a:ext cx="5842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Fill in the blanks and ratio table. By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corresponding sides, find the length of side labelled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graphicFrame>
        <p:nvGraphicFramePr>
          <p:cNvPr id="932" name="Google Shape;932;p71"/>
          <p:cNvGraphicFramePr/>
          <p:nvPr/>
        </p:nvGraphicFramePr>
        <p:xfrm>
          <a:off x="324000" y="6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{C54898EE-708E-4350-B121-1BC5D044E54E}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33" name="Google Shape;933;p71"/>
          <p:cNvGrpSpPr/>
          <p:nvPr/>
        </p:nvGrpSpPr>
        <p:grpSpPr>
          <a:xfrm>
            <a:off x="6283077" y="1995516"/>
            <a:ext cx="1553864" cy="921204"/>
            <a:chOff x="-2075248" y="1284793"/>
            <a:chExt cx="1085328" cy="2068262"/>
          </a:xfrm>
        </p:grpSpPr>
        <p:sp>
          <p:nvSpPr>
            <p:cNvPr id="934" name="Google Shape;934;p7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35" name="Google Shape;935;p71"/>
            <p:cNvCxnSpPr/>
            <p:nvPr/>
          </p:nvCxnSpPr>
          <p:spPr>
            <a:xfrm flipH="1">
              <a:off x="-2075248" y="128479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36" name="Google Shape;936;p71"/>
            <p:cNvCxnSpPr/>
            <p:nvPr/>
          </p:nvCxnSpPr>
          <p:spPr>
            <a:xfrm rot="10800000">
              <a:off x="-2022025" y="335305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37" name="Google Shape;937;p71"/>
            <p:cNvCxnSpPr/>
            <p:nvPr/>
          </p:nvCxnSpPr>
          <p:spPr>
            <a:xfrm rot="10800000">
              <a:off x="-989921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38" name="Google Shape;938;p71"/>
          <p:cNvSpPr/>
          <p:nvPr/>
        </p:nvSpPr>
        <p:spPr>
          <a:xfrm>
            <a:off x="4617049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9" name="Google Shape;939;p71"/>
          <p:cNvGrpSpPr/>
          <p:nvPr/>
        </p:nvGrpSpPr>
        <p:grpSpPr>
          <a:xfrm>
            <a:off x="4579750" y="1446488"/>
            <a:ext cx="2952900" cy="358966"/>
            <a:chOff x="4351150" y="2284688"/>
            <a:chExt cx="2952900" cy="358966"/>
          </a:xfrm>
        </p:grpSpPr>
        <p:sp>
          <p:nvSpPr>
            <p:cNvPr id="940" name="Google Shape;940;p71"/>
            <p:cNvSpPr/>
            <p:nvPr/>
          </p:nvSpPr>
          <p:spPr>
            <a:xfrm flipH="1" rot="-5400000">
              <a:off x="5804698" y="1800552"/>
              <a:ext cx="45803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941" name="Google Shape;941;p71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2" name="Google Shape;942;p71"/>
          <p:cNvSpPr txBox="1"/>
          <p:nvPr/>
        </p:nvSpPr>
        <p:spPr>
          <a:xfrm>
            <a:off x="3275076" y="1949483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1"/>
          <p:cNvSpPr txBox="1"/>
          <p:nvPr/>
        </p:nvSpPr>
        <p:spPr>
          <a:xfrm>
            <a:off x="3541013" y="2937801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71"/>
          <p:cNvGrpSpPr/>
          <p:nvPr/>
        </p:nvGrpSpPr>
        <p:grpSpPr>
          <a:xfrm>
            <a:off x="2988525" y="1795304"/>
            <a:ext cx="1924579" cy="1121400"/>
            <a:chOff x="-2063951" y="1321103"/>
            <a:chExt cx="1058916" cy="1983375"/>
          </a:xfrm>
        </p:grpSpPr>
        <p:sp>
          <p:nvSpPr>
            <p:cNvPr id="945" name="Google Shape;945;p7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46" name="Google Shape;946;p71"/>
            <p:cNvCxnSpPr/>
            <p:nvPr/>
          </p:nvCxnSpPr>
          <p:spPr>
            <a:xfrm flipH="1">
              <a:off x="-2063951" y="132110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7" name="Google Shape;947;p71"/>
            <p:cNvCxnSpPr/>
            <p:nvPr/>
          </p:nvCxnSpPr>
          <p:spPr>
            <a:xfrm rot="10800000">
              <a:off x="-2022025" y="33044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8" name="Google Shape;948;p71"/>
            <p:cNvCxnSpPr/>
            <p:nvPr/>
          </p:nvCxnSpPr>
          <p:spPr>
            <a:xfrm rot="10800000">
              <a:off x="-100503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49" name="Google Shape;949;p71"/>
          <p:cNvSpPr txBox="1"/>
          <p:nvPr/>
        </p:nvSpPr>
        <p:spPr>
          <a:xfrm>
            <a:off x="3348000" y="2547955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1"/>
          <p:cNvSpPr txBox="1"/>
          <p:nvPr/>
        </p:nvSpPr>
        <p:spPr>
          <a:xfrm>
            <a:off x="6620925" y="2556642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1"/>
          <p:cNvSpPr txBox="1"/>
          <p:nvPr/>
        </p:nvSpPr>
        <p:spPr>
          <a:xfrm>
            <a:off x="6433657" y="2044001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1"/>
          <p:cNvSpPr txBox="1"/>
          <p:nvPr/>
        </p:nvSpPr>
        <p:spPr>
          <a:xfrm>
            <a:off x="6587205" y="2941855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cos(15°)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3" name="Google Shape;953;p71"/>
          <p:cNvGraphicFramePr/>
          <p:nvPr/>
        </p:nvGraphicFramePr>
        <p:xfrm>
          <a:off x="4389825" y="3810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54" name="Google Shape;954;p71"/>
          <p:cNvSpPr/>
          <p:nvPr/>
        </p:nvSpPr>
        <p:spPr>
          <a:xfrm>
            <a:off x="4188350" y="4206232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55" name="Google Shape;955;p71"/>
          <p:cNvSpPr/>
          <p:nvPr/>
        </p:nvSpPr>
        <p:spPr>
          <a:xfrm>
            <a:off x="6587210" y="3211555"/>
            <a:ext cx="945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1"/>
          <p:cNvSpPr/>
          <p:nvPr/>
        </p:nvSpPr>
        <p:spPr>
          <a:xfrm>
            <a:off x="7923625" y="2631350"/>
            <a:ext cx="8835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1"/>
          <p:cNvSpPr/>
          <p:nvPr/>
        </p:nvSpPr>
        <p:spPr>
          <a:xfrm>
            <a:off x="3185160" y="4312688"/>
            <a:ext cx="945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1"/>
          <p:cNvSpPr txBox="1"/>
          <p:nvPr/>
        </p:nvSpPr>
        <p:spPr>
          <a:xfrm>
            <a:off x="7892505" y="2334905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sin(15°)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2"/>
          <p:cNvSpPr/>
          <p:nvPr/>
        </p:nvSpPr>
        <p:spPr>
          <a:xfrm>
            <a:off x="2336520" y="1887241"/>
            <a:ext cx="945600" cy="692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2"/>
          <p:cNvSpPr txBox="1"/>
          <p:nvPr/>
        </p:nvSpPr>
        <p:spPr>
          <a:xfrm>
            <a:off x="324000" y="560724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Fill in all the blanks and ratio tables to find the values of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considering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corresponding sides.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2"/>
          <p:cNvSpPr/>
          <p:nvPr/>
        </p:nvSpPr>
        <p:spPr>
          <a:xfrm>
            <a:off x="3244675" y="3016850"/>
            <a:ext cx="945600" cy="692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2"/>
          <p:cNvSpPr/>
          <p:nvPr/>
        </p:nvSpPr>
        <p:spPr>
          <a:xfrm flipH="1">
            <a:off x="986340" y="3130311"/>
            <a:ext cx="980700" cy="9810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2"/>
          <p:cNvSpPr/>
          <p:nvPr/>
        </p:nvSpPr>
        <p:spPr>
          <a:xfrm flipH="1">
            <a:off x="3588391" y="2454929"/>
            <a:ext cx="738300" cy="7389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2"/>
          <p:cNvSpPr/>
          <p:nvPr/>
        </p:nvSpPr>
        <p:spPr>
          <a:xfrm flipH="1" rot="5400000">
            <a:off x="3084319" y="1944376"/>
            <a:ext cx="1266300" cy="493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2"/>
          <p:cNvSpPr/>
          <p:nvPr/>
        </p:nvSpPr>
        <p:spPr>
          <a:xfrm flipH="1" rot="5400000">
            <a:off x="315919" y="2461586"/>
            <a:ext cx="1668300" cy="650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cxnSp>
        <p:nvCxnSpPr>
          <p:cNvPr id="971" name="Google Shape;971;p72"/>
          <p:cNvCxnSpPr/>
          <p:nvPr/>
        </p:nvCxnSpPr>
        <p:spPr>
          <a:xfrm>
            <a:off x="901270" y="1876286"/>
            <a:ext cx="650100" cy="1668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2" name="Google Shape;972;p72"/>
          <p:cNvCxnSpPr/>
          <p:nvPr/>
        </p:nvCxnSpPr>
        <p:spPr>
          <a:xfrm>
            <a:off x="825070" y="3731367"/>
            <a:ext cx="650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3" name="Google Shape;973;p72"/>
          <p:cNvCxnSpPr/>
          <p:nvPr/>
        </p:nvCxnSpPr>
        <p:spPr>
          <a:xfrm rot="10800000">
            <a:off x="714488" y="1952486"/>
            <a:ext cx="0" cy="1668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4" name="Google Shape;974;p72"/>
          <p:cNvCxnSpPr/>
          <p:nvPr/>
        </p:nvCxnSpPr>
        <p:spPr>
          <a:xfrm>
            <a:off x="4572000" y="938800"/>
            <a:ext cx="0" cy="3871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72"/>
          <p:cNvSpPr/>
          <p:nvPr/>
        </p:nvSpPr>
        <p:spPr>
          <a:xfrm flipH="1">
            <a:off x="3470719" y="2736754"/>
            <a:ext cx="87600" cy="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6" name="Google Shape;976;p72"/>
          <p:cNvCxnSpPr/>
          <p:nvPr/>
        </p:nvCxnSpPr>
        <p:spPr>
          <a:xfrm>
            <a:off x="3546901" y="1481670"/>
            <a:ext cx="493500" cy="126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7" name="Google Shape;977;p72"/>
          <p:cNvCxnSpPr/>
          <p:nvPr/>
        </p:nvCxnSpPr>
        <p:spPr>
          <a:xfrm>
            <a:off x="3424574" y="2934868"/>
            <a:ext cx="576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8" name="Google Shape;978;p72"/>
          <p:cNvCxnSpPr/>
          <p:nvPr/>
        </p:nvCxnSpPr>
        <p:spPr>
          <a:xfrm rot="10800000">
            <a:off x="3360119" y="1557976"/>
            <a:ext cx="0" cy="126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9" name="Google Shape;979;p72"/>
          <p:cNvSpPr txBox="1"/>
          <p:nvPr/>
        </p:nvSpPr>
        <p:spPr>
          <a:xfrm>
            <a:off x="1000002" y="3374142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2"/>
          <p:cNvSpPr/>
          <p:nvPr/>
        </p:nvSpPr>
        <p:spPr>
          <a:xfrm flipH="1">
            <a:off x="825018" y="3533136"/>
            <a:ext cx="87600" cy="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2"/>
          <p:cNvSpPr txBox="1"/>
          <p:nvPr/>
        </p:nvSpPr>
        <p:spPr>
          <a:xfrm>
            <a:off x="3543772" y="2603797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55°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2"/>
          <p:cNvSpPr txBox="1"/>
          <p:nvPr/>
        </p:nvSpPr>
        <p:spPr>
          <a:xfrm>
            <a:off x="1169151" y="2406475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2"/>
          <p:cNvSpPr txBox="1"/>
          <p:nvPr/>
        </p:nvSpPr>
        <p:spPr>
          <a:xfrm>
            <a:off x="3673430" y="1927207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2"/>
          <p:cNvSpPr txBox="1"/>
          <p:nvPr/>
        </p:nvSpPr>
        <p:spPr>
          <a:xfrm>
            <a:off x="324901" y="2723600"/>
            <a:ext cx="35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5" name="Google Shape;985;p72"/>
          <p:cNvGraphicFramePr/>
          <p:nvPr/>
        </p:nvGraphicFramePr>
        <p:xfrm>
          <a:off x="1485587" y="3946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86" name="Google Shape;986;p72"/>
          <p:cNvSpPr/>
          <p:nvPr/>
        </p:nvSpPr>
        <p:spPr>
          <a:xfrm>
            <a:off x="1284112" y="4220766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grpSp>
        <p:nvGrpSpPr>
          <p:cNvPr id="987" name="Google Shape;987;p72"/>
          <p:cNvGrpSpPr/>
          <p:nvPr/>
        </p:nvGrpSpPr>
        <p:grpSpPr>
          <a:xfrm>
            <a:off x="6269175" y="1228474"/>
            <a:ext cx="2554581" cy="1733667"/>
            <a:chOff x="4404075" y="1761874"/>
            <a:chExt cx="2554581" cy="1733667"/>
          </a:xfrm>
        </p:grpSpPr>
        <p:sp>
          <p:nvSpPr>
            <p:cNvPr id="988" name="Google Shape;988;p72"/>
            <p:cNvSpPr/>
            <p:nvPr/>
          </p:nvSpPr>
          <p:spPr>
            <a:xfrm>
              <a:off x="4404075" y="2107024"/>
              <a:ext cx="1131600" cy="1131900"/>
            </a:xfrm>
            <a:prstGeom prst="arc">
              <a:avLst>
                <a:gd fmla="val 17926657" name="adj1"/>
                <a:gd fmla="val 21594277" name="adj2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2"/>
            <p:cNvSpPr/>
            <p:nvPr/>
          </p:nvSpPr>
          <p:spPr>
            <a:xfrm flipH="1" rot="7172173">
              <a:off x="5369681" y="1873090"/>
              <a:ext cx="194128" cy="194128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2"/>
            <p:cNvSpPr/>
            <p:nvPr/>
          </p:nvSpPr>
          <p:spPr>
            <a:xfrm flipH="1" rot="-9030721">
              <a:off x="5085708" y="2186325"/>
              <a:ext cx="1668085" cy="960931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1" name="Google Shape;991;p72"/>
            <p:cNvCxnSpPr/>
            <p:nvPr/>
          </p:nvCxnSpPr>
          <p:spPr>
            <a:xfrm flipH="1">
              <a:off x="4957144" y="2761154"/>
              <a:ext cx="1925100" cy="15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2" name="Google Shape;992;p72"/>
            <p:cNvCxnSpPr/>
            <p:nvPr/>
          </p:nvCxnSpPr>
          <p:spPr>
            <a:xfrm flipH="1">
              <a:off x="4881156" y="1761874"/>
              <a:ext cx="472800" cy="8364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3" name="Google Shape;993;p72"/>
            <p:cNvCxnSpPr/>
            <p:nvPr/>
          </p:nvCxnSpPr>
          <p:spPr>
            <a:xfrm>
              <a:off x="5506356" y="1761874"/>
              <a:ext cx="1452300" cy="821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4" name="Google Shape;994;p72"/>
            <p:cNvSpPr txBox="1"/>
            <p:nvPr/>
          </p:nvSpPr>
          <p:spPr>
            <a:xfrm flipH="1">
              <a:off x="5039368" y="2410767"/>
              <a:ext cx="443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72"/>
            <p:cNvSpPr txBox="1"/>
            <p:nvPr/>
          </p:nvSpPr>
          <p:spPr>
            <a:xfrm flipH="1">
              <a:off x="5541688" y="2816850"/>
              <a:ext cx="7383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6" name="Google Shape;996;p72"/>
            <p:cNvSpPr txBox="1"/>
            <p:nvPr/>
          </p:nvSpPr>
          <p:spPr>
            <a:xfrm>
              <a:off x="4617490" y="1869478"/>
              <a:ext cx="6243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72"/>
          <p:cNvGrpSpPr/>
          <p:nvPr/>
        </p:nvGrpSpPr>
        <p:grpSpPr>
          <a:xfrm>
            <a:off x="5311169" y="2679397"/>
            <a:ext cx="1944017" cy="1280477"/>
            <a:chOff x="6842046" y="1993597"/>
            <a:chExt cx="1944017" cy="1280477"/>
          </a:xfrm>
        </p:grpSpPr>
        <p:sp>
          <p:nvSpPr>
            <p:cNvPr id="998" name="Google Shape;998;p72"/>
            <p:cNvSpPr/>
            <p:nvPr/>
          </p:nvSpPr>
          <p:spPr>
            <a:xfrm flipH="1">
              <a:off x="7537793" y="2812780"/>
              <a:ext cx="9456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72"/>
            <p:cNvSpPr/>
            <p:nvPr/>
          </p:nvSpPr>
          <p:spPr>
            <a:xfrm>
              <a:off x="6842046" y="2205008"/>
              <a:ext cx="946500" cy="946800"/>
            </a:xfrm>
            <a:prstGeom prst="arc">
              <a:avLst>
                <a:gd fmla="val 17926657" name="adj1"/>
                <a:gd fmla="val 21594277" name="adj2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2"/>
            <p:cNvSpPr/>
            <p:nvPr/>
          </p:nvSpPr>
          <p:spPr>
            <a:xfrm flipH="1" rot="-9030190">
              <a:off x="7404655" y="2323030"/>
              <a:ext cx="1211880" cy="697889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1" name="Google Shape;1001;p72"/>
            <p:cNvSpPr/>
            <p:nvPr/>
          </p:nvSpPr>
          <p:spPr>
            <a:xfrm flipH="1" rot="7175625">
              <a:off x="7615171" y="2093668"/>
              <a:ext cx="126962" cy="126962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02" name="Google Shape;1002;p72"/>
            <p:cNvCxnSpPr/>
            <p:nvPr/>
          </p:nvCxnSpPr>
          <p:spPr>
            <a:xfrm flipH="1">
              <a:off x="7311329" y="2768324"/>
              <a:ext cx="1398600" cy="11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03" name="Google Shape;1003;p72"/>
            <p:cNvCxnSpPr/>
            <p:nvPr/>
          </p:nvCxnSpPr>
          <p:spPr>
            <a:xfrm flipH="1">
              <a:off x="7235363" y="1993597"/>
              <a:ext cx="343500" cy="6075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04" name="Google Shape;1004;p72"/>
            <p:cNvCxnSpPr/>
            <p:nvPr/>
          </p:nvCxnSpPr>
          <p:spPr>
            <a:xfrm>
              <a:off x="7731263" y="1993597"/>
              <a:ext cx="1054800" cy="596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05" name="Google Shape;1005;p72"/>
            <p:cNvSpPr txBox="1"/>
            <p:nvPr/>
          </p:nvSpPr>
          <p:spPr>
            <a:xfrm flipH="1">
              <a:off x="7345773" y="2442244"/>
              <a:ext cx="443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500">
                  <a:latin typeface="Lexend"/>
                  <a:ea typeface="Lexend"/>
                  <a:cs typeface="Lexend"/>
                  <a:sym typeface="Lexend"/>
                </a:rPr>
                <a:t>70°</a:t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06" name="Google Shape;1006;p72"/>
          <p:cNvGraphicFramePr/>
          <p:nvPr/>
        </p:nvGraphicFramePr>
        <p:xfrm>
          <a:off x="5764434" y="3946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07" name="Google Shape;1007;p72"/>
          <p:cNvSpPr/>
          <p:nvPr/>
        </p:nvSpPr>
        <p:spPr>
          <a:xfrm>
            <a:off x="5562960" y="4220766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08" name="Google Shape;1008;p72"/>
          <p:cNvSpPr/>
          <p:nvPr/>
        </p:nvSpPr>
        <p:spPr>
          <a:xfrm>
            <a:off x="4696550" y="4327225"/>
            <a:ext cx="8088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2"/>
          <p:cNvSpPr/>
          <p:nvPr/>
        </p:nvSpPr>
        <p:spPr>
          <a:xfrm>
            <a:off x="417725" y="4327225"/>
            <a:ext cx="8088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2"/>
          <p:cNvSpPr/>
          <p:nvPr/>
        </p:nvSpPr>
        <p:spPr>
          <a:xfrm>
            <a:off x="4846078" y="2332686"/>
            <a:ext cx="945600" cy="692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5" name="Google Shape;1015;p73"/>
          <p:cNvGraphicFramePr/>
          <p:nvPr/>
        </p:nvGraphicFramePr>
        <p:xfrm>
          <a:off x="4389825" y="3810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adjacent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0.966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11.592 cm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16" name="Google Shape;1016;p73"/>
          <p:cNvSpPr/>
          <p:nvPr/>
        </p:nvSpPr>
        <p:spPr>
          <a:xfrm>
            <a:off x="5758925" y="4489800"/>
            <a:ext cx="13692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3"/>
          <p:cNvSpPr/>
          <p:nvPr/>
        </p:nvSpPr>
        <p:spPr>
          <a:xfrm>
            <a:off x="5599357" y="2024304"/>
            <a:ext cx="1568100" cy="15681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3"/>
          <p:cNvSpPr/>
          <p:nvPr/>
        </p:nvSpPr>
        <p:spPr>
          <a:xfrm>
            <a:off x="2293887" y="1983056"/>
            <a:ext cx="1633200" cy="16332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3"/>
          <p:cNvSpPr/>
          <p:nvPr/>
        </p:nvSpPr>
        <p:spPr>
          <a:xfrm>
            <a:off x="7540856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graphicFrame>
        <p:nvGraphicFramePr>
          <p:cNvPr id="1021" name="Google Shape;1021;p73"/>
          <p:cNvGraphicFramePr/>
          <p:nvPr/>
        </p:nvGraphicFramePr>
        <p:xfrm>
          <a:off x="324000" y="6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{C54898EE-708E-4350-B121-1BC5D044E54E}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22" name="Google Shape;1022;p73"/>
          <p:cNvGrpSpPr/>
          <p:nvPr/>
        </p:nvGrpSpPr>
        <p:grpSpPr>
          <a:xfrm>
            <a:off x="6283077" y="1995516"/>
            <a:ext cx="1553864" cy="921204"/>
            <a:chOff x="-2075248" y="1284793"/>
            <a:chExt cx="1085328" cy="2068262"/>
          </a:xfrm>
        </p:grpSpPr>
        <p:sp>
          <p:nvSpPr>
            <p:cNvPr id="1023" name="Google Shape;1023;p73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24" name="Google Shape;1024;p73"/>
            <p:cNvCxnSpPr/>
            <p:nvPr/>
          </p:nvCxnSpPr>
          <p:spPr>
            <a:xfrm flipH="1">
              <a:off x="-2075248" y="128479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5" name="Google Shape;1025;p73"/>
            <p:cNvCxnSpPr/>
            <p:nvPr/>
          </p:nvCxnSpPr>
          <p:spPr>
            <a:xfrm rot="10800000">
              <a:off x="-2022025" y="335305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6" name="Google Shape;1026;p73"/>
            <p:cNvCxnSpPr/>
            <p:nvPr/>
          </p:nvCxnSpPr>
          <p:spPr>
            <a:xfrm rot="10800000">
              <a:off x="-989921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27" name="Google Shape;1027;p73"/>
          <p:cNvSpPr/>
          <p:nvPr/>
        </p:nvSpPr>
        <p:spPr>
          <a:xfrm>
            <a:off x="4617049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8" name="Google Shape;1028;p73"/>
          <p:cNvGrpSpPr/>
          <p:nvPr/>
        </p:nvGrpSpPr>
        <p:grpSpPr>
          <a:xfrm>
            <a:off x="4579750" y="1446488"/>
            <a:ext cx="2952900" cy="331687"/>
            <a:chOff x="4351150" y="2284688"/>
            <a:chExt cx="2952900" cy="331687"/>
          </a:xfrm>
        </p:grpSpPr>
        <p:sp>
          <p:nvSpPr>
            <p:cNvPr id="1029" name="Google Shape;1029;p73"/>
            <p:cNvSpPr/>
            <p:nvPr/>
          </p:nvSpPr>
          <p:spPr>
            <a:xfrm flipH="1" rot="-5400000">
              <a:off x="5818338" y="1786913"/>
              <a:ext cx="18524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030" name="Google Shape;1030;p73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1" name="Google Shape;1031;p73"/>
          <p:cNvSpPr txBox="1"/>
          <p:nvPr/>
        </p:nvSpPr>
        <p:spPr>
          <a:xfrm>
            <a:off x="3275076" y="1949483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3"/>
          <p:cNvSpPr txBox="1"/>
          <p:nvPr/>
        </p:nvSpPr>
        <p:spPr>
          <a:xfrm>
            <a:off x="3541013" y="2937801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3" name="Google Shape;1033;p73"/>
          <p:cNvGrpSpPr/>
          <p:nvPr/>
        </p:nvGrpSpPr>
        <p:grpSpPr>
          <a:xfrm>
            <a:off x="2988525" y="1795304"/>
            <a:ext cx="1924579" cy="1121400"/>
            <a:chOff x="-2063951" y="1321103"/>
            <a:chExt cx="1058916" cy="1983375"/>
          </a:xfrm>
        </p:grpSpPr>
        <p:sp>
          <p:nvSpPr>
            <p:cNvPr id="1034" name="Google Shape;1034;p73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5" name="Google Shape;1035;p73"/>
            <p:cNvCxnSpPr/>
            <p:nvPr/>
          </p:nvCxnSpPr>
          <p:spPr>
            <a:xfrm flipH="1">
              <a:off x="-2063951" y="132110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36" name="Google Shape;1036;p73"/>
            <p:cNvCxnSpPr/>
            <p:nvPr/>
          </p:nvCxnSpPr>
          <p:spPr>
            <a:xfrm rot="10800000">
              <a:off x="-2022025" y="33044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37" name="Google Shape;1037;p73"/>
            <p:cNvCxnSpPr/>
            <p:nvPr/>
          </p:nvCxnSpPr>
          <p:spPr>
            <a:xfrm rot="10800000">
              <a:off x="-100503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38" name="Google Shape;1038;p73"/>
          <p:cNvSpPr txBox="1"/>
          <p:nvPr/>
        </p:nvSpPr>
        <p:spPr>
          <a:xfrm>
            <a:off x="3348000" y="2547955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3"/>
          <p:cNvSpPr txBox="1"/>
          <p:nvPr/>
        </p:nvSpPr>
        <p:spPr>
          <a:xfrm>
            <a:off x="6620925" y="2556642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3"/>
          <p:cNvSpPr txBox="1"/>
          <p:nvPr/>
        </p:nvSpPr>
        <p:spPr>
          <a:xfrm>
            <a:off x="6433657" y="2044001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3"/>
          <p:cNvSpPr txBox="1"/>
          <p:nvPr/>
        </p:nvSpPr>
        <p:spPr>
          <a:xfrm>
            <a:off x="6587205" y="2941855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3"/>
          <p:cNvSpPr/>
          <p:nvPr/>
        </p:nvSpPr>
        <p:spPr>
          <a:xfrm>
            <a:off x="4188350" y="4206232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43" name="Google Shape;1043;p73"/>
          <p:cNvSpPr/>
          <p:nvPr/>
        </p:nvSpPr>
        <p:spPr>
          <a:xfrm>
            <a:off x="6502926" y="3211550"/>
            <a:ext cx="11142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3"/>
          <p:cNvSpPr/>
          <p:nvPr/>
        </p:nvSpPr>
        <p:spPr>
          <a:xfrm>
            <a:off x="7929375" y="2631350"/>
            <a:ext cx="871800" cy="498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3"/>
          <p:cNvSpPr/>
          <p:nvPr/>
        </p:nvSpPr>
        <p:spPr>
          <a:xfrm>
            <a:off x="3185160" y="4312688"/>
            <a:ext cx="945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3"/>
          <p:cNvSpPr txBox="1"/>
          <p:nvPr/>
        </p:nvSpPr>
        <p:spPr>
          <a:xfrm>
            <a:off x="7892505" y="2334905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3"/>
          <p:cNvSpPr txBox="1"/>
          <p:nvPr/>
        </p:nvSpPr>
        <p:spPr>
          <a:xfrm>
            <a:off x="6522550" y="3253001"/>
            <a:ext cx="10749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0.966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73"/>
          <p:cNvSpPr txBox="1"/>
          <p:nvPr/>
        </p:nvSpPr>
        <p:spPr>
          <a:xfrm>
            <a:off x="7976325" y="2777200"/>
            <a:ext cx="7779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0.259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9" name="Google Shape;1049;p73"/>
          <p:cNvSpPr txBox="1"/>
          <p:nvPr/>
        </p:nvSpPr>
        <p:spPr>
          <a:xfrm>
            <a:off x="3147425" y="4355738"/>
            <a:ext cx="10749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× 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0" name="Google Shape;1050;p73"/>
          <p:cNvSpPr txBox="1"/>
          <p:nvPr/>
        </p:nvSpPr>
        <p:spPr>
          <a:xfrm>
            <a:off x="2977450" y="617442"/>
            <a:ext cx="5842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Fill in the blanks and ratio table. By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corresponding sides, find the length of side labelled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4"/>
          <p:cNvSpPr/>
          <p:nvPr/>
        </p:nvSpPr>
        <p:spPr>
          <a:xfrm>
            <a:off x="2336520" y="1887241"/>
            <a:ext cx="945600" cy="692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4"/>
          <p:cNvSpPr/>
          <p:nvPr/>
        </p:nvSpPr>
        <p:spPr>
          <a:xfrm>
            <a:off x="3192749" y="3016850"/>
            <a:ext cx="1049400" cy="692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4"/>
          <p:cNvSpPr txBox="1"/>
          <p:nvPr/>
        </p:nvSpPr>
        <p:spPr>
          <a:xfrm>
            <a:off x="324000" y="610597"/>
            <a:ext cx="84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Fill in all the blanks and the ratio tables to find the values of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4"/>
          <p:cNvSpPr/>
          <p:nvPr/>
        </p:nvSpPr>
        <p:spPr>
          <a:xfrm flipH="1">
            <a:off x="3588391" y="2454929"/>
            <a:ext cx="738300" cy="7389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4"/>
          <p:cNvSpPr/>
          <p:nvPr/>
        </p:nvSpPr>
        <p:spPr>
          <a:xfrm flipH="1" rot="5400000">
            <a:off x="3084319" y="1944376"/>
            <a:ext cx="1266300" cy="493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cxnSp>
        <p:nvCxnSpPr>
          <p:cNvPr id="1061" name="Google Shape;1061;p74"/>
          <p:cNvCxnSpPr/>
          <p:nvPr/>
        </p:nvCxnSpPr>
        <p:spPr>
          <a:xfrm>
            <a:off x="4572000" y="938800"/>
            <a:ext cx="0" cy="3871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74"/>
          <p:cNvSpPr/>
          <p:nvPr/>
        </p:nvSpPr>
        <p:spPr>
          <a:xfrm flipH="1">
            <a:off x="3470719" y="2736754"/>
            <a:ext cx="87600" cy="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3" name="Google Shape;1063;p74"/>
          <p:cNvCxnSpPr/>
          <p:nvPr/>
        </p:nvCxnSpPr>
        <p:spPr>
          <a:xfrm>
            <a:off x="3546901" y="1481670"/>
            <a:ext cx="493500" cy="126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4" name="Google Shape;1064;p74"/>
          <p:cNvCxnSpPr/>
          <p:nvPr/>
        </p:nvCxnSpPr>
        <p:spPr>
          <a:xfrm>
            <a:off x="3424574" y="2934868"/>
            <a:ext cx="576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5" name="Google Shape;1065;p74"/>
          <p:cNvCxnSpPr/>
          <p:nvPr/>
        </p:nvCxnSpPr>
        <p:spPr>
          <a:xfrm rot="10800000">
            <a:off x="3360119" y="1557976"/>
            <a:ext cx="0" cy="126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6" name="Google Shape;1066;p74"/>
          <p:cNvSpPr txBox="1"/>
          <p:nvPr/>
        </p:nvSpPr>
        <p:spPr>
          <a:xfrm>
            <a:off x="3543772" y="2603797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55°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4"/>
          <p:cNvSpPr txBox="1"/>
          <p:nvPr/>
        </p:nvSpPr>
        <p:spPr>
          <a:xfrm>
            <a:off x="3673430" y="1927207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8" name="Google Shape;1068;p74"/>
          <p:cNvGraphicFramePr/>
          <p:nvPr/>
        </p:nvGraphicFramePr>
        <p:xfrm>
          <a:off x="1485587" y="389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opposite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0.819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6.1425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9" name="Google Shape;1069;p74"/>
          <p:cNvSpPr/>
          <p:nvPr/>
        </p:nvSpPr>
        <p:spPr>
          <a:xfrm>
            <a:off x="1284112" y="4171976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graphicFrame>
        <p:nvGraphicFramePr>
          <p:cNvPr id="1070" name="Google Shape;1070;p74"/>
          <p:cNvGraphicFramePr/>
          <p:nvPr/>
        </p:nvGraphicFramePr>
        <p:xfrm>
          <a:off x="5764434" y="389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{DFD2B2B9-F58E-49E7-A62B-16E62B9BE4A9}</a:tableStyleId>
              </a:tblPr>
              <a:tblGrid>
                <a:gridCol w="1369100"/>
                <a:gridCol w="1369100"/>
              </a:tblGrid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adjacent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0.342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6.156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1" name="Google Shape;1071;p74"/>
          <p:cNvSpPr/>
          <p:nvPr/>
        </p:nvSpPr>
        <p:spPr>
          <a:xfrm>
            <a:off x="5562960" y="4171976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72" name="Google Shape;1072;p74"/>
          <p:cNvSpPr/>
          <p:nvPr/>
        </p:nvSpPr>
        <p:spPr>
          <a:xfrm>
            <a:off x="4696550" y="4278435"/>
            <a:ext cx="8088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4"/>
          <p:cNvSpPr/>
          <p:nvPr/>
        </p:nvSpPr>
        <p:spPr>
          <a:xfrm>
            <a:off x="417725" y="4278435"/>
            <a:ext cx="8088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4"/>
          <p:cNvSpPr txBox="1"/>
          <p:nvPr/>
        </p:nvSpPr>
        <p:spPr>
          <a:xfrm>
            <a:off x="2290300" y="1881075"/>
            <a:ext cx="104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sin(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55°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0.819 cm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74"/>
          <p:cNvSpPr txBox="1"/>
          <p:nvPr/>
        </p:nvSpPr>
        <p:spPr>
          <a:xfrm>
            <a:off x="3192250" y="3004526"/>
            <a:ext cx="10503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cos(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55°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0.574 cm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74"/>
          <p:cNvSpPr txBox="1"/>
          <p:nvPr/>
        </p:nvSpPr>
        <p:spPr>
          <a:xfrm>
            <a:off x="417725" y="4272177"/>
            <a:ext cx="808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× 7.5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74"/>
          <p:cNvSpPr/>
          <p:nvPr/>
        </p:nvSpPr>
        <p:spPr>
          <a:xfrm>
            <a:off x="2854675" y="4510389"/>
            <a:ext cx="1369200" cy="295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4"/>
          <p:cNvSpPr/>
          <p:nvPr/>
        </p:nvSpPr>
        <p:spPr>
          <a:xfrm>
            <a:off x="7133500" y="4507529"/>
            <a:ext cx="1369200" cy="295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4"/>
          <p:cNvSpPr txBox="1"/>
          <p:nvPr/>
        </p:nvSpPr>
        <p:spPr>
          <a:xfrm>
            <a:off x="4696550" y="4273580"/>
            <a:ext cx="808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× 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0" name="Google Shape;1080;p74"/>
          <p:cNvSpPr/>
          <p:nvPr/>
        </p:nvSpPr>
        <p:spPr>
          <a:xfrm>
            <a:off x="4811701" y="2332693"/>
            <a:ext cx="993300" cy="692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4"/>
          <p:cNvSpPr txBox="1"/>
          <p:nvPr/>
        </p:nvSpPr>
        <p:spPr>
          <a:xfrm>
            <a:off x="4752274" y="2312125"/>
            <a:ext cx="10503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os(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70°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0.342 cm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82" name="Google Shape;1082;p74"/>
          <p:cNvGrpSpPr/>
          <p:nvPr/>
        </p:nvGrpSpPr>
        <p:grpSpPr>
          <a:xfrm>
            <a:off x="5311169" y="2679397"/>
            <a:ext cx="1944017" cy="1280477"/>
            <a:chOff x="6842046" y="1993597"/>
            <a:chExt cx="1944017" cy="1280477"/>
          </a:xfrm>
        </p:grpSpPr>
        <p:sp>
          <p:nvSpPr>
            <p:cNvPr id="1083" name="Google Shape;1083;p74"/>
            <p:cNvSpPr/>
            <p:nvPr/>
          </p:nvSpPr>
          <p:spPr>
            <a:xfrm flipH="1">
              <a:off x="7537793" y="2812780"/>
              <a:ext cx="9456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74"/>
            <p:cNvSpPr/>
            <p:nvPr/>
          </p:nvSpPr>
          <p:spPr>
            <a:xfrm>
              <a:off x="6842046" y="2205008"/>
              <a:ext cx="946500" cy="946800"/>
            </a:xfrm>
            <a:prstGeom prst="arc">
              <a:avLst>
                <a:gd fmla="val 17926657" name="adj1"/>
                <a:gd fmla="val 21594277" name="adj2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74"/>
            <p:cNvSpPr/>
            <p:nvPr/>
          </p:nvSpPr>
          <p:spPr>
            <a:xfrm flipH="1" rot="-9030190">
              <a:off x="7404655" y="2323030"/>
              <a:ext cx="1211880" cy="697889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74"/>
            <p:cNvSpPr/>
            <p:nvPr/>
          </p:nvSpPr>
          <p:spPr>
            <a:xfrm flipH="1" rot="7175625">
              <a:off x="7615171" y="2093668"/>
              <a:ext cx="126962" cy="126962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7" name="Google Shape;1087;p74"/>
            <p:cNvCxnSpPr/>
            <p:nvPr/>
          </p:nvCxnSpPr>
          <p:spPr>
            <a:xfrm flipH="1">
              <a:off x="7311329" y="2768324"/>
              <a:ext cx="1398600" cy="11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88" name="Google Shape;1088;p74"/>
            <p:cNvCxnSpPr/>
            <p:nvPr/>
          </p:nvCxnSpPr>
          <p:spPr>
            <a:xfrm flipH="1">
              <a:off x="7235363" y="1993597"/>
              <a:ext cx="343500" cy="6075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89" name="Google Shape;1089;p74"/>
            <p:cNvCxnSpPr/>
            <p:nvPr/>
          </p:nvCxnSpPr>
          <p:spPr>
            <a:xfrm>
              <a:off x="7731263" y="1993597"/>
              <a:ext cx="1054800" cy="596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90" name="Google Shape;1090;p74"/>
            <p:cNvSpPr txBox="1"/>
            <p:nvPr/>
          </p:nvSpPr>
          <p:spPr>
            <a:xfrm flipH="1">
              <a:off x="7345773" y="2442244"/>
              <a:ext cx="443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500">
                  <a:latin typeface="Lexend"/>
                  <a:ea typeface="Lexend"/>
                  <a:cs typeface="Lexend"/>
                  <a:sym typeface="Lexend"/>
                </a:rPr>
                <a:t>70°</a:t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1" name="Google Shape;1091;p74"/>
          <p:cNvSpPr txBox="1"/>
          <p:nvPr/>
        </p:nvSpPr>
        <p:spPr>
          <a:xfrm>
            <a:off x="6020706" y="3546801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2" name="Google Shape;1092;p74"/>
          <p:cNvGrpSpPr/>
          <p:nvPr/>
        </p:nvGrpSpPr>
        <p:grpSpPr>
          <a:xfrm>
            <a:off x="6269175" y="1228474"/>
            <a:ext cx="2554581" cy="1733667"/>
            <a:chOff x="4404075" y="1761874"/>
            <a:chExt cx="2554581" cy="1733667"/>
          </a:xfrm>
        </p:grpSpPr>
        <p:sp>
          <p:nvSpPr>
            <p:cNvPr id="1093" name="Google Shape;1093;p74"/>
            <p:cNvSpPr/>
            <p:nvPr/>
          </p:nvSpPr>
          <p:spPr>
            <a:xfrm>
              <a:off x="4404075" y="2107024"/>
              <a:ext cx="1131600" cy="1131900"/>
            </a:xfrm>
            <a:prstGeom prst="arc">
              <a:avLst>
                <a:gd fmla="val 17926657" name="adj1"/>
                <a:gd fmla="val 21594277" name="adj2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74"/>
            <p:cNvSpPr/>
            <p:nvPr/>
          </p:nvSpPr>
          <p:spPr>
            <a:xfrm flipH="1" rot="7172173">
              <a:off x="5369681" y="1873090"/>
              <a:ext cx="194128" cy="194128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74"/>
            <p:cNvSpPr/>
            <p:nvPr/>
          </p:nvSpPr>
          <p:spPr>
            <a:xfrm flipH="1" rot="-9030721">
              <a:off x="5085708" y="2186325"/>
              <a:ext cx="1668085" cy="960931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96" name="Google Shape;1096;p74"/>
            <p:cNvCxnSpPr/>
            <p:nvPr/>
          </p:nvCxnSpPr>
          <p:spPr>
            <a:xfrm flipH="1">
              <a:off x="4957144" y="2761154"/>
              <a:ext cx="1925100" cy="15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97" name="Google Shape;1097;p74"/>
            <p:cNvCxnSpPr/>
            <p:nvPr/>
          </p:nvCxnSpPr>
          <p:spPr>
            <a:xfrm flipH="1">
              <a:off x="4881156" y="1761874"/>
              <a:ext cx="472800" cy="8364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98" name="Google Shape;1098;p74"/>
            <p:cNvCxnSpPr/>
            <p:nvPr/>
          </p:nvCxnSpPr>
          <p:spPr>
            <a:xfrm>
              <a:off x="5506356" y="1761874"/>
              <a:ext cx="1452300" cy="821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99" name="Google Shape;1099;p74"/>
            <p:cNvSpPr txBox="1"/>
            <p:nvPr/>
          </p:nvSpPr>
          <p:spPr>
            <a:xfrm flipH="1">
              <a:off x="5039368" y="2410767"/>
              <a:ext cx="443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74"/>
            <p:cNvSpPr txBox="1"/>
            <p:nvPr/>
          </p:nvSpPr>
          <p:spPr>
            <a:xfrm flipH="1">
              <a:off x="5541688" y="2816850"/>
              <a:ext cx="7383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1" name="Google Shape;1101;p74"/>
            <p:cNvSpPr txBox="1"/>
            <p:nvPr/>
          </p:nvSpPr>
          <p:spPr>
            <a:xfrm>
              <a:off x="4617490" y="1869478"/>
              <a:ext cx="6243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2" name="Google Shape;1102;p74"/>
          <p:cNvSpPr/>
          <p:nvPr/>
        </p:nvSpPr>
        <p:spPr>
          <a:xfrm flipH="1">
            <a:off x="986340" y="3130311"/>
            <a:ext cx="980700" cy="9810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4"/>
          <p:cNvSpPr/>
          <p:nvPr/>
        </p:nvSpPr>
        <p:spPr>
          <a:xfrm flipH="1" rot="5400000">
            <a:off x="315919" y="2461586"/>
            <a:ext cx="1668300" cy="650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4" name="Google Shape;1104;p74"/>
          <p:cNvCxnSpPr/>
          <p:nvPr/>
        </p:nvCxnSpPr>
        <p:spPr>
          <a:xfrm>
            <a:off x="901270" y="1876286"/>
            <a:ext cx="650100" cy="1668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5" name="Google Shape;1105;p74"/>
          <p:cNvCxnSpPr/>
          <p:nvPr/>
        </p:nvCxnSpPr>
        <p:spPr>
          <a:xfrm>
            <a:off x="825070" y="3731367"/>
            <a:ext cx="650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6" name="Google Shape;1106;p74"/>
          <p:cNvCxnSpPr/>
          <p:nvPr/>
        </p:nvCxnSpPr>
        <p:spPr>
          <a:xfrm rot="10800000">
            <a:off x="714488" y="1952486"/>
            <a:ext cx="0" cy="1668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7" name="Google Shape;1107;p74"/>
          <p:cNvSpPr txBox="1"/>
          <p:nvPr/>
        </p:nvSpPr>
        <p:spPr>
          <a:xfrm>
            <a:off x="1000002" y="3374142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4"/>
          <p:cNvSpPr/>
          <p:nvPr/>
        </p:nvSpPr>
        <p:spPr>
          <a:xfrm flipH="1">
            <a:off x="825018" y="3533136"/>
            <a:ext cx="87600" cy="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4"/>
          <p:cNvSpPr txBox="1"/>
          <p:nvPr/>
        </p:nvSpPr>
        <p:spPr>
          <a:xfrm>
            <a:off x="1169151" y="2406475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4"/>
          <p:cNvSpPr txBox="1"/>
          <p:nvPr/>
        </p:nvSpPr>
        <p:spPr>
          <a:xfrm>
            <a:off x="324901" y="2723600"/>
            <a:ext cx="35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5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1116" name="Google Shape;1116;p75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117" name="Google Shape;1117;p75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118" name="Google Shape;1118;p75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1119" name="Google Shape;1119;p7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pic>
        <p:nvPicPr>
          <p:cNvPr id="1120" name="Google Shape;112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34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6"/>
          <p:cNvSpPr txBox="1"/>
          <p:nvPr/>
        </p:nvSpPr>
        <p:spPr>
          <a:xfrm>
            <a:off x="2576004" y="3062263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6"/>
          <p:cNvSpPr/>
          <p:nvPr/>
        </p:nvSpPr>
        <p:spPr>
          <a:xfrm>
            <a:off x="2525859" y="3015175"/>
            <a:ext cx="722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6"/>
          <p:cNvSpPr/>
          <p:nvPr/>
        </p:nvSpPr>
        <p:spPr>
          <a:xfrm>
            <a:off x="7435875" y="3768100"/>
            <a:ext cx="1388700" cy="13887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6"/>
          <p:cNvSpPr/>
          <p:nvPr/>
        </p:nvSpPr>
        <p:spPr>
          <a:xfrm>
            <a:off x="6069772" y="2391016"/>
            <a:ext cx="2084100" cy="2084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6"/>
          <p:cNvSpPr/>
          <p:nvPr/>
        </p:nvSpPr>
        <p:spPr>
          <a:xfrm>
            <a:off x="2525579" y="3614009"/>
            <a:ext cx="1274100" cy="12741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6"/>
          <p:cNvSpPr/>
          <p:nvPr/>
        </p:nvSpPr>
        <p:spPr>
          <a:xfrm>
            <a:off x="6069772" y="4076730"/>
            <a:ext cx="398100" cy="398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1" name="Google Shape;1131;p76"/>
          <p:cNvCxnSpPr/>
          <p:nvPr/>
        </p:nvCxnSpPr>
        <p:spPr>
          <a:xfrm>
            <a:off x="6160170" y="2300620"/>
            <a:ext cx="2083800" cy="2083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2" name="Google Shape;1132;p76"/>
          <p:cNvCxnSpPr/>
          <p:nvPr/>
        </p:nvCxnSpPr>
        <p:spPr>
          <a:xfrm>
            <a:off x="5903175" y="2391016"/>
            <a:ext cx="0" cy="2091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3" name="Google Shape;1133;p76"/>
          <p:cNvSpPr txBox="1"/>
          <p:nvPr/>
        </p:nvSpPr>
        <p:spPr>
          <a:xfrm>
            <a:off x="7428625" y="419007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6"/>
          <p:cNvSpPr txBox="1"/>
          <p:nvPr/>
        </p:nvSpPr>
        <p:spPr>
          <a:xfrm>
            <a:off x="7220539" y="3080310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6"/>
          <p:cNvSpPr txBox="1"/>
          <p:nvPr/>
        </p:nvSpPr>
        <p:spPr>
          <a:xfrm>
            <a:off x="5241125" y="3315475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6"/>
          <p:cNvSpPr/>
          <p:nvPr/>
        </p:nvSpPr>
        <p:spPr>
          <a:xfrm>
            <a:off x="1566400" y="2646313"/>
            <a:ext cx="1614600" cy="1614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6"/>
          <p:cNvSpPr txBox="1"/>
          <p:nvPr>
            <p:ph type="title"/>
          </p:nvPr>
        </p:nvSpPr>
        <p:spPr>
          <a:xfrm>
            <a:off x="324000" y="0"/>
            <a:ext cx="51147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grpSp>
        <p:nvGrpSpPr>
          <p:cNvPr id="1138" name="Google Shape;1138;p76"/>
          <p:cNvGrpSpPr/>
          <p:nvPr/>
        </p:nvGrpSpPr>
        <p:grpSpPr>
          <a:xfrm>
            <a:off x="4245410" y="704227"/>
            <a:ext cx="4037642" cy="1405105"/>
            <a:chOff x="4950696" y="682200"/>
            <a:chExt cx="3320975" cy="1767651"/>
          </a:xfrm>
        </p:grpSpPr>
        <p:pic>
          <p:nvPicPr>
            <p:cNvPr id="1139" name="Google Shape;1139;p76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76"/>
            <p:cNvSpPr txBox="1"/>
            <p:nvPr/>
          </p:nvSpPr>
          <p:spPr>
            <a:xfrm>
              <a:off x="5015206" y="696035"/>
              <a:ext cx="30249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think I’ve spotted a pattern!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have two similar triangles.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One of them is from the unit circle and has a hypotenuse of 1.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1" name="Google Shape;1141;p76"/>
          <p:cNvSpPr/>
          <p:nvPr/>
        </p:nvSpPr>
        <p:spPr>
          <a:xfrm>
            <a:off x="1566400" y="3952294"/>
            <a:ext cx="308400" cy="308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2" name="Google Shape;1142;p76"/>
          <p:cNvCxnSpPr/>
          <p:nvPr/>
        </p:nvCxnSpPr>
        <p:spPr>
          <a:xfrm>
            <a:off x="1754503" y="2458211"/>
            <a:ext cx="1614300" cy="1614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3" name="Google Shape;1143;p76"/>
          <p:cNvCxnSpPr/>
          <p:nvPr/>
        </p:nvCxnSpPr>
        <p:spPr>
          <a:xfrm>
            <a:off x="1378297" y="2646313"/>
            <a:ext cx="0" cy="1620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4" name="Google Shape;1144;p76"/>
          <p:cNvSpPr txBox="1"/>
          <p:nvPr/>
        </p:nvSpPr>
        <p:spPr>
          <a:xfrm>
            <a:off x="2525586" y="4007950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6"/>
          <p:cNvSpPr txBox="1"/>
          <p:nvPr/>
        </p:nvSpPr>
        <p:spPr>
          <a:xfrm>
            <a:off x="432787" y="3430200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6" name="Google Shape;1146;p76"/>
          <p:cNvGrpSpPr/>
          <p:nvPr/>
        </p:nvGrpSpPr>
        <p:grpSpPr>
          <a:xfrm>
            <a:off x="3501925" y="2132300"/>
            <a:ext cx="1640399" cy="498127"/>
            <a:chOff x="5007400" y="2284700"/>
            <a:chExt cx="1640399" cy="498127"/>
          </a:xfrm>
        </p:grpSpPr>
        <p:sp>
          <p:nvSpPr>
            <p:cNvPr id="1147" name="Google Shape;1147;p76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148" name="Google Shape;1148;p76"/>
            <p:cNvSpPr txBox="1"/>
            <p:nvPr/>
          </p:nvSpPr>
          <p:spPr>
            <a:xfrm>
              <a:off x="5190550" y="2284700"/>
              <a:ext cx="1274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7.3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76"/>
          <p:cNvGrpSpPr/>
          <p:nvPr/>
        </p:nvGrpSpPr>
        <p:grpSpPr>
          <a:xfrm>
            <a:off x="8123750" y="1498639"/>
            <a:ext cx="696250" cy="911539"/>
            <a:chOff x="8123750" y="1498639"/>
            <a:chExt cx="696250" cy="911539"/>
          </a:xfrm>
        </p:grpSpPr>
        <p:pic>
          <p:nvPicPr>
            <p:cNvPr id="1150" name="Google Shape;1150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23750" y="1498639"/>
              <a:ext cx="696250" cy="673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76"/>
            <p:cNvSpPr txBox="1"/>
            <p:nvPr/>
          </p:nvSpPr>
          <p:spPr>
            <a:xfrm>
              <a:off x="8201575" y="2132979"/>
              <a:ext cx="54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2" name="Google Shape;1152;p76"/>
          <p:cNvSpPr/>
          <p:nvPr/>
        </p:nvSpPr>
        <p:spPr>
          <a:xfrm>
            <a:off x="7267509" y="3062541"/>
            <a:ext cx="722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76"/>
          <p:cNvSpPr/>
          <p:nvPr/>
        </p:nvSpPr>
        <p:spPr>
          <a:xfrm>
            <a:off x="3799672" y="3260542"/>
            <a:ext cx="20178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7.3 ×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4" name="Google Shape;1154;p76"/>
          <p:cNvGrpSpPr/>
          <p:nvPr/>
        </p:nvGrpSpPr>
        <p:grpSpPr>
          <a:xfrm>
            <a:off x="4192650" y="674550"/>
            <a:ext cx="3975900" cy="1432200"/>
            <a:chOff x="-3281000" y="674550"/>
            <a:chExt cx="3975900" cy="1432200"/>
          </a:xfrm>
        </p:grpSpPr>
        <p:sp>
          <p:nvSpPr>
            <p:cNvPr id="1155" name="Google Shape;1155;p76"/>
            <p:cNvSpPr/>
            <p:nvPr/>
          </p:nvSpPr>
          <p:spPr>
            <a:xfrm>
              <a:off x="-3281000" y="674550"/>
              <a:ext cx="3975900" cy="14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56" name="Google Shape;1156;p76"/>
            <p:cNvGrpSpPr/>
            <p:nvPr/>
          </p:nvGrpSpPr>
          <p:grpSpPr>
            <a:xfrm>
              <a:off x="-2564346" y="701628"/>
              <a:ext cx="3085970" cy="1405107"/>
              <a:chOff x="-3040274" y="701627"/>
              <a:chExt cx="4037642" cy="1405107"/>
            </a:xfrm>
          </p:grpSpPr>
          <p:pic>
            <p:nvPicPr>
              <p:cNvPr id="1157" name="Google Shape;1157;p76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-3040274" y="701627"/>
                <a:ext cx="4037642" cy="14051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8" name="Google Shape;1158;p76"/>
              <p:cNvSpPr txBox="1"/>
              <p:nvPr/>
            </p:nvSpPr>
            <p:spPr>
              <a:xfrm>
                <a:off x="-2913910" y="712625"/>
                <a:ext cx="3677700" cy="11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Then the scale factor between them is always the hypotenuse of the other triangle!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159" name="Google Shape;1159;p76"/>
          <p:cNvSpPr/>
          <p:nvPr/>
        </p:nvSpPr>
        <p:spPr>
          <a:xfrm>
            <a:off x="4513525" y="3288175"/>
            <a:ext cx="9252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0" name="Google Shape;1160;p76"/>
          <p:cNvGrpSpPr/>
          <p:nvPr/>
        </p:nvGrpSpPr>
        <p:grpSpPr>
          <a:xfrm>
            <a:off x="3799675" y="3256296"/>
            <a:ext cx="2017800" cy="402600"/>
            <a:chOff x="3799675" y="3898012"/>
            <a:chExt cx="2017800" cy="402600"/>
          </a:xfrm>
        </p:grpSpPr>
        <p:sp>
          <p:nvSpPr>
            <p:cNvPr id="1161" name="Google Shape;1161;p76"/>
            <p:cNvSpPr/>
            <p:nvPr/>
          </p:nvSpPr>
          <p:spPr>
            <a:xfrm>
              <a:off x="3799675" y="3898012"/>
              <a:ext cx="2017800" cy="402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7.3 × 0.574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76"/>
            <p:cNvSpPr/>
            <p:nvPr/>
          </p:nvSpPr>
          <p:spPr>
            <a:xfrm>
              <a:off x="4806025" y="3930975"/>
              <a:ext cx="632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3" name="Google Shape;1163;p76"/>
          <p:cNvSpPr/>
          <p:nvPr/>
        </p:nvSpPr>
        <p:spPr>
          <a:xfrm>
            <a:off x="3979900" y="3231942"/>
            <a:ext cx="1837800" cy="44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4.1902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4" name="Google Shape;1164;p76"/>
          <p:cNvGrpSpPr/>
          <p:nvPr/>
        </p:nvGrpSpPr>
        <p:grpSpPr>
          <a:xfrm>
            <a:off x="432772" y="657075"/>
            <a:ext cx="3820703" cy="1533742"/>
            <a:chOff x="432772" y="867358"/>
            <a:chExt cx="3820703" cy="1533742"/>
          </a:xfrm>
        </p:grpSpPr>
        <p:pic>
          <p:nvPicPr>
            <p:cNvPr id="1165" name="Google Shape;1165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533772" y="1558900"/>
              <a:ext cx="494349" cy="608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6" name="Google Shape;1166;p76"/>
            <p:cNvSpPr txBox="1"/>
            <p:nvPr/>
          </p:nvSpPr>
          <p:spPr>
            <a:xfrm flipH="1">
              <a:off x="432772" y="2123900"/>
              <a:ext cx="69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67" name="Google Shape;1167;p76"/>
            <p:cNvGrpSpPr/>
            <p:nvPr/>
          </p:nvGrpSpPr>
          <p:grpSpPr>
            <a:xfrm flipH="1">
              <a:off x="894102" y="867358"/>
              <a:ext cx="3359373" cy="1388701"/>
              <a:chOff x="5015205" y="889298"/>
              <a:chExt cx="3256469" cy="1767695"/>
            </a:xfrm>
          </p:grpSpPr>
          <p:pic>
            <p:nvPicPr>
              <p:cNvPr id="1168" name="Google Shape;1168;p76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5040821" y="889298"/>
                <a:ext cx="3230853" cy="17676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9" name="Google Shape;1169;p76"/>
              <p:cNvSpPr txBox="1"/>
              <p:nvPr/>
            </p:nvSpPr>
            <p:spPr>
              <a:xfrm>
                <a:off x="5015205" y="916093"/>
                <a:ext cx="3024900" cy="8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Doesn’t that mean all the other sides are also multiplied by the same scale factor?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7"/>
          <p:cNvSpPr/>
          <p:nvPr/>
        </p:nvSpPr>
        <p:spPr>
          <a:xfrm>
            <a:off x="400373" y="3405483"/>
            <a:ext cx="7947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7"/>
          <p:cNvSpPr txBox="1"/>
          <p:nvPr/>
        </p:nvSpPr>
        <p:spPr>
          <a:xfrm>
            <a:off x="432875" y="1508300"/>
            <a:ext cx="83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an angle of </a:t>
            </a:r>
            <a:r>
              <a:rPr i="1" lang="en-GB" sz="18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6" name="Google Shape;1176;p77"/>
          <p:cNvGrpSpPr/>
          <p:nvPr/>
        </p:nvGrpSpPr>
        <p:grpSpPr>
          <a:xfrm>
            <a:off x="2525859" y="3015175"/>
            <a:ext cx="5464350" cy="383966"/>
            <a:chOff x="2525859" y="3015175"/>
            <a:chExt cx="5464350" cy="383966"/>
          </a:xfrm>
        </p:grpSpPr>
        <p:sp>
          <p:nvSpPr>
            <p:cNvPr id="1177" name="Google Shape;1177;p77"/>
            <p:cNvSpPr/>
            <p:nvPr/>
          </p:nvSpPr>
          <p:spPr>
            <a:xfrm>
              <a:off x="7267509" y="3062541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77"/>
            <p:cNvSpPr/>
            <p:nvPr/>
          </p:nvSpPr>
          <p:spPr>
            <a:xfrm>
              <a:off x="2525859" y="3015175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9" name="Google Shape;1179;p77"/>
          <p:cNvSpPr txBox="1"/>
          <p:nvPr/>
        </p:nvSpPr>
        <p:spPr>
          <a:xfrm>
            <a:off x="2576004" y="3062263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7"/>
          <p:cNvSpPr/>
          <p:nvPr/>
        </p:nvSpPr>
        <p:spPr>
          <a:xfrm>
            <a:off x="7435875" y="3768100"/>
            <a:ext cx="1388700" cy="13887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77"/>
          <p:cNvSpPr/>
          <p:nvPr/>
        </p:nvSpPr>
        <p:spPr>
          <a:xfrm>
            <a:off x="2525579" y="3614009"/>
            <a:ext cx="1274100" cy="12741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7"/>
          <p:cNvSpPr/>
          <p:nvPr/>
        </p:nvSpPr>
        <p:spPr>
          <a:xfrm>
            <a:off x="6069772" y="4076730"/>
            <a:ext cx="398100" cy="398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3" name="Google Shape;1183;p77"/>
          <p:cNvCxnSpPr/>
          <p:nvPr/>
        </p:nvCxnSpPr>
        <p:spPr>
          <a:xfrm>
            <a:off x="6160170" y="2300620"/>
            <a:ext cx="2083800" cy="2083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4" name="Google Shape;1184;p77"/>
          <p:cNvCxnSpPr/>
          <p:nvPr/>
        </p:nvCxnSpPr>
        <p:spPr>
          <a:xfrm>
            <a:off x="5903175" y="2391016"/>
            <a:ext cx="0" cy="2091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5" name="Google Shape;1185;p77"/>
          <p:cNvSpPr txBox="1"/>
          <p:nvPr/>
        </p:nvSpPr>
        <p:spPr>
          <a:xfrm>
            <a:off x="7428625" y="419007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7"/>
          <p:cNvSpPr txBox="1"/>
          <p:nvPr/>
        </p:nvSpPr>
        <p:spPr>
          <a:xfrm>
            <a:off x="7220539" y="3080310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7"/>
          <p:cNvSpPr txBox="1"/>
          <p:nvPr/>
        </p:nvSpPr>
        <p:spPr>
          <a:xfrm>
            <a:off x="5241125" y="3315475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189" name="Google Shape;1189;p77"/>
          <p:cNvSpPr txBox="1"/>
          <p:nvPr/>
        </p:nvSpPr>
        <p:spPr>
          <a:xfrm>
            <a:off x="432775" y="1786071"/>
            <a:ext cx="83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then the side opposite the angle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 will be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7"/>
          <p:cNvSpPr/>
          <p:nvPr/>
        </p:nvSpPr>
        <p:spPr>
          <a:xfrm>
            <a:off x="1566400" y="3952294"/>
            <a:ext cx="308400" cy="308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1" name="Google Shape;1191;p77"/>
          <p:cNvCxnSpPr/>
          <p:nvPr/>
        </p:nvCxnSpPr>
        <p:spPr>
          <a:xfrm>
            <a:off x="1754503" y="2458211"/>
            <a:ext cx="1614300" cy="1614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2" name="Google Shape;1192;p77"/>
          <p:cNvCxnSpPr/>
          <p:nvPr/>
        </p:nvCxnSpPr>
        <p:spPr>
          <a:xfrm>
            <a:off x="1378297" y="2646313"/>
            <a:ext cx="0" cy="1620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3" name="Google Shape;1193;p77"/>
          <p:cNvSpPr txBox="1"/>
          <p:nvPr/>
        </p:nvSpPr>
        <p:spPr>
          <a:xfrm>
            <a:off x="2525586" y="4007950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7"/>
          <p:cNvSpPr txBox="1"/>
          <p:nvPr/>
        </p:nvSpPr>
        <p:spPr>
          <a:xfrm>
            <a:off x="432787" y="3430200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5" name="Google Shape;1195;p77"/>
          <p:cNvGrpSpPr/>
          <p:nvPr/>
        </p:nvGrpSpPr>
        <p:grpSpPr>
          <a:xfrm>
            <a:off x="3501925" y="2360900"/>
            <a:ext cx="1640399" cy="498127"/>
            <a:chOff x="5007400" y="2284700"/>
            <a:chExt cx="1640399" cy="498127"/>
          </a:xfrm>
        </p:grpSpPr>
        <p:sp>
          <p:nvSpPr>
            <p:cNvPr id="1196" name="Google Shape;1196;p77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197" name="Google Shape;1197;p77"/>
            <p:cNvSpPr txBox="1"/>
            <p:nvPr/>
          </p:nvSpPr>
          <p:spPr>
            <a:xfrm>
              <a:off x="5190550" y="2284700"/>
              <a:ext cx="1274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8" name="Google Shape;1198;p77"/>
          <p:cNvSpPr txBox="1"/>
          <p:nvPr/>
        </p:nvSpPr>
        <p:spPr>
          <a:xfrm>
            <a:off x="324000" y="61059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pattern Izzy noticed works for all right-angled triangles that are similar to one from the unit 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7"/>
          <p:cNvSpPr txBox="1"/>
          <p:nvPr/>
        </p:nvSpPr>
        <p:spPr>
          <a:xfrm>
            <a:off x="432775" y="1170000"/>
            <a:ext cx="83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triangle can have a hypotenuse of any length (let’s label it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7"/>
          <p:cNvSpPr/>
          <p:nvPr/>
        </p:nvSpPr>
        <p:spPr>
          <a:xfrm>
            <a:off x="3800267" y="3261103"/>
            <a:ext cx="20178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1566400" y="2646313"/>
            <a:ext cx="1614600" cy="1614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77"/>
          <p:cNvSpPr/>
          <p:nvPr/>
        </p:nvSpPr>
        <p:spPr>
          <a:xfrm>
            <a:off x="6069772" y="2391016"/>
            <a:ext cx="2084100" cy="2084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78"/>
          <p:cNvSpPr txBox="1"/>
          <p:nvPr/>
        </p:nvSpPr>
        <p:spPr>
          <a:xfrm>
            <a:off x="324000" y="610597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side opposite an angle (of size </a:t>
            </a:r>
            <a:r>
              <a:rPr i="1" lang="en-GB" sz="18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°) in a right-angled triangle is always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multiplied by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hypotenuse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78"/>
          <p:cNvSpPr/>
          <p:nvPr/>
        </p:nvSpPr>
        <p:spPr>
          <a:xfrm>
            <a:off x="2361975" y="1340300"/>
            <a:ext cx="3021900" cy="4374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210" name="Google Shape;1210;p78"/>
          <p:cNvSpPr txBox="1"/>
          <p:nvPr/>
        </p:nvSpPr>
        <p:spPr>
          <a:xfrm>
            <a:off x="2147250" y="1365913"/>
            <a:ext cx="347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78"/>
          <p:cNvSpPr/>
          <p:nvPr/>
        </p:nvSpPr>
        <p:spPr>
          <a:xfrm>
            <a:off x="4616475" y="3768100"/>
            <a:ext cx="1388700" cy="13887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78"/>
          <p:cNvSpPr/>
          <p:nvPr/>
        </p:nvSpPr>
        <p:spPr>
          <a:xfrm>
            <a:off x="3250372" y="4076730"/>
            <a:ext cx="398100" cy="398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3" name="Google Shape;1213;p78"/>
          <p:cNvCxnSpPr/>
          <p:nvPr/>
        </p:nvCxnSpPr>
        <p:spPr>
          <a:xfrm>
            <a:off x="3340770" y="2300620"/>
            <a:ext cx="2083800" cy="20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4" name="Google Shape;1214;p78"/>
          <p:cNvCxnSpPr/>
          <p:nvPr/>
        </p:nvCxnSpPr>
        <p:spPr>
          <a:xfrm>
            <a:off x="3083775" y="2391016"/>
            <a:ext cx="0" cy="209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5" name="Google Shape;1215;p78"/>
          <p:cNvSpPr txBox="1"/>
          <p:nvPr/>
        </p:nvSpPr>
        <p:spPr>
          <a:xfrm>
            <a:off x="4609225" y="419007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8"/>
          <p:cNvSpPr txBox="1"/>
          <p:nvPr/>
        </p:nvSpPr>
        <p:spPr>
          <a:xfrm>
            <a:off x="4401139" y="3080310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78"/>
          <p:cNvSpPr txBox="1"/>
          <p:nvPr/>
        </p:nvSpPr>
        <p:spPr>
          <a:xfrm>
            <a:off x="2421725" y="3315475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78"/>
          <p:cNvSpPr/>
          <p:nvPr/>
        </p:nvSpPr>
        <p:spPr>
          <a:xfrm>
            <a:off x="980867" y="3261103"/>
            <a:ext cx="20178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78"/>
          <p:cNvSpPr/>
          <p:nvPr/>
        </p:nvSpPr>
        <p:spPr>
          <a:xfrm>
            <a:off x="3250372" y="2391016"/>
            <a:ext cx="2084100" cy="2084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78"/>
          <p:cNvSpPr/>
          <p:nvPr/>
        </p:nvSpPr>
        <p:spPr>
          <a:xfrm flipH="1" rot="4995333">
            <a:off x="3774873" y="2973089"/>
            <a:ext cx="184979" cy="1513873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21" name="Google Shape;1221;p78"/>
          <p:cNvSpPr txBox="1"/>
          <p:nvPr/>
        </p:nvSpPr>
        <p:spPr>
          <a:xfrm>
            <a:off x="3149575" y="3417500"/>
            <a:ext cx="127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sin(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</a:t>
            </a:r>
            <a:endParaRPr sz="20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22" name="Google Shape;1222;p78"/>
          <p:cNvGrpSpPr/>
          <p:nvPr/>
        </p:nvGrpSpPr>
        <p:grpSpPr>
          <a:xfrm>
            <a:off x="6047150" y="978051"/>
            <a:ext cx="2692675" cy="2439630"/>
            <a:chOff x="4294792" y="1026608"/>
            <a:chExt cx="4438231" cy="2630897"/>
          </a:xfrm>
        </p:grpSpPr>
        <p:pic>
          <p:nvPicPr>
            <p:cNvPr id="1223" name="Google Shape;1223;p7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294792" y="1026609"/>
              <a:ext cx="4438231" cy="2630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78"/>
            <p:cNvSpPr txBox="1"/>
            <p:nvPr/>
          </p:nvSpPr>
          <p:spPr>
            <a:xfrm>
              <a:off x="4449918" y="1026608"/>
              <a:ext cx="4051500" cy="20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You can also get to the same result by considering the multiplicative relationship between the hypotenuse and opposite sides.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78"/>
          <p:cNvGrpSpPr/>
          <p:nvPr/>
        </p:nvGrpSpPr>
        <p:grpSpPr>
          <a:xfrm>
            <a:off x="8123750" y="3165227"/>
            <a:ext cx="696250" cy="911539"/>
            <a:chOff x="8123750" y="2022227"/>
            <a:chExt cx="696250" cy="911539"/>
          </a:xfrm>
        </p:grpSpPr>
        <p:pic>
          <p:nvPicPr>
            <p:cNvPr id="1226" name="Google Shape;1226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23750" y="2022227"/>
              <a:ext cx="696250" cy="673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78"/>
            <p:cNvSpPr txBox="1"/>
            <p:nvPr/>
          </p:nvSpPr>
          <p:spPr>
            <a:xfrm>
              <a:off x="8201575" y="2656566"/>
              <a:ext cx="54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9"/>
          <p:cNvSpPr txBox="1"/>
          <p:nvPr/>
        </p:nvSpPr>
        <p:spPr>
          <a:xfrm>
            <a:off x="354250" y="1550400"/>
            <a:ext cx="46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3" name="Google Shape;1233;p79"/>
          <p:cNvGrpSpPr/>
          <p:nvPr/>
        </p:nvGrpSpPr>
        <p:grpSpPr>
          <a:xfrm>
            <a:off x="2435906" y="1582650"/>
            <a:ext cx="722700" cy="579697"/>
            <a:chOff x="2435906" y="1582650"/>
            <a:chExt cx="722700" cy="579697"/>
          </a:xfrm>
        </p:grpSpPr>
        <p:grpSp>
          <p:nvGrpSpPr>
            <p:cNvPr id="1234" name="Google Shape;1234;p79"/>
            <p:cNvGrpSpPr/>
            <p:nvPr/>
          </p:nvGrpSpPr>
          <p:grpSpPr>
            <a:xfrm>
              <a:off x="2675705" y="1919254"/>
              <a:ext cx="243093" cy="243093"/>
              <a:chOff x="1020916" y="1442088"/>
              <a:chExt cx="457200" cy="457200"/>
            </a:xfrm>
          </p:grpSpPr>
          <p:pic>
            <p:nvPicPr>
              <p:cNvPr id="1235" name="Google Shape;1235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6" name="Google Shape;1236;p79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37" name="Google Shape;1237;p79"/>
            <p:cNvSpPr/>
            <p:nvPr/>
          </p:nvSpPr>
          <p:spPr>
            <a:xfrm>
              <a:off x="2435906" y="1582650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8" name="Google Shape;1238;p79"/>
          <p:cNvSpPr txBox="1"/>
          <p:nvPr/>
        </p:nvSpPr>
        <p:spPr>
          <a:xfrm>
            <a:off x="2548250" y="1597050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9" name="Google Shape;1239;p79"/>
          <p:cNvSpPr/>
          <p:nvPr/>
        </p:nvSpPr>
        <p:spPr>
          <a:xfrm flipH="1">
            <a:off x="4958002" y="3864250"/>
            <a:ext cx="1072800" cy="1072500"/>
          </a:xfrm>
          <a:prstGeom prst="arc">
            <a:avLst>
              <a:gd fmla="val 10771373" name="adj1"/>
              <a:gd fmla="val 1502082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0" name="Google Shape;1240;p79"/>
          <p:cNvGrpSpPr/>
          <p:nvPr/>
        </p:nvGrpSpPr>
        <p:grpSpPr>
          <a:xfrm>
            <a:off x="5493125" y="861300"/>
            <a:ext cx="3021900" cy="437400"/>
            <a:chOff x="5493125" y="861300"/>
            <a:chExt cx="3021900" cy="437400"/>
          </a:xfrm>
        </p:grpSpPr>
        <p:sp>
          <p:nvSpPr>
            <p:cNvPr id="1241" name="Google Shape;1241;p79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79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i="1"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3" name="Google Shape;1243;p79"/>
          <p:cNvSpPr txBox="1"/>
          <p:nvPr/>
        </p:nvSpPr>
        <p:spPr>
          <a:xfrm>
            <a:off x="324000" y="610600"/>
            <a:ext cx="41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this relationship, find the values that should go in these gaps.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245" name="Google Shape;1245;p79"/>
          <p:cNvSpPr/>
          <p:nvPr/>
        </p:nvSpPr>
        <p:spPr>
          <a:xfrm>
            <a:off x="6173799" y="4201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6" name="Google Shape;1246;p79"/>
          <p:cNvGrpSpPr/>
          <p:nvPr/>
        </p:nvGrpSpPr>
        <p:grpSpPr>
          <a:xfrm>
            <a:off x="5427735" y="1796949"/>
            <a:ext cx="1050727" cy="2708751"/>
            <a:chOff x="-2106776" y="1405468"/>
            <a:chExt cx="1168643" cy="1791857"/>
          </a:xfrm>
        </p:grpSpPr>
        <p:sp>
          <p:nvSpPr>
            <p:cNvPr id="1247" name="Google Shape;1247;p7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48" name="Google Shape;1248;p79"/>
            <p:cNvCxnSpPr/>
            <p:nvPr/>
          </p:nvCxnSpPr>
          <p:spPr>
            <a:xfrm flipH="1">
              <a:off x="-2106776" y="140546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49" name="Google Shape;1249;p79"/>
            <p:cNvCxnSpPr/>
            <p:nvPr/>
          </p:nvCxnSpPr>
          <p:spPr>
            <a:xfrm rot="10800000">
              <a:off x="-2022025" y="319732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50" name="Google Shape;1250;p79"/>
            <p:cNvCxnSpPr/>
            <p:nvPr/>
          </p:nvCxnSpPr>
          <p:spPr>
            <a:xfrm rot="10800000">
              <a:off x="-938133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51" name="Google Shape;1251;p79"/>
          <p:cNvSpPr txBox="1"/>
          <p:nvPr/>
        </p:nvSpPr>
        <p:spPr>
          <a:xfrm flipH="1">
            <a:off x="5526301" y="4123861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79"/>
          <p:cNvSpPr txBox="1"/>
          <p:nvPr/>
        </p:nvSpPr>
        <p:spPr>
          <a:xfrm>
            <a:off x="5081995" y="2878975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9"/>
          <p:cNvSpPr txBox="1"/>
          <p:nvPr/>
        </p:nvSpPr>
        <p:spPr>
          <a:xfrm>
            <a:off x="6519709" y="2994875"/>
            <a:ext cx="9807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4" name="Google Shape;1254;p79"/>
          <p:cNvGrpSpPr/>
          <p:nvPr/>
        </p:nvGrpSpPr>
        <p:grpSpPr>
          <a:xfrm>
            <a:off x="3788850" y="1582650"/>
            <a:ext cx="666600" cy="579701"/>
            <a:chOff x="3788850" y="1582650"/>
            <a:chExt cx="666600" cy="579701"/>
          </a:xfrm>
        </p:grpSpPr>
        <p:grpSp>
          <p:nvGrpSpPr>
            <p:cNvPr id="1255" name="Google Shape;1255;p79"/>
            <p:cNvGrpSpPr/>
            <p:nvPr/>
          </p:nvGrpSpPr>
          <p:grpSpPr>
            <a:xfrm>
              <a:off x="4000605" y="1919258"/>
              <a:ext cx="243093" cy="243093"/>
              <a:chOff x="1020916" y="1442088"/>
              <a:chExt cx="457200" cy="457200"/>
            </a:xfrm>
          </p:grpSpPr>
          <p:pic>
            <p:nvPicPr>
              <p:cNvPr id="1256" name="Google Shape;1256;p7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7" name="Google Shape;1257;p79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58" name="Google Shape;1258;p79"/>
            <p:cNvSpPr/>
            <p:nvPr/>
          </p:nvSpPr>
          <p:spPr>
            <a:xfrm>
              <a:off x="3788850" y="1582650"/>
              <a:ext cx="6666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9" name="Google Shape;1259;p79"/>
          <p:cNvSpPr txBox="1"/>
          <p:nvPr/>
        </p:nvSpPr>
        <p:spPr>
          <a:xfrm>
            <a:off x="3873150" y="1597050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79"/>
          <p:cNvSpPr txBox="1"/>
          <p:nvPr/>
        </p:nvSpPr>
        <p:spPr>
          <a:xfrm>
            <a:off x="324000" y="3099825"/>
            <a:ext cx="41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find the length of the side opposite the angle 75°.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79"/>
          <p:cNvSpPr txBox="1"/>
          <p:nvPr/>
        </p:nvSpPr>
        <p:spPr>
          <a:xfrm>
            <a:off x="1155225" y="3780000"/>
            <a:ext cx="332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44.43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grpSp>
        <p:nvGrpSpPr>
          <p:cNvPr id="1267" name="Google Shape;1267;p80"/>
          <p:cNvGrpSpPr/>
          <p:nvPr/>
        </p:nvGrpSpPr>
        <p:grpSpPr>
          <a:xfrm flipH="1">
            <a:off x="893621" y="733261"/>
            <a:ext cx="4311565" cy="1364554"/>
            <a:chOff x="5015205" y="889298"/>
            <a:chExt cx="3256469" cy="1353456"/>
          </a:xfrm>
        </p:grpSpPr>
        <p:pic>
          <p:nvPicPr>
            <p:cNvPr id="1268" name="Google Shape;1268;p8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040821" y="889298"/>
              <a:ext cx="3230853" cy="1353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80"/>
            <p:cNvSpPr txBox="1"/>
            <p:nvPr/>
          </p:nvSpPr>
          <p:spPr>
            <a:xfrm>
              <a:off x="5015205" y="902464"/>
              <a:ext cx="30249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we can find the length of any “opposite” side if we know the angle it is opposite and the length of the hypotenuse…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0" name="Google Shape;1270;p80"/>
          <p:cNvSpPr/>
          <p:nvPr/>
        </p:nvSpPr>
        <p:spPr>
          <a:xfrm>
            <a:off x="2787675" y="3920500"/>
            <a:ext cx="1388700" cy="13887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0"/>
          <p:cNvSpPr/>
          <p:nvPr/>
        </p:nvSpPr>
        <p:spPr>
          <a:xfrm>
            <a:off x="1421572" y="2543416"/>
            <a:ext cx="2084100" cy="2084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0"/>
          <p:cNvSpPr/>
          <p:nvPr/>
        </p:nvSpPr>
        <p:spPr>
          <a:xfrm>
            <a:off x="1421572" y="4229130"/>
            <a:ext cx="398100" cy="398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3" name="Google Shape;1273;p80"/>
          <p:cNvCxnSpPr/>
          <p:nvPr/>
        </p:nvCxnSpPr>
        <p:spPr>
          <a:xfrm>
            <a:off x="1511970" y="2453020"/>
            <a:ext cx="2083800" cy="2083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4" name="Google Shape;1274;p80"/>
          <p:cNvCxnSpPr/>
          <p:nvPr/>
        </p:nvCxnSpPr>
        <p:spPr>
          <a:xfrm>
            <a:off x="1254975" y="2543416"/>
            <a:ext cx="0" cy="2091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5" name="Google Shape;1275;p80"/>
          <p:cNvSpPr txBox="1"/>
          <p:nvPr/>
        </p:nvSpPr>
        <p:spPr>
          <a:xfrm>
            <a:off x="2780425" y="434247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0"/>
          <p:cNvSpPr txBox="1"/>
          <p:nvPr/>
        </p:nvSpPr>
        <p:spPr>
          <a:xfrm>
            <a:off x="2572339" y="3232710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0"/>
          <p:cNvSpPr txBox="1"/>
          <p:nvPr/>
        </p:nvSpPr>
        <p:spPr>
          <a:xfrm>
            <a:off x="592925" y="3467875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8" name="Google Shape;1278;p80"/>
          <p:cNvGrpSpPr/>
          <p:nvPr/>
        </p:nvGrpSpPr>
        <p:grpSpPr>
          <a:xfrm>
            <a:off x="883621" y="689925"/>
            <a:ext cx="4385404" cy="1436400"/>
            <a:chOff x="5817971" y="689925"/>
            <a:chExt cx="4385404" cy="1436400"/>
          </a:xfrm>
        </p:grpSpPr>
        <p:sp>
          <p:nvSpPr>
            <p:cNvPr id="1279" name="Google Shape;1279;p80"/>
            <p:cNvSpPr/>
            <p:nvPr/>
          </p:nvSpPr>
          <p:spPr>
            <a:xfrm>
              <a:off x="5817975" y="689925"/>
              <a:ext cx="4385400" cy="143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80" name="Google Shape;1280;p80"/>
            <p:cNvGrpSpPr/>
            <p:nvPr/>
          </p:nvGrpSpPr>
          <p:grpSpPr>
            <a:xfrm flipH="1">
              <a:off x="5817971" y="733261"/>
              <a:ext cx="4311565" cy="1364554"/>
              <a:chOff x="5015205" y="889298"/>
              <a:chExt cx="3256469" cy="1353456"/>
            </a:xfrm>
          </p:grpSpPr>
          <p:pic>
            <p:nvPicPr>
              <p:cNvPr id="1281" name="Google Shape;1281;p80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5040821" y="889298"/>
                <a:ext cx="3230853" cy="13534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2" name="Google Shape;1282;p80"/>
              <p:cNvSpPr txBox="1"/>
              <p:nvPr/>
            </p:nvSpPr>
            <p:spPr>
              <a:xfrm>
                <a:off x="5015205" y="902464"/>
                <a:ext cx="3024900" cy="10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…b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ut, is it possible to find the length of the hypotenuse if we know an angle and the length of the side opposite it?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1283" name="Google Shape;128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33772" y="1424817"/>
            <a:ext cx="494349" cy="6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80"/>
          <p:cNvSpPr txBox="1"/>
          <p:nvPr/>
        </p:nvSpPr>
        <p:spPr>
          <a:xfrm flipH="1">
            <a:off x="432772" y="1989817"/>
            <a:ext cx="6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5" name="Google Shape;1285;p80"/>
          <p:cNvGrpSpPr/>
          <p:nvPr/>
        </p:nvGrpSpPr>
        <p:grpSpPr>
          <a:xfrm>
            <a:off x="4893100" y="2453020"/>
            <a:ext cx="3767350" cy="2856180"/>
            <a:chOff x="4893100" y="2453020"/>
            <a:chExt cx="3767350" cy="2856180"/>
          </a:xfrm>
        </p:grpSpPr>
        <p:sp>
          <p:nvSpPr>
            <p:cNvPr id="1286" name="Google Shape;1286;p80"/>
            <p:cNvSpPr/>
            <p:nvPr/>
          </p:nvSpPr>
          <p:spPr>
            <a:xfrm>
              <a:off x="7271750" y="3920500"/>
              <a:ext cx="1388700" cy="1388700"/>
            </a:xfrm>
            <a:prstGeom prst="arc">
              <a:avLst>
                <a:gd fmla="val 10771373" name="adj1"/>
                <a:gd fmla="val 13506230" name="adj2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80"/>
            <p:cNvSpPr/>
            <p:nvPr/>
          </p:nvSpPr>
          <p:spPr>
            <a:xfrm>
              <a:off x="5905647" y="2543416"/>
              <a:ext cx="2084100" cy="208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0"/>
            <p:cNvSpPr/>
            <p:nvPr/>
          </p:nvSpPr>
          <p:spPr>
            <a:xfrm>
              <a:off x="5905647" y="4229130"/>
              <a:ext cx="398100" cy="398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9" name="Google Shape;1289;p80"/>
            <p:cNvCxnSpPr/>
            <p:nvPr/>
          </p:nvCxnSpPr>
          <p:spPr>
            <a:xfrm>
              <a:off x="5996045" y="2453020"/>
              <a:ext cx="2083800" cy="2083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90" name="Google Shape;1290;p80"/>
            <p:cNvCxnSpPr/>
            <p:nvPr/>
          </p:nvCxnSpPr>
          <p:spPr>
            <a:xfrm>
              <a:off x="5739050" y="2543416"/>
              <a:ext cx="0" cy="2091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91" name="Google Shape;1291;p80"/>
            <p:cNvSpPr txBox="1"/>
            <p:nvPr/>
          </p:nvSpPr>
          <p:spPr>
            <a:xfrm>
              <a:off x="7056414" y="3232710"/>
              <a:ext cx="8166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0"/>
            <p:cNvSpPr txBox="1"/>
            <p:nvPr/>
          </p:nvSpPr>
          <p:spPr>
            <a:xfrm>
              <a:off x="7264500" y="4342475"/>
              <a:ext cx="5304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0"/>
            <p:cNvSpPr txBox="1"/>
            <p:nvPr/>
          </p:nvSpPr>
          <p:spPr>
            <a:xfrm>
              <a:off x="4893100" y="3467875"/>
              <a:ext cx="8166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81"/>
          <p:cNvSpPr txBox="1"/>
          <p:nvPr/>
        </p:nvSpPr>
        <p:spPr>
          <a:xfrm>
            <a:off x="1401025" y="3441780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1"/>
          <p:cNvSpPr txBox="1"/>
          <p:nvPr/>
        </p:nvSpPr>
        <p:spPr>
          <a:xfrm>
            <a:off x="2383731" y="3397481"/>
            <a:ext cx="119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0.574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1"/>
          <p:cNvSpPr/>
          <p:nvPr/>
        </p:nvSpPr>
        <p:spPr>
          <a:xfrm>
            <a:off x="1447984" y="2869838"/>
            <a:ext cx="722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1"/>
          <p:cNvSpPr txBox="1"/>
          <p:nvPr/>
        </p:nvSpPr>
        <p:spPr>
          <a:xfrm>
            <a:off x="324000" y="1643813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do this by substituting known values in the triangle, and rearranging the equation we end up with.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303" name="Google Shape;1303;p81"/>
          <p:cNvSpPr/>
          <p:nvPr/>
        </p:nvSpPr>
        <p:spPr>
          <a:xfrm>
            <a:off x="7271750" y="3920500"/>
            <a:ext cx="1388700" cy="13887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1"/>
          <p:cNvSpPr/>
          <p:nvPr/>
        </p:nvSpPr>
        <p:spPr>
          <a:xfrm>
            <a:off x="5905647" y="2543416"/>
            <a:ext cx="2084100" cy="2084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1"/>
          <p:cNvSpPr/>
          <p:nvPr/>
        </p:nvSpPr>
        <p:spPr>
          <a:xfrm>
            <a:off x="5905647" y="4229130"/>
            <a:ext cx="398100" cy="398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6" name="Google Shape;1306;p81"/>
          <p:cNvCxnSpPr/>
          <p:nvPr/>
        </p:nvCxnSpPr>
        <p:spPr>
          <a:xfrm>
            <a:off x="5739050" y="2543416"/>
            <a:ext cx="0" cy="2091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7" name="Google Shape;1307;p81"/>
          <p:cNvSpPr txBox="1"/>
          <p:nvPr/>
        </p:nvSpPr>
        <p:spPr>
          <a:xfrm>
            <a:off x="7056414" y="3232710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1"/>
          <p:cNvSpPr txBox="1"/>
          <p:nvPr/>
        </p:nvSpPr>
        <p:spPr>
          <a:xfrm>
            <a:off x="7264500" y="434247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1"/>
          <p:cNvSpPr txBox="1"/>
          <p:nvPr/>
        </p:nvSpPr>
        <p:spPr>
          <a:xfrm>
            <a:off x="324000" y="610597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find the length of a hypotenuse if we know: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1"/>
          <p:cNvSpPr txBox="1"/>
          <p:nvPr/>
        </p:nvSpPr>
        <p:spPr>
          <a:xfrm>
            <a:off x="4893100" y="3467875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1"/>
          <p:cNvSpPr txBox="1"/>
          <p:nvPr/>
        </p:nvSpPr>
        <p:spPr>
          <a:xfrm>
            <a:off x="537275" y="1243075"/>
            <a:ext cx="82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opposite this 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1"/>
          <p:cNvSpPr txBox="1"/>
          <p:nvPr/>
        </p:nvSpPr>
        <p:spPr>
          <a:xfrm>
            <a:off x="537350" y="904775"/>
            <a:ext cx="82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another angle on the right-angled triangle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1"/>
          <p:cNvSpPr txBox="1"/>
          <p:nvPr/>
        </p:nvSpPr>
        <p:spPr>
          <a:xfrm>
            <a:off x="2813031" y="4255299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17.42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1"/>
          <p:cNvSpPr txBox="1"/>
          <p:nvPr/>
        </p:nvSpPr>
        <p:spPr>
          <a:xfrm>
            <a:off x="790775" y="2396767"/>
            <a:ext cx="30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1"/>
          <p:cNvSpPr/>
          <p:nvPr/>
        </p:nvSpPr>
        <p:spPr>
          <a:xfrm>
            <a:off x="4940059" y="3424903"/>
            <a:ext cx="722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1"/>
          <p:cNvSpPr txBox="1"/>
          <p:nvPr/>
        </p:nvSpPr>
        <p:spPr>
          <a:xfrm>
            <a:off x="1401025" y="2912811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1"/>
          <p:cNvSpPr/>
          <p:nvPr/>
        </p:nvSpPr>
        <p:spPr>
          <a:xfrm>
            <a:off x="852665" y="2429750"/>
            <a:ext cx="15105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8" name="Google Shape;1318;p81"/>
          <p:cNvGrpSpPr/>
          <p:nvPr/>
        </p:nvGrpSpPr>
        <p:grpSpPr>
          <a:xfrm>
            <a:off x="3300369" y="2410851"/>
            <a:ext cx="4432440" cy="2232224"/>
            <a:chOff x="3300369" y="2639451"/>
            <a:chExt cx="4432440" cy="2232224"/>
          </a:xfrm>
        </p:grpSpPr>
        <p:sp>
          <p:nvSpPr>
            <p:cNvPr id="1319" name="Google Shape;1319;p81"/>
            <p:cNvSpPr/>
            <p:nvPr/>
          </p:nvSpPr>
          <p:spPr>
            <a:xfrm>
              <a:off x="7317909" y="4535075"/>
              <a:ext cx="414900" cy="3366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81"/>
            <p:cNvSpPr/>
            <p:nvPr/>
          </p:nvSpPr>
          <p:spPr>
            <a:xfrm>
              <a:off x="3300369" y="2639451"/>
              <a:ext cx="414900" cy="3366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1" name="Google Shape;1321;p81"/>
          <p:cNvSpPr txBox="1"/>
          <p:nvPr/>
        </p:nvSpPr>
        <p:spPr>
          <a:xfrm>
            <a:off x="2352878" y="2864650"/>
            <a:ext cx="155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1"/>
          <p:cNvSpPr/>
          <p:nvPr/>
        </p:nvSpPr>
        <p:spPr>
          <a:xfrm>
            <a:off x="3373009" y="2872213"/>
            <a:ext cx="4149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1"/>
          <p:cNvSpPr/>
          <p:nvPr/>
        </p:nvSpPr>
        <p:spPr>
          <a:xfrm>
            <a:off x="2944352" y="2869556"/>
            <a:ext cx="9363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1"/>
          <p:cNvSpPr/>
          <p:nvPr/>
        </p:nvSpPr>
        <p:spPr>
          <a:xfrm>
            <a:off x="2944351" y="3406250"/>
            <a:ext cx="6534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5" name="Google Shape;1325;p81"/>
          <p:cNvGrpSpPr/>
          <p:nvPr/>
        </p:nvGrpSpPr>
        <p:grpSpPr>
          <a:xfrm>
            <a:off x="1342781" y="3742992"/>
            <a:ext cx="940800" cy="367601"/>
            <a:chOff x="1120475" y="4863425"/>
            <a:chExt cx="940800" cy="367601"/>
          </a:xfrm>
        </p:grpSpPr>
        <p:sp>
          <p:nvSpPr>
            <p:cNvPr id="1326" name="Google Shape;1326;p81"/>
            <p:cNvSpPr txBox="1"/>
            <p:nvPr/>
          </p:nvSpPr>
          <p:spPr>
            <a:xfrm>
              <a:off x="1120475" y="4892326"/>
              <a:ext cx="940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0.574</a:t>
              </a:r>
              <a:endParaRPr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27" name="Google Shape;1327;p81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28" name="Google Shape;1328;p81"/>
          <p:cNvGrpSpPr/>
          <p:nvPr/>
        </p:nvGrpSpPr>
        <p:grpSpPr>
          <a:xfrm>
            <a:off x="2800005" y="3742992"/>
            <a:ext cx="940800" cy="367601"/>
            <a:chOff x="1120475" y="4863425"/>
            <a:chExt cx="940800" cy="367601"/>
          </a:xfrm>
        </p:grpSpPr>
        <p:sp>
          <p:nvSpPr>
            <p:cNvPr id="1329" name="Google Shape;1329;p81"/>
            <p:cNvSpPr txBox="1"/>
            <p:nvPr/>
          </p:nvSpPr>
          <p:spPr>
            <a:xfrm>
              <a:off x="1120475" y="4892326"/>
              <a:ext cx="940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0.574</a:t>
              </a:r>
              <a:endParaRPr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0" name="Google Shape;1330;p81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31" name="Google Shape;1331;p81"/>
          <p:cNvGrpSpPr/>
          <p:nvPr/>
        </p:nvGrpSpPr>
        <p:grpSpPr>
          <a:xfrm>
            <a:off x="1342781" y="4188275"/>
            <a:ext cx="1419153" cy="713100"/>
            <a:chOff x="1342781" y="4188275"/>
            <a:chExt cx="1419153" cy="713100"/>
          </a:xfrm>
        </p:grpSpPr>
        <p:sp>
          <p:nvSpPr>
            <p:cNvPr id="1332" name="Google Shape;1332;p81"/>
            <p:cNvSpPr txBox="1"/>
            <p:nvPr/>
          </p:nvSpPr>
          <p:spPr>
            <a:xfrm>
              <a:off x="1401025" y="4232561"/>
              <a:ext cx="8166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81"/>
            <p:cNvSpPr txBox="1"/>
            <p:nvPr/>
          </p:nvSpPr>
          <p:spPr>
            <a:xfrm>
              <a:off x="2377935" y="4188275"/>
              <a:ext cx="38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34" name="Google Shape;1334;p81"/>
            <p:cNvGrpSpPr/>
            <p:nvPr/>
          </p:nvGrpSpPr>
          <p:grpSpPr>
            <a:xfrm>
              <a:off x="1342781" y="4533773"/>
              <a:ext cx="940800" cy="367601"/>
              <a:chOff x="1120475" y="4863425"/>
              <a:chExt cx="940800" cy="367601"/>
            </a:xfrm>
          </p:grpSpPr>
          <p:sp>
            <p:nvSpPr>
              <p:cNvPr id="1335" name="Google Shape;1335;p81"/>
              <p:cNvSpPr txBox="1"/>
              <p:nvPr/>
            </p:nvSpPr>
            <p:spPr>
              <a:xfrm>
                <a:off x="1120475" y="4892326"/>
                <a:ext cx="940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0.574</a:t>
                </a:r>
                <a:endParaRPr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336" name="Google Shape;1336;p81"/>
              <p:cNvCxnSpPr/>
              <p:nvPr/>
            </p:nvCxnSpPr>
            <p:spPr>
              <a:xfrm>
                <a:off x="1269725" y="4863425"/>
                <a:ext cx="642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37" name="Google Shape;1337;p81"/>
          <p:cNvSpPr txBox="1"/>
          <p:nvPr/>
        </p:nvSpPr>
        <p:spPr>
          <a:xfrm>
            <a:off x="7056429" y="3252526"/>
            <a:ext cx="1152900" cy="31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17.42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8" name="Google Shape;1338;p81"/>
          <p:cNvCxnSpPr/>
          <p:nvPr/>
        </p:nvCxnSpPr>
        <p:spPr>
          <a:xfrm>
            <a:off x="5996045" y="2453020"/>
            <a:ext cx="2083800" cy="2083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39" name="Google Shape;1339;p81"/>
          <p:cNvGrpSpPr/>
          <p:nvPr/>
        </p:nvGrpSpPr>
        <p:grpSpPr>
          <a:xfrm>
            <a:off x="2947250" y="3407575"/>
            <a:ext cx="657300" cy="711125"/>
            <a:chOff x="2947250" y="3407575"/>
            <a:chExt cx="657300" cy="711125"/>
          </a:xfrm>
        </p:grpSpPr>
        <p:cxnSp>
          <p:nvCxnSpPr>
            <p:cNvPr id="1340" name="Google Shape;1340;p81"/>
            <p:cNvCxnSpPr/>
            <p:nvPr/>
          </p:nvCxnSpPr>
          <p:spPr>
            <a:xfrm>
              <a:off x="2947250" y="3407575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" name="Google Shape;1341;p81"/>
            <p:cNvCxnSpPr/>
            <p:nvPr/>
          </p:nvCxnSpPr>
          <p:spPr>
            <a:xfrm>
              <a:off x="2947250" y="3780000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2"/>
          <p:cNvSpPr txBox="1"/>
          <p:nvPr/>
        </p:nvSpPr>
        <p:spPr>
          <a:xfrm>
            <a:off x="354250" y="1550400"/>
            <a:ext cx="46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7" name="Google Shape;1347;p82"/>
          <p:cNvGrpSpPr/>
          <p:nvPr/>
        </p:nvGrpSpPr>
        <p:grpSpPr>
          <a:xfrm>
            <a:off x="1860053" y="1581475"/>
            <a:ext cx="365100" cy="579701"/>
            <a:chOff x="2614778" y="1582646"/>
            <a:chExt cx="365100" cy="579701"/>
          </a:xfrm>
        </p:grpSpPr>
        <p:grpSp>
          <p:nvGrpSpPr>
            <p:cNvPr id="1348" name="Google Shape;1348;p82"/>
            <p:cNvGrpSpPr/>
            <p:nvPr/>
          </p:nvGrpSpPr>
          <p:grpSpPr>
            <a:xfrm>
              <a:off x="2675705" y="1919254"/>
              <a:ext cx="243093" cy="243093"/>
              <a:chOff x="1020916" y="1442088"/>
              <a:chExt cx="457200" cy="457200"/>
            </a:xfrm>
          </p:grpSpPr>
          <p:pic>
            <p:nvPicPr>
              <p:cNvPr id="1349" name="Google Shape;1349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0" name="Google Shape;1350;p82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51" name="Google Shape;1351;p82"/>
            <p:cNvSpPr/>
            <p:nvPr/>
          </p:nvSpPr>
          <p:spPr>
            <a:xfrm>
              <a:off x="2614778" y="1582646"/>
              <a:ext cx="3651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2" name="Google Shape;1352;p82"/>
          <p:cNvSpPr txBox="1"/>
          <p:nvPr/>
        </p:nvSpPr>
        <p:spPr>
          <a:xfrm>
            <a:off x="1793525" y="1595879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3" name="Google Shape;1353;p82"/>
          <p:cNvSpPr/>
          <p:nvPr/>
        </p:nvSpPr>
        <p:spPr>
          <a:xfrm flipH="1">
            <a:off x="5948602" y="3864250"/>
            <a:ext cx="1072800" cy="1072500"/>
          </a:xfrm>
          <a:prstGeom prst="arc">
            <a:avLst>
              <a:gd fmla="val 10771373" name="adj1"/>
              <a:gd fmla="val 1502082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4" name="Google Shape;1354;p82"/>
          <p:cNvGrpSpPr/>
          <p:nvPr/>
        </p:nvGrpSpPr>
        <p:grpSpPr>
          <a:xfrm>
            <a:off x="5493125" y="861300"/>
            <a:ext cx="3021900" cy="437400"/>
            <a:chOff x="5493125" y="861300"/>
            <a:chExt cx="3021900" cy="437400"/>
          </a:xfrm>
        </p:grpSpPr>
        <p:sp>
          <p:nvSpPr>
            <p:cNvPr id="1355" name="Google Shape;1355;p82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82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i="1"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7" name="Google Shape;1357;p82"/>
          <p:cNvSpPr txBox="1"/>
          <p:nvPr/>
        </p:nvSpPr>
        <p:spPr>
          <a:xfrm>
            <a:off x="324000" y="610600"/>
            <a:ext cx="41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this relationship, find the values that should go in these gaps.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359" name="Google Shape;1359;p82"/>
          <p:cNvSpPr/>
          <p:nvPr/>
        </p:nvSpPr>
        <p:spPr>
          <a:xfrm>
            <a:off x="7164399" y="4201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0" name="Google Shape;1360;p82"/>
          <p:cNvGrpSpPr/>
          <p:nvPr/>
        </p:nvGrpSpPr>
        <p:grpSpPr>
          <a:xfrm>
            <a:off x="6418335" y="1796949"/>
            <a:ext cx="1050727" cy="2708751"/>
            <a:chOff x="-2106776" y="1405468"/>
            <a:chExt cx="1168643" cy="1791857"/>
          </a:xfrm>
        </p:grpSpPr>
        <p:sp>
          <p:nvSpPr>
            <p:cNvPr id="1361" name="Google Shape;1361;p8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2" name="Google Shape;1362;p82"/>
            <p:cNvCxnSpPr/>
            <p:nvPr/>
          </p:nvCxnSpPr>
          <p:spPr>
            <a:xfrm flipH="1">
              <a:off x="-2106776" y="140546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63" name="Google Shape;1363;p82"/>
            <p:cNvCxnSpPr/>
            <p:nvPr/>
          </p:nvCxnSpPr>
          <p:spPr>
            <a:xfrm rot="10800000">
              <a:off x="-2022025" y="319732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64" name="Google Shape;1364;p82"/>
            <p:cNvCxnSpPr/>
            <p:nvPr/>
          </p:nvCxnSpPr>
          <p:spPr>
            <a:xfrm rot="10800000">
              <a:off x="-938133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65" name="Google Shape;1365;p82"/>
          <p:cNvSpPr txBox="1"/>
          <p:nvPr/>
        </p:nvSpPr>
        <p:spPr>
          <a:xfrm flipH="1">
            <a:off x="6516901" y="4123861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2"/>
          <p:cNvSpPr txBox="1"/>
          <p:nvPr/>
        </p:nvSpPr>
        <p:spPr>
          <a:xfrm>
            <a:off x="6072595" y="2878975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2"/>
          <p:cNvSpPr txBox="1"/>
          <p:nvPr/>
        </p:nvSpPr>
        <p:spPr>
          <a:xfrm>
            <a:off x="7481325" y="2994875"/>
            <a:ext cx="708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8" name="Google Shape;1368;p82"/>
          <p:cNvGrpSpPr/>
          <p:nvPr/>
        </p:nvGrpSpPr>
        <p:grpSpPr>
          <a:xfrm>
            <a:off x="3316024" y="1581475"/>
            <a:ext cx="413700" cy="579705"/>
            <a:chOff x="3915303" y="1582646"/>
            <a:chExt cx="413700" cy="579705"/>
          </a:xfrm>
        </p:grpSpPr>
        <p:grpSp>
          <p:nvGrpSpPr>
            <p:cNvPr id="1369" name="Google Shape;1369;p82"/>
            <p:cNvGrpSpPr/>
            <p:nvPr/>
          </p:nvGrpSpPr>
          <p:grpSpPr>
            <a:xfrm>
              <a:off x="4000605" y="1919258"/>
              <a:ext cx="243093" cy="243093"/>
              <a:chOff x="1020916" y="1442088"/>
              <a:chExt cx="457200" cy="457200"/>
            </a:xfrm>
          </p:grpSpPr>
          <p:pic>
            <p:nvPicPr>
              <p:cNvPr id="1370" name="Google Shape;1370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1" name="Google Shape;1371;p82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72" name="Google Shape;1372;p82"/>
            <p:cNvSpPr/>
            <p:nvPr/>
          </p:nvSpPr>
          <p:spPr>
            <a:xfrm>
              <a:off x="3915303" y="1582646"/>
              <a:ext cx="413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3" name="Google Shape;1373;p82"/>
          <p:cNvSpPr txBox="1"/>
          <p:nvPr/>
        </p:nvSpPr>
        <p:spPr>
          <a:xfrm>
            <a:off x="3273871" y="1595879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74" name="Google Shape;1374;p82"/>
          <p:cNvGrpSpPr/>
          <p:nvPr/>
        </p:nvGrpSpPr>
        <p:grpSpPr>
          <a:xfrm>
            <a:off x="324000" y="2584650"/>
            <a:ext cx="4565100" cy="678575"/>
            <a:chOff x="324000" y="2584650"/>
            <a:chExt cx="4565100" cy="678575"/>
          </a:xfrm>
        </p:grpSpPr>
        <p:sp>
          <p:nvSpPr>
            <p:cNvPr id="1375" name="Google Shape;1375;p82"/>
            <p:cNvSpPr txBox="1"/>
            <p:nvPr/>
          </p:nvSpPr>
          <p:spPr>
            <a:xfrm>
              <a:off x="989224" y="2924525"/>
              <a:ext cx="305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     46   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75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82"/>
            <p:cNvSpPr txBox="1"/>
            <p:nvPr/>
          </p:nvSpPr>
          <p:spPr>
            <a:xfrm>
              <a:off x="324000" y="2584650"/>
              <a:ext cx="4565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What value goes into these gaps?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7" name="Google Shape;1377;p82"/>
          <p:cNvGrpSpPr/>
          <p:nvPr/>
        </p:nvGrpSpPr>
        <p:grpSpPr>
          <a:xfrm>
            <a:off x="1583900" y="3307773"/>
            <a:ext cx="816600" cy="672403"/>
            <a:chOff x="1583900" y="3307773"/>
            <a:chExt cx="816600" cy="672403"/>
          </a:xfrm>
        </p:grpSpPr>
        <p:grpSp>
          <p:nvGrpSpPr>
            <p:cNvPr id="1378" name="Google Shape;1378;p82"/>
            <p:cNvGrpSpPr/>
            <p:nvPr/>
          </p:nvGrpSpPr>
          <p:grpSpPr>
            <a:xfrm>
              <a:off x="1583905" y="3737083"/>
              <a:ext cx="243093" cy="243093"/>
              <a:chOff x="1020916" y="1442088"/>
              <a:chExt cx="457200" cy="457200"/>
            </a:xfrm>
          </p:grpSpPr>
          <p:pic>
            <p:nvPicPr>
              <p:cNvPr id="1379" name="Google Shape;1379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0" name="Google Shape;1380;p82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81" name="Google Shape;1381;p82"/>
            <p:cNvGrpSpPr/>
            <p:nvPr/>
          </p:nvGrpSpPr>
          <p:grpSpPr>
            <a:xfrm>
              <a:off x="1583900" y="3307773"/>
              <a:ext cx="816600" cy="429302"/>
              <a:chOff x="1583900" y="3307773"/>
              <a:chExt cx="816600" cy="429302"/>
            </a:xfrm>
          </p:grpSpPr>
          <p:cxnSp>
            <p:nvCxnSpPr>
              <p:cNvPr id="1382" name="Google Shape;1382;p82"/>
              <p:cNvCxnSpPr/>
              <p:nvPr/>
            </p:nvCxnSpPr>
            <p:spPr>
              <a:xfrm>
                <a:off x="1671054" y="3307773"/>
                <a:ext cx="642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3" name="Google Shape;1383;p82"/>
              <p:cNvSpPr/>
              <p:nvPr/>
            </p:nvSpPr>
            <p:spPr>
              <a:xfrm>
                <a:off x="1583900" y="3400475"/>
                <a:ext cx="816600" cy="336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84" name="Google Shape;1384;p82"/>
          <p:cNvGrpSpPr/>
          <p:nvPr/>
        </p:nvGrpSpPr>
        <p:grpSpPr>
          <a:xfrm>
            <a:off x="2982650" y="3307775"/>
            <a:ext cx="880800" cy="672401"/>
            <a:chOff x="2982650" y="3307775"/>
            <a:chExt cx="880800" cy="672401"/>
          </a:xfrm>
        </p:grpSpPr>
        <p:grpSp>
          <p:nvGrpSpPr>
            <p:cNvPr id="1385" name="Google Shape;1385;p82"/>
            <p:cNvGrpSpPr/>
            <p:nvPr/>
          </p:nvGrpSpPr>
          <p:grpSpPr>
            <a:xfrm>
              <a:off x="3591805" y="3737083"/>
              <a:ext cx="243093" cy="243093"/>
              <a:chOff x="1020916" y="1442088"/>
              <a:chExt cx="457200" cy="457200"/>
            </a:xfrm>
          </p:grpSpPr>
          <p:pic>
            <p:nvPicPr>
              <p:cNvPr id="1386" name="Google Shape;1386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7" name="Google Shape;1387;p82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88" name="Google Shape;1388;p82"/>
            <p:cNvGrpSpPr/>
            <p:nvPr/>
          </p:nvGrpSpPr>
          <p:grpSpPr>
            <a:xfrm>
              <a:off x="2982650" y="3307775"/>
              <a:ext cx="880800" cy="429300"/>
              <a:chOff x="1572800" y="3307775"/>
              <a:chExt cx="880800" cy="429300"/>
            </a:xfrm>
          </p:grpSpPr>
          <p:cxnSp>
            <p:nvCxnSpPr>
              <p:cNvPr id="1389" name="Google Shape;1389;p82"/>
              <p:cNvCxnSpPr/>
              <p:nvPr/>
            </p:nvCxnSpPr>
            <p:spPr>
              <a:xfrm>
                <a:off x="1572800" y="3307775"/>
                <a:ext cx="880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0" name="Google Shape;1390;p82"/>
              <p:cNvSpPr/>
              <p:nvPr/>
            </p:nvSpPr>
            <p:spPr>
              <a:xfrm>
                <a:off x="1604900" y="3400475"/>
                <a:ext cx="816600" cy="336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91" name="Google Shape;1391;p82"/>
          <p:cNvSpPr txBox="1"/>
          <p:nvPr/>
        </p:nvSpPr>
        <p:spPr>
          <a:xfrm>
            <a:off x="1019225" y="4156980"/>
            <a:ext cx="44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use the table of values to see that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a value of 0.966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92" name="Google Shape;1392;p82"/>
          <p:cNvGrpSpPr/>
          <p:nvPr/>
        </p:nvGrpSpPr>
        <p:grpSpPr>
          <a:xfrm>
            <a:off x="1638050" y="3307773"/>
            <a:ext cx="2225400" cy="414922"/>
            <a:chOff x="1638050" y="4298373"/>
            <a:chExt cx="2225400" cy="414922"/>
          </a:xfrm>
        </p:grpSpPr>
        <p:cxnSp>
          <p:nvCxnSpPr>
            <p:cNvPr id="1393" name="Google Shape;1393;p82"/>
            <p:cNvCxnSpPr/>
            <p:nvPr/>
          </p:nvCxnSpPr>
          <p:spPr>
            <a:xfrm>
              <a:off x="1671054" y="4298373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4" name="Google Shape;1394;p82"/>
            <p:cNvCxnSpPr/>
            <p:nvPr/>
          </p:nvCxnSpPr>
          <p:spPr>
            <a:xfrm>
              <a:off x="2982650" y="4298375"/>
              <a:ext cx="880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5" name="Google Shape;1395;p82"/>
            <p:cNvSpPr txBox="1"/>
            <p:nvPr/>
          </p:nvSpPr>
          <p:spPr>
            <a:xfrm>
              <a:off x="1638050" y="4405495"/>
              <a:ext cx="708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0.966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96" name="Google Shape;1396;p82"/>
            <p:cNvSpPr txBox="1"/>
            <p:nvPr/>
          </p:nvSpPr>
          <p:spPr>
            <a:xfrm>
              <a:off x="3068900" y="4405495"/>
              <a:ext cx="708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0.966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83"/>
          <p:cNvSpPr/>
          <p:nvPr/>
        </p:nvSpPr>
        <p:spPr>
          <a:xfrm flipH="1">
            <a:off x="3423310" y="33032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3"/>
          <p:cNvSpPr txBox="1"/>
          <p:nvPr/>
        </p:nvSpPr>
        <p:spPr>
          <a:xfrm>
            <a:off x="3438684" y="38410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83"/>
          <p:cNvSpPr/>
          <p:nvPr/>
        </p:nvSpPr>
        <p:spPr>
          <a:xfrm flipH="1">
            <a:off x="4381776" y="2399226"/>
            <a:ext cx="1341900" cy="13419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3"/>
          <p:cNvSpPr/>
          <p:nvPr/>
        </p:nvSpPr>
        <p:spPr>
          <a:xfrm flipH="1">
            <a:off x="5043741" y="1667423"/>
            <a:ext cx="1717500" cy="1411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3"/>
          <p:cNvSpPr/>
          <p:nvPr/>
        </p:nvSpPr>
        <p:spPr>
          <a:xfrm rot="5400000">
            <a:off x="6160333" y="3880500"/>
            <a:ext cx="1761000" cy="17610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3"/>
          <p:cNvSpPr/>
          <p:nvPr/>
        </p:nvSpPr>
        <p:spPr>
          <a:xfrm>
            <a:off x="5385141" y="3804832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3"/>
          <p:cNvSpPr/>
          <p:nvPr/>
        </p:nvSpPr>
        <p:spPr>
          <a:xfrm>
            <a:off x="3594600" y="2574901"/>
            <a:ext cx="1245000" cy="12450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3"/>
          <p:cNvSpPr/>
          <p:nvPr/>
        </p:nvSpPr>
        <p:spPr>
          <a:xfrm>
            <a:off x="2550189" y="1521585"/>
            <a:ext cx="1686000" cy="1686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410" name="Google Shape;1410;p83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1" name="Google Shape;1411;p83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412" name="Google Shape;1412;p83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3" name="Google Shape;1413;p83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i="1"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4" name="Google Shape;1414;p83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415" name="Google Shape;1415;p83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6" name="Google Shape;1416;p83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7" name="Google Shape;1417;p83"/>
          <p:cNvSpPr/>
          <p:nvPr/>
        </p:nvSpPr>
        <p:spPr>
          <a:xfrm>
            <a:off x="2550189" y="2885387"/>
            <a:ext cx="322200" cy="322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8" name="Google Shape;1418;p83"/>
          <p:cNvCxnSpPr/>
          <p:nvPr/>
        </p:nvCxnSpPr>
        <p:spPr>
          <a:xfrm>
            <a:off x="2623323" y="1448451"/>
            <a:ext cx="1686000" cy="168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9" name="Google Shape;1419;p83"/>
          <p:cNvCxnSpPr/>
          <p:nvPr/>
        </p:nvCxnSpPr>
        <p:spPr>
          <a:xfrm>
            <a:off x="2415407" y="1521585"/>
            <a:ext cx="0" cy="1692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0" name="Google Shape;1420;p83"/>
          <p:cNvSpPr txBox="1"/>
          <p:nvPr/>
        </p:nvSpPr>
        <p:spPr>
          <a:xfrm>
            <a:off x="3629272" y="2977087"/>
            <a:ext cx="429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3"/>
          <p:cNvSpPr txBox="1"/>
          <p:nvPr/>
        </p:nvSpPr>
        <p:spPr>
          <a:xfrm>
            <a:off x="3503372" y="2101501"/>
            <a:ext cx="660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3"/>
          <p:cNvSpPr/>
          <p:nvPr/>
        </p:nvSpPr>
        <p:spPr>
          <a:xfrm>
            <a:off x="323949" y="1631350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3"/>
          <p:cNvSpPr/>
          <p:nvPr/>
        </p:nvSpPr>
        <p:spPr>
          <a:xfrm>
            <a:off x="323949" y="2099225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3"/>
          <p:cNvSpPr/>
          <p:nvPr/>
        </p:nvSpPr>
        <p:spPr>
          <a:xfrm>
            <a:off x="367678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3"/>
          <p:cNvSpPr/>
          <p:nvPr/>
        </p:nvSpPr>
        <p:spPr>
          <a:xfrm>
            <a:off x="1366453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3"/>
          <p:cNvSpPr/>
          <p:nvPr/>
        </p:nvSpPr>
        <p:spPr>
          <a:xfrm flipH="1">
            <a:off x="6491553" y="2809035"/>
            <a:ext cx="269700" cy="26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7" name="Google Shape;1427;p83"/>
          <p:cNvCxnSpPr/>
          <p:nvPr/>
        </p:nvCxnSpPr>
        <p:spPr>
          <a:xfrm flipH="1">
            <a:off x="4979956" y="1603638"/>
            <a:ext cx="1717500" cy="1411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8" name="Google Shape;1428;p83"/>
          <p:cNvCxnSpPr/>
          <p:nvPr/>
        </p:nvCxnSpPr>
        <p:spPr>
          <a:xfrm>
            <a:off x="6874075" y="1667431"/>
            <a:ext cx="0" cy="141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9" name="Google Shape;1429;p83"/>
          <p:cNvSpPr txBox="1"/>
          <p:nvPr/>
        </p:nvSpPr>
        <p:spPr>
          <a:xfrm flipH="1">
            <a:off x="5268696" y="2862414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3"/>
          <p:cNvSpPr/>
          <p:nvPr/>
        </p:nvSpPr>
        <p:spPr>
          <a:xfrm flipH="1">
            <a:off x="6910177" y="2170297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3"/>
          <p:cNvSpPr/>
          <p:nvPr/>
        </p:nvSpPr>
        <p:spPr>
          <a:xfrm flipH="1">
            <a:off x="7941949" y="217801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3"/>
          <p:cNvSpPr/>
          <p:nvPr/>
        </p:nvSpPr>
        <p:spPr>
          <a:xfrm flipH="1">
            <a:off x="6943174" y="217801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3"/>
          <p:cNvSpPr txBox="1"/>
          <p:nvPr/>
        </p:nvSpPr>
        <p:spPr>
          <a:xfrm flipH="1">
            <a:off x="5026827" y="2028525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3"/>
          <p:cNvSpPr/>
          <p:nvPr/>
        </p:nvSpPr>
        <p:spPr>
          <a:xfrm>
            <a:off x="323949" y="2628188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3"/>
          <p:cNvSpPr/>
          <p:nvPr/>
        </p:nvSpPr>
        <p:spPr>
          <a:xfrm>
            <a:off x="367678" y="263590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3"/>
          <p:cNvSpPr/>
          <p:nvPr/>
        </p:nvSpPr>
        <p:spPr>
          <a:xfrm>
            <a:off x="921651" y="2635900"/>
            <a:ext cx="902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3"/>
          <p:cNvSpPr/>
          <p:nvPr/>
        </p:nvSpPr>
        <p:spPr>
          <a:xfrm rot="5400000">
            <a:off x="5385138" y="4515330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8" name="Google Shape;1438;p83"/>
          <p:cNvCxnSpPr/>
          <p:nvPr/>
        </p:nvCxnSpPr>
        <p:spPr>
          <a:xfrm flipH="1" rot="5400000">
            <a:off x="5815041" y="3374932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9" name="Google Shape;1439;p83"/>
          <p:cNvCxnSpPr/>
          <p:nvPr/>
        </p:nvCxnSpPr>
        <p:spPr>
          <a:xfrm rot="-5400000">
            <a:off x="4794366" y="4294307"/>
            <a:ext cx="971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0" name="Google Shape;1440;p83"/>
          <p:cNvSpPr txBox="1"/>
          <p:nvPr/>
        </p:nvSpPr>
        <p:spPr>
          <a:xfrm>
            <a:off x="6130535" y="3879700"/>
            <a:ext cx="999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3"/>
          <p:cNvSpPr txBox="1"/>
          <p:nvPr/>
        </p:nvSpPr>
        <p:spPr>
          <a:xfrm>
            <a:off x="4677672" y="4197256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3"/>
          <p:cNvSpPr txBox="1"/>
          <p:nvPr/>
        </p:nvSpPr>
        <p:spPr>
          <a:xfrm>
            <a:off x="6190604" y="4510353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3"/>
          <p:cNvSpPr/>
          <p:nvPr/>
        </p:nvSpPr>
        <p:spPr>
          <a:xfrm flipH="1" rot="-2368091">
            <a:off x="2875354" y="44794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4" name="Google Shape;1444;p83"/>
          <p:cNvGrpSpPr/>
          <p:nvPr/>
        </p:nvGrpSpPr>
        <p:grpSpPr>
          <a:xfrm flipH="1" rot="-2367281">
            <a:off x="2661454" y="3126243"/>
            <a:ext cx="1345745" cy="1951882"/>
            <a:chOff x="-2029068" y="1455875"/>
            <a:chExt cx="967943" cy="2723771"/>
          </a:xfrm>
        </p:grpSpPr>
        <p:sp>
          <p:nvSpPr>
            <p:cNvPr id="1445" name="Google Shape;1445;p83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6" name="Google Shape;1446;p83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47" name="Google Shape;1447;p83"/>
          <p:cNvSpPr txBox="1"/>
          <p:nvPr/>
        </p:nvSpPr>
        <p:spPr>
          <a:xfrm flipH="1">
            <a:off x="2581051" y="3462725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13.8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3"/>
          <p:cNvSpPr txBox="1"/>
          <p:nvPr/>
        </p:nvSpPr>
        <p:spPr>
          <a:xfrm>
            <a:off x="1248225" y="4236500"/>
            <a:ext cx="134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3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3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3"/>
          <p:cNvSpPr txBox="1"/>
          <p:nvPr/>
        </p:nvSpPr>
        <p:spPr>
          <a:xfrm>
            <a:off x="4710888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3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3" name="Google Shape;1453;p83"/>
          <p:cNvCxnSpPr/>
          <p:nvPr/>
        </p:nvCxnSpPr>
        <p:spPr>
          <a:xfrm rot="10800000">
            <a:off x="2081575" y="3876900"/>
            <a:ext cx="705000" cy="914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4" name="Google Shape;1454;p83"/>
          <p:cNvCxnSpPr/>
          <p:nvPr/>
        </p:nvCxnSpPr>
        <p:spPr>
          <a:xfrm rot="10800000">
            <a:off x="2254925" y="3693575"/>
            <a:ext cx="1700100" cy="25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84"/>
          <p:cNvSpPr/>
          <p:nvPr/>
        </p:nvSpPr>
        <p:spPr>
          <a:xfrm flipH="1">
            <a:off x="6298176" y="2414874"/>
            <a:ext cx="1108500" cy="11085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4"/>
          <p:cNvSpPr/>
          <p:nvPr/>
        </p:nvSpPr>
        <p:spPr>
          <a:xfrm rot="5400000">
            <a:off x="801298" y="3056530"/>
            <a:ext cx="951900" cy="9519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4"/>
          <p:cNvSpPr/>
          <p:nvPr/>
        </p:nvSpPr>
        <p:spPr>
          <a:xfrm>
            <a:off x="1262791" y="3519314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4"/>
          <p:cNvSpPr txBox="1"/>
          <p:nvPr/>
        </p:nvSpPr>
        <p:spPr>
          <a:xfrm flipH="1">
            <a:off x="5218372" y="1696200"/>
            <a:ext cx="631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4"/>
          <p:cNvSpPr/>
          <p:nvPr/>
        </p:nvSpPr>
        <p:spPr>
          <a:xfrm>
            <a:off x="2621000" y="2342400"/>
            <a:ext cx="1499100" cy="14991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4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 of the hypotenuse when given the side opposite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grpSp>
        <p:nvGrpSpPr>
          <p:cNvPr id="1466" name="Google Shape;1466;p84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467" name="Google Shape;1467;p84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84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i="1"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9" name="Google Shape;1469;p84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470" name="Google Shape;1470;p84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84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2" name="Google Shape;1472;p84"/>
          <p:cNvSpPr/>
          <p:nvPr/>
        </p:nvSpPr>
        <p:spPr>
          <a:xfrm flipH="1">
            <a:off x="1272497" y="2903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3" name="Google Shape;1473;p84"/>
          <p:cNvGrpSpPr/>
          <p:nvPr/>
        </p:nvGrpSpPr>
        <p:grpSpPr>
          <a:xfrm flipH="1">
            <a:off x="1162074" y="1815886"/>
            <a:ext cx="2302949" cy="1391843"/>
            <a:chOff x="-2056624" y="1350393"/>
            <a:chExt cx="1045654" cy="1926692"/>
          </a:xfrm>
        </p:grpSpPr>
        <p:sp>
          <p:nvSpPr>
            <p:cNvPr id="1474" name="Google Shape;1474;p84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5" name="Google Shape;1475;p84"/>
            <p:cNvCxnSpPr/>
            <p:nvPr/>
          </p:nvCxnSpPr>
          <p:spPr>
            <a:xfrm flipH="1">
              <a:off x="-2056624" y="135039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76" name="Google Shape;1476;p84"/>
            <p:cNvCxnSpPr/>
            <p:nvPr/>
          </p:nvCxnSpPr>
          <p:spPr>
            <a:xfrm rot="10800000">
              <a:off x="-2022025" y="327708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77" name="Google Shape;1477;p84"/>
            <p:cNvCxnSpPr/>
            <p:nvPr/>
          </p:nvCxnSpPr>
          <p:spPr>
            <a:xfrm rot="10800000">
              <a:off x="-101096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78" name="Google Shape;1478;p84"/>
          <p:cNvSpPr txBox="1"/>
          <p:nvPr/>
        </p:nvSpPr>
        <p:spPr>
          <a:xfrm flipH="1">
            <a:off x="2311939" y="1717200"/>
            <a:ext cx="2039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opposite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84"/>
          <p:cNvSpPr txBox="1"/>
          <p:nvPr/>
        </p:nvSpPr>
        <p:spPr>
          <a:xfrm flipH="1">
            <a:off x="533426" y="2405750"/>
            <a:ext cx="63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0" name="Google Shape;1480;p84"/>
          <p:cNvGrpSpPr/>
          <p:nvPr/>
        </p:nvGrpSpPr>
        <p:grpSpPr>
          <a:xfrm>
            <a:off x="2822775" y="2105397"/>
            <a:ext cx="1438954" cy="379182"/>
            <a:chOff x="1269725" y="4863425"/>
            <a:chExt cx="642304" cy="379182"/>
          </a:xfrm>
        </p:grpSpPr>
        <p:sp>
          <p:nvSpPr>
            <p:cNvPr id="1481" name="Google Shape;1481;p84"/>
            <p:cNvSpPr txBox="1"/>
            <p:nvPr/>
          </p:nvSpPr>
          <p:spPr>
            <a:xfrm>
              <a:off x="1269729" y="4903907"/>
              <a:ext cx="64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0.174</a:t>
              </a:r>
              <a:endParaRPr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82" name="Google Shape;1482;p84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83" name="Google Shape;1483;p84"/>
          <p:cNvSpPr txBox="1"/>
          <p:nvPr/>
        </p:nvSpPr>
        <p:spPr>
          <a:xfrm>
            <a:off x="2616826" y="2881957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84"/>
          <p:cNvSpPr/>
          <p:nvPr/>
        </p:nvSpPr>
        <p:spPr>
          <a:xfrm flipH="1">
            <a:off x="7739066" y="2774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84"/>
          <p:cNvSpPr txBox="1"/>
          <p:nvPr/>
        </p:nvSpPr>
        <p:spPr>
          <a:xfrm flipH="1">
            <a:off x="8044725" y="1894113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6" name="Google Shape;1486;p84"/>
          <p:cNvGrpSpPr/>
          <p:nvPr/>
        </p:nvGrpSpPr>
        <p:grpSpPr>
          <a:xfrm>
            <a:off x="6771349" y="877684"/>
            <a:ext cx="1273367" cy="2201921"/>
            <a:chOff x="-2089411" y="1392790"/>
            <a:chExt cx="1126077" cy="1822933"/>
          </a:xfrm>
        </p:grpSpPr>
        <p:sp>
          <p:nvSpPr>
            <p:cNvPr id="1487" name="Google Shape;1487;p84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8" name="Google Shape;1488;p84"/>
            <p:cNvCxnSpPr/>
            <p:nvPr/>
          </p:nvCxnSpPr>
          <p:spPr>
            <a:xfrm flipH="1">
              <a:off x="-2089411" y="139279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89" name="Google Shape;1489;p84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90" name="Google Shape;1490;p84"/>
            <p:cNvCxnSpPr/>
            <p:nvPr/>
          </p:nvCxnSpPr>
          <p:spPr>
            <a:xfrm rot="10800000">
              <a:off x="-963334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491" name="Google Shape;1491;p84"/>
          <p:cNvCxnSpPr/>
          <p:nvPr/>
        </p:nvCxnSpPr>
        <p:spPr>
          <a:xfrm>
            <a:off x="5899392" y="1924656"/>
            <a:ext cx="109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2" name="Google Shape;1492;p84"/>
          <p:cNvSpPr/>
          <p:nvPr/>
        </p:nvSpPr>
        <p:spPr>
          <a:xfrm>
            <a:off x="5899392" y="1524513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84"/>
          <p:cNvSpPr/>
          <p:nvPr/>
        </p:nvSpPr>
        <p:spPr>
          <a:xfrm>
            <a:off x="5899392" y="1988213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4"/>
          <p:cNvSpPr/>
          <p:nvPr/>
        </p:nvSpPr>
        <p:spPr>
          <a:xfrm rot="5400000">
            <a:off x="1262788" y="4229811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5" name="Google Shape;1495;p84"/>
          <p:cNvCxnSpPr/>
          <p:nvPr/>
        </p:nvCxnSpPr>
        <p:spPr>
          <a:xfrm flipH="1" rot="5400000">
            <a:off x="1692691" y="3089414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6" name="Google Shape;1496;p84"/>
          <p:cNvCxnSpPr/>
          <p:nvPr/>
        </p:nvCxnSpPr>
        <p:spPr>
          <a:xfrm>
            <a:off x="1269091" y="4582636"/>
            <a:ext cx="1662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7" name="Google Shape;1497;p84"/>
          <p:cNvSpPr txBox="1"/>
          <p:nvPr/>
        </p:nvSpPr>
        <p:spPr>
          <a:xfrm>
            <a:off x="1265709" y="371893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4"/>
          <p:cNvSpPr txBox="1"/>
          <p:nvPr/>
        </p:nvSpPr>
        <p:spPr>
          <a:xfrm flipH="1">
            <a:off x="1694500" y="4601150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4"/>
          <p:cNvSpPr txBox="1"/>
          <p:nvPr/>
        </p:nvSpPr>
        <p:spPr>
          <a:xfrm>
            <a:off x="2089473" y="3669971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4"/>
          <p:cNvSpPr txBox="1"/>
          <p:nvPr/>
        </p:nvSpPr>
        <p:spPr>
          <a:xfrm flipH="1">
            <a:off x="6937808" y="27504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84"/>
          <p:cNvSpPr txBox="1"/>
          <p:nvPr/>
        </p:nvSpPr>
        <p:spPr>
          <a:xfrm flipH="1">
            <a:off x="6858738" y="3117979"/>
            <a:ext cx="1098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4"/>
          <p:cNvSpPr txBox="1"/>
          <p:nvPr/>
        </p:nvSpPr>
        <p:spPr>
          <a:xfrm>
            <a:off x="4642350" y="3426850"/>
            <a:ext cx="417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right-angled triangle has an angle of 85°.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3" name="Google Shape;1503;p84"/>
          <p:cNvCxnSpPr/>
          <p:nvPr/>
        </p:nvCxnSpPr>
        <p:spPr>
          <a:xfrm rot="10800000">
            <a:off x="1162074" y="3512991"/>
            <a:ext cx="0" cy="93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4" name="Google Shape;1504;p84"/>
          <p:cNvSpPr txBox="1"/>
          <p:nvPr/>
        </p:nvSpPr>
        <p:spPr>
          <a:xfrm flipH="1">
            <a:off x="327300" y="3930725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4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4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84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85"/>
          <p:cNvSpPr/>
          <p:nvPr/>
        </p:nvSpPr>
        <p:spPr>
          <a:xfrm flipH="1">
            <a:off x="4381776" y="2399226"/>
            <a:ext cx="1341900" cy="13419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5"/>
          <p:cNvSpPr/>
          <p:nvPr/>
        </p:nvSpPr>
        <p:spPr>
          <a:xfrm flipH="1">
            <a:off x="5043741" y="1667423"/>
            <a:ext cx="1717500" cy="1411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85"/>
          <p:cNvSpPr/>
          <p:nvPr/>
        </p:nvSpPr>
        <p:spPr>
          <a:xfrm rot="5400000">
            <a:off x="7379533" y="3880500"/>
            <a:ext cx="1761000" cy="17610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85"/>
          <p:cNvSpPr/>
          <p:nvPr/>
        </p:nvSpPr>
        <p:spPr>
          <a:xfrm>
            <a:off x="6604341" y="3804832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5"/>
          <p:cNvSpPr/>
          <p:nvPr/>
        </p:nvSpPr>
        <p:spPr>
          <a:xfrm>
            <a:off x="3594600" y="2574901"/>
            <a:ext cx="1245000" cy="12450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5"/>
          <p:cNvSpPr/>
          <p:nvPr/>
        </p:nvSpPr>
        <p:spPr>
          <a:xfrm>
            <a:off x="2550189" y="1521585"/>
            <a:ext cx="1686000" cy="1686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519" name="Google Shape;1519;p85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0" name="Google Shape;1520;p85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521" name="Google Shape;1521;p85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85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i="1"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3" name="Google Shape;1523;p85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524" name="Google Shape;1524;p85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85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26" name="Google Shape;1526;p85"/>
          <p:cNvSpPr/>
          <p:nvPr/>
        </p:nvSpPr>
        <p:spPr>
          <a:xfrm>
            <a:off x="2550189" y="2885387"/>
            <a:ext cx="322200" cy="322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7" name="Google Shape;1527;p85"/>
          <p:cNvCxnSpPr/>
          <p:nvPr/>
        </p:nvCxnSpPr>
        <p:spPr>
          <a:xfrm>
            <a:off x="2623323" y="1448451"/>
            <a:ext cx="1686000" cy="168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8" name="Google Shape;1528;p85"/>
          <p:cNvCxnSpPr/>
          <p:nvPr/>
        </p:nvCxnSpPr>
        <p:spPr>
          <a:xfrm>
            <a:off x="2415407" y="1521585"/>
            <a:ext cx="0" cy="1692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9" name="Google Shape;1529;p85"/>
          <p:cNvSpPr txBox="1"/>
          <p:nvPr/>
        </p:nvSpPr>
        <p:spPr>
          <a:xfrm>
            <a:off x="3629272" y="2977087"/>
            <a:ext cx="429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85"/>
          <p:cNvSpPr txBox="1"/>
          <p:nvPr/>
        </p:nvSpPr>
        <p:spPr>
          <a:xfrm>
            <a:off x="3503372" y="2101501"/>
            <a:ext cx="660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5"/>
          <p:cNvSpPr/>
          <p:nvPr/>
        </p:nvSpPr>
        <p:spPr>
          <a:xfrm>
            <a:off x="323949" y="1631350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5"/>
          <p:cNvSpPr/>
          <p:nvPr/>
        </p:nvSpPr>
        <p:spPr>
          <a:xfrm>
            <a:off x="367678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85"/>
          <p:cNvSpPr/>
          <p:nvPr/>
        </p:nvSpPr>
        <p:spPr>
          <a:xfrm>
            <a:off x="323949" y="2099225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85"/>
          <p:cNvSpPr/>
          <p:nvPr/>
        </p:nvSpPr>
        <p:spPr>
          <a:xfrm>
            <a:off x="1366453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5"/>
          <p:cNvSpPr/>
          <p:nvPr/>
        </p:nvSpPr>
        <p:spPr>
          <a:xfrm flipH="1">
            <a:off x="6491553" y="2809035"/>
            <a:ext cx="269700" cy="26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6" name="Google Shape;1536;p85"/>
          <p:cNvCxnSpPr/>
          <p:nvPr/>
        </p:nvCxnSpPr>
        <p:spPr>
          <a:xfrm flipH="1">
            <a:off x="4979956" y="1603638"/>
            <a:ext cx="1717500" cy="1411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7" name="Google Shape;1537;p85"/>
          <p:cNvCxnSpPr/>
          <p:nvPr/>
        </p:nvCxnSpPr>
        <p:spPr>
          <a:xfrm>
            <a:off x="6874075" y="1667431"/>
            <a:ext cx="0" cy="141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8" name="Google Shape;1538;p85"/>
          <p:cNvSpPr txBox="1"/>
          <p:nvPr/>
        </p:nvSpPr>
        <p:spPr>
          <a:xfrm flipH="1">
            <a:off x="5268696" y="2862414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85"/>
          <p:cNvSpPr/>
          <p:nvPr/>
        </p:nvSpPr>
        <p:spPr>
          <a:xfrm flipH="1">
            <a:off x="7941949" y="217801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85"/>
          <p:cNvSpPr/>
          <p:nvPr/>
        </p:nvSpPr>
        <p:spPr>
          <a:xfrm flipH="1">
            <a:off x="6910177" y="2170297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85"/>
          <p:cNvSpPr/>
          <p:nvPr/>
        </p:nvSpPr>
        <p:spPr>
          <a:xfrm flipH="1">
            <a:off x="6943174" y="217801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85"/>
          <p:cNvSpPr txBox="1"/>
          <p:nvPr/>
        </p:nvSpPr>
        <p:spPr>
          <a:xfrm flipH="1">
            <a:off x="5026827" y="2028525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85"/>
          <p:cNvSpPr/>
          <p:nvPr/>
        </p:nvSpPr>
        <p:spPr>
          <a:xfrm>
            <a:off x="323949" y="2628188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85"/>
          <p:cNvSpPr/>
          <p:nvPr/>
        </p:nvSpPr>
        <p:spPr>
          <a:xfrm>
            <a:off x="367678" y="263590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5"/>
          <p:cNvSpPr/>
          <p:nvPr/>
        </p:nvSpPr>
        <p:spPr>
          <a:xfrm>
            <a:off x="921651" y="2635900"/>
            <a:ext cx="902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85"/>
          <p:cNvSpPr/>
          <p:nvPr/>
        </p:nvSpPr>
        <p:spPr>
          <a:xfrm flipH="1">
            <a:off x="3423310" y="33032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85"/>
          <p:cNvSpPr/>
          <p:nvPr/>
        </p:nvSpPr>
        <p:spPr>
          <a:xfrm flipH="1" rot="-2368091">
            <a:off x="2875354" y="44794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85"/>
          <p:cNvSpPr txBox="1"/>
          <p:nvPr/>
        </p:nvSpPr>
        <p:spPr>
          <a:xfrm>
            <a:off x="3438684" y="38410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85"/>
          <p:cNvSpPr txBox="1"/>
          <p:nvPr/>
        </p:nvSpPr>
        <p:spPr>
          <a:xfrm flipH="1">
            <a:off x="2632525" y="3462725"/>
            <a:ext cx="9018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13.8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85"/>
          <p:cNvSpPr/>
          <p:nvPr/>
        </p:nvSpPr>
        <p:spPr>
          <a:xfrm rot="5400000">
            <a:off x="6604338" y="4515330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1" name="Google Shape;1551;p85"/>
          <p:cNvCxnSpPr/>
          <p:nvPr/>
        </p:nvCxnSpPr>
        <p:spPr>
          <a:xfrm flipH="1" rot="5400000">
            <a:off x="7034241" y="3374932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2" name="Google Shape;1552;p85"/>
          <p:cNvCxnSpPr/>
          <p:nvPr/>
        </p:nvCxnSpPr>
        <p:spPr>
          <a:xfrm rot="-5400000">
            <a:off x="6013566" y="4294307"/>
            <a:ext cx="971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3" name="Google Shape;1553;p85"/>
          <p:cNvSpPr txBox="1"/>
          <p:nvPr/>
        </p:nvSpPr>
        <p:spPr>
          <a:xfrm>
            <a:off x="7349735" y="3879700"/>
            <a:ext cx="999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85"/>
          <p:cNvSpPr txBox="1"/>
          <p:nvPr/>
        </p:nvSpPr>
        <p:spPr>
          <a:xfrm>
            <a:off x="5896872" y="4197256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85"/>
          <p:cNvSpPr txBox="1"/>
          <p:nvPr/>
        </p:nvSpPr>
        <p:spPr>
          <a:xfrm>
            <a:off x="7409804" y="4510353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85"/>
          <p:cNvSpPr txBox="1"/>
          <p:nvPr/>
        </p:nvSpPr>
        <p:spPr>
          <a:xfrm flipH="1">
            <a:off x="367675" y="2117325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7" name="Google Shape;1557;p85"/>
          <p:cNvSpPr txBox="1"/>
          <p:nvPr/>
        </p:nvSpPr>
        <p:spPr>
          <a:xfrm flipH="1">
            <a:off x="367675" y="2642040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8" name="Google Shape;1558;p85"/>
          <p:cNvSpPr txBox="1"/>
          <p:nvPr/>
        </p:nvSpPr>
        <p:spPr>
          <a:xfrm flipH="1">
            <a:off x="1366450" y="2117315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9" name="Google Shape;1559;p85"/>
          <p:cNvSpPr txBox="1"/>
          <p:nvPr/>
        </p:nvSpPr>
        <p:spPr>
          <a:xfrm flipH="1">
            <a:off x="921650" y="2649575"/>
            <a:ext cx="90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0" name="Google Shape;1560;p85"/>
          <p:cNvSpPr txBox="1"/>
          <p:nvPr/>
        </p:nvSpPr>
        <p:spPr>
          <a:xfrm flipH="1">
            <a:off x="553975" y="3014850"/>
            <a:ext cx="137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49.511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85"/>
          <p:cNvSpPr txBox="1"/>
          <p:nvPr/>
        </p:nvSpPr>
        <p:spPr>
          <a:xfrm flipH="1">
            <a:off x="6939649" y="2192400"/>
            <a:ext cx="3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17.2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85"/>
          <p:cNvSpPr txBox="1"/>
          <p:nvPr/>
        </p:nvSpPr>
        <p:spPr>
          <a:xfrm flipH="1">
            <a:off x="7937927" y="2192390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85"/>
          <p:cNvSpPr txBox="1"/>
          <p:nvPr/>
        </p:nvSpPr>
        <p:spPr>
          <a:xfrm flipH="1">
            <a:off x="7117700" y="2733725"/>
            <a:ext cx="150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9.8728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4" name="Google Shape;1564;p85"/>
          <p:cNvSpPr txBox="1"/>
          <p:nvPr/>
        </p:nvSpPr>
        <p:spPr>
          <a:xfrm>
            <a:off x="1248225" y="4236500"/>
            <a:ext cx="134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85"/>
          <p:cNvSpPr/>
          <p:nvPr/>
        </p:nvSpPr>
        <p:spPr>
          <a:xfrm flipH="1" rot="3032611">
            <a:off x="2492455" y="3145323"/>
            <a:ext cx="1195521" cy="13359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85"/>
          <p:cNvSpPr txBox="1"/>
          <p:nvPr/>
        </p:nvSpPr>
        <p:spPr>
          <a:xfrm flipH="1">
            <a:off x="813300" y="4554650"/>
            <a:ext cx="16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11.3022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7" name="Google Shape;1567;p85"/>
          <p:cNvSpPr txBox="1"/>
          <p:nvPr/>
        </p:nvSpPr>
        <p:spPr>
          <a:xfrm flipH="1">
            <a:off x="4734150" y="4452850"/>
            <a:ext cx="16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0.041724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8" name="Google Shape;1568;p85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5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5"/>
          <p:cNvSpPr txBox="1"/>
          <p:nvPr/>
        </p:nvSpPr>
        <p:spPr>
          <a:xfrm>
            <a:off x="4710888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5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2" name="Google Shape;1572;p85"/>
          <p:cNvGrpSpPr/>
          <p:nvPr/>
        </p:nvGrpSpPr>
        <p:grpSpPr>
          <a:xfrm flipH="1" rot="-2367281">
            <a:off x="2661454" y="3126243"/>
            <a:ext cx="1345745" cy="1951882"/>
            <a:chOff x="-2029068" y="1455875"/>
            <a:chExt cx="967943" cy="2723771"/>
          </a:xfrm>
        </p:grpSpPr>
        <p:sp>
          <p:nvSpPr>
            <p:cNvPr id="1573" name="Google Shape;1573;p85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4" name="Google Shape;1574;p85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575" name="Google Shape;1575;p85"/>
          <p:cNvCxnSpPr/>
          <p:nvPr/>
        </p:nvCxnSpPr>
        <p:spPr>
          <a:xfrm rot="10800000">
            <a:off x="2081575" y="3876900"/>
            <a:ext cx="705000" cy="914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6" name="Google Shape;1576;p85"/>
          <p:cNvCxnSpPr/>
          <p:nvPr/>
        </p:nvCxnSpPr>
        <p:spPr>
          <a:xfrm rot="10800000">
            <a:off x="2254925" y="3693575"/>
            <a:ext cx="1700100" cy="25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86"/>
          <p:cNvSpPr/>
          <p:nvPr/>
        </p:nvSpPr>
        <p:spPr>
          <a:xfrm flipH="1">
            <a:off x="6298176" y="2414874"/>
            <a:ext cx="1108500" cy="11085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6"/>
          <p:cNvSpPr/>
          <p:nvPr/>
        </p:nvSpPr>
        <p:spPr>
          <a:xfrm rot="5400000">
            <a:off x="801298" y="3056530"/>
            <a:ext cx="951900" cy="9519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6"/>
          <p:cNvSpPr/>
          <p:nvPr/>
        </p:nvSpPr>
        <p:spPr>
          <a:xfrm>
            <a:off x="1262791" y="3519314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86"/>
          <p:cNvSpPr txBox="1"/>
          <p:nvPr/>
        </p:nvSpPr>
        <p:spPr>
          <a:xfrm flipH="1">
            <a:off x="5218372" y="1696200"/>
            <a:ext cx="631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86"/>
          <p:cNvSpPr/>
          <p:nvPr/>
        </p:nvSpPr>
        <p:spPr>
          <a:xfrm>
            <a:off x="2621000" y="2342400"/>
            <a:ext cx="1499100" cy="14991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86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 of the hypotenuse when given the side opposite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grpSp>
        <p:nvGrpSpPr>
          <p:cNvPr id="1588" name="Google Shape;1588;p86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589" name="Google Shape;1589;p86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86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i="1"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sin(</a:t>
              </a:r>
              <a:r>
                <a:rPr i="1"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1" name="Google Shape;1591;p86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592" name="Google Shape;1592;p86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3" name="Google Shape;1593;p86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4" name="Google Shape;1594;p86"/>
          <p:cNvSpPr/>
          <p:nvPr/>
        </p:nvSpPr>
        <p:spPr>
          <a:xfrm flipH="1">
            <a:off x="1272497" y="2903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5" name="Google Shape;1595;p86"/>
          <p:cNvGrpSpPr/>
          <p:nvPr/>
        </p:nvGrpSpPr>
        <p:grpSpPr>
          <a:xfrm flipH="1">
            <a:off x="1162074" y="1815886"/>
            <a:ext cx="2302949" cy="1391843"/>
            <a:chOff x="-2056624" y="1350393"/>
            <a:chExt cx="1045654" cy="1926692"/>
          </a:xfrm>
        </p:grpSpPr>
        <p:sp>
          <p:nvSpPr>
            <p:cNvPr id="1596" name="Google Shape;1596;p8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7" name="Google Shape;1597;p86"/>
            <p:cNvCxnSpPr/>
            <p:nvPr/>
          </p:nvCxnSpPr>
          <p:spPr>
            <a:xfrm flipH="1">
              <a:off x="-2056624" y="135039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98" name="Google Shape;1598;p86"/>
            <p:cNvCxnSpPr/>
            <p:nvPr/>
          </p:nvCxnSpPr>
          <p:spPr>
            <a:xfrm rot="10800000">
              <a:off x="-2022025" y="327708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99" name="Google Shape;1599;p86"/>
            <p:cNvCxnSpPr/>
            <p:nvPr/>
          </p:nvCxnSpPr>
          <p:spPr>
            <a:xfrm rot="10800000">
              <a:off x="-101096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00" name="Google Shape;1600;p86"/>
          <p:cNvSpPr txBox="1"/>
          <p:nvPr/>
        </p:nvSpPr>
        <p:spPr>
          <a:xfrm flipH="1">
            <a:off x="533426" y="2405750"/>
            <a:ext cx="63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1" name="Google Shape;1601;p86"/>
          <p:cNvGrpSpPr/>
          <p:nvPr/>
        </p:nvGrpSpPr>
        <p:grpSpPr>
          <a:xfrm>
            <a:off x="2822775" y="2105397"/>
            <a:ext cx="1438954" cy="379182"/>
            <a:chOff x="1269725" y="4863425"/>
            <a:chExt cx="642304" cy="379182"/>
          </a:xfrm>
        </p:grpSpPr>
        <p:sp>
          <p:nvSpPr>
            <p:cNvPr id="1602" name="Google Shape;1602;p86"/>
            <p:cNvSpPr txBox="1"/>
            <p:nvPr/>
          </p:nvSpPr>
          <p:spPr>
            <a:xfrm>
              <a:off x="1269729" y="4903907"/>
              <a:ext cx="64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0.174</a:t>
              </a:r>
              <a:endParaRPr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03" name="Google Shape;1603;p86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04" name="Google Shape;1604;p86"/>
          <p:cNvSpPr txBox="1"/>
          <p:nvPr/>
        </p:nvSpPr>
        <p:spPr>
          <a:xfrm>
            <a:off x="2616826" y="2881957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86"/>
          <p:cNvSpPr/>
          <p:nvPr/>
        </p:nvSpPr>
        <p:spPr>
          <a:xfrm flipH="1">
            <a:off x="7739066" y="2774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86"/>
          <p:cNvSpPr txBox="1"/>
          <p:nvPr/>
        </p:nvSpPr>
        <p:spPr>
          <a:xfrm flipH="1">
            <a:off x="8044725" y="1894113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7" name="Google Shape;1607;p86"/>
          <p:cNvGrpSpPr/>
          <p:nvPr/>
        </p:nvGrpSpPr>
        <p:grpSpPr>
          <a:xfrm>
            <a:off x="6771349" y="877684"/>
            <a:ext cx="1273367" cy="2201921"/>
            <a:chOff x="-2089411" y="1392790"/>
            <a:chExt cx="1126077" cy="1822933"/>
          </a:xfrm>
        </p:grpSpPr>
        <p:sp>
          <p:nvSpPr>
            <p:cNvPr id="1608" name="Google Shape;1608;p8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9" name="Google Shape;1609;p86"/>
            <p:cNvCxnSpPr/>
            <p:nvPr/>
          </p:nvCxnSpPr>
          <p:spPr>
            <a:xfrm flipH="1">
              <a:off x="-2089411" y="139279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10" name="Google Shape;1610;p86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11" name="Google Shape;1611;p86"/>
            <p:cNvCxnSpPr/>
            <p:nvPr/>
          </p:nvCxnSpPr>
          <p:spPr>
            <a:xfrm rot="10800000">
              <a:off x="-963334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612" name="Google Shape;1612;p86"/>
          <p:cNvCxnSpPr/>
          <p:nvPr/>
        </p:nvCxnSpPr>
        <p:spPr>
          <a:xfrm>
            <a:off x="5899392" y="1924656"/>
            <a:ext cx="109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86"/>
          <p:cNvSpPr/>
          <p:nvPr/>
        </p:nvSpPr>
        <p:spPr>
          <a:xfrm>
            <a:off x="5899392" y="1524513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86"/>
          <p:cNvSpPr/>
          <p:nvPr/>
        </p:nvSpPr>
        <p:spPr>
          <a:xfrm>
            <a:off x="5899392" y="1988213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86"/>
          <p:cNvSpPr/>
          <p:nvPr/>
        </p:nvSpPr>
        <p:spPr>
          <a:xfrm rot="5400000">
            <a:off x="1262788" y="4229811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6" name="Google Shape;1616;p86"/>
          <p:cNvCxnSpPr/>
          <p:nvPr/>
        </p:nvCxnSpPr>
        <p:spPr>
          <a:xfrm flipH="1" rot="5400000">
            <a:off x="1692691" y="3089414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7" name="Google Shape;1617;p86"/>
          <p:cNvCxnSpPr/>
          <p:nvPr/>
        </p:nvCxnSpPr>
        <p:spPr>
          <a:xfrm>
            <a:off x="1269091" y="4582636"/>
            <a:ext cx="1662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8" name="Google Shape;1618;p86"/>
          <p:cNvSpPr txBox="1"/>
          <p:nvPr/>
        </p:nvSpPr>
        <p:spPr>
          <a:xfrm>
            <a:off x="1265709" y="371893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86"/>
          <p:cNvSpPr txBox="1"/>
          <p:nvPr/>
        </p:nvSpPr>
        <p:spPr>
          <a:xfrm flipH="1">
            <a:off x="1694500" y="4601150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86"/>
          <p:cNvSpPr txBox="1"/>
          <p:nvPr/>
        </p:nvSpPr>
        <p:spPr>
          <a:xfrm>
            <a:off x="2089473" y="3669971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86"/>
          <p:cNvSpPr txBox="1"/>
          <p:nvPr/>
        </p:nvSpPr>
        <p:spPr>
          <a:xfrm flipH="1">
            <a:off x="6937808" y="27504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86"/>
          <p:cNvSpPr txBox="1"/>
          <p:nvPr/>
        </p:nvSpPr>
        <p:spPr>
          <a:xfrm flipH="1">
            <a:off x="6858738" y="3117979"/>
            <a:ext cx="1098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86"/>
          <p:cNvSpPr txBox="1"/>
          <p:nvPr/>
        </p:nvSpPr>
        <p:spPr>
          <a:xfrm>
            <a:off x="4642350" y="3426850"/>
            <a:ext cx="417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right-angled triangle has an angle of 85°.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86"/>
          <p:cNvSpPr txBox="1"/>
          <p:nvPr/>
        </p:nvSpPr>
        <p:spPr>
          <a:xfrm flipH="1">
            <a:off x="2346683" y="1714831"/>
            <a:ext cx="424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86"/>
          <p:cNvSpPr txBox="1"/>
          <p:nvPr/>
        </p:nvSpPr>
        <p:spPr>
          <a:xfrm flipH="1">
            <a:off x="2823000" y="1717200"/>
            <a:ext cx="1438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6" name="Google Shape;1626;p86"/>
          <p:cNvSpPr txBox="1"/>
          <p:nvPr/>
        </p:nvSpPr>
        <p:spPr>
          <a:xfrm flipH="1">
            <a:off x="2960663" y="2523009"/>
            <a:ext cx="1438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51.72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7" name="Google Shape;1627;p86"/>
          <p:cNvSpPr txBox="1"/>
          <p:nvPr/>
        </p:nvSpPr>
        <p:spPr>
          <a:xfrm flipH="1">
            <a:off x="5899500" y="1531425"/>
            <a:ext cx="1098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8" name="Google Shape;1628;p86"/>
          <p:cNvSpPr txBox="1"/>
          <p:nvPr/>
        </p:nvSpPr>
        <p:spPr>
          <a:xfrm flipH="1">
            <a:off x="5899500" y="2004975"/>
            <a:ext cx="1098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0.985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9" name="Google Shape;1629;p86"/>
          <p:cNvSpPr txBox="1"/>
          <p:nvPr/>
        </p:nvSpPr>
        <p:spPr>
          <a:xfrm flipH="1">
            <a:off x="5133388" y="2479146"/>
            <a:ext cx="1438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19.29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0" name="Google Shape;1630;p86"/>
          <p:cNvSpPr txBox="1"/>
          <p:nvPr/>
        </p:nvSpPr>
        <p:spPr>
          <a:xfrm flipH="1">
            <a:off x="2899038" y="3718934"/>
            <a:ext cx="1438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101.55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1" name="Google Shape;1631;p86"/>
          <p:cNvSpPr txBox="1"/>
          <p:nvPr/>
        </p:nvSpPr>
        <p:spPr>
          <a:xfrm flipH="1">
            <a:off x="6605913" y="4320009"/>
            <a:ext cx="1438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142.57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2" name="Google Shape;1632;p86"/>
          <p:cNvSpPr txBox="1"/>
          <p:nvPr/>
        </p:nvSpPr>
        <p:spPr>
          <a:xfrm flipH="1">
            <a:off x="327300" y="3930725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3" name="Google Shape;1633;p86"/>
          <p:cNvCxnSpPr/>
          <p:nvPr/>
        </p:nvCxnSpPr>
        <p:spPr>
          <a:xfrm rot="10800000">
            <a:off x="1162074" y="3512991"/>
            <a:ext cx="0" cy="93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4" name="Google Shape;1634;p86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86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86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87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1642" name="Google Shape;1642;p87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643" name="Google Shape;1643;p87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1644" name="Google Shape;1644;p87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1645" name="Google Shape;1645;p87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pic>
        <p:nvPicPr>
          <p:cNvPr id="1646" name="Google Shape;164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04" y="31982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88"/>
          <p:cNvSpPr/>
          <p:nvPr/>
        </p:nvSpPr>
        <p:spPr>
          <a:xfrm>
            <a:off x="1528874" y="4176500"/>
            <a:ext cx="838200" cy="3366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88"/>
          <p:cNvSpPr/>
          <p:nvPr/>
        </p:nvSpPr>
        <p:spPr>
          <a:xfrm>
            <a:off x="3047775" y="1492700"/>
            <a:ext cx="3021900" cy="437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88"/>
          <p:cNvSpPr txBox="1"/>
          <p:nvPr/>
        </p:nvSpPr>
        <p:spPr>
          <a:xfrm>
            <a:off x="2833050" y="1518313"/>
            <a:ext cx="347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side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88"/>
          <p:cNvSpPr/>
          <p:nvPr/>
        </p:nvSpPr>
        <p:spPr>
          <a:xfrm>
            <a:off x="1529075" y="4145100"/>
            <a:ext cx="837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88"/>
          <p:cNvSpPr txBox="1"/>
          <p:nvPr/>
        </p:nvSpPr>
        <p:spPr>
          <a:xfrm>
            <a:off x="5364975" y="4153675"/>
            <a:ext cx="2613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88"/>
          <p:cNvSpPr/>
          <p:nvPr/>
        </p:nvSpPr>
        <p:spPr>
          <a:xfrm>
            <a:off x="5364976" y="4075325"/>
            <a:ext cx="26133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88"/>
          <p:cNvSpPr/>
          <p:nvPr/>
        </p:nvSpPr>
        <p:spPr>
          <a:xfrm flipH="1">
            <a:off x="373888" y="3190724"/>
            <a:ext cx="1549200" cy="1549200"/>
          </a:xfrm>
          <a:prstGeom prst="arc">
            <a:avLst>
              <a:gd fmla="val 10771373" name="adj1"/>
              <a:gd fmla="val 1275081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88"/>
          <p:cNvSpPr/>
          <p:nvPr/>
        </p:nvSpPr>
        <p:spPr>
          <a:xfrm flipH="1">
            <a:off x="4611575" y="3190724"/>
            <a:ext cx="1549200" cy="1549200"/>
          </a:xfrm>
          <a:prstGeom prst="arc">
            <a:avLst>
              <a:gd fmla="val 10771373" name="adj1"/>
              <a:gd fmla="val 1275081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660" name="Google Shape;1660;p88"/>
          <p:cNvSpPr/>
          <p:nvPr/>
        </p:nvSpPr>
        <p:spPr>
          <a:xfrm>
            <a:off x="2572924" y="37708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1" name="Google Shape;1661;p88"/>
          <p:cNvCxnSpPr/>
          <p:nvPr/>
        </p:nvCxnSpPr>
        <p:spPr>
          <a:xfrm flipH="1">
            <a:off x="1052824" y="2872191"/>
            <a:ext cx="16380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2" name="Google Shape;1662;p88"/>
          <p:cNvCxnSpPr/>
          <p:nvPr/>
        </p:nvCxnSpPr>
        <p:spPr>
          <a:xfrm rot="10800000">
            <a:off x="1129024" y="4075468"/>
            <a:ext cx="163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3" name="Google Shape;1663;p88"/>
          <p:cNvSpPr/>
          <p:nvPr/>
        </p:nvSpPr>
        <p:spPr>
          <a:xfrm>
            <a:off x="7784074" y="37708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4" name="Google Shape;1664;p88"/>
          <p:cNvCxnSpPr/>
          <p:nvPr/>
        </p:nvCxnSpPr>
        <p:spPr>
          <a:xfrm flipH="1">
            <a:off x="5288635" y="2266964"/>
            <a:ext cx="2613300" cy="1621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5" name="Google Shape;1665;p88"/>
          <p:cNvSpPr txBox="1"/>
          <p:nvPr/>
        </p:nvSpPr>
        <p:spPr>
          <a:xfrm flipH="1">
            <a:off x="5665863" y="3692911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8"/>
          <p:cNvSpPr txBox="1"/>
          <p:nvPr/>
        </p:nvSpPr>
        <p:spPr>
          <a:xfrm>
            <a:off x="1417148" y="3069136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8"/>
          <p:cNvSpPr txBox="1"/>
          <p:nvPr/>
        </p:nvSpPr>
        <p:spPr>
          <a:xfrm>
            <a:off x="6133268" y="2745953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8"/>
          <p:cNvSpPr txBox="1"/>
          <p:nvPr/>
        </p:nvSpPr>
        <p:spPr>
          <a:xfrm flipH="1">
            <a:off x="1428177" y="3692911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9" name="Google Shape;1669;p88"/>
          <p:cNvCxnSpPr/>
          <p:nvPr/>
        </p:nvCxnSpPr>
        <p:spPr>
          <a:xfrm rot="10800000">
            <a:off x="5364835" y="4075333"/>
            <a:ext cx="2613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70" name="Google Shape;1670;p88"/>
          <p:cNvGrpSpPr/>
          <p:nvPr/>
        </p:nvGrpSpPr>
        <p:grpSpPr>
          <a:xfrm>
            <a:off x="3561733" y="2490613"/>
            <a:ext cx="1640399" cy="498127"/>
            <a:chOff x="5007400" y="2284700"/>
            <a:chExt cx="1640399" cy="498127"/>
          </a:xfrm>
        </p:grpSpPr>
        <p:sp>
          <p:nvSpPr>
            <p:cNvPr id="1671" name="Google Shape;1671;p88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672" name="Google Shape;1672;p88"/>
            <p:cNvSpPr txBox="1"/>
            <p:nvPr/>
          </p:nvSpPr>
          <p:spPr>
            <a:xfrm>
              <a:off x="5190550" y="2284700"/>
              <a:ext cx="1274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3" name="Google Shape;1673;p88"/>
          <p:cNvSpPr/>
          <p:nvPr/>
        </p:nvSpPr>
        <p:spPr>
          <a:xfrm rot="-5400000">
            <a:off x="5860867" y="1847352"/>
            <a:ext cx="1621500" cy="2613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8"/>
          <p:cNvSpPr txBox="1"/>
          <p:nvPr/>
        </p:nvSpPr>
        <p:spPr>
          <a:xfrm>
            <a:off x="324000" y="701414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side adjacent to an angle (of size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in a right-angled triangle is always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multiplied by the length of the hypotenuse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88"/>
          <p:cNvSpPr/>
          <p:nvPr/>
        </p:nvSpPr>
        <p:spPr>
          <a:xfrm rot="-5400000">
            <a:off x="1439873" y="2637686"/>
            <a:ext cx="1016400" cy="1638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89"/>
          <p:cNvSpPr/>
          <p:nvPr/>
        </p:nvSpPr>
        <p:spPr>
          <a:xfrm>
            <a:off x="2869627" y="3077495"/>
            <a:ext cx="300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89"/>
          <p:cNvSpPr txBox="1"/>
          <p:nvPr/>
        </p:nvSpPr>
        <p:spPr>
          <a:xfrm>
            <a:off x="6256800" y="4335018"/>
            <a:ext cx="8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64.33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2" name="Google Shape;1682;p89"/>
          <p:cNvSpPr txBox="1"/>
          <p:nvPr/>
        </p:nvSpPr>
        <p:spPr>
          <a:xfrm>
            <a:off x="5711425" y="4289668"/>
            <a:ext cx="4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89"/>
          <p:cNvSpPr txBox="1"/>
          <p:nvPr/>
        </p:nvSpPr>
        <p:spPr>
          <a:xfrm>
            <a:off x="5711426" y="3462843"/>
            <a:ext cx="166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0.342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4" name="Google Shape;1684;p89"/>
          <p:cNvSpPr/>
          <p:nvPr/>
        </p:nvSpPr>
        <p:spPr>
          <a:xfrm>
            <a:off x="4943401" y="2980243"/>
            <a:ext cx="4269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89"/>
          <p:cNvSpPr txBox="1"/>
          <p:nvPr/>
        </p:nvSpPr>
        <p:spPr>
          <a:xfrm>
            <a:off x="5711426" y="2952093"/>
            <a:ext cx="166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cos( 70° 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6" name="Google Shape;1686;p89"/>
          <p:cNvSpPr/>
          <p:nvPr/>
        </p:nvSpPr>
        <p:spPr>
          <a:xfrm>
            <a:off x="6265900" y="2972718"/>
            <a:ext cx="11343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89"/>
          <p:cNvSpPr/>
          <p:nvPr/>
        </p:nvSpPr>
        <p:spPr>
          <a:xfrm>
            <a:off x="3261551" y="3541600"/>
            <a:ext cx="825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0.342</a:t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8" name="Google Shape;1688;p89"/>
          <p:cNvSpPr/>
          <p:nvPr/>
        </p:nvSpPr>
        <p:spPr>
          <a:xfrm>
            <a:off x="3433100" y="3540470"/>
            <a:ext cx="6525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89"/>
          <p:cNvSpPr/>
          <p:nvPr/>
        </p:nvSpPr>
        <p:spPr>
          <a:xfrm>
            <a:off x="2880752" y="3076675"/>
            <a:ext cx="309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0" name="Google Shape;1690;p89"/>
          <p:cNvSpPr/>
          <p:nvPr/>
        </p:nvSpPr>
        <p:spPr>
          <a:xfrm flipH="1">
            <a:off x="2057654" y="2783719"/>
            <a:ext cx="1137600" cy="1137600"/>
          </a:xfrm>
          <a:prstGeom prst="arc">
            <a:avLst>
              <a:gd fmla="val 16172772" name="adj1"/>
              <a:gd fmla="val 1979668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cxnSp>
        <p:nvCxnSpPr>
          <p:cNvPr id="1692" name="Google Shape;1692;p89"/>
          <p:cNvCxnSpPr/>
          <p:nvPr/>
        </p:nvCxnSpPr>
        <p:spPr>
          <a:xfrm>
            <a:off x="4572000" y="570725"/>
            <a:ext cx="0" cy="4256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3" name="Google Shape;1693;p89"/>
          <p:cNvSpPr txBox="1"/>
          <p:nvPr/>
        </p:nvSpPr>
        <p:spPr>
          <a:xfrm>
            <a:off x="324000" y="610600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know the hypotenuse and an angle, we can find the length of the side adjacent to that angle and the right-angle.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89"/>
          <p:cNvSpPr/>
          <p:nvPr/>
        </p:nvSpPr>
        <p:spPr>
          <a:xfrm rot="-5400000">
            <a:off x="2373301" y="2085948"/>
            <a:ext cx="257100" cy="257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5" name="Google Shape;1695;p89"/>
          <p:cNvGrpSpPr/>
          <p:nvPr/>
        </p:nvGrpSpPr>
        <p:grpSpPr>
          <a:xfrm rot="-5400000">
            <a:off x="757820" y="1562244"/>
            <a:ext cx="1459494" cy="2285863"/>
            <a:chOff x="-2079556" y="1398344"/>
            <a:chExt cx="1101921" cy="1725831"/>
          </a:xfrm>
        </p:grpSpPr>
        <p:sp>
          <p:nvSpPr>
            <p:cNvPr id="1696" name="Google Shape;1696;p8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7" name="Google Shape;1697;p89"/>
            <p:cNvCxnSpPr/>
            <p:nvPr/>
          </p:nvCxnSpPr>
          <p:spPr>
            <a:xfrm rot="5400000">
              <a:off x="-2433256" y="1752044"/>
              <a:ext cx="1668300" cy="960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98" name="Google Shape;1698;p89"/>
            <p:cNvCxnSpPr/>
            <p:nvPr/>
          </p:nvCxnSpPr>
          <p:spPr>
            <a:xfrm rot="-5400000">
              <a:off x="-1811786" y="2290025"/>
              <a:ext cx="16683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99" name="Google Shape;1699;p89"/>
          <p:cNvSpPr txBox="1"/>
          <p:nvPr/>
        </p:nvSpPr>
        <p:spPr>
          <a:xfrm flipH="1">
            <a:off x="2172232" y="2903134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89"/>
          <p:cNvSpPr txBox="1"/>
          <p:nvPr/>
        </p:nvSpPr>
        <p:spPr>
          <a:xfrm>
            <a:off x="938340" y="2907368"/>
            <a:ext cx="749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89"/>
          <p:cNvSpPr txBox="1"/>
          <p:nvPr/>
        </p:nvSpPr>
        <p:spPr>
          <a:xfrm>
            <a:off x="2874075" y="2291425"/>
            <a:ext cx="15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89"/>
          <p:cNvSpPr/>
          <p:nvPr/>
        </p:nvSpPr>
        <p:spPr>
          <a:xfrm>
            <a:off x="2947937" y="2634246"/>
            <a:ext cx="1597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 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3" name="Google Shape;1703;p89"/>
          <p:cNvGrpSpPr/>
          <p:nvPr/>
        </p:nvGrpSpPr>
        <p:grpSpPr>
          <a:xfrm>
            <a:off x="951842" y="2649243"/>
            <a:ext cx="2181602" cy="547626"/>
            <a:chOff x="951842" y="3210149"/>
            <a:chExt cx="2181602" cy="547626"/>
          </a:xfrm>
        </p:grpSpPr>
        <p:sp>
          <p:nvSpPr>
            <p:cNvPr id="1704" name="Google Shape;1704;p89"/>
            <p:cNvSpPr/>
            <p:nvPr/>
          </p:nvSpPr>
          <p:spPr>
            <a:xfrm>
              <a:off x="951842" y="3421175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89"/>
            <p:cNvSpPr/>
            <p:nvPr/>
          </p:nvSpPr>
          <p:spPr>
            <a:xfrm>
              <a:off x="2906344" y="3210149"/>
              <a:ext cx="2271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6" name="Google Shape;1706;p89"/>
          <p:cNvSpPr/>
          <p:nvPr/>
        </p:nvSpPr>
        <p:spPr>
          <a:xfrm>
            <a:off x="3849296" y="3083270"/>
            <a:ext cx="4041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89"/>
          <p:cNvSpPr/>
          <p:nvPr/>
        </p:nvSpPr>
        <p:spPr>
          <a:xfrm>
            <a:off x="3226812" y="3049676"/>
            <a:ext cx="1597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cos(70°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08" name="Google Shape;1708;p89"/>
          <p:cNvGrpSpPr/>
          <p:nvPr/>
        </p:nvGrpSpPr>
        <p:grpSpPr>
          <a:xfrm>
            <a:off x="2198618" y="2649245"/>
            <a:ext cx="1923765" cy="547625"/>
            <a:chOff x="2198618" y="3210150"/>
            <a:chExt cx="1923765" cy="547625"/>
          </a:xfrm>
        </p:grpSpPr>
        <p:sp>
          <p:nvSpPr>
            <p:cNvPr id="1709" name="Google Shape;1709;p89"/>
            <p:cNvSpPr/>
            <p:nvPr/>
          </p:nvSpPr>
          <p:spPr>
            <a:xfrm>
              <a:off x="2198618" y="3421175"/>
              <a:ext cx="446700" cy="3366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0" name="Google Shape;1710;p89"/>
            <p:cNvSpPr/>
            <p:nvPr/>
          </p:nvSpPr>
          <p:spPr>
            <a:xfrm>
              <a:off x="3814283" y="3210150"/>
              <a:ext cx="308100" cy="3366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1" name="Google Shape;1711;p89"/>
          <p:cNvSpPr/>
          <p:nvPr/>
        </p:nvSpPr>
        <p:spPr>
          <a:xfrm>
            <a:off x="3369599" y="3083270"/>
            <a:ext cx="10101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89"/>
          <p:cNvSpPr/>
          <p:nvPr/>
        </p:nvSpPr>
        <p:spPr>
          <a:xfrm>
            <a:off x="2880752" y="3533875"/>
            <a:ext cx="309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3" name="Google Shape;1713;p89"/>
          <p:cNvSpPr/>
          <p:nvPr/>
        </p:nvSpPr>
        <p:spPr>
          <a:xfrm>
            <a:off x="2880699" y="3938800"/>
            <a:ext cx="1459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7.524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4" name="Google Shape;1714;p89"/>
          <p:cNvSpPr txBox="1"/>
          <p:nvPr/>
        </p:nvSpPr>
        <p:spPr>
          <a:xfrm>
            <a:off x="4824000" y="610600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know an angle and the length of the side adjacent to that angle and the right-angle, we can find the length of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89"/>
          <p:cNvSpPr txBox="1"/>
          <p:nvPr/>
        </p:nvSpPr>
        <p:spPr>
          <a:xfrm>
            <a:off x="344625" y="3714100"/>
            <a:ext cx="202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side adjacent to the 70° and the right-angle is 7.524 cm long.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89"/>
          <p:cNvSpPr/>
          <p:nvPr/>
        </p:nvSpPr>
        <p:spPr>
          <a:xfrm rot="5400000">
            <a:off x="6633455" y="1696094"/>
            <a:ext cx="1137600" cy="1137600"/>
          </a:xfrm>
          <a:prstGeom prst="arc">
            <a:avLst>
              <a:gd fmla="val 16172772" name="adj1"/>
              <a:gd fmla="val 1979668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89"/>
          <p:cNvSpPr/>
          <p:nvPr/>
        </p:nvSpPr>
        <p:spPr>
          <a:xfrm flipH="1" rot="10800000">
            <a:off x="8211726" y="2260946"/>
            <a:ext cx="257100" cy="257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8" name="Google Shape;1718;p89"/>
          <p:cNvGrpSpPr/>
          <p:nvPr/>
        </p:nvGrpSpPr>
        <p:grpSpPr>
          <a:xfrm flipH="1" rot="10800000">
            <a:off x="7119852" y="2260849"/>
            <a:ext cx="1459494" cy="2285863"/>
            <a:chOff x="-2079556" y="1398344"/>
            <a:chExt cx="1101921" cy="1725831"/>
          </a:xfrm>
        </p:grpSpPr>
        <p:sp>
          <p:nvSpPr>
            <p:cNvPr id="1719" name="Google Shape;1719;p8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0" name="Google Shape;1720;p89"/>
            <p:cNvCxnSpPr/>
            <p:nvPr/>
          </p:nvCxnSpPr>
          <p:spPr>
            <a:xfrm rot="5400000">
              <a:off x="-2433256" y="1752044"/>
              <a:ext cx="1668300" cy="960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21" name="Google Shape;1721;p89"/>
            <p:cNvCxnSpPr/>
            <p:nvPr/>
          </p:nvCxnSpPr>
          <p:spPr>
            <a:xfrm rot="-5400000">
              <a:off x="-1811786" y="2290025"/>
              <a:ext cx="16683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22" name="Google Shape;1722;p89"/>
          <p:cNvSpPr txBox="1"/>
          <p:nvPr/>
        </p:nvSpPr>
        <p:spPr>
          <a:xfrm>
            <a:off x="7281135" y="2286909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9"/>
          <p:cNvSpPr txBox="1"/>
          <p:nvPr/>
        </p:nvSpPr>
        <p:spPr>
          <a:xfrm flipH="1">
            <a:off x="7474756" y="1840895"/>
            <a:ext cx="749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89"/>
          <p:cNvSpPr txBox="1"/>
          <p:nvPr/>
        </p:nvSpPr>
        <p:spPr>
          <a:xfrm>
            <a:off x="4674208" y="2502479"/>
            <a:ext cx="25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cos(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5" name="Google Shape;1725;p89"/>
          <p:cNvSpPr txBox="1"/>
          <p:nvPr/>
        </p:nvSpPr>
        <p:spPr>
          <a:xfrm>
            <a:off x="4970465" y="3007100"/>
            <a:ext cx="37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26" name="Google Shape;1726;p89"/>
          <p:cNvGrpSpPr/>
          <p:nvPr/>
        </p:nvGrpSpPr>
        <p:grpSpPr>
          <a:xfrm>
            <a:off x="4640165" y="1797499"/>
            <a:ext cx="3586102" cy="1062147"/>
            <a:chOff x="-204860" y="1053586"/>
            <a:chExt cx="3586102" cy="1062147"/>
          </a:xfrm>
        </p:grpSpPr>
        <p:sp>
          <p:nvSpPr>
            <p:cNvPr id="1727" name="Google Shape;1727;p89"/>
            <p:cNvSpPr/>
            <p:nvPr/>
          </p:nvSpPr>
          <p:spPr>
            <a:xfrm>
              <a:off x="2658542" y="1053586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8" name="Google Shape;1728;p89"/>
            <p:cNvSpPr/>
            <p:nvPr/>
          </p:nvSpPr>
          <p:spPr>
            <a:xfrm>
              <a:off x="-204860" y="1779133"/>
              <a:ext cx="10335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9" name="Google Shape;1729;p89"/>
          <p:cNvGrpSpPr/>
          <p:nvPr/>
        </p:nvGrpSpPr>
        <p:grpSpPr>
          <a:xfrm>
            <a:off x="6773768" y="2245406"/>
            <a:ext cx="983783" cy="614237"/>
            <a:chOff x="-204857" y="1501493"/>
            <a:chExt cx="983783" cy="614237"/>
          </a:xfrm>
        </p:grpSpPr>
        <p:sp>
          <p:nvSpPr>
            <p:cNvPr id="1730" name="Google Shape;1730;p89"/>
            <p:cNvSpPr/>
            <p:nvPr/>
          </p:nvSpPr>
          <p:spPr>
            <a:xfrm>
              <a:off x="327126" y="1501493"/>
              <a:ext cx="451800" cy="3366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1" name="Google Shape;1731;p89"/>
            <p:cNvSpPr/>
            <p:nvPr/>
          </p:nvSpPr>
          <p:spPr>
            <a:xfrm>
              <a:off x="-204857" y="1779130"/>
              <a:ext cx="316500" cy="3366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2" name="Google Shape;1732;p89"/>
          <p:cNvSpPr/>
          <p:nvPr/>
        </p:nvSpPr>
        <p:spPr>
          <a:xfrm>
            <a:off x="6773779" y="2968668"/>
            <a:ext cx="4689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89"/>
          <p:cNvSpPr txBox="1"/>
          <p:nvPr/>
        </p:nvSpPr>
        <p:spPr>
          <a:xfrm>
            <a:off x="4970465" y="3492450"/>
            <a:ext cx="37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4" name="Google Shape;1734;p89"/>
          <p:cNvSpPr/>
          <p:nvPr/>
        </p:nvSpPr>
        <p:spPr>
          <a:xfrm>
            <a:off x="6265850" y="3446018"/>
            <a:ext cx="652500" cy="33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5" name="Google Shape;1735;p89"/>
          <p:cNvGrpSpPr/>
          <p:nvPr/>
        </p:nvGrpSpPr>
        <p:grpSpPr>
          <a:xfrm>
            <a:off x="4832274" y="3784925"/>
            <a:ext cx="659400" cy="367595"/>
            <a:chOff x="1261253" y="4863425"/>
            <a:chExt cx="659400" cy="367595"/>
          </a:xfrm>
        </p:grpSpPr>
        <p:sp>
          <p:nvSpPr>
            <p:cNvPr id="1736" name="Google Shape;1736;p89"/>
            <p:cNvSpPr txBox="1"/>
            <p:nvPr/>
          </p:nvSpPr>
          <p:spPr>
            <a:xfrm>
              <a:off x="1261253" y="4892320"/>
              <a:ext cx="659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0.342</a:t>
              </a:r>
              <a:endParaRPr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37" name="Google Shape;1737;p89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38" name="Google Shape;1738;p89"/>
          <p:cNvGrpSpPr/>
          <p:nvPr/>
        </p:nvGrpSpPr>
        <p:grpSpPr>
          <a:xfrm>
            <a:off x="6259927" y="3784925"/>
            <a:ext cx="659400" cy="367595"/>
            <a:chOff x="1261253" y="4863425"/>
            <a:chExt cx="659400" cy="367595"/>
          </a:xfrm>
        </p:grpSpPr>
        <p:sp>
          <p:nvSpPr>
            <p:cNvPr id="1739" name="Google Shape;1739;p89"/>
            <p:cNvSpPr txBox="1"/>
            <p:nvPr/>
          </p:nvSpPr>
          <p:spPr>
            <a:xfrm>
              <a:off x="1261253" y="4892320"/>
              <a:ext cx="659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0.342</a:t>
              </a:r>
              <a:endParaRPr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40" name="Google Shape;1740;p89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41" name="Google Shape;1741;p89"/>
          <p:cNvGrpSpPr/>
          <p:nvPr/>
        </p:nvGrpSpPr>
        <p:grpSpPr>
          <a:xfrm>
            <a:off x="6263450" y="3440868"/>
            <a:ext cx="657300" cy="711125"/>
            <a:chOff x="2947250" y="3407575"/>
            <a:chExt cx="657300" cy="711125"/>
          </a:xfrm>
        </p:grpSpPr>
        <p:cxnSp>
          <p:nvCxnSpPr>
            <p:cNvPr id="1742" name="Google Shape;1742;p89"/>
            <p:cNvCxnSpPr/>
            <p:nvPr/>
          </p:nvCxnSpPr>
          <p:spPr>
            <a:xfrm>
              <a:off x="2947250" y="3407575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3" name="Google Shape;1743;p89"/>
            <p:cNvCxnSpPr/>
            <p:nvPr/>
          </p:nvCxnSpPr>
          <p:spPr>
            <a:xfrm>
              <a:off x="2947250" y="3780000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44" name="Google Shape;1744;p89"/>
          <p:cNvSpPr txBox="1"/>
          <p:nvPr/>
        </p:nvSpPr>
        <p:spPr>
          <a:xfrm>
            <a:off x="4970465" y="4205862"/>
            <a:ext cx="37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45" name="Google Shape;1745;p89"/>
          <p:cNvGrpSpPr/>
          <p:nvPr/>
        </p:nvGrpSpPr>
        <p:grpSpPr>
          <a:xfrm>
            <a:off x="4832274" y="4498337"/>
            <a:ext cx="659400" cy="367595"/>
            <a:chOff x="1261253" y="4863425"/>
            <a:chExt cx="659400" cy="367595"/>
          </a:xfrm>
        </p:grpSpPr>
        <p:sp>
          <p:nvSpPr>
            <p:cNvPr id="1746" name="Google Shape;1746;p89"/>
            <p:cNvSpPr txBox="1"/>
            <p:nvPr/>
          </p:nvSpPr>
          <p:spPr>
            <a:xfrm>
              <a:off x="1261253" y="4892320"/>
              <a:ext cx="659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0.342</a:t>
              </a:r>
              <a:endParaRPr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47" name="Google Shape;1747;p89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748" name="Google Shape;1748;p89"/>
          <p:cNvCxnSpPr/>
          <p:nvPr/>
        </p:nvCxnSpPr>
        <p:spPr>
          <a:xfrm flipH="1">
            <a:off x="2767346" y="2043649"/>
            <a:ext cx="6000" cy="1224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9" name="Google Shape;1749;p89"/>
          <p:cNvCxnSpPr/>
          <p:nvPr/>
        </p:nvCxnSpPr>
        <p:spPr>
          <a:xfrm rot="10800000">
            <a:off x="7204100" y="2166200"/>
            <a:ext cx="1262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90"/>
          <p:cNvSpPr/>
          <p:nvPr/>
        </p:nvSpPr>
        <p:spPr>
          <a:xfrm>
            <a:off x="5562375" y="806900"/>
            <a:ext cx="3021900" cy="437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0"/>
          <p:cNvSpPr txBox="1"/>
          <p:nvPr/>
        </p:nvSpPr>
        <p:spPr>
          <a:xfrm>
            <a:off x="7735540" y="2864325"/>
            <a:ext cx="105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side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90"/>
          <p:cNvSpPr/>
          <p:nvPr/>
        </p:nvSpPr>
        <p:spPr>
          <a:xfrm flipH="1">
            <a:off x="6963275" y="1940851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758" name="Google Shape;1758;p90"/>
          <p:cNvSpPr/>
          <p:nvPr/>
        </p:nvSpPr>
        <p:spPr>
          <a:xfrm>
            <a:off x="7386674" y="34990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9" name="Google Shape;1759;p90"/>
          <p:cNvGrpSpPr/>
          <p:nvPr/>
        </p:nvGrpSpPr>
        <p:grpSpPr>
          <a:xfrm>
            <a:off x="5148538" y="2478998"/>
            <a:ext cx="2542812" cy="1324729"/>
            <a:chOff x="-2053103" y="1344161"/>
            <a:chExt cx="1037078" cy="1942133"/>
          </a:xfrm>
        </p:grpSpPr>
        <p:sp>
          <p:nvSpPr>
            <p:cNvPr id="1760" name="Google Shape;1760;p9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61" name="Google Shape;1761;p90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2" name="Google Shape;1762;p90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3" name="Google Shape;1763;p90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64" name="Google Shape;1764;p90"/>
          <p:cNvSpPr txBox="1"/>
          <p:nvPr/>
        </p:nvSpPr>
        <p:spPr>
          <a:xfrm>
            <a:off x="5844237" y="2756907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0"/>
          <p:cNvSpPr txBox="1"/>
          <p:nvPr/>
        </p:nvSpPr>
        <p:spPr>
          <a:xfrm flipH="1">
            <a:off x="7098836" y="27430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0"/>
          <p:cNvSpPr txBox="1"/>
          <p:nvPr/>
        </p:nvSpPr>
        <p:spPr>
          <a:xfrm>
            <a:off x="5347650" y="832513"/>
            <a:ext cx="347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side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0"/>
          <p:cNvSpPr txBox="1"/>
          <p:nvPr/>
        </p:nvSpPr>
        <p:spPr>
          <a:xfrm>
            <a:off x="324000" y="610600"/>
            <a:ext cx="41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this relationship, find the values that should go in these gaps.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0"/>
          <p:cNvSpPr txBox="1"/>
          <p:nvPr/>
        </p:nvSpPr>
        <p:spPr>
          <a:xfrm>
            <a:off x="567475" y="1906350"/>
            <a:ext cx="372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adjacent side =   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 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   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9" name="Google Shape;1769;p90"/>
          <p:cNvGrpSpPr/>
          <p:nvPr/>
        </p:nvGrpSpPr>
        <p:grpSpPr>
          <a:xfrm>
            <a:off x="2333954" y="1937250"/>
            <a:ext cx="530400" cy="579689"/>
            <a:chOff x="2425599" y="1937250"/>
            <a:chExt cx="530400" cy="579689"/>
          </a:xfrm>
        </p:grpSpPr>
        <p:grpSp>
          <p:nvGrpSpPr>
            <p:cNvPr id="1770" name="Google Shape;1770;p90"/>
            <p:cNvGrpSpPr/>
            <p:nvPr/>
          </p:nvGrpSpPr>
          <p:grpSpPr>
            <a:xfrm>
              <a:off x="2569253" y="2273846"/>
              <a:ext cx="243093" cy="243093"/>
              <a:chOff x="1020916" y="1442088"/>
              <a:chExt cx="457200" cy="457200"/>
            </a:xfrm>
          </p:grpSpPr>
          <p:pic>
            <p:nvPicPr>
              <p:cNvPr id="1771" name="Google Shape;1771;p9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2" name="Google Shape;1772;p90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73" name="Google Shape;1773;p90"/>
            <p:cNvSpPr/>
            <p:nvPr/>
          </p:nvSpPr>
          <p:spPr>
            <a:xfrm>
              <a:off x="2425599" y="1937250"/>
              <a:ext cx="5304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4" name="Google Shape;1774;p90"/>
          <p:cNvGrpSpPr/>
          <p:nvPr/>
        </p:nvGrpSpPr>
        <p:grpSpPr>
          <a:xfrm>
            <a:off x="3573772" y="1937250"/>
            <a:ext cx="530400" cy="579689"/>
            <a:chOff x="2425599" y="1937250"/>
            <a:chExt cx="530400" cy="579689"/>
          </a:xfrm>
        </p:grpSpPr>
        <p:grpSp>
          <p:nvGrpSpPr>
            <p:cNvPr id="1775" name="Google Shape;1775;p90"/>
            <p:cNvGrpSpPr/>
            <p:nvPr/>
          </p:nvGrpSpPr>
          <p:grpSpPr>
            <a:xfrm>
              <a:off x="2569253" y="2273846"/>
              <a:ext cx="243093" cy="243093"/>
              <a:chOff x="1020916" y="1442088"/>
              <a:chExt cx="457200" cy="457200"/>
            </a:xfrm>
          </p:grpSpPr>
          <p:pic>
            <p:nvPicPr>
              <p:cNvPr id="1776" name="Google Shape;1776;p9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7" name="Google Shape;1777;p90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78" name="Google Shape;1778;p90"/>
            <p:cNvSpPr/>
            <p:nvPr/>
          </p:nvSpPr>
          <p:spPr>
            <a:xfrm>
              <a:off x="2425599" y="1937250"/>
              <a:ext cx="5304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9" name="Google Shape;1779;p90"/>
          <p:cNvSpPr txBox="1"/>
          <p:nvPr/>
        </p:nvSpPr>
        <p:spPr>
          <a:xfrm>
            <a:off x="2350150" y="1940850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0" name="Google Shape;1780;p90"/>
          <p:cNvSpPr txBox="1"/>
          <p:nvPr/>
        </p:nvSpPr>
        <p:spPr>
          <a:xfrm>
            <a:off x="324000" y="3099825"/>
            <a:ext cx="415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find the length of the side adjacent to the angle 75° and the right-angle.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90"/>
          <p:cNvSpPr txBox="1"/>
          <p:nvPr/>
        </p:nvSpPr>
        <p:spPr>
          <a:xfrm>
            <a:off x="3589975" y="1940850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2" name="Google Shape;1782;p90"/>
          <p:cNvSpPr txBox="1"/>
          <p:nvPr/>
        </p:nvSpPr>
        <p:spPr>
          <a:xfrm>
            <a:off x="1155225" y="4008600"/>
            <a:ext cx="109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1.554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91"/>
          <p:cNvSpPr/>
          <p:nvPr/>
        </p:nvSpPr>
        <p:spPr>
          <a:xfrm>
            <a:off x="1864725" y="840500"/>
            <a:ext cx="1377000" cy="1376700"/>
          </a:xfrm>
          <a:prstGeom prst="arc">
            <a:avLst>
              <a:gd fmla="val 2675193" name="adj1"/>
              <a:gd fmla="val 542190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1"/>
          <p:cNvSpPr/>
          <p:nvPr/>
        </p:nvSpPr>
        <p:spPr>
          <a:xfrm>
            <a:off x="2550189" y="1521585"/>
            <a:ext cx="1686000" cy="1686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1"/>
          <p:cNvSpPr/>
          <p:nvPr/>
        </p:nvSpPr>
        <p:spPr>
          <a:xfrm flipH="1">
            <a:off x="2356510" y="33032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91"/>
          <p:cNvSpPr txBox="1"/>
          <p:nvPr/>
        </p:nvSpPr>
        <p:spPr>
          <a:xfrm>
            <a:off x="2371884" y="38410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91"/>
          <p:cNvSpPr/>
          <p:nvPr/>
        </p:nvSpPr>
        <p:spPr>
          <a:xfrm flipH="1">
            <a:off x="5753376" y="1865826"/>
            <a:ext cx="1341900" cy="13419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91"/>
          <p:cNvSpPr/>
          <p:nvPr/>
        </p:nvSpPr>
        <p:spPr>
          <a:xfrm flipH="1">
            <a:off x="6415341" y="1134023"/>
            <a:ext cx="1717500" cy="1411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1"/>
          <p:cNvSpPr/>
          <p:nvPr/>
        </p:nvSpPr>
        <p:spPr>
          <a:xfrm rot="5400000">
            <a:off x="6160333" y="3596329"/>
            <a:ext cx="1761000" cy="17610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1"/>
          <p:cNvSpPr/>
          <p:nvPr/>
        </p:nvSpPr>
        <p:spPr>
          <a:xfrm>
            <a:off x="5385141" y="3520661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796" name="Google Shape;1796;p91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adjacent to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7" name="Google Shape;1797;p91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798" name="Google Shape;1798;p91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9" name="Google Shape;1799;p91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adjacent side = </a:t>
              </a:r>
              <a:r>
                <a:rPr i="1"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cos(</a:t>
              </a:r>
              <a:r>
                <a:rPr i="1"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0" name="Google Shape;1800;p91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801" name="Google Shape;1801;p91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2" name="Google Shape;1802;p91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03" name="Google Shape;1803;p91"/>
          <p:cNvSpPr/>
          <p:nvPr/>
        </p:nvSpPr>
        <p:spPr>
          <a:xfrm>
            <a:off x="2550189" y="2885387"/>
            <a:ext cx="322200" cy="322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4" name="Google Shape;1804;p91"/>
          <p:cNvCxnSpPr/>
          <p:nvPr/>
        </p:nvCxnSpPr>
        <p:spPr>
          <a:xfrm>
            <a:off x="2623323" y="1448451"/>
            <a:ext cx="1686000" cy="168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5" name="Google Shape;1805;p91"/>
          <p:cNvCxnSpPr/>
          <p:nvPr/>
        </p:nvCxnSpPr>
        <p:spPr>
          <a:xfrm>
            <a:off x="2415407" y="1521585"/>
            <a:ext cx="0" cy="1692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6" name="Google Shape;1806;p91"/>
          <p:cNvSpPr txBox="1"/>
          <p:nvPr/>
        </p:nvSpPr>
        <p:spPr>
          <a:xfrm>
            <a:off x="2554053" y="1894981"/>
            <a:ext cx="429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1"/>
          <p:cNvSpPr txBox="1"/>
          <p:nvPr/>
        </p:nvSpPr>
        <p:spPr>
          <a:xfrm>
            <a:off x="3503372" y="2101501"/>
            <a:ext cx="660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1"/>
          <p:cNvSpPr/>
          <p:nvPr/>
        </p:nvSpPr>
        <p:spPr>
          <a:xfrm>
            <a:off x="347083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91"/>
          <p:cNvSpPr/>
          <p:nvPr/>
        </p:nvSpPr>
        <p:spPr>
          <a:xfrm>
            <a:off x="1366453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91"/>
          <p:cNvSpPr/>
          <p:nvPr/>
        </p:nvSpPr>
        <p:spPr>
          <a:xfrm flipH="1">
            <a:off x="7863153" y="2275635"/>
            <a:ext cx="269700" cy="26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1" name="Google Shape;1811;p91"/>
          <p:cNvCxnSpPr/>
          <p:nvPr/>
        </p:nvCxnSpPr>
        <p:spPr>
          <a:xfrm flipH="1">
            <a:off x="6351556" y="1070238"/>
            <a:ext cx="1717500" cy="1411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2" name="Google Shape;1812;p91"/>
          <p:cNvCxnSpPr/>
          <p:nvPr/>
        </p:nvCxnSpPr>
        <p:spPr>
          <a:xfrm>
            <a:off x="8245675" y="1134031"/>
            <a:ext cx="0" cy="141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3" name="Google Shape;1813;p91"/>
          <p:cNvSpPr txBox="1"/>
          <p:nvPr/>
        </p:nvSpPr>
        <p:spPr>
          <a:xfrm flipH="1">
            <a:off x="6640296" y="2329014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1"/>
          <p:cNvSpPr txBox="1"/>
          <p:nvPr/>
        </p:nvSpPr>
        <p:spPr>
          <a:xfrm flipH="1">
            <a:off x="6398427" y="1495125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1"/>
          <p:cNvSpPr/>
          <p:nvPr/>
        </p:nvSpPr>
        <p:spPr>
          <a:xfrm>
            <a:off x="323949" y="2628188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1"/>
          <p:cNvSpPr/>
          <p:nvPr/>
        </p:nvSpPr>
        <p:spPr>
          <a:xfrm>
            <a:off x="347083" y="263590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1"/>
          <p:cNvSpPr/>
          <p:nvPr/>
        </p:nvSpPr>
        <p:spPr>
          <a:xfrm>
            <a:off x="921651" y="2635900"/>
            <a:ext cx="902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91"/>
          <p:cNvSpPr/>
          <p:nvPr/>
        </p:nvSpPr>
        <p:spPr>
          <a:xfrm rot="5400000">
            <a:off x="5385138" y="4231159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9" name="Google Shape;1819;p91"/>
          <p:cNvCxnSpPr/>
          <p:nvPr/>
        </p:nvCxnSpPr>
        <p:spPr>
          <a:xfrm flipH="1" rot="5400000">
            <a:off x="5815041" y="3090761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0" name="Google Shape;1820;p91"/>
          <p:cNvCxnSpPr/>
          <p:nvPr/>
        </p:nvCxnSpPr>
        <p:spPr>
          <a:xfrm>
            <a:off x="5393841" y="4568610"/>
            <a:ext cx="1659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1" name="Google Shape;1821;p91"/>
          <p:cNvSpPr txBox="1"/>
          <p:nvPr/>
        </p:nvSpPr>
        <p:spPr>
          <a:xfrm>
            <a:off x="6130535" y="3595529"/>
            <a:ext cx="999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91"/>
          <p:cNvSpPr txBox="1"/>
          <p:nvPr/>
        </p:nvSpPr>
        <p:spPr>
          <a:xfrm>
            <a:off x="5843160" y="4614473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1"/>
          <p:cNvSpPr txBox="1"/>
          <p:nvPr/>
        </p:nvSpPr>
        <p:spPr>
          <a:xfrm>
            <a:off x="6190604" y="422618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1"/>
          <p:cNvSpPr/>
          <p:nvPr/>
        </p:nvSpPr>
        <p:spPr>
          <a:xfrm flipH="1" rot="-2368091">
            <a:off x="1808554" y="44794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91"/>
          <p:cNvSpPr/>
          <p:nvPr/>
        </p:nvSpPr>
        <p:spPr>
          <a:xfrm flipH="1" rot="3032611">
            <a:off x="1425655" y="3145323"/>
            <a:ext cx="1195521" cy="13359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1"/>
          <p:cNvSpPr txBox="1"/>
          <p:nvPr/>
        </p:nvSpPr>
        <p:spPr>
          <a:xfrm flipH="1">
            <a:off x="1631122" y="3462730"/>
            <a:ext cx="771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13.8cm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1"/>
          <p:cNvSpPr txBox="1"/>
          <p:nvPr/>
        </p:nvSpPr>
        <p:spPr>
          <a:xfrm>
            <a:off x="2436029" y="4236500"/>
            <a:ext cx="134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91"/>
          <p:cNvSpPr/>
          <p:nvPr/>
        </p:nvSpPr>
        <p:spPr>
          <a:xfrm>
            <a:off x="323949" y="1631350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 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1"/>
          <p:cNvSpPr/>
          <p:nvPr/>
        </p:nvSpPr>
        <p:spPr>
          <a:xfrm>
            <a:off x="323949" y="2099225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1"/>
          <p:cNvSpPr/>
          <p:nvPr/>
        </p:nvSpPr>
        <p:spPr>
          <a:xfrm flipH="1">
            <a:off x="6376777" y="2655003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91"/>
          <p:cNvSpPr/>
          <p:nvPr/>
        </p:nvSpPr>
        <p:spPr>
          <a:xfrm flipH="1">
            <a:off x="7408549" y="2662715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1"/>
          <p:cNvSpPr/>
          <p:nvPr/>
        </p:nvSpPr>
        <p:spPr>
          <a:xfrm flipH="1">
            <a:off x="6389145" y="2662715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1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91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91"/>
          <p:cNvSpPr txBox="1"/>
          <p:nvPr/>
        </p:nvSpPr>
        <p:spPr>
          <a:xfrm>
            <a:off x="4710888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91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7" name="Google Shape;1837;p91"/>
          <p:cNvCxnSpPr/>
          <p:nvPr/>
        </p:nvCxnSpPr>
        <p:spPr>
          <a:xfrm rot="10800000">
            <a:off x="1194725" y="3674900"/>
            <a:ext cx="1605900" cy="6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8" name="Google Shape;1838;p91"/>
          <p:cNvCxnSpPr/>
          <p:nvPr/>
        </p:nvCxnSpPr>
        <p:spPr>
          <a:xfrm flipH="1">
            <a:off x="1997825" y="3946300"/>
            <a:ext cx="962700" cy="799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9" name="Google Shape;1839;p91"/>
          <p:cNvCxnSpPr/>
          <p:nvPr/>
        </p:nvCxnSpPr>
        <p:spPr>
          <a:xfrm>
            <a:off x="1062475" y="3901100"/>
            <a:ext cx="684900" cy="851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92"/>
          <p:cNvSpPr/>
          <p:nvPr/>
        </p:nvSpPr>
        <p:spPr>
          <a:xfrm flipH="1">
            <a:off x="6298176" y="2414874"/>
            <a:ext cx="1108500" cy="11085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92"/>
          <p:cNvSpPr/>
          <p:nvPr/>
        </p:nvSpPr>
        <p:spPr>
          <a:xfrm rot="5400000">
            <a:off x="801298" y="3056530"/>
            <a:ext cx="951900" cy="9519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92"/>
          <p:cNvSpPr/>
          <p:nvPr/>
        </p:nvSpPr>
        <p:spPr>
          <a:xfrm>
            <a:off x="1262791" y="3519314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92"/>
          <p:cNvSpPr/>
          <p:nvPr/>
        </p:nvSpPr>
        <p:spPr>
          <a:xfrm>
            <a:off x="1782800" y="2037600"/>
            <a:ext cx="1499100" cy="14991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92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 of the hypotenuse when given the side adjacent to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850" name="Google Shape;1850;p92"/>
          <p:cNvSpPr/>
          <p:nvPr/>
        </p:nvSpPr>
        <p:spPr>
          <a:xfrm flipH="1">
            <a:off x="434297" y="25984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1" name="Google Shape;1851;p92"/>
          <p:cNvGrpSpPr/>
          <p:nvPr/>
        </p:nvGrpSpPr>
        <p:grpSpPr>
          <a:xfrm flipH="1">
            <a:off x="434337" y="1511086"/>
            <a:ext cx="2192486" cy="1391843"/>
            <a:chOff x="-2056624" y="1350393"/>
            <a:chExt cx="995499" cy="1926692"/>
          </a:xfrm>
        </p:grpSpPr>
        <p:sp>
          <p:nvSpPr>
            <p:cNvPr id="1852" name="Google Shape;1852;p9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3" name="Google Shape;1853;p92"/>
            <p:cNvCxnSpPr/>
            <p:nvPr/>
          </p:nvCxnSpPr>
          <p:spPr>
            <a:xfrm flipH="1">
              <a:off x="-2056624" y="135039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54" name="Google Shape;1854;p92"/>
            <p:cNvCxnSpPr/>
            <p:nvPr/>
          </p:nvCxnSpPr>
          <p:spPr>
            <a:xfrm rot="10800000">
              <a:off x="-2022025" y="327708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55" name="Google Shape;1855;p92"/>
          <p:cNvSpPr txBox="1"/>
          <p:nvPr/>
        </p:nvSpPr>
        <p:spPr>
          <a:xfrm>
            <a:off x="1778626" y="2577157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92"/>
          <p:cNvSpPr txBox="1"/>
          <p:nvPr/>
        </p:nvSpPr>
        <p:spPr>
          <a:xfrm flipH="1">
            <a:off x="1025350" y="2929500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92"/>
          <p:cNvSpPr/>
          <p:nvPr/>
        </p:nvSpPr>
        <p:spPr>
          <a:xfrm flipH="1">
            <a:off x="7739066" y="2774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92"/>
          <p:cNvSpPr txBox="1"/>
          <p:nvPr/>
        </p:nvSpPr>
        <p:spPr>
          <a:xfrm flipH="1">
            <a:off x="8044725" y="1894113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92"/>
          <p:cNvSpPr/>
          <p:nvPr/>
        </p:nvSpPr>
        <p:spPr>
          <a:xfrm rot="5400000">
            <a:off x="1262788" y="4229811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0" name="Google Shape;1860;p92"/>
          <p:cNvCxnSpPr/>
          <p:nvPr/>
        </p:nvCxnSpPr>
        <p:spPr>
          <a:xfrm flipH="1" rot="5400000">
            <a:off x="1692691" y="3089414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1" name="Google Shape;1861;p92"/>
          <p:cNvSpPr txBox="1"/>
          <p:nvPr/>
        </p:nvSpPr>
        <p:spPr>
          <a:xfrm>
            <a:off x="1265709" y="371893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92"/>
          <p:cNvSpPr txBox="1"/>
          <p:nvPr/>
        </p:nvSpPr>
        <p:spPr>
          <a:xfrm>
            <a:off x="2089473" y="3669971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92"/>
          <p:cNvSpPr txBox="1"/>
          <p:nvPr/>
        </p:nvSpPr>
        <p:spPr>
          <a:xfrm flipH="1">
            <a:off x="6937808" y="27504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2"/>
          <p:cNvSpPr txBox="1"/>
          <p:nvPr/>
        </p:nvSpPr>
        <p:spPr>
          <a:xfrm>
            <a:off x="4642350" y="3426850"/>
            <a:ext cx="4177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right-angled triangle has an angle of 35°.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that is adjacent to this angle and the right-angle is 142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92"/>
          <p:cNvSpPr txBox="1"/>
          <p:nvPr/>
        </p:nvSpPr>
        <p:spPr>
          <a:xfrm flipH="1">
            <a:off x="6858738" y="3117979"/>
            <a:ext cx="1098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6" name="Google Shape;1866;p92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867" name="Google Shape;1867;p92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8" name="Google Shape;1868;p92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adjacent side = </a:t>
              </a:r>
              <a:r>
                <a:rPr i="1"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cos(</a:t>
              </a:r>
              <a:r>
                <a:rPr i="1"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9" name="Google Shape;1869;p92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870" name="Google Shape;1870;p92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1" name="Google Shape;1871;p92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2" name="Google Shape;1872;p92"/>
          <p:cNvSpPr txBox="1"/>
          <p:nvPr/>
        </p:nvSpPr>
        <p:spPr>
          <a:xfrm>
            <a:off x="4420200" y="1550400"/>
            <a:ext cx="257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92"/>
          <p:cNvSpPr/>
          <p:nvPr/>
        </p:nvSpPr>
        <p:spPr>
          <a:xfrm>
            <a:off x="4908053" y="1581475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92"/>
          <p:cNvSpPr/>
          <p:nvPr/>
        </p:nvSpPr>
        <p:spPr>
          <a:xfrm>
            <a:off x="6384653" y="1581475"/>
            <a:ext cx="413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92"/>
          <p:cNvSpPr txBox="1"/>
          <p:nvPr/>
        </p:nvSpPr>
        <p:spPr>
          <a:xfrm>
            <a:off x="1964243" y="1550400"/>
            <a:ext cx="257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92"/>
          <p:cNvSpPr/>
          <p:nvPr/>
        </p:nvSpPr>
        <p:spPr>
          <a:xfrm>
            <a:off x="2452096" y="1581475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92"/>
          <p:cNvSpPr/>
          <p:nvPr/>
        </p:nvSpPr>
        <p:spPr>
          <a:xfrm>
            <a:off x="3928696" y="1581475"/>
            <a:ext cx="413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92"/>
          <p:cNvSpPr txBox="1"/>
          <p:nvPr/>
        </p:nvSpPr>
        <p:spPr>
          <a:xfrm>
            <a:off x="1964243" y="2047725"/>
            <a:ext cx="14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92"/>
          <p:cNvSpPr/>
          <p:nvPr/>
        </p:nvSpPr>
        <p:spPr>
          <a:xfrm>
            <a:off x="2452096" y="2078796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92"/>
          <p:cNvSpPr/>
          <p:nvPr/>
        </p:nvSpPr>
        <p:spPr>
          <a:xfrm>
            <a:off x="3409793" y="2078800"/>
            <a:ext cx="932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1" name="Google Shape;1881;p92"/>
          <p:cNvGrpSpPr/>
          <p:nvPr/>
        </p:nvGrpSpPr>
        <p:grpSpPr>
          <a:xfrm>
            <a:off x="6771349" y="877684"/>
            <a:ext cx="1273367" cy="2201921"/>
            <a:chOff x="-2089411" y="1392790"/>
            <a:chExt cx="1126077" cy="1822933"/>
          </a:xfrm>
        </p:grpSpPr>
        <p:sp>
          <p:nvSpPr>
            <p:cNvPr id="1882" name="Google Shape;1882;p9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83" name="Google Shape;1883;p92"/>
            <p:cNvCxnSpPr/>
            <p:nvPr/>
          </p:nvCxnSpPr>
          <p:spPr>
            <a:xfrm flipH="1">
              <a:off x="-2089411" y="139279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84" name="Google Shape;1884;p92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85" name="Google Shape;1885;p92"/>
            <p:cNvCxnSpPr/>
            <p:nvPr/>
          </p:nvCxnSpPr>
          <p:spPr>
            <a:xfrm rot="10800000">
              <a:off x="-963334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886" name="Google Shape;1886;p92"/>
          <p:cNvCxnSpPr/>
          <p:nvPr/>
        </p:nvCxnSpPr>
        <p:spPr>
          <a:xfrm rot="10800000">
            <a:off x="1162074" y="3512991"/>
            <a:ext cx="0" cy="93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7" name="Google Shape;1887;p92"/>
          <p:cNvSpPr txBox="1"/>
          <p:nvPr/>
        </p:nvSpPr>
        <p:spPr>
          <a:xfrm flipH="1">
            <a:off x="327300" y="3930725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2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92"/>
          <p:cNvSpPr txBox="1"/>
          <p:nvPr/>
        </p:nvSpPr>
        <p:spPr>
          <a:xfrm>
            <a:off x="46346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92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93"/>
          <p:cNvSpPr txBox="1"/>
          <p:nvPr/>
        </p:nvSpPr>
        <p:spPr>
          <a:xfrm flipH="1">
            <a:off x="7053446" y="3874225"/>
            <a:ext cx="176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0.11468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6" name="Google Shape;1896;p93"/>
          <p:cNvSpPr/>
          <p:nvPr/>
        </p:nvSpPr>
        <p:spPr>
          <a:xfrm flipH="1">
            <a:off x="6376777" y="2655003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BED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93"/>
          <p:cNvSpPr/>
          <p:nvPr/>
        </p:nvSpPr>
        <p:spPr>
          <a:xfrm flipH="1">
            <a:off x="6286251" y="2662725"/>
            <a:ext cx="4680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93"/>
          <p:cNvSpPr txBox="1"/>
          <p:nvPr/>
        </p:nvSpPr>
        <p:spPr>
          <a:xfrm flipH="1">
            <a:off x="6286251" y="2677125"/>
            <a:ext cx="46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17.2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93"/>
          <p:cNvSpPr/>
          <p:nvPr/>
        </p:nvSpPr>
        <p:spPr>
          <a:xfrm>
            <a:off x="1864725" y="840500"/>
            <a:ext cx="1377000" cy="1376700"/>
          </a:xfrm>
          <a:prstGeom prst="arc">
            <a:avLst>
              <a:gd fmla="val 2675193" name="adj1"/>
              <a:gd fmla="val 542190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93"/>
          <p:cNvSpPr/>
          <p:nvPr/>
        </p:nvSpPr>
        <p:spPr>
          <a:xfrm>
            <a:off x="2550189" y="1521585"/>
            <a:ext cx="1686000" cy="1686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93"/>
          <p:cNvSpPr/>
          <p:nvPr/>
        </p:nvSpPr>
        <p:spPr>
          <a:xfrm flipH="1">
            <a:off x="2356510" y="33032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93"/>
          <p:cNvSpPr txBox="1"/>
          <p:nvPr/>
        </p:nvSpPr>
        <p:spPr>
          <a:xfrm>
            <a:off x="2371884" y="38410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93"/>
          <p:cNvSpPr/>
          <p:nvPr/>
        </p:nvSpPr>
        <p:spPr>
          <a:xfrm flipH="1">
            <a:off x="5753376" y="1865826"/>
            <a:ext cx="1341900" cy="13419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93"/>
          <p:cNvSpPr/>
          <p:nvPr/>
        </p:nvSpPr>
        <p:spPr>
          <a:xfrm flipH="1">
            <a:off x="6415341" y="1134023"/>
            <a:ext cx="1717500" cy="1411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93"/>
          <p:cNvSpPr/>
          <p:nvPr/>
        </p:nvSpPr>
        <p:spPr>
          <a:xfrm rot="5400000">
            <a:off x="6160333" y="3596329"/>
            <a:ext cx="1761000" cy="17610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93"/>
          <p:cNvSpPr/>
          <p:nvPr/>
        </p:nvSpPr>
        <p:spPr>
          <a:xfrm>
            <a:off x="5385141" y="3520661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908" name="Google Shape;1908;p93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adjacent to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9" name="Google Shape;1909;p93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910" name="Google Shape;1910;p93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1" name="Google Shape;1911;p93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adjacent side = </a:t>
              </a:r>
              <a:r>
                <a:rPr i="1"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cos(</a:t>
              </a:r>
              <a:r>
                <a:rPr i="1"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2" name="Google Shape;1912;p93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913" name="Google Shape;1913;p93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93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15" name="Google Shape;1915;p93"/>
          <p:cNvSpPr/>
          <p:nvPr/>
        </p:nvSpPr>
        <p:spPr>
          <a:xfrm>
            <a:off x="2550189" y="2885387"/>
            <a:ext cx="322200" cy="322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6" name="Google Shape;1916;p93"/>
          <p:cNvCxnSpPr/>
          <p:nvPr/>
        </p:nvCxnSpPr>
        <p:spPr>
          <a:xfrm>
            <a:off x="2623323" y="1448451"/>
            <a:ext cx="1686000" cy="168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7" name="Google Shape;1917;p93"/>
          <p:cNvCxnSpPr/>
          <p:nvPr/>
        </p:nvCxnSpPr>
        <p:spPr>
          <a:xfrm>
            <a:off x="2415407" y="1521585"/>
            <a:ext cx="0" cy="1692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8" name="Google Shape;1918;p93"/>
          <p:cNvSpPr txBox="1"/>
          <p:nvPr/>
        </p:nvSpPr>
        <p:spPr>
          <a:xfrm>
            <a:off x="2554053" y="1894981"/>
            <a:ext cx="429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93"/>
          <p:cNvSpPr txBox="1"/>
          <p:nvPr/>
        </p:nvSpPr>
        <p:spPr>
          <a:xfrm>
            <a:off x="3503372" y="2101501"/>
            <a:ext cx="660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93"/>
          <p:cNvSpPr/>
          <p:nvPr/>
        </p:nvSpPr>
        <p:spPr>
          <a:xfrm>
            <a:off x="347083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93"/>
          <p:cNvSpPr/>
          <p:nvPr/>
        </p:nvSpPr>
        <p:spPr>
          <a:xfrm>
            <a:off x="1366453" y="2106938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93"/>
          <p:cNvSpPr/>
          <p:nvPr/>
        </p:nvSpPr>
        <p:spPr>
          <a:xfrm flipH="1">
            <a:off x="7863153" y="2275635"/>
            <a:ext cx="269700" cy="26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3" name="Google Shape;1923;p93"/>
          <p:cNvCxnSpPr/>
          <p:nvPr/>
        </p:nvCxnSpPr>
        <p:spPr>
          <a:xfrm flipH="1">
            <a:off x="6351556" y="1070238"/>
            <a:ext cx="1717500" cy="1411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4" name="Google Shape;1924;p93"/>
          <p:cNvCxnSpPr/>
          <p:nvPr/>
        </p:nvCxnSpPr>
        <p:spPr>
          <a:xfrm>
            <a:off x="8245675" y="1134031"/>
            <a:ext cx="0" cy="141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5" name="Google Shape;1925;p93"/>
          <p:cNvSpPr txBox="1"/>
          <p:nvPr/>
        </p:nvSpPr>
        <p:spPr>
          <a:xfrm flipH="1">
            <a:off x="6640296" y="2329014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93"/>
          <p:cNvSpPr txBox="1"/>
          <p:nvPr/>
        </p:nvSpPr>
        <p:spPr>
          <a:xfrm flipH="1">
            <a:off x="6398427" y="1495125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93"/>
          <p:cNvSpPr/>
          <p:nvPr/>
        </p:nvSpPr>
        <p:spPr>
          <a:xfrm>
            <a:off x="347083" y="263590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93"/>
          <p:cNvSpPr/>
          <p:nvPr/>
        </p:nvSpPr>
        <p:spPr>
          <a:xfrm>
            <a:off x="323949" y="2628188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BED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EBED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8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rgbClr val="EBED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93"/>
          <p:cNvSpPr/>
          <p:nvPr/>
        </p:nvSpPr>
        <p:spPr>
          <a:xfrm>
            <a:off x="921651" y="2635900"/>
            <a:ext cx="902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93"/>
          <p:cNvSpPr/>
          <p:nvPr/>
        </p:nvSpPr>
        <p:spPr>
          <a:xfrm rot="5400000">
            <a:off x="5385138" y="4231159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1" name="Google Shape;1931;p93"/>
          <p:cNvCxnSpPr/>
          <p:nvPr/>
        </p:nvCxnSpPr>
        <p:spPr>
          <a:xfrm flipH="1" rot="5400000">
            <a:off x="5815041" y="3090761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2" name="Google Shape;1932;p93"/>
          <p:cNvCxnSpPr/>
          <p:nvPr/>
        </p:nvCxnSpPr>
        <p:spPr>
          <a:xfrm>
            <a:off x="5393841" y="4568610"/>
            <a:ext cx="1659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3" name="Google Shape;1933;p93"/>
          <p:cNvSpPr txBox="1"/>
          <p:nvPr/>
        </p:nvSpPr>
        <p:spPr>
          <a:xfrm>
            <a:off x="6130535" y="3595529"/>
            <a:ext cx="999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93"/>
          <p:cNvSpPr txBox="1"/>
          <p:nvPr/>
        </p:nvSpPr>
        <p:spPr>
          <a:xfrm>
            <a:off x="5843160" y="4614473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93"/>
          <p:cNvSpPr txBox="1"/>
          <p:nvPr/>
        </p:nvSpPr>
        <p:spPr>
          <a:xfrm>
            <a:off x="6190604" y="422618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93"/>
          <p:cNvSpPr/>
          <p:nvPr/>
        </p:nvSpPr>
        <p:spPr>
          <a:xfrm flipH="1" rot="-2368091">
            <a:off x="1808554" y="44794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93"/>
          <p:cNvSpPr/>
          <p:nvPr/>
        </p:nvSpPr>
        <p:spPr>
          <a:xfrm flipH="1" rot="3032611">
            <a:off x="1425655" y="3145323"/>
            <a:ext cx="1195521" cy="13359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93"/>
          <p:cNvSpPr txBox="1"/>
          <p:nvPr/>
        </p:nvSpPr>
        <p:spPr>
          <a:xfrm flipH="1">
            <a:off x="1631122" y="3462730"/>
            <a:ext cx="771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13.8cm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93"/>
          <p:cNvSpPr txBox="1"/>
          <p:nvPr/>
        </p:nvSpPr>
        <p:spPr>
          <a:xfrm>
            <a:off x="2436029" y="4236500"/>
            <a:ext cx="134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93"/>
          <p:cNvSpPr/>
          <p:nvPr/>
        </p:nvSpPr>
        <p:spPr>
          <a:xfrm>
            <a:off x="323949" y="1631350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 </a:t>
            </a:r>
            <a:r>
              <a:rPr i="1"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93"/>
          <p:cNvSpPr/>
          <p:nvPr/>
        </p:nvSpPr>
        <p:spPr>
          <a:xfrm>
            <a:off x="323949" y="2099225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BED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93"/>
          <p:cNvSpPr/>
          <p:nvPr/>
        </p:nvSpPr>
        <p:spPr>
          <a:xfrm flipH="1">
            <a:off x="7408549" y="2662715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93"/>
          <p:cNvSpPr txBox="1"/>
          <p:nvPr/>
        </p:nvSpPr>
        <p:spPr>
          <a:xfrm flipH="1">
            <a:off x="347046" y="2124201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4" name="Google Shape;1944;p93"/>
          <p:cNvSpPr txBox="1"/>
          <p:nvPr/>
        </p:nvSpPr>
        <p:spPr>
          <a:xfrm flipH="1">
            <a:off x="347046" y="2648917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5" name="Google Shape;1945;p93"/>
          <p:cNvSpPr txBox="1"/>
          <p:nvPr/>
        </p:nvSpPr>
        <p:spPr>
          <a:xfrm flipH="1">
            <a:off x="1366450" y="2117315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6" name="Google Shape;1946;p93"/>
          <p:cNvSpPr txBox="1"/>
          <p:nvPr/>
        </p:nvSpPr>
        <p:spPr>
          <a:xfrm flipH="1">
            <a:off x="554025" y="3014850"/>
            <a:ext cx="155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58.982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7" name="Google Shape;1947;p93"/>
          <p:cNvSpPr txBox="1"/>
          <p:nvPr/>
        </p:nvSpPr>
        <p:spPr>
          <a:xfrm flipH="1">
            <a:off x="921650" y="2649575"/>
            <a:ext cx="90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0.766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8" name="Google Shape;1948;p93"/>
          <p:cNvSpPr txBox="1"/>
          <p:nvPr/>
        </p:nvSpPr>
        <p:spPr>
          <a:xfrm flipH="1">
            <a:off x="7357101" y="2677125"/>
            <a:ext cx="46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9" name="Google Shape;1949;p93"/>
          <p:cNvSpPr txBox="1"/>
          <p:nvPr/>
        </p:nvSpPr>
        <p:spPr>
          <a:xfrm flipH="1">
            <a:off x="2436021" y="4507975"/>
            <a:ext cx="176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7.9212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0" name="Google Shape;1950;p93"/>
          <p:cNvSpPr txBox="1"/>
          <p:nvPr/>
        </p:nvSpPr>
        <p:spPr>
          <a:xfrm flipH="1">
            <a:off x="5993796" y="3037275"/>
            <a:ext cx="176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14.0868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1" name="Google Shape;1951;p93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93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93"/>
          <p:cNvSpPr txBox="1"/>
          <p:nvPr/>
        </p:nvSpPr>
        <p:spPr>
          <a:xfrm>
            <a:off x="4710888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93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5" name="Google Shape;1955;p93"/>
          <p:cNvCxnSpPr/>
          <p:nvPr/>
        </p:nvCxnSpPr>
        <p:spPr>
          <a:xfrm rot="10800000">
            <a:off x="1194725" y="3674900"/>
            <a:ext cx="1605900" cy="6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6" name="Google Shape;1956;p93"/>
          <p:cNvCxnSpPr/>
          <p:nvPr/>
        </p:nvCxnSpPr>
        <p:spPr>
          <a:xfrm flipH="1">
            <a:off x="1997825" y="3946300"/>
            <a:ext cx="962700" cy="799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7" name="Google Shape;1957;p93"/>
          <p:cNvCxnSpPr/>
          <p:nvPr/>
        </p:nvCxnSpPr>
        <p:spPr>
          <a:xfrm>
            <a:off x="1062475" y="3901100"/>
            <a:ext cx="684900" cy="851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94"/>
          <p:cNvSpPr txBox="1"/>
          <p:nvPr/>
        </p:nvSpPr>
        <p:spPr>
          <a:xfrm>
            <a:off x="4420200" y="1550400"/>
            <a:ext cx="257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94"/>
          <p:cNvSpPr/>
          <p:nvPr/>
        </p:nvSpPr>
        <p:spPr>
          <a:xfrm>
            <a:off x="4727748" y="1581475"/>
            <a:ext cx="545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94"/>
          <p:cNvSpPr txBox="1"/>
          <p:nvPr/>
        </p:nvSpPr>
        <p:spPr>
          <a:xfrm flipH="1">
            <a:off x="4716169" y="1596525"/>
            <a:ext cx="54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3.35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5" name="Google Shape;1965;p94"/>
          <p:cNvSpPr/>
          <p:nvPr/>
        </p:nvSpPr>
        <p:spPr>
          <a:xfrm flipH="1">
            <a:off x="6298176" y="2414874"/>
            <a:ext cx="1108500" cy="11085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94"/>
          <p:cNvSpPr/>
          <p:nvPr/>
        </p:nvSpPr>
        <p:spPr>
          <a:xfrm rot="5400000">
            <a:off x="801298" y="3056530"/>
            <a:ext cx="951900" cy="9519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94"/>
          <p:cNvSpPr/>
          <p:nvPr/>
        </p:nvSpPr>
        <p:spPr>
          <a:xfrm>
            <a:off x="1262791" y="3519314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94"/>
          <p:cNvSpPr/>
          <p:nvPr/>
        </p:nvSpPr>
        <p:spPr>
          <a:xfrm>
            <a:off x="1782800" y="2037600"/>
            <a:ext cx="1499100" cy="14991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94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 of the hypotenuse when given the side adjacent to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1971" name="Google Shape;1971;p94"/>
          <p:cNvSpPr/>
          <p:nvPr/>
        </p:nvSpPr>
        <p:spPr>
          <a:xfrm flipH="1">
            <a:off x="434297" y="25984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2" name="Google Shape;1972;p94"/>
          <p:cNvGrpSpPr/>
          <p:nvPr/>
        </p:nvGrpSpPr>
        <p:grpSpPr>
          <a:xfrm flipH="1">
            <a:off x="434337" y="1511086"/>
            <a:ext cx="2192486" cy="1391843"/>
            <a:chOff x="-2056624" y="1350393"/>
            <a:chExt cx="995499" cy="1926692"/>
          </a:xfrm>
        </p:grpSpPr>
        <p:sp>
          <p:nvSpPr>
            <p:cNvPr id="1973" name="Google Shape;1973;p94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74" name="Google Shape;1974;p94"/>
            <p:cNvCxnSpPr/>
            <p:nvPr/>
          </p:nvCxnSpPr>
          <p:spPr>
            <a:xfrm flipH="1">
              <a:off x="-2056624" y="1350393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75" name="Google Shape;1975;p94"/>
            <p:cNvCxnSpPr/>
            <p:nvPr/>
          </p:nvCxnSpPr>
          <p:spPr>
            <a:xfrm rot="10800000">
              <a:off x="-2022025" y="327708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76" name="Google Shape;1976;p94"/>
          <p:cNvSpPr txBox="1"/>
          <p:nvPr/>
        </p:nvSpPr>
        <p:spPr>
          <a:xfrm>
            <a:off x="1778626" y="2577157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94"/>
          <p:cNvSpPr txBox="1"/>
          <p:nvPr/>
        </p:nvSpPr>
        <p:spPr>
          <a:xfrm flipH="1">
            <a:off x="1025350" y="2929500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94"/>
          <p:cNvSpPr/>
          <p:nvPr/>
        </p:nvSpPr>
        <p:spPr>
          <a:xfrm flipH="1">
            <a:off x="7739066" y="2774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94"/>
          <p:cNvSpPr txBox="1"/>
          <p:nvPr/>
        </p:nvSpPr>
        <p:spPr>
          <a:xfrm flipH="1">
            <a:off x="8044725" y="1894113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94"/>
          <p:cNvSpPr/>
          <p:nvPr/>
        </p:nvSpPr>
        <p:spPr>
          <a:xfrm rot="5400000">
            <a:off x="1262788" y="4229811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1" name="Google Shape;1981;p94"/>
          <p:cNvCxnSpPr/>
          <p:nvPr/>
        </p:nvCxnSpPr>
        <p:spPr>
          <a:xfrm flipH="1" rot="5400000">
            <a:off x="1692691" y="3089414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2" name="Google Shape;1982;p94"/>
          <p:cNvSpPr txBox="1"/>
          <p:nvPr/>
        </p:nvSpPr>
        <p:spPr>
          <a:xfrm>
            <a:off x="1265709" y="371893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4"/>
          <p:cNvSpPr txBox="1"/>
          <p:nvPr/>
        </p:nvSpPr>
        <p:spPr>
          <a:xfrm>
            <a:off x="2089473" y="3669971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4"/>
          <p:cNvSpPr txBox="1"/>
          <p:nvPr/>
        </p:nvSpPr>
        <p:spPr>
          <a:xfrm flipH="1">
            <a:off x="6937808" y="27504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4"/>
          <p:cNvSpPr txBox="1"/>
          <p:nvPr/>
        </p:nvSpPr>
        <p:spPr>
          <a:xfrm>
            <a:off x="4642350" y="3426850"/>
            <a:ext cx="4177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right-angled triangle has an angle of 35°.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that is adjacent to this angle and the right-angle is 142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4"/>
          <p:cNvSpPr txBox="1"/>
          <p:nvPr/>
        </p:nvSpPr>
        <p:spPr>
          <a:xfrm flipH="1">
            <a:off x="6858738" y="3117979"/>
            <a:ext cx="1098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7" name="Google Shape;1987;p94"/>
          <p:cNvGrpSpPr/>
          <p:nvPr/>
        </p:nvGrpSpPr>
        <p:grpSpPr>
          <a:xfrm>
            <a:off x="3061050" y="1013700"/>
            <a:ext cx="3021900" cy="437400"/>
            <a:chOff x="5493125" y="861300"/>
            <a:chExt cx="3021900" cy="437400"/>
          </a:xfrm>
        </p:grpSpPr>
        <p:sp>
          <p:nvSpPr>
            <p:cNvPr id="1988" name="Google Shape;1988;p94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9" name="Google Shape;1989;p94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adjacent side = </a:t>
              </a:r>
              <a:r>
                <a:rPr i="1"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× 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cos(</a:t>
              </a:r>
              <a:r>
                <a:rPr i="1"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0" name="Google Shape;1990;p94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991" name="Google Shape;1991;p94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2" name="Google Shape;1992;p94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3" name="Google Shape;1993;p94"/>
          <p:cNvSpPr/>
          <p:nvPr/>
        </p:nvSpPr>
        <p:spPr>
          <a:xfrm>
            <a:off x="6384653" y="1581475"/>
            <a:ext cx="413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94"/>
          <p:cNvSpPr txBox="1"/>
          <p:nvPr/>
        </p:nvSpPr>
        <p:spPr>
          <a:xfrm>
            <a:off x="1964243" y="1550400"/>
            <a:ext cx="257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4"/>
          <p:cNvSpPr/>
          <p:nvPr/>
        </p:nvSpPr>
        <p:spPr>
          <a:xfrm>
            <a:off x="2452096" y="1581475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94"/>
          <p:cNvSpPr/>
          <p:nvPr/>
        </p:nvSpPr>
        <p:spPr>
          <a:xfrm>
            <a:off x="3928696" y="1581475"/>
            <a:ext cx="413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94"/>
          <p:cNvSpPr txBox="1"/>
          <p:nvPr/>
        </p:nvSpPr>
        <p:spPr>
          <a:xfrm>
            <a:off x="1964243" y="2047725"/>
            <a:ext cx="14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4"/>
          <p:cNvSpPr/>
          <p:nvPr/>
        </p:nvSpPr>
        <p:spPr>
          <a:xfrm>
            <a:off x="2452096" y="2078796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4"/>
          <p:cNvSpPr/>
          <p:nvPr/>
        </p:nvSpPr>
        <p:spPr>
          <a:xfrm>
            <a:off x="3409793" y="2078800"/>
            <a:ext cx="9327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0" name="Google Shape;2000;p94"/>
          <p:cNvGrpSpPr/>
          <p:nvPr/>
        </p:nvGrpSpPr>
        <p:grpSpPr>
          <a:xfrm>
            <a:off x="6771349" y="877684"/>
            <a:ext cx="1273367" cy="2201921"/>
            <a:chOff x="-2089411" y="1392790"/>
            <a:chExt cx="1126077" cy="1822933"/>
          </a:xfrm>
        </p:grpSpPr>
        <p:sp>
          <p:nvSpPr>
            <p:cNvPr id="2001" name="Google Shape;2001;p94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02" name="Google Shape;2002;p94"/>
            <p:cNvCxnSpPr/>
            <p:nvPr/>
          </p:nvCxnSpPr>
          <p:spPr>
            <a:xfrm flipH="1">
              <a:off x="-2089411" y="139279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03" name="Google Shape;2003;p94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04" name="Google Shape;2004;p94"/>
            <p:cNvCxnSpPr/>
            <p:nvPr/>
          </p:nvCxnSpPr>
          <p:spPr>
            <a:xfrm rot="10800000">
              <a:off x="-963334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2005" name="Google Shape;2005;p94"/>
          <p:cNvCxnSpPr/>
          <p:nvPr/>
        </p:nvCxnSpPr>
        <p:spPr>
          <a:xfrm rot="10800000">
            <a:off x="1162074" y="3512991"/>
            <a:ext cx="0" cy="93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6" name="Google Shape;2006;p94"/>
          <p:cNvSpPr txBox="1"/>
          <p:nvPr/>
        </p:nvSpPr>
        <p:spPr>
          <a:xfrm flipH="1">
            <a:off x="2452096" y="1596526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7" name="Google Shape;2007;p94"/>
          <p:cNvSpPr txBox="1"/>
          <p:nvPr/>
        </p:nvSpPr>
        <p:spPr>
          <a:xfrm flipH="1">
            <a:off x="3952996" y="1596526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8" name="Google Shape;2008;p94"/>
          <p:cNvSpPr txBox="1"/>
          <p:nvPr/>
        </p:nvSpPr>
        <p:spPr>
          <a:xfrm flipH="1">
            <a:off x="3409806" y="2093200"/>
            <a:ext cx="93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0.985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9" name="Google Shape;2009;p94"/>
          <p:cNvSpPr txBox="1"/>
          <p:nvPr/>
        </p:nvSpPr>
        <p:spPr>
          <a:xfrm flipH="1">
            <a:off x="2452096" y="2093201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0" name="Google Shape;2010;p94"/>
          <p:cNvSpPr txBox="1"/>
          <p:nvPr/>
        </p:nvSpPr>
        <p:spPr>
          <a:xfrm flipH="1">
            <a:off x="2850937" y="2760875"/>
            <a:ext cx="149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 = 18.27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1" name="Google Shape;2011;p94"/>
          <p:cNvSpPr txBox="1"/>
          <p:nvPr/>
        </p:nvSpPr>
        <p:spPr>
          <a:xfrm flipH="1">
            <a:off x="6407860" y="1596526"/>
            <a:ext cx="3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2" name="Google Shape;2012;p94"/>
          <p:cNvSpPr txBox="1"/>
          <p:nvPr/>
        </p:nvSpPr>
        <p:spPr>
          <a:xfrm flipH="1">
            <a:off x="4807387" y="2285075"/>
            <a:ext cx="149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 = 19.25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3" name="Google Shape;2013;p94"/>
          <p:cNvSpPr txBox="1"/>
          <p:nvPr/>
        </p:nvSpPr>
        <p:spPr>
          <a:xfrm flipH="1">
            <a:off x="2810599" y="4480300"/>
            <a:ext cx="166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 = 101.65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4" name="Google Shape;2014;p94"/>
          <p:cNvSpPr txBox="1"/>
          <p:nvPr/>
        </p:nvSpPr>
        <p:spPr>
          <a:xfrm flipH="1">
            <a:off x="327300" y="3930725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94"/>
          <p:cNvSpPr txBox="1"/>
          <p:nvPr/>
        </p:nvSpPr>
        <p:spPr>
          <a:xfrm flipH="1">
            <a:off x="7155981" y="3679401"/>
            <a:ext cx="166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 = 173.38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6" name="Google Shape;2016;p94"/>
          <p:cNvSpPr txBox="1"/>
          <p:nvPr/>
        </p:nvSpPr>
        <p:spPr>
          <a:xfrm>
            <a:off x="324000" y="12213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94"/>
          <p:cNvSpPr txBox="1"/>
          <p:nvPr/>
        </p:nvSpPr>
        <p:spPr>
          <a:xfrm>
            <a:off x="6193138" y="109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94"/>
          <p:cNvSpPr txBox="1"/>
          <p:nvPr/>
        </p:nvSpPr>
        <p:spPr>
          <a:xfrm>
            <a:off x="324000" y="34157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95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 with the unit circle</a:t>
            </a:r>
            <a:endParaRPr/>
          </a:p>
        </p:txBody>
      </p:sp>
      <p:sp>
        <p:nvSpPr>
          <p:cNvPr id="2024" name="Google Shape;2024;p95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adjacent and the hypotenuse</a:t>
            </a:r>
            <a:endParaRPr/>
          </a:p>
        </p:txBody>
      </p:sp>
      <p:sp>
        <p:nvSpPr>
          <p:cNvPr id="2025" name="Google Shape;2025;p95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hypotenuse</a:t>
            </a:r>
            <a:endParaRPr/>
          </a:p>
        </p:txBody>
      </p:sp>
      <p:sp>
        <p:nvSpPr>
          <p:cNvPr id="2026" name="Google Shape;2026;p95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2027" name="Google Shape;2027;p9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pic>
        <p:nvPicPr>
          <p:cNvPr id="2028" name="Google Shape;202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04" y="40295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96"/>
          <p:cNvSpPr txBox="1"/>
          <p:nvPr/>
        </p:nvSpPr>
        <p:spPr>
          <a:xfrm>
            <a:off x="7074074" y="4214750"/>
            <a:ext cx="1517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104 × 0.574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34" name="Google Shape;2034;p96"/>
          <p:cNvGrpSpPr/>
          <p:nvPr/>
        </p:nvGrpSpPr>
        <p:grpSpPr>
          <a:xfrm flipH="1">
            <a:off x="4429250" y="657152"/>
            <a:ext cx="4390745" cy="2067065"/>
            <a:chOff x="432772" y="657152"/>
            <a:chExt cx="4390745" cy="2067065"/>
          </a:xfrm>
        </p:grpSpPr>
        <p:pic>
          <p:nvPicPr>
            <p:cNvPr id="2035" name="Google Shape;203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33772" y="1882017"/>
              <a:ext cx="494349" cy="608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6" name="Google Shape;2036;p96"/>
            <p:cNvSpPr txBox="1"/>
            <p:nvPr/>
          </p:nvSpPr>
          <p:spPr>
            <a:xfrm flipH="1">
              <a:off x="432772" y="2447017"/>
              <a:ext cx="69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37" name="Google Shape;2037;p96"/>
            <p:cNvGrpSpPr/>
            <p:nvPr/>
          </p:nvGrpSpPr>
          <p:grpSpPr>
            <a:xfrm flipH="1">
              <a:off x="893495" y="657152"/>
              <a:ext cx="3930022" cy="1686075"/>
              <a:chOff x="5040816" y="889311"/>
              <a:chExt cx="3230863" cy="1600755"/>
            </a:xfrm>
          </p:grpSpPr>
          <p:pic>
            <p:nvPicPr>
              <p:cNvPr id="2038" name="Google Shape;2038;p96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>
                <a:off x="5040816" y="889311"/>
                <a:ext cx="3230863" cy="16007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9" name="Google Shape;2039;p96"/>
              <p:cNvSpPr txBox="1"/>
              <p:nvPr/>
            </p:nvSpPr>
            <p:spPr>
              <a:xfrm>
                <a:off x="5102268" y="903050"/>
                <a:ext cx="2937600" cy="32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 can easily find the length of </a:t>
                </a: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40" name="Google Shape;2040;p96"/>
          <p:cNvSpPr txBox="1"/>
          <p:nvPr/>
        </p:nvSpPr>
        <p:spPr>
          <a:xfrm>
            <a:off x="4504000" y="1343295"/>
            <a:ext cx="357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the hypotenuse is 104 cm.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96"/>
          <p:cNvSpPr txBox="1"/>
          <p:nvPr/>
        </p:nvSpPr>
        <p:spPr>
          <a:xfrm>
            <a:off x="4504000" y="962528"/>
            <a:ext cx="357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adjacent,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graphicFrame>
        <p:nvGraphicFramePr>
          <p:cNvPr id="2043" name="Google Shape;2043;p96"/>
          <p:cNvGraphicFramePr/>
          <p:nvPr/>
        </p:nvGraphicFramePr>
        <p:xfrm>
          <a:off x="324000" y="6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{C54898EE-708E-4350-B121-1BC5D044E54E}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4" name="Google Shape;2044;p96"/>
          <p:cNvSpPr/>
          <p:nvPr/>
        </p:nvSpPr>
        <p:spPr>
          <a:xfrm flipH="1">
            <a:off x="5983253" y="2779051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6"/>
          <p:cNvSpPr/>
          <p:nvPr/>
        </p:nvSpPr>
        <p:spPr>
          <a:xfrm>
            <a:off x="6406653" y="4337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6" name="Google Shape;2046;p96"/>
          <p:cNvGrpSpPr/>
          <p:nvPr/>
        </p:nvGrpSpPr>
        <p:grpSpPr>
          <a:xfrm>
            <a:off x="4168516" y="3317198"/>
            <a:ext cx="2542812" cy="1324729"/>
            <a:chOff x="-2053103" y="1344161"/>
            <a:chExt cx="1037078" cy="1942133"/>
          </a:xfrm>
        </p:grpSpPr>
        <p:sp>
          <p:nvSpPr>
            <p:cNvPr id="2047" name="Google Shape;2047;p9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48" name="Google Shape;2048;p96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49" name="Google Shape;2049;p96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50" name="Google Shape;2050;p96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51" name="Google Shape;2051;p96"/>
          <p:cNvSpPr txBox="1"/>
          <p:nvPr/>
        </p:nvSpPr>
        <p:spPr>
          <a:xfrm>
            <a:off x="6711340" y="3507544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96"/>
          <p:cNvSpPr txBox="1"/>
          <p:nvPr/>
        </p:nvSpPr>
        <p:spPr>
          <a:xfrm flipH="1">
            <a:off x="6118814" y="35812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6"/>
          <p:cNvSpPr txBox="1"/>
          <p:nvPr/>
        </p:nvSpPr>
        <p:spPr>
          <a:xfrm rot="-1553422">
            <a:off x="4163214" y="3642500"/>
            <a:ext cx="2244586" cy="242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96"/>
          <p:cNvSpPr txBox="1"/>
          <p:nvPr/>
        </p:nvSpPr>
        <p:spPr>
          <a:xfrm>
            <a:off x="4504000" y="1662563"/>
            <a:ext cx="357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104 ×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96"/>
          <p:cNvSpPr txBox="1"/>
          <p:nvPr/>
        </p:nvSpPr>
        <p:spPr>
          <a:xfrm>
            <a:off x="7074075" y="3861150"/>
            <a:ext cx="1657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104 × cos(55°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6" name="Google Shape;2056;p96"/>
          <p:cNvSpPr/>
          <p:nvPr/>
        </p:nvSpPr>
        <p:spPr>
          <a:xfrm>
            <a:off x="1555100" y="629400"/>
            <a:ext cx="615600" cy="2097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cosine</a:t>
            </a:r>
            <a:endParaRPr sz="1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96"/>
          <p:cNvSpPr/>
          <p:nvPr/>
        </p:nvSpPr>
        <p:spPr>
          <a:xfrm>
            <a:off x="324000" y="3135150"/>
            <a:ext cx="615600" cy="2097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96"/>
          <p:cNvSpPr/>
          <p:nvPr/>
        </p:nvSpPr>
        <p:spPr>
          <a:xfrm>
            <a:off x="1555100" y="3135150"/>
            <a:ext cx="615600" cy="2097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96"/>
          <p:cNvSpPr txBox="1"/>
          <p:nvPr/>
        </p:nvSpPr>
        <p:spPr>
          <a:xfrm>
            <a:off x="7074074" y="4568350"/>
            <a:ext cx="1517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59.70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97"/>
          <p:cNvSpPr/>
          <p:nvPr/>
        </p:nvSpPr>
        <p:spPr>
          <a:xfrm flipH="1">
            <a:off x="5968599" y="2788646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5" name="Google Shape;2065;p97"/>
          <p:cNvGrpSpPr/>
          <p:nvPr/>
        </p:nvGrpSpPr>
        <p:grpSpPr>
          <a:xfrm>
            <a:off x="4168516" y="3317198"/>
            <a:ext cx="2542812" cy="1324729"/>
            <a:chOff x="-2053103" y="1344161"/>
            <a:chExt cx="1037078" cy="1942133"/>
          </a:xfrm>
        </p:grpSpPr>
        <p:sp>
          <p:nvSpPr>
            <p:cNvPr id="2066" name="Google Shape;2066;p97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67" name="Google Shape;2067;p97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68" name="Google Shape;2068;p97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69" name="Google Shape;2069;p97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070" name="Google Shape;2070;p97"/>
          <p:cNvGrpSpPr/>
          <p:nvPr/>
        </p:nvGrpSpPr>
        <p:grpSpPr>
          <a:xfrm flipH="1">
            <a:off x="4429250" y="641775"/>
            <a:ext cx="4390745" cy="2109948"/>
            <a:chOff x="432772" y="614269"/>
            <a:chExt cx="4390745" cy="2109948"/>
          </a:xfrm>
        </p:grpSpPr>
        <p:pic>
          <p:nvPicPr>
            <p:cNvPr id="2071" name="Google Shape;2071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33772" y="1882017"/>
              <a:ext cx="494349" cy="608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2" name="Google Shape;2072;p97"/>
            <p:cNvSpPr txBox="1"/>
            <p:nvPr/>
          </p:nvSpPr>
          <p:spPr>
            <a:xfrm flipH="1">
              <a:off x="432772" y="2447017"/>
              <a:ext cx="69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73" name="Google Shape;2073;p97"/>
            <p:cNvGrpSpPr/>
            <p:nvPr/>
          </p:nvGrpSpPr>
          <p:grpSpPr>
            <a:xfrm flipH="1">
              <a:off x="893495" y="614269"/>
              <a:ext cx="3930022" cy="1832749"/>
              <a:chOff x="5040816" y="848599"/>
              <a:chExt cx="3230863" cy="1740007"/>
            </a:xfrm>
          </p:grpSpPr>
          <p:pic>
            <p:nvPicPr>
              <p:cNvPr id="2074" name="Google Shape;2074;p97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>
                <a:off x="5040816" y="848599"/>
                <a:ext cx="3230863" cy="17400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5" name="Google Shape;2075;p97"/>
              <p:cNvSpPr txBox="1"/>
              <p:nvPr/>
            </p:nvSpPr>
            <p:spPr>
              <a:xfrm>
                <a:off x="5102268" y="876937"/>
                <a:ext cx="2937600" cy="143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But how can I find the length of this side?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 know it’s going to be              123 × </a:t>
                </a: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cos(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57°</a:t>
                </a: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,                                       but </a:t>
                </a: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cos(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57°</a:t>
                </a: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isn’t in this table?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76" name="Google Shape;207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graphicFrame>
        <p:nvGraphicFramePr>
          <p:cNvPr id="2077" name="Google Shape;2077;p97"/>
          <p:cNvGraphicFramePr/>
          <p:nvPr/>
        </p:nvGraphicFramePr>
        <p:xfrm>
          <a:off x="324000" y="6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{C54898EE-708E-4350-B121-1BC5D044E54E}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8" name="Google Shape;2078;p97"/>
          <p:cNvSpPr/>
          <p:nvPr/>
        </p:nvSpPr>
        <p:spPr>
          <a:xfrm>
            <a:off x="6406653" y="4337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97"/>
          <p:cNvSpPr txBox="1"/>
          <p:nvPr/>
        </p:nvSpPr>
        <p:spPr>
          <a:xfrm flipH="1">
            <a:off x="6118814" y="35812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97"/>
          <p:cNvSpPr txBox="1"/>
          <p:nvPr/>
        </p:nvSpPr>
        <p:spPr>
          <a:xfrm rot="-1553422">
            <a:off x="4163214" y="3642500"/>
            <a:ext cx="2244586" cy="242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97"/>
          <p:cNvSpPr txBox="1"/>
          <p:nvPr/>
        </p:nvSpPr>
        <p:spPr>
          <a:xfrm>
            <a:off x="7074074" y="4214750"/>
            <a:ext cx="1517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???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2" name="Google Shape;2082;p97"/>
          <p:cNvSpPr txBox="1"/>
          <p:nvPr/>
        </p:nvSpPr>
        <p:spPr>
          <a:xfrm>
            <a:off x="7092340" y="3507544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3" name="Google Shape;2083;p97"/>
          <p:cNvSpPr txBox="1"/>
          <p:nvPr/>
        </p:nvSpPr>
        <p:spPr>
          <a:xfrm>
            <a:off x="7074075" y="3861150"/>
            <a:ext cx="1657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cos(57°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98"/>
          <p:cNvSpPr/>
          <p:nvPr/>
        </p:nvSpPr>
        <p:spPr>
          <a:xfrm flipH="1">
            <a:off x="5968599" y="2788646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9" name="Google Shape;2089;p98"/>
          <p:cNvGrpSpPr/>
          <p:nvPr/>
        </p:nvGrpSpPr>
        <p:grpSpPr>
          <a:xfrm>
            <a:off x="4168516" y="3317198"/>
            <a:ext cx="2542812" cy="1324729"/>
            <a:chOff x="-2053103" y="1344161"/>
            <a:chExt cx="1037078" cy="1942133"/>
          </a:xfrm>
        </p:grpSpPr>
        <p:sp>
          <p:nvSpPr>
            <p:cNvPr id="2090" name="Google Shape;2090;p98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91" name="Google Shape;2091;p98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92" name="Google Shape;2092;p98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93" name="Google Shape;2093;p98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94" name="Google Shape;209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2095" name="Google Shape;2095;p98"/>
          <p:cNvSpPr/>
          <p:nvPr/>
        </p:nvSpPr>
        <p:spPr>
          <a:xfrm>
            <a:off x="6406653" y="4337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98"/>
          <p:cNvSpPr txBox="1"/>
          <p:nvPr/>
        </p:nvSpPr>
        <p:spPr>
          <a:xfrm flipH="1">
            <a:off x="6118814" y="35812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98"/>
          <p:cNvSpPr txBox="1"/>
          <p:nvPr/>
        </p:nvSpPr>
        <p:spPr>
          <a:xfrm rot="-1553422">
            <a:off x="4163214" y="3642500"/>
            <a:ext cx="2244586" cy="242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98"/>
          <p:cNvSpPr txBox="1"/>
          <p:nvPr/>
        </p:nvSpPr>
        <p:spPr>
          <a:xfrm>
            <a:off x="7074074" y="4214750"/>
            <a:ext cx="1517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???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9" name="Google Shape;2099;p98"/>
          <p:cNvSpPr txBox="1"/>
          <p:nvPr/>
        </p:nvSpPr>
        <p:spPr>
          <a:xfrm>
            <a:off x="3066850" y="1080000"/>
            <a:ext cx="5753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value of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found for any angle using one of these buttons on your calculator.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98"/>
          <p:cNvSpPr txBox="1"/>
          <p:nvPr/>
        </p:nvSpPr>
        <p:spPr>
          <a:xfrm>
            <a:off x="7092340" y="3507544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1" name="Google Shape;2101;p98"/>
          <p:cNvSpPr txBox="1"/>
          <p:nvPr/>
        </p:nvSpPr>
        <p:spPr>
          <a:xfrm>
            <a:off x="7074075" y="3861150"/>
            <a:ext cx="1657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cos(57°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2" name="Google Shape;210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" y="759025"/>
            <a:ext cx="2399915" cy="4061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98"/>
          <p:cNvSpPr/>
          <p:nvPr/>
        </p:nvSpPr>
        <p:spPr>
          <a:xfrm>
            <a:off x="859529" y="3087475"/>
            <a:ext cx="701400" cy="3093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99"/>
          <p:cNvSpPr txBox="1"/>
          <p:nvPr/>
        </p:nvSpPr>
        <p:spPr>
          <a:xfrm>
            <a:off x="5363550" y="1965200"/>
            <a:ext cx="3456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Choose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angle unit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make sure that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degree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chosen, not radian or gradian.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OK to confirm your choice.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9" name="Google Shape;2109;p99"/>
          <p:cNvPicPr preferRelativeResize="0"/>
          <p:nvPr/>
        </p:nvPicPr>
        <p:blipFill rotWithShape="1">
          <a:blip r:embed="rId3">
            <a:alphaModFix/>
          </a:blip>
          <a:srcRect b="0" l="58138" r="29401" t="0"/>
          <a:stretch/>
        </p:blipFill>
        <p:spPr>
          <a:xfrm>
            <a:off x="3651075" y="3865100"/>
            <a:ext cx="677401" cy="6831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0" name="Google Shape;211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30" y="1751844"/>
            <a:ext cx="3898847" cy="15635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1" name="Google Shape;2111;p99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first, you need to check that your calculator is in the correct mode to work with angles measured in degrees.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pic>
        <p:nvPicPr>
          <p:cNvPr id="2113" name="Google Shape;2113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530" y="1755469"/>
            <a:ext cx="3887500" cy="15563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4" name="Google Shape;2114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530" y="1755481"/>
            <a:ext cx="3887350" cy="1556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5" name="Google Shape;2115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530" y="1751844"/>
            <a:ext cx="3892125" cy="15635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6" name="Google Shape;2116;p99"/>
          <p:cNvPicPr preferRelativeResize="0"/>
          <p:nvPr/>
        </p:nvPicPr>
        <p:blipFill rotWithShape="1">
          <a:blip r:embed="rId3">
            <a:alphaModFix/>
          </a:blip>
          <a:srcRect b="0" l="0" r="43371" t="0"/>
          <a:stretch/>
        </p:blipFill>
        <p:spPr>
          <a:xfrm>
            <a:off x="337750" y="3865475"/>
            <a:ext cx="3078651" cy="6831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7" name="Google Shape;2117;p99"/>
          <p:cNvSpPr/>
          <p:nvPr/>
        </p:nvSpPr>
        <p:spPr>
          <a:xfrm>
            <a:off x="344675" y="3888050"/>
            <a:ext cx="677400" cy="637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99"/>
          <p:cNvSpPr/>
          <p:nvPr/>
        </p:nvSpPr>
        <p:spPr>
          <a:xfrm>
            <a:off x="1105525" y="3888050"/>
            <a:ext cx="677400" cy="637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99"/>
          <p:cNvSpPr/>
          <p:nvPr/>
        </p:nvSpPr>
        <p:spPr>
          <a:xfrm>
            <a:off x="1912000" y="3888050"/>
            <a:ext cx="677400" cy="637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99"/>
          <p:cNvSpPr/>
          <p:nvPr/>
        </p:nvSpPr>
        <p:spPr>
          <a:xfrm>
            <a:off x="2692200" y="3888050"/>
            <a:ext cx="677400" cy="637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99"/>
          <p:cNvSpPr/>
          <p:nvPr/>
        </p:nvSpPr>
        <p:spPr>
          <a:xfrm>
            <a:off x="3651075" y="3888050"/>
            <a:ext cx="677400" cy="637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99"/>
          <p:cNvSpPr txBox="1"/>
          <p:nvPr/>
        </p:nvSpPr>
        <p:spPr>
          <a:xfrm>
            <a:off x="5363550" y="1229450"/>
            <a:ext cx="345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settings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button and choose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calc settings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2128" name="Google Shape;2128;p100"/>
          <p:cNvSpPr/>
          <p:nvPr/>
        </p:nvSpPr>
        <p:spPr>
          <a:xfrm flipH="1">
            <a:off x="5968599" y="2788646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00"/>
          <p:cNvSpPr/>
          <p:nvPr/>
        </p:nvSpPr>
        <p:spPr>
          <a:xfrm>
            <a:off x="6406653" y="4337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00"/>
          <p:cNvSpPr txBox="1"/>
          <p:nvPr/>
        </p:nvSpPr>
        <p:spPr>
          <a:xfrm flipH="1">
            <a:off x="6118814" y="35812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00"/>
          <p:cNvSpPr txBox="1"/>
          <p:nvPr/>
        </p:nvSpPr>
        <p:spPr>
          <a:xfrm rot="-1553422">
            <a:off x="4163214" y="3642500"/>
            <a:ext cx="2244586" cy="242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00"/>
          <p:cNvSpPr txBox="1"/>
          <p:nvPr/>
        </p:nvSpPr>
        <p:spPr>
          <a:xfrm>
            <a:off x="7074074" y="4214750"/>
            <a:ext cx="1517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???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3" name="Google Shape;2133;p100"/>
          <p:cNvSpPr txBox="1"/>
          <p:nvPr/>
        </p:nvSpPr>
        <p:spPr>
          <a:xfrm>
            <a:off x="3066850" y="678816"/>
            <a:ext cx="57531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value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found for any angle using one of these buttons on your calculator.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that you know your calculator will work with angles measured in degrees, how can you use the calculator to find the length of the side adjacent to the right-angle and 57° angle?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4" name="Google Shape;2134;p100"/>
          <p:cNvSpPr txBox="1"/>
          <p:nvPr/>
        </p:nvSpPr>
        <p:spPr>
          <a:xfrm>
            <a:off x="7092340" y="3507544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5" name="Google Shape;2135;p100"/>
          <p:cNvSpPr txBox="1"/>
          <p:nvPr/>
        </p:nvSpPr>
        <p:spPr>
          <a:xfrm>
            <a:off x="7074075" y="3861150"/>
            <a:ext cx="1657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cos(57°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6" name="Google Shape;213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" y="759025"/>
            <a:ext cx="2399915" cy="4061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00"/>
          <p:cNvSpPr/>
          <p:nvPr/>
        </p:nvSpPr>
        <p:spPr>
          <a:xfrm>
            <a:off x="859529" y="3087475"/>
            <a:ext cx="701400" cy="3093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8" name="Google Shape;2138;p100"/>
          <p:cNvGrpSpPr/>
          <p:nvPr/>
        </p:nvGrpSpPr>
        <p:grpSpPr>
          <a:xfrm>
            <a:off x="4168516" y="3317198"/>
            <a:ext cx="2542812" cy="1324729"/>
            <a:chOff x="-2053103" y="1344161"/>
            <a:chExt cx="1037078" cy="1942133"/>
          </a:xfrm>
        </p:grpSpPr>
        <p:sp>
          <p:nvSpPr>
            <p:cNvPr id="2139" name="Google Shape;2139;p10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40" name="Google Shape;2140;p100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41" name="Google Shape;2141;p100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42" name="Google Shape;2142;p100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7" name="Google Shape;214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050" y="697950"/>
            <a:ext cx="3369265" cy="13477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8" name="Google Shape;2148;p101"/>
          <p:cNvSpPr/>
          <p:nvPr/>
        </p:nvSpPr>
        <p:spPr>
          <a:xfrm flipH="1">
            <a:off x="5968599" y="2788646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9" name="Google Shape;2149;p101"/>
          <p:cNvGrpSpPr/>
          <p:nvPr/>
        </p:nvGrpSpPr>
        <p:grpSpPr>
          <a:xfrm>
            <a:off x="4168516" y="3317198"/>
            <a:ext cx="2542812" cy="1324729"/>
            <a:chOff x="-2053103" y="1344161"/>
            <a:chExt cx="1037078" cy="1942133"/>
          </a:xfrm>
        </p:grpSpPr>
        <p:sp>
          <p:nvSpPr>
            <p:cNvPr id="2150" name="Google Shape;2150;p10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51" name="Google Shape;2151;p101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52" name="Google Shape;2152;p101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53" name="Google Shape;2153;p101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154" name="Google Shape;2154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2155" name="Google Shape;2155;p101"/>
          <p:cNvSpPr/>
          <p:nvPr/>
        </p:nvSpPr>
        <p:spPr>
          <a:xfrm>
            <a:off x="6406653" y="43372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01"/>
          <p:cNvSpPr txBox="1"/>
          <p:nvPr/>
        </p:nvSpPr>
        <p:spPr>
          <a:xfrm flipH="1">
            <a:off x="6118814" y="35812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01"/>
          <p:cNvSpPr txBox="1"/>
          <p:nvPr/>
        </p:nvSpPr>
        <p:spPr>
          <a:xfrm rot="-1553422">
            <a:off x="4163214" y="3642500"/>
            <a:ext cx="2244586" cy="242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01"/>
          <p:cNvSpPr txBox="1"/>
          <p:nvPr/>
        </p:nvSpPr>
        <p:spPr>
          <a:xfrm>
            <a:off x="7074074" y="4214750"/>
            <a:ext cx="1517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???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9" name="Google Shape;2159;p101"/>
          <p:cNvSpPr txBox="1"/>
          <p:nvPr/>
        </p:nvSpPr>
        <p:spPr>
          <a:xfrm>
            <a:off x="7092340" y="3507544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0" name="Google Shape;2160;p101"/>
          <p:cNvSpPr txBox="1"/>
          <p:nvPr/>
        </p:nvSpPr>
        <p:spPr>
          <a:xfrm>
            <a:off x="7074075" y="3861150"/>
            <a:ext cx="1657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× cos(57°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1" name="Google Shape;2161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800" y="2110757"/>
            <a:ext cx="6892400" cy="751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62" name="Google Shape;2162;p101"/>
          <p:cNvGrpSpPr/>
          <p:nvPr/>
        </p:nvGrpSpPr>
        <p:grpSpPr>
          <a:xfrm>
            <a:off x="4501950" y="897512"/>
            <a:ext cx="2615811" cy="1868658"/>
            <a:chOff x="4501950" y="1236575"/>
            <a:chExt cx="2615811" cy="1868658"/>
          </a:xfrm>
        </p:grpSpPr>
        <p:sp>
          <p:nvSpPr>
            <p:cNvPr id="2163" name="Google Shape;2163;p101"/>
            <p:cNvSpPr/>
            <p:nvPr/>
          </p:nvSpPr>
          <p:spPr>
            <a:xfrm>
              <a:off x="4974867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4" name="Google Shape;2164;p101"/>
            <p:cNvSpPr/>
            <p:nvPr/>
          </p:nvSpPr>
          <p:spPr>
            <a:xfrm>
              <a:off x="5707561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5" name="Google Shape;2165;p101"/>
            <p:cNvSpPr/>
            <p:nvPr/>
          </p:nvSpPr>
          <p:spPr>
            <a:xfrm>
              <a:off x="6482661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6" name="Google Shape;2166;p101"/>
            <p:cNvSpPr/>
            <p:nvPr/>
          </p:nvSpPr>
          <p:spPr>
            <a:xfrm>
              <a:off x="4501950" y="1236575"/>
              <a:ext cx="513000" cy="3387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7" name="Google Shape;2167;p101"/>
          <p:cNvGrpSpPr/>
          <p:nvPr/>
        </p:nvGrpSpPr>
        <p:grpSpPr>
          <a:xfrm>
            <a:off x="1150455" y="897512"/>
            <a:ext cx="2464185" cy="1868658"/>
            <a:chOff x="1150455" y="1236575"/>
            <a:chExt cx="2464185" cy="1868658"/>
          </a:xfrm>
        </p:grpSpPr>
        <p:sp>
          <p:nvSpPr>
            <p:cNvPr id="2168" name="Google Shape;2168;p101"/>
            <p:cNvSpPr/>
            <p:nvPr/>
          </p:nvSpPr>
          <p:spPr>
            <a:xfrm>
              <a:off x="1150455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9" name="Google Shape;2169;p101"/>
            <p:cNvSpPr/>
            <p:nvPr/>
          </p:nvSpPr>
          <p:spPr>
            <a:xfrm>
              <a:off x="1925555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0" name="Google Shape;2170;p101"/>
            <p:cNvSpPr/>
            <p:nvPr/>
          </p:nvSpPr>
          <p:spPr>
            <a:xfrm>
              <a:off x="2664505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1" name="Google Shape;2171;p101"/>
            <p:cNvSpPr/>
            <p:nvPr/>
          </p:nvSpPr>
          <p:spPr>
            <a:xfrm>
              <a:off x="3108240" y="1236575"/>
              <a:ext cx="506400" cy="3387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72" name="Google Shape;2172;p101"/>
          <p:cNvGrpSpPr/>
          <p:nvPr/>
        </p:nvGrpSpPr>
        <p:grpSpPr>
          <a:xfrm>
            <a:off x="4222928" y="1651587"/>
            <a:ext cx="3666083" cy="1114583"/>
            <a:chOff x="4222928" y="1651587"/>
            <a:chExt cx="3666083" cy="1114583"/>
          </a:xfrm>
        </p:grpSpPr>
        <p:sp>
          <p:nvSpPr>
            <p:cNvPr id="2173" name="Google Shape;2173;p101"/>
            <p:cNvSpPr/>
            <p:nvPr/>
          </p:nvSpPr>
          <p:spPr>
            <a:xfrm>
              <a:off x="7253911" y="2143370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4" name="Google Shape;2174;p101"/>
            <p:cNvSpPr/>
            <p:nvPr/>
          </p:nvSpPr>
          <p:spPr>
            <a:xfrm>
              <a:off x="4222928" y="1651587"/>
              <a:ext cx="1955400" cy="3387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5" name="Google Shape;2175;p101"/>
          <p:cNvSpPr txBox="1"/>
          <p:nvPr/>
        </p:nvSpPr>
        <p:spPr>
          <a:xfrm>
            <a:off x="324000" y="3030250"/>
            <a:ext cx="323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 of the hypotenuse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6" name="Google Shape;2176;p101"/>
          <p:cNvGrpSpPr/>
          <p:nvPr/>
        </p:nvGrpSpPr>
        <p:grpSpPr>
          <a:xfrm>
            <a:off x="3439605" y="897512"/>
            <a:ext cx="635100" cy="1868658"/>
            <a:chOff x="3439605" y="1236575"/>
            <a:chExt cx="635100" cy="1868658"/>
          </a:xfrm>
        </p:grpSpPr>
        <p:sp>
          <p:nvSpPr>
            <p:cNvPr id="2177" name="Google Shape;2177;p101"/>
            <p:cNvSpPr/>
            <p:nvPr/>
          </p:nvSpPr>
          <p:spPr>
            <a:xfrm>
              <a:off x="3439605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8" name="Google Shape;2178;p101"/>
            <p:cNvSpPr/>
            <p:nvPr/>
          </p:nvSpPr>
          <p:spPr>
            <a:xfrm>
              <a:off x="3613775" y="1236575"/>
              <a:ext cx="194100" cy="3387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9" name="Google Shape;2179;p101"/>
          <p:cNvSpPr txBox="1"/>
          <p:nvPr/>
        </p:nvSpPr>
        <p:spPr>
          <a:xfrm>
            <a:off x="324000" y="3350484"/>
            <a:ext cx="29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Multiplied by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01"/>
          <p:cNvSpPr txBox="1"/>
          <p:nvPr/>
        </p:nvSpPr>
        <p:spPr>
          <a:xfrm>
            <a:off x="324000" y="3670718"/>
            <a:ext cx="362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osine (the open bracket is automatically written)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1" name="Google Shape;2181;p101"/>
          <p:cNvGrpSpPr/>
          <p:nvPr/>
        </p:nvGrpSpPr>
        <p:grpSpPr>
          <a:xfrm>
            <a:off x="3810000" y="897512"/>
            <a:ext cx="1024867" cy="1868658"/>
            <a:chOff x="3810000" y="1236575"/>
            <a:chExt cx="1024867" cy="1868658"/>
          </a:xfrm>
        </p:grpSpPr>
        <p:sp>
          <p:nvSpPr>
            <p:cNvPr id="2182" name="Google Shape;2182;p101"/>
            <p:cNvSpPr/>
            <p:nvPr/>
          </p:nvSpPr>
          <p:spPr>
            <a:xfrm>
              <a:off x="4199767" y="2482433"/>
              <a:ext cx="635100" cy="6228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3" name="Google Shape;2183;p101"/>
            <p:cNvSpPr/>
            <p:nvPr/>
          </p:nvSpPr>
          <p:spPr>
            <a:xfrm>
              <a:off x="3810000" y="1236575"/>
              <a:ext cx="691800" cy="338700"/>
            </a:xfrm>
            <a:prstGeom prst="rect">
              <a:avLst/>
            </a:prstGeom>
            <a:solidFill>
              <a:srgbClr val="D5E2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4" name="Google Shape;2184;p101"/>
          <p:cNvSpPr/>
          <p:nvPr/>
        </p:nvSpPr>
        <p:spPr>
          <a:xfrm>
            <a:off x="7058000" y="3834550"/>
            <a:ext cx="1657200" cy="3591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01"/>
          <p:cNvSpPr txBox="1"/>
          <p:nvPr/>
        </p:nvSpPr>
        <p:spPr>
          <a:xfrm>
            <a:off x="324000" y="4267853"/>
            <a:ext cx="362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 the adjacent angle (you must write the close bracket yourself).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01"/>
          <p:cNvSpPr txBox="1"/>
          <p:nvPr/>
        </p:nvSpPr>
        <p:spPr>
          <a:xfrm>
            <a:off x="7074074" y="3528108"/>
            <a:ext cx="1517400" cy="2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66.99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102"/>
          <p:cNvSpPr txBox="1"/>
          <p:nvPr/>
        </p:nvSpPr>
        <p:spPr>
          <a:xfrm>
            <a:off x="1469954" y="3471300"/>
            <a:ext cx="118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13.994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2" name="Google Shape;2192;p102"/>
          <p:cNvSpPr txBox="1"/>
          <p:nvPr/>
        </p:nvSpPr>
        <p:spPr>
          <a:xfrm>
            <a:off x="344013" y="2188963"/>
            <a:ext cx="86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7.757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3" name="Google Shape;2193;p102"/>
          <p:cNvSpPr txBox="1"/>
          <p:nvPr/>
        </p:nvSpPr>
        <p:spPr>
          <a:xfrm>
            <a:off x="324000" y="65185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a calculator, find the lengths of the two sides of this triangle labelled a and b (3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sp>
        <p:nvSpPr>
          <p:cNvPr id="2195" name="Google Shape;2195;p102"/>
          <p:cNvSpPr/>
          <p:nvPr/>
        </p:nvSpPr>
        <p:spPr>
          <a:xfrm>
            <a:off x="2160480" y="2230799"/>
            <a:ext cx="1549200" cy="1549200"/>
          </a:xfrm>
          <a:prstGeom prst="arc">
            <a:avLst>
              <a:gd fmla="val 10771373" name="adj1"/>
              <a:gd fmla="val 1275081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02"/>
          <p:cNvSpPr/>
          <p:nvPr/>
        </p:nvSpPr>
        <p:spPr>
          <a:xfrm flipH="1">
            <a:off x="1316544" y="28109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7" name="Google Shape;2197;p102"/>
          <p:cNvCxnSpPr/>
          <p:nvPr/>
        </p:nvCxnSpPr>
        <p:spPr>
          <a:xfrm>
            <a:off x="1392745" y="1912266"/>
            <a:ext cx="16380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98" name="Google Shape;2198;p102"/>
          <p:cNvCxnSpPr/>
          <p:nvPr/>
        </p:nvCxnSpPr>
        <p:spPr>
          <a:xfrm>
            <a:off x="1316545" y="3115543"/>
            <a:ext cx="163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9" name="Google Shape;2199;p102"/>
          <p:cNvSpPr txBox="1"/>
          <p:nvPr/>
        </p:nvSpPr>
        <p:spPr>
          <a:xfrm flipH="1">
            <a:off x="2033626" y="2109200"/>
            <a:ext cx="778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02"/>
          <p:cNvSpPr txBox="1"/>
          <p:nvPr/>
        </p:nvSpPr>
        <p:spPr>
          <a:xfrm>
            <a:off x="2124992" y="27329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1" name="Google Shape;2201;p102"/>
          <p:cNvCxnSpPr/>
          <p:nvPr/>
        </p:nvCxnSpPr>
        <p:spPr>
          <a:xfrm rot="10800000">
            <a:off x="1205913" y="19885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202" name="Google Shape;2202;p102"/>
          <p:cNvGrpSpPr/>
          <p:nvPr/>
        </p:nvGrpSpPr>
        <p:grpSpPr>
          <a:xfrm>
            <a:off x="1930279" y="3492806"/>
            <a:ext cx="264765" cy="264810"/>
            <a:chOff x="1020916" y="1442088"/>
            <a:chExt cx="457200" cy="457200"/>
          </a:xfrm>
        </p:grpSpPr>
        <p:pic>
          <p:nvPicPr>
            <p:cNvPr id="2203" name="Google Shape;2203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4" name="Google Shape;2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5" name="Google Shape;2205;p102"/>
          <p:cNvGrpSpPr/>
          <p:nvPr/>
        </p:nvGrpSpPr>
        <p:grpSpPr>
          <a:xfrm>
            <a:off x="642591" y="2364357"/>
            <a:ext cx="264765" cy="264810"/>
            <a:chOff x="1020916" y="1442088"/>
            <a:chExt cx="457200" cy="457200"/>
          </a:xfrm>
        </p:grpSpPr>
        <p:pic>
          <p:nvPicPr>
            <p:cNvPr id="2206" name="Google Shape;2206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7" name="Google Shape;2207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8" name="Google Shape;2208;p102"/>
          <p:cNvSpPr/>
          <p:nvPr/>
        </p:nvSpPr>
        <p:spPr>
          <a:xfrm>
            <a:off x="1323426" y="3142999"/>
            <a:ext cx="1638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×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cos(29°)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02"/>
          <p:cNvSpPr/>
          <p:nvPr/>
        </p:nvSpPr>
        <p:spPr>
          <a:xfrm flipH="1" rot="5400000">
            <a:off x="1627295" y="1677761"/>
            <a:ext cx="1016400" cy="1638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0" name="Google Shape;2210;p102"/>
          <p:cNvGrpSpPr/>
          <p:nvPr/>
        </p:nvGrpSpPr>
        <p:grpSpPr>
          <a:xfrm>
            <a:off x="4572000" y="570725"/>
            <a:ext cx="4248000" cy="4256400"/>
            <a:chOff x="4572000" y="570725"/>
            <a:chExt cx="4248000" cy="4256400"/>
          </a:xfrm>
        </p:grpSpPr>
        <p:sp>
          <p:nvSpPr>
            <p:cNvPr id="2211" name="Google Shape;2211;p102"/>
            <p:cNvSpPr txBox="1"/>
            <p:nvPr/>
          </p:nvSpPr>
          <p:spPr>
            <a:xfrm>
              <a:off x="4824000" y="651850"/>
              <a:ext cx="3996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Using a calculator, find the length of the hypotenuse of this triangle  (1 d.p.)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2" name="Google Shape;2212;p102"/>
            <p:cNvSpPr/>
            <p:nvPr/>
          </p:nvSpPr>
          <p:spPr>
            <a:xfrm>
              <a:off x="7041968" y="1142975"/>
              <a:ext cx="1308600" cy="1308600"/>
            </a:xfrm>
            <a:prstGeom prst="arc">
              <a:avLst>
                <a:gd fmla="val 7989740" name="adj1"/>
                <a:gd fmla="val 10792507" name="adj2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13" name="Google Shape;2213;p102"/>
            <p:cNvCxnSpPr/>
            <p:nvPr/>
          </p:nvCxnSpPr>
          <p:spPr>
            <a:xfrm>
              <a:off x="4572000" y="570725"/>
              <a:ext cx="0" cy="42564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4" name="Google Shape;2214;p102"/>
            <p:cNvSpPr/>
            <p:nvPr/>
          </p:nvSpPr>
          <p:spPr>
            <a:xfrm flipH="1">
              <a:off x="6285620" y="1787526"/>
              <a:ext cx="194100" cy="194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5" name="Google Shape;2215;p102"/>
            <p:cNvSpPr txBox="1"/>
            <p:nvPr/>
          </p:nvSpPr>
          <p:spPr>
            <a:xfrm>
              <a:off x="7049003" y="1799599"/>
              <a:ext cx="5304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64°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6" name="Google Shape;2216;p102"/>
            <p:cNvSpPr txBox="1"/>
            <p:nvPr/>
          </p:nvSpPr>
          <p:spPr>
            <a:xfrm flipH="1">
              <a:off x="7087763" y="2703886"/>
              <a:ext cx="6327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17" name="Google Shape;2217;p102"/>
            <p:cNvCxnSpPr/>
            <p:nvPr/>
          </p:nvCxnSpPr>
          <p:spPr>
            <a:xfrm flipH="1" rot="10800000">
              <a:off x="6361819" y="1863719"/>
              <a:ext cx="1408500" cy="15492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18" name="Google Shape;2218;p102"/>
            <p:cNvCxnSpPr/>
            <p:nvPr/>
          </p:nvCxnSpPr>
          <p:spPr>
            <a:xfrm rot="10800000">
              <a:off x="6183676" y="1787519"/>
              <a:ext cx="0" cy="15492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19" name="Google Shape;2219;p102"/>
            <p:cNvCxnSpPr/>
            <p:nvPr/>
          </p:nvCxnSpPr>
          <p:spPr>
            <a:xfrm rot="10800000">
              <a:off x="6285619" y="1685576"/>
              <a:ext cx="14085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20" name="Google Shape;2220;p102"/>
            <p:cNvSpPr/>
            <p:nvPr/>
          </p:nvSpPr>
          <p:spPr>
            <a:xfrm rot="5400000">
              <a:off x="6215269" y="1857869"/>
              <a:ext cx="1549200" cy="14085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1" name="Google Shape;2221;p102"/>
            <p:cNvSpPr txBox="1"/>
            <p:nvPr/>
          </p:nvSpPr>
          <p:spPr>
            <a:xfrm flipH="1">
              <a:off x="5385001" y="2439275"/>
              <a:ext cx="7788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22" name="Google Shape;2222;p102"/>
            <p:cNvGrpSpPr/>
            <p:nvPr/>
          </p:nvGrpSpPr>
          <p:grpSpPr>
            <a:xfrm>
              <a:off x="5311050" y="3925800"/>
              <a:ext cx="3021900" cy="437400"/>
              <a:chOff x="5493125" y="861300"/>
              <a:chExt cx="3021900" cy="437400"/>
            </a:xfrm>
          </p:grpSpPr>
          <p:sp>
            <p:nvSpPr>
              <p:cNvPr id="2223" name="Google Shape;2223;p102"/>
              <p:cNvSpPr/>
              <p:nvPr/>
            </p:nvSpPr>
            <p:spPr>
              <a:xfrm>
                <a:off x="5493125" y="861300"/>
                <a:ext cx="3021900" cy="437400"/>
              </a:xfrm>
              <a:prstGeom prst="rect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24" name="Google Shape;2224;p102"/>
              <p:cNvSpPr txBox="1"/>
              <p:nvPr/>
            </p:nvSpPr>
            <p:spPr>
              <a:xfrm>
                <a:off x="5493125" y="886925"/>
                <a:ext cx="3021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opposite side = </a:t>
                </a:r>
                <a:r>
                  <a:rPr i="1" lang="en-GB" sz="22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r>
                  <a:rPr lang="en-GB" sz="18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 × </a:t>
                </a:r>
                <a:r>
                  <a:rPr lang="en-GB" sz="22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sin(</a:t>
                </a:r>
                <a:r>
                  <a:rPr i="1" lang="en-GB" sz="18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θ</a:t>
                </a:r>
                <a:r>
                  <a:rPr lang="en-GB" sz="18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°</a:t>
                </a:r>
                <a:r>
                  <a:rPr lang="en-GB" sz="22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25" name="Google Shape;2225;p102"/>
            <p:cNvGrpSpPr/>
            <p:nvPr/>
          </p:nvGrpSpPr>
          <p:grpSpPr>
            <a:xfrm>
              <a:off x="5311050" y="4363198"/>
              <a:ext cx="3021900" cy="437400"/>
              <a:chOff x="5493125" y="861300"/>
              <a:chExt cx="3021900" cy="437400"/>
            </a:xfrm>
          </p:grpSpPr>
          <p:sp>
            <p:nvSpPr>
              <p:cNvPr id="2226" name="Google Shape;2226;p102"/>
              <p:cNvSpPr/>
              <p:nvPr/>
            </p:nvSpPr>
            <p:spPr>
              <a:xfrm>
                <a:off x="5493125" y="861300"/>
                <a:ext cx="3021900" cy="437400"/>
              </a:xfrm>
              <a:prstGeom prst="rect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27" name="Google Shape;2227;p102"/>
              <p:cNvSpPr txBox="1"/>
              <p:nvPr/>
            </p:nvSpPr>
            <p:spPr>
              <a:xfrm>
                <a:off x="5493125" y="886925"/>
                <a:ext cx="3021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adjacent side = </a:t>
                </a:r>
                <a:r>
                  <a:rPr i="1" lang="en-GB" sz="22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r>
                  <a:rPr lang="en-GB" sz="1800">
                    <a:solidFill>
                      <a:schemeClr val="accent2"/>
                    </a:solidFill>
                    <a:latin typeface="Lexend"/>
                    <a:ea typeface="Lexend"/>
                    <a:cs typeface="Lexend"/>
                    <a:sym typeface="Lexend"/>
                  </a:rPr>
                  <a:t> × </a:t>
                </a:r>
                <a:r>
                  <a:rPr lang="en-GB" sz="22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cos(</a:t>
                </a:r>
                <a:r>
                  <a:rPr i="1" lang="en-GB" sz="1800">
                    <a:solidFill>
                      <a:schemeClr val="accent2"/>
                    </a:solidFill>
                    <a:latin typeface="Lexend"/>
                    <a:ea typeface="Lexend"/>
                    <a:cs typeface="Lexend"/>
                    <a:sym typeface="Lexend"/>
                  </a:rPr>
                  <a:t>θ</a:t>
                </a:r>
                <a:r>
                  <a:rPr lang="en-GB" sz="1800">
                    <a:solidFill>
                      <a:schemeClr val="accent2"/>
                    </a:solidFill>
                    <a:latin typeface="Lexend"/>
                    <a:ea typeface="Lexend"/>
                    <a:cs typeface="Lexend"/>
                    <a:sym typeface="Lexend"/>
                  </a:rPr>
                  <a:t>°</a:t>
                </a:r>
                <a:r>
                  <a:rPr lang="en-GB" sz="22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r>
                  <a:rPr lang="en-GB" sz="1800">
                    <a:solidFill>
                      <a:schemeClr val="accent2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228" name="Google Shape;2228;p102"/>
          <p:cNvSpPr txBox="1"/>
          <p:nvPr/>
        </p:nvSpPr>
        <p:spPr>
          <a:xfrm>
            <a:off x="6749812" y="2981050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54.5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103"/>
          <p:cNvSpPr/>
          <p:nvPr/>
        </p:nvSpPr>
        <p:spPr>
          <a:xfrm>
            <a:off x="488422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03"/>
          <p:cNvSpPr/>
          <p:nvPr/>
        </p:nvSpPr>
        <p:spPr>
          <a:xfrm flipH="1">
            <a:off x="7074800" y="665450"/>
            <a:ext cx="1201200" cy="12012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03"/>
          <p:cNvSpPr/>
          <p:nvPr/>
        </p:nvSpPr>
        <p:spPr>
          <a:xfrm flipH="1">
            <a:off x="-202674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103"/>
          <p:cNvSpPr/>
          <p:nvPr/>
        </p:nvSpPr>
        <p:spPr>
          <a:xfrm rot="-5400000">
            <a:off x="665399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03"/>
          <p:cNvSpPr txBox="1"/>
          <p:nvPr/>
        </p:nvSpPr>
        <p:spPr>
          <a:xfrm>
            <a:off x="324000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cxnSp>
        <p:nvCxnSpPr>
          <p:cNvPr id="2239" name="Google Shape;2239;p103"/>
          <p:cNvCxnSpPr/>
          <p:nvPr/>
        </p:nvCxnSpPr>
        <p:spPr>
          <a:xfrm>
            <a:off x="5988031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0" name="Google Shape;2240;p103"/>
          <p:cNvCxnSpPr/>
          <p:nvPr/>
        </p:nvCxnSpPr>
        <p:spPr>
          <a:xfrm>
            <a:off x="3156064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1" name="Google Shape;2241;p103"/>
          <p:cNvSpPr/>
          <p:nvPr/>
        </p:nvSpPr>
        <p:spPr>
          <a:xfrm>
            <a:off x="792018" y="2454775"/>
            <a:ext cx="1041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cos(33°)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103"/>
          <p:cNvSpPr/>
          <p:nvPr/>
        </p:nvSpPr>
        <p:spPr>
          <a:xfrm>
            <a:off x="1659443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3" name="Google Shape;2243;p103"/>
          <p:cNvCxnSpPr/>
          <p:nvPr/>
        </p:nvCxnSpPr>
        <p:spPr>
          <a:xfrm flipH="1">
            <a:off x="417449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4" name="Google Shape;2244;p103"/>
          <p:cNvCxnSpPr/>
          <p:nvPr/>
        </p:nvCxnSpPr>
        <p:spPr>
          <a:xfrm rot="10800000">
            <a:off x="493649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5" name="Google Shape;2245;p103"/>
          <p:cNvSpPr txBox="1"/>
          <p:nvPr/>
        </p:nvSpPr>
        <p:spPr>
          <a:xfrm>
            <a:off x="553117" y="137881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03"/>
          <p:cNvSpPr txBox="1"/>
          <p:nvPr/>
        </p:nvSpPr>
        <p:spPr>
          <a:xfrm flipH="1">
            <a:off x="716545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7" name="Google Shape;2247;p103"/>
          <p:cNvCxnSpPr/>
          <p:nvPr/>
        </p:nvCxnSpPr>
        <p:spPr>
          <a:xfrm rot="10800000">
            <a:off x="1950014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8" name="Google Shape;2248;p103"/>
          <p:cNvSpPr/>
          <p:nvPr/>
        </p:nvSpPr>
        <p:spPr>
          <a:xfrm>
            <a:off x="1967793" y="1591450"/>
            <a:ext cx="1003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sin(33°)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03"/>
          <p:cNvSpPr/>
          <p:nvPr/>
        </p:nvSpPr>
        <p:spPr>
          <a:xfrm flipH="1">
            <a:off x="2690019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0" name="Google Shape;2250;p103"/>
          <p:cNvSpPr/>
          <p:nvPr/>
        </p:nvSpPr>
        <p:spPr>
          <a:xfrm rot="-5400000">
            <a:off x="355809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03"/>
          <p:cNvSpPr/>
          <p:nvPr/>
        </p:nvSpPr>
        <p:spPr>
          <a:xfrm>
            <a:off x="455213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2" name="Google Shape;2252;p103"/>
          <p:cNvCxnSpPr/>
          <p:nvPr/>
        </p:nvCxnSpPr>
        <p:spPr>
          <a:xfrm flipH="1">
            <a:off x="331014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3" name="Google Shape;2253;p103"/>
          <p:cNvCxnSpPr/>
          <p:nvPr/>
        </p:nvCxnSpPr>
        <p:spPr>
          <a:xfrm rot="10800000">
            <a:off x="338634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4" name="Google Shape;2254;p103"/>
          <p:cNvSpPr txBox="1"/>
          <p:nvPr/>
        </p:nvSpPr>
        <p:spPr>
          <a:xfrm>
            <a:off x="3445810" y="137881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03"/>
          <p:cNvSpPr txBox="1"/>
          <p:nvPr/>
        </p:nvSpPr>
        <p:spPr>
          <a:xfrm flipH="1">
            <a:off x="3609239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6" name="Google Shape;2256;p103"/>
          <p:cNvCxnSpPr/>
          <p:nvPr/>
        </p:nvCxnSpPr>
        <p:spPr>
          <a:xfrm rot="10800000">
            <a:off x="484270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7" name="Google Shape;2257;p103"/>
          <p:cNvSpPr/>
          <p:nvPr/>
        </p:nvSpPr>
        <p:spPr>
          <a:xfrm>
            <a:off x="748858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8" name="Google Shape;2258;p103"/>
          <p:cNvCxnSpPr/>
          <p:nvPr/>
        </p:nvCxnSpPr>
        <p:spPr>
          <a:xfrm flipH="1">
            <a:off x="624659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9" name="Google Shape;2259;p103"/>
          <p:cNvCxnSpPr/>
          <p:nvPr/>
        </p:nvCxnSpPr>
        <p:spPr>
          <a:xfrm rot="10800000">
            <a:off x="632279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0" name="Google Shape;2260;p103"/>
          <p:cNvSpPr txBox="1"/>
          <p:nvPr/>
        </p:nvSpPr>
        <p:spPr>
          <a:xfrm>
            <a:off x="6382260" y="137881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1" name="Google Shape;2261;p103"/>
          <p:cNvCxnSpPr/>
          <p:nvPr/>
        </p:nvCxnSpPr>
        <p:spPr>
          <a:xfrm rot="10800000">
            <a:off x="777915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2" name="Google Shape;2262;p103"/>
          <p:cNvSpPr txBox="1"/>
          <p:nvPr/>
        </p:nvSpPr>
        <p:spPr>
          <a:xfrm flipH="1">
            <a:off x="7220539" y="1519383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03"/>
          <p:cNvSpPr/>
          <p:nvPr/>
        </p:nvSpPr>
        <p:spPr>
          <a:xfrm rot="-5400000">
            <a:off x="649454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03"/>
          <p:cNvSpPr/>
          <p:nvPr/>
        </p:nvSpPr>
        <p:spPr>
          <a:xfrm flipH="1">
            <a:off x="-154406" y="351467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103"/>
          <p:cNvSpPr/>
          <p:nvPr/>
        </p:nvSpPr>
        <p:spPr>
          <a:xfrm rot="-5400000">
            <a:off x="713667" y="304165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103"/>
          <p:cNvSpPr/>
          <p:nvPr/>
        </p:nvSpPr>
        <p:spPr>
          <a:xfrm>
            <a:off x="1707711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7" name="Google Shape;2267;p103"/>
          <p:cNvCxnSpPr/>
          <p:nvPr/>
        </p:nvCxnSpPr>
        <p:spPr>
          <a:xfrm flipH="1">
            <a:off x="465717" y="313720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8" name="Google Shape;2268;p103"/>
          <p:cNvCxnSpPr/>
          <p:nvPr/>
        </p:nvCxnSpPr>
        <p:spPr>
          <a:xfrm rot="10800000">
            <a:off x="541917" y="432626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9" name="Google Shape;2269;p103"/>
          <p:cNvSpPr txBox="1"/>
          <p:nvPr/>
        </p:nvSpPr>
        <p:spPr>
          <a:xfrm>
            <a:off x="465723" y="3334050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103"/>
          <p:cNvSpPr txBox="1"/>
          <p:nvPr/>
        </p:nvSpPr>
        <p:spPr>
          <a:xfrm flipH="1">
            <a:off x="764814" y="395980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1" name="Google Shape;2271;p103"/>
          <p:cNvCxnSpPr/>
          <p:nvPr/>
        </p:nvCxnSpPr>
        <p:spPr>
          <a:xfrm rot="10800000">
            <a:off x="1998283" y="321341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2" name="Google Shape;2272;p103"/>
          <p:cNvSpPr/>
          <p:nvPr/>
        </p:nvSpPr>
        <p:spPr>
          <a:xfrm flipH="1">
            <a:off x="387352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3" name="Google Shape;2273;p103"/>
          <p:cNvCxnSpPr/>
          <p:nvPr/>
        </p:nvCxnSpPr>
        <p:spPr>
          <a:xfrm>
            <a:off x="387352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4" name="Google Shape;2274;p103"/>
          <p:cNvSpPr txBox="1"/>
          <p:nvPr/>
        </p:nvSpPr>
        <p:spPr>
          <a:xfrm>
            <a:off x="4850994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5" name="Google Shape;2275;p103"/>
          <p:cNvCxnSpPr/>
          <p:nvPr/>
        </p:nvCxnSpPr>
        <p:spPr>
          <a:xfrm rot="10800000">
            <a:off x="3770332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6" name="Google Shape;2276;p103"/>
          <p:cNvSpPr txBox="1"/>
          <p:nvPr/>
        </p:nvSpPr>
        <p:spPr>
          <a:xfrm>
            <a:off x="4664298" y="34391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03"/>
          <p:cNvSpPr/>
          <p:nvPr/>
        </p:nvSpPr>
        <p:spPr>
          <a:xfrm>
            <a:off x="773240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03"/>
          <p:cNvSpPr/>
          <p:nvPr/>
        </p:nvSpPr>
        <p:spPr>
          <a:xfrm flipH="1" rot="5400000">
            <a:off x="7349307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9" name="Google Shape;2279;p103"/>
          <p:cNvSpPr/>
          <p:nvPr/>
        </p:nvSpPr>
        <p:spPr>
          <a:xfrm flipH="1">
            <a:off x="672170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0" name="Google Shape;2280;p103"/>
          <p:cNvCxnSpPr/>
          <p:nvPr/>
        </p:nvCxnSpPr>
        <p:spPr>
          <a:xfrm>
            <a:off x="672170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1" name="Google Shape;2281;p103"/>
          <p:cNvSpPr txBox="1"/>
          <p:nvPr/>
        </p:nvSpPr>
        <p:spPr>
          <a:xfrm>
            <a:off x="7699175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2" name="Google Shape;2282;p103"/>
          <p:cNvCxnSpPr/>
          <p:nvPr/>
        </p:nvCxnSpPr>
        <p:spPr>
          <a:xfrm rot="10800000">
            <a:off x="6618513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3" name="Google Shape;2283;p103"/>
          <p:cNvSpPr txBox="1"/>
          <p:nvPr/>
        </p:nvSpPr>
        <p:spPr>
          <a:xfrm>
            <a:off x="7254953" y="43262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103"/>
          <p:cNvSpPr/>
          <p:nvPr/>
        </p:nvSpPr>
        <p:spPr>
          <a:xfrm flipH="1" rot="5400000">
            <a:off x="4501126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5" name="Google Shape;2285;p103"/>
          <p:cNvCxnSpPr/>
          <p:nvPr/>
        </p:nvCxnSpPr>
        <p:spPr>
          <a:xfrm rot="10800000">
            <a:off x="3922221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6" name="Google Shape;2286;p103"/>
          <p:cNvCxnSpPr/>
          <p:nvPr/>
        </p:nvCxnSpPr>
        <p:spPr>
          <a:xfrm rot="10800000">
            <a:off x="6763525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7" name="Google Shape;2287;p103"/>
          <p:cNvSpPr txBox="1"/>
          <p:nvPr/>
        </p:nvSpPr>
        <p:spPr>
          <a:xfrm>
            <a:off x="324075" y="663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Find the lengths of all sides in each of these triangles (3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03"/>
          <p:cNvSpPr txBox="1"/>
          <p:nvPr/>
        </p:nvSpPr>
        <p:spPr>
          <a:xfrm>
            <a:off x="3263463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103"/>
          <p:cNvSpPr txBox="1"/>
          <p:nvPr/>
        </p:nvSpPr>
        <p:spPr>
          <a:xfrm>
            <a:off x="6091688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03"/>
          <p:cNvSpPr txBox="1"/>
          <p:nvPr/>
        </p:nvSpPr>
        <p:spPr>
          <a:xfrm>
            <a:off x="324000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03"/>
          <p:cNvSpPr txBox="1"/>
          <p:nvPr/>
        </p:nvSpPr>
        <p:spPr>
          <a:xfrm>
            <a:off x="3263463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2" name="Google Shape;2292;p103"/>
          <p:cNvSpPr txBox="1"/>
          <p:nvPr/>
        </p:nvSpPr>
        <p:spPr>
          <a:xfrm>
            <a:off x="6091688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3" name="Google Shape;2293;p103"/>
          <p:cNvCxnSpPr/>
          <p:nvPr/>
        </p:nvCxnSpPr>
        <p:spPr>
          <a:xfrm>
            <a:off x="391400" y="2859450"/>
            <a:ext cx="8420100" cy="19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104"/>
          <p:cNvSpPr txBox="1"/>
          <p:nvPr/>
        </p:nvSpPr>
        <p:spPr>
          <a:xfrm>
            <a:off x="3419799" y="2408075"/>
            <a:ext cx="143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0.743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9" name="Google Shape;2299;p104"/>
          <p:cNvSpPr txBox="1"/>
          <p:nvPr/>
        </p:nvSpPr>
        <p:spPr>
          <a:xfrm>
            <a:off x="4874253" y="1627750"/>
            <a:ext cx="111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0.669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0" name="Google Shape;2300;p104"/>
          <p:cNvSpPr txBox="1"/>
          <p:nvPr/>
        </p:nvSpPr>
        <p:spPr>
          <a:xfrm>
            <a:off x="1777350" y="2529175"/>
            <a:ext cx="120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0.839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1" name="Google Shape;2301;p104"/>
          <p:cNvSpPr/>
          <p:nvPr/>
        </p:nvSpPr>
        <p:spPr>
          <a:xfrm>
            <a:off x="488422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104"/>
          <p:cNvSpPr/>
          <p:nvPr/>
        </p:nvSpPr>
        <p:spPr>
          <a:xfrm flipH="1">
            <a:off x="7074800" y="665450"/>
            <a:ext cx="1201200" cy="12012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04"/>
          <p:cNvSpPr/>
          <p:nvPr/>
        </p:nvSpPr>
        <p:spPr>
          <a:xfrm flipH="1">
            <a:off x="-202674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04"/>
          <p:cNvSpPr/>
          <p:nvPr/>
        </p:nvSpPr>
        <p:spPr>
          <a:xfrm rot="-5400000">
            <a:off x="665399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04"/>
          <p:cNvSpPr txBox="1"/>
          <p:nvPr/>
        </p:nvSpPr>
        <p:spPr>
          <a:xfrm>
            <a:off x="324000" y="65185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Find the lengths of all sides in each of these triangles (3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without a unit circle</a:t>
            </a:r>
            <a:endParaRPr/>
          </a:p>
        </p:txBody>
      </p:sp>
      <p:cxnSp>
        <p:nvCxnSpPr>
          <p:cNvPr id="2307" name="Google Shape;2307;p104"/>
          <p:cNvCxnSpPr/>
          <p:nvPr/>
        </p:nvCxnSpPr>
        <p:spPr>
          <a:xfrm>
            <a:off x="5988031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8" name="Google Shape;2308;p104"/>
          <p:cNvCxnSpPr/>
          <p:nvPr/>
        </p:nvCxnSpPr>
        <p:spPr>
          <a:xfrm>
            <a:off x="3156064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9" name="Google Shape;2309;p104"/>
          <p:cNvSpPr/>
          <p:nvPr/>
        </p:nvSpPr>
        <p:spPr>
          <a:xfrm>
            <a:off x="792018" y="2454775"/>
            <a:ext cx="1041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cos(33°)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104"/>
          <p:cNvSpPr/>
          <p:nvPr/>
        </p:nvSpPr>
        <p:spPr>
          <a:xfrm>
            <a:off x="1659443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1" name="Google Shape;2311;p104"/>
          <p:cNvCxnSpPr/>
          <p:nvPr/>
        </p:nvCxnSpPr>
        <p:spPr>
          <a:xfrm flipH="1">
            <a:off x="417449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12" name="Google Shape;2312;p104"/>
          <p:cNvCxnSpPr/>
          <p:nvPr/>
        </p:nvCxnSpPr>
        <p:spPr>
          <a:xfrm rot="10800000">
            <a:off x="493649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13" name="Google Shape;2313;p104"/>
          <p:cNvSpPr txBox="1"/>
          <p:nvPr/>
        </p:nvSpPr>
        <p:spPr>
          <a:xfrm>
            <a:off x="553117" y="137881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104"/>
          <p:cNvSpPr txBox="1"/>
          <p:nvPr/>
        </p:nvSpPr>
        <p:spPr>
          <a:xfrm flipH="1">
            <a:off x="716545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5" name="Google Shape;2315;p104"/>
          <p:cNvCxnSpPr/>
          <p:nvPr/>
        </p:nvCxnSpPr>
        <p:spPr>
          <a:xfrm rot="10800000">
            <a:off x="1950014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16" name="Google Shape;2316;p104"/>
          <p:cNvSpPr/>
          <p:nvPr/>
        </p:nvSpPr>
        <p:spPr>
          <a:xfrm>
            <a:off x="1967793" y="1591450"/>
            <a:ext cx="1003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sin(33°)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104"/>
          <p:cNvSpPr/>
          <p:nvPr/>
        </p:nvSpPr>
        <p:spPr>
          <a:xfrm flipH="1">
            <a:off x="2690019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8" name="Google Shape;2318;p104"/>
          <p:cNvSpPr/>
          <p:nvPr/>
        </p:nvSpPr>
        <p:spPr>
          <a:xfrm rot="-5400000">
            <a:off x="355809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104"/>
          <p:cNvSpPr/>
          <p:nvPr/>
        </p:nvSpPr>
        <p:spPr>
          <a:xfrm>
            <a:off x="455213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0" name="Google Shape;2320;p104"/>
          <p:cNvCxnSpPr/>
          <p:nvPr/>
        </p:nvCxnSpPr>
        <p:spPr>
          <a:xfrm flipH="1">
            <a:off x="331014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21" name="Google Shape;2321;p104"/>
          <p:cNvCxnSpPr/>
          <p:nvPr/>
        </p:nvCxnSpPr>
        <p:spPr>
          <a:xfrm rot="10800000">
            <a:off x="338634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22" name="Google Shape;2322;p104"/>
          <p:cNvSpPr txBox="1"/>
          <p:nvPr/>
        </p:nvSpPr>
        <p:spPr>
          <a:xfrm>
            <a:off x="3445810" y="137881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104"/>
          <p:cNvSpPr txBox="1"/>
          <p:nvPr/>
        </p:nvSpPr>
        <p:spPr>
          <a:xfrm flipH="1">
            <a:off x="3609239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4" name="Google Shape;2324;p104"/>
          <p:cNvCxnSpPr/>
          <p:nvPr/>
        </p:nvCxnSpPr>
        <p:spPr>
          <a:xfrm rot="10800000">
            <a:off x="484270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25" name="Google Shape;2325;p104"/>
          <p:cNvSpPr/>
          <p:nvPr/>
        </p:nvSpPr>
        <p:spPr>
          <a:xfrm>
            <a:off x="748858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6" name="Google Shape;2326;p104"/>
          <p:cNvCxnSpPr/>
          <p:nvPr/>
        </p:nvCxnSpPr>
        <p:spPr>
          <a:xfrm flipH="1">
            <a:off x="624659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27" name="Google Shape;2327;p104"/>
          <p:cNvCxnSpPr/>
          <p:nvPr/>
        </p:nvCxnSpPr>
        <p:spPr>
          <a:xfrm rot="10800000">
            <a:off x="632279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28" name="Google Shape;2328;p104"/>
          <p:cNvSpPr txBox="1"/>
          <p:nvPr/>
        </p:nvSpPr>
        <p:spPr>
          <a:xfrm>
            <a:off x="6382260" y="137881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9" name="Google Shape;2329;p104"/>
          <p:cNvCxnSpPr/>
          <p:nvPr/>
        </p:nvCxnSpPr>
        <p:spPr>
          <a:xfrm rot="10800000">
            <a:off x="777915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30" name="Google Shape;2330;p104"/>
          <p:cNvSpPr txBox="1"/>
          <p:nvPr/>
        </p:nvSpPr>
        <p:spPr>
          <a:xfrm flipH="1">
            <a:off x="7220539" y="1519383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04"/>
          <p:cNvSpPr/>
          <p:nvPr/>
        </p:nvSpPr>
        <p:spPr>
          <a:xfrm rot="-5400000">
            <a:off x="649454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04"/>
          <p:cNvSpPr/>
          <p:nvPr/>
        </p:nvSpPr>
        <p:spPr>
          <a:xfrm flipH="1">
            <a:off x="-154406" y="351467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104"/>
          <p:cNvSpPr/>
          <p:nvPr/>
        </p:nvSpPr>
        <p:spPr>
          <a:xfrm rot="-5400000">
            <a:off x="713667" y="304165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104"/>
          <p:cNvSpPr/>
          <p:nvPr/>
        </p:nvSpPr>
        <p:spPr>
          <a:xfrm>
            <a:off x="1707711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5" name="Google Shape;2335;p104"/>
          <p:cNvCxnSpPr/>
          <p:nvPr/>
        </p:nvCxnSpPr>
        <p:spPr>
          <a:xfrm flipH="1">
            <a:off x="465717" y="313720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36" name="Google Shape;2336;p104"/>
          <p:cNvCxnSpPr/>
          <p:nvPr/>
        </p:nvCxnSpPr>
        <p:spPr>
          <a:xfrm rot="10800000">
            <a:off x="541917" y="432626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37" name="Google Shape;2337;p104"/>
          <p:cNvSpPr txBox="1"/>
          <p:nvPr/>
        </p:nvSpPr>
        <p:spPr>
          <a:xfrm>
            <a:off x="465723" y="3334050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8" name="Google Shape;2338;p104"/>
          <p:cNvSpPr txBox="1"/>
          <p:nvPr/>
        </p:nvSpPr>
        <p:spPr>
          <a:xfrm flipH="1">
            <a:off x="764814" y="395980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9" name="Google Shape;2339;p104"/>
          <p:cNvCxnSpPr/>
          <p:nvPr/>
        </p:nvCxnSpPr>
        <p:spPr>
          <a:xfrm rot="10800000">
            <a:off x="1998283" y="321341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40" name="Google Shape;2340;p104"/>
          <p:cNvSpPr/>
          <p:nvPr/>
        </p:nvSpPr>
        <p:spPr>
          <a:xfrm flipH="1">
            <a:off x="387352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1" name="Google Shape;2341;p104"/>
          <p:cNvCxnSpPr/>
          <p:nvPr/>
        </p:nvCxnSpPr>
        <p:spPr>
          <a:xfrm>
            <a:off x="387352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42" name="Google Shape;2342;p104"/>
          <p:cNvSpPr txBox="1"/>
          <p:nvPr/>
        </p:nvSpPr>
        <p:spPr>
          <a:xfrm>
            <a:off x="4850994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3" name="Google Shape;2343;p104"/>
          <p:cNvCxnSpPr/>
          <p:nvPr/>
        </p:nvCxnSpPr>
        <p:spPr>
          <a:xfrm rot="10800000">
            <a:off x="3770332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44" name="Google Shape;2344;p104"/>
          <p:cNvSpPr txBox="1"/>
          <p:nvPr/>
        </p:nvSpPr>
        <p:spPr>
          <a:xfrm>
            <a:off x="4664298" y="34391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5" name="Google Shape;2345;p104"/>
          <p:cNvSpPr/>
          <p:nvPr/>
        </p:nvSpPr>
        <p:spPr>
          <a:xfrm>
            <a:off x="773240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6" name="Google Shape;2346;p104"/>
          <p:cNvSpPr/>
          <p:nvPr/>
        </p:nvSpPr>
        <p:spPr>
          <a:xfrm flipH="1" rot="5400000">
            <a:off x="7349307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104"/>
          <p:cNvSpPr/>
          <p:nvPr/>
        </p:nvSpPr>
        <p:spPr>
          <a:xfrm flipH="1">
            <a:off x="672170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8" name="Google Shape;2348;p104"/>
          <p:cNvCxnSpPr/>
          <p:nvPr/>
        </p:nvCxnSpPr>
        <p:spPr>
          <a:xfrm>
            <a:off x="672170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49" name="Google Shape;2349;p104"/>
          <p:cNvSpPr txBox="1"/>
          <p:nvPr/>
        </p:nvSpPr>
        <p:spPr>
          <a:xfrm>
            <a:off x="7699175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0" name="Google Shape;2350;p104"/>
          <p:cNvCxnSpPr/>
          <p:nvPr/>
        </p:nvCxnSpPr>
        <p:spPr>
          <a:xfrm rot="10800000">
            <a:off x="6618513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51" name="Google Shape;2351;p104"/>
          <p:cNvSpPr txBox="1"/>
          <p:nvPr/>
        </p:nvSpPr>
        <p:spPr>
          <a:xfrm>
            <a:off x="7254953" y="43262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04"/>
          <p:cNvSpPr/>
          <p:nvPr/>
        </p:nvSpPr>
        <p:spPr>
          <a:xfrm flipH="1" rot="5400000">
            <a:off x="4501126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3" name="Google Shape;2353;p104"/>
          <p:cNvCxnSpPr/>
          <p:nvPr/>
        </p:nvCxnSpPr>
        <p:spPr>
          <a:xfrm rot="10800000">
            <a:off x="3922221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54" name="Google Shape;2354;p104"/>
          <p:cNvSpPr txBox="1"/>
          <p:nvPr/>
        </p:nvSpPr>
        <p:spPr>
          <a:xfrm>
            <a:off x="1977650" y="1945650"/>
            <a:ext cx="11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0.545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55" name="Google Shape;2355;p104"/>
          <p:cNvCxnSpPr/>
          <p:nvPr/>
        </p:nvCxnSpPr>
        <p:spPr>
          <a:xfrm rot="10800000">
            <a:off x="6763525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56" name="Google Shape;2356;p104"/>
          <p:cNvSpPr txBox="1"/>
          <p:nvPr/>
        </p:nvSpPr>
        <p:spPr>
          <a:xfrm>
            <a:off x="586022" y="4421650"/>
            <a:ext cx="123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12.633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7" name="Google Shape;2357;p104"/>
          <p:cNvSpPr txBox="1"/>
          <p:nvPr/>
        </p:nvSpPr>
        <p:spPr>
          <a:xfrm>
            <a:off x="2015200" y="3641325"/>
            <a:ext cx="111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11.375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8" name="Google Shape;2358;p104"/>
          <p:cNvSpPr txBox="1"/>
          <p:nvPr/>
        </p:nvSpPr>
        <p:spPr>
          <a:xfrm>
            <a:off x="3417513" y="3007450"/>
            <a:ext cx="129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12.280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9" name="Google Shape;2359;p104"/>
          <p:cNvSpPr txBox="1"/>
          <p:nvPr/>
        </p:nvSpPr>
        <p:spPr>
          <a:xfrm>
            <a:off x="4143601" y="4361400"/>
            <a:ext cx="139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40.165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60" name="Google Shape;2360;p104"/>
          <p:cNvCxnSpPr/>
          <p:nvPr/>
        </p:nvCxnSpPr>
        <p:spPr>
          <a:xfrm>
            <a:off x="3619500" y="3344325"/>
            <a:ext cx="152400" cy="517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1" name="Google Shape;2361;p104"/>
          <p:cNvSpPr txBox="1"/>
          <p:nvPr/>
        </p:nvSpPr>
        <p:spPr>
          <a:xfrm>
            <a:off x="6202951" y="3007450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12.841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2" name="Google Shape;2362;p104"/>
          <p:cNvSpPr txBox="1"/>
          <p:nvPr/>
        </p:nvSpPr>
        <p:spPr>
          <a:xfrm>
            <a:off x="7527956" y="3411100"/>
            <a:ext cx="120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43.919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3" name="Google Shape;2363;p104"/>
          <p:cNvSpPr txBox="1"/>
          <p:nvPr/>
        </p:nvSpPr>
        <p:spPr>
          <a:xfrm>
            <a:off x="6331200" y="2408075"/>
            <a:ext cx="143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0.743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4" name="Google Shape;2364;p104"/>
          <p:cNvSpPr txBox="1"/>
          <p:nvPr/>
        </p:nvSpPr>
        <p:spPr>
          <a:xfrm>
            <a:off x="7785653" y="1627750"/>
            <a:ext cx="111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0.669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65" name="Google Shape;2365;p104"/>
          <p:cNvCxnSpPr/>
          <p:nvPr/>
        </p:nvCxnSpPr>
        <p:spPr>
          <a:xfrm>
            <a:off x="6464300" y="3331625"/>
            <a:ext cx="156000" cy="538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6" name="Google Shape;2366;p104"/>
          <p:cNvSpPr txBox="1"/>
          <p:nvPr/>
        </p:nvSpPr>
        <p:spPr>
          <a:xfrm>
            <a:off x="324000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7" name="Google Shape;2367;p104"/>
          <p:cNvSpPr txBox="1"/>
          <p:nvPr/>
        </p:nvSpPr>
        <p:spPr>
          <a:xfrm>
            <a:off x="3263463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104"/>
          <p:cNvSpPr txBox="1"/>
          <p:nvPr/>
        </p:nvSpPr>
        <p:spPr>
          <a:xfrm>
            <a:off x="6091688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9" name="Google Shape;2369;p104"/>
          <p:cNvSpPr txBox="1"/>
          <p:nvPr/>
        </p:nvSpPr>
        <p:spPr>
          <a:xfrm>
            <a:off x="324000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0" name="Google Shape;2370;p104"/>
          <p:cNvSpPr txBox="1"/>
          <p:nvPr/>
        </p:nvSpPr>
        <p:spPr>
          <a:xfrm>
            <a:off x="3263463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1" name="Google Shape;2371;p104"/>
          <p:cNvSpPr txBox="1"/>
          <p:nvPr/>
        </p:nvSpPr>
        <p:spPr>
          <a:xfrm>
            <a:off x="6091688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2" name="Google Shape;2372;p104"/>
          <p:cNvCxnSpPr/>
          <p:nvPr/>
        </p:nvCxnSpPr>
        <p:spPr>
          <a:xfrm>
            <a:off x="391400" y="2859450"/>
            <a:ext cx="8420100" cy="19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05"/>
          <p:cNvSpPr txBox="1"/>
          <p:nvPr/>
        </p:nvSpPr>
        <p:spPr>
          <a:xfrm>
            <a:off x="324000" y="651850"/>
            <a:ext cx="8496000" cy="4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any side opposite or adjacent to an angle 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in a right-angled triangle from the unit circle can be found using a table of trig values including sine and cosine.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any side opposite or adjacent to an angle 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in any right-angled triangle can be found by considering a similar triangle from the unit circle.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side opposite to any angle 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in a right-angled triangle is equal to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side adjacent to any angle 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and the right-angle in a triangle is equal to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(for any angle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can be found using a calculator.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8" name="Google Shape;2378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84" name="Google Shape;2384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