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2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" name="Shape 167"/>
        <p:cNvGrpSpPr/>
        <p:nvPr/>
      </p:nvGrpSpPr>
      <p:grpSpPr>
        <a:xfrm>
          <a:off x="0" y="0"/>
          <a:ext cx="0" cy="0"/>
        </a:xfrm>
      </p:grpSpPr>
      <p:sp>
        <p:nvSpPr>
          <p:cNvPr id="168" name="Google Shape;168;g279934fec8d_0_131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91" name="Shape 291"/>
        <p:cNvGrpSpPr/>
        <p:nvPr/>
      </p:nvGrpSpPr>
      <p:grpSpPr>
        <a:xfrm>
          <a:off x="0" y="0"/>
          <a:ext cx="0" cy="0"/>
        </a:xfrm>
      </p:grpSpPr>
      <p:sp>
        <p:nvSpPr>
          <p:cNvPr id="292" name="Google Shape;292;g279934fec8d_0_136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279934fec8d_0_1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</a:xfrm>
      </p:grpSpPr>
      <p:sp>
        <p:nvSpPr>
          <p:cNvPr id="33" name="Google Shape;33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</a:xfrm>
      </p:grpSpPr>
      <p:sp>
        <p:nvSpPr>
          <p:cNvPr id="39" name="Google Shape;39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</a:xfrm>
      </p:grpSpPr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type="subTitle" idx="1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2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7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7.png" /><Relationship Id="rId4" Type="http://schemas.openxmlformats.org/officeDocument/2006/relationships/image" Target="../media/image8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" name="Shape 170"/>
        <p:cNvGrpSpPr/>
        <p:nvPr/>
      </p:nvGrpSpPr>
      <p:grpSpPr>
        <a:xfrm>
          <a:off x="0" y="0"/>
          <a:ext cx="0" cy="0"/>
        </a:xfrm>
      </p:grpSpPr>
      <p:sp>
        <p:nvSpPr>
          <p:cNvPr id="171" name="Google Shape;171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Scaling the right-angled triangle from the unit circle</a:t>
            </a:r>
            <a:endParaRPr/>
          </a:p>
        </p:txBody>
      </p:sp>
      <p:cxnSp>
        <p:nvCxnSpPr>
          <p:cNvPr id="173" name="Google Shape;173;p20"/>
          <p:cNvCxnSpPr/>
          <p:nvPr/>
        </p:nvCxnSpPr>
        <p:spPr>
          <a:xfrm>
            <a:off x="474757" y="526943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4" name="Google Shape;174;p20"/>
          <p:cNvSpPr txBox="1"/>
          <p:nvPr/>
        </p:nvSpPr>
        <p:spPr>
          <a:xfrm>
            <a:off x="477400" y="1798375"/>
            <a:ext cx="6460800" cy="22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Label the sides of each triangle with the words ‘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opposite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’, ‘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adjacent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’ and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‘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hypotenuse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’. In parts (g) and (h), also mark the appropriate angle with </a:t>
            </a:r>
            <a:r>
              <a:rPr lang="en-GB" sz="1200" i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θ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468002" y="1335050"/>
            <a:ext cx="6300000" cy="28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 Labelling sides of a right-angled triangle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/>
          <p:nvPr/>
        </p:nvSpPr>
        <p:spPr>
          <a:xfrm>
            <a:off x="1078187" y="2577179"/>
            <a:ext cx="1132800" cy="609300"/>
          </a:xfrm>
          <a:prstGeom prst="rtTriangle">
            <a:avLst/>
          </a:prstGeom>
          <a:solidFill>
            <a:srgbClr val="F3EEFB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0"/>
          <p:cNvSpPr/>
          <p:nvPr/>
        </p:nvSpPr>
        <p:spPr>
          <a:xfrm>
            <a:off x="1078187" y="3090556"/>
            <a:ext cx="95700" cy="957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0"/>
          <p:cNvSpPr/>
          <p:nvPr/>
        </p:nvSpPr>
        <p:spPr>
          <a:xfrm>
            <a:off x="1947320" y="2937125"/>
            <a:ext cx="498600" cy="498300"/>
          </a:xfrm>
          <a:prstGeom prst="arc">
            <a:avLst>
              <a:gd name="adj1" fmla="val 10969089"/>
              <a:gd name="adj2" fmla="val 12585156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1839671" y="3022919"/>
            <a:ext cx="95700" cy="1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θ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0"/>
          <p:cNvSpPr/>
          <p:nvPr/>
        </p:nvSpPr>
        <p:spPr>
          <a:xfrm>
            <a:off x="2734245" y="2577179"/>
            <a:ext cx="1132800" cy="609300"/>
          </a:xfrm>
          <a:prstGeom prst="rtTriangle">
            <a:avLst/>
          </a:prstGeom>
          <a:solidFill>
            <a:srgbClr val="F3EEFB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20"/>
          <p:cNvSpPr/>
          <p:nvPr/>
        </p:nvSpPr>
        <p:spPr>
          <a:xfrm>
            <a:off x="2734245" y="3090556"/>
            <a:ext cx="95700" cy="957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0"/>
          <p:cNvSpPr/>
          <p:nvPr/>
        </p:nvSpPr>
        <p:spPr>
          <a:xfrm>
            <a:off x="2600118" y="2489371"/>
            <a:ext cx="259200" cy="259200"/>
          </a:xfrm>
          <a:prstGeom prst="arc">
            <a:avLst>
              <a:gd name="adj1" fmla="val 981428"/>
              <a:gd name="adj2" fmla="val 5155964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2800408" y="2680151"/>
            <a:ext cx="95700" cy="1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θ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0"/>
          <p:cNvSpPr/>
          <p:nvPr/>
        </p:nvSpPr>
        <p:spPr>
          <a:xfrm rot="10800000">
            <a:off x="4257614" y="2576025"/>
            <a:ext cx="769800" cy="790200"/>
          </a:xfrm>
          <a:prstGeom prst="rtTriangle">
            <a:avLst/>
          </a:prstGeom>
          <a:solidFill>
            <a:srgbClr val="F3EEFB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/>
          <p:nvPr/>
        </p:nvSpPr>
        <p:spPr>
          <a:xfrm rot="10800000">
            <a:off x="4931720" y="2575963"/>
            <a:ext cx="95700" cy="957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0"/>
          <p:cNvSpPr/>
          <p:nvPr/>
        </p:nvSpPr>
        <p:spPr>
          <a:xfrm rot="10800000">
            <a:off x="4068293" y="2386119"/>
            <a:ext cx="379800" cy="379500"/>
          </a:xfrm>
          <a:prstGeom prst="arc">
            <a:avLst>
              <a:gd name="adj1" fmla="val 10969089"/>
              <a:gd name="adj2" fmla="val 13418498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" name="Google Shape;187;p20"/>
          <p:cNvSpPr txBox="1"/>
          <p:nvPr/>
        </p:nvSpPr>
        <p:spPr>
          <a:xfrm>
            <a:off x="4454053" y="2581502"/>
            <a:ext cx="95700" cy="1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θ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20"/>
          <p:cNvSpPr/>
          <p:nvPr/>
        </p:nvSpPr>
        <p:spPr>
          <a:xfrm rot="9517947">
            <a:off x="827585" y="4048354"/>
            <a:ext cx="1132978" cy="435822"/>
          </a:xfrm>
          <a:prstGeom prst="rtTriangle">
            <a:avLst/>
          </a:prstGeom>
          <a:solidFill>
            <a:srgbClr val="F3EEFB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0"/>
          <p:cNvSpPr/>
          <p:nvPr/>
        </p:nvSpPr>
        <p:spPr>
          <a:xfrm rot="9519945">
            <a:off x="1767352" y="3871223"/>
            <a:ext cx="95655" cy="95655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20"/>
          <p:cNvSpPr/>
          <p:nvPr/>
        </p:nvSpPr>
        <p:spPr>
          <a:xfrm rot="9517260">
            <a:off x="551147" y="4015324"/>
            <a:ext cx="498717" cy="498438"/>
          </a:xfrm>
          <a:prstGeom prst="arc">
            <a:avLst>
              <a:gd name="adj1" fmla="val 10795596"/>
              <a:gd name="adj2" fmla="val 12164716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0"/>
          <p:cNvSpPr txBox="1"/>
          <p:nvPr/>
        </p:nvSpPr>
        <p:spPr>
          <a:xfrm>
            <a:off x="1115165" y="4102861"/>
            <a:ext cx="95700" cy="1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θ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20"/>
          <p:cNvSpPr/>
          <p:nvPr/>
        </p:nvSpPr>
        <p:spPr>
          <a:xfrm rot="-3663178">
            <a:off x="4133296" y="3749511"/>
            <a:ext cx="1133056" cy="609493"/>
          </a:xfrm>
          <a:prstGeom prst="rtTriangle">
            <a:avLst/>
          </a:prstGeom>
          <a:solidFill>
            <a:srgbClr val="F3EEFB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" name="Google Shape;193;p20"/>
          <p:cNvSpPr/>
          <p:nvPr/>
        </p:nvSpPr>
        <p:spPr>
          <a:xfrm rot="-3671352">
            <a:off x="4625348" y="4584168"/>
            <a:ext cx="95867" cy="95867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20"/>
          <p:cNvSpPr/>
          <p:nvPr/>
        </p:nvSpPr>
        <p:spPr>
          <a:xfrm rot="-1670855">
            <a:off x="5891668" y="3635853"/>
            <a:ext cx="1132897" cy="609393"/>
          </a:xfrm>
          <a:prstGeom prst="rtTriangle">
            <a:avLst/>
          </a:prstGeom>
          <a:solidFill>
            <a:srgbClr val="F3EEFB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" name="Google Shape;195;p20"/>
          <p:cNvSpPr/>
          <p:nvPr/>
        </p:nvSpPr>
        <p:spPr>
          <a:xfrm rot="-1666013">
            <a:off x="6071556" y="4361797"/>
            <a:ext cx="95948" cy="95948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" name="Google Shape;196;p20"/>
          <p:cNvSpPr/>
          <p:nvPr/>
        </p:nvSpPr>
        <p:spPr>
          <a:xfrm rot="10800000">
            <a:off x="5742948" y="2576025"/>
            <a:ext cx="769800" cy="790200"/>
          </a:xfrm>
          <a:prstGeom prst="rtTriangle">
            <a:avLst/>
          </a:prstGeom>
          <a:solidFill>
            <a:srgbClr val="F3EEFB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20"/>
          <p:cNvSpPr/>
          <p:nvPr/>
        </p:nvSpPr>
        <p:spPr>
          <a:xfrm rot="10800000">
            <a:off x="6417054" y="2575963"/>
            <a:ext cx="95700" cy="957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0"/>
          <p:cNvSpPr txBox="1"/>
          <p:nvPr/>
        </p:nvSpPr>
        <p:spPr>
          <a:xfrm>
            <a:off x="6368696" y="3014078"/>
            <a:ext cx="95700" cy="1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θ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0"/>
          <p:cNvSpPr/>
          <p:nvPr/>
        </p:nvSpPr>
        <p:spPr>
          <a:xfrm>
            <a:off x="6309510" y="3185982"/>
            <a:ext cx="379800" cy="379500"/>
          </a:xfrm>
          <a:prstGeom prst="arc">
            <a:avLst>
              <a:gd name="adj1" fmla="val 13765214"/>
              <a:gd name="adj2" fmla="val 16407302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0"/>
          <p:cNvSpPr/>
          <p:nvPr/>
        </p:nvSpPr>
        <p:spPr>
          <a:xfrm rot="2382955">
            <a:off x="2770393" y="4001645"/>
            <a:ext cx="932891" cy="520663"/>
          </a:xfrm>
          <a:prstGeom prst="rtTriangle">
            <a:avLst/>
          </a:prstGeom>
          <a:solidFill>
            <a:srgbClr val="F3EEFB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20"/>
          <p:cNvSpPr/>
          <p:nvPr/>
        </p:nvSpPr>
        <p:spPr>
          <a:xfrm rot="2380070">
            <a:off x="2731429" y="4110011"/>
            <a:ext cx="95874" cy="95874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20"/>
          <p:cNvSpPr/>
          <p:nvPr/>
        </p:nvSpPr>
        <p:spPr>
          <a:xfrm rot="2384772">
            <a:off x="2898384" y="3646739"/>
            <a:ext cx="259467" cy="259044"/>
          </a:xfrm>
          <a:prstGeom prst="arc">
            <a:avLst>
              <a:gd name="adj1" fmla="val 981428"/>
              <a:gd name="adj2" fmla="val 5155964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20"/>
          <p:cNvSpPr txBox="1"/>
          <p:nvPr/>
        </p:nvSpPr>
        <p:spPr>
          <a:xfrm>
            <a:off x="2962011" y="3891253"/>
            <a:ext cx="95700" cy="1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θ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0"/>
          <p:cNvSpPr txBox="1"/>
          <p:nvPr/>
        </p:nvSpPr>
        <p:spPr>
          <a:xfrm>
            <a:off x="762295" y="2296229"/>
            <a:ext cx="187500" cy="1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20"/>
          <p:cNvSpPr txBox="1"/>
          <p:nvPr/>
        </p:nvSpPr>
        <p:spPr>
          <a:xfrm>
            <a:off x="2366386" y="2296229"/>
            <a:ext cx="187500" cy="1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" name="Google Shape;206;p20"/>
          <p:cNvSpPr txBox="1"/>
          <p:nvPr/>
        </p:nvSpPr>
        <p:spPr>
          <a:xfrm>
            <a:off x="3970476" y="2296229"/>
            <a:ext cx="187500" cy="1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0"/>
          <p:cNvSpPr txBox="1"/>
          <p:nvPr/>
        </p:nvSpPr>
        <p:spPr>
          <a:xfrm>
            <a:off x="5574566" y="2296229"/>
            <a:ext cx="187500" cy="1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" name="Google Shape;208;p20"/>
          <p:cNvSpPr txBox="1"/>
          <p:nvPr/>
        </p:nvSpPr>
        <p:spPr>
          <a:xfrm>
            <a:off x="762295" y="3595501"/>
            <a:ext cx="187500" cy="1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" name="Google Shape;209;p20"/>
          <p:cNvSpPr txBox="1"/>
          <p:nvPr/>
        </p:nvSpPr>
        <p:spPr>
          <a:xfrm>
            <a:off x="2366386" y="3595501"/>
            <a:ext cx="187500" cy="1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20"/>
          <p:cNvSpPr txBox="1"/>
          <p:nvPr/>
        </p:nvSpPr>
        <p:spPr>
          <a:xfrm>
            <a:off x="3970476" y="3595501"/>
            <a:ext cx="187500" cy="1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" name="Google Shape;211;p20"/>
          <p:cNvSpPr txBox="1"/>
          <p:nvPr/>
        </p:nvSpPr>
        <p:spPr>
          <a:xfrm>
            <a:off x="5574566" y="3595501"/>
            <a:ext cx="187500" cy="1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" name="Google Shape;212;p20"/>
          <p:cNvSpPr txBox="1"/>
          <p:nvPr/>
        </p:nvSpPr>
        <p:spPr>
          <a:xfrm rot="1759269">
            <a:off x="1295547" y="2699055"/>
            <a:ext cx="920760" cy="1879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hypotenuse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3" name="Google Shape;213;p20"/>
          <p:cNvSpPr txBox="1"/>
          <p:nvPr/>
        </p:nvSpPr>
        <p:spPr>
          <a:xfrm rot="2700000">
            <a:off x="4110930" y="2925828"/>
            <a:ext cx="921077" cy="187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hypotenuse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4" name="Google Shape;214;p20"/>
          <p:cNvSpPr txBox="1"/>
          <p:nvPr/>
        </p:nvSpPr>
        <p:spPr>
          <a:xfrm rot="1693571">
            <a:off x="2953490" y="2696258"/>
            <a:ext cx="921021" cy="188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hypotenuse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5" name="Google Shape;215;p20"/>
          <p:cNvSpPr txBox="1"/>
          <p:nvPr/>
        </p:nvSpPr>
        <p:spPr>
          <a:xfrm>
            <a:off x="5955979" y="3720968"/>
            <a:ext cx="921000" cy="1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hypotenuse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6" name="Google Shape;216;p20"/>
          <p:cNvSpPr txBox="1"/>
          <p:nvPr/>
        </p:nvSpPr>
        <p:spPr>
          <a:xfrm rot="4188002">
            <a:off x="2920056" y="4140518"/>
            <a:ext cx="920944" cy="1880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hypotenuse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7" name="Google Shape;217;p20"/>
          <p:cNvSpPr txBox="1"/>
          <p:nvPr/>
        </p:nvSpPr>
        <p:spPr>
          <a:xfrm>
            <a:off x="994725" y="4249038"/>
            <a:ext cx="921000" cy="1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hypotenuse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8" name="Google Shape;218;p20"/>
          <p:cNvSpPr txBox="1"/>
          <p:nvPr/>
        </p:nvSpPr>
        <p:spPr>
          <a:xfrm rot="2700000">
            <a:off x="5581590" y="2925828"/>
            <a:ext cx="921077" cy="187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hypotenuse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9" name="Google Shape;219;p20"/>
          <p:cNvSpPr txBox="1"/>
          <p:nvPr/>
        </p:nvSpPr>
        <p:spPr>
          <a:xfrm rot="-1932902">
            <a:off x="4122704" y="3888977"/>
            <a:ext cx="921219" cy="1879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hypotenuse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0" name="Google Shape;220;p20"/>
          <p:cNvSpPr txBox="1"/>
          <p:nvPr/>
        </p:nvSpPr>
        <p:spPr>
          <a:xfrm rot="-5403192">
            <a:off x="589065" y="2777664"/>
            <a:ext cx="646200" cy="1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b="1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opposite</a:t>
            </a:r>
            <a:endParaRPr sz="1200" b="1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1" name="Google Shape;221;p20"/>
          <p:cNvSpPr txBox="1"/>
          <p:nvPr/>
        </p:nvSpPr>
        <p:spPr>
          <a:xfrm rot="-3192">
            <a:off x="2947099" y="3159375"/>
            <a:ext cx="646200" cy="1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b="1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opposite</a:t>
            </a:r>
            <a:endParaRPr sz="1200" b="1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2" name="Google Shape;222;p20"/>
          <p:cNvSpPr txBox="1"/>
          <p:nvPr/>
        </p:nvSpPr>
        <p:spPr>
          <a:xfrm rot="-3192">
            <a:off x="5815983" y="2365880"/>
            <a:ext cx="646200" cy="1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b="1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opposite</a:t>
            </a:r>
            <a:endParaRPr sz="1200" b="1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3" name="Google Shape;223;p20"/>
          <p:cNvSpPr txBox="1"/>
          <p:nvPr/>
        </p:nvSpPr>
        <p:spPr>
          <a:xfrm rot="5396808">
            <a:off x="4851604" y="2852778"/>
            <a:ext cx="646200" cy="1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b="1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opposite</a:t>
            </a:r>
            <a:endParaRPr sz="1200" b="1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4" name="Google Shape;224;p20"/>
          <p:cNvSpPr txBox="1"/>
          <p:nvPr/>
        </p:nvSpPr>
        <p:spPr>
          <a:xfrm rot="-1668858">
            <a:off x="6272816" y="4221278"/>
            <a:ext cx="646154" cy="187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b="1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opposite</a:t>
            </a:r>
            <a:endParaRPr sz="1200" b="1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5" name="Google Shape;225;p20"/>
          <p:cNvSpPr txBox="1"/>
          <p:nvPr/>
        </p:nvSpPr>
        <p:spPr>
          <a:xfrm rot="2333551">
            <a:off x="2657739" y="4417707"/>
            <a:ext cx="646002" cy="1879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b="1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opposite</a:t>
            </a:r>
            <a:endParaRPr sz="1200" b="1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6" name="Google Shape;226;p20"/>
          <p:cNvSpPr txBox="1"/>
          <p:nvPr/>
        </p:nvSpPr>
        <p:spPr>
          <a:xfrm rot="4238379">
            <a:off x="1748773" y="3930803"/>
            <a:ext cx="646138" cy="1881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b="1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opposite</a:t>
            </a:r>
            <a:endParaRPr sz="1200" b="1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7" name="Google Shape;227;p20"/>
          <p:cNvSpPr txBox="1"/>
          <p:nvPr/>
        </p:nvSpPr>
        <p:spPr>
          <a:xfrm rot="1907218">
            <a:off x="4046083" y="4536167"/>
            <a:ext cx="709048" cy="187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opposite</a:t>
            </a:r>
            <a:endParaRPr sz="12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" name="Google Shape;228;p20"/>
          <p:cNvSpPr txBox="1"/>
          <p:nvPr/>
        </p:nvSpPr>
        <p:spPr>
          <a:xfrm rot="3687071">
            <a:off x="5544016" y="4172063"/>
            <a:ext cx="689883" cy="1878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adjacent</a:t>
            </a:r>
            <a:endParaRPr sz="12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" name="Google Shape;229;p20"/>
          <p:cNvSpPr txBox="1"/>
          <p:nvPr/>
        </p:nvSpPr>
        <p:spPr>
          <a:xfrm rot="-3659628">
            <a:off x="4679003" y="4217616"/>
            <a:ext cx="689827" cy="188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b="1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adjacent</a:t>
            </a:r>
            <a:endParaRPr sz="1200" b="1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0" name="Google Shape;230;p20"/>
          <p:cNvSpPr txBox="1"/>
          <p:nvPr/>
        </p:nvSpPr>
        <p:spPr>
          <a:xfrm rot="-1251733">
            <a:off x="965428" y="3835129"/>
            <a:ext cx="689932" cy="188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b="1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adjacent</a:t>
            </a:r>
            <a:endParaRPr sz="1200" b="1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1" name="Google Shape;231;p20"/>
          <p:cNvSpPr txBox="1"/>
          <p:nvPr/>
        </p:nvSpPr>
        <p:spPr>
          <a:xfrm rot="5397009">
            <a:off x="6310683" y="2882583"/>
            <a:ext cx="689700" cy="1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b="1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adjacent</a:t>
            </a:r>
            <a:endParaRPr sz="1200" b="1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2" name="Google Shape;232;p20"/>
          <p:cNvSpPr txBox="1"/>
          <p:nvPr/>
        </p:nvSpPr>
        <p:spPr>
          <a:xfrm rot="-2991">
            <a:off x="4317746" y="2352327"/>
            <a:ext cx="689700" cy="1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b="1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adjacent</a:t>
            </a:r>
            <a:endParaRPr sz="1200" b="1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3" name="Google Shape;233;p20"/>
          <p:cNvSpPr txBox="1"/>
          <p:nvPr/>
        </p:nvSpPr>
        <p:spPr>
          <a:xfrm rot="-2991">
            <a:off x="1220763" y="3176073"/>
            <a:ext cx="689700" cy="1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b="1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adjacent</a:t>
            </a:r>
            <a:endParaRPr sz="1200" b="1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4" name="Google Shape;234;p20"/>
          <p:cNvSpPr txBox="1"/>
          <p:nvPr/>
        </p:nvSpPr>
        <p:spPr>
          <a:xfrm rot="-2891435">
            <a:off x="2432402" y="3782674"/>
            <a:ext cx="689862" cy="187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b="1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adjacent</a:t>
            </a:r>
            <a:endParaRPr sz="1200" b="1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5" name="Google Shape;235;p20"/>
          <p:cNvSpPr/>
          <p:nvPr/>
        </p:nvSpPr>
        <p:spPr>
          <a:xfrm>
            <a:off x="5670216" y="3799128"/>
            <a:ext cx="287100" cy="287100"/>
          </a:xfrm>
          <a:prstGeom prst="arc">
            <a:avLst>
              <a:gd name="adj1" fmla="val 102978"/>
              <a:gd name="adj2" fmla="val 3387883"/>
            </a:avLst>
          </a:prstGeom>
          <a:noFill/>
          <a:ln w="2857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6" name="Google Shape;236;p20"/>
          <p:cNvSpPr txBox="1"/>
          <p:nvPr/>
        </p:nvSpPr>
        <p:spPr>
          <a:xfrm>
            <a:off x="5945201" y="3964376"/>
            <a:ext cx="95700" cy="1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θ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7" name="Google Shape;237;p20"/>
          <p:cNvSpPr/>
          <p:nvPr/>
        </p:nvSpPr>
        <p:spPr>
          <a:xfrm>
            <a:off x="4977425" y="3467124"/>
            <a:ext cx="494400" cy="493800"/>
          </a:xfrm>
          <a:prstGeom prst="arc">
            <a:avLst>
              <a:gd name="adj1" fmla="val 7118110"/>
              <a:gd name="adj2" fmla="val 8690147"/>
            </a:avLst>
          </a:prstGeom>
          <a:noFill/>
          <a:ln w="2857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8" name="Google Shape;238;p20"/>
          <p:cNvSpPr txBox="1"/>
          <p:nvPr/>
        </p:nvSpPr>
        <p:spPr>
          <a:xfrm>
            <a:off x="4957821" y="3860672"/>
            <a:ext cx="95700" cy="1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θ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9" name="Google Shape;239;p20"/>
          <p:cNvSpPr txBox="1"/>
          <p:nvPr/>
        </p:nvSpPr>
        <p:spPr>
          <a:xfrm rot="-5402885">
            <a:off x="2228349" y="2743313"/>
            <a:ext cx="714900" cy="1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b="1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adjacent</a:t>
            </a:r>
            <a:endParaRPr sz="1200" b="1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0" name="Google Shape;240;p20"/>
          <p:cNvSpPr txBox="1"/>
          <p:nvPr/>
        </p:nvSpPr>
        <p:spPr>
          <a:xfrm>
            <a:off x="476400" y="5833826"/>
            <a:ext cx="6139800" cy="22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Use this sector of the unit circle to find the missing lengths on each triangle.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1" name="Google Shape;241;p20"/>
          <p:cNvSpPr txBox="1"/>
          <p:nvPr/>
        </p:nvSpPr>
        <p:spPr>
          <a:xfrm>
            <a:off x="468000" y="5297450"/>
            <a:ext cx="5978700" cy="2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 Using sine and cosine from the unit circle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42" name="Google Shape;24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9936" y="6504506"/>
            <a:ext cx="2850754" cy="2757507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0"/>
          <p:cNvSpPr txBox="1"/>
          <p:nvPr/>
        </p:nvSpPr>
        <p:spPr>
          <a:xfrm>
            <a:off x="481925" y="6274325"/>
            <a:ext cx="574500" cy="32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sin(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θ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4" name="Google Shape;244;p20"/>
          <p:cNvSpPr txBox="1"/>
          <p:nvPr/>
        </p:nvSpPr>
        <p:spPr>
          <a:xfrm>
            <a:off x="3556187" y="9102217"/>
            <a:ext cx="583800" cy="3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cos(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θ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45" name="Google Shape;245;p20"/>
          <p:cNvCxnSpPr/>
          <p:nvPr/>
        </p:nvCxnSpPr>
        <p:spPr>
          <a:xfrm rot="10800000" flipH="1">
            <a:off x="930702" y="6328371"/>
            <a:ext cx="0" cy="28209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46" name="Google Shape;246;p20"/>
          <p:cNvCxnSpPr/>
          <p:nvPr/>
        </p:nvCxnSpPr>
        <p:spPr>
          <a:xfrm>
            <a:off x="926004" y="9137283"/>
            <a:ext cx="27822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47" name="Google Shape;247;p20"/>
          <p:cNvSpPr/>
          <p:nvPr/>
        </p:nvSpPr>
        <p:spPr>
          <a:xfrm rot="10800000">
            <a:off x="3843714" y="7824391"/>
            <a:ext cx="746700" cy="766800"/>
          </a:xfrm>
          <a:prstGeom prst="rtTriangl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8" name="Google Shape;248;p20"/>
          <p:cNvSpPr/>
          <p:nvPr/>
        </p:nvSpPr>
        <p:spPr>
          <a:xfrm rot="10800000">
            <a:off x="4497419" y="7824290"/>
            <a:ext cx="93000" cy="930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9" name="Google Shape;249;p20"/>
          <p:cNvSpPr/>
          <p:nvPr/>
        </p:nvSpPr>
        <p:spPr>
          <a:xfrm rot="10800000">
            <a:off x="3659930" y="7640351"/>
            <a:ext cx="368400" cy="368100"/>
          </a:xfrm>
          <a:prstGeom prst="arc">
            <a:avLst>
              <a:gd name="adj1" fmla="val 10969089"/>
              <a:gd name="adj2" fmla="val 13418498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0" name="Google Shape;250;p20"/>
          <p:cNvSpPr/>
          <p:nvPr/>
        </p:nvSpPr>
        <p:spPr>
          <a:xfrm flipH="1">
            <a:off x="3704426" y="6399932"/>
            <a:ext cx="1011900" cy="586200"/>
          </a:xfrm>
          <a:prstGeom prst="rtTriangl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1" name="Google Shape;251;p20"/>
          <p:cNvSpPr/>
          <p:nvPr/>
        </p:nvSpPr>
        <p:spPr>
          <a:xfrm flipH="1">
            <a:off x="4630819" y="6899183"/>
            <a:ext cx="85500" cy="888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2" name="Google Shape;252;p20"/>
          <p:cNvSpPr/>
          <p:nvPr/>
        </p:nvSpPr>
        <p:spPr>
          <a:xfrm flipH="1">
            <a:off x="3495063" y="6746331"/>
            <a:ext cx="445200" cy="479700"/>
          </a:xfrm>
          <a:prstGeom prst="arc">
            <a:avLst>
              <a:gd name="adj1" fmla="val 10969089"/>
              <a:gd name="adj2" fmla="val 12585156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3" name="Google Shape;253;p20"/>
          <p:cNvSpPr txBox="1"/>
          <p:nvPr/>
        </p:nvSpPr>
        <p:spPr>
          <a:xfrm>
            <a:off x="3656792" y="6163135"/>
            <a:ext cx="181800" cy="1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4" name="Google Shape;254;p20"/>
          <p:cNvSpPr txBox="1"/>
          <p:nvPr/>
        </p:nvSpPr>
        <p:spPr>
          <a:xfrm>
            <a:off x="5333404" y="6163135"/>
            <a:ext cx="181800" cy="1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5" name="Google Shape;255;p20"/>
          <p:cNvSpPr txBox="1"/>
          <p:nvPr/>
        </p:nvSpPr>
        <p:spPr>
          <a:xfrm>
            <a:off x="3656792" y="7579487"/>
            <a:ext cx="181800" cy="1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6" name="Google Shape;256;p20"/>
          <p:cNvSpPr txBox="1"/>
          <p:nvPr/>
        </p:nvSpPr>
        <p:spPr>
          <a:xfrm>
            <a:off x="5333404" y="7579487"/>
            <a:ext cx="181800" cy="1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57" name="Google Shape;257;p20"/>
          <p:cNvCxnSpPr/>
          <p:nvPr/>
        </p:nvCxnSpPr>
        <p:spPr>
          <a:xfrm rot="10800000" flipH="1">
            <a:off x="3680863" y="6345112"/>
            <a:ext cx="991800" cy="579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58" name="Google Shape;258;p20"/>
          <p:cNvCxnSpPr/>
          <p:nvPr/>
        </p:nvCxnSpPr>
        <p:spPr>
          <a:xfrm rot="10800000" flipH="1">
            <a:off x="4777472" y="6402245"/>
            <a:ext cx="0" cy="585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59" name="Google Shape;259;p20"/>
          <p:cNvCxnSpPr/>
          <p:nvPr/>
        </p:nvCxnSpPr>
        <p:spPr>
          <a:xfrm rot="10800000">
            <a:off x="3704479" y="7053339"/>
            <a:ext cx="10140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60" name="Google Shape;260;p20"/>
          <p:cNvCxnSpPr/>
          <p:nvPr/>
        </p:nvCxnSpPr>
        <p:spPr>
          <a:xfrm rot="10800000">
            <a:off x="3833630" y="7765871"/>
            <a:ext cx="7617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61" name="Google Shape;261;p20"/>
          <p:cNvCxnSpPr/>
          <p:nvPr/>
        </p:nvCxnSpPr>
        <p:spPr>
          <a:xfrm rot="10800000" flipH="1">
            <a:off x="4660233" y="7827846"/>
            <a:ext cx="0" cy="7695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62" name="Google Shape;262;p20"/>
          <p:cNvCxnSpPr/>
          <p:nvPr/>
        </p:nvCxnSpPr>
        <p:spPr>
          <a:xfrm rot="10800000">
            <a:off x="3779489" y="7875245"/>
            <a:ext cx="752400" cy="773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63" name="Google Shape;263;p20"/>
          <p:cNvSpPr txBox="1"/>
          <p:nvPr/>
        </p:nvSpPr>
        <p:spPr>
          <a:xfrm>
            <a:off x="3947132" y="6396950"/>
            <a:ext cx="4176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4" name="Google Shape;264;p20"/>
          <p:cNvSpPr txBox="1"/>
          <p:nvPr/>
        </p:nvSpPr>
        <p:spPr>
          <a:xfrm>
            <a:off x="3965631" y="6819887"/>
            <a:ext cx="4176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30°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5" name="Google Shape;265;p20"/>
          <p:cNvSpPr txBox="1"/>
          <p:nvPr/>
        </p:nvSpPr>
        <p:spPr>
          <a:xfrm>
            <a:off x="4018862" y="7841834"/>
            <a:ext cx="4536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45°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6" name="Google Shape;266;p20"/>
          <p:cNvSpPr/>
          <p:nvPr/>
        </p:nvSpPr>
        <p:spPr>
          <a:xfrm rot="5400000" flipH="1">
            <a:off x="5727989" y="6397227"/>
            <a:ext cx="1011900" cy="586200"/>
          </a:xfrm>
          <a:prstGeom prst="rtTriangl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7" name="Google Shape;267;p20"/>
          <p:cNvSpPr/>
          <p:nvPr/>
        </p:nvSpPr>
        <p:spPr>
          <a:xfrm rot="5400000" flipH="1">
            <a:off x="5940639" y="7109120"/>
            <a:ext cx="85500" cy="888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8" name="Google Shape;268;p20"/>
          <p:cNvSpPr/>
          <p:nvPr/>
        </p:nvSpPr>
        <p:spPr>
          <a:xfrm flipH="1">
            <a:off x="6352463" y="7044052"/>
            <a:ext cx="279600" cy="301500"/>
          </a:xfrm>
          <a:prstGeom prst="arc">
            <a:avLst>
              <a:gd name="adj1" fmla="val 17405128"/>
              <a:gd name="adj2" fmla="val 64059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69" name="Google Shape;269;p20"/>
          <p:cNvCxnSpPr/>
          <p:nvPr/>
        </p:nvCxnSpPr>
        <p:spPr>
          <a:xfrm rot="-5400000" flipH="1">
            <a:off x="5796010" y="6366761"/>
            <a:ext cx="991800" cy="579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70" name="Google Shape;270;p20"/>
          <p:cNvCxnSpPr/>
          <p:nvPr/>
        </p:nvCxnSpPr>
        <p:spPr>
          <a:xfrm rot="10800000" flipH="1">
            <a:off x="6231927" y="6964624"/>
            <a:ext cx="0" cy="585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71" name="Google Shape;271;p20"/>
          <p:cNvCxnSpPr/>
          <p:nvPr/>
        </p:nvCxnSpPr>
        <p:spPr>
          <a:xfrm rot="-5400000">
            <a:off x="5366634" y="6691430"/>
            <a:ext cx="10140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72" name="Google Shape;272;p20"/>
          <p:cNvSpPr txBox="1"/>
          <p:nvPr/>
        </p:nvSpPr>
        <p:spPr>
          <a:xfrm>
            <a:off x="6332309" y="6546820"/>
            <a:ext cx="4797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3" name="Google Shape;273;p20"/>
          <p:cNvSpPr txBox="1"/>
          <p:nvPr/>
        </p:nvSpPr>
        <p:spPr>
          <a:xfrm>
            <a:off x="6159613" y="6996024"/>
            <a:ext cx="4176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60°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4" name="Google Shape;274;p20"/>
          <p:cNvSpPr txBox="1"/>
          <p:nvPr/>
        </p:nvSpPr>
        <p:spPr>
          <a:xfrm>
            <a:off x="3894083" y="8246689"/>
            <a:ext cx="3684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5" name="Google Shape;275;p20"/>
          <p:cNvSpPr/>
          <p:nvPr/>
        </p:nvSpPr>
        <p:spPr>
          <a:xfrm rot="-2087951">
            <a:off x="5466530" y="7823798"/>
            <a:ext cx="1285259" cy="337124"/>
          </a:xfrm>
          <a:prstGeom prst="rtTriangl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6" name="Google Shape;276;p20"/>
          <p:cNvSpPr/>
          <p:nvPr/>
        </p:nvSpPr>
        <p:spPr>
          <a:xfrm rot="-2156751">
            <a:off x="5642080" y="8384761"/>
            <a:ext cx="93012" cy="93012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7" name="Google Shape;277;p20"/>
          <p:cNvSpPr/>
          <p:nvPr/>
        </p:nvSpPr>
        <p:spPr>
          <a:xfrm>
            <a:off x="6313250" y="7372158"/>
            <a:ext cx="773700" cy="773100"/>
          </a:xfrm>
          <a:prstGeom prst="arc">
            <a:avLst>
              <a:gd name="adj1" fmla="val 8523719"/>
              <a:gd name="adj2" fmla="val 9403987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8" name="Google Shape;278;p20"/>
          <p:cNvSpPr txBox="1"/>
          <p:nvPr/>
        </p:nvSpPr>
        <p:spPr>
          <a:xfrm>
            <a:off x="6084349" y="7962711"/>
            <a:ext cx="2796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15°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79" name="Google Shape;279;p20"/>
          <p:cNvCxnSpPr/>
          <p:nvPr/>
        </p:nvCxnSpPr>
        <p:spPr>
          <a:xfrm rot="10800000" flipH="1">
            <a:off x="5452306" y="7695223"/>
            <a:ext cx="1264200" cy="448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80" name="Google Shape;280;p20"/>
          <p:cNvCxnSpPr/>
          <p:nvPr/>
        </p:nvCxnSpPr>
        <p:spPr>
          <a:xfrm rot="10800000" flipH="1">
            <a:off x="5733449" y="7819434"/>
            <a:ext cx="1061400" cy="7434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81" name="Google Shape;281;p20"/>
          <p:cNvCxnSpPr/>
          <p:nvPr/>
        </p:nvCxnSpPr>
        <p:spPr>
          <a:xfrm>
            <a:off x="5419649" y="8267318"/>
            <a:ext cx="192300" cy="2877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82" name="Google Shape;282;p20"/>
          <p:cNvSpPr txBox="1"/>
          <p:nvPr/>
        </p:nvSpPr>
        <p:spPr>
          <a:xfrm>
            <a:off x="5699602" y="7753749"/>
            <a:ext cx="4797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12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3" name="Google Shape;283;p20"/>
          <p:cNvSpPr txBox="1"/>
          <p:nvPr/>
        </p:nvSpPr>
        <p:spPr>
          <a:xfrm>
            <a:off x="4794013" y="6624129"/>
            <a:ext cx="4797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5 m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84" name="Google Shape;284;p20"/>
          <p:cNvSpPr txBox="1"/>
          <p:nvPr/>
        </p:nvSpPr>
        <p:spPr>
          <a:xfrm>
            <a:off x="4009341" y="7047116"/>
            <a:ext cx="5799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8.7 m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85" name="Google Shape;285;p20"/>
          <p:cNvSpPr txBox="1"/>
          <p:nvPr/>
        </p:nvSpPr>
        <p:spPr>
          <a:xfrm>
            <a:off x="5430595" y="6591356"/>
            <a:ext cx="5091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8.7 m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86" name="Google Shape;286;p20"/>
          <p:cNvSpPr txBox="1"/>
          <p:nvPr/>
        </p:nvSpPr>
        <p:spPr>
          <a:xfrm>
            <a:off x="6063621" y="7248864"/>
            <a:ext cx="4797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5 m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87" name="Google Shape;287;p20"/>
          <p:cNvSpPr txBox="1"/>
          <p:nvPr/>
        </p:nvSpPr>
        <p:spPr>
          <a:xfrm>
            <a:off x="4034516" y="7573367"/>
            <a:ext cx="5799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5.7 m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88" name="Google Shape;288;p20"/>
          <p:cNvSpPr txBox="1"/>
          <p:nvPr/>
        </p:nvSpPr>
        <p:spPr>
          <a:xfrm>
            <a:off x="4659250" y="8039200"/>
            <a:ext cx="5799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5.7 m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89" name="Google Shape;289;p20"/>
          <p:cNvSpPr txBox="1"/>
          <p:nvPr/>
        </p:nvSpPr>
        <p:spPr>
          <a:xfrm>
            <a:off x="5061843" y="8344720"/>
            <a:ext cx="5799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3.1 m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90" name="Google Shape;290;p20"/>
          <p:cNvSpPr txBox="1"/>
          <p:nvPr/>
        </p:nvSpPr>
        <p:spPr>
          <a:xfrm>
            <a:off x="6106955" y="8264601"/>
            <a:ext cx="5799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11.6 m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94" name="Shape 294"/>
        <p:cNvGrpSpPr/>
        <p:nvPr/>
      </p:nvGrpSpPr>
      <p:grpSpPr>
        <a:xfrm>
          <a:off x="0" y="0"/>
          <a:ext cx="0" cy="0"/>
        </a:xfrm>
      </p:grpSpPr>
      <p:sp>
        <p:nvSpPr>
          <p:cNvPr id="295" name="Google Shape;295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296" name="Google Shape;296;p21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Scaling the right-angled triangle from the unit circle</a:t>
            </a:r>
            <a:endParaRPr/>
          </a:p>
        </p:txBody>
      </p:sp>
      <p:sp>
        <p:nvSpPr>
          <p:cNvPr id="297" name="Google Shape;297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8" name="Google Shape;298;p21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Mathematics in Education and Industry</a:t>
            </a:r>
            <a:endParaRPr/>
          </a:p>
        </p:txBody>
      </p:sp>
      <p:sp>
        <p:nvSpPr>
          <p:cNvPr id="299" name="Google Shape;299;p21"/>
          <p:cNvSpPr txBox="1"/>
          <p:nvPr/>
        </p:nvSpPr>
        <p:spPr>
          <a:xfrm>
            <a:off x="476400" y="911700"/>
            <a:ext cx="6345300" cy="26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Use this sector of the unit circle to find the value of each unknown.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0" name="Google Shape;300;p21"/>
          <p:cNvSpPr/>
          <p:nvPr/>
        </p:nvSpPr>
        <p:spPr>
          <a:xfrm flipH="1">
            <a:off x="5571560" y="2888889"/>
            <a:ext cx="1022700" cy="592800"/>
          </a:xfrm>
          <a:prstGeom prst="rtTriangl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21"/>
          <p:cNvSpPr/>
          <p:nvPr/>
        </p:nvSpPr>
        <p:spPr>
          <a:xfrm flipH="1">
            <a:off x="6507854" y="3393649"/>
            <a:ext cx="86400" cy="900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2" name="Google Shape;302;p21"/>
          <p:cNvSpPr/>
          <p:nvPr/>
        </p:nvSpPr>
        <p:spPr>
          <a:xfrm flipH="1">
            <a:off x="5379278" y="3239110"/>
            <a:ext cx="450300" cy="485100"/>
          </a:xfrm>
          <a:prstGeom prst="arc">
            <a:avLst>
              <a:gd name="adj1" fmla="val 10969089"/>
              <a:gd name="adj2" fmla="val 12750330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3" name="Google Shape;303;p21"/>
          <p:cNvSpPr/>
          <p:nvPr/>
        </p:nvSpPr>
        <p:spPr>
          <a:xfrm rot="9518408">
            <a:off x="3811037" y="3170097"/>
            <a:ext cx="1163843" cy="447798"/>
          </a:xfrm>
          <a:prstGeom prst="rtTriangl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21"/>
          <p:cNvSpPr/>
          <p:nvPr/>
        </p:nvSpPr>
        <p:spPr>
          <a:xfrm rot="9521164">
            <a:off x="4776557" y="2988233"/>
            <a:ext cx="98218" cy="98218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5" name="Google Shape;305;p21"/>
          <p:cNvSpPr/>
          <p:nvPr/>
        </p:nvSpPr>
        <p:spPr>
          <a:xfrm rot="9518822">
            <a:off x="3526877" y="3136045"/>
            <a:ext cx="512479" cy="512200"/>
          </a:xfrm>
          <a:prstGeom prst="arc">
            <a:avLst>
              <a:gd name="adj1" fmla="val 10795596"/>
              <a:gd name="adj2" fmla="val 12164716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6" name="Google Shape;306;p21"/>
          <p:cNvSpPr txBox="1"/>
          <p:nvPr/>
        </p:nvSpPr>
        <p:spPr>
          <a:xfrm>
            <a:off x="3750017" y="1173352"/>
            <a:ext cx="192600" cy="1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7" name="Google Shape;307;p21"/>
          <p:cNvSpPr txBox="1"/>
          <p:nvPr/>
        </p:nvSpPr>
        <p:spPr>
          <a:xfrm>
            <a:off x="5485189" y="1173352"/>
            <a:ext cx="192600" cy="1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8" name="Google Shape;308;p21"/>
          <p:cNvSpPr txBox="1"/>
          <p:nvPr/>
        </p:nvSpPr>
        <p:spPr>
          <a:xfrm>
            <a:off x="3750017" y="2699445"/>
            <a:ext cx="192600" cy="1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9" name="Google Shape;309;p21"/>
          <p:cNvSpPr txBox="1"/>
          <p:nvPr/>
        </p:nvSpPr>
        <p:spPr>
          <a:xfrm>
            <a:off x="5485189" y="2699445"/>
            <a:ext cx="192600" cy="1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10" name="Google Shape;310;p21"/>
          <p:cNvCxnSpPr/>
          <p:nvPr/>
        </p:nvCxnSpPr>
        <p:spPr>
          <a:xfrm rot="10800000" flipH="1">
            <a:off x="5547363" y="2833563"/>
            <a:ext cx="1002600" cy="5862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11" name="Google Shape;311;p21"/>
          <p:cNvCxnSpPr/>
          <p:nvPr/>
        </p:nvCxnSpPr>
        <p:spPr>
          <a:xfrm rot="10800000" flipH="1">
            <a:off x="6656082" y="2891089"/>
            <a:ext cx="0" cy="5922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312" name="Google Shape;312;p21"/>
          <p:cNvSpPr txBox="1"/>
          <p:nvPr/>
        </p:nvSpPr>
        <p:spPr>
          <a:xfrm>
            <a:off x="5770241" y="2933050"/>
            <a:ext cx="485100" cy="2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20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1"/>
          <p:cNvSpPr txBox="1"/>
          <p:nvPr/>
        </p:nvSpPr>
        <p:spPr>
          <a:xfrm>
            <a:off x="5848555" y="3293559"/>
            <a:ext cx="422100" cy="2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4" name="Google Shape;314;p21"/>
          <p:cNvSpPr txBox="1"/>
          <p:nvPr/>
        </p:nvSpPr>
        <p:spPr>
          <a:xfrm>
            <a:off x="6670038" y="3097613"/>
            <a:ext cx="422100" cy="2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21"/>
          <p:cNvSpPr/>
          <p:nvPr/>
        </p:nvSpPr>
        <p:spPr>
          <a:xfrm rot="-17255" flipH="1">
            <a:off x="5645854" y="1275644"/>
            <a:ext cx="777010" cy="898810"/>
          </a:xfrm>
          <a:prstGeom prst="rtTriangl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21"/>
          <p:cNvSpPr/>
          <p:nvPr/>
        </p:nvSpPr>
        <p:spPr>
          <a:xfrm rot="-10481" flipH="1">
            <a:off x="6318758" y="2074694"/>
            <a:ext cx="98400" cy="984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17" name="Google Shape;317;p21"/>
          <p:cNvCxnSpPr/>
          <p:nvPr/>
        </p:nvCxnSpPr>
        <p:spPr>
          <a:xfrm>
            <a:off x="5636472" y="2244204"/>
            <a:ext cx="7848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18" name="Google Shape;318;p21"/>
          <p:cNvCxnSpPr/>
          <p:nvPr/>
        </p:nvCxnSpPr>
        <p:spPr>
          <a:xfrm rot="10800000" flipH="1">
            <a:off x="5581343" y="1218022"/>
            <a:ext cx="773100" cy="9027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319" name="Google Shape;319;p21"/>
          <p:cNvSpPr txBox="1"/>
          <p:nvPr/>
        </p:nvSpPr>
        <p:spPr>
          <a:xfrm flipH="1">
            <a:off x="5824623" y="1987564"/>
            <a:ext cx="480300" cy="21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50°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0" name="Google Shape;320;p21"/>
          <p:cNvSpPr/>
          <p:nvPr/>
        </p:nvSpPr>
        <p:spPr>
          <a:xfrm rot="-19356" flipH="1">
            <a:off x="5550357" y="2042418"/>
            <a:ext cx="266404" cy="266104"/>
          </a:xfrm>
          <a:prstGeom prst="arc">
            <a:avLst>
              <a:gd name="adj1" fmla="val 10637741"/>
              <a:gd name="adj2" fmla="val 14068037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21" name="Google Shape;321;p21"/>
          <p:cNvCxnSpPr/>
          <p:nvPr/>
        </p:nvCxnSpPr>
        <p:spPr>
          <a:xfrm rot="10800000" flipH="1">
            <a:off x="3749204" y="2888723"/>
            <a:ext cx="1055700" cy="453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22" name="Google Shape;322;p21"/>
          <p:cNvCxnSpPr/>
          <p:nvPr/>
        </p:nvCxnSpPr>
        <p:spPr>
          <a:xfrm>
            <a:off x="3758525" y="3472590"/>
            <a:ext cx="12702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323" name="Google Shape;323;p21"/>
          <p:cNvSpPr txBox="1"/>
          <p:nvPr/>
        </p:nvSpPr>
        <p:spPr>
          <a:xfrm flipH="1">
            <a:off x="5892146" y="2226504"/>
            <a:ext cx="480300" cy="21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4" name="Google Shape;324;p21"/>
          <p:cNvSpPr txBox="1"/>
          <p:nvPr/>
        </p:nvSpPr>
        <p:spPr>
          <a:xfrm flipH="1">
            <a:off x="4238234" y="3466072"/>
            <a:ext cx="480300" cy="21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15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5" name="Google Shape;325;p21"/>
          <p:cNvSpPr txBox="1"/>
          <p:nvPr/>
        </p:nvSpPr>
        <p:spPr>
          <a:xfrm flipH="1">
            <a:off x="5701881" y="1475699"/>
            <a:ext cx="480300" cy="21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6" name="Google Shape;326;p21"/>
          <p:cNvSpPr txBox="1"/>
          <p:nvPr/>
        </p:nvSpPr>
        <p:spPr>
          <a:xfrm flipH="1">
            <a:off x="4051446" y="2884400"/>
            <a:ext cx="480300" cy="21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7" name="Google Shape;327;p21"/>
          <p:cNvSpPr txBox="1"/>
          <p:nvPr/>
        </p:nvSpPr>
        <p:spPr>
          <a:xfrm flipH="1">
            <a:off x="4132874" y="3220810"/>
            <a:ext cx="480300" cy="21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20°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8" name="Google Shape;328;p21"/>
          <p:cNvSpPr txBox="1"/>
          <p:nvPr/>
        </p:nvSpPr>
        <p:spPr>
          <a:xfrm flipH="1">
            <a:off x="4483147" y="2361894"/>
            <a:ext cx="595200" cy="21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= 7.8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29" name="Google Shape;329;p21"/>
          <p:cNvSpPr txBox="1"/>
          <p:nvPr/>
        </p:nvSpPr>
        <p:spPr>
          <a:xfrm flipH="1">
            <a:off x="6312169" y="2361894"/>
            <a:ext cx="595200" cy="21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= 9.3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30" name="Google Shape;330;p21"/>
          <p:cNvSpPr/>
          <p:nvPr/>
        </p:nvSpPr>
        <p:spPr>
          <a:xfrm rot="-17232" flipH="1">
            <a:off x="3918864" y="1329975"/>
            <a:ext cx="718209" cy="830409"/>
          </a:xfrm>
          <a:prstGeom prst="rtTriangl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1" name="Google Shape;331;p21"/>
          <p:cNvSpPr/>
          <p:nvPr/>
        </p:nvSpPr>
        <p:spPr>
          <a:xfrm rot="-11346" flipH="1">
            <a:off x="4540901" y="2068429"/>
            <a:ext cx="90900" cy="909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2" name="Google Shape;332;p21"/>
          <p:cNvSpPr/>
          <p:nvPr/>
        </p:nvSpPr>
        <p:spPr>
          <a:xfrm rot="-18286" flipH="1">
            <a:off x="3751866" y="1956240"/>
            <a:ext cx="338405" cy="337805"/>
          </a:xfrm>
          <a:prstGeom prst="arc">
            <a:avLst>
              <a:gd name="adj1" fmla="val 10030360"/>
              <a:gd name="adj2" fmla="val 13223382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33" name="Google Shape;333;p21"/>
          <p:cNvCxnSpPr/>
          <p:nvPr/>
        </p:nvCxnSpPr>
        <p:spPr>
          <a:xfrm rot="10800000" flipH="1">
            <a:off x="4700506" y="1328251"/>
            <a:ext cx="0" cy="8322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34" name="Google Shape;334;p21"/>
          <p:cNvCxnSpPr/>
          <p:nvPr/>
        </p:nvCxnSpPr>
        <p:spPr>
          <a:xfrm rot="10800000" flipH="1">
            <a:off x="3859374" y="1276655"/>
            <a:ext cx="714300" cy="834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335" name="Google Shape;335;p21"/>
          <p:cNvSpPr txBox="1"/>
          <p:nvPr/>
        </p:nvSpPr>
        <p:spPr>
          <a:xfrm flipH="1">
            <a:off x="4124704" y="1957421"/>
            <a:ext cx="444000" cy="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50°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" name="Google Shape;336;p21"/>
          <p:cNvSpPr txBox="1"/>
          <p:nvPr/>
        </p:nvSpPr>
        <p:spPr>
          <a:xfrm flipH="1">
            <a:off x="4714227" y="1698410"/>
            <a:ext cx="444000" cy="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7" name="Google Shape;337;p21"/>
          <p:cNvSpPr txBox="1"/>
          <p:nvPr/>
        </p:nvSpPr>
        <p:spPr>
          <a:xfrm flipH="1">
            <a:off x="3926034" y="1514857"/>
            <a:ext cx="444000" cy="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21"/>
          <p:cNvSpPr txBox="1"/>
          <p:nvPr/>
        </p:nvSpPr>
        <p:spPr>
          <a:xfrm flipH="1">
            <a:off x="4483147" y="3685485"/>
            <a:ext cx="595200" cy="21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14.1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39" name="Google Shape;339;p21"/>
          <p:cNvSpPr txBox="1"/>
          <p:nvPr/>
        </p:nvSpPr>
        <p:spPr>
          <a:xfrm flipH="1">
            <a:off x="6126626" y="3685485"/>
            <a:ext cx="595200" cy="21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30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340" name="Google Shape;34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9936" y="1475306"/>
            <a:ext cx="2850754" cy="2757507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21"/>
          <p:cNvSpPr txBox="1"/>
          <p:nvPr/>
        </p:nvSpPr>
        <p:spPr>
          <a:xfrm>
            <a:off x="481925" y="1245125"/>
            <a:ext cx="574500" cy="32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sin(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θ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2" name="Google Shape;342;p21"/>
          <p:cNvSpPr txBox="1"/>
          <p:nvPr/>
        </p:nvSpPr>
        <p:spPr>
          <a:xfrm>
            <a:off x="3556187" y="4073017"/>
            <a:ext cx="583800" cy="3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cos(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θ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43" name="Google Shape;343;p21"/>
          <p:cNvCxnSpPr/>
          <p:nvPr/>
        </p:nvCxnSpPr>
        <p:spPr>
          <a:xfrm rot="10800000" flipH="1">
            <a:off x="930702" y="1299171"/>
            <a:ext cx="0" cy="28209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44" name="Google Shape;344;p21"/>
          <p:cNvCxnSpPr/>
          <p:nvPr/>
        </p:nvCxnSpPr>
        <p:spPr>
          <a:xfrm>
            <a:off x="926004" y="4108083"/>
            <a:ext cx="27822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45" name="Google Shape;345;p21"/>
          <p:cNvCxnSpPr/>
          <p:nvPr/>
        </p:nvCxnSpPr>
        <p:spPr>
          <a:xfrm>
            <a:off x="474757" y="48567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46" name="Google Shape;346;p21"/>
          <p:cNvSpPr txBox="1"/>
          <p:nvPr/>
        </p:nvSpPr>
        <p:spPr>
          <a:xfrm>
            <a:off x="476400" y="5477994"/>
            <a:ext cx="6427800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Use this sector of the unit circle to find the value of each unknown.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7" name="Google Shape;347;p21"/>
          <p:cNvSpPr txBox="1"/>
          <p:nvPr/>
        </p:nvSpPr>
        <p:spPr>
          <a:xfrm>
            <a:off x="467998" y="4916450"/>
            <a:ext cx="6259200" cy="2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C:  Using tangent from the unit circle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48" name="Google Shape;348;p21"/>
          <p:cNvGrpSpPr/>
          <p:nvPr/>
        </p:nvGrpSpPr>
        <p:grpSpPr>
          <a:xfrm>
            <a:off x="624622" y="5753157"/>
            <a:ext cx="2975373" cy="3316677"/>
            <a:chOff x="490500" y="824491"/>
            <a:chExt cx="3316657" cy="3697110"/>
          </a:xfrm>
        </p:grpSpPr>
        <p:pic>
          <p:nvPicPr>
            <p:cNvPr id="349" name="Google Shape;349;p21"/>
            <p:cNvPicPr preferRelativeResize="0"/>
            <p:nvPr/>
          </p:nvPicPr>
          <p:blipFill>
            <a:blip r:embed="rId4">
              <a:alphaModFix/>
            </a:blip>
            <a:srcRect t="10897" r="6855"/>
            <a:stretch>
              <a:fillRect/>
            </a:stretch>
          </p:blipFill>
          <p:spPr>
            <a:xfrm>
              <a:off x="490500" y="942750"/>
              <a:ext cx="3127524" cy="357885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350" name="Google Shape;350;p21"/>
            <p:cNvCxnSpPr/>
            <p:nvPr/>
          </p:nvCxnSpPr>
          <p:spPr>
            <a:xfrm rot="10800000" flipH="1">
              <a:off x="702289" y="824491"/>
              <a:ext cx="0" cy="35610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51" name="Google Shape;351;p21"/>
            <p:cNvCxnSpPr/>
            <p:nvPr/>
          </p:nvCxnSpPr>
          <p:spPr>
            <a:xfrm>
              <a:off x="696457" y="4370611"/>
              <a:ext cx="3110700" cy="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cxnSp>
        <p:nvCxnSpPr>
          <p:cNvPr id="352" name="Google Shape;352;p21"/>
          <p:cNvCxnSpPr/>
          <p:nvPr/>
        </p:nvCxnSpPr>
        <p:spPr>
          <a:xfrm flipH="1">
            <a:off x="3108108" y="5845720"/>
            <a:ext cx="0" cy="3209700"/>
          </a:xfrm>
          <a:prstGeom prst="straightConnector1">
            <a:avLst/>
          </a:prstGeom>
          <a:noFill/>
          <a:ln w="38100" cap="flat" cmpd="sng">
            <a:solidFill>
              <a:srgbClr val="57575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53" name="Google Shape;353;p21"/>
          <p:cNvSpPr txBox="1"/>
          <p:nvPr/>
        </p:nvSpPr>
        <p:spPr>
          <a:xfrm>
            <a:off x="483898" y="5683877"/>
            <a:ext cx="186300" cy="3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4" name="Google Shape;354;p21"/>
          <p:cNvSpPr txBox="1"/>
          <p:nvPr/>
        </p:nvSpPr>
        <p:spPr>
          <a:xfrm>
            <a:off x="3572269" y="9011166"/>
            <a:ext cx="186300" cy="3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5" name="Google Shape;355;p21"/>
          <p:cNvSpPr/>
          <p:nvPr/>
        </p:nvSpPr>
        <p:spPr>
          <a:xfrm rot="-17011" flipH="1">
            <a:off x="5806882" y="5782766"/>
            <a:ext cx="727509" cy="841209"/>
          </a:xfrm>
          <a:prstGeom prst="rtTriangl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21"/>
          <p:cNvSpPr/>
          <p:nvPr/>
        </p:nvSpPr>
        <p:spPr>
          <a:xfrm rot="-11198" flipH="1">
            <a:off x="6436975" y="6530843"/>
            <a:ext cx="92100" cy="921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7" name="Google Shape;357;p21"/>
          <p:cNvSpPr/>
          <p:nvPr/>
        </p:nvSpPr>
        <p:spPr>
          <a:xfrm rot="-20659" flipH="1">
            <a:off x="5717437" y="6500665"/>
            <a:ext cx="249605" cy="249305"/>
          </a:xfrm>
          <a:prstGeom prst="arc">
            <a:avLst>
              <a:gd name="adj1" fmla="val 10637741"/>
              <a:gd name="adj2" fmla="val 14068037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" name="Google Shape;358;p21"/>
          <p:cNvSpPr txBox="1"/>
          <p:nvPr/>
        </p:nvSpPr>
        <p:spPr>
          <a:xfrm>
            <a:off x="3614215" y="5743049"/>
            <a:ext cx="195000" cy="1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9" name="Google Shape;359;p21"/>
          <p:cNvSpPr txBox="1"/>
          <p:nvPr/>
        </p:nvSpPr>
        <p:spPr>
          <a:xfrm>
            <a:off x="5669250" y="5743049"/>
            <a:ext cx="195000" cy="1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0" name="Google Shape;360;p21"/>
          <p:cNvSpPr txBox="1"/>
          <p:nvPr/>
        </p:nvSpPr>
        <p:spPr>
          <a:xfrm>
            <a:off x="3614215" y="7560301"/>
            <a:ext cx="195000" cy="1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21"/>
          <p:cNvSpPr txBox="1"/>
          <p:nvPr/>
        </p:nvSpPr>
        <p:spPr>
          <a:xfrm>
            <a:off x="5669250" y="7560301"/>
            <a:ext cx="195000" cy="1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62" name="Google Shape;362;p21"/>
          <p:cNvCxnSpPr/>
          <p:nvPr/>
        </p:nvCxnSpPr>
        <p:spPr>
          <a:xfrm rot="10800000">
            <a:off x="5808762" y="6717524"/>
            <a:ext cx="737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63" name="Google Shape;363;p21"/>
          <p:cNvCxnSpPr/>
          <p:nvPr/>
        </p:nvCxnSpPr>
        <p:spPr>
          <a:xfrm rot="10800000" flipH="1">
            <a:off x="6606050" y="5779158"/>
            <a:ext cx="0" cy="8562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364" name="Google Shape;364;p21"/>
          <p:cNvSpPr txBox="1"/>
          <p:nvPr/>
        </p:nvSpPr>
        <p:spPr>
          <a:xfrm flipH="1">
            <a:off x="5974295" y="6438699"/>
            <a:ext cx="4497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50°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5" name="Google Shape;365;p21"/>
          <p:cNvSpPr/>
          <p:nvPr/>
        </p:nvSpPr>
        <p:spPr>
          <a:xfrm rot="-17031" flipH="1">
            <a:off x="3820816" y="5846646"/>
            <a:ext cx="787210" cy="910510"/>
          </a:xfrm>
          <a:prstGeom prst="rtTriangl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6" name="Google Shape;366;p21"/>
          <p:cNvSpPr/>
          <p:nvPr/>
        </p:nvSpPr>
        <p:spPr>
          <a:xfrm rot="-10355" flipH="1">
            <a:off x="4502671" y="6656107"/>
            <a:ext cx="99600" cy="996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67" name="Google Shape;367;p21"/>
          <p:cNvCxnSpPr/>
          <p:nvPr/>
        </p:nvCxnSpPr>
        <p:spPr>
          <a:xfrm>
            <a:off x="3811434" y="6827823"/>
            <a:ext cx="7950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368" name="Google Shape;368;p21"/>
          <p:cNvSpPr txBox="1"/>
          <p:nvPr/>
        </p:nvSpPr>
        <p:spPr>
          <a:xfrm flipH="1">
            <a:off x="4001978" y="6567847"/>
            <a:ext cx="486600" cy="2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50°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9" name="Google Shape;369;p21"/>
          <p:cNvSpPr/>
          <p:nvPr/>
        </p:nvSpPr>
        <p:spPr>
          <a:xfrm rot="-19098" flipH="1">
            <a:off x="3713511" y="6623403"/>
            <a:ext cx="270004" cy="269704"/>
          </a:xfrm>
          <a:prstGeom prst="arc">
            <a:avLst>
              <a:gd name="adj1" fmla="val 10637741"/>
              <a:gd name="adj2" fmla="val 14068037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0" name="Google Shape;370;p21"/>
          <p:cNvSpPr txBox="1"/>
          <p:nvPr/>
        </p:nvSpPr>
        <p:spPr>
          <a:xfrm flipH="1">
            <a:off x="6637200" y="6166909"/>
            <a:ext cx="4497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1" name="Google Shape;371;p21"/>
          <p:cNvSpPr txBox="1"/>
          <p:nvPr/>
        </p:nvSpPr>
        <p:spPr>
          <a:xfrm flipH="1">
            <a:off x="6048021" y="6709409"/>
            <a:ext cx="4497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2" name="Google Shape;372;p21"/>
          <p:cNvSpPr txBox="1"/>
          <p:nvPr/>
        </p:nvSpPr>
        <p:spPr>
          <a:xfrm flipH="1">
            <a:off x="4767802" y="6217136"/>
            <a:ext cx="486600" cy="2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73" name="Google Shape;373;p21"/>
          <p:cNvCxnSpPr/>
          <p:nvPr/>
        </p:nvCxnSpPr>
        <p:spPr>
          <a:xfrm rot="10800000" flipH="1">
            <a:off x="4706857" y="5835076"/>
            <a:ext cx="0" cy="9192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374" name="Google Shape;374;p21"/>
          <p:cNvSpPr txBox="1"/>
          <p:nvPr/>
        </p:nvSpPr>
        <p:spPr>
          <a:xfrm flipH="1">
            <a:off x="4082823" y="6819356"/>
            <a:ext cx="4497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5" name="Google Shape;375;p21"/>
          <p:cNvSpPr/>
          <p:nvPr/>
        </p:nvSpPr>
        <p:spPr>
          <a:xfrm rot="7213743">
            <a:off x="5851286" y="7981282"/>
            <a:ext cx="1039213" cy="574601"/>
          </a:xfrm>
          <a:prstGeom prst="rtTriangl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6" name="Google Shape;376;p21"/>
          <p:cNvSpPr/>
          <p:nvPr/>
        </p:nvSpPr>
        <p:spPr>
          <a:xfrm rot="7203581">
            <a:off x="6352262" y="7699996"/>
            <a:ext cx="88041" cy="90443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7" name="Google Shape;377;p21"/>
          <p:cNvSpPr/>
          <p:nvPr/>
        </p:nvSpPr>
        <p:spPr>
          <a:xfrm rot="-1471909">
            <a:off x="3937174" y="7512857"/>
            <a:ext cx="1149571" cy="511486"/>
          </a:xfrm>
          <a:prstGeom prst="rtTriangl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8" name="Google Shape;378;p21"/>
          <p:cNvSpPr/>
          <p:nvPr/>
        </p:nvSpPr>
        <p:spPr>
          <a:xfrm rot="-1475407">
            <a:off x="4070571" y="8126578"/>
            <a:ext cx="97327" cy="97327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21"/>
          <p:cNvSpPr/>
          <p:nvPr/>
        </p:nvSpPr>
        <p:spPr>
          <a:xfrm rot="198285">
            <a:off x="4909294" y="7530706"/>
            <a:ext cx="457962" cy="457345"/>
          </a:xfrm>
          <a:prstGeom prst="arc">
            <a:avLst>
              <a:gd name="adj1" fmla="val 9041640"/>
              <a:gd name="adj2" fmla="val 10650851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0" name="Google Shape;380;p21"/>
          <p:cNvSpPr/>
          <p:nvPr/>
        </p:nvSpPr>
        <p:spPr>
          <a:xfrm rot="10800000">
            <a:off x="5634591" y="8353049"/>
            <a:ext cx="471600" cy="447300"/>
          </a:xfrm>
          <a:prstGeom prst="arc">
            <a:avLst>
              <a:gd name="adj1" fmla="val 7118110"/>
              <a:gd name="adj2" fmla="val 8690147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81" name="Google Shape;381;p21"/>
          <p:cNvCxnSpPr/>
          <p:nvPr/>
        </p:nvCxnSpPr>
        <p:spPr>
          <a:xfrm rot="202493">
            <a:off x="3780263" y="7812239"/>
            <a:ext cx="239515" cy="464885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82" name="Google Shape;382;p21"/>
          <p:cNvCxnSpPr/>
          <p:nvPr/>
        </p:nvCxnSpPr>
        <p:spPr>
          <a:xfrm rot="199771" flipH="1">
            <a:off x="4136691" y="7800058"/>
            <a:ext cx="1038253" cy="536391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83" name="Google Shape;383;p21"/>
          <p:cNvCxnSpPr/>
          <p:nvPr/>
        </p:nvCxnSpPr>
        <p:spPr>
          <a:xfrm rot="10800000">
            <a:off x="6418352" y="7627528"/>
            <a:ext cx="508500" cy="273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84" name="Google Shape;384;p21"/>
          <p:cNvCxnSpPr/>
          <p:nvPr/>
        </p:nvCxnSpPr>
        <p:spPr>
          <a:xfrm rot="10800000" flipH="1">
            <a:off x="5793202" y="7625164"/>
            <a:ext cx="527400" cy="904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385" name="Google Shape;385;p21"/>
          <p:cNvSpPr txBox="1"/>
          <p:nvPr/>
        </p:nvSpPr>
        <p:spPr>
          <a:xfrm rot="2504" flipH="1">
            <a:off x="4571598" y="8093913"/>
            <a:ext cx="4119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9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6" name="Google Shape;386;p21"/>
          <p:cNvSpPr txBox="1"/>
          <p:nvPr/>
        </p:nvSpPr>
        <p:spPr>
          <a:xfrm flipH="1">
            <a:off x="6605916" y="7556668"/>
            <a:ext cx="411900" cy="1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7" name="Google Shape;387;p21"/>
          <p:cNvSpPr txBox="1"/>
          <p:nvPr/>
        </p:nvSpPr>
        <p:spPr>
          <a:xfrm rot="2295" flipH="1">
            <a:off x="4576280" y="7768786"/>
            <a:ext cx="4494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20°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8" name="Google Shape;388;p21"/>
          <p:cNvSpPr txBox="1"/>
          <p:nvPr/>
        </p:nvSpPr>
        <p:spPr>
          <a:xfrm rot="2295" flipH="1">
            <a:off x="6069464" y="8190155"/>
            <a:ext cx="4494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30°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9" name="Google Shape;389;p21"/>
          <p:cNvSpPr txBox="1"/>
          <p:nvPr/>
        </p:nvSpPr>
        <p:spPr>
          <a:xfrm flipH="1">
            <a:off x="3606594" y="7952071"/>
            <a:ext cx="4497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0" name="Google Shape;390;p21"/>
          <p:cNvSpPr txBox="1"/>
          <p:nvPr/>
        </p:nvSpPr>
        <p:spPr>
          <a:xfrm flipH="1">
            <a:off x="5774953" y="7855714"/>
            <a:ext cx="4497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1" name="Google Shape;391;p21"/>
          <p:cNvSpPr txBox="1"/>
          <p:nvPr/>
        </p:nvSpPr>
        <p:spPr>
          <a:xfrm flipH="1">
            <a:off x="4535198" y="7006502"/>
            <a:ext cx="603000" cy="2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11.9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92" name="Google Shape;392;p21"/>
          <p:cNvSpPr txBox="1"/>
          <p:nvPr/>
        </p:nvSpPr>
        <p:spPr>
          <a:xfrm flipH="1">
            <a:off x="6388008" y="7006502"/>
            <a:ext cx="603000" cy="2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= 8.4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93" name="Google Shape;393;p21"/>
          <p:cNvSpPr txBox="1"/>
          <p:nvPr/>
        </p:nvSpPr>
        <p:spPr>
          <a:xfrm flipH="1">
            <a:off x="4535198" y="8559161"/>
            <a:ext cx="603000" cy="2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= 3.3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94" name="Google Shape;394;p21"/>
          <p:cNvSpPr txBox="1"/>
          <p:nvPr/>
        </p:nvSpPr>
        <p:spPr>
          <a:xfrm flipH="1">
            <a:off x="6140593" y="8559161"/>
            <a:ext cx="603000" cy="2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= 6.9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2.14"/>
  <p:tag name="AS_TITLE" val="Aspose.Slides for .NET Standard 2.0"/>
  <p:tag name="AS_VERSION" val="24.2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119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10">
      <vt:lpstr>Arial</vt:lpstr>
      <vt:lpstr>Lexend</vt:lpstr>
      <vt:lpstr>Kalam</vt:lpstr>
      <vt:lpstr>Lexend Medium</vt:lpstr>
      <vt:lpstr>Lexend Light</vt:lpstr>
      <vt:lpstr>Calibri</vt:lpstr>
      <vt:lpstr>Times New Roman</vt:lpstr>
      <vt:lpstr>simple-light-2</vt:lpstr>
      <vt:lpstr>Scaling the right-angled triangle from the unit circle</vt:lpstr>
      <vt:lpstr>PowerPoint Presentation</vt:lpstr>
    </vt:vector>
  </TitlesOfParts>
  <LinksUpToDate>0</LinksUpToDate>
  <SharedDoc>0</SharedDoc>
  <HyperlinksChanged>0</HyperlinksChanged>
  <Application>Aspose.Slides for .NET</Application>
  <AppVersion>24.0200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2024-03-05T15:02:07.666</cp:lastPrinted>
  <dcterms:created xsi:type="dcterms:W3CDTF">2024-03-05T15:02:07Z</dcterms:created>
  <dcterms:modified xsi:type="dcterms:W3CDTF">2024-03-05T15:02:05Z</dcterms:modified>
</cp:coreProperties>
</file>