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be0ca03523_0_15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be0ca0352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the right trigonometric ratio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4750" y="14358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Choosing the correct trigonometric function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749900"/>
            <a:ext cx="63819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these triangles into the table, regarding the most efficient trigonometric function to 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flipH="1" rot="10800000">
            <a:off x="513431" y="2583373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 flipH="1" rot="-5400000">
            <a:off x="60394" y="3561350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0"/>
          <p:cNvCxnSpPr/>
          <p:nvPr/>
        </p:nvCxnSpPr>
        <p:spPr>
          <a:xfrm flipH="1" rot="-5400000">
            <a:off x="852205" y="3561350"/>
            <a:ext cx="24000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684313" y="2364650"/>
            <a:ext cx="374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397840" y="2364650"/>
            <a:ext cx="6093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119067" y="2364650"/>
            <a:ext cx="8121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tangent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 flipH="1" rot="-5400000">
            <a:off x="3749413" y="1896814"/>
            <a:ext cx="641398" cy="1082193"/>
            <a:chOff x="-2022025" y="1455875"/>
            <a:chExt cx="1057366" cy="1784030"/>
          </a:xfrm>
        </p:grpSpPr>
        <p:sp>
          <p:nvSpPr>
            <p:cNvPr id="183" name="Google Shape;183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" name="Google Shape;184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5" name="Google Shape;185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6" name="Google Shape;186;p20"/>
          <p:cNvSpPr/>
          <p:nvPr/>
        </p:nvSpPr>
        <p:spPr>
          <a:xfrm flipH="1">
            <a:off x="4420742" y="2581098"/>
            <a:ext cx="117000" cy="11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flipH="1">
            <a:off x="3797876" y="2516495"/>
            <a:ext cx="319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 flipH="1">
            <a:off x="4657632" y="2317238"/>
            <a:ext cx="6093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 flipH="1">
            <a:off x="3839579" y="2750785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flipH="1">
            <a:off x="3311978" y="2474401"/>
            <a:ext cx="452700" cy="4527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 rot="7508807">
            <a:off x="6139024" y="3679735"/>
            <a:ext cx="641392" cy="1082182"/>
            <a:chOff x="-2022025" y="1455875"/>
            <a:chExt cx="1057366" cy="1784030"/>
          </a:xfrm>
        </p:grpSpPr>
        <p:sp>
          <p:nvSpPr>
            <p:cNvPr id="192" name="Google Shape;192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3" name="Google Shape;193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4" name="Google Shape;194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5" name="Google Shape;195;p20"/>
          <p:cNvSpPr/>
          <p:nvPr/>
        </p:nvSpPr>
        <p:spPr>
          <a:xfrm rot="2116872">
            <a:off x="5950463" y="4091692"/>
            <a:ext cx="116865" cy="116865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flipH="1">
            <a:off x="6111474" y="3891278"/>
            <a:ext cx="319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 flipH="1">
            <a:off x="5932373" y="4486865"/>
            <a:ext cx="6093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 flipH="1">
            <a:off x="5648349" y="3668201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-5685062">
            <a:off x="6017500" y="3419109"/>
            <a:ext cx="452756" cy="452756"/>
          </a:xfrm>
          <a:prstGeom prst="arc">
            <a:avLst>
              <a:gd fmla="val 9558863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 rot="5400000">
            <a:off x="5593445" y="2100477"/>
            <a:ext cx="820444" cy="2028741"/>
            <a:chOff x="-2120172" y="1418432"/>
            <a:chExt cx="1059047" cy="1778661"/>
          </a:xfrm>
        </p:grpSpPr>
        <p:sp>
          <p:nvSpPr>
            <p:cNvPr id="201" name="Google Shape;201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2" name="Google Shape;202;p20"/>
            <p:cNvCxnSpPr/>
            <p:nvPr/>
          </p:nvCxnSpPr>
          <p:spPr>
            <a:xfrm flipH="1">
              <a:off x="-2120172" y="1418432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3" name="Google Shape;203;p20"/>
            <p:cNvCxnSpPr/>
            <p:nvPr/>
          </p:nvCxnSpPr>
          <p:spPr>
            <a:xfrm rot="10800000">
              <a:off x="-2022025" y="3197093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4" name="Google Shape;204;p20"/>
          <p:cNvSpPr/>
          <p:nvPr/>
        </p:nvSpPr>
        <p:spPr>
          <a:xfrm>
            <a:off x="5078693" y="3373123"/>
            <a:ext cx="1506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835242" y="2641843"/>
            <a:ext cx="511200" cy="347100"/>
          </a:xfrm>
          <a:prstGeom prst="arc">
            <a:avLst>
              <a:gd fmla="val 947758" name="adj1"/>
              <a:gd fmla="val 573337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199111" y="2979472"/>
            <a:ext cx="347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31516" y="3018927"/>
            <a:ext cx="753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032024" y="2835360"/>
            <a:ext cx="804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 rot="5400000">
            <a:off x="3836972" y="2742869"/>
            <a:ext cx="803441" cy="1441120"/>
            <a:chOff x="-2098225" y="1379675"/>
            <a:chExt cx="1037100" cy="1860230"/>
          </a:xfrm>
        </p:grpSpPr>
        <p:sp>
          <p:nvSpPr>
            <p:cNvPr id="210" name="Google Shape;210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1" name="Google Shape;211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3" name="Google Shape;213;p20"/>
          <p:cNvSpPr/>
          <p:nvPr/>
        </p:nvSpPr>
        <p:spPr>
          <a:xfrm>
            <a:off x="3612017" y="3713202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618229" y="3587661"/>
            <a:ext cx="578100" cy="5781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413139" y="3652328"/>
            <a:ext cx="235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935864" y="3376224"/>
            <a:ext cx="657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259523" y="3175439"/>
            <a:ext cx="546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 rot="3697928">
            <a:off x="3954808" y="3451400"/>
            <a:ext cx="803476" cy="1441183"/>
            <a:chOff x="-2098225" y="1379675"/>
            <a:chExt cx="1037100" cy="1860230"/>
          </a:xfrm>
        </p:grpSpPr>
        <p:sp>
          <p:nvSpPr>
            <p:cNvPr id="219" name="Google Shape;21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0" name="Google Shape;220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21" name="Google Shape;221;p20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22" name="Google Shape;222;p20"/>
          <p:cNvSpPr/>
          <p:nvPr/>
        </p:nvSpPr>
        <p:spPr>
          <a:xfrm rot="-1698981">
            <a:off x="3950340" y="4644996"/>
            <a:ext cx="149260" cy="14926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200490" y="3909498"/>
            <a:ext cx="5466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 flipH="1">
            <a:off x="3343178" y="4477622"/>
            <a:ext cx="397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 rot="-833956">
            <a:off x="4808089" y="4001008"/>
            <a:ext cx="578231" cy="578231"/>
          </a:xfrm>
          <a:prstGeom prst="arc">
            <a:avLst>
              <a:gd fmla="val 10607815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533274" y="4217438"/>
            <a:ext cx="2883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20"/>
          <p:cNvGrpSpPr/>
          <p:nvPr/>
        </p:nvGrpSpPr>
        <p:grpSpPr>
          <a:xfrm rot="5400000">
            <a:off x="5972760" y="1843908"/>
            <a:ext cx="608751" cy="852712"/>
            <a:chOff x="-2164308" y="1379675"/>
            <a:chExt cx="1245399" cy="1744500"/>
          </a:xfrm>
        </p:grpSpPr>
        <p:sp>
          <p:nvSpPr>
            <p:cNvPr id="228" name="Google Shape;22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9" name="Google Shape;229;p20"/>
            <p:cNvCxnSpPr/>
            <p:nvPr/>
          </p:nvCxnSpPr>
          <p:spPr>
            <a:xfrm flipH="1">
              <a:off x="-2164308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0" name="Google Shape;230;p20"/>
            <p:cNvCxnSpPr/>
            <p:nvPr/>
          </p:nvCxnSpPr>
          <p:spPr>
            <a:xfrm rot="10800000">
              <a:off x="-91890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31" name="Google Shape;231;p20"/>
          <p:cNvSpPr txBox="1"/>
          <p:nvPr/>
        </p:nvSpPr>
        <p:spPr>
          <a:xfrm>
            <a:off x="6152362" y="2321223"/>
            <a:ext cx="319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104760" y="2546067"/>
            <a:ext cx="578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262190" y="1952041"/>
            <a:ext cx="700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472272" y="2322060"/>
            <a:ext cx="364800" cy="3648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852681" y="2401439"/>
            <a:ext cx="104700" cy="103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3725146" y="2095875"/>
            <a:ext cx="319811" cy="296586"/>
            <a:chOff x="1020916" y="1442088"/>
            <a:chExt cx="457200" cy="457200"/>
          </a:xfrm>
        </p:grpSpPr>
        <p:pic>
          <p:nvPicPr>
            <p:cNvPr id="237" name="Google Shape;23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5513083" y="2095894"/>
            <a:ext cx="288402" cy="296586"/>
            <a:chOff x="1020916" y="1442088"/>
            <a:chExt cx="457200" cy="457200"/>
          </a:xfrm>
        </p:grpSpPr>
        <p:pic>
          <p:nvPicPr>
            <p:cNvPr id="240" name="Google Shape;24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3801421" y="3478300"/>
            <a:ext cx="319811" cy="296586"/>
            <a:chOff x="1020916" y="1442088"/>
            <a:chExt cx="457200" cy="457200"/>
          </a:xfrm>
        </p:grpSpPr>
        <p:pic>
          <p:nvPicPr>
            <p:cNvPr id="243" name="Google Shape;24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5" name="Google Shape;245;p20"/>
          <p:cNvGrpSpPr/>
          <p:nvPr/>
        </p:nvGrpSpPr>
        <p:grpSpPr>
          <a:xfrm>
            <a:off x="5383183" y="3134002"/>
            <a:ext cx="319811" cy="296586"/>
            <a:chOff x="1020916" y="1442088"/>
            <a:chExt cx="457200" cy="457200"/>
          </a:xfrm>
        </p:grpSpPr>
        <p:pic>
          <p:nvPicPr>
            <p:cNvPr id="246" name="Google Shape;24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3991417" y="4269161"/>
            <a:ext cx="319811" cy="296586"/>
            <a:chOff x="1020916" y="1442088"/>
            <a:chExt cx="457200" cy="457200"/>
          </a:xfrm>
        </p:grpSpPr>
        <p:pic>
          <p:nvPicPr>
            <p:cNvPr id="249" name="Google Shape;24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5480192" y="3970666"/>
            <a:ext cx="319811" cy="296586"/>
            <a:chOff x="1020916" y="1442088"/>
            <a:chExt cx="457200" cy="457200"/>
          </a:xfrm>
        </p:grpSpPr>
        <p:pic>
          <p:nvPicPr>
            <p:cNvPr id="252" name="Google Shape;25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2301560" y="2671171"/>
            <a:ext cx="354193" cy="354193"/>
            <a:chOff x="1020916" y="1442088"/>
            <a:chExt cx="457200" cy="457200"/>
          </a:xfrm>
        </p:grpSpPr>
        <p:pic>
          <p:nvPicPr>
            <p:cNvPr id="255" name="Google Shape;25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0"/>
          <p:cNvGrpSpPr/>
          <p:nvPr/>
        </p:nvGrpSpPr>
        <p:grpSpPr>
          <a:xfrm>
            <a:off x="1525417" y="2671171"/>
            <a:ext cx="354193" cy="354193"/>
            <a:chOff x="1020916" y="1442088"/>
            <a:chExt cx="457200" cy="457200"/>
          </a:xfrm>
        </p:grpSpPr>
        <p:pic>
          <p:nvPicPr>
            <p:cNvPr id="258" name="Google Shape;25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0" name="Google Shape;260;p20"/>
          <p:cNvGrpSpPr/>
          <p:nvPr/>
        </p:nvGrpSpPr>
        <p:grpSpPr>
          <a:xfrm>
            <a:off x="690387" y="2649034"/>
            <a:ext cx="354193" cy="354193"/>
            <a:chOff x="1020916" y="1442088"/>
            <a:chExt cx="457200" cy="457200"/>
          </a:xfrm>
        </p:grpSpPr>
        <p:pic>
          <p:nvPicPr>
            <p:cNvPr id="261" name="Google Shape;26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1534365" y="3116919"/>
            <a:ext cx="354193" cy="354193"/>
            <a:chOff x="1020916" y="1442088"/>
            <a:chExt cx="457200" cy="457200"/>
          </a:xfrm>
        </p:grpSpPr>
        <p:pic>
          <p:nvPicPr>
            <p:cNvPr id="264" name="Google Shape;26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694522" y="3131696"/>
            <a:ext cx="354193" cy="354193"/>
            <a:chOff x="1020916" y="1442088"/>
            <a:chExt cx="457200" cy="457200"/>
          </a:xfrm>
        </p:grpSpPr>
        <p:pic>
          <p:nvPicPr>
            <p:cNvPr id="267" name="Google Shape;26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2318526" y="3106576"/>
            <a:ext cx="354193" cy="354193"/>
            <a:chOff x="1020916" y="1442088"/>
            <a:chExt cx="457200" cy="457200"/>
          </a:xfrm>
        </p:grpSpPr>
        <p:pic>
          <p:nvPicPr>
            <p:cNvPr id="270" name="Google Shape;27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2" name="Google Shape;272;p20"/>
          <p:cNvSpPr/>
          <p:nvPr/>
        </p:nvSpPr>
        <p:spPr>
          <a:xfrm>
            <a:off x="1340775" y="7517925"/>
            <a:ext cx="1254000" cy="528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084666" y="5508191"/>
            <a:ext cx="1772700" cy="1847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3106284" y="5508191"/>
            <a:ext cx="1772700" cy="1847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131004" y="5508191"/>
            <a:ext cx="1772700" cy="18477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476400" y="5102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equation to the correct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2021975" y="6774863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0"/>
          <p:cNvGrpSpPr/>
          <p:nvPr/>
        </p:nvGrpSpPr>
        <p:grpSpPr>
          <a:xfrm>
            <a:off x="1405402" y="5589435"/>
            <a:ext cx="850228" cy="1419048"/>
            <a:chOff x="-2022025" y="1455875"/>
            <a:chExt cx="1057366" cy="1764766"/>
          </a:xfrm>
        </p:grpSpPr>
        <p:sp>
          <p:nvSpPr>
            <p:cNvPr id="279" name="Google Shape;279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0" name="Google Shape;280;p20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1" name="Google Shape;281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2" name="Google Shape;282;p20"/>
          <p:cNvSpPr/>
          <p:nvPr/>
        </p:nvSpPr>
        <p:spPr>
          <a:xfrm>
            <a:off x="1841368" y="5270945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 flipH="1">
            <a:off x="2303460" y="6139044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 flipH="1">
            <a:off x="1509246" y="7109559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972732" y="5891389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227804" y="6836136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0"/>
          <p:cNvGrpSpPr/>
          <p:nvPr/>
        </p:nvGrpSpPr>
        <p:grpSpPr>
          <a:xfrm>
            <a:off x="3549958" y="5589436"/>
            <a:ext cx="833932" cy="1480321"/>
            <a:chOff x="-2098225" y="1379675"/>
            <a:chExt cx="1037100" cy="1840966"/>
          </a:xfrm>
        </p:grpSpPr>
        <p:sp>
          <p:nvSpPr>
            <p:cNvPr id="288" name="Google Shape;28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9" name="Google Shape;289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0" name="Google Shape;290;p20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91" name="Google Shape;291;p20"/>
          <p:cNvSpPr txBox="1"/>
          <p:nvPr/>
        </p:nvSpPr>
        <p:spPr>
          <a:xfrm flipH="1">
            <a:off x="3423755" y="6108442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 flipH="1">
            <a:off x="3761805" y="7109559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4169162" y="5970412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6004722" y="6897409"/>
            <a:ext cx="156000" cy="156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0"/>
          <p:cNvGrpSpPr/>
          <p:nvPr/>
        </p:nvGrpSpPr>
        <p:grpSpPr>
          <a:xfrm>
            <a:off x="5326876" y="5650709"/>
            <a:ext cx="911500" cy="1402752"/>
            <a:chOff x="-2098225" y="1379675"/>
            <a:chExt cx="1133566" cy="1744500"/>
          </a:xfrm>
        </p:grpSpPr>
        <p:sp>
          <p:nvSpPr>
            <p:cNvPr id="296" name="Google Shape;296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7" name="Google Shape;297;p20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8" name="Google Shape;298;p20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99" name="Google Shape;299;p20"/>
          <p:cNvSpPr txBox="1"/>
          <p:nvPr/>
        </p:nvSpPr>
        <p:spPr>
          <a:xfrm flipH="1">
            <a:off x="5236036" y="6175903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 flipH="1">
            <a:off x="6267595" y="6301353"/>
            <a:ext cx="60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5945784" y="6033067"/>
            <a:ext cx="244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14319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21913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0"/>
          <p:cNvCxnSpPr/>
          <p:nvPr/>
        </p:nvCxnSpPr>
        <p:spPr>
          <a:xfrm>
            <a:off x="21443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0"/>
          <p:cNvSpPr txBox="1"/>
          <p:nvPr/>
        </p:nvSpPr>
        <p:spPr>
          <a:xfrm>
            <a:off x="21913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4028963" y="5330469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828758" y="5389993"/>
            <a:ext cx="620400" cy="620400"/>
          </a:xfrm>
          <a:prstGeom prst="arc">
            <a:avLst>
              <a:gd fmla="val 5046191" name="adj1"/>
              <a:gd fmla="val 681361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0"/>
          <p:cNvCxnSpPr/>
          <p:nvPr/>
        </p:nvCxnSpPr>
        <p:spPr>
          <a:xfrm flipH="1" rot="10800000">
            <a:off x="2041254" y="7175618"/>
            <a:ext cx="1357500" cy="35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0"/>
          <p:cNvSpPr/>
          <p:nvPr/>
        </p:nvSpPr>
        <p:spPr>
          <a:xfrm>
            <a:off x="3474375" y="7517925"/>
            <a:ext cx="1254000" cy="528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35655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43249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" name="Google Shape;312;p20"/>
          <p:cNvCxnSpPr/>
          <p:nvPr/>
        </p:nvCxnSpPr>
        <p:spPr>
          <a:xfrm>
            <a:off x="42779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0"/>
          <p:cNvSpPr txBox="1"/>
          <p:nvPr/>
        </p:nvSpPr>
        <p:spPr>
          <a:xfrm>
            <a:off x="43249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5379375" y="7517925"/>
            <a:ext cx="1254000" cy="5280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5470544" y="7665197"/>
            <a:ext cx="1165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𝜃°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229971" y="7792315"/>
            <a:ext cx="38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0"/>
          <p:cNvCxnSpPr/>
          <p:nvPr/>
        </p:nvCxnSpPr>
        <p:spPr>
          <a:xfrm>
            <a:off x="6182938" y="7786492"/>
            <a:ext cx="27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0"/>
          <p:cNvSpPr txBox="1"/>
          <p:nvPr/>
        </p:nvSpPr>
        <p:spPr>
          <a:xfrm>
            <a:off x="6229976" y="7591050"/>
            <a:ext cx="2358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0"/>
          <p:cNvCxnSpPr/>
          <p:nvPr/>
        </p:nvCxnSpPr>
        <p:spPr>
          <a:xfrm>
            <a:off x="2453299" y="7214528"/>
            <a:ext cx="3102600" cy="36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0"/>
          <p:cNvCxnSpPr/>
          <p:nvPr/>
        </p:nvCxnSpPr>
        <p:spPr>
          <a:xfrm flipH="1" rot="10800000">
            <a:off x="4094886" y="7187157"/>
            <a:ext cx="1357500" cy="35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Choosing the right trigonometric ratio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474750" y="8262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Using the ratios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476400" y="1064100"/>
            <a:ext cx="6273900" cy="23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length of the edge marked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5741975" y="1245638"/>
            <a:ext cx="1121700" cy="54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1462974" y="2544572"/>
            <a:ext cx="147900" cy="147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820943" y="1363791"/>
            <a:ext cx="789855" cy="1402080"/>
            <a:chOff x="-2098225" y="1379675"/>
            <a:chExt cx="1037100" cy="1840966"/>
          </a:xfrm>
        </p:grpSpPr>
        <p:sp>
          <p:nvSpPr>
            <p:cNvPr id="331" name="Google Shape;331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2" name="Google Shape;332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3" name="Google Shape;333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4" name="Google Shape;334;p21"/>
          <p:cNvSpPr/>
          <p:nvPr/>
        </p:nvSpPr>
        <p:spPr>
          <a:xfrm rot="5400000">
            <a:off x="2482045" y="2101092"/>
            <a:ext cx="147900" cy="147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5" name="Google Shape;335;p21"/>
          <p:cNvGrpSpPr/>
          <p:nvPr/>
        </p:nvGrpSpPr>
        <p:grpSpPr>
          <a:xfrm rot="5400000">
            <a:off x="2714758" y="1226419"/>
            <a:ext cx="863324" cy="1328611"/>
            <a:chOff x="-2098225" y="1379675"/>
            <a:chExt cx="1133566" cy="1744500"/>
          </a:xfrm>
        </p:grpSpPr>
        <p:sp>
          <p:nvSpPr>
            <p:cNvPr id="336" name="Google Shape;33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7" name="Google Shape;337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8" name="Google Shape;338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9" name="Google Shape;339;p21"/>
          <p:cNvSpPr/>
          <p:nvPr/>
        </p:nvSpPr>
        <p:spPr>
          <a:xfrm rot="-7247049">
            <a:off x="5222485" y="1637139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0" name="Google Shape;340;p21"/>
          <p:cNvGrpSpPr/>
          <p:nvPr/>
        </p:nvGrpSpPr>
        <p:grpSpPr>
          <a:xfrm rot="-7251710">
            <a:off x="4503701" y="1593501"/>
            <a:ext cx="863373" cy="1328687"/>
            <a:chOff x="-2098225" y="1379675"/>
            <a:chExt cx="1133566" cy="1744500"/>
          </a:xfrm>
        </p:grpSpPr>
        <p:sp>
          <p:nvSpPr>
            <p:cNvPr id="341" name="Google Shape;341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2" name="Google Shape;342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3" name="Google Shape;343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44" name="Google Shape;344;p21"/>
          <p:cNvSpPr/>
          <p:nvPr/>
        </p:nvSpPr>
        <p:spPr>
          <a:xfrm flipH="1" rot="7247049">
            <a:off x="1255518" y="3204053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5" name="Google Shape;345;p21"/>
          <p:cNvGrpSpPr/>
          <p:nvPr/>
        </p:nvGrpSpPr>
        <p:grpSpPr>
          <a:xfrm flipH="1" rot="7251710">
            <a:off x="1246101" y="3094057"/>
            <a:ext cx="805336" cy="1344123"/>
            <a:chOff x="-2022025" y="1455875"/>
            <a:chExt cx="1057366" cy="1764766"/>
          </a:xfrm>
        </p:grpSpPr>
        <p:sp>
          <p:nvSpPr>
            <p:cNvPr id="346" name="Google Shape;34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7" name="Google Shape;347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" name="Google Shape;348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49" name="Google Shape;349;p21"/>
          <p:cNvSpPr/>
          <p:nvPr/>
        </p:nvSpPr>
        <p:spPr>
          <a:xfrm flipH="1" rot="-8952951">
            <a:off x="3505786" y="2880165"/>
            <a:ext cx="147712" cy="14771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/>
          <p:nvPr/>
        </p:nvSpPr>
        <p:spPr>
          <a:xfrm flipH="1" rot="-5476536">
            <a:off x="5394431" y="3540213"/>
            <a:ext cx="148237" cy="1482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1" name="Google Shape;351;p21"/>
          <p:cNvGrpSpPr/>
          <p:nvPr/>
        </p:nvGrpSpPr>
        <p:grpSpPr>
          <a:xfrm flipH="1" rot="-5471779">
            <a:off x="4440357" y="2678185"/>
            <a:ext cx="863285" cy="1328552"/>
            <a:chOff x="-2098225" y="1379675"/>
            <a:chExt cx="1133566" cy="1744500"/>
          </a:xfrm>
        </p:grpSpPr>
        <p:sp>
          <p:nvSpPr>
            <p:cNvPr id="352" name="Google Shape;352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3" name="Google Shape;353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4" name="Google Shape;354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55" name="Google Shape;355;p21"/>
          <p:cNvSpPr/>
          <p:nvPr/>
        </p:nvSpPr>
        <p:spPr>
          <a:xfrm flipH="1" rot="-76536">
            <a:off x="6070815" y="3362941"/>
            <a:ext cx="148237" cy="148237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1"/>
          <p:cNvGrpSpPr/>
          <p:nvPr/>
        </p:nvGrpSpPr>
        <p:grpSpPr>
          <a:xfrm flipH="1" rot="-71779">
            <a:off x="6059386" y="2175457"/>
            <a:ext cx="789820" cy="1402017"/>
            <a:chOff x="-2098225" y="1379675"/>
            <a:chExt cx="1037100" cy="1840966"/>
          </a:xfrm>
        </p:grpSpPr>
        <p:sp>
          <p:nvSpPr>
            <p:cNvPr id="357" name="Google Shape;357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8" name="Google Shape;358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9" name="Google Shape;359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60" name="Google Shape;360;p21"/>
          <p:cNvGrpSpPr/>
          <p:nvPr/>
        </p:nvGrpSpPr>
        <p:grpSpPr>
          <a:xfrm flipH="1" rot="-8948290">
            <a:off x="2601107" y="2650633"/>
            <a:ext cx="863373" cy="1328687"/>
            <a:chOff x="-2098225" y="1379675"/>
            <a:chExt cx="1133566" cy="1744500"/>
          </a:xfrm>
        </p:grpSpPr>
        <p:sp>
          <p:nvSpPr>
            <p:cNvPr id="361" name="Google Shape;361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2" name="Google Shape;362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63" name="Google Shape;363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64" name="Google Shape;364;p21"/>
          <p:cNvSpPr txBox="1"/>
          <p:nvPr/>
        </p:nvSpPr>
        <p:spPr>
          <a:xfrm>
            <a:off x="476400" y="1464035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2093844" y="1464035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170989" y="1508759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76400" y="3055300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2408651" y="2692398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4190058" y="2724861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5618721" y="2496363"/>
            <a:ext cx="20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61674" y="2386426"/>
            <a:ext cx="591900" cy="591900"/>
          </a:xfrm>
          <a:prstGeom prst="arc">
            <a:avLst>
              <a:gd fmla="val 182619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2191106" y="1215050"/>
            <a:ext cx="591900" cy="591900"/>
          </a:xfrm>
          <a:prstGeom prst="arc">
            <a:avLst>
              <a:gd fmla="val 1904514" name="adj1"/>
              <a:gd fmla="val 548075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3966066" y="1959578"/>
            <a:ext cx="591900" cy="591900"/>
          </a:xfrm>
          <a:prstGeom prst="arc">
            <a:avLst>
              <a:gd fmla="val 19568717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649060" y="3509281"/>
            <a:ext cx="591900" cy="591900"/>
          </a:xfrm>
          <a:prstGeom prst="arc">
            <a:avLst>
              <a:gd fmla="val 17901978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2759504" y="2264638"/>
            <a:ext cx="591900" cy="591900"/>
          </a:xfrm>
          <a:prstGeom prst="arc">
            <a:avLst>
              <a:gd fmla="val 1814274" name="adj1"/>
              <a:gd fmla="val 531390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5231309" y="2614250"/>
            <a:ext cx="591900" cy="591900"/>
          </a:xfrm>
          <a:prstGeom prst="arc">
            <a:avLst>
              <a:gd fmla="val 5286777" name="adj1"/>
              <a:gd fmla="val 845451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6504245" y="3206241"/>
            <a:ext cx="591900" cy="591900"/>
          </a:xfrm>
          <a:prstGeom prst="arc">
            <a:avLst>
              <a:gd fmla="val 10809261" name="adj1"/>
              <a:gd fmla="val 1430711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997391" y="2827857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3099098" y="1556892"/>
            <a:ext cx="59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7.9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4724044" y="2338703"/>
            <a:ext cx="615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6.7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601085" y="3291624"/>
            <a:ext cx="49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3432619" y="3432882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374493" y="3026645"/>
            <a:ext cx="615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9.3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6475560" y="2523248"/>
            <a:ext cx="59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12.9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00310" y="1810170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905594" y="2303783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4414472" y="1645849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1802952" y="3135819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2441323" y="3116257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6213519" y="3590308"/>
            <a:ext cx="55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1130995" y="2354001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2581840" y="1773663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4617261" y="2030250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1251301" y="3481096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3108383" y="2842724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5197599" y="3190927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6300241" y="3190927"/>
            <a:ext cx="31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4674152" y="3825770"/>
            <a:ext cx="5589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476400" y="4340700"/>
            <a:ext cx="64047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size of the angle marked 𝜃,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5851875" y="4571887"/>
            <a:ext cx="1138200" cy="5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483563" y="585207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2" name="Google Shape;402;p21"/>
          <p:cNvGrpSpPr/>
          <p:nvPr/>
        </p:nvGrpSpPr>
        <p:grpSpPr>
          <a:xfrm>
            <a:off x="883051" y="4705898"/>
            <a:ext cx="838650" cy="1374076"/>
            <a:chOff x="-2027575" y="1455875"/>
            <a:chExt cx="1078650" cy="1767300"/>
          </a:xfrm>
        </p:grpSpPr>
        <p:sp>
          <p:nvSpPr>
            <p:cNvPr id="403" name="Google Shape;40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4" name="Google Shape;404;p21"/>
            <p:cNvCxnSpPr/>
            <p:nvPr/>
          </p:nvCxnSpPr>
          <p:spPr>
            <a:xfrm rot="10800000">
              <a:off x="-2027575" y="3223175"/>
              <a:ext cx="975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05" name="Google Shape;405;p21"/>
            <p:cNvCxnSpPr/>
            <p:nvPr/>
          </p:nvCxnSpPr>
          <p:spPr>
            <a:xfrm rot="10800000">
              <a:off x="-948925" y="1463450"/>
              <a:ext cx="0" cy="16569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06" name="Google Shape;406;p21"/>
          <p:cNvSpPr/>
          <p:nvPr/>
        </p:nvSpPr>
        <p:spPr>
          <a:xfrm rot="5400000">
            <a:off x="2523988" y="539933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7" name="Google Shape;407;p21"/>
          <p:cNvGrpSpPr/>
          <p:nvPr/>
        </p:nvGrpSpPr>
        <p:grpSpPr>
          <a:xfrm rot="5400000">
            <a:off x="2761453" y="4506393"/>
            <a:ext cx="881348" cy="1356349"/>
            <a:chOff x="-2098225" y="1379675"/>
            <a:chExt cx="1133566" cy="1744500"/>
          </a:xfrm>
        </p:grpSpPr>
        <p:sp>
          <p:nvSpPr>
            <p:cNvPr id="408" name="Google Shape;40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9" name="Google Shape;409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0" name="Google Shape;410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11" name="Google Shape;411;p21"/>
          <p:cNvSpPr/>
          <p:nvPr/>
        </p:nvSpPr>
        <p:spPr>
          <a:xfrm rot="-7244924">
            <a:off x="5321594" y="4925710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2" name="Google Shape;412;p21"/>
          <p:cNvGrpSpPr/>
          <p:nvPr/>
        </p:nvGrpSpPr>
        <p:grpSpPr>
          <a:xfrm rot="-7251987">
            <a:off x="4587726" y="4880990"/>
            <a:ext cx="881375" cy="1356391"/>
            <a:chOff x="-2098225" y="1379675"/>
            <a:chExt cx="1133566" cy="1744500"/>
          </a:xfrm>
        </p:grpSpPr>
        <p:sp>
          <p:nvSpPr>
            <p:cNvPr id="413" name="Google Shape;413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14" name="Google Shape;414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5" name="Google Shape;415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16" name="Google Shape;416;p21"/>
          <p:cNvSpPr/>
          <p:nvPr/>
        </p:nvSpPr>
        <p:spPr>
          <a:xfrm flipH="1" rot="7244924">
            <a:off x="1271710" y="6525324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7" name="Google Shape;417;p21"/>
          <p:cNvGrpSpPr/>
          <p:nvPr/>
        </p:nvGrpSpPr>
        <p:grpSpPr>
          <a:xfrm flipH="1" rot="7251987">
            <a:off x="1230777" y="6473241"/>
            <a:ext cx="831976" cy="1405937"/>
            <a:chOff x="-2131157" y="1412418"/>
            <a:chExt cx="1070032" cy="1808223"/>
          </a:xfrm>
        </p:grpSpPr>
        <p:sp>
          <p:nvSpPr>
            <p:cNvPr id="418" name="Google Shape;41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19" name="Google Shape;419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20" name="Google Shape;420;p21"/>
            <p:cNvCxnSpPr/>
            <p:nvPr/>
          </p:nvCxnSpPr>
          <p:spPr>
            <a:xfrm flipH="1" rot="7251591">
              <a:off x="-2580261" y="2220440"/>
              <a:ext cx="1900808" cy="32156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21" name="Google Shape;421;p21"/>
          <p:cNvSpPr/>
          <p:nvPr/>
        </p:nvSpPr>
        <p:spPr>
          <a:xfrm flipH="1" rot="-8955076">
            <a:off x="3568992" y="6194599"/>
            <a:ext cx="150800" cy="150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/>
          <p:nvPr/>
        </p:nvSpPr>
        <p:spPr>
          <a:xfrm flipH="1" rot="-5475018">
            <a:off x="5497033" y="6868525"/>
            <a:ext cx="151236" cy="15123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3" name="Google Shape;423;p21"/>
          <p:cNvGrpSpPr/>
          <p:nvPr/>
        </p:nvGrpSpPr>
        <p:grpSpPr>
          <a:xfrm flipH="1" rot="-5471637">
            <a:off x="4523148" y="5988520"/>
            <a:ext cx="881312" cy="1356294"/>
            <a:chOff x="-2098225" y="1379675"/>
            <a:chExt cx="1133566" cy="1744500"/>
          </a:xfrm>
        </p:grpSpPr>
        <p:sp>
          <p:nvSpPr>
            <p:cNvPr id="424" name="Google Shape;424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25" name="Google Shape;425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26" name="Google Shape;426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27" name="Google Shape;427;p21"/>
          <p:cNvSpPr/>
          <p:nvPr/>
        </p:nvSpPr>
        <p:spPr>
          <a:xfrm flipH="1" rot="-75018">
            <a:off x="6187625" y="6687484"/>
            <a:ext cx="151236" cy="15123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8" name="Google Shape;428;p21"/>
          <p:cNvGrpSpPr/>
          <p:nvPr/>
        </p:nvGrpSpPr>
        <p:grpSpPr>
          <a:xfrm flipH="1" rot="-71637">
            <a:off x="6175836" y="5475315"/>
            <a:ext cx="806313" cy="1431294"/>
            <a:chOff x="-2098225" y="1379675"/>
            <a:chExt cx="1037100" cy="1840966"/>
          </a:xfrm>
        </p:grpSpPr>
        <p:sp>
          <p:nvSpPr>
            <p:cNvPr id="429" name="Google Shape;429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0" name="Google Shape;430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31" name="Google Shape;431;p21"/>
            <p:cNvCxnSpPr/>
            <p:nvPr/>
          </p:nvCxnSpPr>
          <p:spPr>
            <a:xfrm rot="10800000">
              <a:off x="-2022025" y="3220641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32" name="Google Shape;432;p21"/>
          <p:cNvSpPr txBox="1"/>
          <p:nvPr/>
        </p:nvSpPr>
        <p:spPr>
          <a:xfrm>
            <a:off x="476400" y="4748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2127599" y="4748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4248092" y="4794639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5" name="Google Shape;435;p21"/>
          <p:cNvGrpSpPr/>
          <p:nvPr/>
        </p:nvGrpSpPr>
        <p:grpSpPr>
          <a:xfrm flipH="1" rot="-8948013">
            <a:off x="2645628" y="5960387"/>
            <a:ext cx="881375" cy="1356391"/>
            <a:chOff x="-2098225" y="1379675"/>
            <a:chExt cx="1133566" cy="1744500"/>
          </a:xfrm>
        </p:grpSpPr>
        <p:sp>
          <p:nvSpPr>
            <p:cNvPr id="436" name="Google Shape;43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7" name="Google Shape;437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38" name="Google Shape;438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39" name="Google Shape;439;p21"/>
          <p:cNvSpPr txBox="1"/>
          <p:nvPr/>
        </p:nvSpPr>
        <p:spPr>
          <a:xfrm>
            <a:off x="476400" y="6373456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2448975" y="600298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4267559" y="6036121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726037" y="5802854"/>
            <a:ext cx="207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563454" y="5690623"/>
            <a:ext cx="604200" cy="604200"/>
          </a:xfrm>
          <a:prstGeom prst="arc">
            <a:avLst>
              <a:gd fmla="val 182619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3522678" y="5224158"/>
            <a:ext cx="604200" cy="604200"/>
          </a:xfrm>
          <a:prstGeom prst="arc">
            <a:avLst>
              <a:gd fmla="val 10382076" name="adj1"/>
              <a:gd fmla="val 1224246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4038892" y="5254866"/>
            <a:ext cx="604200" cy="604200"/>
          </a:xfrm>
          <a:prstGeom prst="arc">
            <a:avLst>
              <a:gd fmla="val 19568717" name="adj1"/>
              <a:gd fmla="val 2158920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2104496" y="6846897"/>
            <a:ext cx="604200" cy="604200"/>
          </a:xfrm>
          <a:prstGeom prst="arc">
            <a:avLst>
              <a:gd fmla="val 10759829" name="adj1"/>
              <a:gd fmla="val 12740891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2792173" y="7047418"/>
            <a:ext cx="604200" cy="604200"/>
          </a:xfrm>
          <a:prstGeom prst="arc">
            <a:avLst>
              <a:gd fmla="val 16247758" name="adj1"/>
              <a:gd fmla="val 1796722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5330541" y="5923202"/>
            <a:ext cx="604200" cy="604200"/>
          </a:xfrm>
          <a:prstGeom prst="arc">
            <a:avLst>
              <a:gd fmla="val 5286777" name="adj1"/>
              <a:gd fmla="val 845451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5859857" y="5224158"/>
            <a:ext cx="604200" cy="604200"/>
          </a:xfrm>
          <a:prstGeom prst="arc">
            <a:avLst>
              <a:gd fmla="val 3721787" name="adj1"/>
              <a:gd fmla="val 533252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1061851" y="6105783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2956289" y="560625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4496656" y="487534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1421247" y="725606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2482330" y="643568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4837148" y="714662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6333248" y="6919630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1129676" y="559827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65.4°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8" name="Google Shape;458;p21"/>
          <p:cNvSpPr txBox="1"/>
          <p:nvPr/>
        </p:nvSpPr>
        <p:spPr>
          <a:xfrm>
            <a:off x="629624" y="6622797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1731694" y="525486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1"/>
          <p:cNvSpPr txBox="1"/>
          <p:nvPr/>
        </p:nvSpPr>
        <p:spPr>
          <a:xfrm>
            <a:off x="3097423" y="4829598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4803844" y="5625111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4465507" y="6356245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3495509" y="6821186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6529876" y="5786084"/>
            <a:ext cx="570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3034138" y="534001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27.3°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4673032" y="5330041"/>
            <a:ext cx="528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26.2°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5161962" y="6514931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63.9°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3305403" y="7166635"/>
            <a:ext cx="50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32.2°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646543" y="692964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25.0°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6386135" y="5507766"/>
            <a:ext cx="447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29.3°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476400" y="7693500"/>
            <a:ext cx="6513300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Calculate the size of the angle marked 𝜃 or the edge marked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giving your answer to 1d.p.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5942875" y="8027323"/>
            <a:ext cx="1157400" cy="5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476400" y="8076789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3240021" y="8076789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476400" y="8945773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3240021" y="8945773"/>
            <a:ext cx="210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7" name="Google Shape;477;p21"/>
          <p:cNvGrpSpPr/>
          <p:nvPr/>
        </p:nvGrpSpPr>
        <p:grpSpPr>
          <a:xfrm rot="5400000">
            <a:off x="1471683" y="7922495"/>
            <a:ext cx="648483" cy="1094146"/>
            <a:chOff x="-2022025" y="1455875"/>
            <a:chExt cx="1057366" cy="1784030"/>
          </a:xfrm>
        </p:grpSpPr>
        <p:sp>
          <p:nvSpPr>
            <p:cNvPr id="478" name="Google Shape;478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79" name="Google Shape;479;p21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80" name="Google Shape;480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81" name="Google Shape;481;p21"/>
          <p:cNvSpPr/>
          <p:nvPr/>
        </p:nvSpPr>
        <p:spPr>
          <a:xfrm>
            <a:off x="1323429" y="8614441"/>
            <a:ext cx="118200" cy="118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2119903" y="8515066"/>
            <a:ext cx="457800" cy="4578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1741063" y="8557717"/>
            <a:ext cx="6417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4" name="Google Shape;484;p21"/>
          <p:cNvSpPr txBox="1"/>
          <p:nvPr/>
        </p:nvSpPr>
        <p:spPr>
          <a:xfrm>
            <a:off x="883212" y="8347270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1"/>
          <p:cNvSpPr txBox="1"/>
          <p:nvPr/>
        </p:nvSpPr>
        <p:spPr>
          <a:xfrm>
            <a:off x="1625104" y="8833606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86" name="Google Shape;486;p21"/>
          <p:cNvGrpSpPr/>
          <p:nvPr/>
        </p:nvGrpSpPr>
        <p:grpSpPr>
          <a:xfrm flipH="1" rot="-5400000">
            <a:off x="4158683" y="7903304"/>
            <a:ext cx="716867" cy="1103222"/>
            <a:chOff x="-2098225" y="1379675"/>
            <a:chExt cx="1133566" cy="1744500"/>
          </a:xfrm>
        </p:grpSpPr>
        <p:sp>
          <p:nvSpPr>
            <p:cNvPr id="487" name="Google Shape;487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88" name="Google Shape;488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89" name="Google Shape;489;p21"/>
            <p:cNvCxnSpPr/>
            <p:nvPr/>
          </p:nvCxnSpPr>
          <p:spPr>
            <a:xfrm rot="10800000">
              <a:off x="-96465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90" name="Google Shape;490;p21"/>
          <p:cNvSpPr txBox="1"/>
          <p:nvPr/>
        </p:nvSpPr>
        <p:spPr>
          <a:xfrm flipH="1">
            <a:off x="4334514" y="8547069"/>
            <a:ext cx="366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1"/>
          <p:cNvSpPr txBox="1"/>
          <p:nvPr/>
        </p:nvSpPr>
        <p:spPr>
          <a:xfrm flipH="1">
            <a:off x="4402241" y="8830361"/>
            <a:ext cx="5802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1"/>
          <p:cNvSpPr txBox="1"/>
          <p:nvPr/>
        </p:nvSpPr>
        <p:spPr>
          <a:xfrm flipH="1">
            <a:off x="4068271" y="8187771"/>
            <a:ext cx="67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1"/>
          <p:cNvSpPr/>
          <p:nvPr/>
        </p:nvSpPr>
        <p:spPr>
          <a:xfrm flipH="1">
            <a:off x="3792779" y="8515474"/>
            <a:ext cx="471900" cy="471900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946698" y="8627636"/>
            <a:ext cx="121800" cy="121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5" name="Google Shape;495;p21"/>
          <p:cNvGrpSpPr/>
          <p:nvPr/>
        </p:nvGrpSpPr>
        <p:grpSpPr>
          <a:xfrm rot="2341634">
            <a:off x="1225224" y="8922252"/>
            <a:ext cx="559962" cy="872240"/>
            <a:chOff x="-2022025" y="1421830"/>
            <a:chExt cx="1167172" cy="1818075"/>
          </a:xfrm>
        </p:grpSpPr>
        <p:sp>
          <p:nvSpPr>
            <p:cNvPr id="496" name="Google Shape;496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97" name="Google Shape;497;p21"/>
            <p:cNvCxnSpPr/>
            <p:nvPr/>
          </p:nvCxnSpPr>
          <p:spPr>
            <a:xfrm rot="10800000">
              <a:off x="-2022025" y="3239905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98" name="Google Shape;498;p21"/>
            <p:cNvCxnSpPr/>
            <p:nvPr/>
          </p:nvCxnSpPr>
          <p:spPr>
            <a:xfrm rot="10800000">
              <a:off x="-854853" y="1421830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99" name="Google Shape;499;p21"/>
          <p:cNvSpPr/>
          <p:nvPr/>
        </p:nvSpPr>
        <p:spPr>
          <a:xfrm rot="-3063014">
            <a:off x="1353711" y="9653537"/>
            <a:ext cx="92581" cy="9258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21"/>
          <p:cNvSpPr/>
          <p:nvPr/>
        </p:nvSpPr>
        <p:spPr>
          <a:xfrm rot="-3057023">
            <a:off x="1739624" y="8968432"/>
            <a:ext cx="358099" cy="358099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1482478" y="9276700"/>
            <a:ext cx="3258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1785764" y="9492516"/>
            <a:ext cx="590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715533" y="9707984"/>
            <a:ext cx="6783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4.7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4" name="Google Shape;504;p21"/>
          <p:cNvGrpSpPr/>
          <p:nvPr/>
        </p:nvGrpSpPr>
        <p:grpSpPr>
          <a:xfrm rot="-7260143">
            <a:off x="4019709" y="9136186"/>
            <a:ext cx="608398" cy="1125056"/>
            <a:chOff x="-2098225" y="1379675"/>
            <a:chExt cx="1040060" cy="1923289"/>
          </a:xfrm>
        </p:grpSpPr>
        <p:sp>
          <p:nvSpPr>
            <p:cNvPr id="505" name="Google Shape;505;p21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06" name="Google Shape;506;p21"/>
            <p:cNvCxnSpPr/>
            <p:nvPr/>
          </p:nvCxnSpPr>
          <p:spPr>
            <a:xfrm flipH="1">
              <a:off x="-2098225" y="137967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07" name="Google Shape;507;p21"/>
            <p:cNvCxnSpPr/>
            <p:nvPr/>
          </p:nvCxnSpPr>
          <p:spPr>
            <a:xfrm rot="10800000">
              <a:off x="-2019065" y="3302964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508" name="Google Shape;508;p21"/>
          <p:cNvSpPr/>
          <p:nvPr/>
        </p:nvSpPr>
        <p:spPr>
          <a:xfrm rot="8935901">
            <a:off x="4483030" y="9227896"/>
            <a:ext cx="112778" cy="11277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1"/>
          <p:cNvSpPr/>
          <p:nvPr/>
        </p:nvSpPr>
        <p:spPr>
          <a:xfrm rot="8940553">
            <a:off x="3496886" y="9483181"/>
            <a:ext cx="436395" cy="436395"/>
          </a:xfrm>
          <a:prstGeom prst="arc">
            <a:avLst>
              <a:gd fmla="val 10867472" name="adj1"/>
              <a:gd fmla="val 1263170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1"/>
          <p:cNvSpPr txBox="1"/>
          <p:nvPr/>
        </p:nvSpPr>
        <p:spPr>
          <a:xfrm>
            <a:off x="3987765" y="9511111"/>
            <a:ext cx="354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1"/>
          <p:cNvSpPr txBox="1"/>
          <p:nvPr/>
        </p:nvSpPr>
        <p:spPr>
          <a:xfrm>
            <a:off x="3944197" y="9757973"/>
            <a:ext cx="8064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47.8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1"/>
          <p:cNvSpPr txBox="1"/>
          <p:nvPr/>
        </p:nvSpPr>
        <p:spPr>
          <a:xfrm>
            <a:off x="4899877" y="9225324"/>
            <a:ext cx="6417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3" name="Google Shape;513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5" name="Google Shape;51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