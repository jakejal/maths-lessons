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4316DE-F843-4980-B0E2-948F347D7E69}">
  <a:tblStyle styleId="{F94316DE-F843-4980-B0E2-948F347D7E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be0f6d3c55_0_17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be0f6d3c5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be0f6d3c55_0_39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be0f6d3c5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1714909" y="4130251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 flipH="1">
            <a:off x="1715930" y="4130254"/>
            <a:ext cx="43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tangent ratio</a:t>
            </a:r>
            <a:endParaRPr/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88250" y="1415650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Formalising the tangent </a:t>
            </a: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formula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99120" y="3233635"/>
            <a:ext cx="893100" cy="8934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88689" y="4266677"/>
            <a:ext cx="842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993254" y="4277100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1753600"/>
            <a:ext cx="643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these two versions of the tangent formula.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triangle, choose the most appropriate version of the tangent formula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>
            <a:stCxn id="180" idx="2"/>
          </p:cNvCxnSpPr>
          <p:nvPr/>
        </p:nvCxnSpPr>
        <p:spPr>
          <a:xfrm>
            <a:off x="3696000" y="2492500"/>
            <a:ext cx="0" cy="23559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/>
          <p:nvPr/>
        </p:nvSpPr>
        <p:spPr>
          <a:xfrm>
            <a:off x="574227" y="2999558"/>
            <a:ext cx="421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46441" y="3002476"/>
            <a:ext cx="1657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507758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248738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578267" y="4133665"/>
            <a:ext cx="386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700532" y="4266679"/>
            <a:ext cx="800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/>
          <p:nvPr/>
        </p:nvSpPr>
        <p:spPr>
          <a:xfrm>
            <a:off x="709949" y="3992846"/>
            <a:ext cx="8001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315776" y="4277100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011211" y="4266677"/>
            <a:ext cx="842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896749" y="2999558"/>
            <a:ext cx="421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068963" y="3002476"/>
            <a:ext cx="1657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)  =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30281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571260" y="2999558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900789" y="4133665"/>
            <a:ext cx="3867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4023054" y="4266679"/>
            <a:ext cx="800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4032471" y="3992846"/>
            <a:ext cx="8001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037431" y="4130251"/>
            <a:ext cx="436200" cy="234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2363049">
            <a:off x="6224007" y="4071208"/>
            <a:ext cx="114891" cy="11489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524179" y="4021311"/>
            <a:ext cx="4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flipH="1">
            <a:off x="5758630" y="3677880"/>
            <a:ext cx="3453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485352" y="4046806"/>
            <a:ext cx="4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 flipH="1">
            <a:off x="2284732" y="4373094"/>
            <a:ext cx="692100" cy="6921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 flipH="1">
            <a:off x="3184389" y="4597423"/>
            <a:ext cx="121200" cy="12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>
            <a:off x="2715900" y="4799201"/>
            <a:ext cx="5025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2627709" y="3457247"/>
            <a:ext cx="746356" cy="1331072"/>
            <a:chOff x="-2022025" y="1451078"/>
            <a:chExt cx="1057011" cy="1764646"/>
          </a:xfrm>
        </p:grpSpPr>
        <p:sp>
          <p:nvSpPr>
            <p:cNvPr id="207" name="Google Shape;20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8" name="Google Shape;208;p20"/>
            <p:cNvCxnSpPr/>
            <p:nvPr/>
          </p:nvCxnSpPr>
          <p:spPr>
            <a:xfrm>
              <a:off x="-965014" y="1451078"/>
              <a:ext cx="0" cy="16818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9" name="Google Shape;209;p20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0" name="Google Shape;210;p20"/>
          <p:cNvSpPr txBox="1"/>
          <p:nvPr/>
        </p:nvSpPr>
        <p:spPr>
          <a:xfrm flipH="1">
            <a:off x="2684090" y="4582608"/>
            <a:ext cx="2922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flipH="1" rot="5400863">
            <a:off x="2887302" y="4043098"/>
            <a:ext cx="1195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 flipH="1">
            <a:off x="2249110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1515268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81°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564380" y="3039479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707658" y="3992846"/>
            <a:ext cx="8001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flipH="1">
            <a:off x="1000763" y="4328256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81°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3896731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>
            <a:off x="5578694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 flipH="1">
            <a:off x="4030099" y="3992846"/>
            <a:ext cx="8001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flipH="1">
            <a:off x="4323205" y="4328256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49°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5038371" y="4130254"/>
            <a:ext cx="43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 flipH="1">
            <a:off x="801982" y="4718615"/>
            <a:ext cx="16020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cm = 18.85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 flipH="1">
            <a:off x="4837709" y="3050847"/>
            <a:ext cx="4212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49°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 flipH="1">
            <a:off x="4501926" y="4718615"/>
            <a:ext cx="16020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cm = 2.30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225" name="Google Shape;225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63933" r="-985" t="0"/>
          <a:stretch/>
        </p:blipFill>
        <p:spPr>
          <a:xfrm>
            <a:off x="879208" y="2634436"/>
            <a:ext cx="1525635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226" name="Google Shape;226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63933" r="-985" t="0"/>
          <a:stretch/>
        </p:blipFill>
        <p:spPr>
          <a:xfrm>
            <a:off x="4168463" y="2626885"/>
            <a:ext cx="1525635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227" name="Google Shape;227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33741" r="39497" t="0"/>
          <a:stretch/>
        </p:blipFill>
        <p:spPr>
          <a:xfrm>
            <a:off x="1049149" y="3471124"/>
            <a:ext cx="1101862" cy="425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opp}}{a}=\tan\left(\theta°\right)\ \ \ \ \ \frac{\text{opp}}{\tan\left(\theta°\right)}=a\ \ \ \ \ a\times\tan\left(\theta°\right)=\text{opp}&quot;&gt;&lt;mfrac&gt;&lt;mtext&gt;opp&lt;/mtext&gt;&lt;mi&gt;a&lt;/mi&gt;&lt;/mfrac&gt;&lt;mo&gt;=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text&gt;opp&lt;/mtext&gt;&lt;mrow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a&lt;/mi&gt;&lt;mtext&gt;&lt;/mtext&gt;&lt;mtext&gt;&lt;/mtext&gt;&lt;mtext&gt;&lt;/mtext&gt;&lt;mtext&gt;&lt;/mtext&gt;&lt;mtext&gt;&lt;/mtext&gt;&lt;mi&gt;a&lt;/mi&gt;&lt;mo&gt;×&lt;/mo&gt;&lt;mi&gt;tan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opp&lt;/mtext&gt;&lt;/math&gt;" id="228" name="Google Shape;228;p20" title="opp over a equals tangent theta degrees opp over tangent theta degrees equals a a times tangent theta degrees equals opp"/>
          <p:cNvPicPr preferRelativeResize="0"/>
          <p:nvPr/>
        </p:nvPicPr>
        <p:blipFill rotWithShape="1">
          <a:blip r:embed="rId3">
            <a:alphaModFix/>
          </a:blip>
          <a:srcRect b="0" l="33741" r="39497" t="0"/>
          <a:stretch/>
        </p:blipFill>
        <p:spPr>
          <a:xfrm>
            <a:off x="4266952" y="3471124"/>
            <a:ext cx="1101862" cy="4256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/>
          <p:nvPr/>
        </p:nvSpPr>
        <p:spPr>
          <a:xfrm flipH="1">
            <a:off x="2852459" y="5895038"/>
            <a:ext cx="767700" cy="768300"/>
          </a:xfrm>
          <a:prstGeom prst="arc">
            <a:avLst>
              <a:gd fmla="val 5344843" name="adj1"/>
              <a:gd fmla="val 898831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0"/>
          <p:cNvGrpSpPr/>
          <p:nvPr/>
        </p:nvGrpSpPr>
        <p:grpSpPr>
          <a:xfrm rot="5400000">
            <a:off x="3412647" y="6010548"/>
            <a:ext cx="819139" cy="1341534"/>
            <a:chOff x="-2024050" y="1455875"/>
            <a:chExt cx="1080944" cy="1770300"/>
          </a:xfrm>
        </p:grpSpPr>
        <p:sp>
          <p:nvSpPr>
            <p:cNvPr id="231" name="Google Shape;231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2" name="Google Shape;232;p20"/>
            <p:cNvCxnSpPr/>
            <p:nvPr/>
          </p:nvCxnSpPr>
          <p:spPr>
            <a:xfrm rot="10800000">
              <a:off x="-1539550" y="2741675"/>
              <a:ext cx="0" cy="9690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3" name="Google Shape;233;p20"/>
            <p:cNvCxnSpPr/>
            <p:nvPr/>
          </p:nvCxnSpPr>
          <p:spPr>
            <a:xfrm rot="-5400000">
              <a:off x="-1777257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34" name="Google Shape;234;p20"/>
          <p:cNvSpPr/>
          <p:nvPr/>
        </p:nvSpPr>
        <p:spPr>
          <a:xfrm flipH="1">
            <a:off x="1790344" y="6461226"/>
            <a:ext cx="1065600" cy="10659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76400" y="5168763"/>
            <a:ext cx="643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adjacent and the opposite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 rot="5400000">
            <a:off x="1079142" y="6854396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" name="Google Shape;237;p20"/>
          <p:cNvGrpSpPr/>
          <p:nvPr/>
        </p:nvGrpSpPr>
        <p:grpSpPr>
          <a:xfrm rot="5400000">
            <a:off x="1263116" y="5999708"/>
            <a:ext cx="810467" cy="1357612"/>
            <a:chOff x="-2022025" y="1450675"/>
            <a:chExt cx="1069500" cy="1791518"/>
          </a:xfrm>
        </p:grpSpPr>
        <p:sp>
          <p:nvSpPr>
            <p:cNvPr id="238" name="Google Shape;23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9" name="Google Shape;239;p20"/>
            <p:cNvCxnSpPr/>
            <p:nvPr/>
          </p:nvCxnSpPr>
          <p:spPr>
            <a:xfrm rot="5400000">
              <a:off x="-1792825" y="2290975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0" name="Google Shape;240;p20"/>
            <p:cNvCxnSpPr/>
            <p:nvPr/>
          </p:nvCxnSpPr>
          <p:spPr>
            <a:xfrm>
              <a:off x="-1541575" y="2761743"/>
              <a:ext cx="0" cy="960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1" name="Google Shape;241;p20"/>
          <p:cNvSpPr txBox="1"/>
          <p:nvPr/>
        </p:nvSpPr>
        <p:spPr>
          <a:xfrm>
            <a:off x="1771891" y="6811222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91978" y="6548218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1520150" y="7090725"/>
            <a:ext cx="630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 rot="5400000">
            <a:off x="3228909" y="6854396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588424" y="7090916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2621614" y="6521020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199883" y="6401054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 flipH="1" rot="-5400000">
            <a:off x="5663873" y="5201375"/>
            <a:ext cx="1422600" cy="14232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235440" y="7010093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051513" y="6362058"/>
            <a:ext cx="371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467301" y="6453828"/>
            <a:ext cx="513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777623" y="7251450"/>
            <a:ext cx="630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07457" y="6174087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617226" y="6174087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319904" y="6131330"/>
            <a:ext cx="23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76400" y="561002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049190" y="7962903"/>
            <a:ext cx="1575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80.02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8" name="Google Shape;258;p20"/>
          <p:cNvGrpSpPr/>
          <p:nvPr/>
        </p:nvGrpSpPr>
        <p:grpSpPr>
          <a:xfrm>
            <a:off x="2912542" y="7536165"/>
            <a:ext cx="1865325" cy="317821"/>
            <a:chOff x="3369600" y="3706325"/>
            <a:chExt cx="2461500" cy="419400"/>
          </a:xfrm>
        </p:grpSpPr>
        <p:sp>
          <p:nvSpPr>
            <p:cNvPr id="259" name="Google Shape;259;p20"/>
            <p:cNvSpPr/>
            <p:nvPr/>
          </p:nvSpPr>
          <p:spPr>
            <a:xfrm>
              <a:off x="33696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32 × tan(50°) = </a:t>
              </a: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3369600" y="3706325"/>
              <a:ext cx="419400" cy="419400"/>
            </a:xfrm>
            <a:prstGeom prst="ellipse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1" name="Google Shape;261;p20"/>
          <p:cNvGrpSpPr/>
          <p:nvPr/>
        </p:nvGrpSpPr>
        <p:grpSpPr>
          <a:xfrm>
            <a:off x="5049352" y="7621945"/>
            <a:ext cx="1865325" cy="317821"/>
            <a:chOff x="6358500" y="3706325"/>
            <a:chExt cx="2461500" cy="419400"/>
          </a:xfrm>
        </p:grpSpPr>
        <p:sp>
          <p:nvSpPr>
            <p:cNvPr id="262" name="Google Shape;262;p20"/>
            <p:cNvSpPr/>
            <p:nvPr/>
          </p:nvSpPr>
          <p:spPr>
            <a:xfrm>
              <a:off x="63585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 × tan(32°) = </a:t>
              </a:r>
              <a:r>
                <a:rPr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358500" y="3706325"/>
              <a:ext cx="419400" cy="419400"/>
            </a:xfrm>
            <a:prstGeom prst="ellipse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476408" y="7527166"/>
            <a:ext cx="1865325" cy="317821"/>
            <a:chOff x="324000" y="3706325"/>
            <a:chExt cx="2461500" cy="419400"/>
          </a:xfrm>
        </p:grpSpPr>
        <p:sp>
          <p:nvSpPr>
            <p:cNvPr id="265" name="Google Shape;265;p20"/>
            <p:cNvSpPr/>
            <p:nvPr/>
          </p:nvSpPr>
          <p:spPr>
            <a:xfrm>
              <a:off x="324000" y="3706325"/>
              <a:ext cx="2461500" cy="4194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68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50 × tan(32°) = </a:t>
              </a: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24000" y="3706325"/>
              <a:ext cx="419400" cy="419400"/>
            </a:xfrm>
            <a:prstGeom prst="ellipse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0"/>
          <p:cNvSpPr txBox="1"/>
          <p:nvPr/>
        </p:nvSpPr>
        <p:spPr>
          <a:xfrm>
            <a:off x="476419" y="8197862"/>
            <a:ext cx="2177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opposite 32° has a length of 31.24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76417" y="7874786"/>
            <a:ext cx="1865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31.24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803288" y="8238797"/>
            <a:ext cx="2177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opposite 50°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38.14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2803286" y="7915721"/>
            <a:ext cx="18654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38.14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049192" y="8285979"/>
            <a:ext cx="18396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adjacent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80.02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2" name="Google Shape;272;p20"/>
          <p:cNvGrpSpPr/>
          <p:nvPr/>
        </p:nvGrpSpPr>
        <p:grpSpPr>
          <a:xfrm rot="2367437">
            <a:off x="5559308" y="3351091"/>
            <a:ext cx="1286973" cy="1261253"/>
            <a:chOff x="-2039087" y="1455875"/>
            <a:chExt cx="1472322" cy="2799316"/>
          </a:xfrm>
        </p:grpSpPr>
        <p:sp>
          <p:nvSpPr>
            <p:cNvPr id="273" name="Google Shape;273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4" name="Google Shape;274;p20"/>
            <p:cNvCxnSpPr/>
            <p:nvPr/>
          </p:nvCxnSpPr>
          <p:spPr>
            <a:xfrm rot="7323329">
              <a:off x="-2097501" y="2821515"/>
              <a:ext cx="1090929" cy="1011552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5" name="Google Shape;275;p20"/>
            <p:cNvCxnSpPr/>
            <p:nvPr/>
          </p:nvCxnSpPr>
          <p:spPr>
            <a:xfrm flipH="1" rot="7322798">
              <a:off x="-1386032" y="1763572"/>
              <a:ext cx="794935" cy="1080253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6" name="Google Shape;276;p20"/>
          <p:cNvGrpSpPr/>
          <p:nvPr/>
        </p:nvGrpSpPr>
        <p:grpSpPr>
          <a:xfrm>
            <a:off x="5654327" y="5893025"/>
            <a:ext cx="817604" cy="1353672"/>
            <a:chOff x="-2022025" y="1455875"/>
            <a:chExt cx="1078918" cy="1786318"/>
          </a:xfrm>
        </p:grpSpPr>
        <p:sp>
          <p:nvSpPr>
            <p:cNvPr id="277" name="Google Shape;27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8" name="Google Shape;278;p20"/>
            <p:cNvCxnSpPr/>
            <p:nvPr/>
          </p:nvCxnSpPr>
          <p:spPr>
            <a:xfrm>
              <a:off x="-1541575" y="2761743"/>
              <a:ext cx="0" cy="960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9" name="Google Shape;279;p20"/>
            <p:cNvCxnSpPr/>
            <p:nvPr/>
          </p:nvCxnSpPr>
          <p:spPr>
            <a:xfrm rot="-5400000">
              <a:off x="-1777257" y="2290025"/>
              <a:ext cx="16683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1"/>
          <p:cNvGrpSpPr/>
          <p:nvPr/>
        </p:nvGrpSpPr>
        <p:grpSpPr>
          <a:xfrm>
            <a:off x="2838748" y="7353420"/>
            <a:ext cx="909863" cy="1248856"/>
            <a:chOff x="-2022025" y="1455875"/>
            <a:chExt cx="1057366" cy="1768668"/>
          </a:xfrm>
        </p:grpSpPr>
        <p:sp>
          <p:nvSpPr>
            <p:cNvPr id="285" name="Google Shape;28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6" name="Google Shape;286;p21"/>
            <p:cNvCxnSpPr/>
            <p:nvPr/>
          </p:nvCxnSpPr>
          <p:spPr>
            <a:xfrm rot="10800000">
              <a:off x="-2022025" y="3224543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7" name="Google Shape;287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8" name="Google Shape;28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tangent ratio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477211" y="991600"/>
            <a:ext cx="60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tangent formula, find the length of the missing side labelled with a letter for each of these triangles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flipH="1">
            <a:off x="102066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 rot="-5400000">
            <a:off x="720281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2" name="Google Shape;292;p21"/>
          <p:cNvCxnSpPr/>
          <p:nvPr/>
        </p:nvCxnSpPr>
        <p:spPr>
          <a:xfrm>
            <a:off x="4511017" y="1366865"/>
            <a:ext cx="0" cy="26229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/>
          <p:nvPr/>
        </p:nvCxnSpPr>
        <p:spPr>
          <a:xfrm>
            <a:off x="3502581" y="-347058"/>
            <a:ext cx="0" cy="60507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1"/>
          <p:cNvCxnSpPr/>
          <p:nvPr/>
        </p:nvCxnSpPr>
        <p:spPr>
          <a:xfrm>
            <a:off x="2494152" y="1366865"/>
            <a:ext cx="0" cy="26229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1"/>
          <p:cNvSpPr/>
          <p:nvPr/>
        </p:nvSpPr>
        <p:spPr>
          <a:xfrm>
            <a:off x="1428285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 rot="10800000">
            <a:off x="598785" y="2369806"/>
            <a:ext cx="96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7" name="Google Shape;297;p21"/>
          <p:cNvSpPr txBox="1"/>
          <p:nvPr/>
        </p:nvSpPr>
        <p:spPr>
          <a:xfrm>
            <a:off x="837087" y="2395418"/>
            <a:ext cx="450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" name="Google Shape;298;p21"/>
          <p:cNvCxnSpPr/>
          <p:nvPr/>
        </p:nvCxnSpPr>
        <p:spPr>
          <a:xfrm rot="10800000">
            <a:off x="1635223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9" name="Google Shape;299;p21"/>
          <p:cNvSpPr/>
          <p:nvPr/>
        </p:nvSpPr>
        <p:spPr>
          <a:xfrm flipH="1">
            <a:off x="2162179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rot="-5400000">
            <a:off x="2780395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488398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1"/>
          <p:cNvCxnSpPr/>
          <p:nvPr/>
        </p:nvCxnSpPr>
        <p:spPr>
          <a:xfrm rot="10800000">
            <a:off x="2658198" y="2393701"/>
            <a:ext cx="967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3" name="Google Shape;303;p21"/>
          <p:cNvSpPr txBox="1"/>
          <p:nvPr/>
        </p:nvSpPr>
        <p:spPr>
          <a:xfrm flipH="1">
            <a:off x="2816926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 rot="10800000">
            <a:off x="3695337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" name="Google Shape;305;p21"/>
          <p:cNvSpPr/>
          <p:nvPr/>
        </p:nvSpPr>
        <p:spPr>
          <a:xfrm flipH="1">
            <a:off x="136442" y="3059819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 rot="-5400000">
            <a:off x="754657" y="272296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462660" y="3430936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715939" y="3120870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 rot="10800000">
            <a:off x="1669599" y="2845223"/>
            <a:ext cx="0" cy="723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/>
          <p:nvPr/>
        </p:nvSpPr>
        <p:spPr>
          <a:xfrm>
            <a:off x="5612729" y="2750556"/>
            <a:ext cx="1631700" cy="16317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 flipH="1">
            <a:off x="5033454" y="3430936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 rot="10800000">
            <a:off x="4960027" y="3045084"/>
            <a:ext cx="0" cy="529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4525605" y="3223638"/>
            <a:ext cx="450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flipH="1">
            <a:off x="4322483" y="1775868"/>
            <a:ext cx="1019400" cy="1019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/>
          <p:nvPr/>
        </p:nvSpPr>
        <p:spPr>
          <a:xfrm rot="-5400000">
            <a:off x="4940698" y="1439015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648702" y="2146985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 flipH="1">
            <a:off x="4977230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 rot="10800000">
            <a:off x="5855640" y="1561273"/>
            <a:ext cx="0" cy="723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9" name="Google Shape;319;p21"/>
          <p:cNvSpPr txBox="1"/>
          <p:nvPr/>
        </p:nvSpPr>
        <p:spPr>
          <a:xfrm flipH="1">
            <a:off x="791188" y="3376831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585557" y="3381964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 rot="10800000">
            <a:off x="2755395" y="3588845"/>
            <a:ext cx="968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" name="Google Shape;322;p21"/>
          <p:cNvSpPr txBox="1"/>
          <p:nvPr/>
        </p:nvSpPr>
        <p:spPr>
          <a:xfrm>
            <a:off x="2917044" y="3621914"/>
            <a:ext cx="645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 flipH="1">
            <a:off x="756813" y="2092880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2851298" y="2392395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/>
          <p:nvPr/>
        </p:nvSpPr>
        <p:spPr>
          <a:xfrm flipH="1">
            <a:off x="3306471" y="2392392"/>
            <a:ext cx="823200" cy="823200"/>
          </a:xfrm>
          <a:prstGeom prst="arc">
            <a:avLst>
              <a:gd fmla="val 2216544" name="adj1"/>
              <a:gd fmla="val 54150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flipH="1">
            <a:off x="3392927" y="2967466"/>
            <a:ext cx="377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5580485" y="3390555"/>
            <a:ext cx="526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 flipH="1" rot="5400000">
            <a:off x="5480437" y="2598015"/>
            <a:ext cx="524100" cy="1418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1650881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714920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878411" y="1829015"/>
            <a:ext cx="645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934943" y="3672239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3849695" y="3042098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5585517" y="3677684"/>
            <a:ext cx="399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 rot="-5400000">
            <a:off x="2877554" y="2673994"/>
            <a:ext cx="723900" cy="968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0036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530154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590272" y="1363749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0036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530154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590272" y="2702573"/>
            <a:ext cx="28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 rot="10800000">
            <a:off x="4828917" y="2393701"/>
            <a:ext cx="967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3" name="Google Shape;343;p21"/>
          <p:cNvSpPr txBox="1"/>
          <p:nvPr/>
        </p:nvSpPr>
        <p:spPr>
          <a:xfrm>
            <a:off x="5022017" y="2392395"/>
            <a:ext cx="609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 rot="10800000">
            <a:off x="653053" y="3672238"/>
            <a:ext cx="96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5" name="Google Shape;345;p21"/>
          <p:cNvCxnSpPr/>
          <p:nvPr/>
        </p:nvCxnSpPr>
        <p:spPr>
          <a:xfrm rot="10800000">
            <a:off x="3805885" y="2796243"/>
            <a:ext cx="0" cy="723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" name="Google Shape;346;p21"/>
          <p:cNvCxnSpPr/>
          <p:nvPr/>
        </p:nvCxnSpPr>
        <p:spPr>
          <a:xfrm rot="10800000">
            <a:off x="5034486" y="3657693"/>
            <a:ext cx="1418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7" name="Google Shape;347;p21"/>
          <p:cNvSpPr txBox="1"/>
          <p:nvPr/>
        </p:nvSpPr>
        <p:spPr>
          <a:xfrm>
            <a:off x="3687836" y="3778941"/>
            <a:ext cx="82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 = 17.14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5630925" y="2426425"/>
            <a:ext cx="89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= 17.14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1670947" y="3778941"/>
            <a:ext cx="82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12.95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633461" y="2426425"/>
            <a:ext cx="82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= 12.07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1670947" y="2426425"/>
            <a:ext cx="82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= 0.81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565293" y="3778941"/>
            <a:ext cx="82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 = 184.16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/>
          <p:nvPr/>
        </p:nvSpPr>
        <p:spPr>
          <a:xfrm rot="-5400000">
            <a:off x="2719351" y="3566517"/>
            <a:ext cx="1491600" cy="3364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 rot="-5400000">
            <a:off x="2587807" y="3906863"/>
            <a:ext cx="1282800" cy="2892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 rot="-5400000">
            <a:off x="2413057" y="4359713"/>
            <a:ext cx="1004700" cy="2265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59971" y="4192000"/>
            <a:ext cx="663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 flipH="1">
            <a:off x="1163021" y="5361659"/>
            <a:ext cx="1267200" cy="1267200"/>
          </a:xfrm>
          <a:prstGeom prst="arc">
            <a:avLst>
              <a:gd fmla="val 10771373" name="adj1"/>
              <a:gd fmla="val 1227390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 rot="-5400000">
            <a:off x="2263058" y="4749113"/>
            <a:ext cx="765300" cy="1725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3367952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2459352" y="6124429"/>
            <a:ext cx="5058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 rot="10800000">
            <a:off x="3559583" y="5220125"/>
            <a:ext cx="0" cy="764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2" name="Google Shape;362;p21"/>
          <p:cNvSpPr txBox="1"/>
          <p:nvPr/>
        </p:nvSpPr>
        <p:spPr>
          <a:xfrm flipH="1">
            <a:off x="2058826" y="5817565"/>
            <a:ext cx="385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3572155" y="5512854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3907163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534823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5006336" y="5853801"/>
            <a:ext cx="141000" cy="14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1"/>
          <p:cNvCxnSpPr/>
          <p:nvPr/>
        </p:nvCxnSpPr>
        <p:spPr>
          <a:xfrm rot="10800000">
            <a:off x="1762568" y="6110851"/>
            <a:ext cx="1735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8" name="Google Shape;368;p21"/>
          <p:cNvCxnSpPr/>
          <p:nvPr/>
        </p:nvCxnSpPr>
        <p:spPr>
          <a:xfrm rot="10800000">
            <a:off x="4101129" y="4978625"/>
            <a:ext cx="0" cy="1005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9" name="Google Shape;369;p21"/>
          <p:cNvSpPr txBox="1"/>
          <p:nvPr/>
        </p:nvSpPr>
        <p:spPr>
          <a:xfrm>
            <a:off x="4122111" y="5363833"/>
            <a:ext cx="3870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143554" y="6171066"/>
            <a:ext cx="502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1"/>
          <p:cNvCxnSpPr/>
          <p:nvPr/>
        </p:nvCxnSpPr>
        <p:spPr>
          <a:xfrm rot="10800000">
            <a:off x="4727576" y="4699625"/>
            <a:ext cx="0" cy="1284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2" name="Google Shape;372;p21"/>
          <p:cNvSpPr txBox="1"/>
          <p:nvPr/>
        </p:nvSpPr>
        <p:spPr>
          <a:xfrm>
            <a:off x="4740148" y="5191657"/>
            <a:ext cx="387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 rot="10800000">
            <a:off x="5200305" y="4492625"/>
            <a:ext cx="0" cy="1491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4" name="Google Shape;374;p21"/>
          <p:cNvSpPr txBox="1"/>
          <p:nvPr/>
        </p:nvSpPr>
        <p:spPr>
          <a:xfrm>
            <a:off x="5212871" y="5064103"/>
            <a:ext cx="539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5" name="Google Shape;375;p21"/>
          <p:cNvCxnSpPr/>
          <p:nvPr/>
        </p:nvCxnSpPr>
        <p:spPr>
          <a:xfrm rot="10800000">
            <a:off x="3494008" y="6110851"/>
            <a:ext cx="548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21"/>
          <p:cNvCxnSpPr/>
          <p:nvPr/>
        </p:nvCxnSpPr>
        <p:spPr>
          <a:xfrm rot="10800000">
            <a:off x="4034279" y="6110851"/>
            <a:ext cx="6348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7" name="Google Shape;377;p21"/>
          <p:cNvCxnSpPr/>
          <p:nvPr/>
        </p:nvCxnSpPr>
        <p:spPr>
          <a:xfrm rot="10800000">
            <a:off x="4642910" y="6110851"/>
            <a:ext cx="502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8" name="Google Shape;378;p21"/>
          <p:cNvSpPr txBox="1"/>
          <p:nvPr/>
        </p:nvSpPr>
        <p:spPr>
          <a:xfrm>
            <a:off x="3535380" y="6339432"/>
            <a:ext cx="5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3489527" y="5371279"/>
            <a:ext cx="5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4541658" y="6383251"/>
            <a:ext cx="7299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4640656" y="5080722"/>
            <a:ext cx="53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2" name="Google Shape;382;p21"/>
          <p:cNvCxnSpPr/>
          <p:nvPr/>
        </p:nvCxnSpPr>
        <p:spPr>
          <a:xfrm>
            <a:off x="480225" y="6575250"/>
            <a:ext cx="6614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21"/>
          <p:cNvSpPr txBox="1"/>
          <p:nvPr/>
        </p:nvSpPr>
        <p:spPr>
          <a:xfrm>
            <a:off x="488250" y="6673450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Calculating the angle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20442" y="6931500"/>
            <a:ext cx="3974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table of values to work out the missing angle 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1"/>
          <p:cNvGraphicFramePr/>
          <p:nvPr/>
        </p:nvGraphicFramePr>
        <p:xfrm>
          <a:off x="4586500" y="6673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{F94316DE-F843-4980-B0E2-948F347D7E69}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86" name="Google Shape;386;p21"/>
          <p:cNvGrpSpPr/>
          <p:nvPr/>
        </p:nvGrpSpPr>
        <p:grpSpPr>
          <a:xfrm>
            <a:off x="701212" y="7428189"/>
            <a:ext cx="991704" cy="778404"/>
            <a:chOff x="-2022025" y="1455875"/>
            <a:chExt cx="1057366" cy="1900401"/>
          </a:xfrm>
        </p:grpSpPr>
        <p:sp>
          <p:nvSpPr>
            <p:cNvPr id="387" name="Google Shape;387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8" name="Google Shape;388;p21"/>
            <p:cNvCxnSpPr/>
            <p:nvPr/>
          </p:nvCxnSpPr>
          <p:spPr>
            <a:xfrm rot="10800000">
              <a:off x="-2022025" y="335627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9" name="Google Shape;389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90" name="Google Shape;390;p21"/>
          <p:cNvSpPr/>
          <p:nvPr/>
        </p:nvSpPr>
        <p:spPr>
          <a:xfrm>
            <a:off x="1517258" y="8019904"/>
            <a:ext cx="87600" cy="87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433875" y="7860941"/>
            <a:ext cx="514800" cy="514800"/>
          </a:xfrm>
          <a:prstGeom prst="arc">
            <a:avLst>
              <a:gd fmla="val 19350541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1727796" y="7671828"/>
            <a:ext cx="6789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54031" y="8244566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988921" y="7891047"/>
            <a:ext cx="293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3511666" y="8379213"/>
            <a:ext cx="152100" cy="15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3801555" y="7759687"/>
            <a:ext cx="7320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21.65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3020878" y="8633488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2611122" y="8307160"/>
            <a:ext cx="437100" cy="437100"/>
          </a:xfrm>
          <a:prstGeom prst="arc">
            <a:avLst>
              <a:gd fmla="val 18479915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21"/>
          <p:cNvGrpSpPr/>
          <p:nvPr/>
        </p:nvGrpSpPr>
        <p:grpSpPr>
          <a:xfrm flipH="1" rot="-5400000">
            <a:off x="573608" y="8715737"/>
            <a:ext cx="908806" cy="950389"/>
            <a:chOff x="-2022025" y="1455875"/>
            <a:chExt cx="1057366" cy="1821715"/>
          </a:xfrm>
        </p:grpSpPr>
        <p:sp>
          <p:nvSpPr>
            <p:cNvPr id="400" name="Google Shape;400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1" name="Google Shape;401;p21"/>
            <p:cNvCxnSpPr/>
            <p:nvPr/>
          </p:nvCxnSpPr>
          <p:spPr>
            <a:xfrm rot="10800000">
              <a:off x="-2022025" y="327759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2" name="Google Shape;402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3" name="Google Shape;403;p21"/>
          <p:cNvSpPr/>
          <p:nvPr/>
        </p:nvSpPr>
        <p:spPr>
          <a:xfrm flipH="1" rot="-5400000">
            <a:off x="1270182" y="9409783"/>
            <a:ext cx="152100" cy="151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/>
          <p:nvPr/>
        </p:nvSpPr>
        <p:spPr>
          <a:xfrm flipH="1" rot="-5400000">
            <a:off x="1206202" y="8508185"/>
            <a:ext cx="437100" cy="438300"/>
          </a:xfrm>
          <a:prstGeom prst="arc">
            <a:avLst>
              <a:gd fmla="val 1882379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5" name="Google Shape;405;p21"/>
          <p:cNvGrpSpPr/>
          <p:nvPr/>
        </p:nvGrpSpPr>
        <p:grpSpPr>
          <a:xfrm flipH="1" rot="6706181">
            <a:off x="3148217" y="8735821"/>
            <a:ext cx="780032" cy="1801260"/>
            <a:chOff x="-2022025" y="1455875"/>
            <a:chExt cx="1057366" cy="1750474"/>
          </a:xfrm>
        </p:grpSpPr>
        <p:sp>
          <p:nvSpPr>
            <p:cNvPr id="406" name="Google Shape;40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7" name="Google Shape;407;p21"/>
            <p:cNvCxnSpPr/>
            <p:nvPr/>
          </p:nvCxnSpPr>
          <p:spPr>
            <a:xfrm rot="10800000">
              <a:off x="-2022025" y="3206349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8" name="Google Shape;408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9" name="Google Shape;409;p21"/>
          <p:cNvSpPr/>
          <p:nvPr/>
        </p:nvSpPr>
        <p:spPr>
          <a:xfrm flipH="1" rot="6711018">
            <a:off x="2869112" y="9058276"/>
            <a:ext cx="130581" cy="13125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/>
          <p:nvPr/>
        </p:nvSpPr>
        <p:spPr>
          <a:xfrm flipH="1">
            <a:off x="4080456" y="9293908"/>
            <a:ext cx="773400" cy="776100"/>
          </a:xfrm>
          <a:prstGeom prst="arc">
            <a:avLst>
              <a:gd fmla="val 20101096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1549946" y="9013659"/>
            <a:ext cx="476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749409" y="9645293"/>
            <a:ext cx="514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2112956" y="9219462"/>
            <a:ext cx="6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7.28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545001" y="7402275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2378487" y="7402275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1"/>
          <p:cNvSpPr txBox="1"/>
          <p:nvPr/>
        </p:nvSpPr>
        <p:spPr>
          <a:xfrm>
            <a:off x="545001" y="8711990"/>
            <a:ext cx="221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2347602" y="8712000"/>
            <a:ext cx="2835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3048184" y="8244570"/>
            <a:ext cx="293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1155597" y="8975660"/>
            <a:ext cx="293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3761875" y="9461954"/>
            <a:ext cx="293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3710728" y="9073901"/>
            <a:ext cx="6618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3606766" y="6180547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4740144" y="6180547"/>
            <a:ext cx="387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tangent ratio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476400" y="683100"/>
            <a:ext cx="6414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drawing the appropriate lines on to the graph, estimate the angle 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1" name="Google Shape;4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1" y="1227619"/>
            <a:ext cx="2684937" cy="25684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22"/>
          <p:cNvCxnSpPr/>
          <p:nvPr/>
        </p:nvCxnSpPr>
        <p:spPr>
          <a:xfrm>
            <a:off x="3100195" y="1231804"/>
            <a:ext cx="0" cy="23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" name="Google Shape;433;p22"/>
          <p:cNvGrpSpPr/>
          <p:nvPr/>
        </p:nvGrpSpPr>
        <p:grpSpPr>
          <a:xfrm>
            <a:off x="3961664" y="1235677"/>
            <a:ext cx="1356374" cy="819365"/>
            <a:chOff x="-2022025" y="1455875"/>
            <a:chExt cx="1034373" cy="1872833"/>
          </a:xfrm>
        </p:grpSpPr>
        <p:sp>
          <p:nvSpPr>
            <p:cNvPr id="434" name="Google Shape;434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5" name="Google Shape;435;p22"/>
            <p:cNvCxnSpPr/>
            <p:nvPr/>
          </p:nvCxnSpPr>
          <p:spPr>
            <a:xfrm rot="10800000">
              <a:off x="-2022025" y="332870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36" name="Google Shape;436;p22"/>
            <p:cNvCxnSpPr/>
            <p:nvPr/>
          </p:nvCxnSpPr>
          <p:spPr>
            <a:xfrm rot="10800000">
              <a:off x="-987652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37" name="Google Shape;437;p22"/>
          <p:cNvSpPr/>
          <p:nvPr/>
        </p:nvSpPr>
        <p:spPr>
          <a:xfrm>
            <a:off x="5098457" y="1840103"/>
            <a:ext cx="122700" cy="123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3647881" y="1636434"/>
            <a:ext cx="651300" cy="651900"/>
          </a:xfrm>
          <a:prstGeom prst="arc">
            <a:avLst>
              <a:gd fmla="val 1967821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5366843" y="1495750"/>
            <a:ext cx="949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2"/>
          <p:cNvSpPr txBox="1"/>
          <p:nvPr/>
        </p:nvSpPr>
        <p:spPr>
          <a:xfrm>
            <a:off x="4353400" y="2071211"/>
            <a:ext cx="881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4331340" y="1726595"/>
            <a:ext cx="486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38.7°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3743351" y="1207888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3" name="Google Shape;443;p22"/>
          <p:cNvGrpSpPr/>
          <p:nvPr/>
        </p:nvGrpSpPr>
        <p:grpSpPr>
          <a:xfrm>
            <a:off x="3961670" y="2553665"/>
            <a:ext cx="1357339" cy="1088321"/>
            <a:chOff x="-2022025" y="1455875"/>
            <a:chExt cx="1035109" cy="1802155"/>
          </a:xfrm>
        </p:grpSpPr>
        <p:sp>
          <p:nvSpPr>
            <p:cNvPr id="444" name="Google Shape;444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45" name="Google Shape;445;p22"/>
            <p:cNvCxnSpPr/>
            <p:nvPr/>
          </p:nvCxnSpPr>
          <p:spPr>
            <a:xfrm rot="10800000">
              <a:off x="-2022025" y="325803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46" name="Google Shape;446;p22"/>
            <p:cNvCxnSpPr/>
            <p:nvPr/>
          </p:nvCxnSpPr>
          <p:spPr>
            <a:xfrm rot="10800000">
              <a:off x="-98691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47" name="Google Shape;447;p22"/>
          <p:cNvSpPr/>
          <p:nvPr/>
        </p:nvSpPr>
        <p:spPr>
          <a:xfrm>
            <a:off x="5098457" y="3437459"/>
            <a:ext cx="122700" cy="123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4954587" y="2266180"/>
            <a:ext cx="543900" cy="544500"/>
          </a:xfrm>
          <a:prstGeom prst="arc">
            <a:avLst>
              <a:gd fmla="val 5399257" name="adj1"/>
              <a:gd fmla="val 84144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5354783" y="2967042"/>
            <a:ext cx="949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4312156" y="3638017"/>
            <a:ext cx="881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81.6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3743351" y="2513238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4835607" y="2854796"/>
            <a:ext cx="486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53" name="Google Shape;453;p22"/>
          <p:cNvCxnSpPr/>
          <p:nvPr/>
        </p:nvCxnSpPr>
        <p:spPr>
          <a:xfrm>
            <a:off x="838477" y="1816342"/>
            <a:ext cx="2264700" cy="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2"/>
          <p:cNvCxnSpPr/>
          <p:nvPr/>
        </p:nvCxnSpPr>
        <p:spPr>
          <a:xfrm>
            <a:off x="3101733" y="1277044"/>
            <a:ext cx="0" cy="23520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5" name="Google Shape;455;p22"/>
          <p:cNvSpPr/>
          <p:nvPr/>
        </p:nvSpPr>
        <p:spPr>
          <a:xfrm>
            <a:off x="554498" y="3334879"/>
            <a:ext cx="578700" cy="578700"/>
          </a:xfrm>
          <a:prstGeom prst="arc">
            <a:avLst>
              <a:gd fmla="val 1926795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6" name="Google Shape;456;p22"/>
          <p:cNvCxnSpPr/>
          <p:nvPr/>
        </p:nvCxnSpPr>
        <p:spPr>
          <a:xfrm flipH="1" rot="10800000">
            <a:off x="843967" y="1819327"/>
            <a:ext cx="2256900" cy="18063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22"/>
          <p:cNvSpPr txBox="1"/>
          <p:nvPr/>
        </p:nvSpPr>
        <p:spPr>
          <a:xfrm>
            <a:off x="2714742" y="2114714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58" name="Google Shape;458;p22"/>
          <p:cNvCxnSpPr/>
          <p:nvPr/>
        </p:nvCxnSpPr>
        <p:spPr>
          <a:xfrm>
            <a:off x="836998" y="1320997"/>
            <a:ext cx="2264700" cy="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9" name="Google Shape;459;p22"/>
          <p:cNvSpPr/>
          <p:nvPr/>
        </p:nvSpPr>
        <p:spPr>
          <a:xfrm>
            <a:off x="516138" y="3300587"/>
            <a:ext cx="651300" cy="651300"/>
          </a:xfrm>
          <a:prstGeom prst="arc">
            <a:avLst>
              <a:gd fmla="val 18835919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0" name="Google Shape;460;p22"/>
          <p:cNvCxnSpPr/>
          <p:nvPr/>
        </p:nvCxnSpPr>
        <p:spPr>
          <a:xfrm flipH="1" rot="10800000">
            <a:off x="845090" y="1323713"/>
            <a:ext cx="2256900" cy="230010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22"/>
          <p:cNvSpPr txBox="1"/>
          <p:nvPr/>
        </p:nvSpPr>
        <p:spPr>
          <a:xfrm>
            <a:off x="2136497" y="1913699"/>
            <a:ext cx="309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2401405" y="1993803"/>
            <a:ext cx="45000" cy="450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2582604" y="2194183"/>
            <a:ext cx="45000" cy="450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5907657" y="2006554"/>
            <a:ext cx="1184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Approximate answers acceptable.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468225" y="4787651"/>
            <a:ext cx="6623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your calculator to work out the missing angle in each triangle, giving your answer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66" name="Google Shape;466;p22"/>
          <p:cNvGrpSpPr/>
          <p:nvPr/>
        </p:nvGrpSpPr>
        <p:grpSpPr>
          <a:xfrm>
            <a:off x="758646" y="5358147"/>
            <a:ext cx="1400645" cy="845959"/>
            <a:chOff x="-2022025" y="1455875"/>
            <a:chExt cx="1034373" cy="1872833"/>
          </a:xfrm>
        </p:grpSpPr>
        <p:sp>
          <p:nvSpPr>
            <p:cNvPr id="467" name="Google Shape;467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68" name="Google Shape;468;p22"/>
            <p:cNvCxnSpPr/>
            <p:nvPr/>
          </p:nvCxnSpPr>
          <p:spPr>
            <a:xfrm rot="10800000">
              <a:off x="-2022025" y="332870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9" name="Google Shape;469;p22"/>
            <p:cNvCxnSpPr/>
            <p:nvPr/>
          </p:nvCxnSpPr>
          <p:spPr>
            <a:xfrm rot="10800000">
              <a:off x="-987652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70" name="Google Shape;470;p22"/>
          <p:cNvSpPr/>
          <p:nvPr/>
        </p:nvSpPr>
        <p:spPr>
          <a:xfrm>
            <a:off x="1932532" y="5982428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434599" y="5772110"/>
            <a:ext cx="672600" cy="673200"/>
          </a:xfrm>
          <a:prstGeom prst="arc">
            <a:avLst>
              <a:gd fmla="val 1967821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2240813" y="5626832"/>
            <a:ext cx="980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1163151" y="6258442"/>
            <a:ext cx="910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1152540" y="5887891"/>
            <a:ext cx="591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38.7°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533185" y="5329573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6" name="Google Shape;476;p22"/>
          <p:cNvGrpSpPr/>
          <p:nvPr/>
        </p:nvGrpSpPr>
        <p:grpSpPr>
          <a:xfrm>
            <a:off x="758652" y="6490663"/>
            <a:ext cx="1401641" cy="1123824"/>
            <a:chOff x="-2022025" y="1455875"/>
            <a:chExt cx="1035109" cy="1802155"/>
          </a:xfrm>
        </p:grpSpPr>
        <p:sp>
          <p:nvSpPr>
            <p:cNvPr id="477" name="Google Shape;477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78" name="Google Shape;478;p22"/>
            <p:cNvCxnSpPr/>
            <p:nvPr/>
          </p:nvCxnSpPr>
          <p:spPr>
            <a:xfrm rot="10800000">
              <a:off x="-2022025" y="325803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9" name="Google Shape;479;p22"/>
            <p:cNvCxnSpPr/>
            <p:nvPr/>
          </p:nvCxnSpPr>
          <p:spPr>
            <a:xfrm rot="10800000">
              <a:off x="-98691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80" name="Google Shape;480;p22"/>
          <p:cNvSpPr/>
          <p:nvPr/>
        </p:nvSpPr>
        <p:spPr>
          <a:xfrm>
            <a:off x="1932532" y="7403333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1783965" y="6193816"/>
            <a:ext cx="561600" cy="562200"/>
          </a:xfrm>
          <a:prstGeom prst="arc">
            <a:avLst>
              <a:gd fmla="val 5399257" name="adj1"/>
              <a:gd fmla="val 84144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2240813" y="6930012"/>
            <a:ext cx="980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1163151" y="7622893"/>
            <a:ext cx="910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81.6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533185" y="6448939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85" name="Google Shape;485;p22"/>
          <p:cNvGrpSpPr/>
          <p:nvPr/>
        </p:nvGrpSpPr>
        <p:grpSpPr>
          <a:xfrm flipH="1">
            <a:off x="4008763" y="5294873"/>
            <a:ext cx="2127984" cy="850480"/>
            <a:chOff x="-2022025" y="1455875"/>
            <a:chExt cx="1006139" cy="1836889"/>
          </a:xfrm>
        </p:grpSpPr>
        <p:sp>
          <p:nvSpPr>
            <p:cNvPr id="486" name="Google Shape;486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87" name="Google Shape;487;p22"/>
            <p:cNvCxnSpPr/>
            <p:nvPr/>
          </p:nvCxnSpPr>
          <p:spPr>
            <a:xfrm rot="10800000">
              <a:off x="-2022025" y="329276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88" name="Google Shape;488;p22"/>
            <p:cNvCxnSpPr/>
            <p:nvPr/>
          </p:nvCxnSpPr>
          <p:spPr>
            <a:xfrm rot="10800000">
              <a:off x="-101588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89" name="Google Shape;489;p22"/>
          <p:cNvSpPr/>
          <p:nvPr/>
        </p:nvSpPr>
        <p:spPr>
          <a:xfrm flipH="1">
            <a:off x="4103082" y="5940905"/>
            <a:ext cx="126600" cy="12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2"/>
          <p:cNvSpPr/>
          <p:nvPr/>
        </p:nvSpPr>
        <p:spPr>
          <a:xfrm flipH="1">
            <a:off x="3811754" y="4988090"/>
            <a:ext cx="591900" cy="591900"/>
          </a:xfrm>
          <a:prstGeom prst="arc">
            <a:avLst>
              <a:gd fmla="val 5399257" name="adj1"/>
              <a:gd fmla="val 934344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 flipH="1">
            <a:off x="3484814" y="5598367"/>
            <a:ext cx="632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 flipH="1">
            <a:off x="4853506" y="6163422"/>
            <a:ext cx="803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3164804" y="5329573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4" name="Google Shape;494;p22"/>
          <p:cNvGrpSpPr/>
          <p:nvPr/>
        </p:nvGrpSpPr>
        <p:grpSpPr>
          <a:xfrm flipH="1" rot="9437108">
            <a:off x="3947261" y="6903984"/>
            <a:ext cx="2469324" cy="1098289"/>
            <a:chOff x="-2022025" y="1455875"/>
            <a:chExt cx="1006139" cy="1836889"/>
          </a:xfrm>
        </p:grpSpPr>
        <p:sp>
          <p:nvSpPr>
            <p:cNvPr id="495" name="Google Shape;495;p2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96" name="Google Shape;496;p22"/>
            <p:cNvCxnSpPr/>
            <p:nvPr/>
          </p:nvCxnSpPr>
          <p:spPr>
            <a:xfrm rot="10800000">
              <a:off x="-2022025" y="329276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97" name="Google Shape;497;p22"/>
            <p:cNvCxnSpPr/>
            <p:nvPr/>
          </p:nvCxnSpPr>
          <p:spPr>
            <a:xfrm rot="10800000">
              <a:off x="-1015886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98" name="Google Shape;498;p22"/>
          <p:cNvSpPr/>
          <p:nvPr/>
        </p:nvSpPr>
        <p:spPr>
          <a:xfrm flipH="1" rot="9425230">
            <a:off x="5945511" y="6628416"/>
            <a:ext cx="126371" cy="12731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22"/>
          <p:cNvSpPr/>
          <p:nvPr/>
        </p:nvSpPr>
        <p:spPr>
          <a:xfrm flipH="1" rot="-4629947">
            <a:off x="4053978" y="7237999"/>
            <a:ext cx="457838" cy="457838"/>
          </a:xfrm>
          <a:prstGeom prst="arc">
            <a:avLst>
              <a:gd fmla="val 5399257" name="adj1"/>
              <a:gd fmla="val 934344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 flipH="1">
            <a:off x="6386242" y="6785236"/>
            <a:ext cx="632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 flipH="1">
            <a:off x="4442198" y="6633531"/>
            <a:ext cx="803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3141305" y="6448939"/>
            <a:ext cx="3198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4207991" y="5560518"/>
            <a:ext cx="591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70.2°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4" name="Google Shape;504;p22"/>
          <p:cNvSpPr txBox="1"/>
          <p:nvPr/>
        </p:nvSpPr>
        <p:spPr>
          <a:xfrm>
            <a:off x="1644421" y="6828034"/>
            <a:ext cx="591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4550313" y="7275527"/>
            <a:ext cx="5919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26.0°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6" name="Google Shape;50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7" name="Google Shape;50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