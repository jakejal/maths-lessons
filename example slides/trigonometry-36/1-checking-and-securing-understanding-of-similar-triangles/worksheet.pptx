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sp>
        <p:nvSpPr>
          <p:cNvPr id="312" name="Google Shape;31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similar triangles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83307" y="57458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/>
          <p:nvPr/>
        </p:nvSpPr>
        <p:spPr>
          <a:xfrm>
            <a:off x="753652" y="3144475"/>
            <a:ext cx="1035900" cy="6120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 rot="-5400000">
            <a:off x="5591089" y="4370723"/>
            <a:ext cx="1085700" cy="641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453941" y="3251527"/>
            <a:ext cx="851100" cy="502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429080" y="3038980"/>
            <a:ext cx="1222500" cy="722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58872" y="3651956"/>
            <a:ext cx="104700" cy="10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6400" y="2116082"/>
            <a:ext cx="65220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triangle, write a tick if it is similar to </a:t>
            </a:r>
            <a: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  <a:t>△ABC, a cross if it is not similar and a </a:t>
            </a:r>
            <a:b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  <a:t>    question mark if there is not enough information to determine similarity.</a:t>
            </a:r>
            <a:b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  <a:t>    Diagrams are not drawn accurately and all lengths are given in the same units.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86699" y="1639850"/>
            <a:ext cx="61389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Identifying similar triangles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507839" y="3456674"/>
            <a:ext cx="585900" cy="585900"/>
          </a:xfrm>
          <a:prstGeom prst="arc">
            <a:avLst>
              <a:gd name="adj1" fmla="val 10713113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262800" y="3575613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>
            <a:off x="729129" y="3818030"/>
            <a:ext cx="1049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2" name="Google Shape;172;p20"/>
          <p:cNvCxnSpPr/>
          <p:nvPr/>
        </p:nvCxnSpPr>
        <p:spPr>
          <a:xfrm rot="10800000">
            <a:off x="684610" y="3144591"/>
            <a:ext cx="5400" cy="61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3" name="Google Shape;173;p20"/>
          <p:cNvCxnSpPr/>
          <p:nvPr/>
        </p:nvCxnSpPr>
        <p:spPr>
          <a:xfrm rot="10800000">
            <a:off x="801900" y="3080644"/>
            <a:ext cx="1046100" cy="61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1284735" y="3193311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071650" y="3821079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86708" y="3353126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319283" y="3407481"/>
            <a:ext cx="691500" cy="691500"/>
          </a:xfrm>
          <a:prstGeom prst="arc">
            <a:avLst>
              <a:gd name="adj1" fmla="val 10713113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030052" y="3547869"/>
            <a:ext cx="340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2400134" y="3834003"/>
            <a:ext cx="123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0" name="Google Shape;180;p20"/>
          <p:cNvCxnSpPr/>
          <p:nvPr/>
        </p:nvCxnSpPr>
        <p:spPr>
          <a:xfrm rot="10800000">
            <a:off x="2485991" y="2963905"/>
            <a:ext cx="1234800" cy="722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1" name="Google Shape;181;p20"/>
          <p:cNvSpPr txBox="1"/>
          <p:nvPr/>
        </p:nvSpPr>
        <p:spPr>
          <a:xfrm>
            <a:off x="3055943" y="3096624"/>
            <a:ext cx="340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873471" y="3837602"/>
            <a:ext cx="340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4433794" y="3804895"/>
            <a:ext cx="862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4" name="Google Shape;184;p20"/>
          <p:cNvCxnSpPr/>
          <p:nvPr/>
        </p:nvCxnSpPr>
        <p:spPr>
          <a:xfrm rot="10800000">
            <a:off x="4397154" y="3251619"/>
            <a:ext cx="4500" cy="5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5" name="Google Shape;185;p20"/>
          <p:cNvCxnSpPr/>
          <p:nvPr/>
        </p:nvCxnSpPr>
        <p:spPr>
          <a:xfrm rot="10800000">
            <a:off x="4493224" y="3199082"/>
            <a:ext cx="859800" cy="5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6" name="Google Shape;186;p20"/>
          <p:cNvSpPr txBox="1"/>
          <p:nvPr/>
        </p:nvSpPr>
        <p:spPr>
          <a:xfrm>
            <a:off x="4921599" y="3275981"/>
            <a:ext cx="236700" cy="1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763255" y="3807400"/>
            <a:ext cx="236700" cy="1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203177" y="3422947"/>
            <a:ext cx="236700" cy="1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rot="-5400000">
            <a:off x="6159563" y="3926494"/>
            <a:ext cx="522600" cy="522600"/>
          </a:xfrm>
          <a:prstGeom prst="arc">
            <a:avLst>
              <a:gd name="adj1" fmla="val 10395350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210356" y="4522653"/>
            <a:ext cx="3021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rot="-5400000">
            <a:off x="5968921" y="4709929"/>
            <a:ext cx="110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5400000">
            <a:off x="6131170" y="4982985"/>
            <a:ext cx="5400" cy="64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3" name="Google Shape;193;p20"/>
          <p:cNvSpPr txBox="1"/>
          <p:nvPr/>
        </p:nvSpPr>
        <p:spPr>
          <a:xfrm>
            <a:off x="6541514" y="4640914"/>
            <a:ext cx="3021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049835" y="5302587"/>
            <a:ext cx="3021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 flipH="1">
            <a:off x="3405586" y="5102679"/>
            <a:ext cx="116100" cy="116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 flipH="1">
            <a:off x="2377580" y="4539352"/>
            <a:ext cx="1149900" cy="679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 rot="10800000">
            <a:off x="2389502" y="5287028"/>
            <a:ext cx="1165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8" name="Google Shape;198;p20"/>
          <p:cNvCxnSpPr/>
          <p:nvPr/>
        </p:nvCxnSpPr>
        <p:spPr>
          <a:xfrm rot="10800000" flipH="1">
            <a:off x="3598126" y="4539328"/>
            <a:ext cx="5700" cy="67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" name="Google Shape;199;p20"/>
          <p:cNvSpPr txBox="1"/>
          <p:nvPr/>
        </p:nvSpPr>
        <p:spPr>
          <a:xfrm flipH="1">
            <a:off x="2906748" y="5290413"/>
            <a:ext cx="3198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 flipH="1">
            <a:off x="3628656" y="4825975"/>
            <a:ext cx="3198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 rot="-8960054" flipH="1">
            <a:off x="1048668" y="4726074"/>
            <a:ext cx="108817" cy="10881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rot="-8962817" flipH="1">
            <a:off x="841438" y="4933739"/>
            <a:ext cx="1079637" cy="637782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 rot="-8963595" flipH="1">
            <a:off x="1709972" y="4883307"/>
            <a:ext cx="611027" cy="611027"/>
          </a:xfrm>
          <a:prstGeom prst="arc">
            <a:avLst>
              <a:gd name="adj1" fmla="val 10713113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 flipH="1">
            <a:off x="1458209" y="5067867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 rot="-3391300">
            <a:off x="4616251" y="5179835"/>
            <a:ext cx="112577" cy="11257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 rot="-3390652">
            <a:off x="4160630" y="4342444"/>
            <a:ext cx="1115121" cy="658988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 rot="-3390233">
            <a:off x="4472651" y="4905971"/>
            <a:ext cx="113068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8" name="Google Shape;208;p20"/>
          <p:cNvCxnSpPr/>
          <p:nvPr/>
        </p:nvCxnSpPr>
        <p:spPr>
          <a:xfrm rot="7411249">
            <a:off x="4130469" y="4280352"/>
            <a:ext cx="1126684" cy="65898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" name="Google Shape;209;p20"/>
          <p:cNvSpPr txBox="1"/>
          <p:nvPr/>
        </p:nvSpPr>
        <p:spPr>
          <a:xfrm rot="-3321">
            <a:off x="4499546" y="4447285"/>
            <a:ext cx="310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 rot="-3321">
            <a:off x="5057910" y="4840695"/>
            <a:ext cx="310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56968" y="2943667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799693" y="3730204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19364" y="3730204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832194" y="3140284"/>
            <a:ext cx="969900" cy="572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538345" y="3432591"/>
            <a:ext cx="548700" cy="548700"/>
          </a:xfrm>
          <a:prstGeom prst="arc">
            <a:avLst>
              <a:gd name="adj1" fmla="val 10713113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308913" y="3543951"/>
            <a:ext cx="269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0"/>
          <p:cNvCxnSpPr/>
          <p:nvPr/>
        </p:nvCxnSpPr>
        <p:spPr>
          <a:xfrm>
            <a:off x="5809233" y="3770922"/>
            <a:ext cx="98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8" name="Google Shape;218;p20"/>
          <p:cNvCxnSpPr/>
          <p:nvPr/>
        </p:nvCxnSpPr>
        <p:spPr>
          <a:xfrm rot="10800000">
            <a:off x="5877339" y="3080826"/>
            <a:ext cx="979500" cy="57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9" name="Google Shape;219;p20"/>
          <p:cNvSpPr txBox="1"/>
          <p:nvPr/>
        </p:nvSpPr>
        <p:spPr>
          <a:xfrm>
            <a:off x="6329451" y="3186008"/>
            <a:ext cx="269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184706" y="3773778"/>
            <a:ext cx="269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2095007" y="2929267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010844" y="2929267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565450" y="2929267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716307" y="4361206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632144" y="4361206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128255" y="4361206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685624" y="4361206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" name="Google Shape;228;p20"/>
          <p:cNvGrpSpPr/>
          <p:nvPr/>
        </p:nvGrpSpPr>
        <p:grpSpPr>
          <a:xfrm flipH="1">
            <a:off x="3978642" y="6494128"/>
            <a:ext cx="1465151" cy="1070465"/>
            <a:chOff x="429064" y="1322646"/>
            <a:chExt cx="1101618" cy="804861"/>
          </a:xfrm>
        </p:grpSpPr>
        <p:sp>
          <p:nvSpPr>
            <p:cNvPr id="229" name="Google Shape;229;p20"/>
            <p:cNvSpPr/>
            <p:nvPr/>
          </p:nvSpPr>
          <p:spPr>
            <a:xfrm flipH="1">
              <a:off x="609576" y="1355404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1462282" y="1864992"/>
              <a:ext cx="68400" cy="68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429064" y="1754006"/>
              <a:ext cx="373500" cy="3735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2" name="Google Shape;232;p20"/>
            <p:cNvCxnSpPr/>
            <p:nvPr/>
          </p:nvCxnSpPr>
          <p:spPr>
            <a:xfrm>
              <a:off x="614225" y="1993604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3" name="Google Shape;233;p20"/>
            <p:cNvCxnSpPr/>
            <p:nvPr/>
          </p:nvCxnSpPr>
          <p:spPr>
            <a:xfrm rot="10800000" flipH="1">
              <a:off x="580464" y="1322646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34" name="Google Shape;234;p20"/>
          <p:cNvGrpSpPr/>
          <p:nvPr/>
        </p:nvGrpSpPr>
        <p:grpSpPr>
          <a:xfrm>
            <a:off x="1950202" y="6658848"/>
            <a:ext cx="1093466" cy="798905"/>
            <a:chOff x="429064" y="1322646"/>
            <a:chExt cx="1101618" cy="804861"/>
          </a:xfrm>
        </p:grpSpPr>
        <p:sp>
          <p:nvSpPr>
            <p:cNvPr id="235" name="Google Shape;235;p20"/>
            <p:cNvSpPr/>
            <p:nvPr/>
          </p:nvSpPr>
          <p:spPr>
            <a:xfrm flipH="1">
              <a:off x="609576" y="1355404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1462282" y="1864992"/>
              <a:ext cx="68400" cy="68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429064" y="1754006"/>
              <a:ext cx="373500" cy="3735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8" name="Google Shape;238;p20"/>
            <p:cNvCxnSpPr/>
            <p:nvPr/>
          </p:nvCxnSpPr>
          <p:spPr>
            <a:xfrm>
              <a:off x="614225" y="1993604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9" name="Google Shape;239;p20"/>
            <p:cNvCxnSpPr/>
            <p:nvPr/>
          </p:nvCxnSpPr>
          <p:spPr>
            <a:xfrm rot="10800000" flipH="1">
              <a:off x="580464" y="1322646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40" name="Google Shape;240;p20"/>
          <p:cNvSpPr txBox="1"/>
          <p:nvPr/>
        </p:nvSpPr>
        <p:spPr>
          <a:xfrm>
            <a:off x="476400" y="6235650"/>
            <a:ext cx="6309300" cy="23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All lengths are given in cm. Find the values of the unknowns.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68000" y="57546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Finding missing lengths with similar triangles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1490948" y="6828580"/>
            <a:ext cx="325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897502" y="6971357"/>
            <a:ext cx="325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949162" y="7185648"/>
            <a:ext cx="325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0"/>
          <p:cNvGrpSpPr/>
          <p:nvPr/>
        </p:nvGrpSpPr>
        <p:grpSpPr>
          <a:xfrm>
            <a:off x="524188" y="6634216"/>
            <a:ext cx="934357" cy="681919"/>
            <a:chOff x="386400" y="1279700"/>
            <a:chExt cx="1219946" cy="890351"/>
          </a:xfrm>
        </p:grpSpPr>
        <p:sp>
          <p:nvSpPr>
            <p:cNvPr id="246" name="Google Shape;246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solidFill>
              <a:srgbClr val="037B7D">
                <a:alpha val="42140"/>
              </a:srgbClr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1422150" y="1820525"/>
              <a:ext cx="112800" cy="112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386400" y="1711351"/>
              <a:ext cx="458700" cy="4587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9" name="Google Shape;249;p20"/>
            <p:cNvCxnSpPr/>
            <p:nvPr/>
          </p:nvCxnSpPr>
          <p:spPr>
            <a:xfrm>
              <a:off x="614225" y="2022075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0" name="Google Shape;250;p20"/>
            <p:cNvCxnSpPr/>
            <p:nvPr/>
          </p:nvCxnSpPr>
          <p:spPr>
            <a:xfrm rot="10800000" flipH="1">
              <a:off x="1606346" y="135510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1" name="Google Shape;251;p20"/>
            <p:cNvCxnSpPr/>
            <p:nvPr/>
          </p:nvCxnSpPr>
          <p:spPr>
            <a:xfrm rot="10800000" flipH="1">
              <a:off x="536075" y="1279700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52" name="Google Shape;252;p20"/>
          <p:cNvSpPr txBox="1"/>
          <p:nvPr/>
        </p:nvSpPr>
        <p:spPr>
          <a:xfrm>
            <a:off x="898150" y="6687950"/>
            <a:ext cx="325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3" name="Google Shape;253;p20"/>
          <p:cNvGrpSpPr/>
          <p:nvPr/>
        </p:nvGrpSpPr>
        <p:grpSpPr>
          <a:xfrm rot="-5400000">
            <a:off x="401096" y="8488497"/>
            <a:ext cx="1304143" cy="982763"/>
            <a:chOff x="343131" y="1318134"/>
            <a:chExt cx="1187744" cy="895048"/>
          </a:xfrm>
        </p:grpSpPr>
        <p:sp>
          <p:nvSpPr>
            <p:cNvPr id="254" name="Google Shape;254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1466225" y="1872948"/>
              <a:ext cx="60300" cy="603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343131" y="1668081"/>
              <a:ext cx="545100" cy="5451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7" name="Google Shape;257;p20"/>
            <p:cNvCxnSpPr/>
            <p:nvPr/>
          </p:nvCxnSpPr>
          <p:spPr>
            <a:xfrm>
              <a:off x="614225" y="1987819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8" name="Google Shape;258;p20"/>
            <p:cNvCxnSpPr/>
            <p:nvPr/>
          </p:nvCxnSpPr>
          <p:spPr>
            <a:xfrm rot="10800000" flipH="1">
              <a:off x="578686" y="1318134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59" name="Google Shape;259;p20"/>
          <p:cNvGrpSpPr/>
          <p:nvPr/>
        </p:nvGrpSpPr>
        <p:grpSpPr>
          <a:xfrm rot="8899313" flipH="1">
            <a:off x="1536266" y="8608794"/>
            <a:ext cx="1427923" cy="1041999"/>
            <a:chOff x="461036" y="1314352"/>
            <a:chExt cx="1070171" cy="780937"/>
          </a:xfrm>
        </p:grpSpPr>
        <p:sp>
          <p:nvSpPr>
            <p:cNvPr id="260" name="Google Shape;260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472408" y="1883156"/>
              <a:ext cx="58800" cy="58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461036" y="1785989"/>
              <a:ext cx="309300" cy="3093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" name="Google Shape;263;p20"/>
            <p:cNvCxnSpPr/>
            <p:nvPr/>
          </p:nvCxnSpPr>
          <p:spPr>
            <a:xfrm>
              <a:off x="614687" y="1977070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4" name="Google Shape;264;p20"/>
            <p:cNvCxnSpPr/>
            <p:nvPr/>
          </p:nvCxnSpPr>
          <p:spPr>
            <a:xfrm rot="10800000" flipH="1">
              <a:off x="589978" y="1314352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65" name="Google Shape;265;p20"/>
          <p:cNvGrpSpPr/>
          <p:nvPr/>
        </p:nvGrpSpPr>
        <p:grpSpPr>
          <a:xfrm rot="-9574517" flipH="1">
            <a:off x="3045091" y="8210828"/>
            <a:ext cx="1594133" cy="1140784"/>
            <a:chOff x="443699" y="1306209"/>
            <a:chExt cx="1127056" cy="806537"/>
          </a:xfrm>
        </p:grpSpPr>
        <p:sp>
          <p:nvSpPr>
            <p:cNvPr id="266" name="Google Shape;266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1460300" y="1858674"/>
              <a:ext cx="74700" cy="74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443699" y="1768646"/>
              <a:ext cx="344100" cy="3441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9" name="Google Shape;269;p20"/>
            <p:cNvCxnSpPr/>
            <p:nvPr/>
          </p:nvCxnSpPr>
          <p:spPr>
            <a:xfrm rot="10800000" flipH="1">
              <a:off x="1570755" y="134184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0" name="Google Shape;270;p20"/>
            <p:cNvCxnSpPr/>
            <p:nvPr/>
          </p:nvCxnSpPr>
          <p:spPr>
            <a:xfrm rot="10800000" flipH="1">
              <a:off x="607258" y="1306209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71" name="Google Shape;271;p20"/>
          <p:cNvSpPr txBox="1"/>
          <p:nvPr/>
        </p:nvSpPr>
        <p:spPr>
          <a:xfrm>
            <a:off x="2360396" y="7093410"/>
            <a:ext cx="2961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2554058" y="7286839"/>
            <a:ext cx="325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2381053" y="6772534"/>
            <a:ext cx="2664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 flipH="1">
            <a:off x="4689668" y="7131450"/>
            <a:ext cx="2793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 flipH="1">
            <a:off x="4603655" y="6684742"/>
            <a:ext cx="1413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 flipH="1">
            <a:off x="4492645" y="7356868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7" name="Google Shape;277;p20"/>
          <p:cNvCxnSpPr/>
          <p:nvPr/>
        </p:nvCxnSpPr>
        <p:spPr>
          <a:xfrm rot="10800000" flipH="1">
            <a:off x="3109120" y="6716907"/>
            <a:ext cx="0" cy="558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8" name="Google Shape;278;p20"/>
          <p:cNvSpPr txBox="1"/>
          <p:nvPr/>
        </p:nvSpPr>
        <p:spPr>
          <a:xfrm>
            <a:off x="3145052" y="6907188"/>
            <a:ext cx="325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9" name="Google Shape;279;p20"/>
          <p:cNvGrpSpPr/>
          <p:nvPr/>
        </p:nvGrpSpPr>
        <p:grpSpPr>
          <a:xfrm rot="10800000" flipH="1">
            <a:off x="5109658" y="6377357"/>
            <a:ext cx="1709700" cy="1198467"/>
            <a:chOff x="438513" y="1315237"/>
            <a:chExt cx="1145298" cy="802831"/>
          </a:xfrm>
        </p:grpSpPr>
        <p:sp>
          <p:nvSpPr>
            <p:cNvPr id="280" name="Google Shape;280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1457632" y="1866886"/>
              <a:ext cx="73800" cy="73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438513" y="1763468"/>
              <a:ext cx="354600" cy="3546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3" name="Google Shape;283;p20"/>
            <p:cNvCxnSpPr/>
            <p:nvPr/>
          </p:nvCxnSpPr>
          <p:spPr>
            <a:xfrm rot="10800000" flipH="1">
              <a:off x="584613" y="1315237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4" name="Google Shape;284;p20"/>
            <p:cNvCxnSpPr/>
            <p:nvPr/>
          </p:nvCxnSpPr>
          <p:spPr>
            <a:xfrm rot="10800000" flipH="1">
              <a:off x="1583811" y="135510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85" name="Google Shape;285;p20"/>
          <p:cNvSpPr txBox="1"/>
          <p:nvPr/>
        </p:nvSpPr>
        <p:spPr>
          <a:xfrm flipH="1">
            <a:off x="5832524" y="7151716"/>
            <a:ext cx="3822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 flipH="1">
            <a:off x="3780830" y="6831606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 flipH="1">
            <a:off x="5650566" y="6638496"/>
            <a:ext cx="2793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8" name="Google Shape;288;p20"/>
          <p:cNvCxnSpPr/>
          <p:nvPr/>
        </p:nvCxnSpPr>
        <p:spPr>
          <a:xfrm flipH="1">
            <a:off x="3904446" y="6534432"/>
            <a:ext cx="0" cy="78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9" name="Google Shape;289;p20"/>
          <p:cNvSpPr txBox="1"/>
          <p:nvPr/>
        </p:nvSpPr>
        <p:spPr>
          <a:xfrm flipH="1">
            <a:off x="6853200" y="6932698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 flipH="1">
            <a:off x="641666" y="8810058"/>
            <a:ext cx="219600" cy="1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 flipH="1">
            <a:off x="1359715" y="8700279"/>
            <a:ext cx="2178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986516" y="8783165"/>
            <a:ext cx="2994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 flipH="1">
            <a:off x="2371370" y="9151590"/>
            <a:ext cx="203400" cy="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 flipH="1">
            <a:off x="1959968" y="8617926"/>
            <a:ext cx="2049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 flipH="1">
            <a:off x="4566763" y="9098167"/>
            <a:ext cx="2385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 flipH="1">
            <a:off x="3650026" y="8415805"/>
            <a:ext cx="325200" cy="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 flipH="1">
            <a:off x="1866178" y="8958704"/>
            <a:ext cx="3516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 flipH="1">
            <a:off x="3746960" y="8940846"/>
            <a:ext cx="2178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9" name="Google Shape;299;p20"/>
          <p:cNvGrpSpPr/>
          <p:nvPr/>
        </p:nvGrpSpPr>
        <p:grpSpPr>
          <a:xfrm rot="-6853581">
            <a:off x="5236354" y="8564542"/>
            <a:ext cx="1709535" cy="1198351"/>
            <a:chOff x="438513" y="1315237"/>
            <a:chExt cx="1145298" cy="802831"/>
          </a:xfrm>
        </p:grpSpPr>
        <p:sp>
          <p:nvSpPr>
            <p:cNvPr id="300" name="Google Shape;300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1457632" y="1866886"/>
              <a:ext cx="73800" cy="73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438513" y="1763468"/>
              <a:ext cx="354600" cy="3546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3" name="Google Shape;303;p20"/>
            <p:cNvCxnSpPr/>
            <p:nvPr/>
          </p:nvCxnSpPr>
          <p:spPr>
            <a:xfrm rot="10800000" flipH="1">
              <a:off x="584613" y="1315237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4" name="Google Shape;304;p20"/>
            <p:cNvCxnSpPr/>
            <p:nvPr/>
          </p:nvCxnSpPr>
          <p:spPr>
            <a:xfrm rot="10800000" flipH="1">
              <a:off x="1583811" y="135510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05" name="Google Shape;305;p20"/>
          <p:cNvSpPr txBox="1"/>
          <p:nvPr/>
        </p:nvSpPr>
        <p:spPr>
          <a:xfrm>
            <a:off x="5487322" y="8603227"/>
            <a:ext cx="2793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66°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 rot="-4172">
            <a:off x="5699625" y="9052300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5074009" y="8498808"/>
            <a:ext cx="396000" cy="396000"/>
          </a:xfrm>
          <a:prstGeom prst="arc">
            <a:avLst>
              <a:gd name="adj1" fmla="val 19967005"/>
              <a:gd name="adj2" fmla="val 152724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8" name="Google Shape;308;p20"/>
          <p:cNvCxnSpPr/>
          <p:nvPr/>
        </p:nvCxnSpPr>
        <p:spPr>
          <a:xfrm rot="10800000">
            <a:off x="6156472" y="8283776"/>
            <a:ext cx="554100" cy="125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9" name="Google Shape;309;p20"/>
          <p:cNvSpPr txBox="1"/>
          <p:nvPr/>
        </p:nvSpPr>
        <p:spPr>
          <a:xfrm rot="2698">
            <a:off x="5494324" y="8225096"/>
            <a:ext cx="3822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 rot="-4172">
            <a:off x="6465706" y="8665281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14" name="Shape 314"/>
        <p:cNvGrpSpPr/>
        <p:nvPr/>
      </p:nvGrpSpPr>
      <p:grpSpPr>
        <a:xfrm>
          <a:off x="0" y="0"/>
          <a:ext cx="0" cy="0"/>
        </a:xfrm>
      </p:grpSpPr>
      <p:sp>
        <p:nvSpPr>
          <p:cNvPr id="315" name="Google Shape;31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16" name="Google Shape;31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similar triangles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 flipH="1">
            <a:off x="4873217" y="3129173"/>
            <a:ext cx="78300" cy="783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/>
          <p:nvPr/>
        </p:nvSpPr>
        <p:spPr>
          <a:xfrm flipH="1">
            <a:off x="5575770" y="3129173"/>
            <a:ext cx="78300" cy="783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/>
          <p:nvPr/>
        </p:nvSpPr>
        <p:spPr>
          <a:xfrm flipH="1">
            <a:off x="6551482" y="3129173"/>
            <a:ext cx="78300" cy="783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/>
          <p:nvPr/>
        </p:nvSpPr>
        <p:spPr>
          <a:xfrm flipH="1">
            <a:off x="3023528" y="3156491"/>
            <a:ext cx="78300" cy="783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476400" y="911700"/>
            <a:ext cx="6479700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values of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4" name="Google Shape;324;p21"/>
          <p:cNvCxnSpPr/>
          <p:nvPr/>
        </p:nvCxnSpPr>
        <p:spPr>
          <a:xfrm>
            <a:off x="990486" y="1685591"/>
            <a:ext cx="2525100" cy="1547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5" name="Google Shape;325;p21"/>
          <p:cNvGrpSpPr/>
          <p:nvPr/>
        </p:nvGrpSpPr>
        <p:grpSpPr>
          <a:xfrm flipH="1">
            <a:off x="802297" y="3240190"/>
            <a:ext cx="2846689" cy="220032"/>
            <a:chOff x="430275" y="3788925"/>
            <a:chExt cx="6266100" cy="279725"/>
          </a:xfrm>
        </p:grpSpPr>
        <p:sp>
          <p:nvSpPr>
            <p:cNvPr id="326" name="Google Shape;326;p21"/>
            <p:cNvSpPr/>
            <p:nvPr/>
          </p:nvSpPr>
          <p:spPr>
            <a:xfrm>
              <a:off x="445725" y="3795650"/>
              <a:ext cx="6238200" cy="2730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EF2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7" name="Google Shape;327;p21"/>
            <p:cNvCxnSpPr/>
            <p:nvPr/>
          </p:nvCxnSpPr>
          <p:spPr>
            <a:xfrm>
              <a:off x="430275" y="3788925"/>
              <a:ext cx="62661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28" name="Google Shape;328;p21"/>
          <p:cNvCxnSpPr/>
          <p:nvPr/>
        </p:nvCxnSpPr>
        <p:spPr>
          <a:xfrm rot="10800000" flipH="1">
            <a:off x="988638" y="1665645"/>
            <a:ext cx="0" cy="1566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" name="Google Shape;329;p21"/>
          <p:cNvCxnSpPr/>
          <p:nvPr/>
        </p:nvCxnSpPr>
        <p:spPr>
          <a:xfrm rot="10800000" flipH="1">
            <a:off x="932933" y="1661412"/>
            <a:ext cx="0" cy="1566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0" name="Google Shape;330;p21"/>
          <p:cNvSpPr/>
          <p:nvPr/>
        </p:nvSpPr>
        <p:spPr>
          <a:xfrm flipH="1">
            <a:off x="907331" y="1562666"/>
            <a:ext cx="110100" cy="1101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 flipH="1">
            <a:off x="500038" y="2306920"/>
            <a:ext cx="3018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2" name="Google Shape;332;p21"/>
          <p:cNvCxnSpPr/>
          <p:nvPr/>
        </p:nvCxnSpPr>
        <p:spPr>
          <a:xfrm flipH="1">
            <a:off x="851727" y="1701519"/>
            <a:ext cx="0" cy="151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3" name="Google Shape;333;p21"/>
          <p:cNvCxnSpPr/>
          <p:nvPr/>
        </p:nvCxnSpPr>
        <p:spPr>
          <a:xfrm flipH="1">
            <a:off x="3023464" y="2921065"/>
            <a:ext cx="0" cy="3078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1"/>
          <p:cNvCxnSpPr/>
          <p:nvPr/>
        </p:nvCxnSpPr>
        <p:spPr>
          <a:xfrm flipH="1">
            <a:off x="2963526" y="2921065"/>
            <a:ext cx="0" cy="307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5" name="Google Shape;335;p21"/>
          <p:cNvSpPr txBox="1"/>
          <p:nvPr/>
        </p:nvSpPr>
        <p:spPr>
          <a:xfrm flipH="1">
            <a:off x="2401198" y="2964249"/>
            <a:ext cx="5361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0.55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6" name="Google Shape;336;p21"/>
          <p:cNvCxnSpPr/>
          <p:nvPr/>
        </p:nvCxnSpPr>
        <p:spPr>
          <a:xfrm>
            <a:off x="3023464" y="3295730"/>
            <a:ext cx="484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7" name="Google Shape;337;p21"/>
          <p:cNvSpPr txBox="1"/>
          <p:nvPr/>
        </p:nvSpPr>
        <p:spPr>
          <a:xfrm flipH="1">
            <a:off x="3094181" y="3297609"/>
            <a:ext cx="33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8" name="Google Shape;338;p21"/>
          <p:cNvCxnSpPr/>
          <p:nvPr/>
        </p:nvCxnSpPr>
        <p:spPr>
          <a:xfrm>
            <a:off x="968383" y="3295730"/>
            <a:ext cx="207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9" name="Google Shape;339;p21"/>
          <p:cNvSpPr txBox="1"/>
          <p:nvPr/>
        </p:nvSpPr>
        <p:spPr>
          <a:xfrm flipH="1">
            <a:off x="1840793" y="3297605"/>
            <a:ext cx="4848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0" name="Google Shape;340;p21"/>
          <p:cNvCxnSpPr/>
          <p:nvPr/>
        </p:nvCxnSpPr>
        <p:spPr>
          <a:xfrm rot="-5400000">
            <a:off x="4321781" y="2909826"/>
            <a:ext cx="12555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21"/>
          <p:cNvCxnSpPr/>
          <p:nvPr/>
        </p:nvCxnSpPr>
        <p:spPr>
          <a:xfrm rot="10800000" flipH="1">
            <a:off x="5653691" y="1695276"/>
            <a:ext cx="0" cy="18423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21"/>
          <p:cNvCxnSpPr/>
          <p:nvPr/>
        </p:nvCxnSpPr>
        <p:spPr>
          <a:xfrm rot="-5400000">
            <a:off x="5260249" y="2170026"/>
            <a:ext cx="27351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21"/>
          <p:cNvCxnSpPr/>
          <p:nvPr/>
        </p:nvCxnSpPr>
        <p:spPr>
          <a:xfrm rot="10800000" flipH="1">
            <a:off x="4414374" y="974028"/>
            <a:ext cx="2394000" cy="2235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21"/>
          <p:cNvCxnSpPr/>
          <p:nvPr/>
        </p:nvCxnSpPr>
        <p:spPr>
          <a:xfrm>
            <a:off x="4414374" y="3209328"/>
            <a:ext cx="2677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21"/>
          <p:cNvCxnSpPr/>
          <p:nvPr/>
        </p:nvCxnSpPr>
        <p:spPr>
          <a:xfrm rot="10800000" flipH="1">
            <a:off x="4369141" y="2643037"/>
            <a:ext cx="536100" cy="5088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6" name="Google Shape;346;p21"/>
          <p:cNvCxnSpPr/>
          <p:nvPr/>
        </p:nvCxnSpPr>
        <p:spPr>
          <a:xfrm rot="10800000" flipH="1">
            <a:off x="4970253" y="1969500"/>
            <a:ext cx="652200" cy="6153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7" name="Google Shape;347;p21"/>
          <p:cNvCxnSpPr/>
          <p:nvPr/>
        </p:nvCxnSpPr>
        <p:spPr>
          <a:xfrm rot="10800000" flipH="1">
            <a:off x="5678808" y="1049083"/>
            <a:ext cx="905100" cy="8718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8" name="Google Shape;348;p21"/>
          <p:cNvCxnSpPr/>
          <p:nvPr/>
        </p:nvCxnSpPr>
        <p:spPr>
          <a:xfrm>
            <a:off x="4422024" y="3310525"/>
            <a:ext cx="515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9" name="Google Shape;349;p21"/>
          <p:cNvCxnSpPr/>
          <p:nvPr/>
        </p:nvCxnSpPr>
        <p:spPr>
          <a:xfrm>
            <a:off x="4977522" y="3310525"/>
            <a:ext cx="650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0" name="Google Shape;350;p21"/>
          <p:cNvSpPr txBox="1"/>
          <p:nvPr/>
        </p:nvSpPr>
        <p:spPr>
          <a:xfrm flipH="1">
            <a:off x="4368933" y="2669738"/>
            <a:ext cx="335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 flipH="1">
            <a:off x="4477493" y="3365989"/>
            <a:ext cx="509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0.7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1"/>
          <p:cNvCxnSpPr/>
          <p:nvPr/>
        </p:nvCxnSpPr>
        <p:spPr>
          <a:xfrm>
            <a:off x="5675373" y="3310525"/>
            <a:ext cx="9375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3" name="Google Shape;353;p21"/>
          <p:cNvSpPr txBox="1"/>
          <p:nvPr/>
        </p:nvSpPr>
        <p:spPr>
          <a:xfrm flipH="1">
            <a:off x="5157762" y="3348196"/>
            <a:ext cx="335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 flipH="1">
            <a:off x="5959473" y="3353547"/>
            <a:ext cx="4281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1.4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 flipH="1">
            <a:off x="4994710" y="1999595"/>
            <a:ext cx="4281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1.4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 flipH="1">
            <a:off x="5823504" y="1328230"/>
            <a:ext cx="335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7" name="Google Shape;357;p21"/>
          <p:cNvCxnSpPr/>
          <p:nvPr/>
        </p:nvCxnSpPr>
        <p:spPr>
          <a:xfrm>
            <a:off x="474757" y="43920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understanding of similar triangles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2024-03-05T14:59:14.108</cp:lastPrinted>
  <dcterms:created xsi:type="dcterms:W3CDTF">2024-03-05T14:59:14Z</dcterms:created>
  <dcterms:modified xsi:type="dcterms:W3CDTF">2024-03-05T14:59:25Z</dcterms:modified>
</cp:coreProperties>
</file>