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5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55.xml"/>
  <Override ContentType="application/vnd.openxmlformats-officedocument.presentationml.slideLayout+xml" PartName="/ppt/slideLayouts/slideLayout61.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6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59.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56.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57.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58.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70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slide" Target="slides/slide27.xml"/><Relationship Id="rId30" Type="http://schemas.openxmlformats.org/officeDocument/2006/relationships/slide" Target="slides/slide26.xml"/><Relationship Id="rId33" Type="http://schemas.openxmlformats.org/officeDocument/2006/relationships/slide" Target="slides/slide29.xml"/><Relationship Id="rId32" Type="http://schemas.openxmlformats.org/officeDocument/2006/relationships/slide" Target="slides/slide28.xml"/><Relationship Id="rId35" Type="http://schemas.openxmlformats.org/officeDocument/2006/relationships/slide" Target="slides/slide31.xml"/><Relationship Id="rId34" Type="http://schemas.openxmlformats.org/officeDocument/2006/relationships/slide" Target="slides/slide30.xml"/><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9" name="Shape 749"/>
        <p:cNvGrpSpPr/>
        <p:nvPr/>
      </p:nvGrpSpPr>
      <p:grpSpPr>
        <a:xfrm>
          <a:off x="0" y="0"/>
          <a:ext cx="0" cy="0"/>
          <a:chOff x="0" y="0"/>
          <a:chExt cx="0" cy="0"/>
        </a:xfrm>
      </p:grpSpPr>
      <p:sp>
        <p:nvSpPr>
          <p:cNvPr id="750" name="Google Shape;750;g1f1e711688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1" name="Google Shape;751;g1f1e711688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5" name="Shape 755"/>
        <p:cNvGrpSpPr/>
        <p:nvPr/>
      </p:nvGrpSpPr>
      <p:grpSpPr>
        <a:xfrm>
          <a:off x="0" y="0"/>
          <a:ext cx="0" cy="0"/>
          <a:chOff x="0" y="0"/>
          <a:chExt cx="0" cy="0"/>
        </a:xfrm>
      </p:grpSpPr>
      <p:sp>
        <p:nvSpPr>
          <p:cNvPr id="756" name="Google Shape;756;g279955a40ae_0_8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7" name="Google Shape;757;g279955a40ae_0_8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0" name="Shape 760"/>
        <p:cNvGrpSpPr/>
        <p:nvPr/>
      </p:nvGrpSpPr>
      <p:grpSpPr>
        <a:xfrm>
          <a:off x="0" y="0"/>
          <a:ext cx="0" cy="0"/>
          <a:chOff x="0" y="0"/>
          <a:chExt cx="0" cy="0"/>
        </a:xfrm>
      </p:grpSpPr>
      <p:sp>
        <p:nvSpPr>
          <p:cNvPr id="761" name="Google Shape;761;g279955a40ae_0_8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2" name="Google Shape;762;g279955a40ae_0_8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5" name="Shape 765"/>
        <p:cNvGrpSpPr/>
        <p:nvPr/>
      </p:nvGrpSpPr>
      <p:grpSpPr>
        <a:xfrm>
          <a:off x="0" y="0"/>
          <a:ext cx="0" cy="0"/>
          <a:chOff x="0" y="0"/>
          <a:chExt cx="0" cy="0"/>
        </a:xfrm>
      </p:grpSpPr>
      <p:sp>
        <p:nvSpPr>
          <p:cNvPr id="766" name="Google Shape;766;g2ba6e42511a_0_29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7" name="Google Shape;767;g2ba6e42511a_0_29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2" name="Shape 772"/>
        <p:cNvGrpSpPr/>
        <p:nvPr/>
      </p:nvGrpSpPr>
      <p:grpSpPr>
        <a:xfrm>
          <a:off x="0" y="0"/>
          <a:ext cx="0" cy="0"/>
          <a:chOff x="0" y="0"/>
          <a:chExt cx="0" cy="0"/>
        </a:xfrm>
      </p:grpSpPr>
      <p:sp>
        <p:nvSpPr>
          <p:cNvPr id="773" name="Google Shape;773;g1f1e7116881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4" name="Google Shape;774;g1f1e7116881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0" name="Shape 780"/>
        <p:cNvGrpSpPr/>
        <p:nvPr/>
      </p:nvGrpSpPr>
      <p:grpSpPr>
        <a:xfrm>
          <a:off x="0" y="0"/>
          <a:ext cx="0" cy="0"/>
          <a:chOff x="0" y="0"/>
          <a:chExt cx="0" cy="0"/>
        </a:xfrm>
      </p:grpSpPr>
      <p:sp>
        <p:nvSpPr>
          <p:cNvPr id="781" name="Google Shape;781;g1f1e7116881_0_60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2" name="Google Shape;782;g1f1e7116881_0_60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7" name="Shape 807"/>
        <p:cNvGrpSpPr/>
        <p:nvPr/>
      </p:nvGrpSpPr>
      <p:grpSpPr>
        <a:xfrm>
          <a:off x="0" y="0"/>
          <a:ext cx="0" cy="0"/>
          <a:chOff x="0" y="0"/>
          <a:chExt cx="0" cy="0"/>
        </a:xfrm>
      </p:grpSpPr>
      <p:sp>
        <p:nvSpPr>
          <p:cNvPr id="808" name="Google Shape;808;g1f1e7116881_0_6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9" name="Google Shape;809;g1f1e7116881_0_6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6" name="Shape 846"/>
        <p:cNvGrpSpPr/>
        <p:nvPr/>
      </p:nvGrpSpPr>
      <p:grpSpPr>
        <a:xfrm>
          <a:off x="0" y="0"/>
          <a:ext cx="0" cy="0"/>
          <a:chOff x="0" y="0"/>
          <a:chExt cx="0" cy="0"/>
        </a:xfrm>
      </p:grpSpPr>
      <p:sp>
        <p:nvSpPr>
          <p:cNvPr id="847" name="Google Shape;847;g2ba6e42511a_0_37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8" name="Google Shape;848;g2ba6e42511a_0_37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7" name="Shape 897"/>
        <p:cNvGrpSpPr/>
        <p:nvPr/>
      </p:nvGrpSpPr>
      <p:grpSpPr>
        <a:xfrm>
          <a:off x="0" y="0"/>
          <a:ext cx="0" cy="0"/>
          <a:chOff x="0" y="0"/>
          <a:chExt cx="0" cy="0"/>
        </a:xfrm>
      </p:grpSpPr>
      <p:sp>
        <p:nvSpPr>
          <p:cNvPr id="898" name="Google Shape;898;g1f1e7116881_0_78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9" name="Google Shape;899;g1f1e7116881_0_78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6" name="Shape 966"/>
        <p:cNvGrpSpPr/>
        <p:nvPr/>
      </p:nvGrpSpPr>
      <p:grpSpPr>
        <a:xfrm>
          <a:off x="0" y="0"/>
          <a:ext cx="0" cy="0"/>
          <a:chOff x="0" y="0"/>
          <a:chExt cx="0" cy="0"/>
        </a:xfrm>
      </p:grpSpPr>
      <p:sp>
        <p:nvSpPr>
          <p:cNvPr id="967" name="Google Shape;967;g1f1e7116881_0_80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8" name="Google Shape;968;g1f1e7116881_0_80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7" name="Shape 1047"/>
        <p:cNvGrpSpPr/>
        <p:nvPr/>
      </p:nvGrpSpPr>
      <p:grpSpPr>
        <a:xfrm>
          <a:off x="0" y="0"/>
          <a:ext cx="0" cy="0"/>
          <a:chOff x="0" y="0"/>
          <a:chExt cx="0" cy="0"/>
        </a:xfrm>
      </p:grpSpPr>
      <p:sp>
        <p:nvSpPr>
          <p:cNvPr id="1048" name="Google Shape;1048;g1f1e7116881_0_70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9" name="Google Shape;1049;g1f1e7116881_0_70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8" name="Shape 1088"/>
        <p:cNvGrpSpPr/>
        <p:nvPr/>
      </p:nvGrpSpPr>
      <p:grpSpPr>
        <a:xfrm>
          <a:off x="0" y="0"/>
          <a:ext cx="0" cy="0"/>
          <a:chOff x="0" y="0"/>
          <a:chExt cx="0" cy="0"/>
        </a:xfrm>
      </p:grpSpPr>
      <p:sp>
        <p:nvSpPr>
          <p:cNvPr id="1089" name="Google Shape;1089;g1f1e7116881_0_70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0" name="Google Shape;1090;g1f1e7116881_0_70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7" name="Shape 1127"/>
        <p:cNvGrpSpPr/>
        <p:nvPr/>
      </p:nvGrpSpPr>
      <p:grpSpPr>
        <a:xfrm>
          <a:off x="0" y="0"/>
          <a:ext cx="0" cy="0"/>
          <a:chOff x="0" y="0"/>
          <a:chExt cx="0" cy="0"/>
        </a:xfrm>
      </p:grpSpPr>
      <p:sp>
        <p:nvSpPr>
          <p:cNvPr id="1128" name="Google Shape;1128;g1f1e7116881_0_71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9" name="Google Shape;1129;g1f1e7116881_0_7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2" name="Shape 1172"/>
        <p:cNvGrpSpPr/>
        <p:nvPr/>
      </p:nvGrpSpPr>
      <p:grpSpPr>
        <a:xfrm>
          <a:off x="0" y="0"/>
          <a:ext cx="0" cy="0"/>
          <a:chOff x="0" y="0"/>
          <a:chExt cx="0" cy="0"/>
        </a:xfrm>
      </p:grpSpPr>
      <p:sp>
        <p:nvSpPr>
          <p:cNvPr id="1173" name="Google Shape;1173;g1f1e7116881_0_72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4" name="Google Shape;1174;g1f1e7116881_0_72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0" name="Shape 1200"/>
        <p:cNvGrpSpPr/>
        <p:nvPr/>
      </p:nvGrpSpPr>
      <p:grpSpPr>
        <a:xfrm>
          <a:off x="0" y="0"/>
          <a:ext cx="0" cy="0"/>
          <a:chOff x="0" y="0"/>
          <a:chExt cx="0" cy="0"/>
        </a:xfrm>
      </p:grpSpPr>
      <p:sp>
        <p:nvSpPr>
          <p:cNvPr id="1201" name="Google Shape;1201;g1f1e7116881_0_72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2" name="Google Shape;1202;g1f1e7116881_0_72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5" name="Shape 1225"/>
        <p:cNvGrpSpPr/>
        <p:nvPr/>
      </p:nvGrpSpPr>
      <p:grpSpPr>
        <a:xfrm>
          <a:off x="0" y="0"/>
          <a:ext cx="0" cy="0"/>
          <a:chOff x="0" y="0"/>
          <a:chExt cx="0" cy="0"/>
        </a:xfrm>
      </p:grpSpPr>
      <p:sp>
        <p:nvSpPr>
          <p:cNvPr id="1226" name="Google Shape;1226;g1f1e7116881_0_73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7" name="Google Shape;1227;g1f1e7116881_0_73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8" name="Shape 1268"/>
        <p:cNvGrpSpPr/>
        <p:nvPr/>
      </p:nvGrpSpPr>
      <p:grpSpPr>
        <a:xfrm>
          <a:off x="0" y="0"/>
          <a:ext cx="0" cy="0"/>
          <a:chOff x="0" y="0"/>
          <a:chExt cx="0" cy="0"/>
        </a:xfrm>
      </p:grpSpPr>
      <p:sp>
        <p:nvSpPr>
          <p:cNvPr id="1269" name="Google Shape;1269;g1f1e7116881_0_75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0" name="Google Shape;1270;g1f1e7116881_0_75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3" name="Shape 1313"/>
        <p:cNvGrpSpPr/>
        <p:nvPr/>
      </p:nvGrpSpPr>
      <p:grpSpPr>
        <a:xfrm>
          <a:off x="0" y="0"/>
          <a:ext cx="0" cy="0"/>
          <a:chOff x="0" y="0"/>
          <a:chExt cx="0" cy="0"/>
        </a:xfrm>
      </p:grpSpPr>
      <p:sp>
        <p:nvSpPr>
          <p:cNvPr id="1314" name="Google Shape;1314;g1f1e7116881_0_75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5" name="Google Shape;1315;g1f1e7116881_0_75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4" name="Shape 1364"/>
        <p:cNvGrpSpPr/>
        <p:nvPr/>
      </p:nvGrpSpPr>
      <p:grpSpPr>
        <a:xfrm>
          <a:off x="0" y="0"/>
          <a:ext cx="0" cy="0"/>
          <a:chOff x="0" y="0"/>
          <a:chExt cx="0" cy="0"/>
        </a:xfrm>
      </p:grpSpPr>
      <p:sp>
        <p:nvSpPr>
          <p:cNvPr id="1365" name="Google Shape;1365;g1f1e7116881_0_8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6" name="Google Shape;1366;g1f1e7116881_0_8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8" name="Shape 1388"/>
        <p:cNvGrpSpPr/>
        <p:nvPr/>
      </p:nvGrpSpPr>
      <p:grpSpPr>
        <a:xfrm>
          <a:off x="0" y="0"/>
          <a:ext cx="0" cy="0"/>
          <a:chOff x="0" y="0"/>
          <a:chExt cx="0" cy="0"/>
        </a:xfrm>
      </p:grpSpPr>
      <p:sp>
        <p:nvSpPr>
          <p:cNvPr id="1389" name="Google Shape;1389;g1f1e7116881_0_76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0" name="Google Shape;1390;g1f1e7116881_0_76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4" name="Shape 1414"/>
        <p:cNvGrpSpPr/>
        <p:nvPr/>
      </p:nvGrpSpPr>
      <p:grpSpPr>
        <a:xfrm>
          <a:off x="0" y="0"/>
          <a:ext cx="0" cy="0"/>
          <a:chOff x="0" y="0"/>
          <a:chExt cx="0" cy="0"/>
        </a:xfrm>
      </p:grpSpPr>
      <p:sp>
        <p:nvSpPr>
          <p:cNvPr id="1415" name="Google Shape;1415;g1f1e7116881_0_82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16" name="Google Shape;1416;g1f1e7116881_0_82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8" name="Shape 1448"/>
        <p:cNvGrpSpPr/>
        <p:nvPr/>
      </p:nvGrpSpPr>
      <p:grpSpPr>
        <a:xfrm>
          <a:off x="0" y="0"/>
          <a:ext cx="0" cy="0"/>
          <a:chOff x="0" y="0"/>
          <a:chExt cx="0" cy="0"/>
        </a:xfrm>
      </p:grpSpPr>
      <p:sp>
        <p:nvSpPr>
          <p:cNvPr id="1449" name="Google Shape;1449;g2ba6e42511a_0_28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0" name="Google Shape;1450;g2ba6e42511a_0_28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8" name="Shape 1518"/>
        <p:cNvGrpSpPr/>
        <p:nvPr/>
      </p:nvGrpSpPr>
      <p:grpSpPr>
        <a:xfrm>
          <a:off x="0" y="0"/>
          <a:ext cx="0" cy="0"/>
          <a:chOff x="0" y="0"/>
          <a:chExt cx="0" cy="0"/>
        </a:xfrm>
      </p:grpSpPr>
      <p:sp>
        <p:nvSpPr>
          <p:cNvPr id="1519" name="Google Shape;1519;g2ba6e42511a_0_289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0" name="Google Shape;1520;g2ba6e42511a_0_289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5" name="Shape 1595"/>
        <p:cNvGrpSpPr/>
        <p:nvPr/>
      </p:nvGrpSpPr>
      <p:grpSpPr>
        <a:xfrm>
          <a:off x="0" y="0"/>
          <a:ext cx="0" cy="0"/>
          <a:chOff x="0" y="0"/>
          <a:chExt cx="0" cy="0"/>
        </a:xfrm>
      </p:grpSpPr>
      <p:sp>
        <p:nvSpPr>
          <p:cNvPr id="1596" name="Google Shape;1596;g2ba6e42511a_0_17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7" name="Google Shape;1597;g2ba6e42511a_0_17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3" name="Shape 1603"/>
        <p:cNvGrpSpPr/>
        <p:nvPr/>
      </p:nvGrpSpPr>
      <p:grpSpPr>
        <a:xfrm>
          <a:off x="0" y="0"/>
          <a:ext cx="0" cy="0"/>
          <a:chOff x="0" y="0"/>
          <a:chExt cx="0" cy="0"/>
        </a:xfrm>
      </p:grpSpPr>
      <p:sp>
        <p:nvSpPr>
          <p:cNvPr id="1604" name="Google Shape;1604;g2ba6e42511a_0_12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05" name="Google Shape;1605;g2ba6e42511a_0_12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9" name="Shape 1639"/>
        <p:cNvGrpSpPr/>
        <p:nvPr/>
      </p:nvGrpSpPr>
      <p:grpSpPr>
        <a:xfrm>
          <a:off x="0" y="0"/>
          <a:ext cx="0" cy="0"/>
          <a:chOff x="0" y="0"/>
          <a:chExt cx="0" cy="0"/>
        </a:xfrm>
      </p:grpSpPr>
      <p:sp>
        <p:nvSpPr>
          <p:cNvPr id="1640" name="Google Shape;1640;g2ba6e42511a_0_13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1" name="Google Shape;1641;g2ba6e42511a_0_13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3" name="Shape 1673"/>
        <p:cNvGrpSpPr/>
        <p:nvPr/>
      </p:nvGrpSpPr>
      <p:grpSpPr>
        <a:xfrm>
          <a:off x="0" y="0"/>
          <a:ext cx="0" cy="0"/>
          <a:chOff x="0" y="0"/>
          <a:chExt cx="0" cy="0"/>
        </a:xfrm>
      </p:grpSpPr>
      <p:sp>
        <p:nvSpPr>
          <p:cNvPr id="1674" name="Google Shape;1674;g2ba6e42511a_0_13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5" name="Google Shape;1675;g2ba6e42511a_0_13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0" name="Shape 1710"/>
        <p:cNvGrpSpPr/>
        <p:nvPr/>
      </p:nvGrpSpPr>
      <p:grpSpPr>
        <a:xfrm>
          <a:off x="0" y="0"/>
          <a:ext cx="0" cy="0"/>
          <a:chOff x="0" y="0"/>
          <a:chExt cx="0" cy="0"/>
        </a:xfrm>
      </p:grpSpPr>
      <p:sp>
        <p:nvSpPr>
          <p:cNvPr id="1711" name="Google Shape;1711;g2ba6e42511a_0_13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2" name="Google Shape;1712;g2ba6e42511a_0_13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0" name="Shape 1750"/>
        <p:cNvGrpSpPr/>
        <p:nvPr/>
      </p:nvGrpSpPr>
      <p:grpSpPr>
        <a:xfrm>
          <a:off x="0" y="0"/>
          <a:ext cx="0" cy="0"/>
          <a:chOff x="0" y="0"/>
          <a:chExt cx="0" cy="0"/>
        </a:xfrm>
      </p:grpSpPr>
      <p:sp>
        <p:nvSpPr>
          <p:cNvPr id="1751" name="Google Shape;1751;g2ba6e42511a_0_14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2" name="Google Shape;1752;g2ba6e42511a_0_14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2" name="Shape 1782"/>
        <p:cNvGrpSpPr/>
        <p:nvPr/>
      </p:nvGrpSpPr>
      <p:grpSpPr>
        <a:xfrm>
          <a:off x="0" y="0"/>
          <a:ext cx="0" cy="0"/>
          <a:chOff x="0" y="0"/>
          <a:chExt cx="0" cy="0"/>
        </a:xfrm>
      </p:grpSpPr>
      <p:sp>
        <p:nvSpPr>
          <p:cNvPr id="1783" name="Google Shape;1783;g2ba6e42511a_0_14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4" name="Google Shape;1784;g2ba6e42511a_0_14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6" name="Shape 1816"/>
        <p:cNvGrpSpPr/>
        <p:nvPr/>
      </p:nvGrpSpPr>
      <p:grpSpPr>
        <a:xfrm>
          <a:off x="0" y="0"/>
          <a:ext cx="0" cy="0"/>
          <a:chOff x="0" y="0"/>
          <a:chExt cx="0" cy="0"/>
        </a:xfrm>
      </p:grpSpPr>
      <p:sp>
        <p:nvSpPr>
          <p:cNvPr id="1817" name="Google Shape;1817;g2ba6e42511a_0_19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18" name="Google Shape;1818;g2ba6e42511a_0_19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9" name="Shape 1849"/>
        <p:cNvGrpSpPr/>
        <p:nvPr/>
      </p:nvGrpSpPr>
      <p:grpSpPr>
        <a:xfrm>
          <a:off x="0" y="0"/>
          <a:ext cx="0" cy="0"/>
          <a:chOff x="0" y="0"/>
          <a:chExt cx="0" cy="0"/>
        </a:xfrm>
      </p:grpSpPr>
      <p:sp>
        <p:nvSpPr>
          <p:cNvPr id="1850" name="Google Shape;1850;g2ba6e42511a_0_19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1" name="Google Shape;1851;g2ba6e42511a_0_19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8" name="Shape 1878"/>
        <p:cNvGrpSpPr/>
        <p:nvPr/>
      </p:nvGrpSpPr>
      <p:grpSpPr>
        <a:xfrm>
          <a:off x="0" y="0"/>
          <a:ext cx="0" cy="0"/>
          <a:chOff x="0" y="0"/>
          <a:chExt cx="0" cy="0"/>
        </a:xfrm>
      </p:grpSpPr>
      <p:sp>
        <p:nvSpPr>
          <p:cNvPr id="1879" name="Google Shape;1879;g2ba6e42511a_0_14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80" name="Google Shape;1880;g2ba6e42511a_0_14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5" name="Shape 1945"/>
        <p:cNvGrpSpPr/>
        <p:nvPr/>
      </p:nvGrpSpPr>
      <p:grpSpPr>
        <a:xfrm>
          <a:off x="0" y="0"/>
          <a:ext cx="0" cy="0"/>
          <a:chOff x="0" y="0"/>
          <a:chExt cx="0" cy="0"/>
        </a:xfrm>
      </p:grpSpPr>
      <p:sp>
        <p:nvSpPr>
          <p:cNvPr id="1946" name="Google Shape;1946;g2ba6e42511a_0_15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7" name="Google Shape;1947;g2ba6e42511a_0_15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7" name="Shape 1987"/>
        <p:cNvGrpSpPr/>
        <p:nvPr/>
      </p:nvGrpSpPr>
      <p:grpSpPr>
        <a:xfrm>
          <a:off x="0" y="0"/>
          <a:ext cx="0" cy="0"/>
          <a:chOff x="0" y="0"/>
          <a:chExt cx="0" cy="0"/>
        </a:xfrm>
      </p:grpSpPr>
      <p:sp>
        <p:nvSpPr>
          <p:cNvPr id="1988" name="Google Shape;1988;g2ba6e42511a_0_15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9" name="Google Shape;1989;g2ba6e42511a_0_15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7" name="Shape 2007"/>
        <p:cNvGrpSpPr/>
        <p:nvPr/>
      </p:nvGrpSpPr>
      <p:grpSpPr>
        <a:xfrm>
          <a:off x="0" y="0"/>
          <a:ext cx="0" cy="0"/>
          <a:chOff x="0" y="0"/>
          <a:chExt cx="0" cy="0"/>
        </a:xfrm>
      </p:grpSpPr>
      <p:sp>
        <p:nvSpPr>
          <p:cNvPr id="2008" name="Google Shape;2008;g2ba6e42511a_0_15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9" name="Google Shape;2009;g2ba6e42511a_0_15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8" name="Shape 2028"/>
        <p:cNvGrpSpPr/>
        <p:nvPr/>
      </p:nvGrpSpPr>
      <p:grpSpPr>
        <a:xfrm>
          <a:off x="0" y="0"/>
          <a:ext cx="0" cy="0"/>
          <a:chOff x="0" y="0"/>
          <a:chExt cx="0" cy="0"/>
        </a:xfrm>
      </p:grpSpPr>
      <p:sp>
        <p:nvSpPr>
          <p:cNvPr id="2029" name="Google Shape;2029;g2ba6e42511a_0_15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0" name="Google Shape;2030;g2ba6e42511a_0_15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5" name="Shape 2055"/>
        <p:cNvGrpSpPr/>
        <p:nvPr/>
      </p:nvGrpSpPr>
      <p:grpSpPr>
        <a:xfrm>
          <a:off x="0" y="0"/>
          <a:ext cx="0" cy="0"/>
          <a:chOff x="0" y="0"/>
          <a:chExt cx="0" cy="0"/>
        </a:xfrm>
      </p:grpSpPr>
      <p:sp>
        <p:nvSpPr>
          <p:cNvPr id="2056" name="Google Shape;2056;g2ba6e42511a_0_16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7" name="Google Shape;2057;g2ba6e42511a_0_16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6" name="Shape 2086"/>
        <p:cNvGrpSpPr/>
        <p:nvPr/>
      </p:nvGrpSpPr>
      <p:grpSpPr>
        <a:xfrm>
          <a:off x="0" y="0"/>
          <a:ext cx="0" cy="0"/>
          <a:chOff x="0" y="0"/>
          <a:chExt cx="0" cy="0"/>
        </a:xfrm>
      </p:grpSpPr>
      <p:sp>
        <p:nvSpPr>
          <p:cNvPr id="2087" name="Google Shape;2087;g2ba6e42511a_0_20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8" name="Google Shape;2088;g2ba6e42511a_0_20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9" name="Shape 2109"/>
        <p:cNvGrpSpPr/>
        <p:nvPr/>
      </p:nvGrpSpPr>
      <p:grpSpPr>
        <a:xfrm>
          <a:off x="0" y="0"/>
          <a:ext cx="0" cy="0"/>
          <a:chOff x="0" y="0"/>
          <a:chExt cx="0" cy="0"/>
        </a:xfrm>
      </p:grpSpPr>
      <p:sp>
        <p:nvSpPr>
          <p:cNvPr id="2110" name="Google Shape;2110;g2ba6e42511a_0_23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11" name="Google Shape;2111;g2ba6e42511a_0_23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6" name="Shape 2196"/>
        <p:cNvGrpSpPr/>
        <p:nvPr/>
      </p:nvGrpSpPr>
      <p:grpSpPr>
        <a:xfrm>
          <a:off x="0" y="0"/>
          <a:ext cx="0" cy="0"/>
          <a:chOff x="0" y="0"/>
          <a:chExt cx="0" cy="0"/>
        </a:xfrm>
      </p:grpSpPr>
      <p:sp>
        <p:nvSpPr>
          <p:cNvPr id="2197" name="Google Shape;2197;g2ba6e42511a_0_26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8" name="Google Shape;2198;g2ba6e42511a_0_26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9" name="Shape 2239"/>
        <p:cNvGrpSpPr/>
        <p:nvPr/>
      </p:nvGrpSpPr>
      <p:grpSpPr>
        <a:xfrm>
          <a:off x="0" y="0"/>
          <a:ext cx="0" cy="0"/>
          <a:chOff x="0" y="0"/>
          <a:chExt cx="0" cy="0"/>
        </a:xfrm>
      </p:grpSpPr>
      <p:sp>
        <p:nvSpPr>
          <p:cNvPr id="2240" name="Google Shape;2240;g2ba6e42511a_0_24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1" name="Google Shape;2241;g2ba6e42511a_0_24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6" name="Shape 2336"/>
        <p:cNvGrpSpPr/>
        <p:nvPr/>
      </p:nvGrpSpPr>
      <p:grpSpPr>
        <a:xfrm>
          <a:off x="0" y="0"/>
          <a:ext cx="0" cy="0"/>
          <a:chOff x="0" y="0"/>
          <a:chExt cx="0" cy="0"/>
        </a:xfrm>
      </p:grpSpPr>
      <p:sp>
        <p:nvSpPr>
          <p:cNvPr id="2337" name="Google Shape;2337;g2ba6e42511a_0_27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38" name="Google Shape;2338;g2ba6e42511a_0_27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2" name="Shape 2382"/>
        <p:cNvGrpSpPr/>
        <p:nvPr/>
      </p:nvGrpSpPr>
      <p:grpSpPr>
        <a:xfrm>
          <a:off x="0" y="0"/>
          <a:ext cx="0" cy="0"/>
          <a:chOff x="0" y="0"/>
          <a:chExt cx="0" cy="0"/>
        </a:xfrm>
      </p:grpSpPr>
      <p:sp>
        <p:nvSpPr>
          <p:cNvPr id="2383" name="Google Shape;2383;g279955a40ae_0_8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84" name="Google Shape;2384;g279955a40ae_0_8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8" name="Shape 2388"/>
        <p:cNvGrpSpPr/>
        <p:nvPr/>
      </p:nvGrpSpPr>
      <p:grpSpPr>
        <a:xfrm>
          <a:off x="0" y="0"/>
          <a:ext cx="0" cy="0"/>
          <a:chOff x="0" y="0"/>
          <a:chExt cx="0" cy="0"/>
        </a:xfrm>
      </p:grpSpPr>
      <p:sp>
        <p:nvSpPr>
          <p:cNvPr id="2389" name="Google Shape;2389;g279955a40ae_0_8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0" name="Google Shape;2390;g279955a40ae_0_8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6.pn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10.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2.png"/><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6.png"/><Relationship Id="rId4" Type="http://schemas.openxmlformats.org/officeDocument/2006/relationships/image" Target="../media/image3.png"/><Relationship Id="rId5" Type="http://schemas.openxmlformats.org/officeDocument/2006/relationships/image" Target="../media/image9.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 Id="rId3" Type="http://schemas.openxmlformats.org/officeDocument/2006/relationships/image" Target="../media/image6.png"/><Relationship Id="rId4" Type="http://schemas.openxmlformats.org/officeDocument/2006/relationships/image" Target="../media/image10.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0.png"/><Relationship Id="rId4" Type="http://schemas.openxmlformats.org/officeDocument/2006/relationships/image" Target="../media/image7.png"/><Relationship Id="rId5" Type="http://schemas.openxmlformats.org/officeDocument/2006/relationships/image" Target="../media/image17.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15.png"/><Relationship Id="rId4" Type="http://schemas.openxmlformats.org/officeDocument/2006/relationships/image" Target="../media/image6.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6.png"/><Relationship Id="rId4" Type="http://schemas.openxmlformats.org/officeDocument/2006/relationships/image" Target="../media/image14.png"/><Relationship Id="rId5" Type="http://schemas.openxmlformats.org/officeDocument/2006/relationships/image" Target="../media/image20.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 Id="rId3" Type="http://schemas.openxmlformats.org/officeDocument/2006/relationships/image" Target="../media/image13.png"/><Relationship Id="rId4" Type="http://schemas.openxmlformats.org/officeDocument/2006/relationships/image" Target="../media/image6.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18.png"/><Relationship Id="rId4" Type="http://schemas.openxmlformats.org/officeDocument/2006/relationships/image" Target="../media/image16.png"/><Relationship Id="rId5" Type="http://schemas.openxmlformats.org/officeDocument/2006/relationships/image" Target="../media/image19.png"/><Relationship Id="rId6" Type="http://schemas.openxmlformats.org/officeDocument/2006/relationships/image" Target="../media/image21.png"/><Relationship Id="rId7" Type="http://schemas.openxmlformats.org/officeDocument/2006/relationships/image" Target="../media/image24.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png"/><Relationship Id="rId3" Type="http://schemas.openxmlformats.org/officeDocument/2006/relationships/image" Target="../media/image25.png"/><Relationship Id="rId4" Type="http://schemas.openxmlformats.org/officeDocument/2006/relationships/image" Target="../media/image65.png"/><Relationship Id="rId5" Type="http://schemas.openxmlformats.org/officeDocument/2006/relationships/image" Target="../media/image28.png"/><Relationship Id="rId6" Type="http://schemas.openxmlformats.org/officeDocument/2006/relationships/image" Target="../media/image29.png"/><Relationship Id="rId7" Type="http://schemas.openxmlformats.org/officeDocument/2006/relationships/image" Target="../media/image23.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7.png"/><Relationship Id="rId3" Type="http://schemas.openxmlformats.org/officeDocument/2006/relationships/image" Target="../media/image65.png"/><Relationship Id="rId4" Type="http://schemas.openxmlformats.org/officeDocument/2006/relationships/image" Target="../media/image22.png"/><Relationship Id="rId9" Type="http://schemas.openxmlformats.org/officeDocument/2006/relationships/image" Target="../media/image23.png"/><Relationship Id="rId5" Type="http://schemas.openxmlformats.org/officeDocument/2006/relationships/image" Target="../media/image25.png"/><Relationship Id="rId6" Type="http://schemas.openxmlformats.org/officeDocument/2006/relationships/image" Target="../media/image30.png"/><Relationship Id="rId7" Type="http://schemas.openxmlformats.org/officeDocument/2006/relationships/image" Target="../media/image28.png"/><Relationship Id="rId8" Type="http://schemas.openxmlformats.org/officeDocument/2006/relationships/image" Target="../media/image29.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7.png"/><Relationship Id="rId3" Type="http://schemas.openxmlformats.org/officeDocument/2006/relationships/image" Target="../media/image65.png"/><Relationship Id="rId4" Type="http://schemas.openxmlformats.org/officeDocument/2006/relationships/image" Target="../media/image31.png"/><Relationship Id="rId11" Type="http://schemas.openxmlformats.org/officeDocument/2006/relationships/image" Target="../media/image23.png"/><Relationship Id="rId10" Type="http://schemas.openxmlformats.org/officeDocument/2006/relationships/image" Target="../media/image37.png"/><Relationship Id="rId9" Type="http://schemas.openxmlformats.org/officeDocument/2006/relationships/image" Target="../media/image29.png"/><Relationship Id="rId5" Type="http://schemas.openxmlformats.org/officeDocument/2006/relationships/image" Target="../media/image22.png"/><Relationship Id="rId6" Type="http://schemas.openxmlformats.org/officeDocument/2006/relationships/image" Target="../media/image25.png"/><Relationship Id="rId7" Type="http://schemas.openxmlformats.org/officeDocument/2006/relationships/image" Target="../media/image30.png"/><Relationship Id="rId8" Type="http://schemas.openxmlformats.org/officeDocument/2006/relationships/image" Target="../media/image28.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36.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36.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36.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36.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36.png"/><Relationship Id="rId4" Type="http://schemas.openxmlformats.org/officeDocument/2006/relationships/image" Target="../media/image42.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36.png"/><Relationship Id="rId4" Type="http://schemas.openxmlformats.org/officeDocument/2006/relationships/image" Target="../media/image42.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36.png"/><Relationship Id="rId4" Type="http://schemas.openxmlformats.org/officeDocument/2006/relationships/image" Target="../media/image42.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36.png"/><Relationship Id="rId4" Type="http://schemas.openxmlformats.org/officeDocument/2006/relationships/image" Target="../media/image42.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4.png"/><Relationship Id="rId3" Type="http://schemas.openxmlformats.org/officeDocument/2006/relationships/image" Target="../media/image35.png"/><Relationship Id="rId4" Type="http://schemas.openxmlformats.org/officeDocument/2006/relationships/image" Target="../media/image42.png"/><Relationship Id="rId5" Type="http://schemas.openxmlformats.org/officeDocument/2006/relationships/image" Target="../media/image43.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image" Target="../media/image44.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image" Target="../media/image44.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image" Target="../media/image44.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2.png"/><Relationship Id="rId4" Type="http://schemas.openxmlformats.org/officeDocument/2006/relationships/image" Target="../media/image43.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2.png"/><Relationship Id="rId4" Type="http://schemas.openxmlformats.org/officeDocument/2006/relationships/image" Target="../media/image43.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2.png"/><Relationship Id="rId4" Type="http://schemas.openxmlformats.org/officeDocument/2006/relationships/image" Target="../media/image43.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2.png"/><Relationship Id="rId4" Type="http://schemas.openxmlformats.org/officeDocument/2006/relationships/image" Target="../media/image43.pn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2.png"/><Relationship Id="rId4" Type="http://schemas.openxmlformats.org/officeDocument/2006/relationships/image" Target="../media/image43.pn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2.png"/><Relationship Id="rId4" Type="http://schemas.openxmlformats.org/officeDocument/2006/relationships/image" Target="../media/image43.pn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2.png"/><Relationship Id="rId4" Type="http://schemas.openxmlformats.org/officeDocument/2006/relationships/image" Target="../media/image43.pn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2.png"/><Relationship Id="rId4" Type="http://schemas.openxmlformats.org/officeDocument/2006/relationships/image" Target="../media/image43.pn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2.png"/><Relationship Id="rId4" Type="http://schemas.openxmlformats.org/officeDocument/2006/relationships/image" Target="../media/image43.pn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2.png"/><Relationship Id="rId4" Type="http://schemas.openxmlformats.org/officeDocument/2006/relationships/image" Target="../media/image43.pn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2.png"/><Relationship Id="rId4" Type="http://schemas.openxmlformats.org/officeDocument/2006/relationships/image" Target="../media/image43.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2.png"/><Relationship Id="rId4" Type="http://schemas.openxmlformats.org/officeDocument/2006/relationships/image" Target="../media/image43.pn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2.pn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2.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2.pn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2.pn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8.pn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8.pn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8.pn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8.pn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5.png"/><Relationship Id="rId3" Type="http://schemas.openxmlformats.org/officeDocument/2006/relationships/image" Target="../media/image46.png"/></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8.png"/><Relationship Id="rId3" Type="http://schemas.openxmlformats.org/officeDocument/2006/relationships/image" Target="../media/image46.png"/></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9.png"/><Relationship Id="rId3" Type="http://schemas.openxmlformats.org/officeDocument/2006/relationships/image" Target="../media/image46.png"/></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0.png"/><Relationship Id="rId3" Type="http://schemas.openxmlformats.org/officeDocument/2006/relationships/image" Target="../media/image46.png"/></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3.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English" showMasterSp="0">
  <p:cSld name="Title Slide 2_1">
    <p:bg>
      <p:bgPr>
        <a:solidFill>
          <a:srgbClr val="BEF2BD"/>
        </a:solidFill>
      </p:bgPr>
    </p:bg>
    <p:spTree>
      <p:nvGrpSpPr>
        <p:cNvPr id="9" name="Shape 9"/>
        <p:cNvGrpSpPr/>
        <p:nvPr/>
      </p:nvGrpSpPr>
      <p:grpSpPr>
        <a:xfrm>
          <a:off x="0" y="0"/>
          <a:ext cx="0" cy="0"/>
          <a:chOff x="0" y="0"/>
          <a:chExt cx="0" cy="0"/>
        </a:xfrm>
      </p:grpSpPr>
      <p:pic>
        <p:nvPicPr>
          <p:cNvPr id="10" name="Google Shape;10;p2"/>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11" name="Google Shape;11;p2"/>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English</a:t>
            </a:r>
            <a:endParaRPr b="1" sz="1700">
              <a:latin typeface="Lexend"/>
              <a:ea typeface="Lexend"/>
              <a:cs typeface="Lexend"/>
              <a:sym typeface="Lexend"/>
            </a:endParaRPr>
          </a:p>
        </p:txBody>
      </p:sp>
      <p:sp>
        <p:nvSpPr>
          <p:cNvPr id="12" name="Google Shape;12;p2"/>
          <p:cNvSpPr txBox="1"/>
          <p:nvPr>
            <p:ph type="ctrTitle"/>
          </p:nvPr>
        </p:nvSpPr>
        <p:spPr>
          <a:xfrm>
            <a:off x="323850" y="810000"/>
            <a:ext cx="54507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 name="Google Shape;13;p2"/>
          <p:cNvSpPr txBox="1"/>
          <p:nvPr>
            <p:ph idx="1" type="subTitle"/>
          </p:nvPr>
        </p:nvSpPr>
        <p:spPr>
          <a:xfrm>
            <a:off x="890225" y="4327975"/>
            <a:ext cx="59862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14" name="Google Shape;14;p2"/>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pic>
        <p:nvPicPr>
          <p:cNvPr id="15" name="Google Shape;15;p2"/>
          <p:cNvPicPr preferRelativeResize="0"/>
          <p:nvPr/>
        </p:nvPicPr>
        <p:blipFill>
          <a:blip r:embed="rId4">
            <a:alphaModFix/>
          </a:blip>
          <a:stretch>
            <a:fillRect/>
          </a:stretch>
        </p:blipFill>
        <p:spPr>
          <a:xfrm>
            <a:off x="6156975" y="0"/>
            <a:ext cx="2987025" cy="3854074"/>
          </a:xfrm>
          <a:prstGeom prst="rect">
            <a:avLst/>
          </a:prstGeom>
          <a:noFill/>
          <a:ln>
            <a:noFill/>
          </a:ln>
        </p:spPr>
      </p:pic>
      <p:sp>
        <p:nvSpPr>
          <p:cNvPr id="16" name="Google Shape;16;p2"/>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extLst>
    <p:ext uri="{DCECCB84-F9BA-43D5-87BE-67443E8EF086}">
      <p15:sldGuideLst>
        <p15:guide id="1" orient="horz" pos="2867">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aths" showMasterSp="0">
  <p:cSld name="Title Slide 2_1_1">
    <p:bg>
      <p:bgPr>
        <a:solidFill>
          <a:srgbClr val="BEF2BD"/>
        </a:solidFill>
      </p:bgPr>
    </p:bg>
    <p:spTree>
      <p:nvGrpSpPr>
        <p:cNvPr id="17" name="Shape 17"/>
        <p:cNvGrpSpPr/>
        <p:nvPr/>
      </p:nvGrpSpPr>
      <p:grpSpPr>
        <a:xfrm>
          <a:off x="0" y="0"/>
          <a:ext cx="0" cy="0"/>
          <a:chOff x="0" y="0"/>
          <a:chExt cx="0" cy="0"/>
        </a:xfrm>
      </p:grpSpPr>
      <p:pic>
        <p:nvPicPr>
          <p:cNvPr id="18" name="Google Shape;18;p3"/>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19" name="Google Shape;19;p3"/>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0" name="Google Shape;20;p3"/>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Maths</a:t>
            </a:r>
            <a:endParaRPr b="1" sz="1700">
              <a:latin typeface="Lexend"/>
              <a:ea typeface="Lexend"/>
              <a:cs typeface="Lexend"/>
              <a:sym typeface="Lexend"/>
            </a:endParaRPr>
          </a:p>
        </p:txBody>
      </p:sp>
      <p:sp>
        <p:nvSpPr>
          <p:cNvPr id="21" name="Google Shape;21;p3"/>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22" name="Google Shape;22;p3"/>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23" name="Google Shape;23;p3"/>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24" name="Google Shape;24;p3"/>
          <p:cNvPicPr preferRelativeResize="0"/>
          <p:nvPr/>
        </p:nvPicPr>
        <p:blipFill rotWithShape="1">
          <a:blip r:embed="rId4">
            <a:alphaModFix/>
          </a:blip>
          <a:srcRect b="0" l="6209" r="6209" t="0"/>
          <a:stretch/>
        </p:blipFill>
        <p:spPr>
          <a:xfrm>
            <a:off x="324000" y="4008600"/>
            <a:ext cx="707200" cy="1280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Geography" showMasterSp="0">
  <p:cSld name="Title Slide 2_1_1_1">
    <p:bg>
      <p:bgPr>
        <a:solidFill>
          <a:srgbClr val="BEF2BD"/>
        </a:solidFill>
      </p:bgPr>
    </p:bg>
    <p:spTree>
      <p:nvGrpSpPr>
        <p:cNvPr id="25" name="Shape 25"/>
        <p:cNvGrpSpPr/>
        <p:nvPr/>
      </p:nvGrpSpPr>
      <p:grpSpPr>
        <a:xfrm>
          <a:off x="0" y="0"/>
          <a:ext cx="0" cy="0"/>
          <a:chOff x="0" y="0"/>
          <a:chExt cx="0" cy="0"/>
        </a:xfrm>
      </p:grpSpPr>
      <p:pic>
        <p:nvPicPr>
          <p:cNvPr id="26" name="Google Shape;26;p4"/>
          <p:cNvPicPr preferRelativeResize="0"/>
          <p:nvPr/>
        </p:nvPicPr>
        <p:blipFill rotWithShape="1">
          <a:blip r:embed="rId2">
            <a:alphaModFix/>
          </a:blip>
          <a:srcRect b="0" l="6209" r="6209" t="0"/>
          <a:stretch/>
        </p:blipFill>
        <p:spPr>
          <a:xfrm>
            <a:off x="324000" y="4008600"/>
            <a:ext cx="1259825" cy="128000"/>
          </a:xfrm>
          <a:prstGeom prst="rect">
            <a:avLst/>
          </a:prstGeom>
          <a:noFill/>
          <a:ln>
            <a:noFill/>
          </a:ln>
        </p:spPr>
      </p:pic>
      <p:pic>
        <p:nvPicPr>
          <p:cNvPr id="27" name="Google Shape;27;p4"/>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28" name="Google Shape;28;p4"/>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9" name="Google Shape;29;p4"/>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Geography</a:t>
            </a:r>
            <a:endParaRPr b="1" sz="1700">
              <a:latin typeface="Lexend"/>
              <a:ea typeface="Lexend"/>
              <a:cs typeface="Lexend"/>
              <a:sym typeface="Lexend"/>
            </a:endParaRPr>
          </a:p>
        </p:txBody>
      </p:sp>
      <p:sp>
        <p:nvSpPr>
          <p:cNvPr id="30" name="Google Shape;30;p4"/>
          <p:cNvSpPr txBox="1"/>
          <p:nvPr>
            <p:ph idx="1" type="subTitle"/>
          </p:nvPr>
        </p:nvSpPr>
        <p:spPr>
          <a:xfrm>
            <a:off x="890225" y="4327975"/>
            <a:ext cx="59976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31" name="Google Shape;31;p4"/>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32" name="Google Shape;32;p4"/>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History" showMasterSp="0">
  <p:cSld name="Title Slide 2_1_1_1_1">
    <p:bg>
      <p:bgPr>
        <a:solidFill>
          <a:srgbClr val="BEF2BD"/>
        </a:solidFill>
      </p:bgPr>
    </p:bg>
    <p:spTree>
      <p:nvGrpSpPr>
        <p:cNvPr id="33" name="Shape 33"/>
        <p:cNvGrpSpPr/>
        <p:nvPr/>
      </p:nvGrpSpPr>
      <p:grpSpPr>
        <a:xfrm>
          <a:off x="0" y="0"/>
          <a:ext cx="0" cy="0"/>
          <a:chOff x="0" y="0"/>
          <a:chExt cx="0" cy="0"/>
        </a:xfrm>
      </p:grpSpPr>
      <p:pic>
        <p:nvPicPr>
          <p:cNvPr id="34" name="Google Shape;34;p5"/>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35" name="Google Shape;35;p5"/>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 name="Google Shape;36;p5"/>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History</a:t>
            </a:r>
            <a:endParaRPr b="1" sz="1700">
              <a:latin typeface="Lexend"/>
              <a:ea typeface="Lexend"/>
              <a:cs typeface="Lexend"/>
              <a:sym typeface="Lexend"/>
            </a:endParaRPr>
          </a:p>
        </p:txBody>
      </p:sp>
      <p:sp>
        <p:nvSpPr>
          <p:cNvPr id="37" name="Google Shape;37;p5"/>
          <p:cNvSpPr txBox="1"/>
          <p:nvPr>
            <p:ph idx="1" type="subTitle"/>
          </p:nvPr>
        </p:nvSpPr>
        <p:spPr>
          <a:xfrm>
            <a:off x="890225" y="4327975"/>
            <a:ext cx="58041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38" name="Google Shape;38;p5"/>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39" name="Google Shape;39;p5"/>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grpSp>
        <p:nvGrpSpPr>
          <p:cNvPr id="40" name="Google Shape;40;p5"/>
          <p:cNvGrpSpPr/>
          <p:nvPr/>
        </p:nvGrpSpPr>
        <p:grpSpPr>
          <a:xfrm>
            <a:off x="6156975" y="0"/>
            <a:ext cx="2987025" cy="3854074"/>
            <a:chOff x="6156975" y="0"/>
            <a:chExt cx="2987025" cy="3854074"/>
          </a:xfrm>
        </p:grpSpPr>
        <p:pic>
          <p:nvPicPr>
            <p:cNvPr id="41" name="Google Shape;41;p5"/>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42" name="Google Shape;42;p5"/>
            <p:cNvSpPr/>
            <p:nvPr/>
          </p:nvSpPr>
          <p:spPr>
            <a:xfrm>
              <a:off x="6860400" y="1205850"/>
              <a:ext cx="1959600" cy="13659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3" name="Google Shape;43;p5"/>
            <p:cNvPicPr preferRelativeResize="0"/>
            <p:nvPr/>
          </p:nvPicPr>
          <p:blipFill>
            <a:blip r:embed="rId5">
              <a:alphaModFix/>
            </a:blip>
            <a:stretch>
              <a:fillRect/>
            </a:stretch>
          </p:blipFill>
          <p:spPr>
            <a:xfrm rot="-378432">
              <a:off x="7001357" y="1317070"/>
              <a:ext cx="1677682" cy="1143462"/>
            </a:xfrm>
            <a:prstGeom prst="rect">
              <a:avLst/>
            </a:prstGeom>
            <a:noFill/>
            <a:ln>
              <a:noFill/>
            </a:ln>
          </p:spPr>
        </p:pic>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Music" showMasterSp="0">
  <p:cSld name="Title Slide 2_1_1_1_1_1">
    <p:bg>
      <p:bgPr>
        <a:solidFill>
          <a:srgbClr val="BEF2BD"/>
        </a:solidFill>
      </p:bgPr>
    </p:bg>
    <p:spTree>
      <p:nvGrpSpPr>
        <p:cNvPr id="44" name="Shape 44"/>
        <p:cNvGrpSpPr/>
        <p:nvPr/>
      </p:nvGrpSpPr>
      <p:grpSpPr>
        <a:xfrm>
          <a:off x="0" y="0"/>
          <a:ext cx="0" cy="0"/>
          <a:chOff x="0" y="0"/>
          <a:chExt cx="0" cy="0"/>
        </a:xfrm>
      </p:grpSpPr>
      <p:pic>
        <p:nvPicPr>
          <p:cNvPr id="45" name="Google Shape;45;p6"/>
          <p:cNvPicPr preferRelativeResize="0"/>
          <p:nvPr/>
        </p:nvPicPr>
        <p:blipFill rotWithShape="1">
          <a:blip r:embed="rId2">
            <a:alphaModFix/>
          </a:blip>
          <a:srcRect b="0" l="0" r="0" t="0"/>
          <a:stretch/>
        </p:blipFill>
        <p:spPr>
          <a:xfrm>
            <a:off x="6156975" y="0"/>
            <a:ext cx="2987025" cy="3854074"/>
          </a:xfrm>
          <a:prstGeom prst="rect">
            <a:avLst/>
          </a:prstGeom>
          <a:noFill/>
          <a:ln>
            <a:noFill/>
          </a:ln>
        </p:spPr>
      </p:pic>
      <p:sp>
        <p:nvSpPr>
          <p:cNvPr id="46" name="Google Shape;46;p6"/>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7" name="Google Shape;47;p6"/>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Music</a:t>
            </a:r>
            <a:endParaRPr b="1" sz="1700">
              <a:latin typeface="Lexend"/>
              <a:ea typeface="Lexend"/>
              <a:cs typeface="Lexend"/>
              <a:sym typeface="Lexend"/>
            </a:endParaRPr>
          </a:p>
        </p:txBody>
      </p:sp>
      <p:sp>
        <p:nvSpPr>
          <p:cNvPr id="48" name="Google Shape;48;p6"/>
          <p:cNvSpPr txBox="1"/>
          <p:nvPr>
            <p:ph idx="1" type="subTitle"/>
          </p:nvPr>
        </p:nvSpPr>
        <p:spPr>
          <a:xfrm>
            <a:off x="890225" y="4327975"/>
            <a:ext cx="57870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49" name="Google Shape;49;p6"/>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50" name="Google Shape;50;p6"/>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51" name="Google Shape;51;p6"/>
          <p:cNvPicPr preferRelativeResize="0"/>
          <p:nvPr/>
        </p:nvPicPr>
        <p:blipFill rotWithShape="1">
          <a:blip r:embed="rId4">
            <a:alphaModFix/>
          </a:blip>
          <a:srcRect b="0" l="6209" r="6209" t="0"/>
          <a:stretch/>
        </p:blipFill>
        <p:spPr>
          <a:xfrm>
            <a:off x="324000" y="4008600"/>
            <a:ext cx="661625" cy="12800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Science" showMasterSp="0">
  <p:cSld name="Title Slide 2_1_1_1_1_1_1">
    <p:bg>
      <p:bgPr>
        <a:solidFill>
          <a:srgbClr val="BEF2BD"/>
        </a:solidFill>
      </p:bgPr>
    </p:bg>
    <p:spTree>
      <p:nvGrpSpPr>
        <p:cNvPr id="52" name="Shape 52"/>
        <p:cNvGrpSpPr/>
        <p:nvPr/>
      </p:nvGrpSpPr>
      <p:grpSpPr>
        <a:xfrm>
          <a:off x="0" y="0"/>
          <a:ext cx="0" cy="0"/>
          <a:chOff x="0" y="0"/>
          <a:chExt cx="0" cy="0"/>
        </a:xfrm>
      </p:grpSpPr>
      <p:sp>
        <p:nvSpPr>
          <p:cNvPr id="53" name="Google Shape;53;p7"/>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4" name="Google Shape;54;p7"/>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Science</a:t>
            </a:r>
            <a:endParaRPr b="1" sz="1700">
              <a:latin typeface="Lexend"/>
              <a:ea typeface="Lexend"/>
              <a:cs typeface="Lexend"/>
              <a:sym typeface="Lexend"/>
            </a:endParaRPr>
          </a:p>
        </p:txBody>
      </p:sp>
      <p:sp>
        <p:nvSpPr>
          <p:cNvPr id="55" name="Google Shape;55;p7"/>
          <p:cNvSpPr txBox="1"/>
          <p:nvPr>
            <p:ph idx="1" type="subTitle"/>
          </p:nvPr>
        </p:nvSpPr>
        <p:spPr>
          <a:xfrm>
            <a:off x="890225" y="4327975"/>
            <a:ext cx="57927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56" name="Google Shape;56;p7"/>
          <p:cNvPicPr preferRelativeResize="0"/>
          <p:nvPr/>
        </p:nvPicPr>
        <p:blipFill rotWithShape="1">
          <a:blip r:embed="rId2">
            <a:alphaModFix/>
          </a:blip>
          <a:srcRect b="0" l="0" r="0" t="0"/>
          <a:stretch/>
        </p:blipFill>
        <p:spPr>
          <a:xfrm>
            <a:off x="7690424" y="4098434"/>
            <a:ext cx="1052750" cy="482825"/>
          </a:xfrm>
          <a:prstGeom prst="rect">
            <a:avLst/>
          </a:prstGeom>
          <a:noFill/>
          <a:ln>
            <a:noFill/>
          </a:ln>
        </p:spPr>
      </p:pic>
      <p:sp>
        <p:nvSpPr>
          <p:cNvPr id="57" name="Google Shape;57;p7"/>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pic>
        <p:nvPicPr>
          <p:cNvPr id="58" name="Google Shape;58;p7"/>
          <p:cNvPicPr preferRelativeResize="0"/>
          <p:nvPr/>
        </p:nvPicPr>
        <p:blipFill rotWithShape="1">
          <a:blip r:embed="rId3">
            <a:alphaModFix/>
          </a:blip>
          <a:srcRect b="0" l="6209" r="6209" t="0"/>
          <a:stretch/>
        </p:blipFill>
        <p:spPr>
          <a:xfrm>
            <a:off x="324000" y="4008600"/>
            <a:ext cx="859400" cy="127996"/>
          </a:xfrm>
          <a:prstGeom prst="rect">
            <a:avLst/>
          </a:prstGeom>
          <a:noFill/>
          <a:ln>
            <a:noFill/>
          </a:ln>
        </p:spPr>
      </p:pic>
      <p:grpSp>
        <p:nvGrpSpPr>
          <p:cNvPr id="59" name="Google Shape;59;p7"/>
          <p:cNvGrpSpPr/>
          <p:nvPr/>
        </p:nvGrpSpPr>
        <p:grpSpPr>
          <a:xfrm>
            <a:off x="6156975" y="0"/>
            <a:ext cx="2987025" cy="3854074"/>
            <a:chOff x="6156975" y="0"/>
            <a:chExt cx="2987025" cy="3854074"/>
          </a:xfrm>
        </p:grpSpPr>
        <p:pic>
          <p:nvPicPr>
            <p:cNvPr id="60" name="Google Shape;60;p7"/>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61" name="Google Shape;61;p7"/>
            <p:cNvSpPr/>
            <p:nvPr/>
          </p:nvSpPr>
          <p:spPr>
            <a:xfrm>
              <a:off x="6860400" y="869975"/>
              <a:ext cx="1959600" cy="20070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2" name="Google Shape;62;p7"/>
            <p:cNvPicPr preferRelativeResize="0"/>
            <p:nvPr/>
          </p:nvPicPr>
          <p:blipFill>
            <a:blip r:embed="rId5">
              <a:alphaModFix/>
            </a:blip>
            <a:stretch>
              <a:fillRect/>
            </a:stretch>
          </p:blipFill>
          <p:spPr>
            <a:xfrm rot="-311816">
              <a:off x="7083000" y="1110274"/>
              <a:ext cx="1514398" cy="1526398"/>
            </a:xfrm>
            <a:prstGeom prst="rect">
              <a:avLst/>
            </a:prstGeom>
            <a:noFill/>
            <a:ln>
              <a:noFill/>
            </a:ln>
          </p:spPr>
        </p:pic>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Biology" showMasterSp="0">
  <p:cSld name="Title Slide 2_1_1_1_1_1_1_1">
    <p:bg>
      <p:bgPr>
        <a:solidFill>
          <a:srgbClr val="BEF2BD"/>
        </a:solidFill>
      </p:bgPr>
    </p:bg>
    <p:spTree>
      <p:nvGrpSpPr>
        <p:cNvPr id="63" name="Shape 63"/>
        <p:cNvGrpSpPr/>
        <p:nvPr/>
      </p:nvGrpSpPr>
      <p:grpSpPr>
        <a:xfrm>
          <a:off x="0" y="0"/>
          <a:ext cx="0" cy="0"/>
          <a:chOff x="0" y="0"/>
          <a:chExt cx="0" cy="0"/>
        </a:xfrm>
      </p:grpSpPr>
      <p:pic>
        <p:nvPicPr>
          <p:cNvPr id="64" name="Google Shape;64;p8"/>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pic>
        <p:nvPicPr>
          <p:cNvPr id="65" name="Google Shape;65;p8"/>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66" name="Google Shape;66;p8"/>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7" name="Google Shape;67;p8"/>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Biology</a:t>
            </a:r>
            <a:endParaRPr b="1" sz="1700">
              <a:latin typeface="Lexend"/>
              <a:ea typeface="Lexend"/>
              <a:cs typeface="Lexend"/>
              <a:sym typeface="Lexend"/>
            </a:endParaRPr>
          </a:p>
        </p:txBody>
      </p:sp>
      <p:sp>
        <p:nvSpPr>
          <p:cNvPr id="68" name="Google Shape;68;p8"/>
          <p:cNvSpPr txBox="1"/>
          <p:nvPr>
            <p:ph idx="1" type="subTitle"/>
          </p:nvPr>
        </p:nvSpPr>
        <p:spPr>
          <a:xfrm>
            <a:off x="890225" y="4327975"/>
            <a:ext cx="57756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69" name="Google Shape;69;p8"/>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70" name="Google Shape;70;p8"/>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Physics" showMasterSp="0">
  <p:cSld name="Title Slide 2_1_1_1_1_1_1_1_1">
    <p:bg>
      <p:bgPr>
        <a:solidFill>
          <a:srgbClr val="BEF2BD"/>
        </a:solidFill>
      </p:bgPr>
    </p:bg>
    <p:spTree>
      <p:nvGrpSpPr>
        <p:cNvPr id="71" name="Shape 71"/>
        <p:cNvGrpSpPr/>
        <p:nvPr/>
      </p:nvGrpSpPr>
      <p:grpSpPr>
        <a:xfrm>
          <a:off x="0" y="0"/>
          <a:ext cx="0" cy="0"/>
          <a:chOff x="0" y="0"/>
          <a:chExt cx="0" cy="0"/>
        </a:xfrm>
      </p:grpSpPr>
      <p:pic>
        <p:nvPicPr>
          <p:cNvPr id="72" name="Google Shape;72;p9"/>
          <p:cNvPicPr preferRelativeResize="0"/>
          <p:nvPr/>
        </p:nvPicPr>
        <p:blipFill rotWithShape="1">
          <a:blip r:embed="rId2">
            <a:alphaModFix/>
          </a:blip>
          <a:srcRect b="0" l="6209" r="6209" t="0"/>
          <a:stretch/>
        </p:blipFill>
        <p:spPr>
          <a:xfrm>
            <a:off x="324000" y="4008600"/>
            <a:ext cx="859400" cy="127996"/>
          </a:xfrm>
          <a:prstGeom prst="rect">
            <a:avLst/>
          </a:prstGeom>
          <a:noFill/>
          <a:ln>
            <a:noFill/>
          </a:ln>
        </p:spPr>
      </p:pic>
      <p:sp>
        <p:nvSpPr>
          <p:cNvPr id="73" name="Google Shape;73;p9"/>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4" name="Google Shape;74;p9"/>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Physics</a:t>
            </a:r>
            <a:endParaRPr b="1" sz="1700">
              <a:latin typeface="Lexend"/>
              <a:ea typeface="Lexend"/>
              <a:cs typeface="Lexend"/>
              <a:sym typeface="Lexend"/>
            </a:endParaRPr>
          </a:p>
        </p:txBody>
      </p:sp>
      <p:sp>
        <p:nvSpPr>
          <p:cNvPr id="75" name="Google Shape;75;p9"/>
          <p:cNvSpPr txBox="1"/>
          <p:nvPr>
            <p:ph idx="1" type="subTitle"/>
          </p:nvPr>
        </p:nvSpPr>
        <p:spPr>
          <a:xfrm>
            <a:off x="890225" y="4327975"/>
            <a:ext cx="57585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76" name="Google Shape;76;p9"/>
          <p:cNvPicPr preferRelativeResize="0"/>
          <p:nvPr/>
        </p:nvPicPr>
        <p:blipFill rotWithShape="1">
          <a:blip r:embed="rId3">
            <a:alphaModFix/>
          </a:blip>
          <a:srcRect b="0" l="0" r="0" t="0"/>
          <a:stretch/>
        </p:blipFill>
        <p:spPr>
          <a:xfrm>
            <a:off x="7690424" y="4098434"/>
            <a:ext cx="1052750" cy="482825"/>
          </a:xfrm>
          <a:prstGeom prst="rect">
            <a:avLst/>
          </a:prstGeom>
          <a:noFill/>
          <a:ln>
            <a:noFill/>
          </a:ln>
        </p:spPr>
      </p:pic>
      <p:sp>
        <p:nvSpPr>
          <p:cNvPr id="77" name="Google Shape;77;p9"/>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grpSp>
        <p:nvGrpSpPr>
          <p:cNvPr id="78" name="Google Shape;78;p9"/>
          <p:cNvGrpSpPr/>
          <p:nvPr/>
        </p:nvGrpSpPr>
        <p:grpSpPr>
          <a:xfrm>
            <a:off x="6156975" y="0"/>
            <a:ext cx="2987025" cy="3854074"/>
            <a:chOff x="6156975" y="0"/>
            <a:chExt cx="2987025" cy="3854074"/>
          </a:xfrm>
        </p:grpSpPr>
        <p:pic>
          <p:nvPicPr>
            <p:cNvPr id="79" name="Google Shape;79;p9"/>
            <p:cNvPicPr preferRelativeResize="0"/>
            <p:nvPr/>
          </p:nvPicPr>
          <p:blipFill rotWithShape="1">
            <a:blip r:embed="rId4">
              <a:alphaModFix/>
            </a:blip>
            <a:srcRect b="0" l="0" r="0" t="0"/>
            <a:stretch/>
          </p:blipFill>
          <p:spPr>
            <a:xfrm>
              <a:off x="6156975" y="0"/>
              <a:ext cx="2987025" cy="3854074"/>
            </a:xfrm>
            <a:prstGeom prst="rect">
              <a:avLst/>
            </a:prstGeom>
            <a:noFill/>
            <a:ln>
              <a:noFill/>
            </a:ln>
          </p:spPr>
        </p:pic>
        <p:sp>
          <p:nvSpPr>
            <p:cNvPr id="80" name="Google Shape;80;p9"/>
            <p:cNvSpPr/>
            <p:nvPr/>
          </p:nvSpPr>
          <p:spPr>
            <a:xfrm>
              <a:off x="6898050" y="839288"/>
              <a:ext cx="1959600" cy="2354700"/>
            </a:xfrm>
            <a:prstGeom prst="roundRect">
              <a:avLst>
                <a:gd fmla="val 16667" name="adj"/>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81" name="Google Shape;81;p9"/>
            <p:cNvPicPr preferRelativeResize="0"/>
            <p:nvPr/>
          </p:nvPicPr>
          <p:blipFill>
            <a:blip r:embed="rId5">
              <a:alphaModFix/>
            </a:blip>
            <a:stretch>
              <a:fillRect/>
            </a:stretch>
          </p:blipFill>
          <p:spPr>
            <a:xfrm rot="-384492">
              <a:off x="7235674" y="1037850"/>
              <a:ext cx="1204851" cy="1957577"/>
            </a:xfrm>
            <a:prstGeom prst="rect">
              <a:avLst/>
            </a:prstGeom>
            <a:noFill/>
            <a:ln>
              <a:noFill/>
            </a:ln>
          </p:spPr>
        </p:pic>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0 Title slide - Chemistry" showMasterSp="0">
  <p:cSld name="Title Slide 2_1_1_1_1_1_1_1_1_1">
    <p:bg>
      <p:bgPr>
        <a:solidFill>
          <a:srgbClr val="BEF2BD"/>
        </a:solidFill>
      </p:bgPr>
    </p:bg>
    <p:spTree>
      <p:nvGrpSpPr>
        <p:cNvPr id="82" name="Shape 82"/>
        <p:cNvGrpSpPr/>
        <p:nvPr/>
      </p:nvGrpSpPr>
      <p:grpSpPr>
        <a:xfrm>
          <a:off x="0" y="0"/>
          <a:ext cx="0" cy="0"/>
          <a:chOff x="0" y="0"/>
          <a:chExt cx="0" cy="0"/>
        </a:xfrm>
      </p:grpSpPr>
      <p:pic>
        <p:nvPicPr>
          <p:cNvPr id="83" name="Google Shape;83;p10"/>
          <p:cNvPicPr preferRelativeResize="0"/>
          <p:nvPr/>
        </p:nvPicPr>
        <p:blipFill rotWithShape="1">
          <a:blip r:embed="rId2">
            <a:alphaModFix/>
          </a:blip>
          <a:srcRect b="0" l="6209" r="6209" t="0"/>
          <a:stretch/>
        </p:blipFill>
        <p:spPr>
          <a:xfrm>
            <a:off x="324000" y="4008600"/>
            <a:ext cx="1117400" cy="128000"/>
          </a:xfrm>
          <a:prstGeom prst="rect">
            <a:avLst/>
          </a:prstGeom>
          <a:noFill/>
          <a:ln>
            <a:noFill/>
          </a:ln>
        </p:spPr>
      </p:pic>
      <p:pic>
        <p:nvPicPr>
          <p:cNvPr id="84" name="Google Shape;84;p10"/>
          <p:cNvPicPr preferRelativeResize="0"/>
          <p:nvPr/>
        </p:nvPicPr>
        <p:blipFill rotWithShape="1">
          <a:blip r:embed="rId3">
            <a:alphaModFix/>
          </a:blip>
          <a:srcRect b="0" l="0" r="0" t="0"/>
          <a:stretch/>
        </p:blipFill>
        <p:spPr>
          <a:xfrm>
            <a:off x="6156975" y="0"/>
            <a:ext cx="2987025" cy="3854074"/>
          </a:xfrm>
          <a:prstGeom prst="rect">
            <a:avLst/>
          </a:prstGeom>
          <a:noFill/>
          <a:ln>
            <a:noFill/>
          </a:ln>
        </p:spPr>
      </p:pic>
      <p:sp>
        <p:nvSpPr>
          <p:cNvPr id="85" name="Google Shape;85;p10"/>
          <p:cNvSpPr txBox="1"/>
          <p:nvPr>
            <p:ph type="ctrTitle"/>
          </p:nvPr>
        </p:nvSpPr>
        <p:spPr>
          <a:xfrm>
            <a:off x="323850" y="810000"/>
            <a:ext cx="5502000" cy="2742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3800"/>
              <a:buFont typeface="Lexend"/>
              <a:buNone/>
              <a:defRPr sz="3800">
                <a:solidFill>
                  <a:schemeClr val="dk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6" name="Google Shape;86;p10"/>
          <p:cNvSpPr txBox="1"/>
          <p:nvPr/>
        </p:nvSpPr>
        <p:spPr>
          <a:xfrm>
            <a:off x="323850" y="3781525"/>
            <a:ext cx="1860900" cy="2772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1800">
                <a:latin typeface="Lexend"/>
                <a:ea typeface="Lexend"/>
                <a:cs typeface="Lexend"/>
                <a:sym typeface="Lexend"/>
              </a:rPr>
              <a:t>Chemistry</a:t>
            </a:r>
            <a:endParaRPr b="1" sz="1700">
              <a:latin typeface="Lexend"/>
              <a:ea typeface="Lexend"/>
              <a:cs typeface="Lexend"/>
              <a:sym typeface="Lexend"/>
            </a:endParaRPr>
          </a:p>
        </p:txBody>
      </p:sp>
      <p:sp>
        <p:nvSpPr>
          <p:cNvPr id="87" name="Google Shape;87;p10"/>
          <p:cNvSpPr txBox="1"/>
          <p:nvPr>
            <p:ph idx="1" type="subTitle"/>
          </p:nvPr>
        </p:nvSpPr>
        <p:spPr>
          <a:xfrm>
            <a:off x="890225" y="4327975"/>
            <a:ext cx="5855100" cy="669900"/>
          </a:xfrm>
          <a:prstGeom prst="rect">
            <a:avLst/>
          </a:prstGeom>
          <a:noFill/>
          <a:ln>
            <a:noFill/>
          </a:ln>
        </p:spPr>
        <p:txBody>
          <a:bodyPr anchorCtr="0" anchor="t" bIns="0" lIns="0" spcFirstLastPara="1" rIns="0" wrap="square" tIns="0">
            <a:noAutofit/>
          </a:bodyPr>
          <a:lstStyle>
            <a:lvl1pPr lvl="0" rtl="0" algn="l">
              <a:lnSpc>
                <a:spcPct val="100000"/>
              </a:lnSpc>
              <a:spcBef>
                <a:spcPts val="0"/>
              </a:spcBef>
              <a:spcAft>
                <a:spcPts val="0"/>
              </a:spcAft>
              <a:buClr>
                <a:schemeClr val="dk1"/>
              </a:buClr>
              <a:buSzPts val="1800"/>
              <a:buFont typeface="Lexend"/>
              <a:buNone/>
              <a:defRPr sz="1800">
                <a:solidFill>
                  <a:schemeClr val="dk1"/>
                </a:solidFill>
                <a:latin typeface="Lexend"/>
                <a:ea typeface="Lexend"/>
                <a:cs typeface="Lexend"/>
                <a:sym typeface="Lexend"/>
              </a:defRPr>
            </a:lvl1pPr>
            <a:lvl2pPr lvl="1" rtl="0" algn="ctr">
              <a:lnSpc>
                <a:spcPct val="100000"/>
              </a:lnSpc>
              <a:spcBef>
                <a:spcPts val="0"/>
              </a:spcBef>
              <a:spcAft>
                <a:spcPts val="0"/>
              </a:spcAft>
              <a:buSzPts val="1500"/>
              <a:buNone/>
              <a:defRPr sz="1500"/>
            </a:lvl2pPr>
            <a:lvl3pPr lvl="2" rtl="0" algn="ctr">
              <a:lnSpc>
                <a:spcPct val="100000"/>
              </a:lnSpc>
              <a:spcBef>
                <a:spcPts val="400"/>
              </a:spcBef>
              <a:spcAft>
                <a:spcPts val="0"/>
              </a:spcAft>
              <a:buSzPts val="1400"/>
              <a:buNone/>
              <a:defRPr sz="1400"/>
            </a:lvl3pPr>
            <a:lvl4pPr lvl="3" rtl="0" algn="ctr">
              <a:lnSpc>
                <a:spcPct val="100000"/>
              </a:lnSpc>
              <a:spcBef>
                <a:spcPts val="400"/>
              </a:spcBef>
              <a:spcAft>
                <a:spcPts val="0"/>
              </a:spcAft>
              <a:buSzPts val="1200"/>
              <a:buNone/>
              <a:defRPr sz="1200"/>
            </a:lvl4pPr>
            <a:lvl5pPr lvl="4" rtl="0" algn="ctr">
              <a:lnSpc>
                <a:spcPct val="100000"/>
              </a:lnSpc>
              <a:spcBef>
                <a:spcPts val="400"/>
              </a:spcBef>
              <a:spcAft>
                <a:spcPts val="0"/>
              </a:spcAft>
              <a:buSzPts val="1200"/>
              <a:buNone/>
              <a:defRPr sz="1200"/>
            </a:lvl5pPr>
            <a:lvl6pPr lvl="5" rtl="0" algn="ctr">
              <a:lnSpc>
                <a:spcPct val="90000"/>
              </a:lnSpc>
              <a:spcBef>
                <a:spcPts val="400"/>
              </a:spcBef>
              <a:spcAft>
                <a:spcPts val="0"/>
              </a:spcAft>
              <a:buSzPts val="1200"/>
              <a:buNone/>
              <a:defRPr sz="1200"/>
            </a:lvl6pPr>
            <a:lvl7pPr lvl="6" rtl="0" algn="ctr">
              <a:lnSpc>
                <a:spcPct val="90000"/>
              </a:lnSpc>
              <a:spcBef>
                <a:spcPts val="600"/>
              </a:spcBef>
              <a:spcAft>
                <a:spcPts val="0"/>
              </a:spcAft>
              <a:buSzPts val="1200"/>
              <a:buNone/>
              <a:defRPr sz="1200"/>
            </a:lvl7pPr>
            <a:lvl8pPr lvl="7" rtl="0" algn="ctr">
              <a:lnSpc>
                <a:spcPct val="90000"/>
              </a:lnSpc>
              <a:spcBef>
                <a:spcPts val="400"/>
              </a:spcBef>
              <a:spcAft>
                <a:spcPts val="0"/>
              </a:spcAft>
              <a:buSzPts val="1200"/>
              <a:buNone/>
              <a:defRPr sz="1200"/>
            </a:lvl8pPr>
            <a:lvl9pPr lvl="8" rtl="0" algn="ctr">
              <a:lnSpc>
                <a:spcPct val="90000"/>
              </a:lnSpc>
              <a:spcBef>
                <a:spcPts val="400"/>
              </a:spcBef>
              <a:spcAft>
                <a:spcPts val="200"/>
              </a:spcAft>
              <a:buSzPts val="1200"/>
              <a:buNone/>
              <a:defRPr sz="1200"/>
            </a:lvl9pPr>
          </a:lstStyle>
          <a:p/>
        </p:txBody>
      </p:sp>
      <p:pic>
        <p:nvPicPr>
          <p:cNvPr id="88" name="Google Shape;88;p10"/>
          <p:cNvPicPr preferRelativeResize="0"/>
          <p:nvPr/>
        </p:nvPicPr>
        <p:blipFill rotWithShape="1">
          <a:blip r:embed="rId4">
            <a:alphaModFix/>
          </a:blip>
          <a:srcRect b="0" l="0" r="0" t="0"/>
          <a:stretch/>
        </p:blipFill>
        <p:spPr>
          <a:xfrm>
            <a:off x="7690424" y="4098434"/>
            <a:ext cx="1052750" cy="482825"/>
          </a:xfrm>
          <a:prstGeom prst="rect">
            <a:avLst/>
          </a:prstGeom>
          <a:noFill/>
          <a:ln>
            <a:noFill/>
          </a:ln>
        </p:spPr>
      </p:pic>
      <p:sp>
        <p:nvSpPr>
          <p:cNvPr id="89" name="Google Shape;89;p10"/>
          <p:cNvSpPr txBox="1"/>
          <p:nvPr/>
        </p:nvSpPr>
        <p:spPr>
          <a:xfrm>
            <a:off x="323850" y="4321250"/>
            <a:ext cx="528300" cy="4617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800">
                <a:latin typeface="Lexend Light"/>
                <a:ea typeface="Lexend Light"/>
                <a:cs typeface="Lexend Light"/>
                <a:sym typeface="Lexend Light"/>
              </a:rPr>
              <a:t>Unit:</a:t>
            </a:r>
            <a:endParaRPr sz="1800">
              <a:latin typeface="Lexend Light"/>
              <a:ea typeface="Lexend Light"/>
              <a:cs typeface="Lexend Light"/>
              <a:sym typeface="Lexend Light"/>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1 Outcome">
  <p:cSld name="CUSTOM_5">
    <p:bg>
      <p:bgPr>
        <a:solidFill>
          <a:srgbClr val="BEF2BD"/>
        </a:solidFill>
      </p:bgPr>
    </p:bg>
    <p:spTree>
      <p:nvGrpSpPr>
        <p:cNvPr id="90" name="Shape 90"/>
        <p:cNvGrpSpPr/>
        <p:nvPr/>
      </p:nvGrpSpPr>
      <p:grpSpPr>
        <a:xfrm>
          <a:off x="0" y="0"/>
          <a:ext cx="0" cy="0"/>
          <a:chOff x="0" y="0"/>
          <a:chExt cx="0" cy="0"/>
        </a:xfrm>
      </p:grpSpPr>
      <p:pic>
        <p:nvPicPr>
          <p:cNvPr id="91" name="Google Shape;91;p11"/>
          <p:cNvPicPr preferRelativeResize="0"/>
          <p:nvPr/>
        </p:nvPicPr>
        <p:blipFill>
          <a:blip r:embed="rId2">
            <a:alphaModFix/>
          </a:blip>
          <a:stretch>
            <a:fillRect/>
          </a:stretch>
        </p:blipFill>
        <p:spPr>
          <a:xfrm>
            <a:off x="343225" y="1388370"/>
            <a:ext cx="7945600" cy="2919776"/>
          </a:xfrm>
          <a:prstGeom prst="rect">
            <a:avLst/>
          </a:prstGeom>
          <a:noFill/>
          <a:ln>
            <a:noFill/>
          </a:ln>
        </p:spPr>
      </p:pic>
      <p:sp>
        <p:nvSpPr>
          <p:cNvPr id="92" name="Google Shape;92;p11"/>
          <p:cNvSpPr txBox="1"/>
          <p:nvPr/>
        </p:nvSpPr>
        <p:spPr>
          <a:xfrm>
            <a:off x="325207" y="454765"/>
            <a:ext cx="4575600" cy="4311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800">
                <a:latin typeface="Lexend"/>
                <a:ea typeface="Lexend"/>
                <a:cs typeface="Lexend"/>
                <a:sym typeface="Lexend"/>
              </a:rPr>
              <a:t>Outcome</a:t>
            </a:r>
            <a:endParaRPr b="1" sz="2800">
              <a:latin typeface="Lexend"/>
              <a:ea typeface="Lexend"/>
              <a:cs typeface="Lexend"/>
              <a:sym typeface="Lexend"/>
            </a:endParaRPr>
          </a:p>
        </p:txBody>
      </p:sp>
      <p:sp>
        <p:nvSpPr>
          <p:cNvPr id="93" name="Google Shape;93;p11"/>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lvl1pPr lvl="0">
              <a:lnSpc>
                <a:spcPct val="115000"/>
              </a:lnSpc>
              <a:spcBef>
                <a:spcPts val="0"/>
              </a:spcBef>
              <a:spcAft>
                <a:spcPts val="0"/>
              </a:spcAft>
              <a:buSzPts val="2000"/>
              <a:buNone/>
              <a:defRPr sz="2000"/>
            </a:lvl1pPr>
            <a:lvl2pPr lvl="1">
              <a:spcBef>
                <a:spcPts val="1000"/>
              </a:spcBef>
              <a:spcAft>
                <a:spcPts val="0"/>
              </a:spcAft>
              <a:buSzPts val="2100"/>
              <a:buNone/>
              <a:defRPr/>
            </a:lvl2pPr>
            <a:lvl3pPr lvl="2">
              <a:spcBef>
                <a:spcPts val="1000"/>
              </a:spcBef>
              <a:spcAft>
                <a:spcPts val="0"/>
              </a:spcAft>
              <a:buSzPts val="2000"/>
              <a:buNone/>
              <a:defRPr/>
            </a:lvl3pPr>
            <a:lvl4pPr lvl="3">
              <a:spcBef>
                <a:spcPts val="800"/>
              </a:spcBef>
              <a:spcAft>
                <a:spcPts val="0"/>
              </a:spcAft>
              <a:buSzPts val="1900"/>
              <a:buNone/>
              <a:defRPr/>
            </a:lvl4pPr>
            <a:lvl5pPr lvl="4">
              <a:spcBef>
                <a:spcPts val="800"/>
              </a:spcBef>
              <a:spcAft>
                <a:spcPts val="0"/>
              </a:spcAft>
              <a:buSzPts val="1800"/>
              <a:buNone/>
              <a:defRPr/>
            </a:lvl5pPr>
            <a:lvl6pPr lvl="5">
              <a:spcBef>
                <a:spcPts val="600"/>
              </a:spcBef>
              <a:spcAft>
                <a:spcPts val="0"/>
              </a:spcAft>
              <a:buSzPts val="1800"/>
              <a:buNone/>
              <a:defRPr/>
            </a:lvl6pPr>
            <a:lvl7pPr lvl="6">
              <a:spcBef>
                <a:spcPts val="600"/>
              </a:spcBef>
              <a:spcAft>
                <a:spcPts val="0"/>
              </a:spcAft>
              <a:buSzPts val="1800"/>
              <a:buNone/>
              <a:defRPr/>
            </a:lvl7pPr>
            <a:lvl8pPr lvl="7">
              <a:spcBef>
                <a:spcPts val="400"/>
              </a:spcBef>
              <a:spcAft>
                <a:spcPts val="0"/>
              </a:spcAft>
              <a:buSzPts val="1800"/>
              <a:buNone/>
              <a:defRPr/>
            </a:lvl8pPr>
            <a:lvl9pPr lvl="8">
              <a:spcBef>
                <a:spcPts val="400"/>
              </a:spcBef>
              <a:spcAft>
                <a:spcPts val="200"/>
              </a:spcAft>
              <a:buSzPts val="18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2 Hidden guidance slide">
  <p:cSld name="CUSTOM_1">
    <p:spTree>
      <p:nvGrpSpPr>
        <p:cNvPr id="94" name="Shape 94"/>
        <p:cNvGrpSpPr/>
        <p:nvPr/>
      </p:nvGrpSpPr>
      <p:grpSpPr>
        <a:xfrm>
          <a:off x="0" y="0"/>
          <a:ext cx="0" cy="0"/>
          <a:chOff x="0" y="0"/>
          <a:chExt cx="0" cy="0"/>
        </a:xfrm>
      </p:grpSpPr>
      <p:sp>
        <p:nvSpPr>
          <p:cNvPr id="95" name="Google Shape;95;p12"/>
          <p:cNvSpPr txBox="1"/>
          <p:nvPr/>
        </p:nvSpPr>
        <p:spPr>
          <a:xfrm>
            <a:off x="329775" y="953475"/>
            <a:ext cx="4241400" cy="646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Oak’s lessons are structured around </a:t>
            </a:r>
            <a:r>
              <a:rPr b="1" lang="en-GB" sz="1200">
                <a:latin typeface="Lexend"/>
                <a:ea typeface="Lexend"/>
                <a:cs typeface="Lexend"/>
                <a:sym typeface="Lexend"/>
              </a:rPr>
              <a:t>learning cycles</a:t>
            </a:r>
            <a:r>
              <a:rPr i="1" lang="en-GB" sz="1200">
                <a:latin typeface="Lexend"/>
                <a:ea typeface="Lexend"/>
                <a:cs typeface="Lexend"/>
                <a:sym typeface="Lexend"/>
              </a:rPr>
              <a:t>.</a:t>
            </a:r>
            <a:r>
              <a:rPr lang="en-GB" sz="1200">
                <a:latin typeface="Lexend"/>
                <a:ea typeface="Lexend"/>
                <a:cs typeface="Lexend"/>
                <a:sym typeface="Lexend"/>
              </a:rPr>
              <a:t> These are indicated through colour in the slide deck:</a:t>
            </a:r>
            <a:endParaRPr sz="1200">
              <a:latin typeface="Lexend"/>
              <a:ea typeface="Lexend"/>
              <a:cs typeface="Lexend"/>
              <a:sym typeface="Lexend"/>
            </a:endParaRPr>
          </a:p>
        </p:txBody>
      </p:sp>
      <p:sp>
        <p:nvSpPr>
          <p:cNvPr id="96" name="Google Shape;96;p12"/>
          <p:cNvSpPr txBox="1"/>
          <p:nvPr/>
        </p:nvSpPr>
        <p:spPr>
          <a:xfrm>
            <a:off x="329775" y="629475"/>
            <a:ext cx="42414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600">
                <a:latin typeface="Lexend"/>
                <a:ea typeface="Lexend"/>
                <a:cs typeface="Lexend"/>
                <a:sym typeface="Lexend"/>
              </a:rPr>
              <a:t>Oak’s lesson structure</a:t>
            </a:r>
            <a:endParaRPr b="1" sz="1600">
              <a:latin typeface="Lexend"/>
              <a:ea typeface="Lexend"/>
              <a:cs typeface="Lexend"/>
              <a:sym typeface="Lexend"/>
            </a:endParaRPr>
          </a:p>
        </p:txBody>
      </p:sp>
      <p:sp>
        <p:nvSpPr>
          <p:cNvPr id="97" name="Google Shape;97;p12"/>
          <p:cNvSpPr txBox="1"/>
          <p:nvPr/>
        </p:nvSpPr>
        <p:spPr>
          <a:xfrm>
            <a:off x="4901925" y="629475"/>
            <a:ext cx="40128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1600">
                <a:latin typeface="Lexend"/>
                <a:ea typeface="Lexend"/>
                <a:cs typeface="Lexend"/>
                <a:sym typeface="Lexend"/>
              </a:rPr>
              <a:t>Useful links</a:t>
            </a:r>
            <a:endParaRPr b="1" sz="1600">
              <a:latin typeface="Lexend"/>
              <a:ea typeface="Lexend"/>
              <a:cs typeface="Lexend"/>
              <a:sym typeface="Lexend"/>
            </a:endParaRPr>
          </a:p>
        </p:txBody>
      </p:sp>
      <p:sp>
        <p:nvSpPr>
          <p:cNvPr id="98" name="Google Shape;98;p12"/>
          <p:cNvSpPr txBox="1"/>
          <p:nvPr/>
        </p:nvSpPr>
        <p:spPr>
          <a:xfrm>
            <a:off x="329775" y="3205950"/>
            <a:ext cx="4207200" cy="369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1000"/>
              </a:spcAft>
              <a:buNone/>
            </a:pPr>
            <a:r>
              <a:rPr lang="en-GB" sz="1200">
                <a:latin typeface="Lexend"/>
                <a:ea typeface="Lexend"/>
                <a:cs typeface="Lexend"/>
                <a:sym typeface="Lexend"/>
              </a:rPr>
              <a:t>Each</a:t>
            </a:r>
            <a:r>
              <a:rPr b="1" lang="en-GB" sz="1200">
                <a:latin typeface="Lexend"/>
                <a:ea typeface="Lexend"/>
                <a:cs typeface="Lexend"/>
                <a:sym typeface="Lexend"/>
              </a:rPr>
              <a:t> learning cycle</a:t>
            </a:r>
            <a:r>
              <a:rPr lang="en-GB" sz="1200">
                <a:latin typeface="Lexend"/>
                <a:ea typeface="Lexend"/>
                <a:cs typeface="Lexend"/>
                <a:sym typeface="Lexend"/>
              </a:rPr>
              <a:t> covers several phases:</a:t>
            </a:r>
            <a:endParaRPr sz="1200">
              <a:latin typeface="Lexend"/>
              <a:ea typeface="Lexend"/>
              <a:cs typeface="Lexend"/>
              <a:sym typeface="Lexend"/>
            </a:endParaRPr>
          </a:p>
        </p:txBody>
      </p:sp>
      <p:grpSp>
        <p:nvGrpSpPr>
          <p:cNvPr id="99" name="Google Shape;99;p12"/>
          <p:cNvGrpSpPr/>
          <p:nvPr/>
        </p:nvGrpSpPr>
        <p:grpSpPr>
          <a:xfrm>
            <a:off x="2650916" y="1644417"/>
            <a:ext cx="1745270" cy="1430724"/>
            <a:chOff x="2642961" y="1644312"/>
            <a:chExt cx="1454634" cy="1195657"/>
          </a:xfrm>
        </p:grpSpPr>
        <p:pic>
          <p:nvPicPr>
            <p:cNvPr id="100" name="Google Shape;100;p12"/>
            <p:cNvPicPr preferRelativeResize="0"/>
            <p:nvPr/>
          </p:nvPicPr>
          <p:blipFill>
            <a:blip r:embed="rId2">
              <a:alphaModFix/>
            </a:blip>
            <a:stretch>
              <a:fillRect/>
            </a:stretch>
          </p:blipFill>
          <p:spPr>
            <a:xfrm>
              <a:off x="2642975" y="1644312"/>
              <a:ext cx="1454621" cy="287396"/>
            </a:xfrm>
            <a:prstGeom prst="rect">
              <a:avLst/>
            </a:prstGeom>
            <a:noFill/>
            <a:ln>
              <a:noFill/>
            </a:ln>
            <a:effectLst>
              <a:outerShdw blurRad="57150" rotWithShape="0" algn="bl" dir="5400000" dist="19050">
                <a:srgbClr val="000000">
                  <a:alpha val="50000"/>
                </a:srgbClr>
              </a:outerShdw>
            </a:effectLst>
          </p:spPr>
        </p:pic>
        <p:pic>
          <p:nvPicPr>
            <p:cNvPr id="101" name="Google Shape;101;p12"/>
            <p:cNvPicPr preferRelativeResize="0"/>
            <p:nvPr/>
          </p:nvPicPr>
          <p:blipFill>
            <a:blip r:embed="rId3">
              <a:alphaModFix/>
            </a:blip>
            <a:stretch>
              <a:fillRect/>
            </a:stretch>
          </p:blipFill>
          <p:spPr>
            <a:xfrm>
              <a:off x="2642975" y="1936215"/>
              <a:ext cx="1454618" cy="287940"/>
            </a:xfrm>
            <a:prstGeom prst="rect">
              <a:avLst/>
            </a:prstGeom>
            <a:noFill/>
            <a:ln>
              <a:noFill/>
            </a:ln>
            <a:effectLst>
              <a:outerShdw blurRad="57150" rotWithShape="0" algn="bl" dir="5400000" dist="19050">
                <a:srgbClr val="000000">
                  <a:alpha val="50000"/>
                </a:srgbClr>
              </a:outerShdw>
            </a:effectLst>
          </p:spPr>
        </p:pic>
        <p:pic>
          <p:nvPicPr>
            <p:cNvPr id="102" name="Google Shape;102;p12"/>
            <p:cNvPicPr preferRelativeResize="0"/>
            <p:nvPr/>
          </p:nvPicPr>
          <p:blipFill>
            <a:blip r:embed="rId4">
              <a:alphaModFix/>
            </a:blip>
            <a:stretch>
              <a:fillRect/>
            </a:stretch>
          </p:blipFill>
          <p:spPr>
            <a:xfrm>
              <a:off x="2642965" y="2251391"/>
              <a:ext cx="1454621" cy="284581"/>
            </a:xfrm>
            <a:prstGeom prst="rect">
              <a:avLst/>
            </a:prstGeom>
            <a:noFill/>
            <a:ln>
              <a:noFill/>
            </a:ln>
            <a:effectLst>
              <a:outerShdw blurRad="57150" rotWithShape="0" algn="bl" dir="5400000" dist="19050">
                <a:srgbClr val="000000">
                  <a:alpha val="50000"/>
                </a:srgbClr>
              </a:outerShdw>
            </a:effectLst>
          </p:spPr>
        </p:pic>
        <p:pic>
          <p:nvPicPr>
            <p:cNvPr id="103" name="Google Shape;103;p12"/>
            <p:cNvPicPr preferRelativeResize="0"/>
            <p:nvPr/>
          </p:nvPicPr>
          <p:blipFill>
            <a:blip r:embed="rId5">
              <a:alphaModFix/>
            </a:blip>
            <a:stretch>
              <a:fillRect/>
            </a:stretch>
          </p:blipFill>
          <p:spPr>
            <a:xfrm>
              <a:off x="2642961" y="2563206"/>
              <a:ext cx="1454620" cy="276764"/>
            </a:xfrm>
            <a:prstGeom prst="rect">
              <a:avLst/>
            </a:prstGeom>
            <a:noFill/>
            <a:ln>
              <a:noFill/>
            </a:ln>
            <a:effectLst>
              <a:outerShdw blurRad="57150" rotWithShape="0" algn="bl" dir="5400000" dist="19050">
                <a:srgbClr val="000000">
                  <a:alpha val="50000"/>
                </a:srgbClr>
              </a:outerShdw>
            </a:effectLst>
          </p:spPr>
        </p:pic>
      </p:grpSp>
      <p:pic>
        <p:nvPicPr>
          <p:cNvPr id="104" name="Google Shape;104;p12"/>
          <p:cNvPicPr preferRelativeResize="0"/>
          <p:nvPr/>
        </p:nvPicPr>
        <p:blipFill rotWithShape="1">
          <a:blip r:embed="rId6">
            <a:alphaModFix/>
          </a:blip>
          <a:srcRect b="5222" l="3910" r="0" t="0"/>
          <a:stretch/>
        </p:blipFill>
        <p:spPr>
          <a:xfrm>
            <a:off x="1328513" y="3569750"/>
            <a:ext cx="2057336" cy="1195675"/>
          </a:xfrm>
          <a:prstGeom prst="rect">
            <a:avLst/>
          </a:prstGeom>
          <a:noFill/>
          <a:ln>
            <a:noFill/>
          </a:ln>
        </p:spPr>
      </p:pic>
      <p:pic>
        <p:nvPicPr>
          <p:cNvPr id="105" name="Google Shape;105;p12"/>
          <p:cNvPicPr preferRelativeResize="0"/>
          <p:nvPr/>
        </p:nvPicPr>
        <p:blipFill>
          <a:blip r:embed="rId7">
            <a:alphaModFix/>
          </a:blip>
          <a:stretch>
            <a:fillRect/>
          </a:stretch>
        </p:blipFill>
        <p:spPr>
          <a:xfrm>
            <a:off x="398750" y="1778088"/>
            <a:ext cx="2057324" cy="1163398"/>
          </a:xfrm>
          <a:prstGeom prst="rect">
            <a:avLst/>
          </a:prstGeom>
          <a:noFill/>
          <a:ln>
            <a:noFill/>
          </a:ln>
          <a:effectLst>
            <a:outerShdw blurRad="57150" rotWithShape="0" algn="bl" dir="5400000" dist="19050">
              <a:srgbClr val="000000">
                <a:alpha val="50000"/>
              </a:srgbClr>
            </a:outerShdw>
          </a:effectLst>
        </p:spPr>
      </p:pic>
      <p:sp>
        <p:nvSpPr>
          <p:cNvPr id="106" name="Google Shape;106;p12"/>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lang="en-GB" sz="2000">
                <a:solidFill>
                  <a:srgbClr val="282828"/>
                </a:solidFill>
                <a:latin typeface="Lexend"/>
                <a:ea typeface="Lexend"/>
                <a:cs typeface="Lexend"/>
                <a:sym typeface="Lexend"/>
              </a:rPr>
              <a:t>Teacher Guidance</a:t>
            </a:r>
            <a:endParaRPr b="0" i="0" sz="2000" u="none" cap="none" strike="noStrike">
              <a:solidFill>
                <a:srgbClr val="282828"/>
              </a:solidFill>
              <a:latin typeface="Calibri"/>
              <a:ea typeface="Calibri"/>
              <a:cs typeface="Calibri"/>
              <a:sym typeface="Calibri"/>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3)">
  <p:cSld name="CUSTOM_3_1">
    <p:spTree>
      <p:nvGrpSpPr>
        <p:cNvPr id="107" name="Shape 107"/>
        <p:cNvGrpSpPr/>
        <p:nvPr/>
      </p:nvGrpSpPr>
      <p:grpSpPr>
        <a:xfrm>
          <a:off x="0" y="0"/>
          <a:ext cx="0" cy="0"/>
          <a:chOff x="0" y="0"/>
          <a:chExt cx="0" cy="0"/>
        </a:xfrm>
      </p:grpSpPr>
      <p:sp>
        <p:nvSpPr>
          <p:cNvPr id="108" name="Google Shape;108;p13"/>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9" name="Google Shape;109;p13"/>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10" name="Google Shape;110;p13"/>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11" name="Google Shape;111;p13"/>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12" name="Google Shape;112;p13"/>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13" name="Google Shape;113;p13"/>
          <p:cNvSpPr txBox="1"/>
          <p:nvPr>
            <p:ph idx="3" type="subTitle"/>
          </p:nvPr>
        </p:nvSpPr>
        <p:spPr>
          <a:xfrm>
            <a:off x="324000" y="21054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14" name="Google Shape;114;p13"/>
          <p:cNvSpPr txBox="1"/>
          <p:nvPr>
            <p:ph idx="4" type="subTitle"/>
          </p:nvPr>
        </p:nvSpPr>
        <p:spPr>
          <a:xfrm>
            <a:off x="2699325" y="21054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15" name="Google Shape;115;p13"/>
          <p:cNvSpPr txBox="1"/>
          <p:nvPr>
            <p:ph idx="5" type="subTitle"/>
          </p:nvPr>
        </p:nvSpPr>
        <p:spPr>
          <a:xfrm>
            <a:off x="324000" y="3400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16" name="Google Shape;116;p13"/>
          <p:cNvSpPr txBox="1"/>
          <p:nvPr>
            <p:ph idx="6" type="subTitle"/>
          </p:nvPr>
        </p:nvSpPr>
        <p:spPr>
          <a:xfrm>
            <a:off x="2699325" y="3400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4)">
  <p:cSld name="CUSTOM_3_1_1">
    <p:spTree>
      <p:nvGrpSpPr>
        <p:cNvPr id="117" name="Shape 117"/>
        <p:cNvGrpSpPr/>
        <p:nvPr/>
      </p:nvGrpSpPr>
      <p:grpSpPr>
        <a:xfrm>
          <a:off x="0" y="0"/>
          <a:ext cx="0" cy="0"/>
          <a:chOff x="0" y="0"/>
          <a:chExt cx="0" cy="0"/>
        </a:xfrm>
      </p:grpSpPr>
      <p:sp>
        <p:nvSpPr>
          <p:cNvPr id="118" name="Google Shape;118;p14"/>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9" name="Google Shape;119;p14"/>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20" name="Google Shape;120;p14"/>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21" name="Google Shape;121;p14"/>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2" name="Google Shape;122;p14"/>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23" name="Google Shape;123;p14"/>
          <p:cNvSpPr txBox="1"/>
          <p:nvPr>
            <p:ph idx="3" type="subTitle"/>
          </p:nvPr>
        </p:nvSpPr>
        <p:spPr>
          <a:xfrm>
            <a:off x="324000" y="1800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4" name="Google Shape;124;p14"/>
          <p:cNvSpPr txBox="1"/>
          <p:nvPr>
            <p:ph idx="4" type="subTitle"/>
          </p:nvPr>
        </p:nvSpPr>
        <p:spPr>
          <a:xfrm>
            <a:off x="2699325" y="1800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25" name="Google Shape;125;p14"/>
          <p:cNvSpPr txBox="1"/>
          <p:nvPr>
            <p:ph idx="5" type="subTitle"/>
          </p:nvPr>
        </p:nvSpPr>
        <p:spPr>
          <a:xfrm>
            <a:off x="324000" y="27912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6" name="Google Shape;126;p14"/>
          <p:cNvSpPr txBox="1"/>
          <p:nvPr>
            <p:ph idx="6" type="subTitle"/>
          </p:nvPr>
        </p:nvSpPr>
        <p:spPr>
          <a:xfrm>
            <a:off x="2699325" y="27912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27" name="Google Shape;127;p14"/>
          <p:cNvSpPr txBox="1"/>
          <p:nvPr>
            <p:ph idx="7" type="subTitle"/>
          </p:nvPr>
        </p:nvSpPr>
        <p:spPr>
          <a:xfrm>
            <a:off x="324000" y="3781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28" name="Google Shape;128;p14"/>
          <p:cNvSpPr txBox="1"/>
          <p:nvPr>
            <p:ph idx="8" type="subTitle"/>
          </p:nvPr>
        </p:nvSpPr>
        <p:spPr>
          <a:xfrm>
            <a:off x="2699325" y="3781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5)">
  <p:cSld name="CUSTOM_3_1_1_1">
    <p:spTree>
      <p:nvGrpSpPr>
        <p:cNvPr id="129" name="Shape 129"/>
        <p:cNvGrpSpPr/>
        <p:nvPr/>
      </p:nvGrpSpPr>
      <p:grpSpPr>
        <a:xfrm>
          <a:off x="0" y="0"/>
          <a:ext cx="0" cy="0"/>
          <a:chOff x="0" y="0"/>
          <a:chExt cx="0" cy="0"/>
        </a:xfrm>
      </p:grpSpPr>
      <p:sp>
        <p:nvSpPr>
          <p:cNvPr id="130" name="Google Shape;130;p15"/>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1" name="Google Shape;131;p15"/>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32" name="Google Shape;132;p15"/>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33" name="Google Shape;133;p15"/>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4" name="Google Shape;134;p15"/>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35" name="Google Shape;135;p15"/>
          <p:cNvSpPr txBox="1"/>
          <p:nvPr>
            <p:ph idx="3" type="subTitle"/>
          </p:nvPr>
        </p:nvSpPr>
        <p:spPr>
          <a:xfrm>
            <a:off x="324000" y="24864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6" name="Google Shape;136;p15"/>
          <p:cNvSpPr txBox="1"/>
          <p:nvPr>
            <p:ph idx="4" type="subTitle"/>
          </p:nvPr>
        </p:nvSpPr>
        <p:spPr>
          <a:xfrm>
            <a:off x="2699325" y="24864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37" name="Google Shape;137;p15"/>
          <p:cNvSpPr txBox="1"/>
          <p:nvPr>
            <p:ph idx="5" type="subTitle"/>
          </p:nvPr>
        </p:nvSpPr>
        <p:spPr>
          <a:xfrm>
            <a:off x="324000" y="41628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38" name="Google Shape;138;p15"/>
          <p:cNvSpPr txBox="1"/>
          <p:nvPr>
            <p:ph idx="6" type="subTitle"/>
          </p:nvPr>
        </p:nvSpPr>
        <p:spPr>
          <a:xfrm>
            <a:off x="2699325" y="41628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39" name="Google Shape;139;p15"/>
          <p:cNvSpPr txBox="1"/>
          <p:nvPr>
            <p:ph idx="7" type="subTitle"/>
          </p:nvPr>
        </p:nvSpPr>
        <p:spPr>
          <a:xfrm>
            <a:off x="324000" y="16482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0" name="Google Shape;140;p15"/>
          <p:cNvSpPr txBox="1"/>
          <p:nvPr>
            <p:ph idx="8" type="subTitle"/>
          </p:nvPr>
        </p:nvSpPr>
        <p:spPr>
          <a:xfrm>
            <a:off x="2699325" y="16482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41" name="Google Shape;141;p15"/>
          <p:cNvSpPr txBox="1"/>
          <p:nvPr>
            <p:ph idx="9" type="subTitle"/>
          </p:nvPr>
        </p:nvSpPr>
        <p:spPr>
          <a:xfrm>
            <a:off x="324000" y="3324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2" name="Google Shape;142;p15"/>
          <p:cNvSpPr txBox="1"/>
          <p:nvPr>
            <p:ph idx="13" type="subTitle"/>
          </p:nvPr>
        </p:nvSpPr>
        <p:spPr>
          <a:xfrm>
            <a:off x="2699325" y="3324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 Keywords (p2, 2)">
  <p:cSld name="CUSTOM_3_1_1_1_1">
    <p:spTree>
      <p:nvGrpSpPr>
        <p:cNvPr id="143" name="Shape 143"/>
        <p:cNvGrpSpPr/>
        <p:nvPr/>
      </p:nvGrpSpPr>
      <p:grpSpPr>
        <a:xfrm>
          <a:off x="0" y="0"/>
          <a:ext cx="0" cy="0"/>
          <a:chOff x="0" y="0"/>
          <a:chExt cx="0" cy="0"/>
        </a:xfrm>
      </p:grpSpPr>
      <p:sp>
        <p:nvSpPr>
          <p:cNvPr id="144" name="Google Shape;144;p16"/>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5" name="Google Shape;145;p16"/>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146" name="Google Shape;146;p16"/>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147" name="Google Shape;147;p16"/>
          <p:cNvSpPr txBox="1"/>
          <p:nvPr>
            <p:ph idx="1" type="subTitle"/>
          </p:nvPr>
        </p:nvSpPr>
        <p:spPr>
          <a:xfrm>
            <a:off x="324000" y="8100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48" name="Google Shape;148;p16"/>
          <p:cNvSpPr txBox="1"/>
          <p:nvPr>
            <p:ph idx="2" type="subTitle"/>
          </p:nvPr>
        </p:nvSpPr>
        <p:spPr>
          <a:xfrm>
            <a:off x="2699325" y="8100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
        <p:nvSpPr>
          <p:cNvPr id="149" name="Google Shape;149;p16"/>
          <p:cNvSpPr txBox="1"/>
          <p:nvPr>
            <p:ph idx="3" type="subTitle"/>
          </p:nvPr>
        </p:nvSpPr>
        <p:spPr>
          <a:xfrm>
            <a:off x="324000" y="2562600"/>
            <a:ext cx="22035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000"/>
              <a:buFont typeface="Lexend"/>
              <a:buNone/>
              <a:defRPr b="1" sz="2000">
                <a:solidFill>
                  <a:srgbClr val="282828"/>
                </a:solidFill>
                <a:latin typeface="Lexend"/>
                <a:ea typeface="Lexend"/>
                <a:cs typeface="Lexend"/>
                <a:sym typeface="Lexend"/>
              </a:defRPr>
            </a:lvl1pPr>
            <a:lvl2pPr lvl="1" rtl="0">
              <a:spcBef>
                <a:spcPts val="1000"/>
              </a:spcBef>
              <a:spcAft>
                <a:spcPts val="0"/>
              </a:spcAft>
              <a:buClr>
                <a:srgbClr val="282828"/>
              </a:buClr>
              <a:buSzPts val="2000"/>
              <a:buFont typeface="Lexend"/>
              <a:buNone/>
              <a:defRPr sz="2000">
                <a:solidFill>
                  <a:srgbClr val="282828"/>
                </a:solidFill>
                <a:latin typeface="Lexend"/>
                <a:ea typeface="Lexend"/>
                <a:cs typeface="Lexend"/>
                <a:sym typeface="Lexend"/>
              </a:defRPr>
            </a:lvl2pPr>
            <a:lvl3pPr lvl="2" rtl="0">
              <a:spcBef>
                <a:spcPts val="1000"/>
              </a:spcBef>
              <a:spcAft>
                <a:spcPts val="0"/>
              </a:spcAft>
              <a:buClr>
                <a:srgbClr val="282828"/>
              </a:buClr>
              <a:buSzPts val="2000"/>
              <a:buFont typeface="Lexend"/>
              <a:buNone/>
              <a:defRPr>
                <a:solidFill>
                  <a:srgbClr val="282828"/>
                </a:solidFill>
                <a:latin typeface="Lexend"/>
                <a:ea typeface="Lexend"/>
                <a:cs typeface="Lexend"/>
                <a:sym typeface="Lexend"/>
              </a:defRPr>
            </a:lvl3pPr>
            <a:lvl4pPr lvl="3"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4pPr>
            <a:lvl5pPr lvl="4" rtl="0">
              <a:spcBef>
                <a:spcPts val="800"/>
              </a:spcBef>
              <a:spcAft>
                <a:spcPts val="0"/>
              </a:spcAft>
              <a:buClr>
                <a:srgbClr val="282828"/>
              </a:buClr>
              <a:buSzPts val="2000"/>
              <a:buFont typeface="Lexend"/>
              <a:buNone/>
              <a:defRPr sz="2000">
                <a:solidFill>
                  <a:srgbClr val="282828"/>
                </a:solidFill>
                <a:latin typeface="Lexend"/>
                <a:ea typeface="Lexend"/>
                <a:cs typeface="Lexend"/>
                <a:sym typeface="Lexend"/>
              </a:defRPr>
            </a:lvl5pPr>
            <a:lvl6pPr lvl="5"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6pPr>
            <a:lvl7pPr lvl="6" rtl="0">
              <a:spcBef>
                <a:spcPts val="600"/>
              </a:spcBef>
              <a:spcAft>
                <a:spcPts val="0"/>
              </a:spcAft>
              <a:buClr>
                <a:srgbClr val="282828"/>
              </a:buClr>
              <a:buSzPts val="2000"/>
              <a:buFont typeface="Lexend"/>
              <a:buNone/>
              <a:defRPr sz="2000">
                <a:solidFill>
                  <a:srgbClr val="282828"/>
                </a:solidFill>
                <a:latin typeface="Lexend"/>
                <a:ea typeface="Lexend"/>
                <a:cs typeface="Lexend"/>
                <a:sym typeface="Lexend"/>
              </a:defRPr>
            </a:lvl7pPr>
            <a:lvl8pPr lvl="7" rtl="0">
              <a:spcBef>
                <a:spcPts val="400"/>
              </a:spcBef>
              <a:spcAft>
                <a:spcPts val="0"/>
              </a:spcAft>
              <a:buClr>
                <a:srgbClr val="282828"/>
              </a:buClr>
              <a:buSzPts val="2000"/>
              <a:buFont typeface="Lexend"/>
              <a:buNone/>
              <a:defRPr sz="2000">
                <a:solidFill>
                  <a:srgbClr val="282828"/>
                </a:solidFill>
                <a:latin typeface="Lexend"/>
                <a:ea typeface="Lexend"/>
                <a:cs typeface="Lexend"/>
                <a:sym typeface="Lexend"/>
              </a:defRPr>
            </a:lvl8pPr>
            <a:lvl9pPr lvl="8" rtl="0">
              <a:spcBef>
                <a:spcPts val="400"/>
              </a:spcBef>
              <a:spcAft>
                <a:spcPts val="200"/>
              </a:spcAft>
              <a:buClr>
                <a:srgbClr val="282828"/>
              </a:buClr>
              <a:buSzPts val="2000"/>
              <a:buFont typeface="Lexend"/>
              <a:buNone/>
              <a:defRPr sz="2000">
                <a:solidFill>
                  <a:srgbClr val="282828"/>
                </a:solidFill>
                <a:latin typeface="Lexend"/>
                <a:ea typeface="Lexend"/>
                <a:cs typeface="Lexend"/>
                <a:sym typeface="Lexend"/>
              </a:defRPr>
            </a:lvl9pPr>
          </a:lstStyle>
          <a:p/>
        </p:txBody>
      </p:sp>
      <p:sp>
        <p:nvSpPr>
          <p:cNvPr id="150" name="Google Shape;150;p16"/>
          <p:cNvSpPr txBox="1"/>
          <p:nvPr>
            <p:ph idx="4" type="subTitle"/>
          </p:nvPr>
        </p:nvSpPr>
        <p:spPr>
          <a:xfrm>
            <a:off x="2699325" y="2562600"/>
            <a:ext cx="40479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1800"/>
              <a:buNone/>
              <a:defRPr sz="1800">
                <a:solidFill>
                  <a:srgbClr val="282828"/>
                </a:solidFill>
              </a:defRPr>
            </a:lvl1pPr>
            <a:lvl2pPr lvl="1" rtl="0">
              <a:spcBef>
                <a:spcPts val="1000"/>
              </a:spcBef>
              <a:spcAft>
                <a:spcPts val="0"/>
              </a:spcAft>
              <a:buClr>
                <a:srgbClr val="282828"/>
              </a:buClr>
              <a:buSzPts val="1800"/>
              <a:buNone/>
              <a:defRPr sz="1800">
                <a:solidFill>
                  <a:srgbClr val="282828"/>
                </a:solidFill>
              </a:defRPr>
            </a:lvl2pPr>
            <a:lvl3pPr lvl="2" rtl="0">
              <a:spcBef>
                <a:spcPts val="1000"/>
              </a:spcBef>
              <a:spcAft>
                <a:spcPts val="0"/>
              </a:spcAft>
              <a:buClr>
                <a:srgbClr val="282828"/>
              </a:buClr>
              <a:buSzPts val="1800"/>
              <a:buNone/>
              <a:defRPr sz="1800">
                <a:solidFill>
                  <a:srgbClr val="282828"/>
                </a:solidFill>
              </a:defRPr>
            </a:lvl3pPr>
            <a:lvl4pPr lvl="3" rtl="0">
              <a:spcBef>
                <a:spcPts val="800"/>
              </a:spcBef>
              <a:spcAft>
                <a:spcPts val="0"/>
              </a:spcAft>
              <a:buClr>
                <a:srgbClr val="282828"/>
              </a:buClr>
              <a:buSzPts val="1800"/>
              <a:buNone/>
              <a:defRPr sz="1800">
                <a:solidFill>
                  <a:srgbClr val="282828"/>
                </a:solidFill>
              </a:defRPr>
            </a:lvl4pPr>
            <a:lvl5pPr lvl="4" rtl="0">
              <a:spcBef>
                <a:spcPts val="800"/>
              </a:spcBef>
              <a:spcAft>
                <a:spcPts val="0"/>
              </a:spcAft>
              <a:buClr>
                <a:srgbClr val="282828"/>
              </a:buClr>
              <a:buSzPts val="1800"/>
              <a:buNone/>
              <a:defRPr>
                <a:solidFill>
                  <a:srgbClr val="282828"/>
                </a:solidFill>
              </a:defRPr>
            </a:lvl5pPr>
            <a:lvl6pPr lvl="5" rtl="0">
              <a:spcBef>
                <a:spcPts val="600"/>
              </a:spcBef>
              <a:spcAft>
                <a:spcPts val="0"/>
              </a:spcAft>
              <a:buClr>
                <a:srgbClr val="282828"/>
              </a:buClr>
              <a:buSzPts val="1800"/>
              <a:buNone/>
              <a:defRPr>
                <a:solidFill>
                  <a:srgbClr val="282828"/>
                </a:solidFill>
              </a:defRPr>
            </a:lvl6pPr>
            <a:lvl7pPr lvl="6" rtl="0">
              <a:spcBef>
                <a:spcPts val="600"/>
              </a:spcBef>
              <a:spcAft>
                <a:spcPts val="0"/>
              </a:spcAft>
              <a:buClr>
                <a:srgbClr val="282828"/>
              </a:buClr>
              <a:buSzPts val="1800"/>
              <a:buNone/>
              <a:defRPr>
                <a:solidFill>
                  <a:srgbClr val="282828"/>
                </a:solidFill>
              </a:defRPr>
            </a:lvl7pPr>
            <a:lvl8pPr lvl="7" rtl="0">
              <a:spcBef>
                <a:spcPts val="400"/>
              </a:spcBef>
              <a:spcAft>
                <a:spcPts val="0"/>
              </a:spcAft>
              <a:buClr>
                <a:srgbClr val="282828"/>
              </a:buClr>
              <a:buSzPts val="1800"/>
              <a:buNone/>
              <a:defRPr>
                <a:solidFill>
                  <a:srgbClr val="282828"/>
                </a:solidFill>
              </a:defRPr>
            </a:lvl8pPr>
            <a:lvl9pPr lvl="8" rtl="0">
              <a:spcBef>
                <a:spcPts val="400"/>
              </a:spcBef>
              <a:spcAft>
                <a:spcPts val="200"/>
              </a:spcAft>
              <a:buClr>
                <a:srgbClr val="282828"/>
              </a:buClr>
              <a:buSzPts val="1800"/>
              <a:buFont typeface="Lexend"/>
              <a:buNone/>
              <a:defRPr>
                <a:solidFill>
                  <a:srgbClr val="282828"/>
                </a:solidFill>
                <a:latin typeface="Lexend"/>
                <a:ea typeface="Lexend"/>
                <a:cs typeface="Lexend"/>
                <a:sym typeface="Lexend"/>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2)">
  <p:cSld name="CUSTOM_3">
    <p:spTree>
      <p:nvGrpSpPr>
        <p:cNvPr id="151" name="Shape 151"/>
        <p:cNvGrpSpPr/>
        <p:nvPr/>
      </p:nvGrpSpPr>
      <p:grpSpPr>
        <a:xfrm>
          <a:off x="0" y="0"/>
          <a:ext cx="0" cy="0"/>
          <a:chOff x="0" y="0"/>
          <a:chExt cx="0" cy="0"/>
        </a:xfrm>
      </p:grpSpPr>
      <p:sp>
        <p:nvSpPr>
          <p:cNvPr id="152" name="Google Shape;152;p17"/>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53" name="Google Shape;153;p17"/>
          <p:cNvPicPr preferRelativeResize="0"/>
          <p:nvPr/>
        </p:nvPicPr>
        <p:blipFill rotWithShape="1">
          <a:blip r:embed="rId2">
            <a:alphaModFix/>
          </a:blip>
          <a:srcRect b="3669" l="0" r="0" t="3678"/>
          <a:stretch/>
        </p:blipFill>
        <p:spPr>
          <a:xfrm>
            <a:off x="863550" y="2926472"/>
            <a:ext cx="7439126" cy="572078"/>
          </a:xfrm>
          <a:prstGeom prst="rect">
            <a:avLst/>
          </a:prstGeom>
          <a:noFill/>
          <a:ln>
            <a:noFill/>
          </a:ln>
        </p:spPr>
      </p:pic>
      <p:pic>
        <p:nvPicPr>
          <p:cNvPr id="154" name="Google Shape;154;p17"/>
          <p:cNvPicPr preferRelativeResize="0"/>
          <p:nvPr/>
        </p:nvPicPr>
        <p:blipFill rotWithShape="1">
          <a:blip r:embed="rId3">
            <a:alphaModFix/>
          </a:blip>
          <a:srcRect b="3669" l="0" r="0" t="3678"/>
          <a:stretch/>
        </p:blipFill>
        <p:spPr>
          <a:xfrm>
            <a:off x="863550" y="1989425"/>
            <a:ext cx="7439126" cy="572078"/>
          </a:xfrm>
          <a:prstGeom prst="rect">
            <a:avLst/>
          </a:prstGeom>
          <a:noFill/>
          <a:ln>
            <a:noFill/>
          </a:ln>
        </p:spPr>
      </p:pic>
      <p:pic>
        <p:nvPicPr>
          <p:cNvPr id="155" name="Google Shape;155;p17"/>
          <p:cNvPicPr preferRelativeResize="0"/>
          <p:nvPr/>
        </p:nvPicPr>
        <p:blipFill rotWithShape="1">
          <a:blip r:embed="rId4">
            <a:alphaModFix/>
          </a:blip>
          <a:srcRect b="0" l="74623" r="0" t="0"/>
          <a:stretch/>
        </p:blipFill>
        <p:spPr>
          <a:xfrm>
            <a:off x="863550" y="1954586"/>
            <a:ext cx="145900" cy="645874"/>
          </a:xfrm>
          <a:prstGeom prst="rect">
            <a:avLst/>
          </a:prstGeom>
          <a:noFill/>
          <a:ln>
            <a:noFill/>
          </a:ln>
        </p:spPr>
      </p:pic>
      <p:cxnSp>
        <p:nvCxnSpPr>
          <p:cNvPr id="156" name="Google Shape;156;p17"/>
          <p:cNvCxnSpPr>
            <a:endCxn id="157" idx="2"/>
          </p:cNvCxnSpPr>
          <p:nvPr/>
        </p:nvCxnSpPr>
        <p:spPr>
          <a:xfrm flipH="1">
            <a:off x="645063" y="2017282"/>
            <a:ext cx="2700" cy="1480500"/>
          </a:xfrm>
          <a:prstGeom prst="straightConnector1">
            <a:avLst/>
          </a:prstGeom>
          <a:noFill/>
          <a:ln cap="flat" cmpd="sng" w="38100">
            <a:solidFill>
              <a:srgbClr val="282828"/>
            </a:solidFill>
            <a:prstDash val="solid"/>
            <a:round/>
            <a:headEnd len="med" w="med" type="none"/>
            <a:tailEnd len="med" w="med" type="none"/>
          </a:ln>
        </p:spPr>
      </p:cxnSp>
      <p:pic>
        <p:nvPicPr>
          <p:cNvPr id="158" name="Google Shape;158;p17"/>
          <p:cNvPicPr preferRelativeResize="0"/>
          <p:nvPr/>
        </p:nvPicPr>
        <p:blipFill>
          <a:blip r:embed="rId5">
            <a:alphaModFix/>
          </a:blip>
          <a:stretch>
            <a:fillRect/>
          </a:stretch>
        </p:blipFill>
        <p:spPr>
          <a:xfrm>
            <a:off x="363482" y="1993619"/>
            <a:ext cx="563185" cy="572092"/>
          </a:xfrm>
          <a:prstGeom prst="rect">
            <a:avLst/>
          </a:prstGeom>
          <a:noFill/>
          <a:ln>
            <a:noFill/>
          </a:ln>
        </p:spPr>
      </p:pic>
      <p:sp>
        <p:nvSpPr>
          <p:cNvPr id="159" name="Google Shape;159;p17"/>
          <p:cNvSpPr txBox="1"/>
          <p:nvPr>
            <p:ph type="title"/>
          </p:nvPr>
        </p:nvSpPr>
        <p:spPr>
          <a:xfrm>
            <a:off x="1225225" y="2090813"/>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60" name="Google Shape;160;p17"/>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57" name="Google Shape;157;p17"/>
          <p:cNvPicPr preferRelativeResize="0"/>
          <p:nvPr/>
        </p:nvPicPr>
        <p:blipFill>
          <a:blip r:embed="rId6">
            <a:alphaModFix/>
          </a:blip>
          <a:stretch>
            <a:fillRect/>
          </a:stretch>
        </p:blipFill>
        <p:spPr>
          <a:xfrm>
            <a:off x="363340" y="2925705"/>
            <a:ext cx="563446" cy="572077"/>
          </a:xfrm>
          <a:prstGeom prst="rect">
            <a:avLst/>
          </a:prstGeom>
          <a:noFill/>
          <a:ln>
            <a:noFill/>
          </a:ln>
        </p:spPr>
      </p:pic>
      <p:pic>
        <p:nvPicPr>
          <p:cNvPr id="161" name="Google Shape;161;p17"/>
          <p:cNvPicPr preferRelativeResize="0"/>
          <p:nvPr/>
        </p:nvPicPr>
        <p:blipFill rotWithShape="1">
          <a:blip r:embed="rId7">
            <a:alphaModFix/>
          </a:blip>
          <a:srcRect b="1709" l="0" r="0" t="1699"/>
          <a:stretch/>
        </p:blipFill>
        <p:spPr>
          <a:xfrm>
            <a:off x="-12" y="481650"/>
            <a:ext cx="9151202" cy="116709"/>
          </a:xfrm>
          <a:prstGeom prst="rect">
            <a:avLst/>
          </a:prstGeom>
          <a:noFill/>
          <a:ln>
            <a:noFill/>
          </a:ln>
        </p:spPr>
      </p:pic>
      <p:sp>
        <p:nvSpPr>
          <p:cNvPr id="162" name="Google Shape;162;p17"/>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163" name="Google Shape;163;p17"/>
          <p:cNvSpPr txBox="1"/>
          <p:nvPr>
            <p:ph idx="3"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3)">
  <p:cSld name="CUSTOM_3_2">
    <p:spTree>
      <p:nvGrpSpPr>
        <p:cNvPr id="164" name="Shape 164"/>
        <p:cNvGrpSpPr/>
        <p:nvPr/>
      </p:nvGrpSpPr>
      <p:grpSpPr>
        <a:xfrm>
          <a:off x="0" y="0"/>
          <a:ext cx="0" cy="0"/>
          <a:chOff x="0" y="0"/>
          <a:chExt cx="0" cy="0"/>
        </a:xfrm>
      </p:grpSpPr>
      <p:pic>
        <p:nvPicPr>
          <p:cNvPr id="165" name="Google Shape;165;p18"/>
          <p:cNvPicPr preferRelativeResize="0"/>
          <p:nvPr/>
        </p:nvPicPr>
        <p:blipFill rotWithShape="1">
          <a:blip r:embed="rId2">
            <a:alphaModFix/>
          </a:blip>
          <a:srcRect b="4438" l="0" r="0" t="4429"/>
          <a:stretch/>
        </p:blipFill>
        <p:spPr>
          <a:xfrm>
            <a:off x="863550" y="3642223"/>
            <a:ext cx="7439125" cy="563227"/>
          </a:xfrm>
          <a:prstGeom prst="rect">
            <a:avLst/>
          </a:prstGeom>
          <a:noFill/>
          <a:ln>
            <a:noFill/>
          </a:ln>
        </p:spPr>
      </p:pic>
      <p:pic>
        <p:nvPicPr>
          <p:cNvPr id="166" name="Google Shape;166;p18"/>
          <p:cNvPicPr preferRelativeResize="0"/>
          <p:nvPr/>
        </p:nvPicPr>
        <p:blipFill rotWithShape="1">
          <a:blip r:embed="rId3">
            <a:alphaModFix/>
          </a:blip>
          <a:srcRect b="0" l="74623" r="0" t="0"/>
          <a:stretch/>
        </p:blipFill>
        <p:spPr>
          <a:xfrm>
            <a:off x="863550" y="3600900"/>
            <a:ext cx="145900" cy="645874"/>
          </a:xfrm>
          <a:prstGeom prst="rect">
            <a:avLst/>
          </a:prstGeom>
          <a:noFill/>
          <a:ln>
            <a:noFill/>
          </a:ln>
        </p:spPr>
      </p:pic>
      <p:pic>
        <p:nvPicPr>
          <p:cNvPr id="167" name="Google Shape;167;p18"/>
          <p:cNvPicPr preferRelativeResize="0"/>
          <p:nvPr/>
        </p:nvPicPr>
        <p:blipFill rotWithShape="1">
          <a:blip r:embed="rId4">
            <a:alphaModFix/>
          </a:blip>
          <a:srcRect b="3669" l="0" r="0" t="3678"/>
          <a:stretch/>
        </p:blipFill>
        <p:spPr>
          <a:xfrm>
            <a:off x="863550" y="2704186"/>
            <a:ext cx="7439126" cy="572074"/>
          </a:xfrm>
          <a:prstGeom prst="rect">
            <a:avLst/>
          </a:prstGeom>
          <a:noFill/>
          <a:ln>
            <a:noFill/>
          </a:ln>
        </p:spPr>
      </p:pic>
      <p:pic>
        <p:nvPicPr>
          <p:cNvPr id="168" name="Google Shape;168;p18"/>
          <p:cNvPicPr preferRelativeResize="0"/>
          <p:nvPr/>
        </p:nvPicPr>
        <p:blipFill rotWithShape="1">
          <a:blip r:embed="rId3">
            <a:alphaModFix/>
          </a:blip>
          <a:srcRect b="0" l="74623" r="0" t="0"/>
          <a:stretch/>
        </p:blipFill>
        <p:spPr>
          <a:xfrm>
            <a:off x="863550" y="2677988"/>
            <a:ext cx="145900" cy="645874"/>
          </a:xfrm>
          <a:prstGeom prst="rect">
            <a:avLst/>
          </a:prstGeom>
          <a:noFill/>
          <a:ln>
            <a:noFill/>
          </a:ln>
        </p:spPr>
      </p:pic>
      <p:pic>
        <p:nvPicPr>
          <p:cNvPr id="169" name="Google Shape;169;p18"/>
          <p:cNvPicPr preferRelativeResize="0"/>
          <p:nvPr/>
        </p:nvPicPr>
        <p:blipFill rotWithShape="1">
          <a:blip r:embed="rId5">
            <a:alphaModFix/>
          </a:blip>
          <a:srcRect b="3669" l="0" r="0" t="3678"/>
          <a:stretch/>
        </p:blipFill>
        <p:spPr>
          <a:xfrm>
            <a:off x="863550" y="1678325"/>
            <a:ext cx="7439126" cy="572074"/>
          </a:xfrm>
          <a:prstGeom prst="rect">
            <a:avLst/>
          </a:prstGeom>
          <a:noFill/>
          <a:ln>
            <a:noFill/>
          </a:ln>
        </p:spPr>
      </p:pic>
      <p:pic>
        <p:nvPicPr>
          <p:cNvPr id="170" name="Google Shape;170;p18"/>
          <p:cNvPicPr preferRelativeResize="0"/>
          <p:nvPr/>
        </p:nvPicPr>
        <p:blipFill rotWithShape="1">
          <a:blip r:embed="rId3">
            <a:alphaModFix/>
          </a:blip>
          <a:srcRect b="0" l="74623" r="0" t="0"/>
          <a:stretch/>
        </p:blipFill>
        <p:spPr>
          <a:xfrm>
            <a:off x="863550" y="1643475"/>
            <a:ext cx="145900" cy="645874"/>
          </a:xfrm>
          <a:prstGeom prst="rect">
            <a:avLst/>
          </a:prstGeom>
          <a:noFill/>
          <a:ln>
            <a:noFill/>
          </a:ln>
        </p:spPr>
      </p:pic>
      <p:cxnSp>
        <p:nvCxnSpPr>
          <p:cNvPr id="171" name="Google Shape;171;p18"/>
          <p:cNvCxnSpPr>
            <a:endCxn id="172" idx="2"/>
          </p:cNvCxnSpPr>
          <p:nvPr/>
        </p:nvCxnSpPr>
        <p:spPr>
          <a:xfrm>
            <a:off x="647802" y="1841898"/>
            <a:ext cx="0" cy="2366400"/>
          </a:xfrm>
          <a:prstGeom prst="straightConnector1">
            <a:avLst/>
          </a:prstGeom>
          <a:noFill/>
          <a:ln cap="flat" cmpd="sng" w="38100">
            <a:solidFill>
              <a:srgbClr val="282828"/>
            </a:solidFill>
            <a:prstDash val="solid"/>
            <a:round/>
            <a:headEnd len="med" w="med" type="none"/>
            <a:tailEnd len="med" w="med" type="none"/>
          </a:ln>
        </p:spPr>
      </p:cxnSp>
      <p:pic>
        <p:nvPicPr>
          <p:cNvPr id="172" name="Google Shape;172;p18"/>
          <p:cNvPicPr preferRelativeResize="0"/>
          <p:nvPr/>
        </p:nvPicPr>
        <p:blipFill>
          <a:blip r:embed="rId6">
            <a:alphaModFix/>
          </a:blip>
          <a:stretch>
            <a:fillRect/>
          </a:stretch>
        </p:blipFill>
        <p:spPr>
          <a:xfrm>
            <a:off x="366079" y="3636220"/>
            <a:ext cx="563446" cy="572077"/>
          </a:xfrm>
          <a:prstGeom prst="rect">
            <a:avLst/>
          </a:prstGeom>
          <a:noFill/>
          <a:ln>
            <a:noFill/>
          </a:ln>
        </p:spPr>
      </p:pic>
      <p:pic>
        <p:nvPicPr>
          <p:cNvPr id="173" name="Google Shape;173;p18"/>
          <p:cNvPicPr preferRelativeResize="0"/>
          <p:nvPr/>
        </p:nvPicPr>
        <p:blipFill>
          <a:blip r:embed="rId7">
            <a:alphaModFix/>
          </a:blip>
          <a:stretch>
            <a:fillRect/>
          </a:stretch>
        </p:blipFill>
        <p:spPr>
          <a:xfrm>
            <a:off x="363482" y="1682508"/>
            <a:ext cx="563185" cy="572092"/>
          </a:xfrm>
          <a:prstGeom prst="rect">
            <a:avLst/>
          </a:prstGeom>
          <a:noFill/>
          <a:ln>
            <a:noFill/>
          </a:ln>
        </p:spPr>
      </p:pic>
      <p:sp>
        <p:nvSpPr>
          <p:cNvPr id="174" name="Google Shape;174;p18"/>
          <p:cNvSpPr txBox="1"/>
          <p:nvPr>
            <p:ph type="title"/>
          </p:nvPr>
        </p:nvSpPr>
        <p:spPr>
          <a:xfrm>
            <a:off x="1225200" y="1779713"/>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75" name="Google Shape;175;p18"/>
          <p:cNvSpPr txBox="1"/>
          <p:nvPr>
            <p:ph idx="2" type="title"/>
          </p:nvPr>
        </p:nvSpPr>
        <p:spPr>
          <a:xfrm>
            <a:off x="1225200" y="2804800"/>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76" name="Google Shape;176;p18"/>
          <p:cNvSpPr txBox="1"/>
          <p:nvPr>
            <p:ph idx="3" type="title"/>
          </p:nvPr>
        </p:nvSpPr>
        <p:spPr>
          <a:xfrm>
            <a:off x="1225200" y="3739189"/>
            <a:ext cx="6850800" cy="3693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77" name="Google Shape;177;p18"/>
          <p:cNvPicPr preferRelativeResize="0"/>
          <p:nvPr/>
        </p:nvPicPr>
        <p:blipFill>
          <a:blip r:embed="rId8">
            <a:alphaModFix/>
          </a:blip>
          <a:stretch>
            <a:fillRect/>
          </a:stretch>
        </p:blipFill>
        <p:spPr>
          <a:xfrm>
            <a:off x="363340" y="2703416"/>
            <a:ext cx="563446" cy="572077"/>
          </a:xfrm>
          <a:prstGeom prst="rect">
            <a:avLst/>
          </a:prstGeom>
          <a:noFill/>
          <a:ln>
            <a:noFill/>
          </a:ln>
        </p:spPr>
      </p:pic>
      <p:sp>
        <p:nvSpPr>
          <p:cNvPr id="178" name="Google Shape;178;p18"/>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79" name="Google Shape;179;p18"/>
          <p:cNvPicPr preferRelativeResize="0"/>
          <p:nvPr/>
        </p:nvPicPr>
        <p:blipFill rotWithShape="1">
          <a:blip r:embed="rId9">
            <a:alphaModFix/>
          </a:blip>
          <a:srcRect b="1709" l="0" r="0" t="1699"/>
          <a:stretch/>
        </p:blipFill>
        <p:spPr>
          <a:xfrm>
            <a:off x="-12" y="481650"/>
            <a:ext cx="9151202" cy="116709"/>
          </a:xfrm>
          <a:prstGeom prst="rect">
            <a:avLst/>
          </a:prstGeom>
          <a:noFill/>
          <a:ln>
            <a:noFill/>
          </a:ln>
        </p:spPr>
      </p:pic>
      <p:sp>
        <p:nvSpPr>
          <p:cNvPr id="180" name="Google Shape;180;p18"/>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181" name="Google Shape;181;p18"/>
          <p:cNvSpPr txBox="1"/>
          <p:nvPr>
            <p:ph idx="4"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3 Lesson outline (4)">
  <p:cSld name="CUSTOM_4">
    <p:spTree>
      <p:nvGrpSpPr>
        <p:cNvPr id="182" name="Shape 182"/>
        <p:cNvGrpSpPr/>
        <p:nvPr/>
      </p:nvGrpSpPr>
      <p:grpSpPr>
        <a:xfrm>
          <a:off x="0" y="0"/>
          <a:ext cx="0" cy="0"/>
          <a:chOff x="0" y="0"/>
          <a:chExt cx="0" cy="0"/>
        </a:xfrm>
      </p:grpSpPr>
      <p:pic>
        <p:nvPicPr>
          <p:cNvPr id="183" name="Google Shape;183;p19"/>
          <p:cNvPicPr preferRelativeResize="0"/>
          <p:nvPr/>
        </p:nvPicPr>
        <p:blipFill rotWithShape="1">
          <a:blip r:embed="rId2">
            <a:alphaModFix/>
          </a:blip>
          <a:srcRect b="4438" l="0" r="0" t="4429"/>
          <a:stretch/>
        </p:blipFill>
        <p:spPr>
          <a:xfrm>
            <a:off x="863550" y="3146932"/>
            <a:ext cx="7439125" cy="563230"/>
          </a:xfrm>
          <a:prstGeom prst="rect">
            <a:avLst/>
          </a:prstGeom>
          <a:noFill/>
          <a:ln>
            <a:noFill/>
          </a:ln>
        </p:spPr>
      </p:pic>
      <p:pic>
        <p:nvPicPr>
          <p:cNvPr id="184" name="Google Shape;184;p19"/>
          <p:cNvPicPr preferRelativeResize="0"/>
          <p:nvPr/>
        </p:nvPicPr>
        <p:blipFill rotWithShape="1">
          <a:blip r:embed="rId3">
            <a:alphaModFix/>
          </a:blip>
          <a:srcRect b="0" l="74623" r="0" t="0"/>
          <a:stretch/>
        </p:blipFill>
        <p:spPr>
          <a:xfrm>
            <a:off x="863550" y="3105610"/>
            <a:ext cx="145900" cy="645874"/>
          </a:xfrm>
          <a:prstGeom prst="rect">
            <a:avLst/>
          </a:prstGeom>
          <a:noFill/>
          <a:ln>
            <a:noFill/>
          </a:ln>
        </p:spPr>
      </p:pic>
      <p:pic>
        <p:nvPicPr>
          <p:cNvPr id="185" name="Google Shape;185;p19"/>
          <p:cNvPicPr preferRelativeResize="0"/>
          <p:nvPr/>
        </p:nvPicPr>
        <p:blipFill rotWithShape="1">
          <a:blip r:embed="rId4">
            <a:alphaModFix/>
          </a:blip>
          <a:srcRect b="4396" l="0" r="0" t="4387"/>
          <a:stretch/>
        </p:blipFill>
        <p:spPr>
          <a:xfrm>
            <a:off x="863550" y="3971358"/>
            <a:ext cx="7439126" cy="563217"/>
          </a:xfrm>
          <a:prstGeom prst="rect">
            <a:avLst/>
          </a:prstGeom>
          <a:noFill/>
          <a:ln>
            <a:noFill/>
          </a:ln>
        </p:spPr>
      </p:pic>
      <p:pic>
        <p:nvPicPr>
          <p:cNvPr id="186" name="Google Shape;186;p19"/>
          <p:cNvPicPr preferRelativeResize="0"/>
          <p:nvPr/>
        </p:nvPicPr>
        <p:blipFill rotWithShape="1">
          <a:blip r:embed="rId3">
            <a:alphaModFix/>
          </a:blip>
          <a:srcRect b="0" l="74623" r="0" t="0"/>
          <a:stretch/>
        </p:blipFill>
        <p:spPr>
          <a:xfrm>
            <a:off x="863550" y="3939648"/>
            <a:ext cx="145900" cy="645874"/>
          </a:xfrm>
          <a:prstGeom prst="rect">
            <a:avLst/>
          </a:prstGeom>
          <a:noFill/>
          <a:ln>
            <a:noFill/>
          </a:ln>
        </p:spPr>
      </p:pic>
      <p:pic>
        <p:nvPicPr>
          <p:cNvPr id="187" name="Google Shape;187;p19"/>
          <p:cNvPicPr preferRelativeResize="0"/>
          <p:nvPr/>
        </p:nvPicPr>
        <p:blipFill rotWithShape="1">
          <a:blip r:embed="rId5">
            <a:alphaModFix/>
          </a:blip>
          <a:srcRect b="3669" l="0" r="0" t="3678"/>
          <a:stretch/>
        </p:blipFill>
        <p:spPr>
          <a:xfrm>
            <a:off x="863550" y="2292191"/>
            <a:ext cx="7439126" cy="572077"/>
          </a:xfrm>
          <a:prstGeom prst="rect">
            <a:avLst/>
          </a:prstGeom>
          <a:noFill/>
          <a:ln>
            <a:noFill/>
          </a:ln>
        </p:spPr>
      </p:pic>
      <p:pic>
        <p:nvPicPr>
          <p:cNvPr id="188" name="Google Shape;188;p19"/>
          <p:cNvPicPr preferRelativeResize="0"/>
          <p:nvPr/>
        </p:nvPicPr>
        <p:blipFill rotWithShape="1">
          <a:blip r:embed="rId3">
            <a:alphaModFix/>
          </a:blip>
          <a:srcRect b="0" l="74623" r="0" t="0"/>
          <a:stretch/>
        </p:blipFill>
        <p:spPr>
          <a:xfrm>
            <a:off x="863550" y="2265998"/>
            <a:ext cx="145900" cy="645874"/>
          </a:xfrm>
          <a:prstGeom prst="rect">
            <a:avLst/>
          </a:prstGeom>
          <a:noFill/>
          <a:ln>
            <a:noFill/>
          </a:ln>
        </p:spPr>
      </p:pic>
      <p:pic>
        <p:nvPicPr>
          <p:cNvPr id="189" name="Google Shape;189;p19"/>
          <p:cNvPicPr preferRelativeResize="0"/>
          <p:nvPr/>
        </p:nvPicPr>
        <p:blipFill rotWithShape="1">
          <a:blip r:embed="rId6">
            <a:alphaModFix/>
          </a:blip>
          <a:srcRect b="3669" l="0" r="0" t="3678"/>
          <a:stretch/>
        </p:blipFill>
        <p:spPr>
          <a:xfrm>
            <a:off x="863550" y="1457950"/>
            <a:ext cx="7439126" cy="572077"/>
          </a:xfrm>
          <a:prstGeom prst="rect">
            <a:avLst/>
          </a:prstGeom>
          <a:noFill/>
          <a:ln>
            <a:noFill/>
          </a:ln>
        </p:spPr>
      </p:pic>
      <p:pic>
        <p:nvPicPr>
          <p:cNvPr id="190" name="Google Shape;190;p19"/>
          <p:cNvPicPr preferRelativeResize="0"/>
          <p:nvPr/>
        </p:nvPicPr>
        <p:blipFill rotWithShape="1">
          <a:blip r:embed="rId3">
            <a:alphaModFix/>
          </a:blip>
          <a:srcRect b="0" l="74623" r="0" t="0"/>
          <a:stretch/>
        </p:blipFill>
        <p:spPr>
          <a:xfrm>
            <a:off x="863550" y="1423110"/>
            <a:ext cx="145900" cy="645874"/>
          </a:xfrm>
          <a:prstGeom prst="rect">
            <a:avLst/>
          </a:prstGeom>
          <a:noFill/>
          <a:ln>
            <a:noFill/>
          </a:ln>
        </p:spPr>
      </p:pic>
      <p:cxnSp>
        <p:nvCxnSpPr>
          <p:cNvPr id="191" name="Google Shape;191;p19"/>
          <p:cNvCxnSpPr/>
          <p:nvPr/>
        </p:nvCxnSpPr>
        <p:spPr>
          <a:xfrm>
            <a:off x="647802" y="1725234"/>
            <a:ext cx="600" cy="2679900"/>
          </a:xfrm>
          <a:prstGeom prst="straightConnector1">
            <a:avLst/>
          </a:prstGeom>
          <a:noFill/>
          <a:ln cap="flat" cmpd="sng" w="38100">
            <a:solidFill>
              <a:srgbClr val="282828"/>
            </a:solidFill>
            <a:prstDash val="solid"/>
            <a:round/>
            <a:headEnd len="med" w="med" type="none"/>
            <a:tailEnd len="med" w="med" type="none"/>
          </a:ln>
        </p:spPr>
      </p:cxnSp>
      <p:pic>
        <p:nvPicPr>
          <p:cNvPr id="192" name="Google Shape;192;p19"/>
          <p:cNvPicPr preferRelativeResize="0"/>
          <p:nvPr/>
        </p:nvPicPr>
        <p:blipFill>
          <a:blip r:embed="rId7">
            <a:alphaModFix/>
          </a:blip>
          <a:stretch>
            <a:fillRect/>
          </a:stretch>
        </p:blipFill>
        <p:spPr>
          <a:xfrm>
            <a:off x="366079" y="3134650"/>
            <a:ext cx="563446" cy="572077"/>
          </a:xfrm>
          <a:prstGeom prst="rect">
            <a:avLst/>
          </a:prstGeom>
          <a:noFill/>
          <a:ln>
            <a:noFill/>
          </a:ln>
        </p:spPr>
      </p:pic>
      <p:pic>
        <p:nvPicPr>
          <p:cNvPr id="193" name="Google Shape;193;p19"/>
          <p:cNvPicPr preferRelativeResize="0"/>
          <p:nvPr/>
        </p:nvPicPr>
        <p:blipFill>
          <a:blip r:embed="rId8">
            <a:alphaModFix/>
          </a:blip>
          <a:stretch>
            <a:fillRect/>
          </a:stretch>
        </p:blipFill>
        <p:spPr>
          <a:xfrm>
            <a:off x="363357" y="1462166"/>
            <a:ext cx="563185" cy="572092"/>
          </a:xfrm>
          <a:prstGeom prst="rect">
            <a:avLst/>
          </a:prstGeom>
          <a:noFill/>
          <a:ln>
            <a:noFill/>
          </a:ln>
        </p:spPr>
      </p:pic>
      <p:pic>
        <p:nvPicPr>
          <p:cNvPr id="194" name="Google Shape;194;p19"/>
          <p:cNvPicPr preferRelativeResize="0"/>
          <p:nvPr/>
        </p:nvPicPr>
        <p:blipFill>
          <a:blip r:embed="rId9">
            <a:alphaModFix/>
          </a:blip>
          <a:stretch>
            <a:fillRect/>
          </a:stretch>
        </p:blipFill>
        <p:spPr>
          <a:xfrm>
            <a:off x="363340" y="2287588"/>
            <a:ext cx="563446" cy="572077"/>
          </a:xfrm>
          <a:prstGeom prst="rect">
            <a:avLst/>
          </a:prstGeom>
          <a:noFill/>
          <a:ln>
            <a:noFill/>
          </a:ln>
        </p:spPr>
      </p:pic>
      <p:sp>
        <p:nvSpPr>
          <p:cNvPr id="195" name="Google Shape;195;p19"/>
          <p:cNvSpPr txBox="1"/>
          <p:nvPr>
            <p:ph type="title"/>
          </p:nvPr>
        </p:nvSpPr>
        <p:spPr>
          <a:xfrm>
            <a:off x="1224600" y="1466663"/>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6" name="Google Shape;196;p19"/>
          <p:cNvSpPr txBox="1"/>
          <p:nvPr>
            <p:ph idx="2" type="title"/>
          </p:nvPr>
        </p:nvSpPr>
        <p:spPr>
          <a:xfrm>
            <a:off x="1224600" y="2285700"/>
            <a:ext cx="6850800" cy="572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7" name="Google Shape;197;p19"/>
          <p:cNvSpPr txBox="1"/>
          <p:nvPr>
            <p:ph idx="3" type="title"/>
          </p:nvPr>
        </p:nvSpPr>
        <p:spPr>
          <a:xfrm>
            <a:off x="1224600" y="3160338"/>
            <a:ext cx="6850800" cy="5364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
        <p:nvSpPr>
          <p:cNvPr id="198" name="Google Shape;198;p19"/>
          <p:cNvSpPr txBox="1"/>
          <p:nvPr>
            <p:ph idx="4" type="title"/>
          </p:nvPr>
        </p:nvSpPr>
        <p:spPr>
          <a:xfrm>
            <a:off x="1224600" y="3971414"/>
            <a:ext cx="6850800" cy="563100"/>
          </a:xfrm>
          <a:prstGeom prst="rect">
            <a:avLst/>
          </a:prstGeom>
        </p:spPr>
        <p:txBody>
          <a:bodyPr anchorCtr="0" anchor="ctr" bIns="0" lIns="0" spcFirstLastPara="1" rIns="0" wrap="square" tIns="0">
            <a:noAutofit/>
          </a:bodyPr>
          <a:lstStyle>
            <a:lvl1pPr lvl="0" rtl="0">
              <a:spcBef>
                <a:spcPts val="0"/>
              </a:spcBef>
              <a:spcAft>
                <a:spcPts val="0"/>
              </a:spcAft>
              <a:buClr>
                <a:schemeClr val="lt1"/>
              </a:buClr>
              <a:buSzPts val="1800"/>
              <a:buFont typeface="Lexend"/>
              <a:buNone/>
              <a:defRPr b="0" sz="1800">
                <a:solidFill>
                  <a:schemeClr val="lt1"/>
                </a:solidFill>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pic>
        <p:nvPicPr>
          <p:cNvPr id="199" name="Google Shape;199;p19"/>
          <p:cNvPicPr preferRelativeResize="0"/>
          <p:nvPr/>
        </p:nvPicPr>
        <p:blipFill>
          <a:blip r:embed="rId10">
            <a:alphaModFix/>
          </a:blip>
          <a:stretch>
            <a:fillRect/>
          </a:stretch>
        </p:blipFill>
        <p:spPr>
          <a:xfrm>
            <a:off x="363341" y="3969363"/>
            <a:ext cx="563446" cy="572077"/>
          </a:xfrm>
          <a:prstGeom prst="rect">
            <a:avLst/>
          </a:prstGeom>
          <a:noFill/>
          <a:ln>
            <a:noFill/>
          </a:ln>
        </p:spPr>
      </p:pic>
      <p:sp>
        <p:nvSpPr>
          <p:cNvPr id="200" name="Google Shape;200;p19"/>
          <p:cNvSpPr/>
          <p:nvPr/>
        </p:nvSpPr>
        <p:spPr>
          <a:xfrm>
            <a:off x="0" y="0"/>
            <a:ext cx="9144300" cy="485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01" name="Google Shape;201;p19"/>
          <p:cNvPicPr preferRelativeResize="0"/>
          <p:nvPr/>
        </p:nvPicPr>
        <p:blipFill rotWithShape="1">
          <a:blip r:embed="rId11">
            <a:alphaModFix/>
          </a:blip>
          <a:srcRect b="1709" l="0" r="0" t="1699"/>
          <a:stretch/>
        </p:blipFill>
        <p:spPr>
          <a:xfrm>
            <a:off x="-12" y="481650"/>
            <a:ext cx="9151202" cy="116709"/>
          </a:xfrm>
          <a:prstGeom prst="rect">
            <a:avLst/>
          </a:prstGeom>
          <a:noFill/>
          <a:ln>
            <a:noFill/>
          </a:ln>
        </p:spPr>
      </p:pic>
      <p:sp>
        <p:nvSpPr>
          <p:cNvPr id="202" name="Google Shape;202;p19"/>
          <p:cNvSpPr txBox="1"/>
          <p:nvPr/>
        </p:nvSpPr>
        <p:spPr>
          <a:xfrm>
            <a:off x="324000" y="112500"/>
            <a:ext cx="2304900" cy="3078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Lesson outline</a:t>
            </a:r>
            <a:endParaRPr b="1" sz="2000">
              <a:solidFill>
                <a:schemeClr val="dk1"/>
              </a:solidFill>
              <a:latin typeface="Lexend"/>
              <a:ea typeface="Lexend"/>
              <a:cs typeface="Lexend"/>
              <a:sym typeface="Lexend"/>
            </a:endParaRPr>
          </a:p>
        </p:txBody>
      </p:sp>
      <p:sp>
        <p:nvSpPr>
          <p:cNvPr id="203" name="Google Shape;203;p19"/>
          <p:cNvSpPr txBox="1"/>
          <p:nvPr>
            <p:ph idx="5" type="title"/>
          </p:nvPr>
        </p:nvSpPr>
        <p:spPr>
          <a:xfrm>
            <a:off x="324000" y="657600"/>
            <a:ext cx="5741400" cy="615600"/>
          </a:xfrm>
          <a:prstGeom prst="rect">
            <a:avLst/>
          </a:prstGeom>
        </p:spPr>
        <p:txBody>
          <a:bodyPr anchorCtr="0" anchor="t" bIns="0" lIns="0" spcFirstLastPara="1" rIns="0" wrap="square" tIns="0">
            <a:noAutofit/>
          </a:bodyPr>
          <a:lstStyle>
            <a:lvl1pPr lvl="0" rtl="0">
              <a:spcBef>
                <a:spcPts val="0"/>
              </a:spcBef>
              <a:spcAft>
                <a:spcPts val="0"/>
              </a:spcAft>
              <a:buSzPts val="1800"/>
              <a:buFont typeface="Lexend"/>
              <a:buNone/>
              <a:defRPr b="0" sz="1800">
                <a:latin typeface="Lexend"/>
                <a:ea typeface="Lexend"/>
                <a:cs typeface="Lexend"/>
                <a:sym typeface="Lexend"/>
              </a:defRPr>
            </a:lvl1pPr>
            <a:lvl2pPr lvl="1" rtl="0">
              <a:spcBef>
                <a:spcPts val="0"/>
              </a:spcBef>
              <a:spcAft>
                <a:spcPts val="0"/>
              </a:spcAft>
              <a:buSzPts val="1800"/>
              <a:buNone/>
              <a:defRPr sz="1800"/>
            </a:lvl2pPr>
            <a:lvl3pPr lvl="2" rtl="0">
              <a:spcBef>
                <a:spcPts val="0"/>
              </a:spcBef>
              <a:spcAft>
                <a:spcPts val="0"/>
              </a:spcAft>
              <a:buSzPts val="1800"/>
              <a:buNone/>
              <a:defRPr sz="1800"/>
            </a:lvl3pPr>
            <a:lvl4pPr lvl="3" rtl="0">
              <a:spcBef>
                <a:spcPts val="0"/>
              </a:spcBef>
              <a:spcAft>
                <a:spcPts val="0"/>
              </a:spcAft>
              <a:buSzPts val="1800"/>
              <a:buNone/>
              <a:defRPr sz="1800"/>
            </a:lvl4pPr>
            <a:lvl5pPr lvl="4" rtl="0">
              <a:spcBef>
                <a:spcPts val="0"/>
              </a:spcBef>
              <a:spcAft>
                <a:spcPts val="0"/>
              </a:spcAft>
              <a:buSzPts val="1800"/>
              <a:buNone/>
              <a:defRPr sz="1800"/>
            </a:lvl5pPr>
            <a:lvl6pPr lvl="5" rtl="0">
              <a:spcBef>
                <a:spcPts val="0"/>
              </a:spcBef>
              <a:spcAft>
                <a:spcPts val="0"/>
              </a:spcAft>
              <a:buSzPts val="1800"/>
              <a:buNone/>
              <a:defRPr sz="1800"/>
            </a:lvl6pPr>
            <a:lvl7pPr lvl="6" rtl="0">
              <a:spcBef>
                <a:spcPts val="0"/>
              </a:spcBef>
              <a:spcAft>
                <a:spcPts val="0"/>
              </a:spcAft>
              <a:buSzPts val="1800"/>
              <a:buNone/>
              <a:defRPr sz="1800"/>
            </a:lvl7pPr>
            <a:lvl8pPr lvl="7" rtl="0">
              <a:spcBef>
                <a:spcPts val="0"/>
              </a:spcBef>
              <a:spcAft>
                <a:spcPts val="0"/>
              </a:spcAft>
              <a:buSzPts val="1800"/>
              <a:buNone/>
              <a:defRPr sz="1800"/>
            </a:lvl8pPr>
            <a:lvl9pPr lvl="8" rtl="0">
              <a:spcBef>
                <a:spcPts val="0"/>
              </a:spcBef>
              <a:spcAft>
                <a:spcPts val="0"/>
              </a:spcAft>
              <a:buSzPts val="1800"/>
              <a:buNone/>
              <a:defRPr sz="1800"/>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0 Explanation blank - purple ">
  <p:cSld name="TITLE_AND_TWO_COLUMNS_1_1_6_2_1_4">
    <p:spTree>
      <p:nvGrpSpPr>
        <p:cNvPr id="204" name="Shape 204"/>
        <p:cNvGrpSpPr/>
        <p:nvPr/>
      </p:nvGrpSpPr>
      <p:grpSpPr>
        <a:xfrm>
          <a:off x="0" y="0"/>
          <a:ext cx="0" cy="0"/>
          <a:chOff x="0" y="0"/>
          <a:chExt cx="0" cy="0"/>
        </a:xfrm>
      </p:grpSpPr>
      <p:pic>
        <p:nvPicPr>
          <p:cNvPr id="205" name="Google Shape;205;p20"/>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206" name="Google Shape;206;p20"/>
          <p:cNvSpPr/>
          <p:nvPr/>
        </p:nvSpPr>
        <p:spPr>
          <a:xfrm>
            <a:off x="-1" y="-2"/>
            <a:ext cx="91476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20"/>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08" name="Google Shape;208;p20"/>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09" name="Google Shape;209;p20"/>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
        <p:nvSpPr>
          <p:cNvPr id="210" name="Google Shape;210;p20"/>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Explanation</a:t>
            </a:r>
            <a:endParaRPr b="1" sz="900">
              <a:solidFill>
                <a:srgbClr val="F3EEFB"/>
              </a:solidFill>
              <a:latin typeface="Lexend"/>
              <a:ea typeface="Lexend"/>
              <a:cs typeface="Lexend"/>
              <a:sym typeface="Lexen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0 Explanation blank - jade">
  <p:cSld name="TITLE_AND_TWO_COLUMNS_1_1_6_2_1_2">
    <p:spTree>
      <p:nvGrpSpPr>
        <p:cNvPr id="211" name="Shape 211"/>
        <p:cNvGrpSpPr/>
        <p:nvPr/>
      </p:nvGrpSpPr>
      <p:grpSpPr>
        <a:xfrm>
          <a:off x="0" y="0"/>
          <a:ext cx="0" cy="0"/>
          <a:chOff x="0" y="0"/>
          <a:chExt cx="0" cy="0"/>
        </a:xfrm>
      </p:grpSpPr>
      <p:pic>
        <p:nvPicPr>
          <p:cNvPr id="212" name="Google Shape;212;p2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13" name="Google Shape;213;p21"/>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2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15" name="Google Shape;215;p21"/>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sp>
        <p:nvSpPr>
          <p:cNvPr id="216" name="Google Shape;216;p21"/>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17" name="Google Shape;217;p21"/>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0 Explanation blank - blue ">
  <p:cSld name="TITLE_AND_TWO_COLUMNS_1_1_6_2_2">
    <p:spTree>
      <p:nvGrpSpPr>
        <p:cNvPr id="218" name="Shape 218"/>
        <p:cNvGrpSpPr/>
        <p:nvPr/>
      </p:nvGrpSpPr>
      <p:grpSpPr>
        <a:xfrm>
          <a:off x="0" y="0"/>
          <a:ext cx="0" cy="0"/>
          <a:chOff x="0" y="0"/>
          <a:chExt cx="0" cy="0"/>
        </a:xfrm>
      </p:grpSpPr>
      <p:pic>
        <p:nvPicPr>
          <p:cNvPr id="219" name="Google Shape;219;p2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20" name="Google Shape;220;p22"/>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2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22" name="Google Shape;222;p22"/>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sp>
        <p:nvSpPr>
          <p:cNvPr id="223" name="Google Shape;223;p22"/>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24" name="Google Shape;224;p22"/>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0 Explanation blank - pink ">
  <p:cSld name="TITLE_AND_TWO_COLUMNS_1_1_6_2_1_1">
    <p:spTree>
      <p:nvGrpSpPr>
        <p:cNvPr id="225" name="Shape 225"/>
        <p:cNvGrpSpPr/>
        <p:nvPr/>
      </p:nvGrpSpPr>
      <p:grpSpPr>
        <a:xfrm>
          <a:off x="0" y="0"/>
          <a:ext cx="0" cy="0"/>
          <a:chOff x="0" y="0"/>
          <a:chExt cx="0" cy="0"/>
        </a:xfrm>
      </p:grpSpPr>
      <p:pic>
        <p:nvPicPr>
          <p:cNvPr id="226" name="Google Shape;226;p2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27" name="Google Shape;227;p23"/>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2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229" name="Google Shape;229;p23"/>
          <p:cNvSpPr txBox="1"/>
          <p:nvPr/>
        </p:nvSpPr>
        <p:spPr>
          <a:xfrm>
            <a:off x="8209250" y="438760"/>
            <a:ext cx="9351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sp>
        <p:nvSpPr>
          <p:cNvPr id="230" name="Google Shape;230;p23"/>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231" name="Google Shape;231;p23"/>
          <p:cNvPicPr preferRelativeResize="0"/>
          <p:nvPr/>
        </p:nvPicPr>
        <p:blipFill rotWithShape="1">
          <a:blip r:embed="rId3">
            <a:alphaModFix/>
          </a:blip>
          <a:srcRect b="0" l="0" r="0" t="0"/>
          <a:stretch/>
        </p:blipFill>
        <p:spPr>
          <a:xfrm>
            <a:off x="8426950" y="-562"/>
            <a:ext cx="499700" cy="499700"/>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1 I do We do - purple">
  <p:cSld name="TITLE_AND_TWO_COLUMNS_1_1_9_2_2">
    <p:bg>
      <p:bgPr>
        <a:solidFill>
          <a:srgbClr val="F3EEFB"/>
        </a:solidFill>
      </p:bgPr>
    </p:bg>
    <p:spTree>
      <p:nvGrpSpPr>
        <p:cNvPr id="232" name="Shape 232"/>
        <p:cNvGrpSpPr/>
        <p:nvPr/>
      </p:nvGrpSpPr>
      <p:grpSpPr>
        <a:xfrm>
          <a:off x="0" y="0"/>
          <a:ext cx="0" cy="0"/>
          <a:chOff x="0" y="0"/>
          <a:chExt cx="0" cy="0"/>
        </a:xfrm>
      </p:grpSpPr>
      <p:sp>
        <p:nvSpPr>
          <p:cNvPr id="233" name="Google Shape;233;p24"/>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34" name="Google Shape;234;p24"/>
          <p:cNvPicPr preferRelativeResize="0"/>
          <p:nvPr/>
        </p:nvPicPr>
        <p:blipFill>
          <a:blip r:embed="rId2">
            <a:alphaModFix/>
          </a:blip>
          <a:stretch>
            <a:fillRect/>
          </a:stretch>
        </p:blipFill>
        <p:spPr>
          <a:xfrm>
            <a:off x="0" y="532525"/>
            <a:ext cx="9151202" cy="116700"/>
          </a:xfrm>
          <a:prstGeom prst="rect">
            <a:avLst/>
          </a:prstGeom>
          <a:noFill/>
          <a:ln>
            <a:noFill/>
          </a:ln>
        </p:spPr>
      </p:pic>
      <p:sp>
        <p:nvSpPr>
          <p:cNvPr id="235" name="Google Shape;235;p24"/>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24"/>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37" name="Google Shape;237;p24"/>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38" name="Google Shape;238;p24"/>
          <p:cNvSpPr txBox="1"/>
          <p:nvPr>
            <p:ph type="title"/>
          </p:nvPr>
        </p:nvSpPr>
        <p:spPr>
          <a:xfrm>
            <a:off x="324000" y="0"/>
            <a:ext cx="74505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39" name="Google Shape;239;p24"/>
          <p:cNvGrpSpPr/>
          <p:nvPr/>
        </p:nvGrpSpPr>
        <p:grpSpPr>
          <a:xfrm>
            <a:off x="7834231" y="1285"/>
            <a:ext cx="828900" cy="576065"/>
            <a:chOff x="7801496" y="1285"/>
            <a:chExt cx="828900" cy="576065"/>
          </a:xfrm>
        </p:grpSpPr>
        <p:pic>
          <p:nvPicPr>
            <p:cNvPr id="240" name="Google Shape;240;p24"/>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41" name="Google Shape;241;p24"/>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Explanation</a:t>
              </a:r>
              <a:endParaRPr b="1" sz="900">
                <a:solidFill>
                  <a:srgbClr val="EBEDFE"/>
                </a:solidFill>
                <a:latin typeface="Lexend"/>
                <a:ea typeface="Lexend"/>
                <a:cs typeface="Lexend"/>
                <a:sym typeface="Lexend"/>
              </a:endParaRPr>
            </a:p>
          </p:txBody>
        </p:sp>
      </p:grpSp>
      <p:grpSp>
        <p:nvGrpSpPr>
          <p:cNvPr id="242" name="Google Shape;242;p24"/>
          <p:cNvGrpSpPr/>
          <p:nvPr/>
        </p:nvGrpSpPr>
        <p:grpSpPr>
          <a:xfrm>
            <a:off x="8635663" y="1285"/>
            <a:ext cx="499700" cy="576065"/>
            <a:chOff x="8635663" y="1285"/>
            <a:chExt cx="499700" cy="576065"/>
          </a:xfrm>
        </p:grpSpPr>
        <p:pic>
          <p:nvPicPr>
            <p:cNvPr id="243" name="Google Shape;243;p24"/>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44" name="Google Shape;244;p24"/>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1 I do We do - jade">
  <p:cSld name="TITLE_AND_TWO_COLUMNS_1_1_9_2_2_1_1">
    <p:bg>
      <p:bgPr>
        <a:solidFill>
          <a:srgbClr val="E6F2F2"/>
        </a:solidFill>
      </p:bgPr>
    </p:bg>
    <p:spTree>
      <p:nvGrpSpPr>
        <p:cNvPr id="245" name="Shape 245"/>
        <p:cNvGrpSpPr/>
        <p:nvPr/>
      </p:nvGrpSpPr>
      <p:grpSpPr>
        <a:xfrm>
          <a:off x="0" y="0"/>
          <a:ext cx="0" cy="0"/>
          <a:chOff x="0" y="0"/>
          <a:chExt cx="0" cy="0"/>
        </a:xfrm>
      </p:grpSpPr>
      <p:sp>
        <p:nvSpPr>
          <p:cNvPr id="246" name="Google Shape;246;p25"/>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47" name="Google Shape;247;p2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48" name="Google Shape;248;p25"/>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25"/>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50" name="Google Shape;250;p25"/>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51" name="Google Shape;251;p25"/>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52" name="Google Shape;252;p25"/>
          <p:cNvGrpSpPr/>
          <p:nvPr/>
        </p:nvGrpSpPr>
        <p:grpSpPr>
          <a:xfrm>
            <a:off x="7834231" y="1285"/>
            <a:ext cx="828900" cy="576065"/>
            <a:chOff x="7801496" y="1285"/>
            <a:chExt cx="828900" cy="576065"/>
          </a:xfrm>
        </p:grpSpPr>
        <p:pic>
          <p:nvPicPr>
            <p:cNvPr id="253" name="Google Shape;253;p25"/>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54" name="Google Shape;254;p25"/>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255" name="Google Shape;255;p25"/>
          <p:cNvGrpSpPr/>
          <p:nvPr/>
        </p:nvGrpSpPr>
        <p:grpSpPr>
          <a:xfrm>
            <a:off x="8635663" y="1285"/>
            <a:ext cx="499700" cy="576065"/>
            <a:chOff x="8635663" y="1285"/>
            <a:chExt cx="499700" cy="576065"/>
          </a:xfrm>
        </p:grpSpPr>
        <p:pic>
          <p:nvPicPr>
            <p:cNvPr id="256" name="Google Shape;256;p25"/>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57" name="Google Shape;257;p25"/>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1 I do We do - blue">
  <p:cSld name="TITLE_AND_TWO_COLUMNS_1_1_9_2_3">
    <p:bg>
      <p:bgPr>
        <a:solidFill>
          <a:srgbClr val="EBEDFE"/>
        </a:solidFill>
      </p:bgPr>
    </p:bg>
    <p:spTree>
      <p:nvGrpSpPr>
        <p:cNvPr id="258" name="Shape 258"/>
        <p:cNvGrpSpPr/>
        <p:nvPr/>
      </p:nvGrpSpPr>
      <p:grpSpPr>
        <a:xfrm>
          <a:off x="0" y="0"/>
          <a:ext cx="0" cy="0"/>
          <a:chOff x="0" y="0"/>
          <a:chExt cx="0" cy="0"/>
        </a:xfrm>
      </p:grpSpPr>
      <p:sp>
        <p:nvSpPr>
          <p:cNvPr id="259" name="Google Shape;259;p26"/>
          <p:cNvSpPr/>
          <p:nvPr/>
        </p:nvSpPr>
        <p:spPr>
          <a:xfrm>
            <a:off x="0" y="18750"/>
            <a:ext cx="4572300" cy="5124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60" name="Google Shape;260;p2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61" name="Google Shape;261;p26"/>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26"/>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63" name="Google Shape;263;p26"/>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64" name="Google Shape;264;p26"/>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65" name="Google Shape;265;p26"/>
          <p:cNvGrpSpPr/>
          <p:nvPr/>
        </p:nvGrpSpPr>
        <p:grpSpPr>
          <a:xfrm>
            <a:off x="7834231" y="1285"/>
            <a:ext cx="828900" cy="576065"/>
            <a:chOff x="7801496" y="1285"/>
            <a:chExt cx="828900" cy="576065"/>
          </a:xfrm>
        </p:grpSpPr>
        <p:pic>
          <p:nvPicPr>
            <p:cNvPr id="266" name="Google Shape;266;p26"/>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67" name="Google Shape;267;p26"/>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Explanation</a:t>
              </a:r>
              <a:endParaRPr b="1" sz="900">
                <a:solidFill>
                  <a:srgbClr val="E6F2F2"/>
                </a:solidFill>
                <a:latin typeface="Lexend"/>
                <a:ea typeface="Lexend"/>
                <a:cs typeface="Lexend"/>
                <a:sym typeface="Lexend"/>
              </a:endParaRPr>
            </a:p>
          </p:txBody>
        </p:sp>
      </p:grpSp>
      <p:grpSp>
        <p:nvGrpSpPr>
          <p:cNvPr id="268" name="Google Shape;268;p26"/>
          <p:cNvGrpSpPr/>
          <p:nvPr/>
        </p:nvGrpSpPr>
        <p:grpSpPr>
          <a:xfrm>
            <a:off x="8635663" y="1285"/>
            <a:ext cx="499700" cy="576065"/>
            <a:chOff x="8635663" y="1285"/>
            <a:chExt cx="499700" cy="576065"/>
          </a:xfrm>
        </p:grpSpPr>
        <p:pic>
          <p:nvPicPr>
            <p:cNvPr id="269" name="Google Shape;269;p26"/>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70" name="Google Shape;270;p26"/>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1 I do We do - pink">
  <p:cSld name="TITLE_AND_TWO_COLUMNS_1_1_9_2_2_1_1_1">
    <p:bg>
      <p:bgPr>
        <a:solidFill>
          <a:srgbClr val="FAEAF6"/>
        </a:solidFill>
      </p:bgPr>
    </p:bg>
    <p:spTree>
      <p:nvGrpSpPr>
        <p:cNvPr id="271" name="Shape 271"/>
        <p:cNvGrpSpPr/>
        <p:nvPr/>
      </p:nvGrpSpPr>
      <p:grpSpPr>
        <a:xfrm>
          <a:off x="0" y="0"/>
          <a:ext cx="0" cy="0"/>
          <a:chOff x="0" y="0"/>
          <a:chExt cx="0" cy="0"/>
        </a:xfrm>
      </p:grpSpPr>
      <p:sp>
        <p:nvSpPr>
          <p:cNvPr id="272" name="Google Shape;272;p27"/>
          <p:cNvSpPr/>
          <p:nvPr/>
        </p:nvSpPr>
        <p:spPr>
          <a:xfrm>
            <a:off x="0" y="18750"/>
            <a:ext cx="45723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73" name="Google Shape;273;p2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274" name="Google Shape;274;p27"/>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27"/>
          <p:cNvSpPr txBox="1"/>
          <p:nvPr>
            <p:ph idx="1" type="subTitle"/>
          </p:nvPr>
        </p:nvSpPr>
        <p:spPr>
          <a:xfrm>
            <a:off x="337825"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76" name="Google Shape;276;p27"/>
          <p:cNvSpPr txBox="1"/>
          <p:nvPr>
            <p:ph idx="2" type="subTitle"/>
          </p:nvPr>
        </p:nvSpPr>
        <p:spPr>
          <a:xfrm>
            <a:off x="4824000" y="810000"/>
            <a:ext cx="3982200" cy="4010400"/>
          </a:xfrm>
          <a:prstGeom prst="rect">
            <a:avLst/>
          </a:prstGeom>
        </p:spPr>
        <p:txBody>
          <a:bodyPr anchorCtr="0" anchor="t" bIns="0" lIns="0" spcFirstLastPara="1" rIns="0" wrap="square" tIns="0">
            <a:noAutofit/>
          </a:bodyPr>
          <a:lstStyle>
            <a:lvl1pPr lvl="0" rtl="0">
              <a:spcBef>
                <a:spcPts val="0"/>
              </a:spcBef>
              <a:spcAft>
                <a:spcPts val="0"/>
              </a:spcAft>
              <a:buSzPts val="1800"/>
              <a:buNone/>
              <a:defRPr sz="1800"/>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77" name="Google Shape;277;p2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278" name="Google Shape;278;p27"/>
          <p:cNvGrpSpPr/>
          <p:nvPr/>
        </p:nvGrpSpPr>
        <p:grpSpPr>
          <a:xfrm>
            <a:off x="7834231" y="1285"/>
            <a:ext cx="828900" cy="576065"/>
            <a:chOff x="7801496" y="1285"/>
            <a:chExt cx="828900" cy="576065"/>
          </a:xfrm>
        </p:grpSpPr>
        <p:pic>
          <p:nvPicPr>
            <p:cNvPr id="279" name="Google Shape;279;p27"/>
            <p:cNvPicPr preferRelativeResize="0"/>
            <p:nvPr/>
          </p:nvPicPr>
          <p:blipFill rotWithShape="1">
            <a:blip r:embed="rId3">
              <a:alphaModFix/>
            </a:blip>
            <a:srcRect b="0" l="0" r="0" t="0"/>
            <a:stretch/>
          </p:blipFill>
          <p:spPr>
            <a:xfrm>
              <a:off x="7966096" y="1285"/>
              <a:ext cx="499700" cy="499700"/>
            </a:xfrm>
            <a:prstGeom prst="rect">
              <a:avLst/>
            </a:prstGeom>
            <a:noFill/>
            <a:ln>
              <a:noFill/>
            </a:ln>
          </p:spPr>
        </p:pic>
        <p:sp>
          <p:nvSpPr>
            <p:cNvPr id="280" name="Google Shape;280;p27"/>
            <p:cNvSpPr txBox="1"/>
            <p:nvPr/>
          </p:nvSpPr>
          <p:spPr>
            <a:xfrm>
              <a:off x="7801496" y="438750"/>
              <a:ext cx="828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Explanation</a:t>
              </a:r>
              <a:endParaRPr b="1" sz="900">
                <a:solidFill>
                  <a:srgbClr val="FAEAF6"/>
                </a:solidFill>
                <a:latin typeface="Lexend"/>
                <a:ea typeface="Lexend"/>
                <a:cs typeface="Lexend"/>
                <a:sym typeface="Lexend"/>
              </a:endParaRPr>
            </a:p>
          </p:txBody>
        </p:sp>
      </p:grpSp>
      <p:grpSp>
        <p:nvGrpSpPr>
          <p:cNvPr id="281" name="Google Shape;281;p27"/>
          <p:cNvGrpSpPr/>
          <p:nvPr/>
        </p:nvGrpSpPr>
        <p:grpSpPr>
          <a:xfrm>
            <a:off x="8635663" y="1285"/>
            <a:ext cx="499700" cy="576065"/>
            <a:chOff x="8635663" y="1285"/>
            <a:chExt cx="499700" cy="576065"/>
          </a:xfrm>
        </p:grpSpPr>
        <p:pic>
          <p:nvPicPr>
            <p:cNvPr id="282" name="Google Shape;282;p27"/>
            <p:cNvPicPr preferRelativeResize="0"/>
            <p:nvPr/>
          </p:nvPicPr>
          <p:blipFill rotWithShape="1">
            <a:blip r:embed="rId4">
              <a:alphaModFix/>
            </a:blip>
            <a:srcRect b="0" l="0" r="0" t="0"/>
            <a:stretch/>
          </p:blipFill>
          <p:spPr>
            <a:xfrm>
              <a:off x="8635663" y="1285"/>
              <a:ext cx="499700" cy="499700"/>
            </a:xfrm>
            <a:prstGeom prst="rect">
              <a:avLst/>
            </a:prstGeom>
            <a:noFill/>
            <a:ln>
              <a:noFill/>
            </a:ln>
          </p:spPr>
        </p:pic>
        <p:sp>
          <p:nvSpPr>
            <p:cNvPr id="283" name="Google Shape;283;p27"/>
            <p:cNvSpPr txBox="1"/>
            <p:nvPr/>
          </p:nvSpPr>
          <p:spPr>
            <a:xfrm>
              <a:off x="8662913" y="438750"/>
              <a:ext cx="4452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2 CfU true/false justify - purple">
  <p:cSld name="TITLE_AND_TWO_COLUMNS_1_1_9_1_3_1">
    <p:bg>
      <p:bgPr>
        <a:solidFill>
          <a:srgbClr val="F3EEFB"/>
        </a:solidFill>
      </p:bgPr>
    </p:bg>
    <p:spTree>
      <p:nvGrpSpPr>
        <p:cNvPr id="284" name="Shape 284"/>
        <p:cNvGrpSpPr/>
        <p:nvPr/>
      </p:nvGrpSpPr>
      <p:grpSpPr>
        <a:xfrm>
          <a:off x="0" y="0"/>
          <a:ext cx="0" cy="0"/>
          <a:chOff x="0" y="0"/>
          <a:chExt cx="0" cy="0"/>
        </a:xfrm>
      </p:grpSpPr>
      <p:pic>
        <p:nvPicPr>
          <p:cNvPr id="285" name="Google Shape;285;p28"/>
          <p:cNvPicPr preferRelativeResize="0"/>
          <p:nvPr/>
        </p:nvPicPr>
        <p:blipFill>
          <a:blip r:embed="rId2">
            <a:alphaModFix/>
          </a:blip>
          <a:stretch>
            <a:fillRect/>
          </a:stretch>
        </p:blipFill>
        <p:spPr>
          <a:xfrm>
            <a:off x="2429763" y="1780516"/>
            <a:ext cx="457425" cy="457425"/>
          </a:xfrm>
          <a:prstGeom prst="rect">
            <a:avLst/>
          </a:prstGeom>
          <a:noFill/>
          <a:ln>
            <a:noFill/>
          </a:ln>
        </p:spPr>
      </p:pic>
      <p:pic>
        <p:nvPicPr>
          <p:cNvPr id="286" name="Google Shape;286;p28"/>
          <p:cNvPicPr preferRelativeResize="0"/>
          <p:nvPr/>
        </p:nvPicPr>
        <p:blipFill>
          <a:blip r:embed="rId2">
            <a:alphaModFix/>
          </a:blip>
          <a:stretch>
            <a:fillRect/>
          </a:stretch>
        </p:blipFill>
        <p:spPr>
          <a:xfrm>
            <a:off x="4823988" y="1780516"/>
            <a:ext cx="457425" cy="457425"/>
          </a:xfrm>
          <a:prstGeom prst="rect">
            <a:avLst/>
          </a:prstGeom>
          <a:noFill/>
          <a:ln>
            <a:noFill/>
          </a:ln>
        </p:spPr>
      </p:pic>
      <p:pic>
        <p:nvPicPr>
          <p:cNvPr id="287" name="Google Shape;287;p28"/>
          <p:cNvPicPr preferRelativeResize="0"/>
          <p:nvPr/>
        </p:nvPicPr>
        <p:blipFill>
          <a:blip r:embed="rId3">
            <a:alphaModFix/>
          </a:blip>
          <a:stretch>
            <a:fillRect/>
          </a:stretch>
        </p:blipFill>
        <p:spPr>
          <a:xfrm>
            <a:off x="0" y="532525"/>
            <a:ext cx="9151202" cy="116709"/>
          </a:xfrm>
          <a:prstGeom prst="rect">
            <a:avLst/>
          </a:prstGeom>
          <a:noFill/>
          <a:ln>
            <a:noFill/>
          </a:ln>
        </p:spPr>
      </p:pic>
      <p:sp>
        <p:nvSpPr>
          <p:cNvPr id="288" name="Google Shape;288;p28"/>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28"/>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290" name="Google Shape;290;p28"/>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291" name="Google Shape;291;p28"/>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292" name="Google Shape;292;p28"/>
          <p:cNvSpPr txBox="1"/>
          <p:nvPr>
            <p:ph idx="1"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3" name="Google Shape;293;p28"/>
          <p:cNvSpPr txBox="1"/>
          <p:nvPr>
            <p:ph idx="2"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4" name="Google Shape;294;p28"/>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sp>
        <p:nvSpPr>
          <p:cNvPr id="295" name="Google Shape;295;p28"/>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296" name="Google Shape;296;p28"/>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297" name="Google Shape;297;p28"/>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pic>
        <p:nvPicPr>
          <p:cNvPr id="298" name="Google Shape;298;p28"/>
          <p:cNvPicPr preferRelativeResize="0"/>
          <p:nvPr/>
        </p:nvPicPr>
        <p:blipFill rotWithShape="1">
          <a:blip r:embed="rId4">
            <a:alphaModFix/>
          </a:blip>
          <a:srcRect b="0" l="0" r="0" t="0"/>
          <a:stretch/>
        </p:blipFill>
        <p:spPr>
          <a:xfrm>
            <a:off x="8528585" y="-11474"/>
            <a:ext cx="499700" cy="499700"/>
          </a:xfrm>
          <a:prstGeom prst="rect">
            <a:avLst/>
          </a:prstGeom>
          <a:noFill/>
          <a:ln>
            <a:noFill/>
          </a:ln>
        </p:spPr>
      </p:pic>
      <p:sp>
        <p:nvSpPr>
          <p:cNvPr id="299" name="Google Shape;299;p2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Check</a:t>
            </a:r>
            <a:endParaRPr b="1" sz="900">
              <a:solidFill>
                <a:srgbClr val="F3EEFB"/>
              </a:solidFill>
              <a:latin typeface="Lexend"/>
              <a:ea typeface="Lexend"/>
              <a:cs typeface="Lexend"/>
              <a:sym typeface="Lexend"/>
            </a:endParaRPr>
          </a:p>
        </p:txBody>
      </p:sp>
      <p:sp>
        <p:nvSpPr>
          <p:cNvPr id="300" name="Google Shape;300;p28"/>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301" name="Google Shape;301;p28"/>
          <p:cNvGrpSpPr/>
          <p:nvPr/>
        </p:nvGrpSpPr>
        <p:grpSpPr>
          <a:xfrm>
            <a:off x="324128" y="3139463"/>
            <a:ext cx="457200" cy="457200"/>
            <a:chOff x="1020916" y="1442088"/>
            <a:chExt cx="457200" cy="457200"/>
          </a:xfrm>
        </p:grpSpPr>
        <p:pic>
          <p:nvPicPr>
            <p:cNvPr id="302" name="Google Shape;302;p28"/>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303" name="Google Shape;303;p2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04" name="Google Shape;304;p28"/>
          <p:cNvGrpSpPr/>
          <p:nvPr/>
        </p:nvGrpSpPr>
        <p:grpSpPr>
          <a:xfrm>
            <a:off x="324128" y="3987825"/>
            <a:ext cx="457200" cy="457200"/>
            <a:chOff x="1020916" y="1442088"/>
            <a:chExt cx="457200" cy="457200"/>
          </a:xfrm>
        </p:grpSpPr>
        <p:pic>
          <p:nvPicPr>
            <p:cNvPr id="305" name="Google Shape;305;p28"/>
            <p:cNvPicPr preferRelativeResize="0"/>
            <p:nvPr/>
          </p:nvPicPr>
          <p:blipFill>
            <a:blip r:embed="rId5">
              <a:alphaModFix/>
            </a:blip>
            <a:stretch>
              <a:fillRect/>
            </a:stretch>
          </p:blipFill>
          <p:spPr>
            <a:xfrm>
              <a:off x="1020916" y="1442088"/>
              <a:ext cx="457200" cy="457200"/>
            </a:xfrm>
            <a:prstGeom prst="rect">
              <a:avLst/>
            </a:prstGeom>
            <a:noFill/>
            <a:ln>
              <a:noFill/>
            </a:ln>
          </p:spPr>
        </p:pic>
        <p:sp>
          <p:nvSpPr>
            <p:cNvPr id="306" name="Google Shape;306;p2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2 CfU true/false justify - jade">
  <p:cSld name="TITLE_AND_TWO_COLUMNS_1_1_9_1_3_1_1_1">
    <p:bg>
      <p:bgPr>
        <a:solidFill>
          <a:srgbClr val="E6F2F2"/>
        </a:solidFill>
      </p:bgPr>
    </p:bg>
    <p:spTree>
      <p:nvGrpSpPr>
        <p:cNvPr id="307" name="Shape 307"/>
        <p:cNvGrpSpPr/>
        <p:nvPr/>
      </p:nvGrpSpPr>
      <p:grpSpPr>
        <a:xfrm>
          <a:off x="0" y="0"/>
          <a:ext cx="0" cy="0"/>
          <a:chOff x="0" y="0"/>
          <a:chExt cx="0" cy="0"/>
        </a:xfrm>
      </p:grpSpPr>
      <p:pic>
        <p:nvPicPr>
          <p:cNvPr id="308" name="Google Shape;308;p2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09" name="Google Shape;309;p29"/>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29"/>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11" name="Google Shape;311;p29"/>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12" name="Google Shape;312;p29"/>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13" name="Google Shape;313;p29"/>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14" name="Google Shape;314;p29"/>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15" name="Google Shape;315;p2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16" name="Google Shape;316;p2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317" name="Google Shape;317;p29"/>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18" name="Google Shape;318;p29"/>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19" name="Google Shape;319;p29"/>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20" name="Google Shape;320;p29"/>
          <p:cNvGrpSpPr/>
          <p:nvPr/>
        </p:nvGrpSpPr>
        <p:grpSpPr>
          <a:xfrm>
            <a:off x="324128" y="3139463"/>
            <a:ext cx="457200" cy="457200"/>
            <a:chOff x="1020916" y="1442088"/>
            <a:chExt cx="457200" cy="457200"/>
          </a:xfrm>
        </p:grpSpPr>
        <p:pic>
          <p:nvPicPr>
            <p:cNvPr id="321" name="Google Shape;321;p2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22" name="Google Shape;322;p2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23" name="Google Shape;323;p29"/>
          <p:cNvGrpSpPr/>
          <p:nvPr/>
        </p:nvGrpSpPr>
        <p:grpSpPr>
          <a:xfrm>
            <a:off x="324128" y="3987825"/>
            <a:ext cx="457200" cy="457200"/>
            <a:chOff x="1020916" y="1442088"/>
            <a:chExt cx="457200" cy="457200"/>
          </a:xfrm>
        </p:grpSpPr>
        <p:pic>
          <p:nvPicPr>
            <p:cNvPr id="324" name="Google Shape;324;p2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25" name="Google Shape;325;p2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26" name="Google Shape;326;p29"/>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27" name="Google Shape;327;p29"/>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28" name="Google Shape;328;p29"/>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29" name="Google Shape;329;p29"/>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2 CfU true/false justify - blue">
  <p:cSld name="TITLE_AND_TWO_COLUMNS_1_1_9_1_3_2">
    <p:bg>
      <p:bgPr>
        <a:solidFill>
          <a:srgbClr val="EBEDFE"/>
        </a:solidFill>
      </p:bgPr>
    </p:bg>
    <p:spTree>
      <p:nvGrpSpPr>
        <p:cNvPr id="330" name="Shape 330"/>
        <p:cNvGrpSpPr/>
        <p:nvPr/>
      </p:nvGrpSpPr>
      <p:grpSpPr>
        <a:xfrm>
          <a:off x="0" y="0"/>
          <a:ext cx="0" cy="0"/>
          <a:chOff x="0" y="0"/>
          <a:chExt cx="0" cy="0"/>
        </a:xfrm>
      </p:grpSpPr>
      <p:pic>
        <p:nvPicPr>
          <p:cNvPr id="331" name="Google Shape;331;p3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32" name="Google Shape;332;p30"/>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3" name="Google Shape;333;p30"/>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34" name="Google Shape;334;p30"/>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35" name="Google Shape;335;p30"/>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36" name="Google Shape;336;p30"/>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37" name="Google Shape;337;p30"/>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38" name="Google Shape;338;p3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39" name="Google Shape;339;p3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340" name="Google Shape;340;p30"/>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41" name="Google Shape;341;p30"/>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42" name="Google Shape;342;p30"/>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43" name="Google Shape;343;p30"/>
          <p:cNvGrpSpPr/>
          <p:nvPr/>
        </p:nvGrpSpPr>
        <p:grpSpPr>
          <a:xfrm>
            <a:off x="324128" y="3139463"/>
            <a:ext cx="457200" cy="457200"/>
            <a:chOff x="1020916" y="1442088"/>
            <a:chExt cx="457200" cy="457200"/>
          </a:xfrm>
        </p:grpSpPr>
        <p:pic>
          <p:nvPicPr>
            <p:cNvPr id="344" name="Google Shape;344;p3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45" name="Google Shape;345;p3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46" name="Google Shape;346;p30"/>
          <p:cNvGrpSpPr/>
          <p:nvPr/>
        </p:nvGrpSpPr>
        <p:grpSpPr>
          <a:xfrm>
            <a:off x="324128" y="3987825"/>
            <a:ext cx="457200" cy="457200"/>
            <a:chOff x="1020916" y="1442088"/>
            <a:chExt cx="457200" cy="457200"/>
          </a:xfrm>
        </p:grpSpPr>
        <p:pic>
          <p:nvPicPr>
            <p:cNvPr id="347" name="Google Shape;347;p3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48" name="Google Shape;348;p3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49" name="Google Shape;349;p30"/>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50" name="Google Shape;350;p30"/>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51" name="Google Shape;351;p30"/>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52" name="Google Shape;352;p30"/>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2 CfU true/false justify - pink">
  <p:cSld name="TITLE_AND_TWO_COLUMNS_1_1_9_1_3_1_1_1_1">
    <p:bg>
      <p:bgPr>
        <a:solidFill>
          <a:srgbClr val="FAEAF6"/>
        </a:solidFill>
      </p:bgPr>
    </p:bg>
    <p:spTree>
      <p:nvGrpSpPr>
        <p:cNvPr id="353" name="Shape 353"/>
        <p:cNvGrpSpPr/>
        <p:nvPr/>
      </p:nvGrpSpPr>
      <p:grpSpPr>
        <a:xfrm>
          <a:off x="0" y="0"/>
          <a:ext cx="0" cy="0"/>
          <a:chOff x="0" y="0"/>
          <a:chExt cx="0" cy="0"/>
        </a:xfrm>
      </p:grpSpPr>
      <p:pic>
        <p:nvPicPr>
          <p:cNvPr id="354" name="Google Shape;354;p3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55" name="Google Shape;355;p31"/>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31"/>
          <p:cNvSpPr txBox="1"/>
          <p:nvPr/>
        </p:nvSpPr>
        <p:spPr>
          <a:xfrm>
            <a:off x="3025325" y="1839875"/>
            <a:ext cx="12891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a:t>
            </a:r>
            <a:endParaRPr b="1" sz="2200">
              <a:solidFill>
                <a:schemeClr val="dk1"/>
              </a:solidFill>
              <a:latin typeface="Lexend"/>
              <a:ea typeface="Lexend"/>
              <a:cs typeface="Lexend"/>
              <a:sym typeface="Lexend"/>
            </a:endParaRPr>
          </a:p>
        </p:txBody>
      </p:sp>
      <p:sp>
        <p:nvSpPr>
          <p:cNvPr id="357" name="Google Shape;357;p31"/>
          <p:cNvSpPr txBox="1"/>
          <p:nvPr/>
        </p:nvSpPr>
        <p:spPr>
          <a:xfrm>
            <a:off x="5431100" y="1817150"/>
            <a:ext cx="10602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False</a:t>
            </a:r>
            <a:endParaRPr b="1" sz="2200">
              <a:solidFill>
                <a:schemeClr val="dk1"/>
              </a:solidFill>
              <a:latin typeface="Lexend"/>
              <a:ea typeface="Lexend"/>
              <a:cs typeface="Lexend"/>
              <a:sym typeface="Lexend"/>
            </a:endParaRPr>
          </a:p>
        </p:txBody>
      </p:sp>
      <p:sp>
        <p:nvSpPr>
          <p:cNvPr id="358" name="Google Shape;358;p31"/>
          <p:cNvSpPr txBox="1"/>
          <p:nvPr/>
        </p:nvSpPr>
        <p:spPr>
          <a:xfrm>
            <a:off x="324000" y="2623800"/>
            <a:ext cx="3968400" cy="3387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Justify your answer</a:t>
            </a:r>
            <a:endParaRPr b="1" sz="2200">
              <a:solidFill>
                <a:schemeClr val="dk1"/>
              </a:solidFill>
              <a:latin typeface="Lexend"/>
              <a:ea typeface="Lexend"/>
              <a:cs typeface="Lexend"/>
              <a:sym typeface="Lexend"/>
            </a:endParaRPr>
          </a:p>
        </p:txBody>
      </p:sp>
      <p:sp>
        <p:nvSpPr>
          <p:cNvPr id="359" name="Google Shape;359;p31"/>
          <p:cNvSpPr txBox="1"/>
          <p:nvPr>
            <p:ph idx="1" type="subTitle"/>
          </p:nvPr>
        </p:nvSpPr>
        <p:spPr>
          <a:xfrm>
            <a:off x="324000" y="1080000"/>
            <a:ext cx="6722400" cy="2505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60" name="Google Shape;360;p31"/>
          <p:cNvSpPr txBox="1"/>
          <p:nvPr/>
        </p:nvSpPr>
        <p:spPr>
          <a:xfrm>
            <a:off x="324000" y="660750"/>
            <a:ext cx="2189100" cy="369300"/>
          </a:xfrm>
          <a:prstGeom prst="rect">
            <a:avLst/>
          </a:prstGeom>
          <a:noFill/>
          <a:ln>
            <a:noFill/>
          </a:ln>
        </p:spPr>
        <p:txBody>
          <a:bodyPr anchorCtr="0" anchor="t" bIns="0" lIns="0" spcFirstLastPara="1" rIns="0" wrap="square" tIns="0">
            <a:spAutoFit/>
          </a:bodyPr>
          <a:lstStyle/>
          <a:p>
            <a:pPr indent="0" lvl="0" marL="0" rtl="0" algn="l">
              <a:spcBef>
                <a:spcPts val="0"/>
              </a:spcBef>
              <a:spcAft>
                <a:spcPts val="0"/>
              </a:spcAft>
              <a:buNone/>
            </a:pPr>
            <a:r>
              <a:rPr b="1" lang="en-GB" sz="2200">
                <a:solidFill>
                  <a:schemeClr val="dk1"/>
                </a:solidFill>
                <a:latin typeface="Lexend"/>
                <a:ea typeface="Lexend"/>
                <a:cs typeface="Lexend"/>
                <a:sym typeface="Lexend"/>
              </a:rPr>
              <a:t>True or false?</a:t>
            </a:r>
            <a:r>
              <a:rPr lang="en-GB" sz="2400">
                <a:solidFill>
                  <a:schemeClr val="dk1"/>
                </a:solidFill>
                <a:latin typeface="ABeeZee"/>
                <a:ea typeface="ABeeZee"/>
                <a:cs typeface="ABeeZee"/>
                <a:sym typeface="ABeeZee"/>
              </a:rPr>
              <a:t> </a:t>
            </a:r>
            <a:endParaRPr sz="2400">
              <a:solidFill>
                <a:schemeClr val="dk1"/>
              </a:solidFill>
              <a:latin typeface="ABeeZee"/>
              <a:ea typeface="ABeeZee"/>
              <a:cs typeface="ABeeZee"/>
              <a:sym typeface="ABeeZee"/>
            </a:endParaRPr>
          </a:p>
        </p:txBody>
      </p:sp>
      <p:pic>
        <p:nvPicPr>
          <p:cNvPr id="361" name="Google Shape;361;p3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62" name="Google Shape;362;p3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363" name="Google Shape;363;p31"/>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64" name="Google Shape;364;p31"/>
          <p:cNvSpPr txBox="1"/>
          <p:nvPr>
            <p:ph idx="2" type="subTitle"/>
          </p:nvPr>
        </p:nvSpPr>
        <p:spPr>
          <a:xfrm>
            <a:off x="980575" y="3196113"/>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65" name="Google Shape;365;p31"/>
          <p:cNvSpPr txBox="1"/>
          <p:nvPr>
            <p:ph idx="3" type="subTitle"/>
          </p:nvPr>
        </p:nvSpPr>
        <p:spPr>
          <a:xfrm>
            <a:off x="980575" y="4040345"/>
            <a:ext cx="7452600" cy="7308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66" name="Google Shape;366;p31"/>
          <p:cNvGrpSpPr/>
          <p:nvPr/>
        </p:nvGrpSpPr>
        <p:grpSpPr>
          <a:xfrm>
            <a:off x="324128" y="3139463"/>
            <a:ext cx="457200" cy="457200"/>
            <a:chOff x="1020916" y="1442088"/>
            <a:chExt cx="457200" cy="457200"/>
          </a:xfrm>
        </p:grpSpPr>
        <p:pic>
          <p:nvPicPr>
            <p:cNvPr id="367" name="Google Shape;367;p3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68" name="Google Shape;368;p3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69" name="Google Shape;369;p31"/>
          <p:cNvGrpSpPr/>
          <p:nvPr/>
        </p:nvGrpSpPr>
        <p:grpSpPr>
          <a:xfrm>
            <a:off x="324128" y="3987825"/>
            <a:ext cx="457200" cy="457200"/>
            <a:chOff x="1020916" y="1442088"/>
            <a:chExt cx="457200" cy="457200"/>
          </a:xfrm>
        </p:grpSpPr>
        <p:pic>
          <p:nvPicPr>
            <p:cNvPr id="370" name="Google Shape;370;p3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71" name="Google Shape;371;p3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pic>
        <p:nvPicPr>
          <p:cNvPr id="372" name="Google Shape;372;p31"/>
          <p:cNvPicPr preferRelativeResize="0"/>
          <p:nvPr/>
        </p:nvPicPr>
        <p:blipFill>
          <a:blip r:embed="rId5">
            <a:alphaModFix/>
          </a:blip>
          <a:stretch>
            <a:fillRect/>
          </a:stretch>
        </p:blipFill>
        <p:spPr>
          <a:xfrm>
            <a:off x="2429763" y="1780516"/>
            <a:ext cx="457425" cy="457425"/>
          </a:xfrm>
          <a:prstGeom prst="rect">
            <a:avLst/>
          </a:prstGeom>
          <a:noFill/>
          <a:ln>
            <a:noFill/>
          </a:ln>
        </p:spPr>
      </p:pic>
      <p:pic>
        <p:nvPicPr>
          <p:cNvPr id="373" name="Google Shape;373;p31"/>
          <p:cNvPicPr preferRelativeResize="0"/>
          <p:nvPr/>
        </p:nvPicPr>
        <p:blipFill>
          <a:blip r:embed="rId5">
            <a:alphaModFix/>
          </a:blip>
          <a:stretch>
            <a:fillRect/>
          </a:stretch>
        </p:blipFill>
        <p:spPr>
          <a:xfrm>
            <a:off x="4823988" y="1780516"/>
            <a:ext cx="457425" cy="457425"/>
          </a:xfrm>
          <a:prstGeom prst="rect">
            <a:avLst/>
          </a:prstGeom>
          <a:noFill/>
          <a:ln>
            <a:noFill/>
          </a:ln>
        </p:spPr>
      </p:pic>
      <p:sp>
        <p:nvSpPr>
          <p:cNvPr id="374" name="Google Shape;374;p31"/>
          <p:cNvSpPr txBox="1"/>
          <p:nvPr/>
        </p:nvSpPr>
        <p:spPr>
          <a:xfrm>
            <a:off x="2454488"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T</a:t>
            </a:r>
            <a:endParaRPr b="1" sz="1800">
              <a:solidFill>
                <a:schemeClr val="lt1"/>
              </a:solidFill>
              <a:latin typeface="Lexend"/>
              <a:ea typeface="Lexend"/>
              <a:cs typeface="Lexend"/>
              <a:sym typeface="Lexend"/>
            </a:endParaRPr>
          </a:p>
        </p:txBody>
      </p:sp>
      <p:sp>
        <p:nvSpPr>
          <p:cNvPr id="375" name="Google Shape;375;p31"/>
          <p:cNvSpPr txBox="1"/>
          <p:nvPr/>
        </p:nvSpPr>
        <p:spPr>
          <a:xfrm>
            <a:off x="4848713" y="1870613"/>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chemeClr val="lt1"/>
                </a:solidFill>
                <a:latin typeface="Lexend"/>
                <a:ea typeface="Lexend"/>
                <a:cs typeface="Lexend"/>
                <a:sym typeface="Lexend"/>
              </a:rPr>
              <a:t>F</a:t>
            </a:r>
            <a:endParaRPr b="1" sz="1800">
              <a:solidFill>
                <a:schemeClr val="lt1"/>
              </a:solidFill>
              <a:latin typeface="Lexend"/>
              <a:ea typeface="Lexend"/>
              <a:cs typeface="Lexend"/>
              <a:sym typeface="Lexen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3 CfU 3 options - purple">
  <p:cSld name="TITLE_AND_TWO_COLUMNS_1_1_7_1">
    <p:bg>
      <p:bgPr>
        <a:solidFill>
          <a:srgbClr val="F3EEFB"/>
        </a:solidFill>
      </p:bgPr>
    </p:bg>
    <p:spTree>
      <p:nvGrpSpPr>
        <p:cNvPr id="376" name="Shape 376"/>
        <p:cNvGrpSpPr/>
        <p:nvPr/>
      </p:nvGrpSpPr>
      <p:grpSpPr>
        <a:xfrm>
          <a:off x="0" y="0"/>
          <a:ext cx="0" cy="0"/>
          <a:chOff x="0" y="0"/>
          <a:chExt cx="0" cy="0"/>
        </a:xfrm>
      </p:grpSpPr>
      <p:pic>
        <p:nvPicPr>
          <p:cNvPr id="377" name="Google Shape;377;p32"/>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378" name="Google Shape;378;p32"/>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9" name="Google Shape;379;p32"/>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80" name="Google Shape;380;p3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381" name="Google Shape;381;p3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382" name="Google Shape;382;p32"/>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83" name="Google Shape;383;p32"/>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4" name="Google Shape;384;p32"/>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385" name="Google Shape;385;p32"/>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386" name="Google Shape;386;p32"/>
          <p:cNvGrpSpPr/>
          <p:nvPr/>
        </p:nvGrpSpPr>
        <p:grpSpPr>
          <a:xfrm>
            <a:off x="323653" y="1804438"/>
            <a:ext cx="457200" cy="457200"/>
            <a:chOff x="1020916" y="1442088"/>
            <a:chExt cx="457200" cy="457200"/>
          </a:xfrm>
        </p:grpSpPr>
        <p:pic>
          <p:nvPicPr>
            <p:cNvPr id="387" name="Google Shape;387;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88" name="Google Shape;388;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389" name="Google Shape;389;p32"/>
          <p:cNvGrpSpPr/>
          <p:nvPr/>
        </p:nvGrpSpPr>
        <p:grpSpPr>
          <a:xfrm>
            <a:off x="323653" y="2766575"/>
            <a:ext cx="457200" cy="457200"/>
            <a:chOff x="1020916" y="1442088"/>
            <a:chExt cx="457200" cy="457200"/>
          </a:xfrm>
        </p:grpSpPr>
        <p:pic>
          <p:nvPicPr>
            <p:cNvPr id="390" name="Google Shape;390;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91" name="Google Shape;391;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392" name="Google Shape;392;p32"/>
          <p:cNvGrpSpPr/>
          <p:nvPr/>
        </p:nvGrpSpPr>
        <p:grpSpPr>
          <a:xfrm>
            <a:off x="323641" y="3729038"/>
            <a:ext cx="457200" cy="457200"/>
            <a:chOff x="1020916" y="1442088"/>
            <a:chExt cx="457200" cy="457200"/>
          </a:xfrm>
        </p:grpSpPr>
        <p:pic>
          <p:nvPicPr>
            <p:cNvPr id="393" name="Google Shape;393;p3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394" name="Google Shape;394;p3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3 CfU 3 options - jade">
  <p:cSld name="TITLE_AND_TWO_COLUMNS_1_1_7_1_1_1">
    <p:bg>
      <p:bgPr>
        <a:solidFill>
          <a:srgbClr val="E6F2F2"/>
        </a:solidFill>
      </p:bgPr>
    </p:bg>
    <p:spTree>
      <p:nvGrpSpPr>
        <p:cNvPr id="395" name="Shape 395"/>
        <p:cNvGrpSpPr/>
        <p:nvPr/>
      </p:nvGrpSpPr>
      <p:grpSpPr>
        <a:xfrm>
          <a:off x="0" y="0"/>
          <a:ext cx="0" cy="0"/>
          <a:chOff x="0" y="0"/>
          <a:chExt cx="0" cy="0"/>
        </a:xfrm>
      </p:grpSpPr>
      <p:pic>
        <p:nvPicPr>
          <p:cNvPr id="396" name="Google Shape;396;p3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397" name="Google Shape;397;p33"/>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33"/>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399" name="Google Shape;399;p3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00" name="Google Shape;400;p3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01" name="Google Shape;401;p33"/>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02" name="Google Shape;402;p33"/>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03" name="Google Shape;403;p33"/>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04" name="Google Shape;404;p33"/>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05" name="Google Shape;405;p33"/>
          <p:cNvGrpSpPr/>
          <p:nvPr/>
        </p:nvGrpSpPr>
        <p:grpSpPr>
          <a:xfrm>
            <a:off x="323653" y="1804438"/>
            <a:ext cx="457200" cy="457200"/>
            <a:chOff x="1020916" y="1442088"/>
            <a:chExt cx="457200" cy="457200"/>
          </a:xfrm>
        </p:grpSpPr>
        <p:pic>
          <p:nvPicPr>
            <p:cNvPr id="406" name="Google Shape;406;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07" name="Google Shape;407;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08" name="Google Shape;408;p33"/>
          <p:cNvGrpSpPr/>
          <p:nvPr/>
        </p:nvGrpSpPr>
        <p:grpSpPr>
          <a:xfrm>
            <a:off x="323653" y="2766575"/>
            <a:ext cx="457200" cy="457200"/>
            <a:chOff x="1020916" y="1442088"/>
            <a:chExt cx="457200" cy="457200"/>
          </a:xfrm>
        </p:grpSpPr>
        <p:pic>
          <p:nvPicPr>
            <p:cNvPr id="409" name="Google Shape;409;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10" name="Google Shape;410;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11" name="Google Shape;411;p33"/>
          <p:cNvGrpSpPr/>
          <p:nvPr/>
        </p:nvGrpSpPr>
        <p:grpSpPr>
          <a:xfrm>
            <a:off x="323641" y="3729038"/>
            <a:ext cx="457200" cy="457200"/>
            <a:chOff x="1020916" y="1442088"/>
            <a:chExt cx="457200" cy="457200"/>
          </a:xfrm>
        </p:grpSpPr>
        <p:pic>
          <p:nvPicPr>
            <p:cNvPr id="412" name="Google Shape;412;p3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13" name="Google Shape;413;p3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3 CfU 3 options - blue">
  <p:cSld name="TITLE_AND_TWO_COLUMNS_1_1_7_2">
    <p:bg>
      <p:bgPr>
        <a:solidFill>
          <a:srgbClr val="EBEDFE"/>
        </a:solidFill>
      </p:bgPr>
    </p:bg>
    <p:spTree>
      <p:nvGrpSpPr>
        <p:cNvPr id="414" name="Shape 414"/>
        <p:cNvGrpSpPr/>
        <p:nvPr/>
      </p:nvGrpSpPr>
      <p:grpSpPr>
        <a:xfrm>
          <a:off x="0" y="0"/>
          <a:ext cx="0" cy="0"/>
          <a:chOff x="0" y="0"/>
          <a:chExt cx="0" cy="0"/>
        </a:xfrm>
      </p:grpSpPr>
      <p:pic>
        <p:nvPicPr>
          <p:cNvPr id="415" name="Google Shape;415;p3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16" name="Google Shape;416;p34"/>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34"/>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18" name="Google Shape;418;p3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19" name="Google Shape;419;p3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20" name="Google Shape;420;p34"/>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1" name="Google Shape;421;p34"/>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22" name="Google Shape;422;p34"/>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23" name="Google Shape;423;p34"/>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24" name="Google Shape;424;p34"/>
          <p:cNvGrpSpPr/>
          <p:nvPr/>
        </p:nvGrpSpPr>
        <p:grpSpPr>
          <a:xfrm>
            <a:off x="323653" y="1804438"/>
            <a:ext cx="457200" cy="457200"/>
            <a:chOff x="1020916" y="1442088"/>
            <a:chExt cx="457200" cy="457200"/>
          </a:xfrm>
        </p:grpSpPr>
        <p:pic>
          <p:nvPicPr>
            <p:cNvPr id="425" name="Google Shape;425;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26" name="Google Shape;426;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27" name="Google Shape;427;p34"/>
          <p:cNvGrpSpPr/>
          <p:nvPr/>
        </p:nvGrpSpPr>
        <p:grpSpPr>
          <a:xfrm>
            <a:off x="323653" y="2766575"/>
            <a:ext cx="457200" cy="457200"/>
            <a:chOff x="1020916" y="1442088"/>
            <a:chExt cx="457200" cy="457200"/>
          </a:xfrm>
        </p:grpSpPr>
        <p:pic>
          <p:nvPicPr>
            <p:cNvPr id="428" name="Google Shape;428;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29" name="Google Shape;429;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30" name="Google Shape;430;p34"/>
          <p:cNvGrpSpPr/>
          <p:nvPr/>
        </p:nvGrpSpPr>
        <p:grpSpPr>
          <a:xfrm>
            <a:off x="323641" y="3729038"/>
            <a:ext cx="457200" cy="457200"/>
            <a:chOff x="1020916" y="1442088"/>
            <a:chExt cx="457200" cy="457200"/>
          </a:xfrm>
        </p:grpSpPr>
        <p:pic>
          <p:nvPicPr>
            <p:cNvPr id="431" name="Google Shape;431;p34"/>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32" name="Google Shape;432;p34"/>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3 CfU 3 options - pink">
  <p:cSld name="TITLE_AND_TWO_COLUMNS_1_1_7_1_1_1_1">
    <p:bg>
      <p:bgPr>
        <a:solidFill>
          <a:srgbClr val="FAEAF6"/>
        </a:solidFill>
      </p:bgPr>
    </p:bg>
    <p:spTree>
      <p:nvGrpSpPr>
        <p:cNvPr id="433" name="Shape 433"/>
        <p:cNvGrpSpPr/>
        <p:nvPr/>
      </p:nvGrpSpPr>
      <p:grpSpPr>
        <a:xfrm>
          <a:off x="0" y="0"/>
          <a:ext cx="0" cy="0"/>
          <a:chOff x="0" y="0"/>
          <a:chExt cx="0" cy="0"/>
        </a:xfrm>
      </p:grpSpPr>
      <p:pic>
        <p:nvPicPr>
          <p:cNvPr id="434" name="Google Shape;434;p3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35" name="Google Shape;435;p35"/>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35"/>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37" name="Google Shape;437;p3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38" name="Google Shape;438;p3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439" name="Google Shape;439;p35"/>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40" name="Google Shape;440;p35"/>
          <p:cNvSpPr txBox="1"/>
          <p:nvPr>
            <p:ph idx="1" type="subTitle"/>
          </p:nvPr>
        </p:nvSpPr>
        <p:spPr>
          <a:xfrm>
            <a:off x="1034425" y="18377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41" name="Google Shape;441;p35"/>
          <p:cNvSpPr txBox="1"/>
          <p:nvPr>
            <p:ph idx="3" type="subTitle"/>
          </p:nvPr>
        </p:nvSpPr>
        <p:spPr>
          <a:xfrm>
            <a:off x="1034425" y="27942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42" name="Google Shape;442;p35"/>
          <p:cNvSpPr txBox="1"/>
          <p:nvPr>
            <p:ph idx="4" type="subTitle"/>
          </p:nvPr>
        </p:nvSpPr>
        <p:spPr>
          <a:xfrm>
            <a:off x="1034425" y="37669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43" name="Google Shape;443;p35"/>
          <p:cNvGrpSpPr/>
          <p:nvPr/>
        </p:nvGrpSpPr>
        <p:grpSpPr>
          <a:xfrm>
            <a:off x="323653" y="1804438"/>
            <a:ext cx="457200" cy="457200"/>
            <a:chOff x="1020916" y="1442088"/>
            <a:chExt cx="457200" cy="457200"/>
          </a:xfrm>
        </p:grpSpPr>
        <p:pic>
          <p:nvPicPr>
            <p:cNvPr id="444" name="Google Shape;444;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45" name="Google Shape;445;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46" name="Google Shape;446;p35"/>
          <p:cNvGrpSpPr/>
          <p:nvPr/>
        </p:nvGrpSpPr>
        <p:grpSpPr>
          <a:xfrm>
            <a:off x="323653" y="2766575"/>
            <a:ext cx="457200" cy="457200"/>
            <a:chOff x="1020916" y="1442088"/>
            <a:chExt cx="457200" cy="457200"/>
          </a:xfrm>
        </p:grpSpPr>
        <p:pic>
          <p:nvPicPr>
            <p:cNvPr id="447" name="Google Shape;447;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48" name="Google Shape;448;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49" name="Google Shape;449;p35"/>
          <p:cNvGrpSpPr/>
          <p:nvPr/>
        </p:nvGrpSpPr>
        <p:grpSpPr>
          <a:xfrm>
            <a:off x="323641" y="3729038"/>
            <a:ext cx="457200" cy="457200"/>
            <a:chOff x="1020916" y="1442088"/>
            <a:chExt cx="457200" cy="457200"/>
          </a:xfrm>
        </p:grpSpPr>
        <p:pic>
          <p:nvPicPr>
            <p:cNvPr id="450" name="Google Shape;450;p35"/>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51" name="Google Shape;451;p35"/>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4 CfU 4 options - purple">
  <p:cSld name="TITLE_AND_TWO_COLUMNS_1_1_8_1">
    <p:bg>
      <p:bgPr>
        <a:solidFill>
          <a:srgbClr val="F3EEFB"/>
        </a:solidFill>
      </p:bgPr>
    </p:bg>
    <p:spTree>
      <p:nvGrpSpPr>
        <p:cNvPr id="452" name="Shape 452"/>
        <p:cNvGrpSpPr/>
        <p:nvPr/>
      </p:nvGrpSpPr>
      <p:grpSpPr>
        <a:xfrm>
          <a:off x="0" y="0"/>
          <a:ext cx="0" cy="0"/>
          <a:chOff x="0" y="0"/>
          <a:chExt cx="0" cy="0"/>
        </a:xfrm>
      </p:grpSpPr>
      <p:pic>
        <p:nvPicPr>
          <p:cNvPr id="453" name="Google Shape;453;p36"/>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454" name="Google Shape;454;p36"/>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36"/>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56" name="Google Shape;456;p3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57" name="Google Shape;457;p3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458" name="Google Shape;458;p36"/>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59" name="Google Shape;459;p36"/>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0" name="Google Shape;460;p36"/>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1" name="Google Shape;461;p36"/>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62" name="Google Shape;462;p36"/>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63" name="Google Shape;463;p36"/>
          <p:cNvGrpSpPr/>
          <p:nvPr/>
        </p:nvGrpSpPr>
        <p:grpSpPr>
          <a:xfrm>
            <a:off x="323653" y="1652038"/>
            <a:ext cx="457200" cy="457200"/>
            <a:chOff x="1020916" y="1442088"/>
            <a:chExt cx="457200" cy="457200"/>
          </a:xfrm>
        </p:grpSpPr>
        <p:pic>
          <p:nvPicPr>
            <p:cNvPr id="464" name="Google Shape;464;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65" name="Google Shape;465;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66" name="Google Shape;466;p36"/>
          <p:cNvGrpSpPr/>
          <p:nvPr/>
        </p:nvGrpSpPr>
        <p:grpSpPr>
          <a:xfrm>
            <a:off x="323653" y="2461775"/>
            <a:ext cx="457200" cy="457200"/>
            <a:chOff x="1020916" y="1442088"/>
            <a:chExt cx="457200" cy="457200"/>
          </a:xfrm>
        </p:grpSpPr>
        <p:pic>
          <p:nvPicPr>
            <p:cNvPr id="467" name="Google Shape;467;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68" name="Google Shape;468;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69" name="Google Shape;469;p36"/>
          <p:cNvGrpSpPr/>
          <p:nvPr/>
        </p:nvGrpSpPr>
        <p:grpSpPr>
          <a:xfrm>
            <a:off x="323641" y="3271838"/>
            <a:ext cx="457200" cy="457200"/>
            <a:chOff x="1020916" y="1442088"/>
            <a:chExt cx="457200" cy="457200"/>
          </a:xfrm>
        </p:grpSpPr>
        <p:pic>
          <p:nvPicPr>
            <p:cNvPr id="470" name="Google Shape;470;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1" name="Google Shape;471;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472" name="Google Shape;472;p36"/>
          <p:cNvGrpSpPr/>
          <p:nvPr/>
        </p:nvGrpSpPr>
        <p:grpSpPr>
          <a:xfrm>
            <a:off x="323641" y="4081763"/>
            <a:ext cx="457200" cy="457200"/>
            <a:chOff x="1020916" y="1442088"/>
            <a:chExt cx="457200" cy="457200"/>
          </a:xfrm>
        </p:grpSpPr>
        <p:pic>
          <p:nvPicPr>
            <p:cNvPr id="473" name="Google Shape;473;p36"/>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74" name="Google Shape;474;p36"/>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4 CfU 4 options - jade">
  <p:cSld name="TITLE_AND_TWO_COLUMNS_1_1_8_1_1_1">
    <p:bg>
      <p:bgPr>
        <a:solidFill>
          <a:srgbClr val="E6F2F2"/>
        </a:solidFill>
      </p:bgPr>
    </p:bg>
    <p:spTree>
      <p:nvGrpSpPr>
        <p:cNvPr id="475" name="Shape 475"/>
        <p:cNvGrpSpPr/>
        <p:nvPr/>
      </p:nvGrpSpPr>
      <p:grpSpPr>
        <a:xfrm>
          <a:off x="0" y="0"/>
          <a:ext cx="0" cy="0"/>
          <a:chOff x="0" y="0"/>
          <a:chExt cx="0" cy="0"/>
        </a:xfrm>
      </p:grpSpPr>
      <p:pic>
        <p:nvPicPr>
          <p:cNvPr id="476" name="Google Shape;476;p3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477" name="Google Shape;477;p37"/>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37"/>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479" name="Google Shape;479;p3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480" name="Google Shape;480;p3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481" name="Google Shape;481;p37"/>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82" name="Google Shape;482;p37"/>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3" name="Google Shape;483;p37"/>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4" name="Google Shape;484;p37"/>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485" name="Google Shape;485;p37"/>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486" name="Google Shape;486;p37"/>
          <p:cNvGrpSpPr/>
          <p:nvPr/>
        </p:nvGrpSpPr>
        <p:grpSpPr>
          <a:xfrm>
            <a:off x="323653" y="1652038"/>
            <a:ext cx="457200" cy="457200"/>
            <a:chOff x="1020916" y="1442088"/>
            <a:chExt cx="457200" cy="457200"/>
          </a:xfrm>
        </p:grpSpPr>
        <p:pic>
          <p:nvPicPr>
            <p:cNvPr id="487" name="Google Shape;487;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88" name="Google Shape;488;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489" name="Google Shape;489;p37"/>
          <p:cNvGrpSpPr/>
          <p:nvPr/>
        </p:nvGrpSpPr>
        <p:grpSpPr>
          <a:xfrm>
            <a:off x="323653" y="2461775"/>
            <a:ext cx="457200" cy="457200"/>
            <a:chOff x="1020916" y="1442088"/>
            <a:chExt cx="457200" cy="457200"/>
          </a:xfrm>
        </p:grpSpPr>
        <p:pic>
          <p:nvPicPr>
            <p:cNvPr id="490" name="Google Shape;490;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1" name="Google Shape;491;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492" name="Google Shape;492;p37"/>
          <p:cNvGrpSpPr/>
          <p:nvPr/>
        </p:nvGrpSpPr>
        <p:grpSpPr>
          <a:xfrm>
            <a:off x="323641" y="3271838"/>
            <a:ext cx="457200" cy="457200"/>
            <a:chOff x="1020916" y="1442088"/>
            <a:chExt cx="457200" cy="457200"/>
          </a:xfrm>
        </p:grpSpPr>
        <p:pic>
          <p:nvPicPr>
            <p:cNvPr id="493" name="Google Shape;493;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4" name="Google Shape;494;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495" name="Google Shape;495;p37"/>
          <p:cNvGrpSpPr/>
          <p:nvPr/>
        </p:nvGrpSpPr>
        <p:grpSpPr>
          <a:xfrm>
            <a:off x="323641" y="4081763"/>
            <a:ext cx="457200" cy="457200"/>
            <a:chOff x="1020916" y="1442088"/>
            <a:chExt cx="457200" cy="457200"/>
          </a:xfrm>
        </p:grpSpPr>
        <p:pic>
          <p:nvPicPr>
            <p:cNvPr id="496" name="Google Shape;496;p37"/>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497" name="Google Shape;497;p37"/>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4 CfU 4 options - blue">
  <p:cSld name="TITLE_AND_TWO_COLUMNS_1_1_8_2">
    <p:bg>
      <p:bgPr>
        <a:solidFill>
          <a:srgbClr val="EBEDFE"/>
        </a:solidFill>
      </p:bgPr>
    </p:bg>
    <p:spTree>
      <p:nvGrpSpPr>
        <p:cNvPr id="498" name="Shape 498"/>
        <p:cNvGrpSpPr/>
        <p:nvPr/>
      </p:nvGrpSpPr>
      <p:grpSpPr>
        <a:xfrm>
          <a:off x="0" y="0"/>
          <a:ext cx="0" cy="0"/>
          <a:chOff x="0" y="0"/>
          <a:chExt cx="0" cy="0"/>
        </a:xfrm>
      </p:grpSpPr>
      <p:pic>
        <p:nvPicPr>
          <p:cNvPr id="499" name="Google Shape;499;p38"/>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00" name="Google Shape;500;p38"/>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38"/>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02" name="Google Shape;502;p38"/>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03" name="Google Shape;503;p3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04" name="Google Shape;504;p38"/>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05" name="Google Shape;505;p38"/>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06" name="Google Shape;506;p38"/>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07" name="Google Shape;507;p38"/>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08" name="Google Shape;508;p38"/>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09" name="Google Shape;509;p38"/>
          <p:cNvGrpSpPr/>
          <p:nvPr/>
        </p:nvGrpSpPr>
        <p:grpSpPr>
          <a:xfrm>
            <a:off x="323653" y="1652038"/>
            <a:ext cx="457200" cy="457200"/>
            <a:chOff x="1020916" y="1442088"/>
            <a:chExt cx="457200" cy="457200"/>
          </a:xfrm>
        </p:grpSpPr>
        <p:pic>
          <p:nvPicPr>
            <p:cNvPr id="510" name="Google Shape;510;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1" name="Google Shape;511;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12" name="Google Shape;512;p38"/>
          <p:cNvGrpSpPr/>
          <p:nvPr/>
        </p:nvGrpSpPr>
        <p:grpSpPr>
          <a:xfrm>
            <a:off x="323653" y="2461775"/>
            <a:ext cx="457200" cy="457200"/>
            <a:chOff x="1020916" y="1442088"/>
            <a:chExt cx="457200" cy="457200"/>
          </a:xfrm>
        </p:grpSpPr>
        <p:pic>
          <p:nvPicPr>
            <p:cNvPr id="513" name="Google Shape;513;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4" name="Google Shape;514;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15" name="Google Shape;515;p38"/>
          <p:cNvGrpSpPr/>
          <p:nvPr/>
        </p:nvGrpSpPr>
        <p:grpSpPr>
          <a:xfrm>
            <a:off x="323641" y="3271838"/>
            <a:ext cx="457200" cy="457200"/>
            <a:chOff x="1020916" y="1442088"/>
            <a:chExt cx="457200" cy="457200"/>
          </a:xfrm>
        </p:grpSpPr>
        <p:pic>
          <p:nvPicPr>
            <p:cNvPr id="516" name="Google Shape;516;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17" name="Google Shape;517;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18" name="Google Shape;518;p38"/>
          <p:cNvGrpSpPr/>
          <p:nvPr/>
        </p:nvGrpSpPr>
        <p:grpSpPr>
          <a:xfrm>
            <a:off x="323641" y="4081763"/>
            <a:ext cx="457200" cy="457200"/>
            <a:chOff x="1020916" y="1442088"/>
            <a:chExt cx="457200" cy="457200"/>
          </a:xfrm>
        </p:grpSpPr>
        <p:pic>
          <p:nvPicPr>
            <p:cNvPr id="519" name="Google Shape;519;p38"/>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20" name="Google Shape;520;p38"/>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4 CfU 4 options - pink">
  <p:cSld name="TITLE_AND_TWO_COLUMNS_1_1_8_1_1_1_1">
    <p:bg>
      <p:bgPr>
        <a:solidFill>
          <a:srgbClr val="FAEAF6"/>
        </a:solidFill>
      </p:bgPr>
    </p:bg>
    <p:spTree>
      <p:nvGrpSpPr>
        <p:cNvPr id="521" name="Shape 521"/>
        <p:cNvGrpSpPr/>
        <p:nvPr/>
      </p:nvGrpSpPr>
      <p:grpSpPr>
        <a:xfrm>
          <a:off x="0" y="0"/>
          <a:ext cx="0" cy="0"/>
          <a:chOff x="0" y="0"/>
          <a:chExt cx="0" cy="0"/>
        </a:xfrm>
      </p:grpSpPr>
      <p:pic>
        <p:nvPicPr>
          <p:cNvPr id="522" name="Google Shape;522;p3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23" name="Google Shape;523;p39"/>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39"/>
          <p:cNvSpPr txBox="1"/>
          <p:nvPr>
            <p:ph type="title"/>
          </p:nvPr>
        </p:nvSpPr>
        <p:spPr>
          <a:xfrm>
            <a:off x="324000" y="809988"/>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25" name="Google Shape;525;p39"/>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26" name="Google Shape;526;p3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527" name="Google Shape;527;p39"/>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28" name="Google Shape;528;p39"/>
          <p:cNvSpPr txBox="1"/>
          <p:nvPr>
            <p:ph idx="1" type="subTitle"/>
          </p:nvPr>
        </p:nvSpPr>
        <p:spPr>
          <a:xfrm>
            <a:off x="1034425" y="1685375"/>
            <a:ext cx="7506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29" name="Google Shape;529;p39"/>
          <p:cNvSpPr txBox="1"/>
          <p:nvPr>
            <p:ph idx="3" type="subTitle"/>
          </p:nvPr>
        </p:nvSpPr>
        <p:spPr>
          <a:xfrm>
            <a:off x="1034425" y="2489447"/>
            <a:ext cx="7506600" cy="3891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0" name="Google Shape;530;p39"/>
          <p:cNvSpPr txBox="1"/>
          <p:nvPr>
            <p:ph idx="4" type="subTitle"/>
          </p:nvPr>
        </p:nvSpPr>
        <p:spPr>
          <a:xfrm>
            <a:off x="1034425" y="3309765"/>
            <a:ext cx="7464600" cy="324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
        <p:nvSpPr>
          <p:cNvPr id="531" name="Google Shape;531;p39"/>
          <p:cNvSpPr txBox="1"/>
          <p:nvPr>
            <p:ph idx="5" type="subTitle"/>
          </p:nvPr>
        </p:nvSpPr>
        <p:spPr>
          <a:xfrm>
            <a:off x="1034425" y="4113837"/>
            <a:ext cx="7506600" cy="3603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sz="2200">
                <a:latin typeface="Lexend"/>
                <a:ea typeface="Lexend"/>
                <a:cs typeface="Lexend"/>
                <a:sym typeface="Lexend"/>
              </a:defRPr>
            </a:lvl1pPr>
            <a:lvl2pPr lvl="1" rtl="0">
              <a:spcBef>
                <a:spcPts val="1000"/>
              </a:spcBef>
              <a:spcAft>
                <a:spcPts val="0"/>
              </a:spcAft>
              <a:buSzPts val="2100"/>
              <a:buNone/>
              <a:defRPr/>
            </a:lvl2pPr>
            <a:lvl3pPr lvl="2" rtl="0">
              <a:spcBef>
                <a:spcPts val="1000"/>
              </a:spcBef>
              <a:spcAft>
                <a:spcPts val="0"/>
              </a:spcAft>
              <a:buSzPts val="2000"/>
              <a:buNone/>
              <a:defRPr/>
            </a:lvl3pPr>
            <a:lvl4pPr lvl="3" rtl="0">
              <a:spcBef>
                <a:spcPts val="800"/>
              </a:spcBef>
              <a:spcAft>
                <a:spcPts val="0"/>
              </a:spcAft>
              <a:buSzPts val="1900"/>
              <a:buNone/>
              <a:defRPr/>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grpSp>
        <p:nvGrpSpPr>
          <p:cNvPr id="532" name="Google Shape;532;p39"/>
          <p:cNvGrpSpPr/>
          <p:nvPr/>
        </p:nvGrpSpPr>
        <p:grpSpPr>
          <a:xfrm>
            <a:off x="323653" y="1652038"/>
            <a:ext cx="457200" cy="457200"/>
            <a:chOff x="1020916" y="1442088"/>
            <a:chExt cx="457200" cy="457200"/>
          </a:xfrm>
        </p:grpSpPr>
        <p:pic>
          <p:nvPicPr>
            <p:cNvPr id="533" name="Google Shape;533;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34" name="Google Shape;534;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35" name="Google Shape;535;p39"/>
          <p:cNvGrpSpPr/>
          <p:nvPr/>
        </p:nvGrpSpPr>
        <p:grpSpPr>
          <a:xfrm>
            <a:off x="323653" y="2461775"/>
            <a:ext cx="457200" cy="457200"/>
            <a:chOff x="1020916" y="1442088"/>
            <a:chExt cx="457200" cy="457200"/>
          </a:xfrm>
        </p:grpSpPr>
        <p:pic>
          <p:nvPicPr>
            <p:cNvPr id="536" name="Google Shape;536;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37" name="Google Shape;537;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38" name="Google Shape;538;p39"/>
          <p:cNvGrpSpPr/>
          <p:nvPr/>
        </p:nvGrpSpPr>
        <p:grpSpPr>
          <a:xfrm>
            <a:off x="323641" y="3271838"/>
            <a:ext cx="457200" cy="457200"/>
            <a:chOff x="1020916" y="1442088"/>
            <a:chExt cx="457200" cy="457200"/>
          </a:xfrm>
        </p:grpSpPr>
        <p:pic>
          <p:nvPicPr>
            <p:cNvPr id="539" name="Google Shape;539;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0" name="Google Shape;540;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grpSp>
        <p:nvGrpSpPr>
          <p:cNvPr id="541" name="Google Shape;541;p39"/>
          <p:cNvGrpSpPr/>
          <p:nvPr/>
        </p:nvGrpSpPr>
        <p:grpSpPr>
          <a:xfrm>
            <a:off x="323641" y="4081763"/>
            <a:ext cx="457200" cy="457200"/>
            <a:chOff x="1020916" y="1442088"/>
            <a:chExt cx="457200" cy="457200"/>
          </a:xfrm>
        </p:grpSpPr>
        <p:pic>
          <p:nvPicPr>
            <p:cNvPr id="542" name="Google Shape;542;p39"/>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43" name="Google Shape;543;p39"/>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d</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5 CfU 3 image options - purple">
  <p:cSld name="TITLE_AND_TWO_COLUMNS_1_1_7_1_1_2">
    <p:bg>
      <p:bgPr>
        <a:solidFill>
          <a:srgbClr val="F3EEFB"/>
        </a:solidFill>
      </p:bgPr>
    </p:bg>
    <p:spTree>
      <p:nvGrpSpPr>
        <p:cNvPr id="544" name="Shape 544"/>
        <p:cNvGrpSpPr/>
        <p:nvPr/>
      </p:nvGrpSpPr>
      <p:grpSpPr>
        <a:xfrm>
          <a:off x="0" y="0"/>
          <a:ext cx="0" cy="0"/>
          <a:chOff x="0" y="0"/>
          <a:chExt cx="0" cy="0"/>
        </a:xfrm>
      </p:grpSpPr>
      <p:pic>
        <p:nvPicPr>
          <p:cNvPr id="545" name="Google Shape;545;p40"/>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546" name="Google Shape;546;p40"/>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40"/>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48" name="Google Shape;548;p40"/>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49" name="Google Shape;549;p4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50" name="Google Shape;550;p40"/>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51" name="Google Shape;551;p40"/>
          <p:cNvSpPr/>
          <p:nvPr>
            <p:ph idx="3" type="pic"/>
          </p:nvPr>
        </p:nvSpPr>
        <p:spPr>
          <a:xfrm>
            <a:off x="324000" y="1893950"/>
            <a:ext cx="2555400" cy="1939500"/>
          </a:xfrm>
          <a:prstGeom prst="rect">
            <a:avLst/>
          </a:prstGeom>
          <a:noFill/>
          <a:ln>
            <a:noFill/>
          </a:ln>
        </p:spPr>
      </p:sp>
      <p:sp>
        <p:nvSpPr>
          <p:cNvPr id="552" name="Google Shape;552;p40"/>
          <p:cNvSpPr/>
          <p:nvPr>
            <p:ph idx="4" type="pic"/>
          </p:nvPr>
        </p:nvSpPr>
        <p:spPr>
          <a:xfrm>
            <a:off x="6256800" y="1893950"/>
            <a:ext cx="2555400" cy="1939500"/>
          </a:xfrm>
          <a:prstGeom prst="rect">
            <a:avLst/>
          </a:prstGeom>
          <a:noFill/>
          <a:ln>
            <a:noFill/>
          </a:ln>
        </p:spPr>
      </p:sp>
      <p:sp>
        <p:nvSpPr>
          <p:cNvPr id="553" name="Google Shape;553;p40"/>
          <p:cNvSpPr/>
          <p:nvPr>
            <p:ph idx="5" type="pic"/>
          </p:nvPr>
        </p:nvSpPr>
        <p:spPr>
          <a:xfrm>
            <a:off x="3294300" y="1893950"/>
            <a:ext cx="2555400" cy="1939500"/>
          </a:xfrm>
          <a:prstGeom prst="rect">
            <a:avLst/>
          </a:prstGeom>
          <a:noFill/>
          <a:ln>
            <a:noFill/>
          </a:ln>
        </p:spPr>
      </p:sp>
      <p:grpSp>
        <p:nvGrpSpPr>
          <p:cNvPr id="554" name="Google Shape;554;p40"/>
          <p:cNvGrpSpPr/>
          <p:nvPr/>
        </p:nvGrpSpPr>
        <p:grpSpPr>
          <a:xfrm>
            <a:off x="1381028" y="4148538"/>
            <a:ext cx="457200" cy="457200"/>
            <a:chOff x="1020916" y="1442088"/>
            <a:chExt cx="457200" cy="457200"/>
          </a:xfrm>
        </p:grpSpPr>
        <p:pic>
          <p:nvPicPr>
            <p:cNvPr id="555" name="Google Shape;555;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56" name="Google Shape;556;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57" name="Google Shape;557;p40"/>
          <p:cNvGrpSpPr/>
          <p:nvPr/>
        </p:nvGrpSpPr>
        <p:grpSpPr>
          <a:xfrm>
            <a:off x="4331066" y="4148550"/>
            <a:ext cx="457200" cy="457200"/>
            <a:chOff x="1020916" y="1442088"/>
            <a:chExt cx="457200" cy="457200"/>
          </a:xfrm>
        </p:grpSpPr>
        <p:pic>
          <p:nvPicPr>
            <p:cNvPr id="558" name="Google Shape;558;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59" name="Google Shape;559;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60" name="Google Shape;560;p40"/>
          <p:cNvGrpSpPr/>
          <p:nvPr/>
        </p:nvGrpSpPr>
        <p:grpSpPr>
          <a:xfrm>
            <a:off x="7305791" y="4148538"/>
            <a:ext cx="457200" cy="457200"/>
            <a:chOff x="1020916" y="1442088"/>
            <a:chExt cx="457200" cy="457200"/>
          </a:xfrm>
        </p:grpSpPr>
        <p:pic>
          <p:nvPicPr>
            <p:cNvPr id="561" name="Google Shape;561;p40"/>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62" name="Google Shape;562;p40"/>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5 CfU 3 image options - jade">
  <p:cSld name="TITLE_AND_TWO_COLUMNS_1_1_7_1_1_1_2">
    <p:bg>
      <p:bgPr>
        <a:solidFill>
          <a:srgbClr val="E6F2F2"/>
        </a:solidFill>
      </p:bgPr>
    </p:bg>
    <p:spTree>
      <p:nvGrpSpPr>
        <p:cNvPr id="563" name="Shape 563"/>
        <p:cNvGrpSpPr/>
        <p:nvPr/>
      </p:nvGrpSpPr>
      <p:grpSpPr>
        <a:xfrm>
          <a:off x="0" y="0"/>
          <a:ext cx="0" cy="0"/>
          <a:chOff x="0" y="0"/>
          <a:chExt cx="0" cy="0"/>
        </a:xfrm>
      </p:grpSpPr>
      <p:pic>
        <p:nvPicPr>
          <p:cNvPr id="564" name="Google Shape;564;p4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65" name="Google Shape;565;p41"/>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41"/>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67" name="Google Shape;567;p41"/>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68" name="Google Shape;568;p4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569" name="Google Shape;569;p41"/>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70" name="Google Shape;570;p41"/>
          <p:cNvSpPr/>
          <p:nvPr>
            <p:ph idx="3" type="pic"/>
          </p:nvPr>
        </p:nvSpPr>
        <p:spPr>
          <a:xfrm>
            <a:off x="324000" y="1893950"/>
            <a:ext cx="2555400" cy="1939500"/>
          </a:xfrm>
          <a:prstGeom prst="rect">
            <a:avLst/>
          </a:prstGeom>
          <a:noFill/>
          <a:ln>
            <a:noFill/>
          </a:ln>
        </p:spPr>
      </p:sp>
      <p:sp>
        <p:nvSpPr>
          <p:cNvPr id="571" name="Google Shape;571;p41"/>
          <p:cNvSpPr/>
          <p:nvPr>
            <p:ph idx="4" type="pic"/>
          </p:nvPr>
        </p:nvSpPr>
        <p:spPr>
          <a:xfrm>
            <a:off x="6256800" y="1893950"/>
            <a:ext cx="2555400" cy="1939500"/>
          </a:xfrm>
          <a:prstGeom prst="rect">
            <a:avLst/>
          </a:prstGeom>
          <a:noFill/>
          <a:ln>
            <a:noFill/>
          </a:ln>
        </p:spPr>
      </p:sp>
      <p:sp>
        <p:nvSpPr>
          <p:cNvPr id="572" name="Google Shape;572;p41"/>
          <p:cNvSpPr/>
          <p:nvPr>
            <p:ph idx="5" type="pic"/>
          </p:nvPr>
        </p:nvSpPr>
        <p:spPr>
          <a:xfrm>
            <a:off x="3294300" y="1893950"/>
            <a:ext cx="2555400" cy="1939500"/>
          </a:xfrm>
          <a:prstGeom prst="rect">
            <a:avLst/>
          </a:prstGeom>
          <a:noFill/>
          <a:ln>
            <a:noFill/>
          </a:ln>
        </p:spPr>
      </p:sp>
      <p:grpSp>
        <p:nvGrpSpPr>
          <p:cNvPr id="573" name="Google Shape;573;p41"/>
          <p:cNvGrpSpPr/>
          <p:nvPr/>
        </p:nvGrpSpPr>
        <p:grpSpPr>
          <a:xfrm>
            <a:off x="1381028" y="4148538"/>
            <a:ext cx="457200" cy="457200"/>
            <a:chOff x="1020916" y="1442088"/>
            <a:chExt cx="457200" cy="457200"/>
          </a:xfrm>
        </p:grpSpPr>
        <p:pic>
          <p:nvPicPr>
            <p:cNvPr id="574" name="Google Shape;574;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75" name="Google Shape;575;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76" name="Google Shape;576;p41"/>
          <p:cNvGrpSpPr/>
          <p:nvPr/>
        </p:nvGrpSpPr>
        <p:grpSpPr>
          <a:xfrm>
            <a:off x="4331066" y="4148550"/>
            <a:ext cx="457200" cy="457200"/>
            <a:chOff x="1020916" y="1442088"/>
            <a:chExt cx="457200" cy="457200"/>
          </a:xfrm>
        </p:grpSpPr>
        <p:pic>
          <p:nvPicPr>
            <p:cNvPr id="577" name="Google Shape;577;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78" name="Google Shape;578;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79" name="Google Shape;579;p41"/>
          <p:cNvGrpSpPr/>
          <p:nvPr/>
        </p:nvGrpSpPr>
        <p:grpSpPr>
          <a:xfrm>
            <a:off x="7305791" y="4148538"/>
            <a:ext cx="457200" cy="457200"/>
            <a:chOff x="1020916" y="1442088"/>
            <a:chExt cx="457200" cy="457200"/>
          </a:xfrm>
        </p:grpSpPr>
        <p:pic>
          <p:nvPicPr>
            <p:cNvPr id="580" name="Google Shape;580;p41"/>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81" name="Google Shape;581;p41"/>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5 CfU 3  image options - blue ">
  <p:cSld name="TITLE_AND_TWO_COLUMNS_1_1_7_2_1">
    <p:bg>
      <p:bgPr>
        <a:solidFill>
          <a:srgbClr val="EBEDFE"/>
        </a:solidFill>
      </p:bgPr>
    </p:bg>
    <p:spTree>
      <p:nvGrpSpPr>
        <p:cNvPr id="582" name="Shape 582"/>
        <p:cNvGrpSpPr/>
        <p:nvPr/>
      </p:nvGrpSpPr>
      <p:grpSpPr>
        <a:xfrm>
          <a:off x="0" y="0"/>
          <a:ext cx="0" cy="0"/>
          <a:chOff x="0" y="0"/>
          <a:chExt cx="0" cy="0"/>
        </a:xfrm>
      </p:grpSpPr>
      <p:pic>
        <p:nvPicPr>
          <p:cNvPr id="583" name="Google Shape;583;p42"/>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584" name="Google Shape;584;p42"/>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42"/>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586" name="Google Shape;586;p4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587" name="Google Shape;587;p4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588" name="Google Shape;588;p42"/>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89" name="Google Shape;589;p42"/>
          <p:cNvSpPr/>
          <p:nvPr>
            <p:ph idx="3" type="pic"/>
          </p:nvPr>
        </p:nvSpPr>
        <p:spPr>
          <a:xfrm>
            <a:off x="324000" y="1893950"/>
            <a:ext cx="2555400" cy="1939500"/>
          </a:xfrm>
          <a:prstGeom prst="rect">
            <a:avLst/>
          </a:prstGeom>
          <a:noFill/>
          <a:ln>
            <a:noFill/>
          </a:ln>
        </p:spPr>
      </p:sp>
      <p:sp>
        <p:nvSpPr>
          <p:cNvPr id="590" name="Google Shape;590;p42"/>
          <p:cNvSpPr/>
          <p:nvPr>
            <p:ph idx="4" type="pic"/>
          </p:nvPr>
        </p:nvSpPr>
        <p:spPr>
          <a:xfrm>
            <a:off x="6256800" y="1893950"/>
            <a:ext cx="2555400" cy="1939500"/>
          </a:xfrm>
          <a:prstGeom prst="rect">
            <a:avLst/>
          </a:prstGeom>
          <a:noFill/>
          <a:ln>
            <a:noFill/>
          </a:ln>
        </p:spPr>
      </p:sp>
      <p:sp>
        <p:nvSpPr>
          <p:cNvPr id="591" name="Google Shape;591;p42"/>
          <p:cNvSpPr/>
          <p:nvPr>
            <p:ph idx="5" type="pic"/>
          </p:nvPr>
        </p:nvSpPr>
        <p:spPr>
          <a:xfrm>
            <a:off x="3294300" y="1893950"/>
            <a:ext cx="2555400" cy="1939500"/>
          </a:xfrm>
          <a:prstGeom prst="rect">
            <a:avLst/>
          </a:prstGeom>
          <a:noFill/>
          <a:ln>
            <a:noFill/>
          </a:ln>
        </p:spPr>
      </p:sp>
      <p:grpSp>
        <p:nvGrpSpPr>
          <p:cNvPr id="592" name="Google Shape;592;p42"/>
          <p:cNvGrpSpPr/>
          <p:nvPr/>
        </p:nvGrpSpPr>
        <p:grpSpPr>
          <a:xfrm>
            <a:off x="1381028" y="4148538"/>
            <a:ext cx="457200" cy="457200"/>
            <a:chOff x="1020916" y="1442088"/>
            <a:chExt cx="457200" cy="457200"/>
          </a:xfrm>
        </p:grpSpPr>
        <p:pic>
          <p:nvPicPr>
            <p:cNvPr id="593" name="Google Shape;593;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94" name="Google Shape;594;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595" name="Google Shape;595;p42"/>
          <p:cNvGrpSpPr/>
          <p:nvPr/>
        </p:nvGrpSpPr>
        <p:grpSpPr>
          <a:xfrm>
            <a:off x="4331066" y="4148550"/>
            <a:ext cx="457200" cy="457200"/>
            <a:chOff x="1020916" y="1442088"/>
            <a:chExt cx="457200" cy="457200"/>
          </a:xfrm>
        </p:grpSpPr>
        <p:pic>
          <p:nvPicPr>
            <p:cNvPr id="596" name="Google Shape;596;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597" name="Google Shape;597;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598" name="Google Shape;598;p42"/>
          <p:cNvGrpSpPr/>
          <p:nvPr/>
        </p:nvGrpSpPr>
        <p:grpSpPr>
          <a:xfrm>
            <a:off x="7305791" y="4148538"/>
            <a:ext cx="457200" cy="457200"/>
            <a:chOff x="1020916" y="1442088"/>
            <a:chExt cx="457200" cy="457200"/>
          </a:xfrm>
        </p:grpSpPr>
        <p:pic>
          <p:nvPicPr>
            <p:cNvPr id="599" name="Google Shape;599;p42"/>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00" name="Google Shape;600;p42"/>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5 CfU 3 image options - pink">
  <p:cSld name="TITLE_AND_TWO_COLUMNS_1_1_7_1_1_1_1_1">
    <p:bg>
      <p:bgPr>
        <a:solidFill>
          <a:srgbClr val="FAEAF6"/>
        </a:solidFill>
      </p:bgPr>
    </p:bg>
    <p:spTree>
      <p:nvGrpSpPr>
        <p:cNvPr id="601" name="Shape 601"/>
        <p:cNvGrpSpPr/>
        <p:nvPr/>
      </p:nvGrpSpPr>
      <p:grpSpPr>
        <a:xfrm>
          <a:off x="0" y="0"/>
          <a:ext cx="0" cy="0"/>
          <a:chOff x="0" y="0"/>
          <a:chExt cx="0" cy="0"/>
        </a:xfrm>
      </p:grpSpPr>
      <p:pic>
        <p:nvPicPr>
          <p:cNvPr id="602" name="Google Shape;602;p4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03" name="Google Shape;603;p43"/>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43"/>
          <p:cNvSpPr txBox="1"/>
          <p:nvPr>
            <p:ph type="title"/>
          </p:nvPr>
        </p:nvSpPr>
        <p:spPr>
          <a:xfrm>
            <a:off x="324000" y="748763"/>
            <a:ext cx="8179200" cy="489600"/>
          </a:xfrm>
          <a:prstGeom prst="rect">
            <a:avLst/>
          </a:prstGeom>
        </p:spPr>
        <p:txBody>
          <a:bodyPr anchorCtr="0" anchor="t" bIns="0" lIns="0" spcFirstLastPara="1" rIns="0" wrap="square" tIns="0">
            <a:noAutofit/>
          </a:bodyPr>
          <a:lstStyle>
            <a:lvl1pPr lvl="0" rtl="0">
              <a:spcBef>
                <a:spcPts val="0"/>
              </a:spcBef>
              <a:spcAft>
                <a:spcPts val="0"/>
              </a:spcAft>
              <a:buSzPts val="2200"/>
              <a:buFont typeface="Lexend"/>
              <a:buNone/>
              <a:defRPr b="0" sz="2200">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pic>
        <p:nvPicPr>
          <p:cNvPr id="605" name="Google Shape;605;p4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06" name="Google Shape;606;p4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07" name="Google Shape;607;p43"/>
          <p:cNvSpPr txBox="1"/>
          <p:nvPr>
            <p:ph idx="2"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08" name="Google Shape;608;p43"/>
          <p:cNvSpPr/>
          <p:nvPr>
            <p:ph idx="3" type="pic"/>
          </p:nvPr>
        </p:nvSpPr>
        <p:spPr>
          <a:xfrm>
            <a:off x="324000" y="1893950"/>
            <a:ext cx="2555400" cy="1939500"/>
          </a:xfrm>
          <a:prstGeom prst="rect">
            <a:avLst/>
          </a:prstGeom>
          <a:noFill/>
          <a:ln>
            <a:noFill/>
          </a:ln>
        </p:spPr>
      </p:sp>
      <p:sp>
        <p:nvSpPr>
          <p:cNvPr id="609" name="Google Shape;609;p43"/>
          <p:cNvSpPr/>
          <p:nvPr>
            <p:ph idx="4" type="pic"/>
          </p:nvPr>
        </p:nvSpPr>
        <p:spPr>
          <a:xfrm>
            <a:off x="6256800" y="1893950"/>
            <a:ext cx="2555400" cy="1939500"/>
          </a:xfrm>
          <a:prstGeom prst="rect">
            <a:avLst/>
          </a:prstGeom>
          <a:noFill/>
          <a:ln>
            <a:noFill/>
          </a:ln>
        </p:spPr>
      </p:sp>
      <p:sp>
        <p:nvSpPr>
          <p:cNvPr id="610" name="Google Shape;610;p43"/>
          <p:cNvSpPr/>
          <p:nvPr>
            <p:ph idx="5" type="pic"/>
          </p:nvPr>
        </p:nvSpPr>
        <p:spPr>
          <a:xfrm>
            <a:off x="3294300" y="1893950"/>
            <a:ext cx="2555400" cy="1939500"/>
          </a:xfrm>
          <a:prstGeom prst="rect">
            <a:avLst/>
          </a:prstGeom>
          <a:noFill/>
          <a:ln>
            <a:noFill/>
          </a:ln>
        </p:spPr>
      </p:sp>
      <p:grpSp>
        <p:nvGrpSpPr>
          <p:cNvPr id="611" name="Google Shape;611;p43"/>
          <p:cNvGrpSpPr/>
          <p:nvPr/>
        </p:nvGrpSpPr>
        <p:grpSpPr>
          <a:xfrm>
            <a:off x="1381028" y="4148538"/>
            <a:ext cx="457200" cy="457200"/>
            <a:chOff x="1020916" y="1442088"/>
            <a:chExt cx="457200" cy="457200"/>
          </a:xfrm>
        </p:grpSpPr>
        <p:pic>
          <p:nvPicPr>
            <p:cNvPr id="612" name="Google Shape;612;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13" name="Google Shape;613;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a</a:t>
              </a:r>
              <a:endParaRPr b="1" sz="1800">
                <a:solidFill>
                  <a:srgbClr val="FFFFFF"/>
                </a:solidFill>
                <a:latin typeface="Lexend"/>
                <a:ea typeface="Lexend"/>
                <a:cs typeface="Lexend"/>
                <a:sym typeface="Lexend"/>
              </a:endParaRPr>
            </a:p>
          </p:txBody>
        </p:sp>
      </p:grpSp>
      <p:grpSp>
        <p:nvGrpSpPr>
          <p:cNvPr id="614" name="Google Shape;614;p43"/>
          <p:cNvGrpSpPr/>
          <p:nvPr/>
        </p:nvGrpSpPr>
        <p:grpSpPr>
          <a:xfrm>
            <a:off x="4331066" y="4148550"/>
            <a:ext cx="457200" cy="457200"/>
            <a:chOff x="1020916" y="1442088"/>
            <a:chExt cx="457200" cy="457200"/>
          </a:xfrm>
        </p:grpSpPr>
        <p:pic>
          <p:nvPicPr>
            <p:cNvPr id="615" name="Google Shape;615;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16" name="Google Shape;616;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b</a:t>
              </a:r>
              <a:endParaRPr b="1" sz="1800">
                <a:solidFill>
                  <a:srgbClr val="FFFFFF"/>
                </a:solidFill>
                <a:latin typeface="Lexend"/>
                <a:ea typeface="Lexend"/>
                <a:cs typeface="Lexend"/>
                <a:sym typeface="Lexend"/>
              </a:endParaRPr>
            </a:p>
          </p:txBody>
        </p:sp>
      </p:grpSp>
      <p:grpSp>
        <p:nvGrpSpPr>
          <p:cNvPr id="617" name="Google Shape;617;p43"/>
          <p:cNvGrpSpPr/>
          <p:nvPr/>
        </p:nvGrpSpPr>
        <p:grpSpPr>
          <a:xfrm>
            <a:off x="7305791" y="4148538"/>
            <a:ext cx="457200" cy="457200"/>
            <a:chOff x="1020916" y="1442088"/>
            <a:chExt cx="457200" cy="457200"/>
          </a:xfrm>
        </p:grpSpPr>
        <p:pic>
          <p:nvPicPr>
            <p:cNvPr id="618" name="Google Shape;618;p43"/>
            <p:cNvPicPr preferRelativeResize="0"/>
            <p:nvPr/>
          </p:nvPicPr>
          <p:blipFill>
            <a:blip r:embed="rId4">
              <a:alphaModFix/>
            </a:blip>
            <a:stretch>
              <a:fillRect/>
            </a:stretch>
          </p:blipFill>
          <p:spPr>
            <a:xfrm>
              <a:off x="1020916" y="1442088"/>
              <a:ext cx="457200" cy="457200"/>
            </a:xfrm>
            <a:prstGeom prst="rect">
              <a:avLst/>
            </a:prstGeom>
            <a:noFill/>
            <a:ln>
              <a:noFill/>
            </a:ln>
          </p:spPr>
        </p:pic>
        <p:sp>
          <p:nvSpPr>
            <p:cNvPr id="619" name="Google Shape;619;p43"/>
            <p:cNvSpPr txBox="1"/>
            <p:nvPr/>
          </p:nvSpPr>
          <p:spPr>
            <a:xfrm>
              <a:off x="1045528" y="1526400"/>
              <a:ext cx="408000" cy="277200"/>
            </a:xfrm>
            <a:prstGeom prst="rect">
              <a:avLst/>
            </a:prstGeom>
            <a:noFill/>
            <a:ln>
              <a:noFill/>
            </a:ln>
          </p:spPr>
          <p:txBody>
            <a:bodyPr anchorCtr="0" anchor="ctr" bIns="0" lIns="0" spcFirstLastPara="1" rIns="0" wrap="square" tIns="0">
              <a:noAutofit/>
            </a:bodyPr>
            <a:lstStyle/>
            <a:p>
              <a:pPr indent="0" lvl="0" marL="0" rtl="0" algn="ctr">
                <a:spcBef>
                  <a:spcPts val="0"/>
                </a:spcBef>
                <a:spcAft>
                  <a:spcPts val="0"/>
                </a:spcAft>
                <a:buNone/>
              </a:pPr>
              <a:r>
                <a:rPr b="1" lang="en-GB" sz="1800">
                  <a:solidFill>
                    <a:srgbClr val="FFFFFF"/>
                  </a:solidFill>
                  <a:latin typeface="Lexend"/>
                  <a:ea typeface="Lexend"/>
                  <a:cs typeface="Lexend"/>
                  <a:sym typeface="Lexend"/>
                </a:rPr>
                <a:t>c</a:t>
              </a:r>
              <a:endParaRPr b="1" sz="1800">
                <a:solidFill>
                  <a:srgbClr val="FFFFFF"/>
                </a:solidFill>
                <a:latin typeface="Lexend"/>
                <a:ea typeface="Lexend"/>
                <a:cs typeface="Lexend"/>
                <a:sym typeface="Lexend"/>
              </a:endParaRPr>
            </a:p>
          </p:txBody>
        </p:sp>
      </p:gr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6 CfU blank - purple ">
  <p:cSld name="TITLE_AND_TWO_COLUMNS_1_1_6_2">
    <p:bg>
      <p:bgPr>
        <a:solidFill>
          <a:srgbClr val="F3EEFB"/>
        </a:solidFill>
      </p:bgPr>
    </p:bg>
    <p:spTree>
      <p:nvGrpSpPr>
        <p:cNvPr id="620" name="Shape 620"/>
        <p:cNvGrpSpPr/>
        <p:nvPr/>
      </p:nvGrpSpPr>
      <p:grpSpPr>
        <a:xfrm>
          <a:off x="0" y="0"/>
          <a:ext cx="0" cy="0"/>
          <a:chOff x="0" y="0"/>
          <a:chExt cx="0" cy="0"/>
        </a:xfrm>
      </p:grpSpPr>
      <p:pic>
        <p:nvPicPr>
          <p:cNvPr id="621" name="Google Shape;621;p44"/>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22" name="Google Shape;622;p44"/>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Google Shape;623;p4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24" name="Google Shape;624;p4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25" name="Google Shape;625;p4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26" name="Google Shape;626;p44"/>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6 CfU blank - jade ">
  <p:cSld name="TITLE_AND_TWO_COLUMNS_1_1_6_2_3_1">
    <p:bg>
      <p:bgPr>
        <a:solidFill>
          <a:srgbClr val="E6F2F2"/>
        </a:solidFill>
      </p:bgPr>
    </p:bg>
    <p:spTree>
      <p:nvGrpSpPr>
        <p:cNvPr id="627" name="Shape 627"/>
        <p:cNvGrpSpPr/>
        <p:nvPr/>
      </p:nvGrpSpPr>
      <p:grpSpPr>
        <a:xfrm>
          <a:off x="0" y="0"/>
          <a:ext cx="0" cy="0"/>
          <a:chOff x="0" y="0"/>
          <a:chExt cx="0" cy="0"/>
        </a:xfrm>
      </p:grpSpPr>
      <p:pic>
        <p:nvPicPr>
          <p:cNvPr id="628" name="Google Shape;628;p4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29" name="Google Shape;629;p45"/>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4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31" name="Google Shape;631;p4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32" name="Google Shape;632;p4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Check</a:t>
            </a:r>
            <a:endParaRPr b="1" sz="900">
              <a:solidFill>
                <a:srgbClr val="E6F2F2"/>
              </a:solidFill>
              <a:latin typeface="Lexend"/>
              <a:ea typeface="Lexend"/>
              <a:cs typeface="Lexend"/>
              <a:sym typeface="Lexend"/>
            </a:endParaRPr>
          </a:p>
        </p:txBody>
      </p:sp>
      <p:sp>
        <p:nvSpPr>
          <p:cNvPr id="633" name="Google Shape;633;p45"/>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6 CfU blank - blue ">
  <p:cSld name="TITLE_AND_TWO_COLUMNS_1_1_6_3">
    <p:bg>
      <p:bgPr>
        <a:solidFill>
          <a:srgbClr val="EBEDFE"/>
        </a:solidFill>
      </p:bgPr>
    </p:bg>
    <p:spTree>
      <p:nvGrpSpPr>
        <p:cNvPr id="634" name="Shape 634"/>
        <p:cNvGrpSpPr/>
        <p:nvPr/>
      </p:nvGrpSpPr>
      <p:grpSpPr>
        <a:xfrm>
          <a:off x="0" y="0"/>
          <a:ext cx="0" cy="0"/>
          <a:chOff x="0" y="0"/>
          <a:chExt cx="0" cy="0"/>
        </a:xfrm>
      </p:grpSpPr>
      <p:pic>
        <p:nvPicPr>
          <p:cNvPr id="635" name="Google Shape;635;p46"/>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36" name="Google Shape;636;p46"/>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46"/>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38" name="Google Shape;638;p46"/>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39" name="Google Shape;639;p46"/>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Check</a:t>
            </a:r>
            <a:endParaRPr b="1" sz="900">
              <a:solidFill>
                <a:srgbClr val="EBEDFE"/>
              </a:solidFill>
              <a:latin typeface="Lexend"/>
              <a:ea typeface="Lexend"/>
              <a:cs typeface="Lexend"/>
              <a:sym typeface="Lexend"/>
            </a:endParaRPr>
          </a:p>
        </p:txBody>
      </p:sp>
      <p:sp>
        <p:nvSpPr>
          <p:cNvPr id="640" name="Google Shape;640;p46"/>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6 CfU blank - pink ">
  <p:cSld name="TITLE_AND_TWO_COLUMNS_1_1_6_2_3_1_1">
    <p:bg>
      <p:bgPr>
        <a:solidFill>
          <a:srgbClr val="FAEAF6"/>
        </a:solidFill>
      </p:bgPr>
    </p:bg>
    <p:spTree>
      <p:nvGrpSpPr>
        <p:cNvPr id="641" name="Shape 641"/>
        <p:cNvGrpSpPr/>
        <p:nvPr/>
      </p:nvGrpSpPr>
      <p:grpSpPr>
        <a:xfrm>
          <a:off x="0" y="0"/>
          <a:ext cx="0" cy="0"/>
          <a:chOff x="0" y="0"/>
          <a:chExt cx="0" cy="0"/>
        </a:xfrm>
      </p:grpSpPr>
      <p:pic>
        <p:nvPicPr>
          <p:cNvPr id="642" name="Google Shape;642;p47"/>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43" name="Google Shape;643;p47"/>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47"/>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45" name="Google Shape;645;p47"/>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46" name="Google Shape;646;p47"/>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Check</a:t>
            </a:r>
            <a:endParaRPr b="1" sz="900">
              <a:solidFill>
                <a:srgbClr val="FAEAF6"/>
              </a:solidFill>
              <a:latin typeface="Lexend"/>
              <a:ea typeface="Lexend"/>
              <a:cs typeface="Lexend"/>
              <a:sym typeface="Lexend"/>
            </a:endParaRPr>
          </a:p>
        </p:txBody>
      </p:sp>
      <p:sp>
        <p:nvSpPr>
          <p:cNvPr id="647" name="Google Shape;647;p47"/>
          <p:cNvSpPr txBox="1"/>
          <p:nvPr>
            <p:ph type="title"/>
          </p:nvPr>
        </p:nvSpPr>
        <p:spPr>
          <a:xfrm>
            <a:off x="324000" y="0"/>
            <a:ext cx="7885200" cy="613500"/>
          </a:xfrm>
          <a:prstGeom prst="rect">
            <a:avLst/>
          </a:prstGeom>
        </p:spPr>
        <p:txBody>
          <a:bodyPr anchorCtr="0" anchor="ctr" bIns="0" lIns="0" spcFirstLastPara="1" rIns="0" wrap="square" tIns="0">
            <a:noAutofit/>
          </a:bodyPr>
          <a:lstStyle>
            <a:lvl1pPr lvl="0" rtl="0">
              <a:lnSpc>
                <a:spcPct val="100000"/>
              </a:lnSpc>
              <a:spcBef>
                <a:spcPts val="0"/>
              </a:spcBef>
              <a:spcAft>
                <a:spcPts val="0"/>
              </a:spcAft>
              <a:buClr>
                <a:schemeClr val="lt1"/>
              </a:buClr>
              <a:buSzPts val="2000"/>
              <a:buFont typeface="Lexend"/>
              <a:buNone/>
              <a:defRPr sz="2000">
                <a:solidFill>
                  <a:schemeClr val="lt1"/>
                </a:solidFill>
                <a:latin typeface="Lexend"/>
                <a:ea typeface="Lexend"/>
                <a:cs typeface="Lexend"/>
                <a:sym typeface="Lexe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7 Practice - purple ">
  <p:cSld name="TITLE_AND_TWO_COLUMNS_1_1_5_1_3_1_1">
    <p:spTree>
      <p:nvGrpSpPr>
        <p:cNvPr id="648" name="Shape 648"/>
        <p:cNvGrpSpPr/>
        <p:nvPr/>
      </p:nvGrpSpPr>
      <p:grpSpPr>
        <a:xfrm>
          <a:off x="0" y="0"/>
          <a:ext cx="0" cy="0"/>
          <a:chOff x="0" y="0"/>
          <a:chExt cx="0" cy="0"/>
        </a:xfrm>
      </p:grpSpPr>
      <p:pic>
        <p:nvPicPr>
          <p:cNvPr id="649" name="Google Shape;649;p48"/>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50" name="Google Shape;650;p48"/>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48"/>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52" name="Google Shape;652;p48"/>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53" name="Google Shape;653;p48"/>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sp>
        <p:nvSpPr>
          <p:cNvPr id="654" name="Google Shape;654;p48"/>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55" name="Google Shape;655;p48"/>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A</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7 Practice - jade">
  <p:cSld name="TITLE_AND_TWO_COLUMNS_1_1_5_1_3_1_1_1_1">
    <p:spTree>
      <p:nvGrpSpPr>
        <p:cNvPr id="656" name="Shape 656"/>
        <p:cNvGrpSpPr/>
        <p:nvPr/>
      </p:nvGrpSpPr>
      <p:grpSpPr>
        <a:xfrm>
          <a:off x="0" y="0"/>
          <a:ext cx="0" cy="0"/>
          <a:chOff x="0" y="0"/>
          <a:chExt cx="0" cy="0"/>
        </a:xfrm>
      </p:grpSpPr>
      <p:pic>
        <p:nvPicPr>
          <p:cNvPr id="657" name="Google Shape;657;p49"/>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58" name="Google Shape;658;p49"/>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49"/>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60" name="Google Shape;660;p49"/>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Practice</a:t>
            </a:r>
            <a:endParaRPr b="1" sz="900">
              <a:solidFill>
                <a:srgbClr val="E6F2F2"/>
              </a:solidFill>
              <a:latin typeface="Lexend"/>
              <a:ea typeface="Lexend"/>
              <a:cs typeface="Lexend"/>
              <a:sym typeface="Lexend"/>
            </a:endParaRPr>
          </a:p>
        </p:txBody>
      </p:sp>
      <p:pic>
        <p:nvPicPr>
          <p:cNvPr id="661" name="Google Shape;661;p49"/>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62" name="Google Shape;662;p49"/>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63" name="Google Shape;663;p49"/>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B</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7 Practice - blue ">
  <p:cSld name="TITLE_AND_TWO_COLUMNS_1_1_5_1_3_1_2">
    <p:spTree>
      <p:nvGrpSpPr>
        <p:cNvPr id="664" name="Shape 664"/>
        <p:cNvGrpSpPr/>
        <p:nvPr/>
      </p:nvGrpSpPr>
      <p:grpSpPr>
        <a:xfrm>
          <a:off x="0" y="0"/>
          <a:ext cx="0" cy="0"/>
          <a:chOff x="0" y="0"/>
          <a:chExt cx="0" cy="0"/>
        </a:xfrm>
      </p:grpSpPr>
      <p:pic>
        <p:nvPicPr>
          <p:cNvPr id="665" name="Google Shape;665;p50"/>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66" name="Google Shape;666;p50"/>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50"/>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68" name="Google Shape;668;p50"/>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BEDFE"/>
                </a:solidFill>
                <a:latin typeface="Lexend"/>
                <a:ea typeface="Lexend"/>
                <a:cs typeface="Lexend"/>
                <a:sym typeface="Lexend"/>
              </a:rPr>
              <a:t>Practice</a:t>
            </a:r>
            <a:endParaRPr b="1" sz="900">
              <a:solidFill>
                <a:srgbClr val="EBEDFE"/>
              </a:solidFill>
              <a:latin typeface="Lexend"/>
              <a:ea typeface="Lexend"/>
              <a:cs typeface="Lexend"/>
              <a:sym typeface="Lexend"/>
            </a:endParaRPr>
          </a:p>
        </p:txBody>
      </p:sp>
      <p:pic>
        <p:nvPicPr>
          <p:cNvPr id="669" name="Google Shape;669;p50"/>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70" name="Google Shape;670;p50"/>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71" name="Google Shape;671;p50"/>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C</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7 Practice - pink">
  <p:cSld name="TITLE_AND_TWO_COLUMNS_1_1_5_1_3_1_1_1_1_1">
    <p:spTree>
      <p:nvGrpSpPr>
        <p:cNvPr id="672" name="Shape 672"/>
        <p:cNvGrpSpPr/>
        <p:nvPr/>
      </p:nvGrpSpPr>
      <p:grpSpPr>
        <a:xfrm>
          <a:off x="0" y="0"/>
          <a:ext cx="0" cy="0"/>
          <a:chOff x="0" y="0"/>
          <a:chExt cx="0" cy="0"/>
        </a:xfrm>
      </p:grpSpPr>
      <p:pic>
        <p:nvPicPr>
          <p:cNvPr id="673" name="Google Shape;673;p51"/>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74" name="Google Shape;674;p51"/>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51"/>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76" name="Google Shape;676;p51"/>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Practice</a:t>
            </a:r>
            <a:endParaRPr b="1" sz="900">
              <a:solidFill>
                <a:srgbClr val="FAEAF6"/>
              </a:solidFill>
              <a:latin typeface="Lexend"/>
              <a:ea typeface="Lexend"/>
              <a:cs typeface="Lexend"/>
              <a:sym typeface="Lexend"/>
            </a:endParaRPr>
          </a:p>
        </p:txBody>
      </p:sp>
      <p:pic>
        <p:nvPicPr>
          <p:cNvPr id="677" name="Google Shape;677;p51"/>
          <p:cNvPicPr preferRelativeResize="0"/>
          <p:nvPr/>
        </p:nvPicPr>
        <p:blipFill rotWithShape="1">
          <a:blip r:embed="rId3">
            <a:alphaModFix/>
          </a:blip>
          <a:srcRect b="0" l="0" r="0" t="0"/>
          <a:stretch/>
        </p:blipFill>
        <p:spPr>
          <a:xfrm>
            <a:off x="8517493" y="-11474"/>
            <a:ext cx="499700" cy="499700"/>
          </a:xfrm>
          <a:prstGeom prst="rect">
            <a:avLst/>
          </a:prstGeom>
          <a:noFill/>
          <a:ln>
            <a:noFill/>
          </a:ln>
        </p:spPr>
      </p:pic>
      <p:sp>
        <p:nvSpPr>
          <p:cNvPr id="678" name="Google Shape;678;p51"/>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79" name="Google Shape;679;p51"/>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D</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08 Feedback - purple">
  <p:cSld name="TITLE_AND_TWO_COLUMNS_1_1_5_1_3_1_1_1">
    <p:bg>
      <p:bgPr>
        <a:solidFill>
          <a:srgbClr val="F3EEFB"/>
        </a:solidFill>
      </p:bgPr>
    </p:bg>
    <p:spTree>
      <p:nvGrpSpPr>
        <p:cNvPr id="680" name="Shape 680"/>
        <p:cNvGrpSpPr/>
        <p:nvPr/>
      </p:nvGrpSpPr>
      <p:grpSpPr>
        <a:xfrm>
          <a:off x="0" y="0"/>
          <a:ext cx="0" cy="0"/>
          <a:chOff x="0" y="0"/>
          <a:chExt cx="0" cy="0"/>
        </a:xfrm>
      </p:grpSpPr>
      <p:pic>
        <p:nvPicPr>
          <p:cNvPr id="681" name="Google Shape;681;p52"/>
          <p:cNvPicPr preferRelativeResize="0"/>
          <p:nvPr/>
        </p:nvPicPr>
        <p:blipFill>
          <a:blip r:embed="rId2">
            <a:alphaModFix/>
          </a:blip>
          <a:stretch>
            <a:fillRect/>
          </a:stretch>
        </p:blipFill>
        <p:spPr>
          <a:xfrm>
            <a:off x="0" y="532525"/>
            <a:ext cx="9151202" cy="116709"/>
          </a:xfrm>
          <a:prstGeom prst="rect">
            <a:avLst/>
          </a:prstGeom>
          <a:noFill/>
          <a:ln>
            <a:noFill/>
          </a:ln>
        </p:spPr>
      </p:pic>
      <p:sp>
        <p:nvSpPr>
          <p:cNvPr id="682" name="Google Shape;682;p52"/>
          <p:cNvSpPr/>
          <p:nvPr/>
        </p:nvSpPr>
        <p:spPr>
          <a:xfrm>
            <a:off x="-1" y="-2"/>
            <a:ext cx="9144300" cy="540300"/>
          </a:xfrm>
          <a:prstGeom prst="rect">
            <a:avLst/>
          </a:prstGeom>
          <a:solidFill>
            <a:schemeClr val="accent4"/>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5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pic>
        <p:nvPicPr>
          <p:cNvPr id="684" name="Google Shape;684;p52"/>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85" name="Google Shape;685;p52"/>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3EEFB"/>
                </a:solidFill>
                <a:latin typeface="Lexend"/>
                <a:ea typeface="Lexend"/>
                <a:cs typeface="Lexend"/>
                <a:sym typeface="Lexend"/>
              </a:rPr>
              <a:t>Feedback</a:t>
            </a:r>
            <a:endParaRPr b="1" sz="900">
              <a:solidFill>
                <a:srgbClr val="F3EEFB"/>
              </a:solidFill>
              <a:latin typeface="Lexend"/>
              <a:ea typeface="Lexend"/>
              <a:cs typeface="Lexend"/>
              <a:sym typeface="Lexend"/>
            </a:endParaRPr>
          </a:p>
        </p:txBody>
      </p:sp>
      <p:sp>
        <p:nvSpPr>
          <p:cNvPr id="686" name="Google Shape;686;p52"/>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87" name="Google Shape;687;p52"/>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A</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08 Feedback - jade">
  <p:cSld name="TITLE_AND_TWO_COLUMNS_1_1_5_1_3_1_1_1_1_2">
    <p:bg>
      <p:bgPr>
        <a:solidFill>
          <a:srgbClr val="E6F2F2"/>
        </a:solidFill>
      </p:bgPr>
    </p:bg>
    <p:spTree>
      <p:nvGrpSpPr>
        <p:cNvPr id="688" name="Shape 688"/>
        <p:cNvGrpSpPr/>
        <p:nvPr/>
      </p:nvGrpSpPr>
      <p:grpSpPr>
        <a:xfrm>
          <a:off x="0" y="0"/>
          <a:ext cx="0" cy="0"/>
          <a:chOff x="0" y="0"/>
          <a:chExt cx="0" cy="0"/>
        </a:xfrm>
      </p:grpSpPr>
      <p:pic>
        <p:nvPicPr>
          <p:cNvPr id="689" name="Google Shape;689;p53"/>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90" name="Google Shape;690;p53"/>
          <p:cNvSpPr/>
          <p:nvPr/>
        </p:nvSpPr>
        <p:spPr>
          <a:xfrm>
            <a:off x="-1" y="-2"/>
            <a:ext cx="9144300" cy="540300"/>
          </a:xfrm>
          <a:prstGeom prst="rect">
            <a:avLst/>
          </a:prstGeom>
          <a:solidFill>
            <a:schemeClr val="accent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53"/>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692" name="Google Shape;692;p53"/>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693" name="Google Shape;693;p53"/>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694" name="Google Shape;694;p53"/>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695" name="Google Shape;695;p53"/>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B</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08 Feedback - blue">
  <p:cSld name="TITLE_AND_TWO_COLUMNS_1_1_5_1_3_1_2_1">
    <p:bg>
      <p:bgPr>
        <a:solidFill>
          <a:srgbClr val="EBEDFE"/>
        </a:solidFill>
      </p:bgPr>
    </p:bg>
    <p:spTree>
      <p:nvGrpSpPr>
        <p:cNvPr id="696" name="Shape 696"/>
        <p:cNvGrpSpPr/>
        <p:nvPr/>
      </p:nvGrpSpPr>
      <p:grpSpPr>
        <a:xfrm>
          <a:off x="0" y="0"/>
          <a:ext cx="0" cy="0"/>
          <a:chOff x="0" y="0"/>
          <a:chExt cx="0" cy="0"/>
        </a:xfrm>
      </p:grpSpPr>
      <p:pic>
        <p:nvPicPr>
          <p:cNvPr id="697" name="Google Shape;697;p54"/>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698" name="Google Shape;698;p54"/>
          <p:cNvSpPr/>
          <p:nvPr/>
        </p:nvSpPr>
        <p:spPr>
          <a:xfrm>
            <a:off x="-1" y="-2"/>
            <a:ext cx="9144300" cy="540300"/>
          </a:xfrm>
          <a:prstGeom prst="rect">
            <a:avLst/>
          </a:prstGeom>
          <a:solidFill>
            <a:schemeClr val="accen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5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00" name="Google Shape;700;p54"/>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E6F2F2"/>
                </a:solidFill>
                <a:latin typeface="Lexend"/>
                <a:ea typeface="Lexend"/>
                <a:cs typeface="Lexend"/>
                <a:sym typeface="Lexend"/>
              </a:rPr>
              <a:t>Feedback</a:t>
            </a:r>
            <a:endParaRPr b="1" sz="900">
              <a:solidFill>
                <a:srgbClr val="E6F2F2"/>
              </a:solidFill>
              <a:latin typeface="Lexend"/>
              <a:ea typeface="Lexend"/>
              <a:cs typeface="Lexend"/>
              <a:sym typeface="Lexend"/>
            </a:endParaRPr>
          </a:p>
        </p:txBody>
      </p:sp>
      <p:pic>
        <p:nvPicPr>
          <p:cNvPr id="701" name="Google Shape;701;p54"/>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02" name="Google Shape;702;p54"/>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
        <p:nvSpPr>
          <p:cNvPr id="703" name="Google Shape;703;p54"/>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rgbClr val="FFFFFF"/>
                </a:solidFill>
                <a:latin typeface="Lexend"/>
                <a:ea typeface="Lexend"/>
                <a:cs typeface="Lexend"/>
                <a:sym typeface="Lexend"/>
              </a:rPr>
              <a:t>Task C</a:t>
            </a:r>
            <a:endParaRPr b="1" sz="2000">
              <a:solidFill>
                <a:srgbClr val="FFFFFF"/>
              </a:solidFill>
              <a:latin typeface="Lexend"/>
              <a:ea typeface="Lexend"/>
              <a:cs typeface="Lexend"/>
              <a:sym typeface="Lexend"/>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08 Feedback - pink">
  <p:cSld name="TITLE_AND_TWO_COLUMNS_1_1_5_1_3_1_1_1_1_1_1">
    <p:bg>
      <p:bgPr>
        <a:solidFill>
          <a:srgbClr val="FAEAF6"/>
        </a:solidFill>
      </p:bgPr>
    </p:bg>
    <p:spTree>
      <p:nvGrpSpPr>
        <p:cNvPr id="704" name="Shape 704"/>
        <p:cNvGrpSpPr/>
        <p:nvPr/>
      </p:nvGrpSpPr>
      <p:grpSpPr>
        <a:xfrm>
          <a:off x="0" y="0"/>
          <a:ext cx="0" cy="0"/>
          <a:chOff x="0" y="0"/>
          <a:chExt cx="0" cy="0"/>
        </a:xfrm>
      </p:grpSpPr>
      <p:pic>
        <p:nvPicPr>
          <p:cNvPr id="705" name="Google Shape;705;p55"/>
          <p:cNvPicPr preferRelativeResize="0"/>
          <p:nvPr/>
        </p:nvPicPr>
        <p:blipFill rotWithShape="1">
          <a:blip r:embed="rId2">
            <a:alphaModFix/>
          </a:blip>
          <a:srcRect b="1672" l="0" r="0" t="1662"/>
          <a:stretch/>
        </p:blipFill>
        <p:spPr>
          <a:xfrm>
            <a:off x="0" y="532525"/>
            <a:ext cx="9151202" cy="116709"/>
          </a:xfrm>
          <a:prstGeom prst="rect">
            <a:avLst/>
          </a:prstGeom>
          <a:noFill/>
          <a:ln>
            <a:noFill/>
          </a:ln>
        </p:spPr>
      </p:pic>
      <p:sp>
        <p:nvSpPr>
          <p:cNvPr id="706" name="Google Shape;706;p55"/>
          <p:cNvSpPr/>
          <p:nvPr/>
        </p:nvSpPr>
        <p:spPr>
          <a:xfrm>
            <a:off x="0" y="1"/>
            <a:ext cx="9144300" cy="540300"/>
          </a:xfrm>
          <a:prstGeom prst="rect">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7" name="Google Shape;707;p5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08" name="Google Shape;708;p55"/>
          <p:cNvSpPr txBox="1"/>
          <p:nvPr/>
        </p:nvSpPr>
        <p:spPr>
          <a:xfrm>
            <a:off x="8476560" y="438750"/>
            <a:ext cx="603900" cy="138600"/>
          </a:xfrm>
          <a:prstGeom prst="rect">
            <a:avLst/>
          </a:prstGeom>
          <a:noFill/>
          <a:ln>
            <a:noFill/>
          </a:ln>
        </p:spPr>
        <p:txBody>
          <a:bodyPr anchorCtr="0" anchor="t" bIns="0" lIns="0" spcFirstLastPara="1" rIns="0" wrap="square" tIns="0">
            <a:spAutoFit/>
          </a:bodyPr>
          <a:lstStyle/>
          <a:p>
            <a:pPr indent="0" lvl="0" marL="0" rtl="0" algn="ctr">
              <a:spcBef>
                <a:spcPts val="0"/>
              </a:spcBef>
              <a:spcAft>
                <a:spcPts val="0"/>
              </a:spcAft>
              <a:buNone/>
            </a:pPr>
            <a:r>
              <a:rPr b="1" lang="en-GB" sz="900">
                <a:solidFill>
                  <a:srgbClr val="FAEAF6"/>
                </a:solidFill>
                <a:latin typeface="Lexend"/>
                <a:ea typeface="Lexend"/>
                <a:cs typeface="Lexend"/>
                <a:sym typeface="Lexend"/>
              </a:rPr>
              <a:t>Feedback</a:t>
            </a:r>
            <a:endParaRPr b="1" sz="900">
              <a:solidFill>
                <a:srgbClr val="FAEAF6"/>
              </a:solidFill>
              <a:latin typeface="Lexend"/>
              <a:ea typeface="Lexend"/>
              <a:cs typeface="Lexend"/>
              <a:sym typeface="Lexend"/>
            </a:endParaRPr>
          </a:p>
        </p:txBody>
      </p:sp>
      <p:pic>
        <p:nvPicPr>
          <p:cNvPr id="709" name="Google Shape;709;p55"/>
          <p:cNvPicPr preferRelativeResize="0"/>
          <p:nvPr/>
        </p:nvPicPr>
        <p:blipFill rotWithShape="1">
          <a:blip r:embed="rId3">
            <a:alphaModFix/>
          </a:blip>
          <a:srcRect b="0" l="0" r="0" t="0"/>
          <a:stretch/>
        </p:blipFill>
        <p:spPr>
          <a:xfrm>
            <a:off x="8528585" y="-11474"/>
            <a:ext cx="499700" cy="499700"/>
          </a:xfrm>
          <a:prstGeom prst="rect">
            <a:avLst/>
          </a:prstGeom>
          <a:noFill/>
          <a:ln>
            <a:noFill/>
          </a:ln>
        </p:spPr>
      </p:pic>
      <p:sp>
        <p:nvSpPr>
          <p:cNvPr id="710" name="Google Shape;710;p55"/>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lnSpc>
                <a:spcPct val="100000"/>
              </a:lnSpc>
              <a:spcBef>
                <a:spcPts val="0"/>
              </a:spcBef>
              <a:spcAft>
                <a:spcPts val="0"/>
              </a:spcAft>
              <a:buNone/>
            </a:pPr>
            <a:r>
              <a:rPr b="1" lang="en-GB" sz="2000">
                <a:solidFill>
                  <a:schemeClr val="lt1"/>
                </a:solidFill>
                <a:latin typeface="Lexend"/>
                <a:ea typeface="Lexend"/>
                <a:cs typeface="Lexend"/>
                <a:sym typeface="Lexend"/>
              </a:rPr>
              <a:t>Task D</a:t>
            </a:r>
            <a:endParaRPr b="1" sz="2000">
              <a:solidFill>
                <a:schemeClr val="lt1"/>
              </a:solidFill>
              <a:latin typeface="Lexend"/>
              <a:ea typeface="Lexend"/>
              <a:cs typeface="Lexend"/>
              <a:sym typeface="Lexend"/>
            </a:endParaRPr>
          </a:p>
        </p:txBody>
      </p:sp>
      <p:sp>
        <p:nvSpPr>
          <p:cNvPr id="711" name="Google Shape;711;p55"/>
          <p:cNvSpPr txBox="1"/>
          <p:nvPr>
            <p:ph type="title"/>
          </p:nvPr>
        </p:nvSpPr>
        <p:spPr>
          <a:xfrm>
            <a:off x="1479300" y="39650"/>
            <a:ext cx="68553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Clr>
                <a:schemeClr val="lt1"/>
              </a:buClr>
              <a:buSzPts val="1800"/>
              <a:buNone/>
              <a:defRPr b="0" sz="1800">
                <a:solidFill>
                  <a:schemeClr val="lt1"/>
                </a:solidFill>
              </a:defRPr>
            </a:lvl1pPr>
            <a:lvl2pPr lvl="1" rtl="0">
              <a:lnSpc>
                <a:spcPct val="100000"/>
              </a:lnSpc>
              <a:spcBef>
                <a:spcPts val="0"/>
              </a:spcBef>
              <a:spcAft>
                <a:spcPts val="0"/>
              </a:spcAft>
              <a:buClr>
                <a:schemeClr val="lt1"/>
              </a:buClr>
              <a:buSzPts val="1800"/>
              <a:buNone/>
              <a:defRPr sz="1800">
                <a:solidFill>
                  <a:schemeClr val="lt1"/>
                </a:solidFill>
              </a:defRPr>
            </a:lvl2pPr>
            <a:lvl3pPr lvl="2" rtl="0">
              <a:lnSpc>
                <a:spcPct val="100000"/>
              </a:lnSpc>
              <a:spcBef>
                <a:spcPts val="0"/>
              </a:spcBef>
              <a:spcAft>
                <a:spcPts val="0"/>
              </a:spcAft>
              <a:buClr>
                <a:schemeClr val="lt1"/>
              </a:buClr>
              <a:buSzPts val="1800"/>
              <a:buNone/>
              <a:defRPr sz="1800">
                <a:solidFill>
                  <a:schemeClr val="lt1"/>
                </a:solidFill>
              </a:defRPr>
            </a:lvl3pPr>
            <a:lvl4pPr lvl="3" rtl="0">
              <a:lnSpc>
                <a:spcPct val="100000"/>
              </a:lnSpc>
              <a:spcBef>
                <a:spcPts val="0"/>
              </a:spcBef>
              <a:spcAft>
                <a:spcPts val="0"/>
              </a:spcAft>
              <a:buClr>
                <a:schemeClr val="lt1"/>
              </a:buClr>
              <a:buSzPts val="1800"/>
              <a:buNone/>
              <a:defRPr sz="1800">
                <a:solidFill>
                  <a:schemeClr val="lt1"/>
                </a:solidFill>
              </a:defRPr>
            </a:lvl4pPr>
            <a:lvl5pPr lvl="4" rtl="0">
              <a:lnSpc>
                <a:spcPct val="100000"/>
              </a:lnSpc>
              <a:spcBef>
                <a:spcPts val="0"/>
              </a:spcBef>
              <a:spcAft>
                <a:spcPts val="0"/>
              </a:spcAft>
              <a:buClr>
                <a:schemeClr val="lt1"/>
              </a:buClr>
              <a:buSzPts val="1800"/>
              <a:buNone/>
              <a:defRPr sz="1800">
                <a:solidFill>
                  <a:schemeClr val="lt1"/>
                </a:solidFill>
              </a:defRPr>
            </a:lvl5pPr>
            <a:lvl6pPr lvl="5" rtl="0">
              <a:lnSpc>
                <a:spcPct val="100000"/>
              </a:lnSpc>
              <a:spcBef>
                <a:spcPts val="0"/>
              </a:spcBef>
              <a:spcAft>
                <a:spcPts val="0"/>
              </a:spcAft>
              <a:buClr>
                <a:schemeClr val="lt1"/>
              </a:buClr>
              <a:buSzPts val="1800"/>
              <a:buNone/>
              <a:defRPr sz="1800">
                <a:solidFill>
                  <a:schemeClr val="lt1"/>
                </a:solidFill>
              </a:defRPr>
            </a:lvl6pPr>
            <a:lvl7pPr lvl="6" rtl="0">
              <a:lnSpc>
                <a:spcPct val="100000"/>
              </a:lnSpc>
              <a:spcBef>
                <a:spcPts val="0"/>
              </a:spcBef>
              <a:spcAft>
                <a:spcPts val="0"/>
              </a:spcAft>
              <a:buClr>
                <a:schemeClr val="lt1"/>
              </a:buClr>
              <a:buSzPts val="1800"/>
              <a:buNone/>
              <a:defRPr sz="1800">
                <a:solidFill>
                  <a:schemeClr val="lt1"/>
                </a:solidFill>
              </a:defRPr>
            </a:lvl7pPr>
            <a:lvl8pPr lvl="7" rtl="0">
              <a:lnSpc>
                <a:spcPct val="100000"/>
              </a:lnSpc>
              <a:spcBef>
                <a:spcPts val="0"/>
              </a:spcBef>
              <a:spcAft>
                <a:spcPts val="0"/>
              </a:spcAft>
              <a:buClr>
                <a:schemeClr val="lt1"/>
              </a:buClr>
              <a:buSzPts val="1800"/>
              <a:buNone/>
              <a:defRPr sz="1800">
                <a:solidFill>
                  <a:schemeClr val="lt1"/>
                </a:solidFill>
              </a:defRPr>
            </a:lvl8pPr>
            <a:lvl9pPr lvl="8" rtl="0">
              <a:lnSpc>
                <a:spcPct val="100000"/>
              </a:lnSpc>
              <a:spcBef>
                <a:spcPts val="0"/>
              </a:spcBef>
              <a:spcAft>
                <a:spcPts val="0"/>
              </a:spcAft>
              <a:buClr>
                <a:schemeClr val="lt1"/>
              </a:buClr>
              <a:buSzPts val="1800"/>
              <a:buNone/>
              <a:defRPr sz="1800">
                <a:solidFill>
                  <a:schemeClr val="lt1"/>
                </a:solidFill>
              </a:defRPr>
            </a:lvl9pPr>
          </a:lstStyle>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1">
  <p:cSld name="TITLE_AND_TWO_COLUMNS_1_1_5_1_2_1_1">
    <p:spTree>
      <p:nvGrpSpPr>
        <p:cNvPr id="712" name="Shape 712"/>
        <p:cNvGrpSpPr/>
        <p:nvPr/>
      </p:nvGrpSpPr>
      <p:grpSpPr>
        <a:xfrm>
          <a:off x="0" y="0"/>
          <a:ext cx="0" cy="0"/>
          <a:chOff x="0" y="0"/>
          <a:chExt cx="0" cy="0"/>
        </a:xfrm>
      </p:grpSpPr>
      <p:sp>
        <p:nvSpPr>
          <p:cNvPr id="713" name="Google Shape;713;p56"/>
          <p:cNvSpPr/>
          <p:nvPr/>
        </p:nvSpPr>
        <p:spPr>
          <a:xfrm>
            <a:off x="0" y="0"/>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14" name="Google Shape;714;p56"/>
          <p:cNvPicPr preferRelativeResize="0"/>
          <p:nvPr/>
        </p:nvPicPr>
        <p:blipFill rotWithShape="1">
          <a:blip r:embed="rId2">
            <a:alphaModFix/>
          </a:blip>
          <a:srcRect b="1709" l="0" r="0" t="1699"/>
          <a:stretch/>
        </p:blipFill>
        <p:spPr>
          <a:xfrm>
            <a:off x="0" y="535825"/>
            <a:ext cx="9151202" cy="116709"/>
          </a:xfrm>
          <a:prstGeom prst="rect">
            <a:avLst/>
          </a:prstGeom>
          <a:noFill/>
          <a:ln>
            <a:noFill/>
          </a:ln>
        </p:spPr>
      </p:pic>
      <p:sp>
        <p:nvSpPr>
          <p:cNvPr id="715" name="Google Shape;715;p56"/>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16" name="Google Shape;716;p56"/>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717" name="Google Shape;717;p56"/>
          <p:cNvSpPr txBox="1"/>
          <p:nvPr>
            <p:ph type="title"/>
          </p:nvPr>
        </p:nvSpPr>
        <p:spPr>
          <a:xfrm>
            <a:off x="1684800" y="43825"/>
            <a:ext cx="57414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SzPts val="2000"/>
              <a:buFont typeface="Lexend"/>
              <a:buNone/>
              <a:defRPr b="0" sz="2000">
                <a:latin typeface="Lexend"/>
                <a:ea typeface="Lexend"/>
                <a:cs typeface="Lexend"/>
                <a:sym typeface="Lexend"/>
              </a:defRPr>
            </a:lvl1pPr>
            <a:lvl2pPr lvl="1" rtl="0">
              <a:lnSpc>
                <a:spcPct val="100000"/>
              </a:lnSpc>
              <a:spcBef>
                <a:spcPts val="0"/>
              </a:spcBef>
              <a:spcAft>
                <a:spcPts val="0"/>
              </a:spcAft>
              <a:buSzPts val="2000"/>
              <a:buNone/>
              <a:defRPr sz="2000"/>
            </a:lvl2pPr>
            <a:lvl3pPr lvl="2" rtl="0">
              <a:lnSpc>
                <a:spcPct val="100000"/>
              </a:lnSpc>
              <a:spcBef>
                <a:spcPts val="0"/>
              </a:spcBef>
              <a:spcAft>
                <a:spcPts val="0"/>
              </a:spcAft>
              <a:buSzPts val="2000"/>
              <a:buNone/>
              <a:defRPr sz="2000"/>
            </a:lvl3pPr>
            <a:lvl4pPr lvl="3" rtl="0">
              <a:lnSpc>
                <a:spcPct val="100000"/>
              </a:lnSpc>
              <a:spcBef>
                <a:spcPts val="0"/>
              </a:spcBef>
              <a:spcAft>
                <a:spcPts val="0"/>
              </a:spcAft>
              <a:buSzPts val="2000"/>
              <a:buNone/>
              <a:defRPr sz="2000"/>
            </a:lvl4pPr>
            <a:lvl5pPr lvl="4" rtl="0">
              <a:lnSpc>
                <a:spcPct val="100000"/>
              </a:lnSpc>
              <a:spcBef>
                <a:spcPts val="0"/>
              </a:spcBef>
              <a:spcAft>
                <a:spcPts val="0"/>
              </a:spcAft>
              <a:buSzPts val="2000"/>
              <a:buNone/>
              <a:defRPr sz="2000"/>
            </a:lvl5pPr>
            <a:lvl6pPr lvl="5" rtl="0">
              <a:lnSpc>
                <a:spcPct val="100000"/>
              </a:lnSpc>
              <a:spcBef>
                <a:spcPts val="0"/>
              </a:spcBef>
              <a:spcAft>
                <a:spcPts val="0"/>
              </a:spcAft>
              <a:buSzPts val="2000"/>
              <a:buNone/>
              <a:defRPr sz="2000"/>
            </a:lvl6pPr>
            <a:lvl7pPr lvl="6" rtl="0">
              <a:lnSpc>
                <a:spcPct val="100000"/>
              </a:lnSpc>
              <a:spcBef>
                <a:spcPts val="0"/>
              </a:spcBef>
              <a:spcAft>
                <a:spcPts val="0"/>
              </a:spcAft>
              <a:buSzPts val="2000"/>
              <a:buNone/>
              <a:defRPr sz="2000"/>
            </a:lvl7pPr>
            <a:lvl8pPr lvl="7" rtl="0">
              <a:lnSpc>
                <a:spcPct val="100000"/>
              </a:lnSpc>
              <a:spcBef>
                <a:spcPts val="0"/>
              </a:spcBef>
              <a:spcAft>
                <a:spcPts val="0"/>
              </a:spcAft>
              <a:buSzPts val="2000"/>
              <a:buNone/>
              <a:defRPr sz="2000"/>
            </a:lvl8pPr>
            <a:lvl9pPr lvl="8" rtl="0">
              <a:lnSpc>
                <a:spcPct val="100000"/>
              </a:lnSpc>
              <a:spcBef>
                <a:spcPts val="0"/>
              </a:spcBef>
              <a:spcAft>
                <a:spcPts val="0"/>
              </a:spcAft>
              <a:buSzPts val="2000"/>
              <a:buNone/>
              <a:defRPr sz="2000"/>
            </a:lvl9pPr>
          </a:lstStyle>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6 Summary 2">
  <p:cSld name="TITLE_AND_TWO_COLUMNS_1_1_5_1_2">
    <p:spTree>
      <p:nvGrpSpPr>
        <p:cNvPr id="718" name="Shape 718"/>
        <p:cNvGrpSpPr/>
        <p:nvPr/>
      </p:nvGrpSpPr>
      <p:grpSpPr>
        <a:xfrm>
          <a:off x="0" y="0"/>
          <a:ext cx="0" cy="0"/>
          <a:chOff x="0" y="0"/>
          <a:chExt cx="0" cy="0"/>
        </a:xfrm>
      </p:grpSpPr>
      <p:sp>
        <p:nvSpPr>
          <p:cNvPr id="719" name="Google Shape;719;p57"/>
          <p:cNvSpPr/>
          <p:nvPr/>
        </p:nvSpPr>
        <p:spPr>
          <a:xfrm>
            <a:off x="0" y="0"/>
            <a:ext cx="9144300" cy="7731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20" name="Google Shape;720;p57"/>
          <p:cNvPicPr preferRelativeResize="0"/>
          <p:nvPr/>
        </p:nvPicPr>
        <p:blipFill rotWithShape="1">
          <a:blip r:embed="rId2">
            <a:alphaModFix/>
          </a:blip>
          <a:srcRect b="1709" l="0" r="0" t="1699"/>
          <a:stretch/>
        </p:blipFill>
        <p:spPr>
          <a:xfrm>
            <a:off x="0" y="769550"/>
            <a:ext cx="9151202" cy="116709"/>
          </a:xfrm>
          <a:prstGeom prst="rect">
            <a:avLst/>
          </a:prstGeom>
          <a:noFill/>
          <a:ln>
            <a:noFill/>
          </a:ln>
        </p:spPr>
      </p:pic>
      <p:sp>
        <p:nvSpPr>
          <p:cNvPr id="721" name="Google Shape;721;p57"/>
          <p:cNvSpPr txBox="1"/>
          <p:nvPr>
            <p:ph idx="1" type="body"/>
          </p:nvPr>
        </p:nvSpPr>
        <p:spPr>
          <a:xfrm>
            <a:off x="324000" y="1080000"/>
            <a:ext cx="8113800" cy="3740400"/>
          </a:xfrm>
          <a:prstGeom prst="rect">
            <a:avLst/>
          </a:prstGeom>
        </p:spPr>
        <p:txBody>
          <a:bodyPr anchorCtr="0" anchor="t" bIns="0" lIns="0" spcFirstLastPara="1" rIns="0" wrap="square" tIns="0">
            <a:noAutofit/>
          </a:bodyPr>
          <a:lstStyle>
            <a:lvl1pPr indent="-368300" lvl="0" marL="457200" rtl="0">
              <a:lnSpc>
                <a:spcPct val="115000"/>
              </a:lnSpc>
              <a:spcBef>
                <a:spcPts val="0"/>
              </a:spcBef>
              <a:spcAft>
                <a:spcPts val="0"/>
              </a:spcAft>
              <a:buSzPts val="2200"/>
              <a:buFont typeface="Lexend"/>
              <a:buChar char="●"/>
              <a:defRPr sz="2200">
                <a:latin typeface="Lexend"/>
                <a:ea typeface="Lexend"/>
                <a:cs typeface="Lexend"/>
                <a:sym typeface="Lexend"/>
              </a:defRPr>
            </a:lvl1pPr>
            <a:lvl2pPr indent="-368300" lvl="1" marL="914400" rtl="0">
              <a:spcBef>
                <a:spcPts val="1000"/>
              </a:spcBef>
              <a:spcAft>
                <a:spcPts val="0"/>
              </a:spcAft>
              <a:buSzPts val="2200"/>
              <a:buFont typeface="Lexend"/>
              <a:buChar char="–"/>
              <a:defRPr sz="2200">
                <a:latin typeface="Lexend"/>
                <a:ea typeface="Lexend"/>
                <a:cs typeface="Lexend"/>
                <a:sym typeface="Lexend"/>
              </a:defRPr>
            </a:lvl2pPr>
            <a:lvl3pPr indent="-355600" lvl="2" marL="1371600" rtl="0">
              <a:spcBef>
                <a:spcPts val="1000"/>
              </a:spcBef>
              <a:spcAft>
                <a:spcPts val="0"/>
              </a:spcAft>
              <a:buSzPts val="2000"/>
              <a:buFont typeface="Lexend"/>
              <a:buChar char="–"/>
              <a:defRPr>
                <a:latin typeface="Lexend"/>
                <a:ea typeface="Lexend"/>
                <a:cs typeface="Lexend"/>
                <a:sym typeface="Lexend"/>
              </a:defRPr>
            </a:lvl3pPr>
            <a:lvl4pPr indent="-368300" lvl="3" marL="1828800" rtl="0">
              <a:spcBef>
                <a:spcPts val="800"/>
              </a:spcBef>
              <a:spcAft>
                <a:spcPts val="0"/>
              </a:spcAft>
              <a:buSzPts val="2200"/>
              <a:buFont typeface="Lexend"/>
              <a:buChar char="–"/>
              <a:defRPr sz="2200">
                <a:latin typeface="Lexend"/>
                <a:ea typeface="Lexend"/>
                <a:cs typeface="Lexend"/>
                <a:sym typeface="Lexend"/>
              </a:defRPr>
            </a:lvl4pPr>
            <a:lvl5pPr indent="-342900" lvl="4" marL="2286000" rtl="0">
              <a:spcBef>
                <a:spcPts val="800"/>
              </a:spcBef>
              <a:spcAft>
                <a:spcPts val="0"/>
              </a:spcAft>
              <a:buSzPts val="1800"/>
              <a:buFont typeface="Lexend"/>
              <a:buChar char="–"/>
              <a:defRPr>
                <a:latin typeface="Lexend"/>
                <a:ea typeface="Lexend"/>
                <a:cs typeface="Lexend"/>
                <a:sym typeface="Lexend"/>
              </a:defRPr>
            </a:lvl5pPr>
            <a:lvl6pPr indent="-342900" lvl="5" marL="2743200" rtl="0">
              <a:spcBef>
                <a:spcPts val="600"/>
              </a:spcBef>
              <a:spcAft>
                <a:spcPts val="0"/>
              </a:spcAft>
              <a:buSzPts val="1800"/>
              <a:buFont typeface="Lexend"/>
              <a:buChar char="–"/>
              <a:defRPr sz="1800">
                <a:latin typeface="Lexend"/>
                <a:ea typeface="Lexend"/>
                <a:cs typeface="Lexend"/>
                <a:sym typeface="Lexend"/>
              </a:defRPr>
            </a:lvl6pPr>
            <a:lvl7pPr indent="-342900" lvl="6" marL="3200400" rtl="0">
              <a:spcBef>
                <a:spcPts val="600"/>
              </a:spcBef>
              <a:spcAft>
                <a:spcPts val="0"/>
              </a:spcAft>
              <a:buSzPts val="1800"/>
              <a:buFont typeface="Lexend"/>
              <a:buChar char="–"/>
              <a:defRPr>
                <a:latin typeface="Lexend"/>
                <a:ea typeface="Lexend"/>
                <a:cs typeface="Lexend"/>
                <a:sym typeface="Lexend"/>
              </a:defRPr>
            </a:lvl7pPr>
            <a:lvl8pPr indent="-342900" lvl="7" marL="3657600" rtl="0">
              <a:spcBef>
                <a:spcPts val="400"/>
              </a:spcBef>
              <a:spcAft>
                <a:spcPts val="0"/>
              </a:spcAft>
              <a:buSzPts val="1800"/>
              <a:buFont typeface="Lexend"/>
              <a:buChar char="–"/>
              <a:defRPr>
                <a:latin typeface="Lexend"/>
                <a:ea typeface="Lexend"/>
                <a:cs typeface="Lexend"/>
                <a:sym typeface="Lexend"/>
              </a:defRPr>
            </a:lvl8pPr>
            <a:lvl9pPr indent="-342900" lvl="8" marL="4114800" rtl="0">
              <a:spcBef>
                <a:spcPts val="400"/>
              </a:spcBef>
              <a:spcAft>
                <a:spcPts val="200"/>
              </a:spcAft>
              <a:buSzPts val="1800"/>
              <a:buFont typeface="Lexend"/>
              <a:buChar char="–"/>
              <a:defRPr>
                <a:latin typeface="Lexend"/>
                <a:ea typeface="Lexend"/>
                <a:cs typeface="Lexend"/>
                <a:sym typeface="Lexend"/>
              </a:defRPr>
            </a:lvl9pPr>
          </a:lstStyle>
          <a:p/>
        </p:txBody>
      </p:sp>
      <p:sp>
        <p:nvSpPr>
          <p:cNvPr id="722" name="Google Shape;722;p57"/>
          <p:cNvSpPr txBox="1"/>
          <p:nvPr/>
        </p:nvSpPr>
        <p:spPr>
          <a:xfrm>
            <a:off x="324000" y="43825"/>
            <a:ext cx="1316700" cy="382800"/>
          </a:xfrm>
          <a:prstGeom prst="rect">
            <a:avLst/>
          </a:prstGeom>
          <a:noFill/>
          <a:ln>
            <a:noFill/>
          </a:ln>
        </p:spPr>
        <p:txBody>
          <a:bodyPr anchorCtr="0" anchor="b" bIns="0" lIns="0" spcFirstLastPara="1" rIns="0" wrap="square" tIns="0">
            <a:noAutofit/>
          </a:bodyPr>
          <a:lstStyle/>
          <a:p>
            <a:pPr indent="0" lvl="0" marL="0" rtl="0" algn="l">
              <a:spcBef>
                <a:spcPts val="0"/>
              </a:spcBef>
              <a:spcAft>
                <a:spcPts val="0"/>
              </a:spcAft>
              <a:buNone/>
            </a:pPr>
            <a:r>
              <a:rPr b="1" lang="en-GB" sz="2000">
                <a:solidFill>
                  <a:schemeClr val="dk1"/>
                </a:solidFill>
                <a:latin typeface="Lexend"/>
                <a:ea typeface="Lexend"/>
                <a:cs typeface="Lexend"/>
                <a:sym typeface="Lexend"/>
              </a:rPr>
              <a:t>Summary</a:t>
            </a:r>
            <a:endParaRPr b="1" sz="2000">
              <a:solidFill>
                <a:schemeClr val="dk1"/>
              </a:solidFill>
              <a:latin typeface="Lexend"/>
              <a:ea typeface="Lexend"/>
              <a:cs typeface="Lexend"/>
              <a:sym typeface="Lexend"/>
            </a:endParaRPr>
          </a:p>
        </p:txBody>
      </p:sp>
      <p:sp>
        <p:nvSpPr>
          <p:cNvPr id="723" name="Google Shape;723;p57"/>
          <p:cNvSpPr txBox="1"/>
          <p:nvPr>
            <p:ph type="title"/>
          </p:nvPr>
        </p:nvSpPr>
        <p:spPr>
          <a:xfrm>
            <a:off x="1684800" y="43825"/>
            <a:ext cx="5741400" cy="382800"/>
          </a:xfrm>
          <a:prstGeom prst="rect">
            <a:avLst/>
          </a:prstGeom>
        </p:spPr>
        <p:txBody>
          <a:bodyPr anchorCtr="0" anchor="b" bIns="0" lIns="0" spcFirstLastPara="1" rIns="0" wrap="square" tIns="0">
            <a:noAutofit/>
          </a:bodyPr>
          <a:lstStyle>
            <a:lvl1pPr lvl="0" rtl="0">
              <a:lnSpc>
                <a:spcPct val="100000"/>
              </a:lnSpc>
              <a:spcBef>
                <a:spcPts val="0"/>
              </a:spcBef>
              <a:spcAft>
                <a:spcPts val="0"/>
              </a:spcAft>
              <a:buSzPts val="2000"/>
              <a:buFont typeface="Lexend"/>
              <a:buNone/>
              <a:defRPr b="0" sz="2000">
                <a:latin typeface="Lexend"/>
                <a:ea typeface="Lexend"/>
                <a:cs typeface="Lexend"/>
                <a:sym typeface="Lexend"/>
              </a:defRPr>
            </a:lvl1pPr>
            <a:lvl2pPr lvl="1" rtl="0">
              <a:lnSpc>
                <a:spcPct val="100000"/>
              </a:lnSpc>
              <a:spcBef>
                <a:spcPts val="0"/>
              </a:spcBef>
              <a:spcAft>
                <a:spcPts val="0"/>
              </a:spcAft>
              <a:buSzPts val="2000"/>
              <a:buNone/>
              <a:defRPr sz="2000"/>
            </a:lvl2pPr>
            <a:lvl3pPr lvl="2" rtl="0">
              <a:lnSpc>
                <a:spcPct val="100000"/>
              </a:lnSpc>
              <a:spcBef>
                <a:spcPts val="0"/>
              </a:spcBef>
              <a:spcAft>
                <a:spcPts val="0"/>
              </a:spcAft>
              <a:buSzPts val="2000"/>
              <a:buNone/>
              <a:defRPr sz="2000"/>
            </a:lvl3pPr>
            <a:lvl4pPr lvl="3" rtl="0">
              <a:lnSpc>
                <a:spcPct val="100000"/>
              </a:lnSpc>
              <a:spcBef>
                <a:spcPts val="0"/>
              </a:spcBef>
              <a:spcAft>
                <a:spcPts val="0"/>
              </a:spcAft>
              <a:buSzPts val="2000"/>
              <a:buNone/>
              <a:defRPr sz="2000"/>
            </a:lvl4pPr>
            <a:lvl5pPr lvl="4" rtl="0">
              <a:lnSpc>
                <a:spcPct val="100000"/>
              </a:lnSpc>
              <a:spcBef>
                <a:spcPts val="0"/>
              </a:spcBef>
              <a:spcAft>
                <a:spcPts val="0"/>
              </a:spcAft>
              <a:buSzPts val="2000"/>
              <a:buNone/>
              <a:defRPr sz="2000"/>
            </a:lvl5pPr>
            <a:lvl6pPr lvl="5" rtl="0">
              <a:lnSpc>
                <a:spcPct val="100000"/>
              </a:lnSpc>
              <a:spcBef>
                <a:spcPts val="0"/>
              </a:spcBef>
              <a:spcAft>
                <a:spcPts val="0"/>
              </a:spcAft>
              <a:buSzPts val="2000"/>
              <a:buNone/>
              <a:defRPr sz="2000"/>
            </a:lvl6pPr>
            <a:lvl7pPr lvl="6" rtl="0">
              <a:lnSpc>
                <a:spcPct val="100000"/>
              </a:lnSpc>
              <a:spcBef>
                <a:spcPts val="0"/>
              </a:spcBef>
              <a:spcAft>
                <a:spcPts val="0"/>
              </a:spcAft>
              <a:buSzPts val="2000"/>
              <a:buNone/>
              <a:defRPr sz="2000"/>
            </a:lvl7pPr>
            <a:lvl8pPr lvl="7" rtl="0">
              <a:lnSpc>
                <a:spcPct val="100000"/>
              </a:lnSpc>
              <a:spcBef>
                <a:spcPts val="0"/>
              </a:spcBef>
              <a:spcAft>
                <a:spcPts val="0"/>
              </a:spcAft>
              <a:buSzPts val="2000"/>
              <a:buNone/>
              <a:defRPr sz="2000"/>
            </a:lvl8pPr>
            <a:lvl9pPr lvl="8" rtl="0">
              <a:lnSpc>
                <a:spcPct val="100000"/>
              </a:lnSpc>
              <a:spcBef>
                <a:spcPts val="0"/>
              </a:spcBef>
              <a:spcAft>
                <a:spcPts val="0"/>
              </a:spcAft>
              <a:buSzPts val="2000"/>
              <a:buNone/>
              <a:defRPr sz="2000"/>
            </a:lvl9pPr>
          </a:lstStyle>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3 Projectable quiz" showMasterSp="0">
  <p:cSld name="Title Slide 3_1">
    <p:bg>
      <p:bgPr>
        <a:solidFill>
          <a:schemeClr val="lt1"/>
        </a:solidFill>
      </p:bgPr>
    </p:bg>
    <p:spTree>
      <p:nvGrpSpPr>
        <p:cNvPr id="724" name="Shape 724"/>
        <p:cNvGrpSpPr/>
        <p:nvPr/>
      </p:nvGrpSpPr>
      <p:grpSpPr>
        <a:xfrm>
          <a:off x="0" y="0"/>
          <a:ext cx="0" cy="0"/>
          <a:chOff x="0" y="0"/>
          <a:chExt cx="0" cy="0"/>
        </a:xfrm>
      </p:grpSpPr>
      <p:pic>
        <p:nvPicPr>
          <p:cNvPr id="725" name="Google Shape;725;p58"/>
          <p:cNvPicPr preferRelativeResize="0"/>
          <p:nvPr/>
        </p:nvPicPr>
        <p:blipFill>
          <a:blip r:embed="rId2">
            <a:alphaModFix/>
          </a:blip>
          <a:stretch>
            <a:fillRect/>
          </a:stretch>
        </p:blipFill>
        <p:spPr>
          <a:xfrm>
            <a:off x="8524129" y="4430050"/>
            <a:ext cx="234000" cy="318241"/>
          </a:xfrm>
          <a:prstGeom prst="rect">
            <a:avLst/>
          </a:prstGeom>
          <a:noFill/>
          <a:ln>
            <a:noFill/>
          </a:ln>
        </p:spPr>
      </p:pic>
      <p:sp>
        <p:nvSpPr>
          <p:cNvPr id="726" name="Google Shape;726;p58"/>
          <p:cNvSpPr txBox="1"/>
          <p:nvPr/>
        </p:nvSpPr>
        <p:spPr>
          <a:xfrm>
            <a:off x="1977450" y="3132468"/>
            <a:ext cx="5189100" cy="4311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1600">
                <a:solidFill>
                  <a:schemeClr val="dk1"/>
                </a:solidFill>
                <a:latin typeface="Lexend"/>
                <a:ea typeface="Lexend"/>
                <a:cs typeface="Lexend"/>
                <a:sym typeface="Lexend"/>
              </a:rPr>
              <a:t>Click to open the interactive quiz</a:t>
            </a:r>
            <a:endParaRPr sz="1600">
              <a:solidFill>
                <a:schemeClr val="dk1"/>
              </a:solidFill>
              <a:latin typeface="Lexend"/>
              <a:ea typeface="Lexend"/>
              <a:cs typeface="Lexend"/>
              <a:sym typeface="Lexend"/>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4 Items to copy-paste">
  <p:cSld name="CUSTOM_104_1_2_1_1">
    <p:spTree>
      <p:nvGrpSpPr>
        <p:cNvPr id="727" name="Shape 727"/>
        <p:cNvGrpSpPr/>
        <p:nvPr/>
      </p:nvGrpSpPr>
      <p:grpSpPr>
        <a:xfrm>
          <a:off x="0" y="0"/>
          <a:ext cx="0" cy="0"/>
          <a:chOff x="0" y="0"/>
          <a:chExt cx="0" cy="0"/>
        </a:xfrm>
      </p:grpSpPr>
      <p:sp>
        <p:nvSpPr>
          <p:cNvPr id="728" name="Google Shape;728;p59"/>
          <p:cNvSpPr/>
          <p:nvPr/>
        </p:nvSpPr>
        <p:spPr>
          <a:xfrm>
            <a:off x="3217188" y="4171902"/>
            <a:ext cx="5214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Tick</a:t>
            </a:r>
            <a:endParaRPr i="0" sz="1600" u="none" cap="none" strike="noStrike">
              <a:solidFill>
                <a:schemeClr val="dk1"/>
              </a:solidFill>
              <a:latin typeface="Lexend"/>
              <a:ea typeface="Lexend"/>
              <a:cs typeface="Lexend"/>
              <a:sym typeface="Lexend"/>
            </a:endParaRPr>
          </a:p>
        </p:txBody>
      </p:sp>
      <p:sp>
        <p:nvSpPr>
          <p:cNvPr id="729" name="Google Shape;729;p59"/>
          <p:cNvSpPr/>
          <p:nvPr/>
        </p:nvSpPr>
        <p:spPr>
          <a:xfrm>
            <a:off x="483925" y="193075"/>
            <a:ext cx="6671700" cy="3747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chemeClr val="dk1"/>
                </a:solidFill>
                <a:latin typeface="Lexend"/>
                <a:ea typeface="Lexend"/>
                <a:cs typeface="Lexend"/>
                <a:sym typeface="Lexend"/>
              </a:rPr>
              <a:t>Items to copy and paste</a:t>
            </a:r>
            <a:endParaRPr b="0" i="0" sz="2000" u="none" cap="none" strike="noStrike">
              <a:solidFill>
                <a:schemeClr val="dk1"/>
              </a:solidFill>
              <a:latin typeface="Calibri"/>
              <a:ea typeface="Calibri"/>
              <a:cs typeface="Calibri"/>
              <a:sym typeface="Calibri"/>
            </a:endParaRPr>
          </a:p>
        </p:txBody>
      </p:sp>
      <p:sp>
        <p:nvSpPr>
          <p:cNvPr id="730" name="Google Shape;730;p59"/>
          <p:cNvSpPr/>
          <p:nvPr/>
        </p:nvSpPr>
        <p:spPr>
          <a:xfrm>
            <a:off x="7459200" y="352650"/>
            <a:ext cx="1684800" cy="374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i="0" lang="en-GB" sz="1600" u="none" cap="none" strike="noStrike">
                <a:solidFill>
                  <a:schemeClr val="dk1"/>
                </a:solidFill>
                <a:latin typeface="Lexend"/>
                <a:ea typeface="Lexend"/>
                <a:cs typeface="Lexend"/>
                <a:sym typeface="Lexend"/>
              </a:rPr>
              <a:t>Video frame</a:t>
            </a:r>
            <a:endParaRPr i="0" sz="1600" u="none" cap="none" strike="noStrike">
              <a:solidFill>
                <a:schemeClr val="dk1"/>
              </a:solidFill>
              <a:latin typeface="Lexend"/>
              <a:ea typeface="Lexend"/>
              <a:cs typeface="Lexend"/>
              <a:sym typeface="Lexend"/>
            </a:endParaRPr>
          </a:p>
        </p:txBody>
      </p:sp>
      <p:sp>
        <p:nvSpPr>
          <p:cNvPr id="731" name="Google Shape;731;p59"/>
          <p:cNvSpPr/>
          <p:nvPr/>
        </p:nvSpPr>
        <p:spPr>
          <a:xfrm>
            <a:off x="628788" y="4171893"/>
            <a:ext cx="1579200" cy="263400"/>
          </a:xfrm>
          <a:prstGeom prst="rect">
            <a:avLst/>
          </a:prstGeom>
          <a:noFill/>
          <a:ln>
            <a:noFill/>
          </a:ln>
        </p:spPr>
        <p:txBody>
          <a:bodyPr anchorCtr="0" anchor="ctr" bIns="0" lIns="0" spcFirstLastPara="1" rIns="0" wrap="square" tIns="0">
            <a:noAutofit/>
          </a:bodyPr>
          <a:lstStyle/>
          <a:p>
            <a:pPr indent="0" lvl="0" marL="0" rtl="0" algn="ctr">
              <a:lnSpc>
                <a:spcPct val="115000"/>
              </a:lnSpc>
              <a:spcBef>
                <a:spcPts val="0"/>
              </a:spcBef>
              <a:spcAft>
                <a:spcPts val="0"/>
              </a:spcAft>
              <a:buNone/>
            </a:pPr>
            <a:r>
              <a:rPr lang="en-GB" sz="1600">
                <a:solidFill>
                  <a:schemeClr val="dk1"/>
                </a:solidFill>
                <a:latin typeface="Lexend"/>
                <a:ea typeface="Lexend"/>
                <a:cs typeface="Lexend"/>
                <a:sym typeface="Lexend"/>
              </a:rPr>
              <a:t>Agenda dot</a:t>
            </a:r>
            <a:endParaRPr sz="1600">
              <a:solidFill>
                <a:schemeClr val="dk1"/>
              </a:solidFill>
              <a:latin typeface="Lexend"/>
              <a:ea typeface="Lexend"/>
              <a:cs typeface="Lexend"/>
              <a:sym typeface="Lexend"/>
            </a:endParaRPr>
          </a:p>
        </p:txBody>
      </p:sp>
      <p:sp>
        <p:nvSpPr>
          <p:cNvPr id="732" name="Google Shape;732;p59"/>
          <p:cNvSpPr/>
          <p:nvPr/>
        </p:nvSpPr>
        <p:spPr>
          <a:xfrm>
            <a:off x="5891525" y="2313000"/>
            <a:ext cx="1796400" cy="3807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CfU option letters</a:t>
            </a:r>
            <a:endParaRPr i="0" sz="1600" u="none" cap="none" strike="noStrike">
              <a:solidFill>
                <a:schemeClr val="dk1"/>
              </a:solidFill>
              <a:latin typeface="Lexend"/>
              <a:ea typeface="Lexend"/>
              <a:cs typeface="Lexend"/>
              <a:sym typeface="Lexend"/>
            </a:endParaRPr>
          </a:p>
        </p:txBody>
      </p:sp>
      <p:sp>
        <p:nvSpPr>
          <p:cNvPr id="733" name="Google Shape;733;p59"/>
          <p:cNvSpPr/>
          <p:nvPr/>
        </p:nvSpPr>
        <p:spPr>
          <a:xfrm>
            <a:off x="933601" y="2371650"/>
            <a:ext cx="11799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audio</a:t>
            </a:r>
            <a:endParaRPr i="0" sz="1600" u="none" cap="none" strike="noStrike">
              <a:solidFill>
                <a:schemeClr val="dk1"/>
              </a:solidFill>
              <a:latin typeface="Lexend"/>
              <a:ea typeface="Lexend"/>
              <a:cs typeface="Lexend"/>
              <a:sym typeface="Lexend"/>
            </a:endParaRPr>
          </a:p>
        </p:txBody>
      </p:sp>
      <p:sp>
        <p:nvSpPr>
          <p:cNvPr id="734" name="Google Shape;734;p59"/>
          <p:cNvSpPr/>
          <p:nvPr/>
        </p:nvSpPr>
        <p:spPr>
          <a:xfrm>
            <a:off x="3444210" y="2377200"/>
            <a:ext cx="1116600" cy="2523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Play video</a:t>
            </a:r>
            <a:endParaRPr i="0" sz="1600" u="none" cap="none" strike="noStrike">
              <a:solidFill>
                <a:schemeClr val="dk1"/>
              </a:solidFill>
              <a:latin typeface="Lexend"/>
              <a:ea typeface="Lexend"/>
              <a:cs typeface="Lexend"/>
              <a:sym typeface="Lexend"/>
            </a:endParaRPr>
          </a:p>
        </p:txBody>
      </p:sp>
      <p:sp>
        <p:nvSpPr>
          <p:cNvPr id="735" name="Google Shape;735;p59"/>
          <p:cNvSpPr/>
          <p:nvPr/>
        </p:nvSpPr>
        <p:spPr>
          <a:xfrm>
            <a:off x="4747799" y="4171900"/>
            <a:ext cx="6942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Cross</a:t>
            </a:r>
            <a:endParaRPr i="0" sz="1600" u="none" cap="none" strike="noStrike">
              <a:solidFill>
                <a:schemeClr val="dk1"/>
              </a:solidFill>
              <a:latin typeface="Lexend"/>
              <a:ea typeface="Lexend"/>
              <a:cs typeface="Lexend"/>
              <a:sym typeface="Lexend"/>
            </a:endParaRPr>
          </a:p>
        </p:txBody>
      </p:sp>
      <p:sp>
        <p:nvSpPr>
          <p:cNvPr id="736" name="Google Shape;736;p59"/>
          <p:cNvSpPr/>
          <p:nvPr/>
        </p:nvSpPr>
        <p:spPr>
          <a:xfrm>
            <a:off x="6451200" y="4171900"/>
            <a:ext cx="1421700" cy="263400"/>
          </a:xfrm>
          <a:prstGeom prst="rect">
            <a:avLst/>
          </a:prstGeom>
          <a:noFill/>
          <a:ln>
            <a:noFill/>
          </a:ln>
        </p:spPr>
        <p:txBody>
          <a:bodyPr anchorCtr="0" anchor="ctr" bIns="0" lIns="0" spcFirstLastPara="1" rIns="0" wrap="square" tIns="0">
            <a:noAutofit/>
          </a:bodyPr>
          <a:lstStyle/>
          <a:p>
            <a:pPr indent="0" lvl="0" marL="0" marR="0" rtl="0" algn="ctr">
              <a:lnSpc>
                <a:spcPct val="115000"/>
              </a:lnSpc>
              <a:spcBef>
                <a:spcPts val="0"/>
              </a:spcBef>
              <a:spcAft>
                <a:spcPts val="0"/>
              </a:spcAft>
              <a:buNone/>
            </a:pPr>
            <a:r>
              <a:rPr lang="en-GB" sz="1600">
                <a:solidFill>
                  <a:schemeClr val="dk1"/>
                </a:solidFill>
                <a:latin typeface="Lexend"/>
                <a:ea typeface="Lexend"/>
                <a:cs typeface="Lexend"/>
                <a:sym typeface="Lexend"/>
              </a:rPr>
              <a:t>Reading icon</a:t>
            </a:r>
            <a:endParaRPr i="0" sz="1600" u="none" cap="none" strike="noStrike">
              <a:solidFill>
                <a:schemeClr val="dk1"/>
              </a:solidFill>
              <a:latin typeface="Lexend"/>
              <a:ea typeface="Lexend"/>
              <a:cs typeface="Lexend"/>
              <a:sym typeface="Lexend"/>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5 OGL">
  <p:cSld name="CUSTOM_5_1">
    <p:bg>
      <p:bgPr>
        <a:solidFill>
          <a:srgbClr val="BEF2BD"/>
        </a:solidFill>
      </p:bgPr>
    </p:bg>
    <p:spTree>
      <p:nvGrpSpPr>
        <p:cNvPr id="737" name="Shape 737"/>
        <p:cNvGrpSpPr/>
        <p:nvPr/>
      </p:nvGrpSpPr>
      <p:grpSpPr>
        <a:xfrm>
          <a:off x="0" y="0"/>
          <a:ext cx="0" cy="0"/>
          <a:chOff x="0" y="0"/>
          <a:chExt cx="0" cy="0"/>
        </a:xfrm>
      </p:grpSpPr>
      <p:pic>
        <p:nvPicPr>
          <p:cNvPr id="738" name="Google Shape;738;p60"/>
          <p:cNvPicPr preferRelativeResize="0"/>
          <p:nvPr/>
        </p:nvPicPr>
        <p:blipFill>
          <a:blip r:embed="rId2">
            <a:alphaModFix/>
          </a:blip>
          <a:stretch>
            <a:fillRect/>
          </a:stretch>
        </p:blipFill>
        <p:spPr>
          <a:xfrm>
            <a:off x="347200" y="1111870"/>
            <a:ext cx="7945600" cy="2919776"/>
          </a:xfrm>
          <a:prstGeom prst="rect">
            <a:avLst/>
          </a:prstGeom>
          <a:noFill/>
          <a:ln>
            <a:noFill/>
          </a:ln>
        </p:spPr>
      </p:pic>
      <p:sp>
        <p:nvSpPr>
          <p:cNvPr id="739" name="Google Shape;739;p60"/>
          <p:cNvSpPr txBox="1"/>
          <p:nvPr>
            <p:ph idx="1" type="subTitle"/>
          </p:nvPr>
        </p:nvSpPr>
        <p:spPr>
          <a:xfrm>
            <a:off x="661775" y="1190413"/>
            <a:ext cx="7351200" cy="2762700"/>
          </a:xfrm>
          <a:prstGeom prst="rect">
            <a:avLst/>
          </a:prstGeom>
        </p:spPr>
        <p:txBody>
          <a:bodyPr anchorCtr="0" anchor="ctr" bIns="0" lIns="0" spcFirstLastPara="1" rIns="0" wrap="square" tIns="0">
            <a:noAutofit/>
          </a:bodyPr>
          <a:lstStyle>
            <a:lvl1pPr lvl="0" rtl="0">
              <a:lnSpc>
                <a:spcPct val="115000"/>
              </a:lnSpc>
              <a:spcBef>
                <a:spcPts val="0"/>
              </a:spcBef>
              <a:spcAft>
                <a:spcPts val="0"/>
              </a:spcAft>
              <a:buSzPts val="1800"/>
              <a:buNone/>
              <a:defRPr sz="1800"/>
            </a:lvl1pPr>
            <a:lvl2pPr lvl="1" rtl="0">
              <a:spcBef>
                <a:spcPts val="1000"/>
              </a:spcBef>
              <a:spcAft>
                <a:spcPts val="0"/>
              </a:spcAft>
              <a:buSzPts val="1800"/>
              <a:buNone/>
              <a:defRPr sz="1800"/>
            </a:lvl2pPr>
            <a:lvl3pPr lvl="2" rtl="0">
              <a:spcBef>
                <a:spcPts val="1000"/>
              </a:spcBef>
              <a:spcAft>
                <a:spcPts val="0"/>
              </a:spcAft>
              <a:buSzPts val="1800"/>
              <a:buNone/>
              <a:defRPr sz="1800"/>
            </a:lvl3pPr>
            <a:lvl4pPr lvl="3" rtl="0">
              <a:spcBef>
                <a:spcPts val="800"/>
              </a:spcBef>
              <a:spcAft>
                <a:spcPts val="0"/>
              </a:spcAft>
              <a:buSzPts val="1800"/>
              <a:buNone/>
              <a:defRPr sz="1800"/>
            </a:lvl4pPr>
            <a:lvl5pPr lvl="4" rtl="0">
              <a:spcBef>
                <a:spcPts val="800"/>
              </a:spcBef>
              <a:spcAft>
                <a:spcPts val="0"/>
              </a:spcAft>
              <a:buSzPts val="1800"/>
              <a:buNone/>
              <a:defRPr/>
            </a:lvl5pPr>
            <a:lvl6pPr lvl="5" rtl="0">
              <a:spcBef>
                <a:spcPts val="600"/>
              </a:spcBef>
              <a:spcAft>
                <a:spcPts val="0"/>
              </a:spcAft>
              <a:buSzPts val="1800"/>
              <a:buNone/>
              <a:defRPr/>
            </a:lvl6pPr>
            <a:lvl7pPr lvl="6" rtl="0">
              <a:spcBef>
                <a:spcPts val="600"/>
              </a:spcBef>
              <a:spcAft>
                <a:spcPts val="0"/>
              </a:spcAft>
              <a:buSzPts val="1800"/>
              <a:buNone/>
              <a:defRPr/>
            </a:lvl7pPr>
            <a:lvl8pPr lvl="7" rtl="0">
              <a:spcBef>
                <a:spcPts val="400"/>
              </a:spcBef>
              <a:spcAft>
                <a:spcPts val="0"/>
              </a:spcAft>
              <a:buSzPts val="1800"/>
              <a:buNone/>
              <a:defRPr/>
            </a:lvl8pPr>
            <a:lvl9pPr lvl="8" rtl="0">
              <a:spcBef>
                <a:spcPts val="400"/>
              </a:spcBef>
              <a:spcAft>
                <a:spcPts val="200"/>
              </a:spcAft>
              <a:buSzPts val="1800"/>
              <a:buNone/>
              <a:defRPr/>
            </a:lvl9pPr>
          </a:lstStyle>
          <a:p/>
        </p:txBody>
      </p:sp>
    </p:spTree>
  </p:cSld>
  <p:clrMapOvr>
    <a:masterClrMapping/>
  </p:clrMapOvr>
</p:sldLayout>
</file>

<file path=ppt/slideLayouts/slideLayout6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6 Blank">
  <p:cSld name="CUSTOM_6">
    <p:spTree>
      <p:nvGrpSpPr>
        <p:cNvPr id="740" name="Shape 740"/>
        <p:cNvGrpSpPr/>
        <p:nvPr/>
      </p:nvGrpSpPr>
      <p:grpSpPr>
        <a:xfrm>
          <a:off x="0" y="0"/>
          <a:ext cx="0" cy="0"/>
          <a:chOff x="0" y="0"/>
          <a:chExt cx="0" cy="0"/>
        </a:xfrm>
      </p:grpSpPr>
      <p:sp>
        <p:nvSpPr>
          <p:cNvPr id="741" name="Google Shape;741;p61"/>
          <p:cNvSpPr txBox="1"/>
          <p:nvPr>
            <p:ph type="title"/>
          </p:nvPr>
        </p:nvSpPr>
        <p:spPr>
          <a:xfrm>
            <a:off x="459000" y="73800"/>
            <a:ext cx="6600600" cy="814500"/>
          </a:xfrm>
          <a:prstGeom prst="rect">
            <a:avLst/>
          </a:prstGeom>
        </p:spPr>
        <p:txBody>
          <a:bodyPr anchorCtr="0" anchor="t" bIns="0" lIns="0" spcFirstLastPara="1" rIns="0" wrap="square" tIns="0">
            <a:noAutofit/>
          </a:bodyPr>
          <a:lstStyle>
            <a:lvl1pPr lvl="0">
              <a:spcBef>
                <a:spcPts val="0"/>
              </a:spcBef>
              <a:spcAft>
                <a:spcPts val="0"/>
              </a:spcAft>
              <a:buSzPts val="22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6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9.0.1 Keywords definitions (3)">
  <p:cSld name="CUSTOM_3_1_1_2">
    <p:spTree>
      <p:nvGrpSpPr>
        <p:cNvPr id="742" name="Shape 742"/>
        <p:cNvGrpSpPr/>
        <p:nvPr/>
      </p:nvGrpSpPr>
      <p:grpSpPr>
        <a:xfrm>
          <a:off x="0" y="0"/>
          <a:ext cx="0" cy="0"/>
          <a:chOff x="0" y="0"/>
          <a:chExt cx="0" cy="0"/>
        </a:xfrm>
      </p:grpSpPr>
      <p:sp>
        <p:nvSpPr>
          <p:cNvPr id="743" name="Google Shape;743;p62"/>
          <p:cNvSpPr/>
          <p:nvPr/>
        </p:nvSpPr>
        <p:spPr>
          <a:xfrm>
            <a:off x="0" y="1"/>
            <a:ext cx="9144300" cy="5403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744" name="Google Shape;744;p62"/>
          <p:cNvPicPr preferRelativeResize="0"/>
          <p:nvPr/>
        </p:nvPicPr>
        <p:blipFill rotWithShape="1">
          <a:blip r:embed="rId2">
            <a:alphaModFix/>
          </a:blip>
          <a:srcRect b="1709" l="0" r="0" t="1699"/>
          <a:stretch/>
        </p:blipFill>
        <p:spPr>
          <a:xfrm>
            <a:off x="0" y="532525"/>
            <a:ext cx="9151202" cy="116709"/>
          </a:xfrm>
          <a:prstGeom prst="rect">
            <a:avLst/>
          </a:prstGeom>
          <a:noFill/>
          <a:ln>
            <a:noFill/>
          </a:ln>
        </p:spPr>
      </p:pic>
      <p:sp>
        <p:nvSpPr>
          <p:cNvPr id="745" name="Google Shape;745;p62"/>
          <p:cNvSpPr/>
          <p:nvPr/>
        </p:nvSpPr>
        <p:spPr>
          <a:xfrm>
            <a:off x="324000" y="114450"/>
            <a:ext cx="6671700" cy="3648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rPr b="1" i="0" lang="en-GB" sz="2000" u="none" cap="none" strike="noStrike">
                <a:solidFill>
                  <a:srgbClr val="282828"/>
                </a:solidFill>
                <a:latin typeface="Lexend"/>
                <a:ea typeface="Lexend"/>
                <a:cs typeface="Lexend"/>
                <a:sym typeface="Lexend"/>
              </a:rPr>
              <a:t>Keywords</a:t>
            </a:r>
            <a:endParaRPr b="0" i="0" sz="2000" u="none" cap="none" strike="noStrike">
              <a:solidFill>
                <a:srgbClr val="282828"/>
              </a:solidFill>
              <a:latin typeface="Calibri"/>
              <a:ea typeface="Calibri"/>
              <a:cs typeface="Calibri"/>
              <a:sym typeface="Calibri"/>
            </a:endParaRPr>
          </a:p>
        </p:txBody>
      </p:sp>
      <p:sp>
        <p:nvSpPr>
          <p:cNvPr id="746" name="Google Shape;746;p62"/>
          <p:cNvSpPr txBox="1"/>
          <p:nvPr>
            <p:ph idx="1" type="subTitle"/>
          </p:nvPr>
        </p:nvSpPr>
        <p:spPr>
          <a:xfrm>
            <a:off x="324000" y="993650"/>
            <a:ext cx="8496000" cy="544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None/>
              <a:defRPr>
                <a:solidFill>
                  <a:srgbClr val="282828"/>
                </a:solidFill>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747" name="Google Shape;747;p62"/>
          <p:cNvSpPr txBox="1"/>
          <p:nvPr>
            <p:ph idx="2" type="subTitle"/>
          </p:nvPr>
        </p:nvSpPr>
        <p:spPr>
          <a:xfrm>
            <a:off x="324001" y="2238725"/>
            <a:ext cx="84960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None/>
              <a:defRPr>
                <a:solidFill>
                  <a:srgbClr val="282828"/>
                </a:solidFill>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
        <p:nvSpPr>
          <p:cNvPr id="748" name="Google Shape;748;p62"/>
          <p:cNvSpPr txBox="1"/>
          <p:nvPr>
            <p:ph idx="3" type="subTitle"/>
          </p:nvPr>
        </p:nvSpPr>
        <p:spPr>
          <a:xfrm>
            <a:off x="324001" y="3483825"/>
            <a:ext cx="8496000" cy="487200"/>
          </a:xfrm>
          <a:prstGeom prst="rect">
            <a:avLst/>
          </a:prstGeom>
        </p:spPr>
        <p:txBody>
          <a:bodyPr anchorCtr="0" anchor="t" bIns="0" lIns="0" spcFirstLastPara="1" rIns="0" wrap="square" tIns="0">
            <a:noAutofit/>
          </a:bodyPr>
          <a:lstStyle>
            <a:lvl1pPr lvl="0" rtl="0">
              <a:lnSpc>
                <a:spcPct val="115000"/>
              </a:lnSpc>
              <a:spcBef>
                <a:spcPts val="0"/>
              </a:spcBef>
              <a:spcAft>
                <a:spcPts val="0"/>
              </a:spcAft>
              <a:buClr>
                <a:srgbClr val="282828"/>
              </a:buClr>
              <a:buSzPts val="2200"/>
              <a:buNone/>
              <a:defRPr>
                <a:solidFill>
                  <a:srgbClr val="282828"/>
                </a:solidFill>
              </a:defRPr>
            </a:lvl1pPr>
            <a:lvl2pPr lvl="1"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2pPr>
            <a:lvl3pPr lvl="2" rtl="0">
              <a:spcBef>
                <a:spcPts val="1000"/>
              </a:spcBef>
              <a:spcAft>
                <a:spcPts val="0"/>
              </a:spcAft>
              <a:buClr>
                <a:srgbClr val="282828"/>
              </a:buClr>
              <a:buSzPts val="2200"/>
              <a:buFont typeface="Lexend"/>
              <a:buNone/>
              <a:defRPr sz="2200">
                <a:solidFill>
                  <a:srgbClr val="282828"/>
                </a:solidFill>
                <a:latin typeface="Lexend"/>
                <a:ea typeface="Lexend"/>
                <a:cs typeface="Lexend"/>
                <a:sym typeface="Lexend"/>
              </a:defRPr>
            </a:lvl3pPr>
            <a:lvl4pPr lvl="3"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4pPr>
            <a:lvl5pPr lvl="4" rtl="0">
              <a:spcBef>
                <a:spcPts val="800"/>
              </a:spcBef>
              <a:spcAft>
                <a:spcPts val="0"/>
              </a:spcAft>
              <a:buClr>
                <a:srgbClr val="282828"/>
              </a:buClr>
              <a:buSzPts val="2200"/>
              <a:buFont typeface="Lexend"/>
              <a:buNone/>
              <a:defRPr sz="2200">
                <a:solidFill>
                  <a:srgbClr val="282828"/>
                </a:solidFill>
                <a:latin typeface="Lexend"/>
                <a:ea typeface="Lexend"/>
                <a:cs typeface="Lexend"/>
                <a:sym typeface="Lexend"/>
              </a:defRPr>
            </a:lvl5pPr>
            <a:lvl6pPr lvl="5"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6pPr>
            <a:lvl7pPr lvl="6" rtl="0">
              <a:spcBef>
                <a:spcPts val="600"/>
              </a:spcBef>
              <a:spcAft>
                <a:spcPts val="0"/>
              </a:spcAft>
              <a:buClr>
                <a:srgbClr val="282828"/>
              </a:buClr>
              <a:buSzPts val="2200"/>
              <a:buFont typeface="Lexend"/>
              <a:buNone/>
              <a:defRPr sz="2200">
                <a:solidFill>
                  <a:srgbClr val="282828"/>
                </a:solidFill>
                <a:latin typeface="Lexend"/>
                <a:ea typeface="Lexend"/>
                <a:cs typeface="Lexend"/>
                <a:sym typeface="Lexend"/>
              </a:defRPr>
            </a:lvl7pPr>
            <a:lvl8pPr lvl="7" rtl="0">
              <a:spcBef>
                <a:spcPts val="400"/>
              </a:spcBef>
              <a:spcAft>
                <a:spcPts val="0"/>
              </a:spcAft>
              <a:buClr>
                <a:srgbClr val="282828"/>
              </a:buClr>
              <a:buSzPts val="2200"/>
              <a:buFont typeface="Lexend"/>
              <a:buNone/>
              <a:defRPr sz="2200">
                <a:solidFill>
                  <a:srgbClr val="282828"/>
                </a:solidFill>
                <a:latin typeface="Lexend"/>
                <a:ea typeface="Lexend"/>
                <a:cs typeface="Lexend"/>
                <a:sym typeface="Lexend"/>
              </a:defRPr>
            </a:lvl8pPr>
            <a:lvl9pPr lvl="8" rtl="0">
              <a:spcBef>
                <a:spcPts val="400"/>
              </a:spcBef>
              <a:spcAft>
                <a:spcPts val="200"/>
              </a:spcAft>
              <a:buClr>
                <a:srgbClr val="282828"/>
              </a:buClr>
              <a:buSzPts val="2200"/>
              <a:buFont typeface="Lexend"/>
              <a:buNone/>
              <a:defRPr sz="2200">
                <a:solidFill>
                  <a:srgbClr val="282828"/>
                </a:solidFill>
                <a:latin typeface="Lexend"/>
                <a:ea typeface="Lexend"/>
                <a:cs typeface="Lexend"/>
                <a:sym typeface="Lexend"/>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40" Type="http://schemas.openxmlformats.org/officeDocument/2006/relationships/slideLayout" Target="../slideLayouts/slideLayout39.xml"/><Relationship Id="rId42" Type="http://schemas.openxmlformats.org/officeDocument/2006/relationships/slideLayout" Target="../slideLayouts/slideLayout41.xml"/><Relationship Id="rId41" Type="http://schemas.openxmlformats.org/officeDocument/2006/relationships/slideLayout" Target="../slideLayouts/slideLayout40.xml"/><Relationship Id="rId44" Type="http://schemas.openxmlformats.org/officeDocument/2006/relationships/slideLayout" Target="../slideLayouts/slideLayout43.xml"/><Relationship Id="rId43" Type="http://schemas.openxmlformats.org/officeDocument/2006/relationships/slideLayout" Target="../slideLayouts/slideLayout42.xml"/><Relationship Id="rId46" Type="http://schemas.openxmlformats.org/officeDocument/2006/relationships/slideLayout" Target="../slideLayouts/slideLayout45.xml"/><Relationship Id="rId45" Type="http://schemas.openxmlformats.org/officeDocument/2006/relationships/slideLayout" Target="../slideLayouts/slideLayout44.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48" Type="http://schemas.openxmlformats.org/officeDocument/2006/relationships/slideLayout" Target="../slideLayouts/slideLayout47.xml"/><Relationship Id="rId47" Type="http://schemas.openxmlformats.org/officeDocument/2006/relationships/slideLayout" Target="../slideLayouts/slideLayout46.xml"/><Relationship Id="rId49" Type="http://schemas.openxmlformats.org/officeDocument/2006/relationships/slideLayout" Target="../slideLayouts/slideLayout4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31" Type="http://schemas.openxmlformats.org/officeDocument/2006/relationships/slideLayout" Target="../slideLayouts/slideLayout30.xml"/><Relationship Id="rId30" Type="http://schemas.openxmlformats.org/officeDocument/2006/relationships/slideLayout" Target="../slideLayouts/slideLayout29.xml"/><Relationship Id="rId33" Type="http://schemas.openxmlformats.org/officeDocument/2006/relationships/slideLayout" Target="../slideLayouts/slideLayout32.xml"/><Relationship Id="rId32" Type="http://schemas.openxmlformats.org/officeDocument/2006/relationships/slideLayout" Target="../slideLayouts/slideLayout31.xml"/><Relationship Id="rId35" Type="http://schemas.openxmlformats.org/officeDocument/2006/relationships/slideLayout" Target="../slideLayouts/slideLayout34.xml"/><Relationship Id="rId34" Type="http://schemas.openxmlformats.org/officeDocument/2006/relationships/slideLayout" Target="../slideLayouts/slideLayout33.xml"/><Relationship Id="rId37" Type="http://schemas.openxmlformats.org/officeDocument/2006/relationships/slideLayout" Target="../slideLayouts/slideLayout36.xml"/><Relationship Id="rId36" Type="http://schemas.openxmlformats.org/officeDocument/2006/relationships/slideLayout" Target="../slideLayouts/slideLayout35.xml"/><Relationship Id="rId39" Type="http://schemas.openxmlformats.org/officeDocument/2006/relationships/slideLayout" Target="../slideLayouts/slideLayout38.xml"/><Relationship Id="rId38" Type="http://schemas.openxmlformats.org/officeDocument/2006/relationships/slideLayout" Target="../slideLayouts/slideLayout37.xml"/><Relationship Id="rId62" Type="http://schemas.openxmlformats.org/officeDocument/2006/relationships/slideLayout" Target="../slideLayouts/slideLayout61.xml"/><Relationship Id="rId61" Type="http://schemas.openxmlformats.org/officeDocument/2006/relationships/slideLayout" Target="../slideLayouts/slideLayout60.xml"/><Relationship Id="rId20" Type="http://schemas.openxmlformats.org/officeDocument/2006/relationships/slideLayout" Target="../slideLayouts/slideLayout19.xml"/><Relationship Id="rId63" Type="http://schemas.openxmlformats.org/officeDocument/2006/relationships/theme" Target="../theme/theme2.xml"/><Relationship Id="rId22" Type="http://schemas.openxmlformats.org/officeDocument/2006/relationships/slideLayout" Target="../slideLayouts/slideLayout21.xml"/><Relationship Id="rId21" Type="http://schemas.openxmlformats.org/officeDocument/2006/relationships/slideLayout" Target="../slideLayouts/slideLayout20.xml"/><Relationship Id="rId24" Type="http://schemas.openxmlformats.org/officeDocument/2006/relationships/slideLayout" Target="../slideLayouts/slideLayout23.xml"/><Relationship Id="rId23" Type="http://schemas.openxmlformats.org/officeDocument/2006/relationships/slideLayout" Target="../slideLayouts/slideLayout22.xml"/><Relationship Id="rId60" Type="http://schemas.openxmlformats.org/officeDocument/2006/relationships/slideLayout" Target="../slideLayouts/slideLayout59.xml"/><Relationship Id="rId26" Type="http://schemas.openxmlformats.org/officeDocument/2006/relationships/slideLayout" Target="../slideLayouts/slideLayout25.xml"/><Relationship Id="rId25" Type="http://schemas.openxmlformats.org/officeDocument/2006/relationships/slideLayout" Target="../slideLayouts/slideLayout24.xml"/><Relationship Id="rId28" Type="http://schemas.openxmlformats.org/officeDocument/2006/relationships/slideLayout" Target="../slideLayouts/slideLayout27.xml"/><Relationship Id="rId27" Type="http://schemas.openxmlformats.org/officeDocument/2006/relationships/slideLayout" Target="../slideLayouts/slideLayout26.xml"/><Relationship Id="rId29" Type="http://schemas.openxmlformats.org/officeDocument/2006/relationships/slideLayout" Target="../slideLayouts/slideLayout28.xml"/><Relationship Id="rId51" Type="http://schemas.openxmlformats.org/officeDocument/2006/relationships/slideLayout" Target="../slideLayouts/slideLayout50.xml"/><Relationship Id="rId50" Type="http://schemas.openxmlformats.org/officeDocument/2006/relationships/slideLayout" Target="../slideLayouts/slideLayout49.xml"/><Relationship Id="rId53" Type="http://schemas.openxmlformats.org/officeDocument/2006/relationships/slideLayout" Target="../slideLayouts/slideLayout52.xml"/><Relationship Id="rId52" Type="http://schemas.openxmlformats.org/officeDocument/2006/relationships/slideLayout" Target="../slideLayouts/slideLayout51.xml"/><Relationship Id="rId11" Type="http://schemas.openxmlformats.org/officeDocument/2006/relationships/slideLayout" Target="../slideLayouts/slideLayout10.xml"/><Relationship Id="rId55" Type="http://schemas.openxmlformats.org/officeDocument/2006/relationships/slideLayout" Target="../slideLayouts/slideLayout54.xml"/><Relationship Id="rId10" Type="http://schemas.openxmlformats.org/officeDocument/2006/relationships/slideLayout" Target="../slideLayouts/slideLayout9.xml"/><Relationship Id="rId54" Type="http://schemas.openxmlformats.org/officeDocument/2006/relationships/slideLayout" Target="../slideLayouts/slideLayout53.xml"/><Relationship Id="rId13" Type="http://schemas.openxmlformats.org/officeDocument/2006/relationships/slideLayout" Target="../slideLayouts/slideLayout12.xml"/><Relationship Id="rId57" Type="http://schemas.openxmlformats.org/officeDocument/2006/relationships/slideLayout" Target="../slideLayouts/slideLayout56.xml"/><Relationship Id="rId12" Type="http://schemas.openxmlformats.org/officeDocument/2006/relationships/slideLayout" Target="../slideLayouts/slideLayout11.xml"/><Relationship Id="rId56" Type="http://schemas.openxmlformats.org/officeDocument/2006/relationships/slideLayout" Target="../slideLayouts/slideLayout55.xml"/><Relationship Id="rId15" Type="http://schemas.openxmlformats.org/officeDocument/2006/relationships/slideLayout" Target="../slideLayouts/slideLayout14.xml"/><Relationship Id="rId59" Type="http://schemas.openxmlformats.org/officeDocument/2006/relationships/slideLayout" Target="../slideLayouts/slideLayout58.xml"/><Relationship Id="rId14" Type="http://schemas.openxmlformats.org/officeDocument/2006/relationships/slideLayout" Target="../slideLayouts/slideLayout13.xml"/><Relationship Id="rId58" Type="http://schemas.openxmlformats.org/officeDocument/2006/relationships/slideLayout" Target="../slideLayouts/slideLayout57.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19" Type="http://schemas.openxmlformats.org/officeDocument/2006/relationships/slideLayout" Target="../slideLayouts/slideLayout18.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9000" y="73800"/>
            <a:ext cx="6600600" cy="814500"/>
          </a:xfrm>
          <a:prstGeom prst="rect">
            <a:avLst/>
          </a:prstGeom>
          <a:noFill/>
          <a:ln>
            <a:noFill/>
          </a:ln>
        </p:spPr>
        <p:txBody>
          <a:bodyPr anchorCtr="0" anchor="t" bIns="0" lIns="0" spcFirstLastPara="1" rIns="0" wrap="square" tIns="0">
            <a:noAutofit/>
          </a:bodyPr>
          <a:lstStyle>
            <a:lvl1pPr lvl="0" rtl="0">
              <a:lnSpc>
                <a:spcPct val="115000"/>
              </a:lnSpc>
              <a:spcBef>
                <a:spcPts val="0"/>
              </a:spcBef>
              <a:spcAft>
                <a:spcPts val="0"/>
              </a:spcAft>
              <a:buClr>
                <a:schemeClr val="dk1"/>
              </a:buClr>
              <a:buSzPts val="2200"/>
              <a:buFont typeface="Lexend"/>
              <a:buNone/>
              <a:defRPr b="1" sz="2200">
                <a:solidFill>
                  <a:schemeClr val="dk1"/>
                </a:solidFill>
                <a:latin typeface="Lexend"/>
                <a:ea typeface="Lexend"/>
                <a:cs typeface="Lexend"/>
                <a:sym typeface="Lexend"/>
              </a:defRPr>
            </a:lvl1pPr>
            <a:lvl2pPr lvl="1"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2pPr>
            <a:lvl3pPr lvl="2"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3pPr>
            <a:lvl4pPr lvl="3"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4pPr>
            <a:lvl5pPr lvl="4"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5pPr>
            <a:lvl6pPr lvl="5"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6pPr>
            <a:lvl7pPr lvl="6"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7pPr>
            <a:lvl8pPr lvl="7"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8pPr>
            <a:lvl9pPr lvl="8" rtl="0">
              <a:spcBef>
                <a:spcPts val="0"/>
              </a:spcBef>
              <a:spcAft>
                <a:spcPts val="0"/>
              </a:spcAft>
              <a:buClr>
                <a:schemeClr val="dk1"/>
              </a:buClr>
              <a:buSzPts val="2800"/>
              <a:buFont typeface="Lexend Medium"/>
              <a:buNone/>
              <a:defRPr sz="2800">
                <a:solidFill>
                  <a:schemeClr val="dk1"/>
                </a:solidFill>
                <a:latin typeface="Lexend Medium"/>
                <a:ea typeface="Lexend Medium"/>
                <a:cs typeface="Lexend Medium"/>
                <a:sym typeface="Lexend Medium"/>
              </a:defRPr>
            </a:lvl9pPr>
          </a:lstStyle>
          <a:p/>
        </p:txBody>
      </p:sp>
      <p:sp>
        <p:nvSpPr>
          <p:cNvPr id="7" name="Google Shape;7;p1"/>
          <p:cNvSpPr txBox="1"/>
          <p:nvPr>
            <p:ph idx="1" type="body"/>
          </p:nvPr>
        </p:nvSpPr>
        <p:spPr>
          <a:xfrm>
            <a:off x="459000" y="523400"/>
            <a:ext cx="8226000" cy="3159900"/>
          </a:xfrm>
          <a:prstGeom prst="rect">
            <a:avLst/>
          </a:prstGeom>
          <a:noFill/>
          <a:ln>
            <a:noFill/>
          </a:ln>
        </p:spPr>
        <p:txBody>
          <a:bodyPr anchorCtr="0" anchor="t" bIns="0" lIns="0" spcFirstLastPara="1" rIns="0" wrap="square" tIns="0">
            <a:noAutofit/>
          </a:bodyPr>
          <a:lstStyle>
            <a:lvl1pPr indent="-368300" lvl="0" marL="457200" rtl="0">
              <a:lnSpc>
                <a:spcPct val="130000"/>
              </a:lnSpc>
              <a:spcBef>
                <a:spcPts val="0"/>
              </a:spcBef>
              <a:spcAft>
                <a:spcPts val="0"/>
              </a:spcAft>
              <a:buClr>
                <a:schemeClr val="dk1"/>
              </a:buClr>
              <a:buSzPts val="2200"/>
              <a:buFont typeface="Lexend"/>
              <a:buChar char="●"/>
              <a:defRPr sz="2200">
                <a:solidFill>
                  <a:schemeClr val="dk1"/>
                </a:solidFill>
                <a:latin typeface="Lexend"/>
                <a:ea typeface="Lexend"/>
                <a:cs typeface="Lexend"/>
                <a:sym typeface="Lexend"/>
              </a:defRPr>
            </a:lvl1pPr>
            <a:lvl2pPr indent="-361950" lvl="1" marL="914400" rtl="0">
              <a:lnSpc>
                <a:spcPct val="130000"/>
              </a:lnSpc>
              <a:spcBef>
                <a:spcPts val="1000"/>
              </a:spcBef>
              <a:spcAft>
                <a:spcPts val="0"/>
              </a:spcAft>
              <a:buClr>
                <a:schemeClr val="dk1"/>
              </a:buClr>
              <a:buSzPts val="2100"/>
              <a:buFont typeface="Lexend"/>
              <a:buChar char="–"/>
              <a:defRPr sz="2100">
                <a:solidFill>
                  <a:schemeClr val="dk1"/>
                </a:solidFill>
                <a:latin typeface="Lexend"/>
                <a:ea typeface="Lexend"/>
                <a:cs typeface="Lexend"/>
                <a:sym typeface="Lexend"/>
              </a:defRPr>
            </a:lvl2pPr>
            <a:lvl3pPr indent="-355600" lvl="2" marL="1371600" rtl="0">
              <a:lnSpc>
                <a:spcPct val="130000"/>
              </a:lnSpc>
              <a:spcBef>
                <a:spcPts val="1000"/>
              </a:spcBef>
              <a:spcAft>
                <a:spcPts val="0"/>
              </a:spcAft>
              <a:buClr>
                <a:schemeClr val="dk1"/>
              </a:buClr>
              <a:buSzPts val="2000"/>
              <a:buFont typeface="Lexend"/>
              <a:buChar char="–"/>
              <a:defRPr sz="2000">
                <a:solidFill>
                  <a:schemeClr val="dk1"/>
                </a:solidFill>
                <a:latin typeface="Lexend"/>
                <a:ea typeface="Lexend"/>
                <a:cs typeface="Lexend"/>
                <a:sym typeface="Lexend"/>
              </a:defRPr>
            </a:lvl3pPr>
            <a:lvl4pPr indent="-349250" lvl="3" marL="1828800" rtl="0">
              <a:lnSpc>
                <a:spcPct val="130000"/>
              </a:lnSpc>
              <a:spcBef>
                <a:spcPts val="800"/>
              </a:spcBef>
              <a:spcAft>
                <a:spcPts val="0"/>
              </a:spcAft>
              <a:buClr>
                <a:schemeClr val="dk1"/>
              </a:buClr>
              <a:buSzPts val="1900"/>
              <a:buFont typeface="Lexend"/>
              <a:buChar char="–"/>
              <a:defRPr sz="1900">
                <a:solidFill>
                  <a:schemeClr val="dk1"/>
                </a:solidFill>
                <a:latin typeface="Lexend"/>
                <a:ea typeface="Lexend"/>
                <a:cs typeface="Lexend"/>
                <a:sym typeface="Lexend"/>
              </a:defRPr>
            </a:lvl4pPr>
            <a:lvl5pPr indent="-342900" lvl="4" marL="2286000" rtl="0">
              <a:lnSpc>
                <a:spcPct val="130000"/>
              </a:lnSpc>
              <a:spcBef>
                <a:spcPts val="800"/>
              </a:spcBef>
              <a:spcAft>
                <a:spcPts val="0"/>
              </a:spcAft>
              <a:buClr>
                <a:schemeClr val="dk1"/>
              </a:buClr>
              <a:buSzPts val="1800"/>
              <a:buFont typeface="Lexend"/>
              <a:buChar char="–"/>
              <a:defRPr sz="1800">
                <a:solidFill>
                  <a:schemeClr val="dk1"/>
                </a:solidFill>
                <a:latin typeface="Lexend"/>
                <a:ea typeface="Lexend"/>
                <a:cs typeface="Lexend"/>
                <a:sym typeface="Lexend"/>
              </a:defRPr>
            </a:lvl5pPr>
            <a:lvl6pPr indent="-342900" lvl="5" marL="27432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6pPr>
            <a:lvl7pPr indent="-342900" lvl="6" marL="3200400" rtl="0">
              <a:lnSpc>
                <a:spcPct val="130000"/>
              </a:lnSpc>
              <a:spcBef>
                <a:spcPts val="600"/>
              </a:spcBef>
              <a:spcAft>
                <a:spcPts val="0"/>
              </a:spcAft>
              <a:buClr>
                <a:schemeClr val="dk1"/>
              </a:buClr>
              <a:buSzPts val="1800"/>
              <a:buFont typeface="Lexend"/>
              <a:buChar char="–"/>
              <a:defRPr sz="1800">
                <a:solidFill>
                  <a:schemeClr val="dk1"/>
                </a:solidFill>
                <a:latin typeface="Lexend"/>
                <a:ea typeface="Lexend"/>
                <a:cs typeface="Lexend"/>
                <a:sym typeface="Lexend"/>
              </a:defRPr>
            </a:lvl7pPr>
            <a:lvl8pPr indent="-342900" lvl="7" marL="3657600" rtl="0">
              <a:lnSpc>
                <a:spcPct val="130000"/>
              </a:lnSpc>
              <a:spcBef>
                <a:spcPts val="400"/>
              </a:spcBef>
              <a:spcAft>
                <a:spcPts val="0"/>
              </a:spcAft>
              <a:buClr>
                <a:schemeClr val="dk1"/>
              </a:buClr>
              <a:buSzPts val="1800"/>
              <a:buFont typeface="Lexend"/>
              <a:buChar char="–"/>
              <a:defRPr sz="1800">
                <a:solidFill>
                  <a:schemeClr val="dk1"/>
                </a:solidFill>
                <a:latin typeface="Lexend"/>
                <a:ea typeface="Lexend"/>
                <a:cs typeface="Lexend"/>
                <a:sym typeface="Lexend"/>
              </a:defRPr>
            </a:lvl8pPr>
            <a:lvl9pPr indent="-342900" lvl="8" marL="4114800" rtl="0">
              <a:lnSpc>
                <a:spcPct val="130000"/>
              </a:lnSpc>
              <a:spcBef>
                <a:spcPts val="400"/>
              </a:spcBef>
              <a:spcAft>
                <a:spcPts val="200"/>
              </a:spcAft>
              <a:buClr>
                <a:schemeClr val="dk1"/>
              </a:buClr>
              <a:buSzPts val="1800"/>
              <a:buFont typeface="Kalam"/>
              <a:buChar char="–"/>
              <a:defRPr sz="1800">
                <a:solidFill>
                  <a:schemeClr val="dk1"/>
                </a:solidFill>
                <a:latin typeface="Kalam"/>
                <a:ea typeface="Kalam"/>
                <a:cs typeface="Kalam"/>
                <a:sym typeface="Kalam"/>
              </a:defRPr>
            </a:lvl9pPr>
          </a:lstStyle>
          <a:p/>
        </p:txBody>
      </p:sp>
      <p:pic>
        <p:nvPicPr>
          <p:cNvPr id="8" name="Google Shape;8;p1"/>
          <p:cNvPicPr preferRelativeResize="0"/>
          <p:nvPr/>
        </p:nvPicPr>
        <p:blipFill>
          <a:blip r:embed="rId1">
            <a:alphaModFix/>
          </a:blip>
          <a:stretch>
            <a:fillRect/>
          </a:stretch>
        </p:blipFill>
        <p:spPr>
          <a:xfrm>
            <a:off x="8524129" y="4430050"/>
            <a:ext cx="234000" cy="318241"/>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 id="2147483661" r:id="rId15"/>
    <p:sldLayoutId id="2147483662" r:id="rId16"/>
    <p:sldLayoutId id="2147483663" r:id="rId17"/>
    <p:sldLayoutId id="2147483664" r:id="rId18"/>
    <p:sldLayoutId id="2147483665" r:id="rId19"/>
    <p:sldLayoutId id="2147483666" r:id="rId20"/>
    <p:sldLayoutId id="2147483667" r:id="rId21"/>
    <p:sldLayoutId id="2147483668" r:id="rId22"/>
    <p:sldLayoutId id="2147483669" r:id="rId23"/>
    <p:sldLayoutId id="2147483670" r:id="rId24"/>
    <p:sldLayoutId id="2147483671" r:id="rId25"/>
    <p:sldLayoutId id="2147483672" r:id="rId26"/>
    <p:sldLayoutId id="2147483673" r:id="rId27"/>
    <p:sldLayoutId id="2147483674" r:id="rId28"/>
    <p:sldLayoutId id="2147483675" r:id="rId29"/>
    <p:sldLayoutId id="2147483676" r:id="rId30"/>
    <p:sldLayoutId id="2147483677" r:id="rId31"/>
    <p:sldLayoutId id="2147483678" r:id="rId32"/>
    <p:sldLayoutId id="2147483679" r:id="rId33"/>
    <p:sldLayoutId id="2147483680" r:id="rId34"/>
    <p:sldLayoutId id="2147483681" r:id="rId35"/>
    <p:sldLayoutId id="2147483682" r:id="rId36"/>
    <p:sldLayoutId id="2147483683" r:id="rId37"/>
    <p:sldLayoutId id="2147483684" r:id="rId38"/>
    <p:sldLayoutId id="2147483685" r:id="rId39"/>
    <p:sldLayoutId id="2147483686" r:id="rId40"/>
    <p:sldLayoutId id="2147483687" r:id="rId41"/>
    <p:sldLayoutId id="2147483688" r:id="rId42"/>
    <p:sldLayoutId id="2147483689" r:id="rId43"/>
    <p:sldLayoutId id="2147483690" r:id="rId44"/>
    <p:sldLayoutId id="2147483691" r:id="rId45"/>
    <p:sldLayoutId id="2147483692" r:id="rId46"/>
    <p:sldLayoutId id="2147483693" r:id="rId47"/>
    <p:sldLayoutId id="2147483694" r:id="rId48"/>
    <p:sldLayoutId id="2147483695" r:id="rId49"/>
    <p:sldLayoutId id="2147483696" r:id="rId50"/>
    <p:sldLayoutId id="2147483697" r:id="rId51"/>
    <p:sldLayoutId id="2147483698" r:id="rId52"/>
    <p:sldLayoutId id="2147483699" r:id="rId53"/>
    <p:sldLayoutId id="2147483700" r:id="rId54"/>
    <p:sldLayoutId id="2147483701" r:id="rId55"/>
    <p:sldLayoutId id="2147483702" r:id="rId56"/>
    <p:sldLayoutId id="2147483703" r:id="rId57"/>
    <p:sldLayoutId id="2147483704" r:id="rId58"/>
    <p:sldLayoutId id="2147483705" r:id="rId59"/>
    <p:sldLayoutId id="2147483706" r:id="rId60"/>
    <p:sldLayoutId id="2147483707" r:id="rId61"/>
    <p:sldLayoutId id="2147483708" r:id="rId6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204">
          <p15:clr>
            <a:schemeClr val="dk2"/>
          </p15:clr>
        </p15:guide>
        <p15:guide id="2" pos="1819">
          <p15:clr>
            <a:srgbClr val="0000FF"/>
          </p15:clr>
        </p15:guide>
        <p15:guide id="3" orient="horz" pos="340">
          <p15:clr>
            <a:srgbClr val="222222"/>
          </p15:clr>
        </p15:guide>
        <p15:guide id="4" pos="2123">
          <p15:clr>
            <a:srgbClr val="0000FF"/>
          </p15:clr>
        </p15:guide>
        <p15:guide id="5" pos="2880">
          <p15:clr>
            <a:srgbClr val="EA4335"/>
          </p15:clr>
        </p15:guide>
        <p15:guide id="6" pos="3637">
          <p15:clr>
            <a:srgbClr val="0000FF"/>
          </p15:clr>
        </p15:guide>
        <p15:guide id="7" pos="3941">
          <p15:clr>
            <a:srgbClr val="0000FF"/>
          </p15:clr>
        </p15:guide>
        <p15:guide id="8" pos="5556">
          <p15:clr>
            <a:srgbClr val="222222"/>
          </p15:clr>
        </p15:guide>
        <p15:guide id="9" pos="1061">
          <p15:clr>
            <a:srgbClr val="9AA0A6"/>
          </p15:clr>
        </p15:guide>
        <p15:guide id="10" pos="4699">
          <p15:clr>
            <a:srgbClr val="9AA0A6"/>
          </p15:clr>
        </p15:guide>
        <p15:guide id="11" orient="horz" pos="680">
          <p15:clr>
            <a:srgbClr val="B7B7B7"/>
          </p15:clr>
        </p15:guide>
        <p15:guide id="12" orient="horz" pos="1020">
          <p15:clr>
            <a:srgbClr val="B7B7B7"/>
          </p15:clr>
        </p15:guide>
        <p15:guide id="13" orient="horz" pos="1361">
          <p15:clr>
            <a:srgbClr val="B7B7B7"/>
          </p15:clr>
        </p15:guide>
        <p15:guide id="14" orient="horz" pos="1701">
          <p15:clr>
            <a:srgbClr val="B7B7B7"/>
          </p15:clr>
        </p15:guide>
        <p15:guide id="15" orient="horz" pos="2041">
          <p15:clr>
            <a:srgbClr val="B7B7B7"/>
          </p15:clr>
        </p15:guide>
        <p15:guide id="16" orient="horz" pos="2381">
          <p15:clr>
            <a:srgbClr val="B7B7B7"/>
          </p15:clr>
        </p15:guide>
        <p15:guide id="17" orient="horz" pos="3036">
          <p15:clr>
            <a:srgbClr val="000000"/>
          </p15:clr>
        </p15:guide>
        <p15:guide id="18" pos="2721">
          <p15:clr>
            <a:schemeClr val="dk1"/>
          </p15:clr>
        </p15:guide>
        <p15:guide id="19" pos="3039">
          <p15:clr>
            <a:schemeClr val="dk1"/>
          </p15:clr>
        </p15:guide>
        <p15:guide id="20" orient="horz" pos="510">
          <p15:clr>
            <a:srgbClr val="B7B7B7"/>
          </p15:clr>
        </p15:guide>
        <p15:guide id="21" orient="horz" pos="1620">
          <p15:clr>
            <a:srgbClr val="EA4335"/>
          </p15:clr>
        </p15:guide>
        <p15:guide id="22" orient="horz" pos="2721">
          <p15:clr>
            <a:srgbClr val="B7B7B7"/>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 Id="rId3" Type="http://schemas.openxmlformats.org/officeDocument/2006/relationships/hyperlink" Target="https://support.thenational.academy/using-oaks-new-teaching-resources?utm_campaign=OakSlideDeck&amp;utm_medium=document&amp;utm_source=guide"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5.xml"/><Relationship Id="rId3" Type="http://schemas.openxmlformats.org/officeDocument/2006/relationships/image" Target="../media/image5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8.xml"/><Relationship Id="rId3" Type="http://schemas.openxmlformats.org/officeDocument/2006/relationships/image" Target="../media/image5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2.xml"/><Relationship Id="rId3" Type="http://schemas.openxmlformats.org/officeDocument/2006/relationships/image" Target="../media/image54.png"/><Relationship Id="rId4" Type="http://schemas.openxmlformats.org/officeDocument/2006/relationships/image" Target="../media/image52.png"/><Relationship Id="rId5" Type="http://schemas.openxmlformats.org/officeDocument/2006/relationships/image" Target="../media/image5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3.xml"/><Relationship Id="rId3" Type="http://schemas.openxmlformats.org/officeDocument/2006/relationships/image" Target="../media/image54.png"/><Relationship Id="rId4" Type="http://schemas.openxmlformats.org/officeDocument/2006/relationships/image" Target="../media/image52.png"/><Relationship Id="rId5" Type="http://schemas.openxmlformats.org/officeDocument/2006/relationships/image" Target="../media/image5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4.xml"/><Relationship Id="rId3" Type="http://schemas.openxmlformats.org/officeDocument/2006/relationships/image" Target="../media/image57.png"/><Relationship Id="rId4" Type="http://schemas.openxmlformats.org/officeDocument/2006/relationships/image" Target="../media/image53.png"/><Relationship Id="rId5" Type="http://schemas.openxmlformats.org/officeDocument/2006/relationships/image" Target="../media/image5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5.xml"/><Relationship Id="rId3" Type="http://schemas.openxmlformats.org/officeDocument/2006/relationships/image" Target="../media/image57.png"/><Relationship Id="rId4" Type="http://schemas.openxmlformats.org/officeDocument/2006/relationships/image" Target="../media/image53.png"/><Relationship Id="rId5" Type="http://schemas.openxmlformats.org/officeDocument/2006/relationships/image" Target="../media/image5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6.xml"/><Relationship Id="rId3" Type="http://schemas.openxmlformats.org/officeDocument/2006/relationships/image" Target="../media/image53.png"/><Relationship Id="rId4" Type="http://schemas.openxmlformats.org/officeDocument/2006/relationships/image" Target="../media/image58.png"/><Relationship Id="rId5" Type="http://schemas.openxmlformats.org/officeDocument/2006/relationships/image" Target="../media/image59.png"/><Relationship Id="rId6" Type="http://schemas.openxmlformats.org/officeDocument/2006/relationships/image" Target="../media/image61.png"/><Relationship Id="rId7" Type="http://schemas.openxmlformats.org/officeDocument/2006/relationships/image" Target="../media/image6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7.xml"/><Relationship Id="rId3" Type="http://schemas.openxmlformats.org/officeDocument/2006/relationships/image" Target="../media/image53.png"/><Relationship Id="rId4" Type="http://schemas.openxmlformats.org/officeDocument/2006/relationships/image" Target="../media/image58.png"/><Relationship Id="rId5" Type="http://schemas.openxmlformats.org/officeDocument/2006/relationships/image" Target="../media/image59.png"/><Relationship Id="rId6" Type="http://schemas.openxmlformats.org/officeDocument/2006/relationships/image" Target="../media/image61.png"/><Relationship Id="rId7" Type="http://schemas.openxmlformats.org/officeDocument/2006/relationships/image" Target="../media/image60.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8.xml"/><Relationship Id="rId3" Type="http://schemas.openxmlformats.org/officeDocument/2006/relationships/image" Target="../media/image62.png"/><Relationship Id="rId4" Type="http://schemas.openxmlformats.org/officeDocument/2006/relationships/image" Target="../media/image59.png"/><Relationship Id="rId5" Type="http://schemas.openxmlformats.org/officeDocument/2006/relationships/image" Target="../media/image61.png"/><Relationship Id="rId6" Type="http://schemas.openxmlformats.org/officeDocument/2006/relationships/image" Target="../media/image6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19.xml"/><Relationship Id="rId3" Type="http://schemas.openxmlformats.org/officeDocument/2006/relationships/image" Target="../media/image6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0.xml"/><Relationship Id="rId3" Type="http://schemas.openxmlformats.org/officeDocument/2006/relationships/image" Target="../media/image6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notesSlide" Target="../notesSlides/notesSlide21.xml"/><Relationship Id="rId3" Type="http://schemas.openxmlformats.org/officeDocument/2006/relationships/image" Target="../media/image6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23.xml"/><Relationship Id="rId3" Type="http://schemas.openxmlformats.org/officeDocument/2006/relationships/image" Target="../media/image63.png"/><Relationship Id="rId4" Type="http://schemas.openxmlformats.org/officeDocument/2006/relationships/image" Target="../media/image6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4.xml"/><Relationship Id="rId3" Type="http://schemas.openxmlformats.org/officeDocument/2006/relationships/image" Target="../media/image5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5.xml"/><Relationship Id="rId3" Type="http://schemas.openxmlformats.org/officeDocument/2006/relationships/image" Target="../media/image6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6.xml"/><Relationship Id="rId3" Type="http://schemas.openxmlformats.org/officeDocument/2006/relationships/image" Target="../media/image6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5.xml"/><Relationship Id="rId3" Type="http://schemas.openxmlformats.org/officeDocument/2006/relationships/image" Target="../media/image57.png"/><Relationship Id="rId4" Type="http://schemas.openxmlformats.org/officeDocument/2006/relationships/image" Target="../media/image53.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6.xml"/><Relationship Id="rId3" Type="http://schemas.openxmlformats.org/officeDocument/2006/relationships/image" Target="../media/image57.png"/><Relationship Id="rId4" Type="http://schemas.openxmlformats.org/officeDocument/2006/relationships/image" Target="../media/image53.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7.xml"/><Relationship Id="rId3" Type="http://schemas.openxmlformats.org/officeDocument/2006/relationships/image" Target="../media/image53.png"/><Relationship Id="rId4" Type="http://schemas.openxmlformats.org/officeDocument/2006/relationships/image" Target="../media/image57.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8.xml"/><Relationship Id="rId3" Type="http://schemas.openxmlformats.org/officeDocument/2006/relationships/image" Target="../media/image53.png"/><Relationship Id="rId4" Type="http://schemas.openxmlformats.org/officeDocument/2006/relationships/image" Target="../media/image5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6.xml"/><Relationship Id="rId2" Type="http://schemas.openxmlformats.org/officeDocument/2006/relationships/notesSlide" Target="../notesSlides/notesSlide39.xml"/><Relationship Id="rId3" Type="http://schemas.openxmlformats.org/officeDocument/2006/relationships/image" Target="../media/image6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8.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9.xml"/><Relationship Id="rId2" Type="http://schemas.openxmlformats.org/officeDocument/2006/relationships/notesSlide" Target="../notesSlides/notesSlide45.xml"/><Relationship Id="rId3" Type="http://schemas.openxmlformats.org/officeDocument/2006/relationships/hyperlink" Target="https://www.nationalarchives.gov.uk/doc/open-government-licence/version/3/" TargetMode="External"/><Relationship Id="rId4" Type="http://schemas.openxmlformats.org/officeDocument/2006/relationships/hyperlink" Target="https://www.thenational.academy/legal/terms-and-conditions" TargetMode="External"/><Relationship Id="rId5" Type="http://schemas.openxmlformats.org/officeDocument/2006/relationships/image" Target="../media/image70.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2" name="Shape 752"/>
        <p:cNvGrpSpPr/>
        <p:nvPr/>
      </p:nvGrpSpPr>
      <p:grpSpPr>
        <a:xfrm>
          <a:off x="0" y="0"/>
          <a:ext cx="0" cy="0"/>
          <a:chOff x="0" y="0"/>
          <a:chExt cx="0" cy="0"/>
        </a:xfrm>
      </p:grpSpPr>
      <p:sp>
        <p:nvSpPr>
          <p:cNvPr id="753" name="Google Shape;753;p63"/>
          <p:cNvSpPr txBox="1"/>
          <p:nvPr>
            <p:ph type="ctrTitle"/>
          </p:nvPr>
        </p:nvSpPr>
        <p:spPr>
          <a:xfrm>
            <a:off x="323850" y="810000"/>
            <a:ext cx="5502000" cy="2742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Checking and securing understanding of similar triangles</a:t>
            </a:r>
            <a:endParaRPr/>
          </a:p>
        </p:txBody>
      </p:sp>
      <p:sp>
        <p:nvSpPr>
          <p:cNvPr id="754" name="Google Shape;754;p63"/>
          <p:cNvSpPr txBox="1"/>
          <p:nvPr>
            <p:ph idx="1" type="subTitle"/>
          </p:nvPr>
        </p:nvSpPr>
        <p:spPr>
          <a:xfrm>
            <a:off x="890225" y="4327975"/>
            <a:ext cx="5758500" cy="6699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Trigonometry</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758" name="Shape 758"/>
        <p:cNvGrpSpPr/>
        <p:nvPr/>
      </p:nvGrpSpPr>
      <p:grpSpPr>
        <a:xfrm>
          <a:off x="0" y="0"/>
          <a:ext cx="0" cy="0"/>
          <a:chOff x="0" y="0"/>
          <a:chExt cx="0" cy="0"/>
        </a:xfrm>
      </p:grpSpPr>
      <p:sp>
        <p:nvSpPr>
          <p:cNvPr id="759" name="Google Shape;759;p64"/>
          <p:cNvSpPr txBox="1"/>
          <p:nvPr/>
        </p:nvSpPr>
        <p:spPr>
          <a:xfrm>
            <a:off x="4917900" y="956025"/>
            <a:ext cx="36612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1000"/>
              </a:spcAft>
              <a:buNone/>
            </a:pPr>
            <a:r>
              <a:rPr lang="en-GB" sz="1200" u="sng">
                <a:solidFill>
                  <a:srgbClr val="374CF1"/>
                </a:solidFill>
                <a:latin typeface="Lexend"/>
                <a:ea typeface="Lexend"/>
                <a:cs typeface="Lexend"/>
                <a:sym typeface="Lexend"/>
                <a:hlinkClick r:id="rId3">
                  <a:extLst>
                    <a:ext uri="{A12FA001-AC4F-418D-AE19-62706E023703}">
                      <ahyp:hlinkClr val="tx"/>
                    </a:ext>
                  </a:extLst>
                </a:hlinkClick>
              </a:rPr>
              <a:t>How our teaching resources are designed for the classroom</a:t>
            </a:r>
            <a:endParaRPr sz="1200">
              <a:latin typeface="Lexend"/>
              <a:ea typeface="Lexend"/>
              <a:cs typeface="Lexend"/>
              <a:sym typeface="Lexen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3" name="Shape 763"/>
        <p:cNvGrpSpPr/>
        <p:nvPr/>
      </p:nvGrpSpPr>
      <p:grpSpPr>
        <a:xfrm>
          <a:off x="0" y="0"/>
          <a:ext cx="0" cy="0"/>
          <a:chOff x="0" y="0"/>
          <a:chExt cx="0" cy="0"/>
        </a:xfrm>
      </p:grpSpPr>
      <p:sp>
        <p:nvSpPr>
          <p:cNvPr id="764" name="Google Shape;764;p65"/>
          <p:cNvSpPr txBox="1"/>
          <p:nvPr>
            <p:ph idx="1" type="subTitle"/>
          </p:nvPr>
        </p:nvSpPr>
        <p:spPr>
          <a:xfrm>
            <a:off x="585575" y="1463950"/>
            <a:ext cx="7351200" cy="2762700"/>
          </a:xfrm>
          <a:prstGeom prst="rect">
            <a:avLst/>
          </a:prstGeom>
        </p:spPr>
        <p:txBody>
          <a:bodyPr anchorCtr="0" anchor="ctr" bIns="0" lIns="0" spcFirstLastPara="1" rIns="0" wrap="square" tIns="0">
            <a:noAutofit/>
          </a:bodyPr>
          <a:lstStyle/>
          <a:p>
            <a:pPr indent="0" lvl="0" marL="0" rtl="0" algn="l">
              <a:spcBef>
                <a:spcPts val="0"/>
              </a:spcBef>
              <a:spcAft>
                <a:spcPts val="1000"/>
              </a:spcAft>
              <a:buNone/>
            </a:pPr>
            <a:r>
              <a:rPr lang="en-GB"/>
              <a:t>I can recognise that similar shapes have sides in proportion to each other but angle sizes are preserved.</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8" name="Shape 768"/>
        <p:cNvGrpSpPr/>
        <p:nvPr/>
      </p:nvGrpSpPr>
      <p:grpSpPr>
        <a:xfrm>
          <a:off x="0" y="0"/>
          <a:ext cx="0" cy="0"/>
          <a:chOff x="0" y="0"/>
          <a:chExt cx="0" cy="0"/>
        </a:xfrm>
      </p:grpSpPr>
      <p:sp>
        <p:nvSpPr>
          <p:cNvPr id="769" name="Google Shape;769;p66"/>
          <p:cNvSpPr txBox="1"/>
          <p:nvPr>
            <p:ph idx="2" type="subTitle"/>
          </p:nvPr>
        </p:nvSpPr>
        <p:spPr>
          <a:xfrm>
            <a:off x="324000" y="2173438"/>
            <a:ext cx="8496000" cy="826500"/>
          </a:xfrm>
          <a:prstGeom prst="rect">
            <a:avLst/>
          </a:prstGeom>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lang="en-GB" sz="2000"/>
              <a:t>Enlargement is a transformation that causes a change of size.</a:t>
            </a:r>
            <a:endParaRPr sz="2000"/>
          </a:p>
        </p:txBody>
      </p:sp>
      <p:sp>
        <p:nvSpPr>
          <p:cNvPr id="770" name="Google Shape;770;p66"/>
          <p:cNvSpPr txBox="1"/>
          <p:nvPr>
            <p:ph idx="1" type="subTitle"/>
          </p:nvPr>
        </p:nvSpPr>
        <p:spPr>
          <a:xfrm>
            <a:off x="324000" y="3020131"/>
            <a:ext cx="8496000" cy="834900"/>
          </a:xfrm>
          <a:prstGeom prst="rect">
            <a:avLst/>
          </a:prstGeom>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lang="en-GB" sz="2000"/>
              <a:t>Scale factor is the multiplier between similar shapes that describes how large one shape is compared to the other.</a:t>
            </a:r>
            <a:endParaRPr sz="2000"/>
          </a:p>
        </p:txBody>
      </p:sp>
      <p:sp>
        <p:nvSpPr>
          <p:cNvPr id="771" name="Google Shape;771;p66"/>
          <p:cNvSpPr txBox="1"/>
          <p:nvPr>
            <p:ph idx="1" type="subTitle"/>
          </p:nvPr>
        </p:nvSpPr>
        <p:spPr>
          <a:xfrm>
            <a:off x="324000" y="1048850"/>
            <a:ext cx="8496000" cy="735600"/>
          </a:xfrm>
          <a:prstGeom prst="rect">
            <a:avLst/>
          </a:prstGeom>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lang="en-GB" sz="2000"/>
              <a:t>Two shapes are similar if the only difference between them is their size. Their side lengths are in the same proportions.</a:t>
            </a:r>
            <a:endParaRPr sz="20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5" name="Shape 775"/>
        <p:cNvGrpSpPr/>
        <p:nvPr/>
      </p:nvGrpSpPr>
      <p:grpSpPr>
        <a:xfrm>
          <a:off x="0" y="0"/>
          <a:ext cx="0" cy="0"/>
          <a:chOff x="0" y="0"/>
          <a:chExt cx="0" cy="0"/>
        </a:xfrm>
      </p:grpSpPr>
      <p:sp>
        <p:nvSpPr>
          <p:cNvPr id="776" name="Google Shape;776;p67"/>
          <p:cNvSpPr txBox="1"/>
          <p:nvPr>
            <p:ph type="title"/>
          </p:nvPr>
        </p:nvSpPr>
        <p:spPr>
          <a:xfrm>
            <a:off x="1225225" y="2090813"/>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Identifying similar triangles</a:t>
            </a:r>
            <a:endParaRPr/>
          </a:p>
        </p:txBody>
      </p:sp>
      <p:sp>
        <p:nvSpPr>
          <p:cNvPr id="777" name="Google Shape;777;p67"/>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Finding missing lengths with similar triangles</a:t>
            </a:r>
            <a:endParaRPr/>
          </a:p>
        </p:txBody>
      </p:sp>
      <p:sp>
        <p:nvSpPr>
          <p:cNvPr id="778" name="Google Shape;778;p67"/>
          <p:cNvSpPr txBox="1"/>
          <p:nvPr>
            <p:ph idx="3" type="title"/>
          </p:nvPr>
        </p:nvSpPr>
        <p:spPr>
          <a:xfrm>
            <a:off x="324000" y="657600"/>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Checking and seuring understanding of similar triangles</a:t>
            </a:r>
            <a:endParaRPr/>
          </a:p>
        </p:txBody>
      </p:sp>
      <p:pic>
        <p:nvPicPr>
          <p:cNvPr id="779" name="Google Shape;779;p67"/>
          <p:cNvPicPr preferRelativeResize="0"/>
          <p:nvPr/>
        </p:nvPicPr>
        <p:blipFill>
          <a:blip r:embed="rId3">
            <a:alphaModFix/>
          </a:blip>
          <a:stretch>
            <a:fillRect/>
          </a:stretch>
        </p:blipFill>
        <p:spPr>
          <a:xfrm>
            <a:off x="405150" y="2052100"/>
            <a:ext cx="450575" cy="4467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7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3" name="Shape 783"/>
        <p:cNvGrpSpPr/>
        <p:nvPr/>
      </p:nvGrpSpPr>
      <p:grpSpPr>
        <a:xfrm>
          <a:off x="0" y="0"/>
          <a:ext cx="0" cy="0"/>
          <a:chOff x="0" y="0"/>
          <a:chExt cx="0" cy="0"/>
        </a:xfrm>
      </p:grpSpPr>
      <p:sp>
        <p:nvSpPr>
          <p:cNvPr id="784" name="Google Shape;784;p68"/>
          <p:cNvSpPr/>
          <p:nvPr/>
        </p:nvSpPr>
        <p:spPr>
          <a:xfrm flipH="1" rot="10800000">
            <a:off x="735035" y="2674502"/>
            <a:ext cx="1317718" cy="989457"/>
          </a:xfrm>
          <a:custGeom>
            <a:rect b="b" l="l" r="r" t="t"/>
            <a:pathLst>
              <a:path extrusionOk="0" h="38100" w="50740">
                <a:moveTo>
                  <a:pt x="0" y="0"/>
                </a:moveTo>
                <a:lnTo>
                  <a:pt x="50740" y="0"/>
                </a:lnTo>
                <a:lnTo>
                  <a:pt x="50740" y="38100"/>
                </a:lnTo>
                <a:close/>
              </a:path>
            </a:pathLst>
          </a:custGeom>
          <a:solidFill>
            <a:srgbClr val="F3EEFB"/>
          </a:solidFill>
          <a:ln cap="flat" cmpd="sng" w="38100">
            <a:solidFill>
              <a:srgbClr val="000000"/>
            </a:solidFill>
            <a:prstDash val="solid"/>
            <a:round/>
            <a:headEnd len="med" w="med" type="none"/>
            <a:tailEnd len="med" w="med" type="none"/>
          </a:ln>
        </p:spPr>
      </p:sp>
      <p:sp>
        <p:nvSpPr>
          <p:cNvPr id="785" name="Google Shape;785;p68"/>
          <p:cNvSpPr txBox="1"/>
          <p:nvPr>
            <p:ph idx="1" type="body"/>
          </p:nvPr>
        </p:nvSpPr>
        <p:spPr>
          <a:xfrm>
            <a:off x="324000" y="759300"/>
            <a:ext cx="8237700" cy="399900"/>
          </a:xfrm>
          <a:prstGeom prst="rect">
            <a:avLst/>
          </a:prstGeom>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lang="en-GB" sz="2000"/>
              <a:t>When a shape is enlarged, the angles do </a:t>
            </a:r>
            <a:r>
              <a:rPr lang="en-GB" sz="2000">
                <a:solidFill>
                  <a:schemeClr val="accent4"/>
                </a:solidFill>
              </a:rPr>
              <a:t>not</a:t>
            </a:r>
            <a:r>
              <a:rPr lang="en-GB" sz="2000"/>
              <a:t> change.</a:t>
            </a:r>
            <a:endParaRPr sz="2000"/>
          </a:p>
        </p:txBody>
      </p:sp>
      <p:sp>
        <p:nvSpPr>
          <p:cNvPr id="786" name="Google Shape;786;p68"/>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Identifying similar triangles</a:t>
            </a:r>
            <a:endParaRPr/>
          </a:p>
        </p:txBody>
      </p:sp>
      <p:sp>
        <p:nvSpPr>
          <p:cNvPr id="787" name="Google Shape;787;p68"/>
          <p:cNvSpPr/>
          <p:nvPr/>
        </p:nvSpPr>
        <p:spPr>
          <a:xfrm>
            <a:off x="1887573" y="3503682"/>
            <a:ext cx="160200" cy="1602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788" name="Google Shape;788;p68"/>
          <p:cNvSpPr/>
          <p:nvPr/>
        </p:nvSpPr>
        <p:spPr>
          <a:xfrm>
            <a:off x="505725" y="3368052"/>
            <a:ext cx="564000" cy="564000"/>
          </a:xfrm>
          <a:prstGeom prst="arc">
            <a:avLst>
              <a:gd fmla="val 19277215" name="adj1"/>
              <a:gd fmla="val 272184"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789" name="Google Shape;789;p68"/>
          <p:cNvSpPr/>
          <p:nvPr/>
        </p:nvSpPr>
        <p:spPr>
          <a:xfrm>
            <a:off x="1793820" y="2479022"/>
            <a:ext cx="470400" cy="470400"/>
          </a:xfrm>
          <a:prstGeom prst="arc">
            <a:avLst>
              <a:gd fmla="val 5102859" name="adj1"/>
              <a:gd fmla="val 8891972"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790" name="Google Shape;790;p68"/>
          <p:cNvSpPr txBox="1"/>
          <p:nvPr>
            <p:ph idx="1" type="body"/>
          </p:nvPr>
        </p:nvSpPr>
        <p:spPr>
          <a:xfrm>
            <a:off x="1121674" y="3409307"/>
            <a:ext cx="350100" cy="272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37°</a:t>
            </a:r>
            <a:endParaRPr sz="1600"/>
          </a:p>
        </p:txBody>
      </p:sp>
      <p:sp>
        <p:nvSpPr>
          <p:cNvPr id="791" name="Google Shape;791;p68"/>
          <p:cNvSpPr txBox="1"/>
          <p:nvPr>
            <p:ph idx="1" type="body"/>
          </p:nvPr>
        </p:nvSpPr>
        <p:spPr>
          <a:xfrm>
            <a:off x="1698255" y="2921897"/>
            <a:ext cx="350100" cy="272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53°</a:t>
            </a:r>
            <a:endParaRPr sz="1600"/>
          </a:p>
        </p:txBody>
      </p:sp>
      <p:grpSp>
        <p:nvGrpSpPr>
          <p:cNvPr id="792" name="Google Shape;792;p68"/>
          <p:cNvGrpSpPr/>
          <p:nvPr/>
        </p:nvGrpSpPr>
        <p:grpSpPr>
          <a:xfrm flipH="1" rot="10800000">
            <a:off x="668002" y="2589985"/>
            <a:ext cx="1514335" cy="1184101"/>
            <a:chOff x="4962363" y="3607551"/>
            <a:chExt cx="1213604" cy="948951"/>
          </a:xfrm>
        </p:grpSpPr>
        <p:cxnSp>
          <p:nvCxnSpPr>
            <p:cNvPr id="793" name="Google Shape;793;p68"/>
            <p:cNvCxnSpPr/>
            <p:nvPr/>
          </p:nvCxnSpPr>
          <p:spPr>
            <a:xfrm>
              <a:off x="5050725" y="3607551"/>
              <a:ext cx="1028100" cy="0"/>
            </a:xfrm>
            <a:prstGeom prst="straightConnector1">
              <a:avLst/>
            </a:prstGeom>
            <a:noFill/>
            <a:ln cap="flat" cmpd="sng" w="28575">
              <a:solidFill>
                <a:srgbClr val="000000"/>
              </a:solidFill>
              <a:prstDash val="solid"/>
              <a:round/>
              <a:headEnd len="med" w="med" type="triangle"/>
              <a:tailEnd len="med" w="med" type="triangle"/>
            </a:ln>
          </p:spPr>
        </p:cxnSp>
        <p:cxnSp>
          <p:nvCxnSpPr>
            <p:cNvPr id="794" name="Google Shape;794;p68"/>
            <p:cNvCxnSpPr/>
            <p:nvPr/>
          </p:nvCxnSpPr>
          <p:spPr>
            <a:xfrm>
              <a:off x="6175967" y="3703451"/>
              <a:ext cx="0" cy="786000"/>
            </a:xfrm>
            <a:prstGeom prst="straightConnector1">
              <a:avLst/>
            </a:prstGeom>
            <a:noFill/>
            <a:ln cap="flat" cmpd="sng" w="28575">
              <a:solidFill>
                <a:srgbClr val="000000"/>
              </a:solidFill>
              <a:prstDash val="solid"/>
              <a:round/>
              <a:headEnd len="med" w="med" type="triangle"/>
              <a:tailEnd len="med" w="med" type="triangle"/>
            </a:ln>
          </p:spPr>
        </p:cxnSp>
        <p:cxnSp>
          <p:nvCxnSpPr>
            <p:cNvPr id="795" name="Google Shape;795;p68"/>
            <p:cNvCxnSpPr/>
            <p:nvPr/>
          </p:nvCxnSpPr>
          <p:spPr>
            <a:xfrm>
              <a:off x="4962363" y="3775302"/>
              <a:ext cx="1044300" cy="781200"/>
            </a:xfrm>
            <a:prstGeom prst="straightConnector1">
              <a:avLst/>
            </a:prstGeom>
            <a:noFill/>
            <a:ln cap="flat" cmpd="sng" w="28575">
              <a:solidFill>
                <a:srgbClr val="000000"/>
              </a:solidFill>
              <a:prstDash val="solid"/>
              <a:round/>
              <a:headEnd len="med" w="med" type="triangle"/>
              <a:tailEnd len="med" w="med" type="triangle"/>
            </a:ln>
          </p:spPr>
        </p:cxnSp>
      </p:grpSp>
      <p:sp>
        <p:nvSpPr>
          <p:cNvPr id="796" name="Google Shape;796;p68"/>
          <p:cNvSpPr txBox="1"/>
          <p:nvPr/>
        </p:nvSpPr>
        <p:spPr>
          <a:xfrm>
            <a:off x="2227375" y="3082775"/>
            <a:ext cx="470400" cy="326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solidFill>
                  <a:srgbClr val="000000"/>
                </a:solidFill>
                <a:latin typeface="Lexend"/>
                <a:ea typeface="Lexend"/>
                <a:cs typeface="Lexend"/>
                <a:sym typeface="Lexend"/>
              </a:rPr>
              <a:t>3 m </a:t>
            </a:r>
            <a:endParaRPr sz="1600">
              <a:solidFill>
                <a:srgbClr val="000000"/>
              </a:solidFill>
              <a:latin typeface="Lexend"/>
              <a:ea typeface="Lexend"/>
              <a:cs typeface="Lexend"/>
              <a:sym typeface="Lexend"/>
            </a:endParaRPr>
          </a:p>
        </p:txBody>
      </p:sp>
      <p:sp>
        <p:nvSpPr>
          <p:cNvPr id="797" name="Google Shape;797;p68"/>
          <p:cNvSpPr txBox="1"/>
          <p:nvPr/>
        </p:nvSpPr>
        <p:spPr>
          <a:xfrm>
            <a:off x="1136775" y="3752300"/>
            <a:ext cx="470400" cy="326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solidFill>
                  <a:srgbClr val="000000"/>
                </a:solidFill>
                <a:latin typeface="Lexend"/>
                <a:ea typeface="Lexend"/>
                <a:cs typeface="Lexend"/>
                <a:sym typeface="Lexend"/>
              </a:rPr>
              <a:t>4 m </a:t>
            </a:r>
            <a:endParaRPr sz="1600">
              <a:solidFill>
                <a:srgbClr val="000000"/>
              </a:solidFill>
              <a:latin typeface="Lexend"/>
              <a:ea typeface="Lexend"/>
              <a:cs typeface="Lexend"/>
              <a:sym typeface="Lexend"/>
            </a:endParaRPr>
          </a:p>
        </p:txBody>
      </p:sp>
      <p:sp>
        <p:nvSpPr>
          <p:cNvPr id="798" name="Google Shape;798;p68"/>
          <p:cNvSpPr txBox="1"/>
          <p:nvPr/>
        </p:nvSpPr>
        <p:spPr>
          <a:xfrm>
            <a:off x="932483" y="2844025"/>
            <a:ext cx="625200" cy="399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solidFill>
                  <a:srgbClr val="000000"/>
                </a:solidFill>
                <a:latin typeface="Lexend"/>
                <a:ea typeface="Lexend"/>
                <a:cs typeface="Lexend"/>
                <a:sym typeface="Lexend"/>
              </a:rPr>
              <a:t>5 m </a:t>
            </a:r>
            <a:endParaRPr sz="1600">
              <a:solidFill>
                <a:srgbClr val="000000"/>
              </a:solidFill>
              <a:latin typeface="Lexend"/>
              <a:ea typeface="Lexend"/>
              <a:cs typeface="Lexend"/>
              <a:sym typeface="Lexend"/>
            </a:endParaRPr>
          </a:p>
        </p:txBody>
      </p:sp>
      <p:sp>
        <p:nvSpPr>
          <p:cNvPr id="799" name="Google Shape;799;p68"/>
          <p:cNvSpPr/>
          <p:nvPr/>
        </p:nvSpPr>
        <p:spPr>
          <a:xfrm flipH="1" rot="10800000">
            <a:off x="4751222" y="2304827"/>
            <a:ext cx="2064737" cy="1550384"/>
          </a:xfrm>
          <a:custGeom>
            <a:rect b="b" l="l" r="r" t="t"/>
            <a:pathLst>
              <a:path extrusionOk="0" h="38100" w="50740">
                <a:moveTo>
                  <a:pt x="0" y="0"/>
                </a:moveTo>
                <a:lnTo>
                  <a:pt x="50740" y="0"/>
                </a:lnTo>
                <a:lnTo>
                  <a:pt x="50740" y="38100"/>
                </a:lnTo>
                <a:close/>
              </a:path>
            </a:pathLst>
          </a:custGeom>
          <a:solidFill>
            <a:srgbClr val="F3EEFB"/>
          </a:solidFill>
          <a:ln cap="flat" cmpd="sng" w="38100">
            <a:solidFill>
              <a:srgbClr val="000000"/>
            </a:solidFill>
            <a:prstDash val="solid"/>
            <a:round/>
            <a:headEnd len="med" w="med" type="none"/>
            <a:tailEnd len="med" w="med" type="none"/>
          </a:ln>
        </p:spPr>
      </p:sp>
      <p:sp>
        <p:nvSpPr>
          <p:cNvPr id="800" name="Google Shape;800;p68"/>
          <p:cNvSpPr txBox="1"/>
          <p:nvPr>
            <p:ph idx="1" type="body"/>
          </p:nvPr>
        </p:nvSpPr>
        <p:spPr>
          <a:xfrm>
            <a:off x="5171974" y="3581219"/>
            <a:ext cx="548700" cy="427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37°</a:t>
            </a:r>
            <a:endParaRPr sz="1600"/>
          </a:p>
        </p:txBody>
      </p:sp>
      <p:sp>
        <p:nvSpPr>
          <p:cNvPr id="801" name="Google Shape;801;p68"/>
          <p:cNvSpPr txBox="1"/>
          <p:nvPr>
            <p:ph idx="1" type="body"/>
          </p:nvPr>
        </p:nvSpPr>
        <p:spPr>
          <a:xfrm>
            <a:off x="6433497" y="2616302"/>
            <a:ext cx="548700" cy="427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53°</a:t>
            </a:r>
            <a:endParaRPr sz="1600"/>
          </a:p>
        </p:txBody>
      </p:sp>
      <p:sp>
        <p:nvSpPr>
          <p:cNvPr id="802" name="Google Shape;802;p68"/>
          <p:cNvSpPr/>
          <p:nvPr/>
        </p:nvSpPr>
        <p:spPr>
          <a:xfrm>
            <a:off x="6645764" y="3672000"/>
            <a:ext cx="174300" cy="1743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03" name="Google Shape;803;p68"/>
          <p:cNvSpPr/>
          <p:nvPr/>
        </p:nvSpPr>
        <p:spPr>
          <a:xfrm>
            <a:off x="4511668" y="3528025"/>
            <a:ext cx="613500" cy="613500"/>
          </a:xfrm>
          <a:prstGeom prst="arc">
            <a:avLst>
              <a:gd fmla="val 19277215" name="adj1"/>
              <a:gd fmla="val 272184"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04" name="Google Shape;804;p68"/>
          <p:cNvSpPr/>
          <p:nvPr/>
        </p:nvSpPr>
        <p:spPr>
          <a:xfrm>
            <a:off x="6543848" y="2103992"/>
            <a:ext cx="511500" cy="511500"/>
          </a:xfrm>
          <a:prstGeom prst="arc">
            <a:avLst>
              <a:gd fmla="val 5102859" name="adj1"/>
              <a:gd fmla="val 8891972"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05" name="Google Shape;805;p68"/>
          <p:cNvSpPr/>
          <p:nvPr/>
        </p:nvSpPr>
        <p:spPr>
          <a:xfrm>
            <a:off x="3128400" y="3107875"/>
            <a:ext cx="737400" cy="427500"/>
          </a:xfrm>
          <a:prstGeom prst="rightArrow">
            <a:avLst>
              <a:gd fmla="val 50000" name="adj1"/>
              <a:gd fmla="val 50000" name="adj2"/>
            </a:avLst>
          </a:prstGeom>
          <a:solidFill>
            <a:schemeClr val="accent4"/>
          </a:solidFill>
          <a:ln cap="flat" cmpd="sng" w="9525">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06" name="Google Shape;806;p68"/>
          <p:cNvSpPr txBox="1"/>
          <p:nvPr>
            <p:ph idx="1" type="body"/>
          </p:nvPr>
        </p:nvSpPr>
        <p:spPr>
          <a:xfrm>
            <a:off x="324000" y="1292700"/>
            <a:ext cx="8237700" cy="363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Therefore, similar shapes have the </a:t>
            </a:r>
            <a:r>
              <a:rPr lang="en-GB" sz="2000">
                <a:solidFill>
                  <a:schemeClr val="accent4"/>
                </a:solidFill>
              </a:rPr>
              <a:t>same angles</a:t>
            </a:r>
            <a:r>
              <a:rPr lang="en-GB" sz="2000"/>
              <a:t>.</a:t>
            </a:r>
            <a:endParaRPr sz="2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0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0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0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0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0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0" name="Shape 810"/>
        <p:cNvGrpSpPr/>
        <p:nvPr/>
      </p:nvGrpSpPr>
      <p:grpSpPr>
        <a:xfrm>
          <a:off x="0" y="0"/>
          <a:ext cx="0" cy="0"/>
          <a:chOff x="0" y="0"/>
          <a:chExt cx="0" cy="0"/>
        </a:xfrm>
      </p:grpSpPr>
      <p:sp>
        <p:nvSpPr>
          <p:cNvPr id="811" name="Google Shape;811;p69"/>
          <p:cNvSpPr/>
          <p:nvPr/>
        </p:nvSpPr>
        <p:spPr>
          <a:xfrm flipH="1" rot="10800000">
            <a:off x="735035" y="2674502"/>
            <a:ext cx="1317718" cy="989457"/>
          </a:xfrm>
          <a:custGeom>
            <a:rect b="b" l="l" r="r" t="t"/>
            <a:pathLst>
              <a:path extrusionOk="0" h="38100" w="50740">
                <a:moveTo>
                  <a:pt x="0" y="0"/>
                </a:moveTo>
                <a:lnTo>
                  <a:pt x="50740" y="0"/>
                </a:lnTo>
                <a:lnTo>
                  <a:pt x="50740" y="38100"/>
                </a:lnTo>
                <a:close/>
              </a:path>
            </a:pathLst>
          </a:custGeom>
          <a:solidFill>
            <a:srgbClr val="F3EEFB"/>
          </a:solidFill>
          <a:ln cap="flat" cmpd="sng" w="38100">
            <a:solidFill>
              <a:srgbClr val="000000"/>
            </a:solidFill>
            <a:prstDash val="solid"/>
            <a:round/>
            <a:headEnd len="med" w="med" type="none"/>
            <a:tailEnd len="med" w="med" type="none"/>
          </a:ln>
        </p:spPr>
      </p:sp>
      <p:sp>
        <p:nvSpPr>
          <p:cNvPr id="812" name="Google Shape;812;p69"/>
          <p:cNvSpPr txBox="1"/>
          <p:nvPr>
            <p:ph idx="1" type="body"/>
          </p:nvPr>
        </p:nvSpPr>
        <p:spPr>
          <a:xfrm>
            <a:off x="324000" y="759300"/>
            <a:ext cx="8237700" cy="646500"/>
          </a:xfrm>
          <a:prstGeom prst="rect">
            <a:avLst/>
          </a:prstGeom>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lang="en-GB" sz="2000"/>
              <a:t>When a shape is enlarged, the lengths </a:t>
            </a:r>
            <a:r>
              <a:rPr lang="en-GB" sz="2000">
                <a:solidFill>
                  <a:schemeClr val="accent4"/>
                </a:solidFill>
              </a:rPr>
              <a:t>may</a:t>
            </a:r>
            <a:r>
              <a:rPr lang="en-GB" sz="2000"/>
              <a:t> change. </a:t>
            </a:r>
            <a:br>
              <a:rPr lang="en-GB" sz="2000"/>
            </a:br>
            <a:r>
              <a:rPr lang="en-GB" sz="2000"/>
              <a:t>This depends on the scale factor.</a:t>
            </a:r>
            <a:endParaRPr sz="2000"/>
          </a:p>
        </p:txBody>
      </p:sp>
      <p:sp>
        <p:nvSpPr>
          <p:cNvPr id="813" name="Google Shape;813;p6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Identifying similar triangles</a:t>
            </a:r>
            <a:endParaRPr/>
          </a:p>
        </p:txBody>
      </p:sp>
      <p:sp>
        <p:nvSpPr>
          <p:cNvPr id="814" name="Google Shape;814;p69"/>
          <p:cNvSpPr/>
          <p:nvPr/>
        </p:nvSpPr>
        <p:spPr>
          <a:xfrm>
            <a:off x="1887573" y="3503682"/>
            <a:ext cx="160200" cy="1602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15" name="Google Shape;815;p69"/>
          <p:cNvSpPr/>
          <p:nvPr/>
        </p:nvSpPr>
        <p:spPr>
          <a:xfrm>
            <a:off x="505725" y="3368052"/>
            <a:ext cx="564000" cy="564000"/>
          </a:xfrm>
          <a:prstGeom prst="arc">
            <a:avLst>
              <a:gd fmla="val 19277215" name="adj1"/>
              <a:gd fmla="val 272184"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16" name="Google Shape;816;p69"/>
          <p:cNvSpPr/>
          <p:nvPr/>
        </p:nvSpPr>
        <p:spPr>
          <a:xfrm>
            <a:off x="1793820" y="2479022"/>
            <a:ext cx="470400" cy="470400"/>
          </a:xfrm>
          <a:prstGeom prst="arc">
            <a:avLst>
              <a:gd fmla="val 5102859" name="adj1"/>
              <a:gd fmla="val 8891972"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17" name="Google Shape;817;p69"/>
          <p:cNvSpPr txBox="1"/>
          <p:nvPr>
            <p:ph idx="1" type="body"/>
          </p:nvPr>
        </p:nvSpPr>
        <p:spPr>
          <a:xfrm>
            <a:off x="1121674" y="3409307"/>
            <a:ext cx="350100" cy="272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37°</a:t>
            </a:r>
            <a:endParaRPr sz="1600"/>
          </a:p>
        </p:txBody>
      </p:sp>
      <p:sp>
        <p:nvSpPr>
          <p:cNvPr id="818" name="Google Shape;818;p69"/>
          <p:cNvSpPr txBox="1"/>
          <p:nvPr>
            <p:ph idx="1" type="body"/>
          </p:nvPr>
        </p:nvSpPr>
        <p:spPr>
          <a:xfrm>
            <a:off x="1698255" y="2921897"/>
            <a:ext cx="350100" cy="272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53°</a:t>
            </a:r>
            <a:endParaRPr sz="1600"/>
          </a:p>
        </p:txBody>
      </p:sp>
      <p:grpSp>
        <p:nvGrpSpPr>
          <p:cNvPr id="819" name="Google Shape;819;p69"/>
          <p:cNvGrpSpPr/>
          <p:nvPr/>
        </p:nvGrpSpPr>
        <p:grpSpPr>
          <a:xfrm flipH="1" rot="10800000">
            <a:off x="668002" y="2589985"/>
            <a:ext cx="1514335" cy="1184101"/>
            <a:chOff x="4962363" y="3607551"/>
            <a:chExt cx="1213604" cy="948951"/>
          </a:xfrm>
        </p:grpSpPr>
        <p:cxnSp>
          <p:nvCxnSpPr>
            <p:cNvPr id="820" name="Google Shape;820;p69"/>
            <p:cNvCxnSpPr/>
            <p:nvPr/>
          </p:nvCxnSpPr>
          <p:spPr>
            <a:xfrm>
              <a:off x="5050725" y="3607551"/>
              <a:ext cx="1028100" cy="0"/>
            </a:xfrm>
            <a:prstGeom prst="straightConnector1">
              <a:avLst/>
            </a:prstGeom>
            <a:noFill/>
            <a:ln cap="flat" cmpd="sng" w="28575">
              <a:solidFill>
                <a:srgbClr val="000000"/>
              </a:solidFill>
              <a:prstDash val="solid"/>
              <a:round/>
              <a:headEnd len="med" w="med" type="triangle"/>
              <a:tailEnd len="med" w="med" type="triangle"/>
            </a:ln>
          </p:spPr>
        </p:cxnSp>
        <p:cxnSp>
          <p:nvCxnSpPr>
            <p:cNvPr id="821" name="Google Shape;821;p69"/>
            <p:cNvCxnSpPr/>
            <p:nvPr/>
          </p:nvCxnSpPr>
          <p:spPr>
            <a:xfrm>
              <a:off x="6175967" y="3703451"/>
              <a:ext cx="0" cy="786000"/>
            </a:xfrm>
            <a:prstGeom prst="straightConnector1">
              <a:avLst/>
            </a:prstGeom>
            <a:noFill/>
            <a:ln cap="flat" cmpd="sng" w="28575">
              <a:solidFill>
                <a:srgbClr val="000000"/>
              </a:solidFill>
              <a:prstDash val="solid"/>
              <a:round/>
              <a:headEnd len="med" w="med" type="triangle"/>
              <a:tailEnd len="med" w="med" type="triangle"/>
            </a:ln>
          </p:spPr>
        </p:cxnSp>
        <p:cxnSp>
          <p:nvCxnSpPr>
            <p:cNvPr id="822" name="Google Shape;822;p69"/>
            <p:cNvCxnSpPr/>
            <p:nvPr/>
          </p:nvCxnSpPr>
          <p:spPr>
            <a:xfrm>
              <a:off x="4962363" y="3775302"/>
              <a:ext cx="1044300" cy="781200"/>
            </a:xfrm>
            <a:prstGeom prst="straightConnector1">
              <a:avLst/>
            </a:prstGeom>
            <a:noFill/>
            <a:ln cap="flat" cmpd="sng" w="28575">
              <a:solidFill>
                <a:srgbClr val="000000"/>
              </a:solidFill>
              <a:prstDash val="solid"/>
              <a:round/>
              <a:headEnd len="med" w="med" type="triangle"/>
              <a:tailEnd len="med" w="med" type="triangle"/>
            </a:ln>
          </p:spPr>
        </p:cxnSp>
      </p:grpSp>
      <p:sp>
        <p:nvSpPr>
          <p:cNvPr id="823" name="Google Shape;823;p69"/>
          <p:cNvSpPr txBox="1"/>
          <p:nvPr/>
        </p:nvSpPr>
        <p:spPr>
          <a:xfrm>
            <a:off x="2227375" y="3082775"/>
            <a:ext cx="470400" cy="326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solidFill>
                  <a:srgbClr val="000000"/>
                </a:solidFill>
                <a:latin typeface="Lexend"/>
                <a:ea typeface="Lexend"/>
                <a:cs typeface="Lexend"/>
                <a:sym typeface="Lexend"/>
              </a:rPr>
              <a:t>3 m </a:t>
            </a:r>
            <a:endParaRPr sz="1600">
              <a:solidFill>
                <a:srgbClr val="000000"/>
              </a:solidFill>
              <a:latin typeface="Lexend"/>
              <a:ea typeface="Lexend"/>
              <a:cs typeface="Lexend"/>
              <a:sym typeface="Lexend"/>
            </a:endParaRPr>
          </a:p>
        </p:txBody>
      </p:sp>
      <p:sp>
        <p:nvSpPr>
          <p:cNvPr id="824" name="Google Shape;824;p69"/>
          <p:cNvSpPr txBox="1"/>
          <p:nvPr/>
        </p:nvSpPr>
        <p:spPr>
          <a:xfrm>
            <a:off x="1136775" y="3752300"/>
            <a:ext cx="470400" cy="326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solidFill>
                  <a:srgbClr val="000000"/>
                </a:solidFill>
                <a:latin typeface="Lexend"/>
                <a:ea typeface="Lexend"/>
                <a:cs typeface="Lexend"/>
                <a:sym typeface="Lexend"/>
              </a:rPr>
              <a:t>4 m </a:t>
            </a:r>
            <a:endParaRPr sz="1600">
              <a:solidFill>
                <a:srgbClr val="000000"/>
              </a:solidFill>
              <a:latin typeface="Lexend"/>
              <a:ea typeface="Lexend"/>
              <a:cs typeface="Lexend"/>
              <a:sym typeface="Lexend"/>
            </a:endParaRPr>
          </a:p>
        </p:txBody>
      </p:sp>
      <p:sp>
        <p:nvSpPr>
          <p:cNvPr id="825" name="Google Shape;825;p69"/>
          <p:cNvSpPr txBox="1"/>
          <p:nvPr/>
        </p:nvSpPr>
        <p:spPr>
          <a:xfrm>
            <a:off x="932483" y="2844025"/>
            <a:ext cx="625200" cy="399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solidFill>
                  <a:srgbClr val="000000"/>
                </a:solidFill>
                <a:latin typeface="Lexend"/>
                <a:ea typeface="Lexend"/>
                <a:cs typeface="Lexend"/>
                <a:sym typeface="Lexend"/>
              </a:rPr>
              <a:t>5 m </a:t>
            </a:r>
            <a:endParaRPr sz="1600">
              <a:solidFill>
                <a:srgbClr val="000000"/>
              </a:solidFill>
              <a:latin typeface="Lexend"/>
              <a:ea typeface="Lexend"/>
              <a:cs typeface="Lexend"/>
              <a:sym typeface="Lexend"/>
            </a:endParaRPr>
          </a:p>
        </p:txBody>
      </p:sp>
      <p:sp>
        <p:nvSpPr>
          <p:cNvPr id="826" name="Google Shape;826;p69"/>
          <p:cNvSpPr/>
          <p:nvPr/>
        </p:nvSpPr>
        <p:spPr>
          <a:xfrm flipH="1" rot="10800000">
            <a:off x="4751222" y="2304827"/>
            <a:ext cx="2064737" cy="1550384"/>
          </a:xfrm>
          <a:custGeom>
            <a:rect b="b" l="l" r="r" t="t"/>
            <a:pathLst>
              <a:path extrusionOk="0" h="38100" w="50740">
                <a:moveTo>
                  <a:pt x="0" y="0"/>
                </a:moveTo>
                <a:lnTo>
                  <a:pt x="50740" y="0"/>
                </a:lnTo>
                <a:lnTo>
                  <a:pt x="50740" y="38100"/>
                </a:lnTo>
                <a:close/>
              </a:path>
            </a:pathLst>
          </a:custGeom>
          <a:solidFill>
            <a:srgbClr val="F3EEFB"/>
          </a:solidFill>
          <a:ln cap="flat" cmpd="sng" w="38100">
            <a:solidFill>
              <a:srgbClr val="000000"/>
            </a:solidFill>
            <a:prstDash val="solid"/>
            <a:round/>
            <a:headEnd len="med" w="med" type="none"/>
            <a:tailEnd len="med" w="med" type="none"/>
          </a:ln>
        </p:spPr>
      </p:sp>
      <p:sp>
        <p:nvSpPr>
          <p:cNvPr id="827" name="Google Shape;827;p69"/>
          <p:cNvSpPr txBox="1"/>
          <p:nvPr>
            <p:ph idx="1" type="body"/>
          </p:nvPr>
        </p:nvSpPr>
        <p:spPr>
          <a:xfrm>
            <a:off x="5171974" y="3581219"/>
            <a:ext cx="548700" cy="427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37°</a:t>
            </a:r>
            <a:endParaRPr sz="1600"/>
          </a:p>
        </p:txBody>
      </p:sp>
      <p:sp>
        <p:nvSpPr>
          <p:cNvPr id="828" name="Google Shape;828;p69"/>
          <p:cNvSpPr txBox="1"/>
          <p:nvPr>
            <p:ph idx="1" type="body"/>
          </p:nvPr>
        </p:nvSpPr>
        <p:spPr>
          <a:xfrm>
            <a:off x="6433497" y="2616302"/>
            <a:ext cx="548700" cy="427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53°</a:t>
            </a:r>
            <a:endParaRPr sz="1600"/>
          </a:p>
        </p:txBody>
      </p:sp>
      <p:grpSp>
        <p:nvGrpSpPr>
          <p:cNvPr id="829" name="Google Shape;829;p69"/>
          <p:cNvGrpSpPr/>
          <p:nvPr/>
        </p:nvGrpSpPr>
        <p:grpSpPr>
          <a:xfrm flipH="1" rot="10800000">
            <a:off x="4673758" y="2226555"/>
            <a:ext cx="2263982" cy="1724760"/>
            <a:chOff x="4976282" y="3646524"/>
            <a:chExt cx="1157928" cy="882140"/>
          </a:xfrm>
        </p:grpSpPr>
        <p:cxnSp>
          <p:nvCxnSpPr>
            <p:cNvPr id="830" name="Google Shape;830;p69"/>
            <p:cNvCxnSpPr/>
            <p:nvPr/>
          </p:nvCxnSpPr>
          <p:spPr>
            <a:xfrm>
              <a:off x="5050725" y="3646524"/>
              <a:ext cx="1028100" cy="0"/>
            </a:xfrm>
            <a:prstGeom prst="straightConnector1">
              <a:avLst/>
            </a:prstGeom>
            <a:noFill/>
            <a:ln cap="flat" cmpd="sng" w="28575">
              <a:solidFill>
                <a:srgbClr val="000000"/>
              </a:solidFill>
              <a:prstDash val="solid"/>
              <a:round/>
              <a:headEnd len="med" w="med" type="triangle"/>
              <a:tailEnd len="med" w="med" type="triangle"/>
            </a:ln>
          </p:spPr>
        </p:cxnSp>
        <p:cxnSp>
          <p:nvCxnSpPr>
            <p:cNvPr id="831" name="Google Shape;831;p69"/>
            <p:cNvCxnSpPr/>
            <p:nvPr/>
          </p:nvCxnSpPr>
          <p:spPr>
            <a:xfrm>
              <a:off x="6134211" y="3703451"/>
              <a:ext cx="0" cy="786000"/>
            </a:xfrm>
            <a:prstGeom prst="straightConnector1">
              <a:avLst/>
            </a:prstGeom>
            <a:noFill/>
            <a:ln cap="flat" cmpd="sng" w="28575">
              <a:solidFill>
                <a:srgbClr val="000000"/>
              </a:solidFill>
              <a:prstDash val="solid"/>
              <a:round/>
              <a:headEnd len="med" w="med" type="triangle"/>
              <a:tailEnd len="med" w="med" type="triangle"/>
            </a:ln>
          </p:spPr>
        </p:cxnSp>
        <p:cxnSp>
          <p:nvCxnSpPr>
            <p:cNvPr id="832" name="Google Shape;832;p69"/>
            <p:cNvCxnSpPr/>
            <p:nvPr/>
          </p:nvCxnSpPr>
          <p:spPr>
            <a:xfrm>
              <a:off x="4976282" y="3747464"/>
              <a:ext cx="1044300" cy="781200"/>
            </a:xfrm>
            <a:prstGeom prst="straightConnector1">
              <a:avLst/>
            </a:prstGeom>
            <a:noFill/>
            <a:ln cap="flat" cmpd="sng" w="28575">
              <a:solidFill>
                <a:srgbClr val="000000"/>
              </a:solidFill>
              <a:prstDash val="solid"/>
              <a:round/>
              <a:headEnd len="med" w="med" type="triangle"/>
              <a:tailEnd len="med" w="med" type="triangle"/>
            </a:ln>
          </p:spPr>
        </p:cxnSp>
      </p:grpSp>
      <p:sp>
        <p:nvSpPr>
          <p:cNvPr id="833" name="Google Shape;833;p69"/>
          <p:cNvSpPr txBox="1"/>
          <p:nvPr/>
        </p:nvSpPr>
        <p:spPr>
          <a:xfrm>
            <a:off x="6964318" y="3020772"/>
            <a:ext cx="574200" cy="264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6</a:t>
            </a:r>
            <a:r>
              <a:rPr lang="en-GB" sz="1600">
                <a:solidFill>
                  <a:srgbClr val="000000"/>
                </a:solidFill>
                <a:latin typeface="Lexend"/>
                <a:ea typeface="Lexend"/>
                <a:cs typeface="Lexend"/>
                <a:sym typeface="Lexend"/>
              </a:rPr>
              <a:t> m </a:t>
            </a:r>
            <a:endParaRPr sz="1600">
              <a:solidFill>
                <a:srgbClr val="000000"/>
              </a:solidFill>
              <a:latin typeface="Lexend"/>
              <a:ea typeface="Lexend"/>
              <a:cs typeface="Lexend"/>
              <a:sym typeface="Lexend"/>
            </a:endParaRPr>
          </a:p>
        </p:txBody>
      </p:sp>
      <p:sp>
        <p:nvSpPr>
          <p:cNvPr id="834" name="Google Shape;834;p69"/>
          <p:cNvSpPr txBox="1"/>
          <p:nvPr/>
        </p:nvSpPr>
        <p:spPr>
          <a:xfrm>
            <a:off x="5609275" y="3966429"/>
            <a:ext cx="613500" cy="264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8</a:t>
            </a:r>
            <a:r>
              <a:rPr lang="en-GB" sz="1600">
                <a:solidFill>
                  <a:srgbClr val="000000"/>
                </a:solidFill>
                <a:latin typeface="Lexend"/>
                <a:ea typeface="Lexend"/>
                <a:cs typeface="Lexend"/>
                <a:sym typeface="Lexend"/>
              </a:rPr>
              <a:t> m </a:t>
            </a:r>
            <a:endParaRPr sz="1600">
              <a:solidFill>
                <a:srgbClr val="000000"/>
              </a:solidFill>
              <a:latin typeface="Lexend"/>
              <a:ea typeface="Lexend"/>
              <a:cs typeface="Lexend"/>
              <a:sym typeface="Lexend"/>
            </a:endParaRPr>
          </a:p>
        </p:txBody>
      </p:sp>
      <p:sp>
        <p:nvSpPr>
          <p:cNvPr id="835" name="Google Shape;835;p69"/>
          <p:cNvSpPr txBox="1"/>
          <p:nvPr/>
        </p:nvSpPr>
        <p:spPr>
          <a:xfrm>
            <a:off x="5237125" y="2726325"/>
            <a:ext cx="511500" cy="296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10</a:t>
            </a:r>
            <a:r>
              <a:rPr lang="en-GB" sz="1600">
                <a:solidFill>
                  <a:srgbClr val="000000"/>
                </a:solidFill>
                <a:latin typeface="Lexend"/>
                <a:ea typeface="Lexend"/>
                <a:cs typeface="Lexend"/>
                <a:sym typeface="Lexend"/>
              </a:rPr>
              <a:t> m </a:t>
            </a:r>
            <a:endParaRPr sz="1600">
              <a:solidFill>
                <a:srgbClr val="000000"/>
              </a:solidFill>
              <a:latin typeface="Lexend"/>
              <a:ea typeface="Lexend"/>
              <a:cs typeface="Lexend"/>
              <a:sym typeface="Lexend"/>
            </a:endParaRPr>
          </a:p>
        </p:txBody>
      </p:sp>
      <p:sp>
        <p:nvSpPr>
          <p:cNvPr id="836" name="Google Shape;836;p69"/>
          <p:cNvSpPr/>
          <p:nvPr/>
        </p:nvSpPr>
        <p:spPr>
          <a:xfrm>
            <a:off x="6645764" y="3672000"/>
            <a:ext cx="174300" cy="1743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37" name="Google Shape;837;p69"/>
          <p:cNvSpPr/>
          <p:nvPr/>
        </p:nvSpPr>
        <p:spPr>
          <a:xfrm>
            <a:off x="4511668" y="3528025"/>
            <a:ext cx="613500" cy="613500"/>
          </a:xfrm>
          <a:prstGeom prst="arc">
            <a:avLst>
              <a:gd fmla="val 19277215" name="adj1"/>
              <a:gd fmla="val 272184"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38" name="Google Shape;838;p69"/>
          <p:cNvSpPr/>
          <p:nvPr/>
        </p:nvSpPr>
        <p:spPr>
          <a:xfrm>
            <a:off x="6543848" y="2103992"/>
            <a:ext cx="511500" cy="511500"/>
          </a:xfrm>
          <a:prstGeom prst="arc">
            <a:avLst>
              <a:gd fmla="val 5102859" name="adj1"/>
              <a:gd fmla="val 8891972"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839" name="Google Shape;839;p69"/>
          <p:cNvCxnSpPr>
            <a:endCxn id="835" idx="1"/>
          </p:cNvCxnSpPr>
          <p:nvPr/>
        </p:nvCxnSpPr>
        <p:spPr>
          <a:xfrm flipH="1" rot="10800000">
            <a:off x="1306225" y="2874675"/>
            <a:ext cx="3930900" cy="76800"/>
          </a:xfrm>
          <a:prstGeom prst="straightConnector1">
            <a:avLst/>
          </a:prstGeom>
          <a:noFill/>
          <a:ln cap="flat" cmpd="sng" w="38100">
            <a:solidFill>
              <a:schemeClr val="accent4"/>
            </a:solidFill>
            <a:prstDash val="solid"/>
            <a:round/>
            <a:headEnd len="med" w="med" type="none"/>
            <a:tailEnd len="med" w="med" type="triangle"/>
          </a:ln>
        </p:spPr>
      </p:cxnSp>
      <p:cxnSp>
        <p:nvCxnSpPr>
          <p:cNvPr id="840" name="Google Shape;840;p69"/>
          <p:cNvCxnSpPr>
            <a:endCxn id="833" idx="1"/>
          </p:cNvCxnSpPr>
          <p:nvPr/>
        </p:nvCxnSpPr>
        <p:spPr>
          <a:xfrm flipH="1" rot="10800000">
            <a:off x="2612818" y="3152922"/>
            <a:ext cx="4351500" cy="84900"/>
          </a:xfrm>
          <a:prstGeom prst="straightConnector1">
            <a:avLst/>
          </a:prstGeom>
          <a:noFill/>
          <a:ln cap="flat" cmpd="sng" w="38100">
            <a:solidFill>
              <a:schemeClr val="accent4"/>
            </a:solidFill>
            <a:prstDash val="solid"/>
            <a:round/>
            <a:headEnd len="med" w="med" type="none"/>
            <a:tailEnd len="med" w="med" type="triangle"/>
          </a:ln>
        </p:spPr>
      </p:cxnSp>
      <p:cxnSp>
        <p:nvCxnSpPr>
          <p:cNvPr id="841" name="Google Shape;841;p69"/>
          <p:cNvCxnSpPr>
            <a:endCxn id="834" idx="1"/>
          </p:cNvCxnSpPr>
          <p:nvPr/>
        </p:nvCxnSpPr>
        <p:spPr>
          <a:xfrm>
            <a:off x="1557775" y="3893979"/>
            <a:ext cx="4051500" cy="204600"/>
          </a:xfrm>
          <a:prstGeom prst="straightConnector1">
            <a:avLst/>
          </a:prstGeom>
          <a:noFill/>
          <a:ln cap="flat" cmpd="sng" w="38100">
            <a:solidFill>
              <a:schemeClr val="accent4"/>
            </a:solidFill>
            <a:prstDash val="solid"/>
            <a:round/>
            <a:headEnd len="med" w="med" type="none"/>
            <a:tailEnd len="med" w="med" type="triangle"/>
          </a:ln>
        </p:spPr>
      </p:cxnSp>
      <p:sp>
        <p:nvSpPr>
          <p:cNvPr id="842" name="Google Shape;842;p69"/>
          <p:cNvSpPr txBox="1"/>
          <p:nvPr/>
        </p:nvSpPr>
        <p:spPr>
          <a:xfrm>
            <a:off x="3745939" y="2667010"/>
            <a:ext cx="425700" cy="272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  2</a:t>
            </a:r>
            <a:r>
              <a:rPr lang="en-GB" sz="1600">
                <a:solidFill>
                  <a:srgbClr val="000000"/>
                </a:solidFill>
                <a:latin typeface="Lexend"/>
                <a:ea typeface="Lexend"/>
                <a:cs typeface="Lexend"/>
                <a:sym typeface="Lexend"/>
              </a:rPr>
              <a:t> </a:t>
            </a:r>
            <a:endParaRPr sz="1600">
              <a:solidFill>
                <a:srgbClr val="000000"/>
              </a:solidFill>
              <a:latin typeface="Lexend"/>
              <a:ea typeface="Lexend"/>
              <a:cs typeface="Lexend"/>
              <a:sym typeface="Lexend"/>
            </a:endParaRPr>
          </a:p>
        </p:txBody>
      </p:sp>
      <p:sp>
        <p:nvSpPr>
          <p:cNvPr id="843" name="Google Shape;843;p69"/>
          <p:cNvSpPr txBox="1"/>
          <p:nvPr/>
        </p:nvSpPr>
        <p:spPr>
          <a:xfrm>
            <a:off x="3735053" y="2993581"/>
            <a:ext cx="425700" cy="272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  2</a:t>
            </a:r>
            <a:r>
              <a:rPr lang="en-GB" sz="1600">
                <a:solidFill>
                  <a:srgbClr val="000000"/>
                </a:solidFill>
                <a:latin typeface="Lexend"/>
                <a:ea typeface="Lexend"/>
                <a:cs typeface="Lexend"/>
                <a:sym typeface="Lexend"/>
              </a:rPr>
              <a:t> </a:t>
            </a:r>
            <a:endParaRPr sz="1600">
              <a:solidFill>
                <a:srgbClr val="000000"/>
              </a:solidFill>
              <a:latin typeface="Lexend"/>
              <a:ea typeface="Lexend"/>
              <a:cs typeface="Lexend"/>
              <a:sym typeface="Lexend"/>
            </a:endParaRPr>
          </a:p>
        </p:txBody>
      </p:sp>
      <p:sp>
        <p:nvSpPr>
          <p:cNvPr id="844" name="Google Shape;844;p69"/>
          <p:cNvSpPr txBox="1"/>
          <p:nvPr/>
        </p:nvSpPr>
        <p:spPr>
          <a:xfrm>
            <a:off x="3686067" y="3777352"/>
            <a:ext cx="425700" cy="272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  2</a:t>
            </a:r>
            <a:r>
              <a:rPr lang="en-GB" sz="1600">
                <a:solidFill>
                  <a:srgbClr val="000000"/>
                </a:solidFill>
                <a:latin typeface="Lexend"/>
                <a:ea typeface="Lexend"/>
                <a:cs typeface="Lexend"/>
                <a:sym typeface="Lexend"/>
              </a:rPr>
              <a:t> </a:t>
            </a:r>
            <a:endParaRPr sz="1600">
              <a:solidFill>
                <a:srgbClr val="000000"/>
              </a:solidFill>
              <a:latin typeface="Lexend"/>
              <a:ea typeface="Lexend"/>
              <a:cs typeface="Lexend"/>
              <a:sym typeface="Lexend"/>
            </a:endParaRPr>
          </a:p>
        </p:txBody>
      </p:sp>
      <p:sp>
        <p:nvSpPr>
          <p:cNvPr id="845" name="Google Shape;845;p69"/>
          <p:cNvSpPr txBox="1"/>
          <p:nvPr>
            <p:ph idx="1" type="body"/>
          </p:nvPr>
        </p:nvSpPr>
        <p:spPr>
          <a:xfrm>
            <a:off x="324000" y="1597500"/>
            <a:ext cx="8237700" cy="363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Therefore, similar shapes may have </a:t>
            </a:r>
            <a:r>
              <a:rPr lang="en-GB" sz="2000">
                <a:solidFill>
                  <a:schemeClr val="accent4"/>
                </a:solidFill>
              </a:rPr>
              <a:t>different lengths</a:t>
            </a:r>
            <a:r>
              <a:rPr lang="en-GB" sz="2000"/>
              <a:t>.</a:t>
            </a:r>
            <a:endParaRPr sz="2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3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4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4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4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4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839"/>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840"/>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841"/>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842"/>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843"/>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844"/>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83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3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4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9" name="Shape 849"/>
        <p:cNvGrpSpPr/>
        <p:nvPr/>
      </p:nvGrpSpPr>
      <p:grpSpPr>
        <a:xfrm>
          <a:off x="0" y="0"/>
          <a:ext cx="0" cy="0"/>
          <a:chOff x="0" y="0"/>
          <a:chExt cx="0" cy="0"/>
        </a:xfrm>
      </p:grpSpPr>
      <p:sp>
        <p:nvSpPr>
          <p:cNvPr id="850" name="Google Shape;850;p70"/>
          <p:cNvSpPr/>
          <p:nvPr/>
        </p:nvSpPr>
        <p:spPr>
          <a:xfrm flipH="1" rot="10800000">
            <a:off x="735035" y="2674502"/>
            <a:ext cx="1317718" cy="989457"/>
          </a:xfrm>
          <a:custGeom>
            <a:rect b="b" l="l" r="r" t="t"/>
            <a:pathLst>
              <a:path extrusionOk="0" h="38100" w="50740">
                <a:moveTo>
                  <a:pt x="0" y="0"/>
                </a:moveTo>
                <a:lnTo>
                  <a:pt x="50740" y="0"/>
                </a:lnTo>
                <a:lnTo>
                  <a:pt x="50740" y="38100"/>
                </a:lnTo>
                <a:close/>
              </a:path>
            </a:pathLst>
          </a:custGeom>
          <a:solidFill>
            <a:srgbClr val="F3EEFB"/>
          </a:solidFill>
          <a:ln cap="flat" cmpd="sng" w="38100">
            <a:solidFill>
              <a:srgbClr val="000000"/>
            </a:solidFill>
            <a:prstDash val="solid"/>
            <a:round/>
            <a:headEnd len="med" w="med" type="none"/>
            <a:tailEnd len="med" w="med" type="none"/>
          </a:ln>
        </p:spPr>
      </p:sp>
      <p:sp>
        <p:nvSpPr>
          <p:cNvPr id="851" name="Google Shape;851;p70"/>
          <p:cNvSpPr txBox="1"/>
          <p:nvPr>
            <p:ph idx="1" type="body"/>
          </p:nvPr>
        </p:nvSpPr>
        <p:spPr>
          <a:xfrm>
            <a:off x="324000" y="759300"/>
            <a:ext cx="7550100" cy="704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When a shape is enlarged, the proportions between each pair of lengths do </a:t>
            </a:r>
            <a:r>
              <a:rPr lang="en-GB" sz="2000">
                <a:solidFill>
                  <a:schemeClr val="accent4"/>
                </a:solidFill>
              </a:rPr>
              <a:t>not</a:t>
            </a:r>
            <a:r>
              <a:rPr lang="en-GB" sz="2000"/>
              <a:t> change.</a:t>
            </a:r>
            <a:endParaRPr sz="2000"/>
          </a:p>
        </p:txBody>
      </p:sp>
      <p:sp>
        <p:nvSpPr>
          <p:cNvPr id="852" name="Google Shape;852;p7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Identifying similar triangles</a:t>
            </a:r>
            <a:endParaRPr/>
          </a:p>
        </p:txBody>
      </p:sp>
      <p:sp>
        <p:nvSpPr>
          <p:cNvPr id="853" name="Google Shape;853;p70"/>
          <p:cNvSpPr/>
          <p:nvPr/>
        </p:nvSpPr>
        <p:spPr>
          <a:xfrm>
            <a:off x="1887573" y="3503682"/>
            <a:ext cx="160200" cy="1602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54" name="Google Shape;854;p70"/>
          <p:cNvSpPr/>
          <p:nvPr/>
        </p:nvSpPr>
        <p:spPr>
          <a:xfrm>
            <a:off x="505725" y="3368052"/>
            <a:ext cx="564000" cy="564000"/>
          </a:xfrm>
          <a:prstGeom prst="arc">
            <a:avLst>
              <a:gd fmla="val 19277215" name="adj1"/>
              <a:gd fmla="val 272184"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55" name="Google Shape;855;p70"/>
          <p:cNvSpPr/>
          <p:nvPr/>
        </p:nvSpPr>
        <p:spPr>
          <a:xfrm>
            <a:off x="1793820" y="2479022"/>
            <a:ext cx="470400" cy="470400"/>
          </a:xfrm>
          <a:prstGeom prst="arc">
            <a:avLst>
              <a:gd fmla="val 5102859" name="adj1"/>
              <a:gd fmla="val 8891972"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56" name="Google Shape;856;p70"/>
          <p:cNvSpPr txBox="1"/>
          <p:nvPr>
            <p:ph idx="1" type="body"/>
          </p:nvPr>
        </p:nvSpPr>
        <p:spPr>
          <a:xfrm>
            <a:off x="1121674" y="3409307"/>
            <a:ext cx="350100" cy="272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37°</a:t>
            </a:r>
            <a:endParaRPr sz="1600"/>
          </a:p>
        </p:txBody>
      </p:sp>
      <p:sp>
        <p:nvSpPr>
          <p:cNvPr id="857" name="Google Shape;857;p70"/>
          <p:cNvSpPr txBox="1"/>
          <p:nvPr>
            <p:ph idx="1" type="body"/>
          </p:nvPr>
        </p:nvSpPr>
        <p:spPr>
          <a:xfrm>
            <a:off x="1698255" y="2921897"/>
            <a:ext cx="350100" cy="272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53°</a:t>
            </a:r>
            <a:endParaRPr sz="1600"/>
          </a:p>
        </p:txBody>
      </p:sp>
      <p:grpSp>
        <p:nvGrpSpPr>
          <p:cNvPr id="858" name="Google Shape;858;p70"/>
          <p:cNvGrpSpPr/>
          <p:nvPr/>
        </p:nvGrpSpPr>
        <p:grpSpPr>
          <a:xfrm flipH="1" rot="10800000">
            <a:off x="668002" y="2589985"/>
            <a:ext cx="1514335" cy="1184101"/>
            <a:chOff x="4962363" y="3607551"/>
            <a:chExt cx="1213604" cy="948951"/>
          </a:xfrm>
        </p:grpSpPr>
        <p:cxnSp>
          <p:nvCxnSpPr>
            <p:cNvPr id="859" name="Google Shape;859;p70"/>
            <p:cNvCxnSpPr/>
            <p:nvPr/>
          </p:nvCxnSpPr>
          <p:spPr>
            <a:xfrm>
              <a:off x="5050725" y="3607551"/>
              <a:ext cx="1028100" cy="0"/>
            </a:xfrm>
            <a:prstGeom prst="straightConnector1">
              <a:avLst/>
            </a:prstGeom>
            <a:noFill/>
            <a:ln cap="flat" cmpd="sng" w="28575">
              <a:solidFill>
                <a:srgbClr val="000000"/>
              </a:solidFill>
              <a:prstDash val="solid"/>
              <a:round/>
              <a:headEnd len="med" w="med" type="triangle"/>
              <a:tailEnd len="med" w="med" type="triangle"/>
            </a:ln>
          </p:spPr>
        </p:cxnSp>
        <p:cxnSp>
          <p:nvCxnSpPr>
            <p:cNvPr id="860" name="Google Shape;860;p70"/>
            <p:cNvCxnSpPr/>
            <p:nvPr/>
          </p:nvCxnSpPr>
          <p:spPr>
            <a:xfrm>
              <a:off x="6175967" y="3703451"/>
              <a:ext cx="0" cy="786000"/>
            </a:xfrm>
            <a:prstGeom prst="straightConnector1">
              <a:avLst/>
            </a:prstGeom>
            <a:noFill/>
            <a:ln cap="flat" cmpd="sng" w="28575">
              <a:solidFill>
                <a:srgbClr val="000000"/>
              </a:solidFill>
              <a:prstDash val="solid"/>
              <a:round/>
              <a:headEnd len="med" w="med" type="triangle"/>
              <a:tailEnd len="med" w="med" type="triangle"/>
            </a:ln>
          </p:spPr>
        </p:cxnSp>
        <p:cxnSp>
          <p:nvCxnSpPr>
            <p:cNvPr id="861" name="Google Shape;861;p70"/>
            <p:cNvCxnSpPr/>
            <p:nvPr/>
          </p:nvCxnSpPr>
          <p:spPr>
            <a:xfrm>
              <a:off x="4962363" y="3775302"/>
              <a:ext cx="1044300" cy="781200"/>
            </a:xfrm>
            <a:prstGeom prst="straightConnector1">
              <a:avLst/>
            </a:prstGeom>
            <a:noFill/>
            <a:ln cap="flat" cmpd="sng" w="28575">
              <a:solidFill>
                <a:srgbClr val="000000"/>
              </a:solidFill>
              <a:prstDash val="solid"/>
              <a:round/>
              <a:headEnd len="med" w="med" type="triangle"/>
              <a:tailEnd len="med" w="med" type="triangle"/>
            </a:ln>
          </p:spPr>
        </p:cxnSp>
      </p:grpSp>
      <p:sp>
        <p:nvSpPr>
          <p:cNvPr id="862" name="Google Shape;862;p70"/>
          <p:cNvSpPr txBox="1"/>
          <p:nvPr/>
        </p:nvSpPr>
        <p:spPr>
          <a:xfrm>
            <a:off x="2227375" y="3082775"/>
            <a:ext cx="470400" cy="326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solidFill>
                  <a:srgbClr val="000000"/>
                </a:solidFill>
                <a:latin typeface="Lexend"/>
                <a:ea typeface="Lexend"/>
                <a:cs typeface="Lexend"/>
                <a:sym typeface="Lexend"/>
              </a:rPr>
              <a:t>3 m </a:t>
            </a:r>
            <a:endParaRPr sz="1600">
              <a:solidFill>
                <a:srgbClr val="000000"/>
              </a:solidFill>
              <a:latin typeface="Lexend"/>
              <a:ea typeface="Lexend"/>
              <a:cs typeface="Lexend"/>
              <a:sym typeface="Lexend"/>
            </a:endParaRPr>
          </a:p>
        </p:txBody>
      </p:sp>
      <p:sp>
        <p:nvSpPr>
          <p:cNvPr id="863" name="Google Shape;863;p70"/>
          <p:cNvSpPr txBox="1"/>
          <p:nvPr/>
        </p:nvSpPr>
        <p:spPr>
          <a:xfrm>
            <a:off x="1136775" y="3752300"/>
            <a:ext cx="470400" cy="326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solidFill>
                  <a:srgbClr val="000000"/>
                </a:solidFill>
                <a:latin typeface="Lexend"/>
                <a:ea typeface="Lexend"/>
                <a:cs typeface="Lexend"/>
                <a:sym typeface="Lexend"/>
              </a:rPr>
              <a:t>4 m </a:t>
            </a:r>
            <a:endParaRPr sz="1600">
              <a:solidFill>
                <a:srgbClr val="000000"/>
              </a:solidFill>
              <a:latin typeface="Lexend"/>
              <a:ea typeface="Lexend"/>
              <a:cs typeface="Lexend"/>
              <a:sym typeface="Lexend"/>
            </a:endParaRPr>
          </a:p>
        </p:txBody>
      </p:sp>
      <p:sp>
        <p:nvSpPr>
          <p:cNvPr id="864" name="Google Shape;864;p70"/>
          <p:cNvSpPr txBox="1"/>
          <p:nvPr/>
        </p:nvSpPr>
        <p:spPr>
          <a:xfrm>
            <a:off x="932483" y="2844025"/>
            <a:ext cx="625200" cy="399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solidFill>
                  <a:srgbClr val="000000"/>
                </a:solidFill>
                <a:latin typeface="Lexend"/>
                <a:ea typeface="Lexend"/>
                <a:cs typeface="Lexend"/>
                <a:sym typeface="Lexend"/>
              </a:rPr>
              <a:t>5 m </a:t>
            </a:r>
            <a:endParaRPr sz="1600">
              <a:solidFill>
                <a:srgbClr val="000000"/>
              </a:solidFill>
              <a:latin typeface="Lexend"/>
              <a:ea typeface="Lexend"/>
              <a:cs typeface="Lexend"/>
              <a:sym typeface="Lexend"/>
            </a:endParaRPr>
          </a:p>
        </p:txBody>
      </p:sp>
      <p:sp>
        <p:nvSpPr>
          <p:cNvPr id="865" name="Google Shape;865;p70"/>
          <p:cNvSpPr/>
          <p:nvPr/>
        </p:nvSpPr>
        <p:spPr>
          <a:xfrm flipH="1" rot="10800000">
            <a:off x="4751222" y="2304827"/>
            <a:ext cx="2064737" cy="1550384"/>
          </a:xfrm>
          <a:custGeom>
            <a:rect b="b" l="l" r="r" t="t"/>
            <a:pathLst>
              <a:path extrusionOk="0" h="38100" w="50740">
                <a:moveTo>
                  <a:pt x="0" y="0"/>
                </a:moveTo>
                <a:lnTo>
                  <a:pt x="50740" y="0"/>
                </a:lnTo>
                <a:lnTo>
                  <a:pt x="50740" y="38100"/>
                </a:lnTo>
                <a:close/>
              </a:path>
            </a:pathLst>
          </a:custGeom>
          <a:solidFill>
            <a:srgbClr val="F3EEFB"/>
          </a:solidFill>
          <a:ln cap="flat" cmpd="sng" w="38100">
            <a:solidFill>
              <a:srgbClr val="000000"/>
            </a:solidFill>
            <a:prstDash val="solid"/>
            <a:round/>
            <a:headEnd len="med" w="med" type="none"/>
            <a:tailEnd len="med" w="med" type="none"/>
          </a:ln>
        </p:spPr>
      </p:sp>
      <p:sp>
        <p:nvSpPr>
          <p:cNvPr id="866" name="Google Shape;866;p70"/>
          <p:cNvSpPr txBox="1"/>
          <p:nvPr>
            <p:ph idx="1" type="body"/>
          </p:nvPr>
        </p:nvSpPr>
        <p:spPr>
          <a:xfrm>
            <a:off x="5171974" y="3581219"/>
            <a:ext cx="548700" cy="427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37°</a:t>
            </a:r>
            <a:endParaRPr sz="1600"/>
          </a:p>
        </p:txBody>
      </p:sp>
      <p:sp>
        <p:nvSpPr>
          <p:cNvPr id="867" name="Google Shape;867;p70"/>
          <p:cNvSpPr txBox="1"/>
          <p:nvPr>
            <p:ph idx="1" type="body"/>
          </p:nvPr>
        </p:nvSpPr>
        <p:spPr>
          <a:xfrm>
            <a:off x="6433497" y="2616302"/>
            <a:ext cx="548700" cy="427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53°</a:t>
            </a:r>
            <a:endParaRPr sz="1600"/>
          </a:p>
        </p:txBody>
      </p:sp>
      <p:grpSp>
        <p:nvGrpSpPr>
          <p:cNvPr id="868" name="Google Shape;868;p70"/>
          <p:cNvGrpSpPr/>
          <p:nvPr/>
        </p:nvGrpSpPr>
        <p:grpSpPr>
          <a:xfrm flipH="1" rot="10800000">
            <a:off x="4673758" y="2226555"/>
            <a:ext cx="2263982" cy="1724760"/>
            <a:chOff x="4976282" y="3646524"/>
            <a:chExt cx="1157928" cy="882140"/>
          </a:xfrm>
        </p:grpSpPr>
        <p:cxnSp>
          <p:nvCxnSpPr>
            <p:cNvPr id="869" name="Google Shape;869;p70"/>
            <p:cNvCxnSpPr/>
            <p:nvPr/>
          </p:nvCxnSpPr>
          <p:spPr>
            <a:xfrm>
              <a:off x="5050725" y="3646524"/>
              <a:ext cx="1028100" cy="0"/>
            </a:xfrm>
            <a:prstGeom prst="straightConnector1">
              <a:avLst/>
            </a:prstGeom>
            <a:noFill/>
            <a:ln cap="flat" cmpd="sng" w="28575">
              <a:solidFill>
                <a:srgbClr val="000000"/>
              </a:solidFill>
              <a:prstDash val="solid"/>
              <a:round/>
              <a:headEnd len="med" w="med" type="triangle"/>
              <a:tailEnd len="med" w="med" type="triangle"/>
            </a:ln>
          </p:spPr>
        </p:cxnSp>
        <p:cxnSp>
          <p:nvCxnSpPr>
            <p:cNvPr id="870" name="Google Shape;870;p70"/>
            <p:cNvCxnSpPr/>
            <p:nvPr/>
          </p:nvCxnSpPr>
          <p:spPr>
            <a:xfrm>
              <a:off x="6134211" y="3703451"/>
              <a:ext cx="0" cy="786000"/>
            </a:xfrm>
            <a:prstGeom prst="straightConnector1">
              <a:avLst/>
            </a:prstGeom>
            <a:noFill/>
            <a:ln cap="flat" cmpd="sng" w="28575">
              <a:solidFill>
                <a:srgbClr val="000000"/>
              </a:solidFill>
              <a:prstDash val="solid"/>
              <a:round/>
              <a:headEnd len="med" w="med" type="triangle"/>
              <a:tailEnd len="med" w="med" type="triangle"/>
            </a:ln>
          </p:spPr>
        </p:cxnSp>
        <p:cxnSp>
          <p:nvCxnSpPr>
            <p:cNvPr id="871" name="Google Shape;871;p70"/>
            <p:cNvCxnSpPr/>
            <p:nvPr/>
          </p:nvCxnSpPr>
          <p:spPr>
            <a:xfrm>
              <a:off x="4976282" y="3747464"/>
              <a:ext cx="1044300" cy="781200"/>
            </a:xfrm>
            <a:prstGeom prst="straightConnector1">
              <a:avLst/>
            </a:prstGeom>
            <a:noFill/>
            <a:ln cap="flat" cmpd="sng" w="28575">
              <a:solidFill>
                <a:srgbClr val="000000"/>
              </a:solidFill>
              <a:prstDash val="solid"/>
              <a:round/>
              <a:headEnd len="med" w="med" type="triangle"/>
              <a:tailEnd len="med" w="med" type="triangle"/>
            </a:ln>
          </p:spPr>
        </p:cxnSp>
      </p:grpSp>
      <p:sp>
        <p:nvSpPr>
          <p:cNvPr id="872" name="Google Shape;872;p70"/>
          <p:cNvSpPr txBox="1"/>
          <p:nvPr/>
        </p:nvSpPr>
        <p:spPr>
          <a:xfrm>
            <a:off x="6964318" y="3020772"/>
            <a:ext cx="574200" cy="264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6</a:t>
            </a:r>
            <a:r>
              <a:rPr lang="en-GB" sz="1600">
                <a:solidFill>
                  <a:srgbClr val="000000"/>
                </a:solidFill>
                <a:latin typeface="Lexend"/>
                <a:ea typeface="Lexend"/>
                <a:cs typeface="Lexend"/>
                <a:sym typeface="Lexend"/>
              </a:rPr>
              <a:t> m </a:t>
            </a:r>
            <a:endParaRPr sz="1600">
              <a:solidFill>
                <a:srgbClr val="000000"/>
              </a:solidFill>
              <a:latin typeface="Lexend"/>
              <a:ea typeface="Lexend"/>
              <a:cs typeface="Lexend"/>
              <a:sym typeface="Lexend"/>
            </a:endParaRPr>
          </a:p>
        </p:txBody>
      </p:sp>
      <p:sp>
        <p:nvSpPr>
          <p:cNvPr id="873" name="Google Shape;873;p70"/>
          <p:cNvSpPr txBox="1"/>
          <p:nvPr/>
        </p:nvSpPr>
        <p:spPr>
          <a:xfrm>
            <a:off x="5609275" y="3966429"/>
            <a:ext cx="613500" cy="264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8</a:t>
            </a:r>
            <a:r>
              <a:rPr lang="en-GB" sz="1600">
                <a:solidFill>
                  <a:srgbClr val="000000"/>
                </a:solidFill>
                <a:latin typeface="Lexend"/>
                <a:ea typeface="Lexend"/>
                <a:cs typeface="Lexend"/>
                <a:sym typeface="Lexend"/>
              </a:rPr>
              <a:t> m </a:t>
            </a:r>
            <a:endParaRPr sz="1600">
              <a:solidFill>
                <a:srgbClr val="000000"/>
              </a:solidFill>
              <a:latin typeface="Lexend"/>
              <a:ea typeface="Lexend"/>
              <a:cs typeface="Lexend"/>
              <a:sym typeface="Lexend"/>
            </a:endParaRPr>
          </a:p>
        </p:txBody>
      </p:sp>
      <p:sp>
        <p:nvSpPr>
          <p:cNvPr id="874" name="Google Shape;874;p70"/>
          <p:cNvSpPr txBox="1"/>
          <p:nvPr/>
        </p:nvSpPr>
        <p:spPr>
          <a:xfrm>
            <a:off x="5237125" y="2726325"/>
            <a:ext cx="511500" cy="296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10</a:t>
            </a:r>
            <a:r>
              <a:rPr lang="en-GB" sz="1600">
                <a:solidFill>
                  <a:srgbClr val="000000"/>
                </a:solidFill>
                <a:latin typeface="Lexend"/>
                <a:ea typeface="Lexend"/>
                <a:cs typeface="Lexend"/>
                <a:sym typeface="Lexend"/>
              </a:rPr>
              <a:t> m </a:t>
            </a:r>
            <a:endParaRPr sz="1600">
              <a:solidFill>
                <a:srgbClr val="000000"/>
              </a:solidFill>
              <a:latin typeface="Lexend"/>
              <a:ea typeface="Lexend"/>
              <a:cs typeface="Lexend"/>
              <a:sym typeface="Lexend"/>
            </a:endParaRPr>
          </a:p>
        </p:txBody>
      </p:sp>
      <p:sp>
        <p:nvSpPr>
          <p:cNvPr id="875" name="Google Shape;875;p70"/>
          <p:cNvSpPr/>
          <p:nvPr/>
        </p:nvSpPr>
        <p:spPr>
          <a:xfrm>
            <a:off x="6645764" y="3672000"/>
            <a:ext cx="174300" cy="1743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76" name="Google Shape;876;p70"/>
          <p:cNvSpPr/>
          <p:nvPr/>
        </p:nvSpPr>
        <p:spPr>
          <a:xfrm>
            <a:off x="4511668" y="3528025"/>
            <a:ext cx="613500" cy="613500"/>
          </a:xfrm>
          <a:prstGeom prst="arc">
            <a:avLst>
              <a:gd fmla="val 19277215" name="adj1"/>
              <a:gd fmla="val 272184"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877" name="Google Shape;877;p70"/>
          <p:cNvSpPr/>
          <p:nvPr/>
        </p:nvSpPr>
        <p:spPr>
          <a:xfrm>
            <a:off x="6543848" y="2103992"/>
            <a:ext cx="511500" cy="511500"/>
          </a:xfrm>
          <a:prstGeom prst="arc">
            <a:avLst>
              <a:gd fmla="val 5102859" name="adj1"/>
              <a:gd fmla="val 8891972"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descr="&lt;math xmlns=&quot;http://www.w3.org/1998/Math/MathML&quot; display=&quot;block&quot; data-is-equatio=&quot;1&quot; data-latex=&quot;\begin{array}{l}\frac{\text{AB}}{\text{BC}}=\frac{3}{4}=0.75\\&amp;#13;&amp;#10;\frac{\text{AB}}{\text{AC}}=\frac{3}{5}=0.6\\&amp;#13;&amp;#10;\frac{\text{BC}}{\text{AC}}=\frac{4}{5}=0.8\\&amp;#13;&amp;#10;\begin{array}{l}\frac{\text{DE}}{\text{EF}}=\frac{6}{8}=0.75\\&amp;#13;&amp;#10;\frac{\text{DE}}{\text{FD}}=\frac{6}{10}=0.6\\&amp;#13;&amp;#10;\frac{\text{EF}}{\text{DF}}=\frac{8}{10}=0.8\end{array}\end{array}&quot;&gt;&lt;mtable columnalign=&quot;left&quot; columnspacing=&quot;1em&quot; rowspacing=&quot;4pt&quot;&gt;&lt;mtr&gt;&lt;mtd&gt;&lt;mfrac&gt;&lt;mtext&gt;AB&lt;/mtext&gt;&lt;mtext&gt;BC&lt;/mtext&gt;&lt;/mfrac&gt;&lt;mo&gt;=&lt;/mo&gt;&lt;mfrac&gt;&lt;mn&gt;3&lt;/mn&gt;&lt;mn&gt;4&lt;/mn&gt;&lt;/mfrac&gt;&lt;mo&gt;=&lt;/mo&gt;&lt;mn&gt;0.75&lt;/mn&gt;&lt;/mtd&gt;&lt;/mtr&gt;&lt;mtr&gt;&lt;mtd&gt;&lt;mfrac&gt;&lt;mtext&gt;AB&lt;/mtext&gt;&lt;mtext&gt;AC&lt;/mtext&gt;&lt;/mfrac&gt;&lt;mo&gt;=&lt;/mo&gt;&lt;mfrac&gt;&lt;mn&gt;3&lt;/mn&gt;&lt;mn&gt;5&lt;/mn&gt;&lt;/mfrac&gt;&lt;mo&gt;=&lt;/mo&gt;&lt;mn&gt;0.6&lt;/mn&gt;&lt;/mtd&gt;&lt;/mtr&gt;&lt;mtr&gt;&lt;mtd&gt;&lt;mfrac&gt;&lt;mtext&gt;BC&lt;/mtext&gt;&lt;mtext&gt;AC&lt;/mtext&gt;&lt;/mfrac&gt;&lt;mo&gt;=&lt;/mo&gt;&lt;mfrac&gt;&lt;mn&gt;4&lt;/mn&gt;&lt;mn&gt;5&lt;/mn&gt;&lt;/mfrac&gt;&lt;mo&gt;=&lt;/mo&gt;&lt;mn&gt;0.8&lt;/mn&gt;&lt;/mtd&gt;&lt;/mtr&gt;&lt;mtr&gt;&lt;mtd&gt;&lt;mtable columnspacing=&quot;1em&quot; rowspacing=&quot;4pt&quot;&gt;&lt;mtr&gt;&lt;mtd&gt;&lt;mfrac&gt;&lt;mtext&gt;DE&lt;/mtext&gt;&lt;mtext&gt;EF&lt;/mtext&gt;&lt;/mfrac&gt;&lt;mo&gt;=&lt;/mo&gt;&lt;mfrac&gt;&lt;mn&gt;6&lt;/mn&gt;&lt;mn&gt;8&lt;/mn&gt;&lt;/mfrac&gt;&lt;mo&gt;=&lt;/mo&gt;&lt;mn&gt;0.75&lt;/mn&gt;&lt;/mtd&gt;&lt;/mtr&gt;&lt;mtr&gt;&lt;mtd&gt;&lt;mfrac&gt;&lt;mtext&gt;DE&lt;/mtext&gt;&lt;mtext&gt;FD&lt;/mtext&gt;&lt;/mfrac&gt;&lt;mo&gt;=&lt;/mo&gt;&lt;mfrac&gt;&lt;mn&gt;6&lt;/mn&gt;&lt;mn&gt;10&lt;/mn&gt;&lt;/mfrac&gt;&lt;mo&gt;=&lt;/mo&gt;&lt;mn&gt;0.6&lt;/mn&gt;&lt;/mtd&gt;&lt;/mtr&gt;&lt;mtr&gt;&lt;mtd&gt;&lt;mfrac&gt;&lt;mtext&gt;EF&lt;/mtext&gt;&lt;mtext&gt;DF&lt;/mtext&gt;&lt;/mfrac&gt;&lt;mo&gt;=&lt;/mo&gt;&lt;mfrac&gt;&lt;mn&gt;8&lt;/mn&gt;&lt;mn&gt;10&lt;/mn&gt;&lt;/mfrac&gt;&lt;mo&gt;=&lt;/mo&gt;&lt;mn&gt;0.8&lt;/mn&gt;&lt;/mtd&gt;&lt;/mtr&gt;&lt;/mtable&gt;&lt;/mtd&gt;&lt;/mtr&gt;&lt;/mtable&gt;&lt;/math&gt;" id="878" name="Google Shape;878;p70" title="4 lines Line 1: AB over BC equals three fourths equals 0.75 Line 2: AB over AC equals three fifths equals 0.6 Line 3: BC over AC equals four fifths equals 0.8 Line 4: Line 1: DE over EF equals six eighths equals 0.75 Line 2: DE over FD equals six tenths equals 0.6 Line 3: EF over DF equals eight tenths equals 0.8"/>
          <p:cNvPicPr preferRelativeResize="0"/>
          <p:nvPr/>
        </p:nvPicPr>
        <p:blipFill rotWithShape="1">
          <a:blip r:embed="rId3">
            <a:alphaModFix/>
          </a:blip>
          <a:srcRect b="50903" l="36801" r="6841" t="33053"/>
          <a:stretch/>
        </p:blipFill>
        <p:spPr>
          <a:xfrm>
            <a:off x="2941163" y="3047175"/>
            <a:ext cx="855300" cy="399900"/>
          </a:xfrm>
          <a:prstGeom prst="rect">
            <a:avLst/>
          </a:prstGeom>
          <a:noFill/>
          <a:ln>
            <a:noFill/>
          </a:ln>
        </p:spPr>
      </p:pic>
      <p:cxnSp>
        <p:nvCxnSpPr>
          <p:cNvPr id="879" name="Google Shape;879;p70"/>
          <p:cNvCxnSpPr>
            <a:stCxn id="863" idx="3"/>
            <a:endCxn id="862" idx="2"/>
          </p:cNvCxnSpPr>
          <p:nvPr/>
        </p:nvCxnSpPr>
        <p:spPr>
          <a:xfrm flipH="1" rot="10800000">
            <a:off x="1607175" y="3409100"/>
            <a:ext cx="855300" cy="506400"/>
          </a:xfrm>
          <a:prstGeom prst="curvedConnector2">
            <a:avLst/>
          </a:prstGeom>
          <a:noFill/>
          <a:ln cap="flat" cmpd="sng" w="38100">
            <a:solidFill>
              <a:schemeClr val="accent4"/>
            </a:solidFill>
            <a:prstDash val="solid"/>
            <a:round/>
            <a:headEnd len="med" w="med" type="none"/>
            <a:tailEnd len="med" w="med" type="triangle"/>
          </a:ln>
        </p:spPr>
      </p:cxnSp>
      <p:cxnSp>
        <p:nvCxnSpPr>
          <p:cNvPr id="880" name="Google Shape;880;p70"/>
          <p:cNvCxnSpPr>
            <a:stCxn id="864" idx="0"/>
            <a:endCxn id="862" idx="0"/>
          </p:cNvCxnSpPr>
          <p:nvPr/>
        </p:nvCxnSpPr>
        <p:spPr>
          <a:xfrm flipH="1" rot="-5400000">
            <a:off x="1734383" y="2354725"/>
            <a:ext cx="238800" cy="1217400"/>
          </a:xfrm>
          <a:prstGeom prst="curvedConnector3">
            <a:avLst>
              <a:gd fmla="val -99717" name="adj1"/>
            </a:avLst>
          </a:prstGeom>
          <a:noFill/>
          <a:ln cap="flat" cmpd="sng" w="38100">
            <a:solidFill>
              <a:schemeClr val="accent4"/>
            </a:solidFill>
            <a:prstDash val="solid"/>
            <a:round/>
            <a:headEnd len="med" w="med" type="none"/>
            <a:tailEnd len="med" w="med" type="triangle"/>
          </a:ln>
        </p:spPr>
      </p:cxnSp>
      <p:cxnSp>
        <p:nvCxnSpPr>
          <p:cNvPr id="881" name="Google Shape;881;p70"/>
          <p:cNvCxnSpPr>
            <a:stCxn id="863" idx="1"/>
            <a:endCxn id="864" idx="1"/>
          </p:cNvCxnSpPr>
          <p:nvPr/>
        </p:nvCxnSpPr>
        <p:spPr>
          <a:xfrm rot="10800000">
            <a:off x="932475" y="3044000"/>
            <a:ext cx="204300" cy="871500"/>
          </a:xfrm>
          <a:prstGeom prst="curvedConnector3">
            <a:avLst>
              <a:gd fmla="val 216553" name="adj1"/>
            </a:avLst>
          </a:prstGeom>
          <a:noFill/>
          <a:ln cap="flat" cmpd="sng" w="38100">
            <a:solidFill>
              <a:schemeClr val="accent4"/>
            </a:solidFill>
            <a:prstDash val="solid"/>
            <a:round/>
            <a:headEnd len="med" w="med" type="triangle"/>
            <a:tailEnd len="med" w="med" type="none"/>
          </a:ln>
        </p:spPr>
      </p:cxnSp>
      <p:pic>
        <p:nvPicPr>
          <p:cNvPr descr="&lt;math xmlns=&quot;http://www.w3.org/1998/Math/MathML&quot; display=&quot;block&quot; data-is-equatio=&quot;1&quot; data-latex=&quot;\begin{array}{l}\frac{\text{AB}}{\text{BC}}=\frac{3}{4}=0.75\\&amp;#13;&amp;#10;\frac{\text{AB}}{\text{AC}}=\frac{3}{5}=0.6\\&amp;#13;&amp;#10;\frac{\text{BC}}{\text{AC}}=\frac{4}{5}=0.8\\&amp;#13;&amp;#10;\begin{array}{l}\frac{\text{DE}}{\text{EF}}=\frac{6}{8}=0.75\\&amp;#13;&amp;#10;\frac{\text{DE}}{\text{FD}}=\frac{6}{10}=0.6\\&amp;#13;&amp;#10;\frac{\text{EF}}{\text{DF}}=\frac{8}{10}=0.8\end{array}\end{array}&quot;&gt;&lt;mtable columnalign=&quot;left&quot; columnspacing=&quot;1em&quot; rowspacing=&quot;4pt&quot;&gt;&lt;mtr&gt;&lt;mtd&gt;&lt;mfrac&gt;&lt;mtext&gt;AB&lt;/mtext&gt;&lt;mtext&gt;BC&lt;/mtext&gt;&lt;/mfrac&gt;&lt;mo&gt;=&lt;/mo&gt;&lt;mfrac&gt;&lt;mn&gt;3&lt;/mn&gt;&lt;mn&gt;4&lt;/mn&gt;&lt;/mfrac&gt;&lt;mo&gt;=&lt;/mo&gt;&lt;mn&gt;0.75&lt;/mn&gt;&lt;/mtd&gt;&lt;/mtr&gt;&lt;mtr&gt;&lt;mtd&gt;&lt;mfrac&gt;&lt;mtext&gt;AB&lt;/mtext&gt;&lt;mtext&gt;AC&lt;/mtext&gt;&lt;/mfrac&gt;&lt;mo&gt;=&lt;/mo&gt;&lt;mfrac&gt;&lt;mn&gt;3&lt;/mn&gt;&lt;mn&gt;5&lt;/mn&gt;&lt;/mfrac&gt;&lt;mo&gt;=&lt;/mo&gt;&lt;mn&gt;0.6&lt;/mn&gt;&lt;/mtd&gt;&lt;/mtr&gt;&lt;mtr&gt;&lt;mtd&gt;&lt;mfrac&gt;&lt;mtext&gt;BC&lt;/mtext&gt;&lt;mtext&gt;AC&lt;/mtext&gt;&lt;/mfrac&gt;&lt;mo&gt;=&lt;/mo&gt;&lt;mfrac&gt;&lt;mn&gt;4&lt;/mn&gt;&lt;mn&gt;5&lt;/mn&gt;&lt;/mfrac&gt;&lt;mo&gt;=&lt;/mo&gt;&lt;mn&gt;0.8&lt;/mn&gt;&lt;/mtd&gt;&lt;/mtr&gt;&lt;mtr&gt;&lt;mtd&gt;&lt;mtable columnspacing=&quot;1em&quot; rowspacing=&quot;4pt&quot;&gt;&lt;mtr&gt;&lt;mtd&gt;&lt;mfrac&gt;&lt;mtext&gt;DE&lt;/mtext&gt;&lt;mtext&gt;EF&lt;/mtext&gt;&lt;/mfrac&gt;&lt;mo&gt;=&lt;/mo&gt;&lt;mfrac&gt;&lt;mn&gt;6&lt;/mn&gt;&lt;mn&gt;8&lt;/mn&gt;&lt;/mfrac&gt;&lt;mo&gt;=&lt;/mo&gt;&lt;mn&gt;0.75&lt;/mn&gt;&lt;/mtd&gt;&lt;/mtr&gt;&lt;mtr&gt;&lt;mtd&gt;&lt;mfrac&gt;&lt;mtext&gt;DE&lt;/mtext&gt;&lt;mtext&gt;FD&lt;/mtext&gt;&lt;/mfrac&gt;&lt;mo&gt;=&lt;/mo&gt;&lt;mfrac&gt;&lt;mn&gt;6&lt;/mn&gt;&lt;mn&gt;10&lt;/mn&gt;&lt;/mfrac&gt;&lt;mo&gt;=&lt;/mo&gt;&lt;mn&gt;0.6&lt;/mn&gt;&lt;/mtd&gt;&lt;/mtr&gt;&lt;mtr&gt;&lt;mtd&gt;&lt;mfrac&gt;&lt;mtext&gt;EF&lt;/mtext&gt;&lt;mtext&gt;DF&lt;/mtext&gt;&lt;/mfrac&gt;&lt;mo&gt;=&lt;/mo&gt;&lt;mfrac&gt;&lt;mn&gt;8&lt;/mn&gt;&lt;mn&gt;10&lt;/mn&gt;&lt;/mfrac&gt;&lt;mo&gt;=&lt;/mo&gt;&lt;mn&gt;0.8&lt;/mn&gt;&lt;/mtd&gt;&lt;/mtr&gt;&lt;/mtable&gt;&lt;/mtd&gt;&lt;/mtr&gt;&lt;/mtable&gt;&lt;/math&gt;" id="882" name="Google Shape;882;p70" title="4 lines Line 1: AB over BC equals three fourths equals 0.75 Line 2: AB over AC equals three fifths equals 0.6 Line 3: BC over AC equals four fifths equals 0.8 Line 4: Line 1: DE over EF equals six eighths equals 0.75 Line 2: DE over FD equals six tenths equals 0.6 Line 3: EF over DF equals eight tenths equals 0.8"/>
          <p:cNvPicPr preferRelativeResize="0"/>
          <p:nvPr/>
        </p:nvPicPr>
        <p:blipFill rotWithShape="1">
          <a:blip r:embed="rId3">
            <a:alphaModFix/>
          </a:blip>
          <a:srcRect b="68591" l="38301" r="2735" t="15895"/>
          <a:stretch/>
        </p:blipFill>
        <p:spPr>
          <a:xfrm>
            <a:off x="2959984" y="2509732"/>
            <a:ext cx="894850" cy="386701"/>
          </a:xfrm>
          <a:prstGeom prst="rect">
            <a:avLst/>
          </a:prstGeom>
          <a:noFill/>
          <a:ln>
            <a:noFill/>
          </a:ln>
        </p:spPr>
      </p:pic>
      <p:pic>
        <p:nvPicPr>
          <p:cNvPr descr="&lt;math xmlns=&quot;http://www.w3.org/1998/Math/MathML&quot; display=&quot;block&quot; data-is-equatio=&quot;1&quot; data-latex=&quot;\begin{array}{l}\frac{\text{AB}}{\text{BC}}=\frac{3}{4}=0.75\\&amp;#13;&amp;#10;\frac{\text{AB}}{\text{AC}}=\frac{3}{5}=0.6\\&amp;#13;&amp;#10;\frac{\text{BC}}{\text{AC}}=\frac{4}{5}=0.8\\&amp;#13;&amp;#10;\begin{array}{l}\frac{\text{DE}}{\text{EF}}=\frac{6}{8}=0.75\\&amp;#13;&amp;#10;\frac{\text{DE}}{\text{FD}}=\frac{6}{10}=0.6\\&amp;#13;&amp;#10;\frac{\text{EF}}{\text{DF}}=\frac{8}{10}=0.8\end{array}\end{array}&quot;&gt;&lt;mtable columnalign=&quot;left&quot; columnspacing=&quot;1em&quot; rowspacing=&quot;4pt&quot;&gt;&lt;mtr&gt;&lt;mtd&gt;&lt;mfrac&gt;&lt;mtext&gt;AB&lt;/mtext&gt;&lt;mtext&gt;BC&lt;/mtext&gt;&lt;/mfrac&gt;&lt;mo&gt;=&lt;/mo&gt;&lt;mfrac&gt;&lt;mn&gt;3&lt;/mn&gt;&lt;mn&gt;4&lt;/mn&gt;&lt;/mfrac&gt;&lt;mo&gt;=&lt;/mo&gt;&lt;mn&gt;0.75&lt;/mn&gt;&lt;/mtd&gt;&lt;/mtr&gt;&lt;mtr&gt;&lt;mtd&gt;&lt;mfrac&gt;&lt;mtext&gt;AB&lt;/mtext&gt;&lt;mtext&gt;AC&lt;/mtext&gt;&lt;/mfrac&gt;&lt;mo&gt;=&lt;/mo&gt;&lt;mfrac&gt;&lt;mn&gt;3&lt;/mn&gt;&lt;mn&gt;5&lt;/mn&gt;&lt;/mfrac&gt;&lt;mo&gt;=&lt;/mo&gt;&lt;mn&gt;0.6&lt;/mn&gt;&lt;/mtd&gt;&lt;/mtr&gt;&lt;mtr&gt;&lt;mtd&gt;&lt;mfrac&gt;&lt;mtext&gt;BC&lt;/mtext&gt;&lt;mtext&gt;AC&lt;/mtext&gt;&lt;/mfrac&gt;&lt;mo&gt;=&lt;/mo&gt;&lt;mfrac&gt;&lt;mn&gt;4&lt;/mn&gt;&lt;mn&gt;5&lt;/mn&gt;&lt;/mfrac&gt;&lt;mo&gt;=&lt;/mo&gt;&lt;mn&gt;0.8&lt;/mn&gt;&lt;/mtd&gt;&lt;/mtr&gt;&lt;mtr&gt;&lt;mtd&gt;&lt;mtable columnspacing=&quot;1em&quot; rowspacing=&quot;4pt&quot;&gt;&lt;mtr&gt;&lt;mtd&gt;&lt;mfrac&gt;&lt;mtext&gt;DE&lt;/mtext&gt;&lt;mtext&gt;EF&lt;/mtext&gt;&lt;/mfrac&gt;&lt;mo&gt;=&lt;/mo&gt;&lt;mfrac&gt;&lt;mn&gt;6&lt;/mn&gt;&lt;mn&gt;8&lt;/mn&gt;&lt;/mfrac&gt;&lt;mo&gt;=&lt;/mo&gt;&lt;mn&gt;0.75&lt;/mn&gt;&lt;/mtd&gt;&lt;/mtr&gt;&lt;mtr&gt;&lt;mtd&gt;&lt;mfrac&gt;&lt;mtext&gt;DE&lt;/mtext&gt;&lt;mtext&gt;FD&lt;/mtext&gt;&lt;/mfrac&gt;&lt;mo&gt;=&lt;/mo&gt;&lt;mfrac&gt;&lt;mn&gt;6&lt;/mn&gt;&lt;mn&gt;10&lt;/mn&gt;&lt;/mfrac&gt;&lt;mo&gt;=&lt;/mo&gt;&lt;mn&gt;0.6&lt;/mn&gt;&lt;/mtd&gt;&lt;/mtr&gt;&lt;mtr&gt;&lt;mtd&gt;&lt;mfrac&gt;&lt;mtext&gt;EF&lt;/mtext&gt;&lt;mtext&gt;DF&lt;/mtext&gt;&lt;/mfrac&gt;&lt;mo&gt;=&lt;/mo&gt;&lt;mfrac&gt;&lt;mn&gt;8&lt;/mn&gt;&lt;mn&gt;10&lt;/mn&gt;&lt;/mfrac&gt;&lt;mo&gt;=&lt;/mo&gt;&lt;mn&gt;0.8&lt;/mn&gt;&lt;/mtd&gt;&lt;/mtr&gt;&lt;/mtable&gt;&lt;/mtd&gt;&lt;/mtr&gt;&lt;/mtable&gt;&lt;/math&gt;" id="883" name="Google Shape;883;p70" title="4 lines Line 1: AB over BC equals three fourths equals 0.75 Line 2: AB over AC equals three fifths equals 0.6 Line 3: BC over AC equals four fifths equals 0.8 Line 4: Line 1: DE over EF equals six eighths equals 0.75 Line 2: DE over FD equals six tenths equals 0.6 Line 3: EF over DF equals eight tenths equals 0.8"/>
          <p:cNvPicPr preferRelativeResize="0"/>
          <p:nvPr/>
        </p:nvPicPr>
        <p:blipFill rotWithShape="1">
          <a:blip r:embed="rId3">
            <a:alphaModFix/>
          </a:blip>
          <a:srcRect b="84486" l="38488" r="214" t="0"/>
          <a:stretch/>
        </p:blipFill>
        <p:spPr>
          <a:xfrm>
            <a:off x="2959985" y="3607064"/>
            <a:ext cx="930275" cy="386701"/>
          </a:xfrm>
          <a:prstGeom prst="rect">
            <a:avLst/>
          </a:prstGeom>
          <a:noFill/>
          <a:ln>
            <a:noFill/>
          </a:ln>
        </p:spPr>
      </p:pic>
      <p:sp>
        <p:nvSpPr>
          <p:cNvPr id="884" name="Google Shape;884;p70"/>
          <p:cNvSpPr txBox="1"/>
          <p:nvPr/>
        </p:nvSpPr>
        <p:spPr>
          <a:xfrm>
            <a:off x="1713435" y="2338279"/>
            <a:ext cx="625200" cy="399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solidFill>
                  <a:schemeClr val="accent4"/>
                </a:solidFill>
                <a:latin typeface="Lexend"/>
                <a:ea typeface="Lexend"/>
                <a:cs typeface="Lexend"/>
                <a:sym typeface="Lexend"/>
              </a:rPr>
              <a:t>× 0.6 </a:t>
            </a:r>
            <a:endParaRPr sz="1600">
              <a:solidFill>
                <a:schemeClr val="accent4"/>
              </a:solidFill>
              <a:latin typeface="Lexend"/>
              <a:ea typeface="Lexend"/>
              <a:cs typeface="Lexend"/>
              <a:sym typeface="Lexend"/>
            </a:endParaRPr>
          </a:p>
        </p:txBody>
      </p:sp>
      <p:sp>
        <p:nvSpPr>
          <p:cNvPr id="885" name="Google Shape;885;p70"/>
          <p:cNvSpPr txBox="1"/>
          <p:nvPr/>
        </p:nvSpPr>
        <p:spPr>
          <a:xfrm>
            <a:off x="2018235" y="3769750"/>
            <a:ext cx="625200" cy="399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solidFill>
                  <a:schemeClr val="accent4"/>
                </a:solidFill>
                <a:latin typeface="Lexend"/>
                <a:ea typeface="Lexend"/>
                <a:cs typeface="Lexend"/>
                <a:sym typeface="Lexend"/>
              </a:rPr>
              <a:t>× 0.75 </a:t>
            </a:r>
            <a:endParaRPr sz="1600">
              <a:solidFill>
                <a:schemeClr val="accent4"/>
              </a:solidFill>
              <a:latin typeface="Lexend"/>
              <a:ea typeface="Lexend"/>
              <a:cs typeface="Lexend"/>
              <a:sym typeface="Lexend"/>
            </a:endParaRPr>
          </a:p>
        </p:txBody>
      </p:sp>
      <p:sp>
        <p:nvSpPr>
          <p:cNvPr id="886" name="Google Shape;886;p70"/>
          <p:cNvSpPr txBox="1"/>
          <p:nvPr/>
        </p:nvSpPr>
        <p:spPr>
          <a:xfrm>
            <a:off x="336410" y="3747429"/>
            <a:ext cx="625200" cy="399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solidFill>
                  <a:schemeClr val="accent4"/>
                </a:solidFill>
                <a:latin typeface="Lexend"/>
                <a:ea typeface="Lexend"/>
                <a:cs typeface="Lexend"/>
                <a:sym typeface="Lexend"/>
              </a:rPr>
              <a:t>× 0.8 </a:t>
            </a:r>
            <a:endParaRPr sz="1600">
              <a:solidFill>
                <a:schemeClr val="accent4"/>
              </a:solidFill>
              <a:latin typeface="Lexend"/>
              <a:ea typeface="Lexend"/>
              <a:cs typeface="Lexend"/>
              <a:sym typeface="Lexend"/>
            </a:endParaRPr>
          </a:p>
        </p:txBody>
      </p:sp>
      <p:cxnSp>
        <p:nvCxnSpPr>
          <p:cNvPr id="887" name="Google Shape;887;p70"/>
          <p:cNvCxnSpPr>
            <a:endCxn id="872" idx="2"/>
          </p:cNvCxnSpPr>
          <p:nvPr/>
        </p:nvCxnSpPr>
        <p:spPr>
          <a:xfrm flipH="1" rot="10800000">
            <a:off x="6065218" y="3285072"/>
            <a:ext cx="1186200" cy="849000"/>
          </a:xfrm>
          <a:prstGeom prst="curvedConnector2">
            <a:avLst/>
          </a:prstGeom>
          <a:noFill/>
          <a:ln cap="flat" cmpd="sng" w="38100">
            <a:solidFill>
              <a:schemeClr val="accent4"/>
            </a:solidFill>
            <a:prstDash val="solid"/>
            <a:round/>
            <a:headEnd len="med" w="med" type="none"/>
            <a:tailEnd len="med" w="med" type="triangle"/>
          </a:ln>
        </p:spPr>
      </p:cxnSp>
      <p:cxnSp>
        <p:nvCxnSpPr>
          <p:cNvPr id="888" name="Google Shape;888;p70"/>
          <p:cNvCxnSpPr>
            <a:stCxn id="874" idx="0"/>
            <a:endCxn id="872" idx="0"/>
          </p:cNvCxnSpPr>
          <p:nvPr/>
        </p:nvCxnSpPr>
        <p:spPr>
          <a:xfrm flipH="1" rot="-5400000">
            <a:off x="6225025" y="1994175"/>
            <a:ext cx="294300" cy="1758600"/>
          </a:xfrm>
          <a:prstGeom prst="curvedConnector3">
            <a:avLst>
              <a:gd fmla="val -80912" name="adj1"/>
            </a:avLst>
          </a:prstGeom>
          <a:noFill/>
          <a:ln cap="flat" cmpd="sng" w="38100">
            <a:solidFill>
              <a:schemeClr val="accent4"/>
            </a:solidFill>
            <a:prstDash val="solid"/>
            <a:round/>
            <a:headEnd len="med" w="med" type="none"/>
            <a:tailEnd len="med" w="med" type="triangle"/>
          </a:ln>
        </p:spPr>
      </p:cxnSp>
      <p:cxnSp>
        <p:nvCxnSpPr>
          <p:cNvPr id="889" name="Google Shape;889;p70"/>
          <p:cNvCxnSpPr>
            <a:stCxn id="873" idx="1"/>
            <a:endCxn id="874" idx="1"/>
          </p:cNvCxnSpPr>
          <p:nvPr/>
        </p:nvCxnSpPr>
        <p:spPr>
          <a:xfrm rot="10800000">
            <a:off x="5236975" y="2874579"/>
            <a:ext cx="372300" cy="1224000"/>
          </a:xfrm>
          <a:prstGeom prst="curvedConnector3">
            <a:avLst>
              <a:gd fmla="val 163920" name="adj1"/>
            </a:avLst>
          </a:prstGeom>
          <a:noFill/>
          <a:ln cap="flat" cmpd="sng" w="38100">
            <a:solidFill>
              <a:schemeClr val="accent4"/>
            </a:solidFill>
            <a:prstDash val="solid"/>
            <a:round/>
            <a:headEnd len="med" w="med" type="triangle"/>
            <a:tailEnd len="med" w="med" type="none"/>
          </a:ln>
        </p:spPr>
      </p:cxnSp>
      <p:sp>
        <p:nvSpPr>
          <p:cNvPr id="890" name="Google Shape;890;p70"/>
          <p:cNvSpPr txBox="1"/>
          <p:nvPr/>
        </p:nvSpPr>
        <p:spPr>
          <a:xfrm>
            <a:off x="5904435" y="2185879"/>
            <a:ext cx="625200" cy="399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solidFill>
                  <a:schemeClr val="accent4"/>
                </a:solidFill>
                <a:latin typeface="Lexend"/>
                <a:ea typeface="Lexend"/>
                <a:cs typeface="Lexend"/>
                <a:sym typeface="Lexend"/>
              </a:rPr>
              <a:t>× 0.6 </a:t>
            </a:r>
            <a:endParaRPr sz="1600">
              <a:solidFill>
                <a:schemeClr val="accent4"/>
              </a:solidFill>
              <a:latin typeface="Lexend"/>
              <a:ea typeface="Lexend"/>
              <a:cs typeface="Lexend"/>
              <a:sym typeface="Lexend"/>
            </a:endParaRPr>
          </a:p>
        </p:txBody>
      </p:sp>
      <p:sp>
        <p:nvSpPr>
          <p:cNvPr id="891" name="Google Shape;891;p70"/>
          <p:cNvSpPr txBox="1"/>
          <p:nvPr/>
        </p:nvSpPr>
        <p:spPr>
          <a:xfrm>
            <a:off x="6742635" y="3905822"/>
            <a:ext cx="625200" cy="399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solidFill>
                  <a:schemeClr val="accent4"/>
                </a:solidFill>
                <a:latin typeface="Lexend"/>
                <a:ea typeface="Lexend"/>
                <a:cs typeface="Lexend"/>
                <a:sym typeface="Lexend"/>
              </a:rPr>
              <a:t>× 0.75 </a:t>
            </a:r>
            <a:endParaRPr sz="1600">
              <a:solidFill>
                <a:schemeClr val="accent4"/>
              </a:solidFill>
              <a:latin typeface="Lexend"/>
              <a:ea typeface="Lexend"/>
              <a:cs typeface="Lexend"/>
              <a:sym typeface="Lexend"/>
            </a:endParaRPr>
          </a:p>
        </p:txBody>
      </p:sp>
      <p:sp>
        <p:nvSpPr>
          <p:cNvPr id="892" name="Google Shape;892;p70"/>
          <p:cNvSpPr txBox="1"/>
          <p:nvPr/>
        </p:nvSpPr>
        <p:spPr>
          <a:xfrm>
            <a:off x="4783210" y="4035904"/>
            <a:ext cx="625200" cy="399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solidFill>
                  <a:schemeClr val="accent4"/>
                </a:solidFill>
                <a:latin typeface="Lexend"/>
                <a:ea typeface="Lexend"/>
                <a:cs typeface="Lexend"/>
                <a:sym typeface="Lexend"/>
              </a:rPr>
              <a:t>× 0.8 </a:t>
            </a:r>
            <a:endParaRPr sz="1600">
              <a:solidFill>
                <a:schemeClr val="accent4"/>
              </a:solidFill>
              <a:latin typeface="Lexend"/>
              <a:ea typeface="Lexend"/>
              <a:cs typeface="Lexend"/>
              <a:sym typeface="Lexend"/>
            </a:endParaRPr>
          </a:p>
        </p:txBody>
      </p:sp>
      <p:pic>
        <p:nvPicPr>
          <p:cNvPr descr="&lt;math xmlns=&quot;http://www.w3.org/1998/Math/MathML&quot; display=&quot;block&quot; data-is-equatio=&quot;1&quot; data-latex=&quot;\begin{array}{l}\frac{\text{AB}}{\text{BC}}=\frac{3}{4}=0.75\\&amp;#13;&amp;#10;\frac{\text{AB}}{\text{AC}}=\frac{3}{5}=0.6\\&amp;#13;&amp;#10;\frac{\text{BC}}{\text{AC}}=\frac{4}{5}=0.8\\&amp;#13;&amp;#10;\begin{array}{l}\frac{\text{DE}}{\text{EF}}=\frac{6}{8}=0.75\\&amp;#13;&amp;#10;\frac{\text{DE}}{\text{FD}}=\frac{6}{10}=0.6\\&amp;#13;&amp;#10;\frac{\text{EF}}{\text{DF}}=\frac{8}{10}=0.8\end{array}\end{array}&quot;&gt;&lt;mtable columnalign=&quot;left&quot; columnspacing=&quot;1em&quot; rowspacing=&quot;4pt&quot;&gt;&lt;mtr&gt;&lt;mtd&gt;&lt;mfrac&gt;&lt;mtext&gt;AB&lt;/mtext&gt;&lt;mtext&gt;BC&lt;/mtext&gt;&lt;/mfrac&gt;&lt;mo&gt;=&lt;/mo&gt;&lt;mfrac&gt;&lt;mn&gt;3&lt;/mn&gt;&lt;mn&gt;4&lt;/mn&gt;&lt;/mfrac&gt;&lt;mo&gt;=&lt;/mo&gt;&lt;mn&gt;0.75&lt;/mn&gt;&lt;/mtd&gt;&lt;/mtr&gt;&lt;mtr&gt;&lt;mtd&gt;&lt;mfrac&gt;&lt;mtext&gt;AB&lt;/mtext&gt;&lt;mtext&gt;AC&lt;/mtext&gt;&lt;/mfrac&gt;&lt;mo&gt;=&lt;/mo&gt;&lt;mfrac&gt;&lt;mn&gt;3&lt;/mn&gt;&lt;mn&gt;5&lt;/mn&gt;&lt;/mfrac&gt;&lt;mo&gt;=&lt;/mo&gt;&lt;mn&gt;0.6&lt;/mn&gt;&lt;/mtd&gt;&lt;/mtr&gt;&lt;mtr&gt;&lt;mtd&gt;&lt;mfrac&gt;&lt;mtext&gt;BC&lt;/mtext&gt;&lt;mtext&gt;AC&lt;/mtext&gt;&lt;/mfrac&gt;&lt;mo&gt;=&lt;/mo&gt;&lt;mfrac&gt;&lt;mn&gt;4&lt;/mn&gt;&lt;mn&gt;5&lt;/mn&gt;&lt;/mfrac&gt;&lt;mo&gt;=&lt;/mo&gt;&lt;mn&gt;0.8&lt;/mn&gt;&lt;/mtd&gt;&lt;/mtr&gt;&lt;mtr&gt;&lt;mtd&gt;&lt;mtable columnspacing=&quot;1em&quot; rowspacing=&quot;4pt&quot;&gt;&lt;mtr&gt;&lt;mtd&gt;&lt;mfrac&gt;&lt;mtext&gt;DE&lt;/mtext&gt;&lt;mtext&gt;EF&lt;/mtext&gt;&lt;/mfrac&gt;&lt;mo&gt;=&lt;/mo&gt;&lt;mfrac&gt;&lt;mn&gt;6&lt;/mn&gt;&lt;mn&gt;8&lt;/mn&gt;&lt;/mfrac&gt;&lt;mo&gt;=&lt;/mo&gt;&lt;mn&gt;0.75&lt;/mn&gt;&lt;/mtd&gt;&lt;/mtr&gt;&lt;mtr&gt;&lt;mtd&gt;&lt;mfrac&gt;&lt;mtext&gt;DE&lt;/mtext&gt;&lt;mtext&gt;FD&lt;/mtext&gt;&lt;/mfrac&gt;&lt;mo&gt;=&lt;/mo&gt;&lt;mfrac&gt;&lt;mn&gt;6&lt;/mn&gt;&lt;mn&gt;10&lt;/mn&gt;&lt;/mfrac&gt;&lt;mo&gt;=&lt;/mo&gt;&lt;mn&gt;0.6&lt;/mn&gt;&lt;/mtd&gt;&lt;/mtr&gt;&lt;mtr&gt;&lt;mtd&gt;&lt;mfrac&gt;&lt;mtext&gt;EF&lt;/mtext&gt;&lt;mtext&gt;DF&lt;/mtext&gt;&lt;/mfrac&gt;&lt;mo&gt;=&lt;/mo&gt;&lt;mfrac&gt;&lt;mn&gt;8&lt;/mn&gt;&lt;mn&gt;10&lt;/mn&gt;&lt;/mfrac&gt;&lt;mo&gt;=&lt;/mo&gt;&lt;mn&gt;0.8&lt;/mn&gt;&lt;/mtd&gt;&lt;/mtr&gt;&lt;/mtable&gt;&lt;/mtd&gt;&lt;/mtr&gt;&lt;/mtable&gt;&lt;/math&gt;" id="893" name="Google Shape;893;p70" title="4 lines Line 1: AB over BC equals three fourths equals 0.75 Line 2: AB over AC equals three fifths equals 0.6 Line 3: BC over AC equals four fifths equals 0.8 Line 4: Line 1: DE over EF equals six eighths equals 0.75 Line 2: DE over FD equals six tenths equals 0.6 Line 3: EF over DF equals eight tenths equals 0.8"/>
          <p:cNvPicPr preferRelativeResize="0"/>
          <p:nvPr/>
        </p:nvPicPr>
        <p:blipFill rotWithShape="1">
          <a:blip r:embed="rId3">
            <a:alphaModFix/>
          </a:blip>
          <a:srcRect b="-498" l="36800" r="0" t="84455"/>
          <a:stretch/>
        </p:blipFill>
        <p:spPr>
          <a:xfrm>
            <a:off x="7669950" y="3036290"/>
            <a:ext cx="959125" cy="399899"/>
          </a:xfrm>
          <a:prstGeom prst="rect">
            <a:avLst/>
          </a:prstGeom>
          <a:noFill/>
          <a:ln>
            <a:noFill/>
          </a:ln>
        </p:spPr>
      </p:pic>
      <p:pic>
        <p:nvPicPr>
          <p:cNvPr descr="&lt;math xmlns=&quot;http://www.w3.org/1998/Math/MathML&quot; display=&quot;block&quot; data-is-equatio=&quot;1&quot; data-latex=&quot;\begin{array}{l}\frac{\text{AB}}{\text{BC}}=\frac{3}{4}=0.75\\&amp;#13;&amp;#10;\frac{\text{AB}}{\text{AC}}=\frac{3}{5}=0.6\\&amp;#13;&amp;#10;\frac{\text{BC}}{\text{AC}}=\frac{4}{5}=0.8\\&amp;#13;&amp;#10;\begin{array}{l}\frac{\text{DE}}{\text{EF}}=\frac{6}{8}=0.75\\&amp;#13;&amp;#10;\frac{\text{DE}}{\text{FD}}=\frac{6}{10}=0.6\\&amp;#13;&amp;#10;\frac{\text{EF}}{\text{DF}}=\frac{8}{10}=0.8\end{array}\end{array}&quot;&gt;&lt;mtable columnalign=&quot;left&quot; columnspacing=&quot;1em&quot; rowspacing=&quot;4pt&quot;&gt;&lt;mtr&gt;&lt;mtd&gt;&lt;mfrac&gt;&lt;mtext&gt;AB&lt;/mtext&gt;&lt;mtext&gt;BC&lt;/mtext&gt;&lt;/mfrac&gt;&lt;mo&gt;=&lt;/mo&gt;&lt;mfrac&gt;&lt;mn&gt;3&lt;/mn&gt;&lt;mn&gt;4&lt;/mn&gt;&lt;/mfrac&gt;&lt;mo&gt;=&lt;/mo&gt;&lt;mn&gt;0.75&lt;/mn&gt;&lt;/mtd&gt;&lt;/mtr&gt;&lt;mtr&gt;&lt;mtd&gt;&lt;mfrac&gt;&lt;mtext&gt;AB&lt;/mtext&gt;&lt;mtext&gt;AC&lt;/mtext&gt;&lt;/mfrac&gt;&lt;mo&gt;=&lt;/mo&gt;&lt;mfrac&gt;&lt;mn&gt;3&lt;/mn&gt;&lt;mn&gt;5&lt;/mn&gt;&lt;/mfrac&gt;&lt;mo&gt;=&lt;/mo&gt;&lt;mn&gt;0.6&lt;/mn&gt;&lt;/mtd&gt;&lt;/mtr&gt;&lt;mtr&gt;&lt;mtd&gt;&lt;mfrac&gt;&lt;mtext&gt;BC&lt;/mtext&gt;&lt;mtext&gt;AC&lt;/mtext&gt;&lt;/mfrac&gt;&lt;mo&gt;=&lt;/mo&gt;&lt;mfrac&gt;&lt;mn&gt;4&lt;/mn&gt;&lt;mn&gt;5&lt;/mn&gt;&lt;/mfrac&gt;&lt;mo&gt;=&lt;/mo&gt;&lt;mn&gt;0.8&lt;/mn&gt;&lt;/mtd&gt;&lt;/mtr&gt;&lt;mtr&gt;&lt;mtd&gt;&lt;mtable columnspacing=&quot;1em&quot; rowspacing=&quot;4pt&quot;&gt;&lt;mtr&gt;&lt;mtd&gt;&lt;mfrac&gt;&lt;mtext&gt;DE&lt;/mtext&gt;&lt;mtext&gt;EF&lt;/mtext&gt;&lt;/mfrac&gt;&lt;mo&gt;=&lt;/mo&gt;&lt;mfrac&gt;&lt;mn&gt;6&lt;/mn&gt;&lt;mn&gt;8&lt;/mn&gt;&lt;/mfrac&gt;&lt;mo&gt;=&lt;/mo&gt;&lt;mn&gt;0.75&lt;/mn&gt;&lt;/mtd&gt;&lt;/mtr&gt;&lt;mtr&gt;&lt;mtd&gt;&lt;mfrac&gt;&lt;mtext&gt;DE&lt;/mtext&gt;&lt;mtext&gt;FD&lt;/mtext&gt;&lt;/mfrac&gt;&lt;mo&gt;=&lt;/mo&gt;&lt;mfrac&gt;&lt;mn&gt;6&lt;/mn&gt;&lt;mn&gt;10&lt;/mn&gt;&lt;/mfrac&gt;&lt;mo&gt;=&lt;/mo&gt;&lt;mn&gt;0.6&lt;/mn&gt;&lt;/mtd&gt;&lt;/mtr&gt;&lt;mtr&gt;&lt;mtd&gt;&lt;mfrac&gt;&lt;mtext&gt;EF&lt;/mtext&gt;&lt;mtext&gt;DF&lt;/mtext&gt;&lt;/mfrac&gt;&lt;mo&gt;=&lt;/mo&gt;&lt;mfrac&gt;&lt;mn&gt;8&lt;/mn&gt;&lt;mn&gt;10&lt;/mn&gt;&lt;/mfrac&gt;&lt;mo&gt;=&lt;/mo&gt;&lt;mn&gt;0.8&lt;/mn&gt;&lt;/mtd&gt;&lt;/mtr&gt;&lt;/mtable&gt;&lt;/mtd&gt;&lt;/mtr&gt;&lt;/mtable&gt;&lt;/math&gt;" id="894" name="Google Shape;894;p70" title="4 lines Line 1: AB over BC equals three fourths equals 0.75 Line 2: AB over AC equals three fifths equals 0.6 Line 3: BC over AC equals four fifths equals 0.8 Line 4: Line 1: DE over EF equals six eighths equals 0.75 Line 2: DE over FD equals six tenths equals 0.6 Line 3: EF over DF equals eight tenths equals 0.8"/>
          <p:cNvPicPr preferRelativeResize="0"/>
          <p:nvPr/>
        </p:nvPicPr>
        <p:blipFill rotWithShape="1">
          <a:blip r:embed="rId3">
            <a:alphaModFix/>
          </a:blip>
          <a:srcRect b="14912" l="38304" r="398" t="66216"/>
          <a:stretch/>
        </p:blipFill>
        <p:spPr>
          <a:xfrm>
            <a:off x="7669938" y="2472501"/>
            <a:ext cx="930275" cy="470400"/>
          </a:xfrm>
          <a:prstGeom prst="rect">
            <a:avLst/>
          </a:prstGeom>
          <a:noFill/>
          <a:ln>
            <a:noFill/>
          </a:ln>
        </p:spPr>
      </p:pic>
      <p:pic>
        <p:nvPicPr>
          <p:cNvPr descr="&lt;math xmlns=&quot;http://www.w3.org/1998/Math/MathML&quot; display=&quot;block&quot; data-is-equatio=&quot;1&quot; data-latex=&quot;\begin{array}{l}\frac{\text{AB}}{\text{BC}}=\frac{3}{4}=0.75\\&amp;#13;&amp;#10;\frac{\text{AB}}{\text{AC}}=\frac{3}{5}=0.6\\&amp;#13;&amp;#10;\frac{\text{BC}}{\text{AC}}=\frac{4}{5}=0.8\\&amp;#13;&amp;#10;\begin{array}{l}\frac{\text{DE}}{\text{EF}}=\frac{6}{8}=0.75\\&amp;#13;&amp;#10;\frac{\text{DE}}{\text{FD}}=\frac{6}{10}=0.6\\&amp;#13;&amp;#10;\frac{\text{EF}}{\text{DF}}=\frac{8}{10}=0.8\end{array}\end{array}&quot;&gt;&lt;mtable columnalign=&quot;left&quot; columnspacing=&quot;1em&quot; rowspacing=&quot;4pt&quot;&gt;&lt;mtr&gt;&lt;mtd&gt;&lt;mfrac&gt;&lt;mtext&gt;AB&lt;/mtext&gt;&lt;mtext&gt;BC&lt;/mtext&gt;&lt;/mfrac&gt;&lt;mo&gt;=&lt;/mo&gt;&lt;mfrac&gt;&lt;mn&gt;3&lt;/mn&gt;&lt;mn&gt;4&lt;/mn&gt;&lt;/mfrac&gt;&lt;mo&gt;=&lt;/mo&gt;&lt;mn&gt;0.75&lt;/mn&gt;&lt;/mtd&gt;&lt;/mtr&gt;&lt;mtr&gt;&lt;mtd&gt;&lt;mfrac&gt;&lt;mtext&gt;AB&lt;/mtext&gt;&lt;mtext&gt;AC&lt;/mtext&gt;&lt;/mfrac&gt;&lt;mo&gt;=&lt;/mo&gt;&lt;mfrac&gt;&lt;mn&gt;3&lt;/mn&gt;&lt;mn&gt;5&lt;/mn&gt;&lt;/mfrac&gt;&lt;mo&gt;=&lt;/mo&gt;&lt;mn&gt;0.6&lt;/mn&gt;&lt;/mtd&gt;&lt;/mtr&gt;&lt;mtr&gt;&lt;mtd&gt;&lt;mfrac&gt;&lt;mtext&gt;BC&lt;/mtext&gt;&lt;mtext&gt;AC&lt;/mtext&gt;&lt;/mfrac&gt;&lt;mo&gt;=&lt;/mo&gt;&lt;mfrac&gt;&lt;mn&gt;4&lt;/mn&gt;&lt;mn&gt;5&lt;/mn&gt;&lt;/mfrac&gt;&lt;mo&gt;=&lt;/mo&gt;&lt;mn&gt;0.8&lt;/mn&gt;&lt;/mtd&gt;&lt;/mtr&gt;&lt;mtr&gt;&lt;mtd&gt;&lt;mtable columnspacing=&quot;1em&quot; rowspacing=&quot;4pt&quot;&gt;&lt;mtr&gt;&lt;mtd&gt;&lt;mfrac&gt;&lt;mtext&gt;DE&lt;/mtext&gt;&lt;mtext&gt;EF&lt;/mtext&gt;&lt;/mfrac&gt;&lt;mo&gt;=&lt;/mo&gt;&lt;mfrac&gt;&lt;mn&gt;6&lt;/mn&gt;&lt;mn&gt;8&lt;/mn&gt;&lt;/mfrac&gt;&lt;mo&gt;=&lt;/mo&gt;&lt;mn&gt;0.75&lt;/mn&gt;&lt;/mtd&gt;&lt;/mtr&gt;&lt;mtr&gt;&lt;mtd&gt;&lt;mfrac&gt;&lt;mtext&gt;DE&lt;/mtext&gt;&lt;mtext&gt;FD&lt;/mtext&gt;&lt;/mfrac&gt;&lt;mo&gt;=&lt;/mo&gt;&lt;mfrac&gt;&lt;mn&gt;6&lt;/mn&gt;&lt;mn&gt;10&lt;/mn&gt;&lt;/mfrac&gt;&lt;mo&gt;=&lt;/mo&gt;&lt;mn&gt;0.6&lt;/mn&gt;&lt;/mtd&gt;&lt;/mtr&gt;&lt;mtr&gt;&lt;mtd&gt;&lt;mfrac&gt;&lt;mtext&gt;EF&lt;/mtext&gt;&lt;mtext&gt;DF&lt;/mtext&gt;&lt;/mfrac&gt;&lt;mo&gt;=&lt;/mo&gt;&lt;mfrac&gt;&lt;mn&gt;8&lt;/mn&gt;&lt;mn&gt;10&lt;/mn&gt;&lt;/mfrac&gt;&lt;mo&gt;=&lt;/mo&gt;&lt;mn&gt;0.8&lt;/mn&gt;&lt;/mtd&gt;&lt;/mtr&gt;&lt;/mtable&gt;&lt;/mtd&gt;&lt;/mtr&gt;&lt;/mtable&gt;&lt;/math&gt;" id="895" name="Google Shape;895;p70" title="4 lines Line 1: AB over BC equals three fourths equals 0.75 Line 2: AB over AC equals three fifths equals 0.6 Line 3: BC over AC equals four fifths equals 0.8 Line 4: Line 1: DE over EF equals six eighths equals 0.75 Line 2: DE over FD equals six tenths equals 0.6 Line 3: EF over DF equals eight tenths equals 0.8"/>
          <p:cNvPicPr preferRelativeResize="0"/>
          <p:nvPr/>
        </p:nvPicPr>
        <p:blipFill rotWithShape="1">
          <a:blip r:embed="rId3">
            <a:alphaModFix/>
          </a:blip>
          <a:srcRect b="33785" l="40646" r="-1943" t="50701"/>
          <a:stretch/>
        </p:blipFill>
        <p:spPr>
          <a:xfrm>
            <a:off x="7796685" y="3563771"/>
            <a:ext cx="930275" cy="386701"/>
          </a:xfrm>
          <a:prstGeom prst="rect">
            <a:avLst/>
          </a:prstGeom>
          <a:noFill/>
          <a:ln>
            <a:noFill/>
          </a:ln>
        </p:spPr>
      </p:pic>
      <p:sp>
        <p:nvSpPr>
          <p:cNvPr id="896" name="Google Shape;896;p70"/>
          <p:cNvSpPr txBox="1"/>
          <p:nvPr>
            <p:ph idx="1" type="body"/>
          </p:nvPr>
        </p:nvSpPr>
        <p:spPr>
          <a:xfrm>
            <a:off x="324000" y="1599000"/>
            <a:ext cx="8237700" cy="296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Therefore, similar shapes have lengths in the </a:t>
            </a:r>
            <a:r>
              <a:rPr lang="en-GB" sz="2000">
                <a:solidFill>
                  <a:schemeClr val="accent4"/>
                </a:solidFill>
              </a:rPr>
              <a:t>same proportions</a:t>
            </a:r>
            <a:r>
              <a:rPr lang="en-GB" sz="2000"/>
              <a:t>.</a:t>
            </a:r>
            <a:endParaRPr sz="2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8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9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9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7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9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9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8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8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9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8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9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0" name="Shape 900"/>
        <p:cNvGrpSpPr/>
        <p:nvPr/>
      </p:nvGrpSpPr>
      <p:grpSpPr>
        <a:xfrm>
          <a:off x="0" y="0"/>
          <a:ext cx="0" cy="0"/>
          <a:chOff x="0" y="0"/>
          <a:chExt cx="0" cy="0"/>
        </a:xfrm>
      </p:grpSpPr>
      <p:sp>
        <p:nvSpPr>
          <p:cNvPr id="901" name="Google Shape;901;p7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Identifying similar triangles</a:t>
            </a:r>
            <a:endParaRPr/>
          </a:p>
        </p:txBody>
      </p:sp>
      <p:sp>
        <p:nvSpPr>
          <p:cNvPr id="902" name="Google Shape;902;p71"/>
          <p:cNvSpPr txBox="1"/>
          <p:nvPr>
            <p:ph idx="1" type="body"/>
          </p:nvPr>
        </p:nvSpPr>
        <p:spPr>
          <a:xfrm>
            <a:off x="324000" y="759300"/>
            <a:ext cx="8496000" cy="663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900"/>
              <a:t>The criteria for congruent triangles can be used to show that unknown lengths and angles are fixed by the measurements that are known.</a:t>
            </a:r>
            <a:endParaRPr sz="2000"/>
          </a:p>
        </p:txBody>
      </p:sp>
      <p:sp>
        <p:nvSpPr>
          <p:cNvPr id="903" name="Google Shape;903;p71"/>
          <p:cNvSpPr/>
          <p:nvPr/>
        </p:nvSpPr>
        <p:spPr>
          <a:xfrm flipH="1" rot="10800000">
            <a:off x="672770" y="2633084"/>
            <a:ext cx="910656" cy="683800"/>
          </a:xfrm>
          <a:custGeom>
            <a:rect b="b" l="l" r="r" t="t"/>
            <a:pathLst>
              <a:path extrusionOk="0" h="38100" w="50740">
                <a:moveTo>
                  <a:pt x="0" y="0"/>
                </a:moveTo>
                <a:lnTo>
                  <a:pt x="50740" y="0"/>
                </a:lnTo>
                <a:lnTo>
                  <a:pt x="50740" y="38100"/>
                </a:lnTo>
                <a:close/>
              </a:path>
            </a:pathLst>
          </a:custGeom>
          <a:solidFill>
            <a:srgbClr val="F3EEFB"/>
          </a:solidFill>
          <a:ln cap="flat" cmpd="sng" w="38100">
            <a:solidFill>
              <a:srgbClr val="000000"/>
            </a:solidFill>
            <a:prstDash val="solid"/>
            <a:round/>
            <a:headEnd len="med" w="med" type="none"/>
            <a:tailEnd len="med" w="med" type="none"/>
          </a:ln>
        </p:spPr>
      </p:sp>
      <p:grpSp>
        <p:nvGrpSpPr>
          <p:cNvPr id="904" name="Google Shape;904;p71"/>
          <p:cNvGrpSpPr/>
          <p:nvPr/>
        </p:nvGrpSpPr>
        <p:grpSpPr>
          <a:xfrm flipH="1" rot="10800000">
            <a:off x="615052" y="2564820"/>
            <a:ext cx="1056921" cy="839289"/>
            <a:chOff x="4950125" y="3595313"/>
            <a:chExt cx="1225842" cy="973427"/>
          </a:xfrm>
        </p:grpSpPr>
        <p:cxnSp>
          <p:nvCxnSpPr>
            <p:cNvPr id="905" name="Google Shape;905;p71"/>
            <p:cNvCxnSpPr/>
            <p:nvPr/>
          </p:nvCxnSpPr>
          <p:spPr>
            <a:xfrm>
              <a:off x="5050725" y="3595313"/>
              <a:ext cx="1028100" cy="0"/>
            </a:xfrm>
            <a:prstGeom prst="straightConnector1">
              <a:avLst/>
            </a:prstGeom>
            <a:noFill/>
            <a:ln cap="flat" cmpd="sng" w="19050">
              <a:solidFill>
                <a:srgbClr val="000000"/>
              </a:solidFill>
              <a:prstDash val="solid"/>
              <a:round/>
              <a:headEnd len="med" w="med" type="triangle"/>
              <a:tailEnd len="med" w="med" type="triangle"/>
            </a:ln>
          </p:spPr>
        </p:cxnSp>
        <p:cxnSp>
          <p:nvCxnSpPr>
            <p:cNvPr id="906" name="Google Shape;906;p71"/>
            <p:cNvCxnSpPr/>
            <p:nvPr/>
          </p:nvCxnSpPr>
          <p:spPr>
            <a:xfrm>
              <a:off x="6175967" y="3703451"/>
              <a:ext cx="0" cy="786000"/>
            </a:xfrm>
            <a:prstGeom prst="straightConnector1">
              <a:avLst/>
            </a:prstGeom>
            <a:noFill/>
            <a:ln cap="flat" cmpd="sng" w="19050">
              <a:solidFill>
                <a:srgbClr val="000000"/>
              </a:solidFill>
              <a:prstDash val="solid"/>
              <a:round/>
              <a:headEnd len="med" w="med" type="triangle"/>
              <a:tailEnd len="med" w="med" type="triangle"/>
            </a:ln>
          </p:spPr>
        </p:cxnSp>
        <p:cxnSp>
          <p:nvCxnSpPr>
            <p:cNvPr id="907" name="Google Shape;907;p71"/>
            <p:cNvCxnSpPr/>
            <p:nvPr/>
          </p:nvCxnSpPr>
          <p:spPr>
            <a:xfrm>
              <a:off x="4950125" y="3787540"/>
              <a:ext cx="1044300" cy="781200"/>
            </a:xfrm>
            <a:prstGeom prst="straightConnector1">
              <a:avLst/>
            </a:prstGeom>
            <a:noFill/>
            <a:ln cap="flat" cmpd="sng" w="19050">
              <a:solidFill>
                <a:srgbClr val="000000"/>
              </a:solidFill>
              <a:prstDash val="solid"/>
              <a:round/>
              <a:headEnd len="med" w="med" type="triangle"/>
              <a:tailEnd len="med" w="med" type="triangle"/>
            </a:ln>
          </p:spPr>
        </p:cxnSp>
      </p:grpSp>
      <p:sp>
        <p:nvSpPr>
          <p:cNvPr id="908" name="Google Shape;908;p71"/>
          <p:cNvSpPr txBox="1"/>
          <p:nvPr/>
        </p:nvSpPr>
        <p:spPr>
          <a:xfrm>
            <a:off x="1704142" y="2894124"/>
            <a:ext cx="438900" cy="225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solidFill>
                  <a:srgbClr val="000000"/>
                </a:solidFill>
                <a:latin typeface="Lexend"/>
                <a:ea typeface="Lexend"/>
                <a:cs typeface="Lexend"/>
                <a:sym typeface="Lexend"/>
              </a:rPr>
              <a:t>3 m </a:t>
            </a:r>
            <a:endParaRPr sz="1600">
              <a:solidFill>
                <a:srgbClr val="000000"/>
              </a:solidFill>
              <a:latin typeface="Lexend"/>
              <a:ea typeface="Lexend"/>
              <a:cs typeface="Lexend"/>
              <a:sym typeface="Lexend"/>
            </a:endParaRPr>
          </a:p>
        </p:txBody>
      </p:sp>
      <p:sp>
        <p:nvSpPr>
          <p:cNvPr id="909" name="Google Shape;909;p71"/>
          <p:cNvSpPr txBox="1"/>
          <p:nvPr/>
        </p:nvSpPr>
        <p:spPr>
          <a:xfrm>
            <a:off x="950405" y="3377940"/>
            <a:ext cx="438900" cy="225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solidFill>
                  <a:srgbClr val="000000"/>
                </a:solidFill>
                <a:latin typeface="Lexend"/>
                <a:ea typeface="Lexend"/>
                <a:cs typeface="Lexend"/>
                <a:sym typeface="Lexend"/>
              </a:rPr>
              <a:t>4 m </a:t>
            </a:r>
            <a:endParaRPr sz="1600">
              <a:solidFill>
                <a:srgbClr val="000000"/>
              </a:solidFill>
              <a:latin typeface="Lexend"/>
              <a:ea typeface="Lexend"/>
              <a:cs typeface="Lexend"/>
              <a:sym typeface="Lexend"/>
            </a:endParaRPr>
          </a:p>
        </p:txBody>
      </p:sp>
      <p:sp>
        <p:nvSpPr>
          <p:cNvPr id="910" name="Google Shape;910;p71"/>
          <p:cNvSpPr txBox="1"/>
          <p:nvPr/>
        </p:nvSpPr>
        <p:spPr>
          <a:xfrm>
            <a:off x="732824" y="2667887"/>
            <a:ext cx="431700" cy="276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solidFill>
                  <a:srgbClr val="000000"/>
                </a:solidFill>
                <a:latin typeface="Lexend"/>
                <a:ea typeface="Lexend"/>
                <a:cs typeface="Lexend"/>
                <a:sym typeface="Lexend"/>
              </a:rPr>
              <a:t>5 m </a:t>
            </a:r>
            <a:endParaRPr sz="1600">
              <a:solidFill>
                <a:srgbClr val="000000"/>
              </a:solidFill>
              <a:latin typeface="Lexend"/>
              <a:ea typeface="Lexend"/>
              <a:cs typeface="Lexend"/>
              <a:sym typeface="Lexend"/>
            </a:endParaRPr>
          </a:p>
        </p:txBody>
      </p:sp>
      <p:sp>
        <p:nvSpPr>
          <p:cNvPr id="911" name="Google Shape;911;p71"/>
          <p:cNvSpPr/>
          <p:nvPr/>
        </p:nvSpPr>
        <p:spPr>
          <a:xfrm flipH="1" rot="10800000">
            <a:off x="3200016" y="2696204"/>
            <a:ext cx="910656" cy="683800"/>
          </a:xfrm>
          <a:custGeom>
            <a:rect b="b" l="l" r="r" t="t"/>
            <a:pathLst>
              <a:path extrusionOk="0" h="38100" w="50740">
                <a:moveTo>
                  <a:pt x="0" y="0"/>
                </a:moveTo>
                <a:lnTo>
                  <a:pt x="50740" y="0"/>
                </a:lnTo>
                <a:lnTo>
                  <a:pt x="50740" y="38100"/>
                </a:lnTo>
                <a:close/>
              </a:path>
            </a:pathLst>
          </a:custGeom>
          <a:solidFill>
            <a:srgbClr val="F3EEFB"/>
          </a:solidFill>
          <a:ln cap="flat" cmpd="sng" w="38100">
            <a:solidFill>
              <a:srgbClr val="000000"/>
            </a:solidFill>
            <a:prstDash val="solid"/>
            <a:round/>
            <a:headEnd len="med" w="med" type="none"/>
            <a:tailEnd len="med" w="med" type="none"/>
          </a:ln>
        </p:spPr>
      </p:sp>
      <p:sp>
        <p:nvSpPr>
          <p:cNvPr id="912" name="Google Shape;912;p71"/>
          <p:cNvSpPr/>
          <p:nvPr/>
        </p:nvSpPr>
        <p:spPr>
          <a:xfrm>
            <a:off x="3041537" y="3175502"/>
            <a:ext cx="390000" cy="390000"/>
          </a:xfrm>
          <a:prstGeom prst="arc">
            <a:avLst>
              <a:gd fmla="val 19277215" name="adj1"/>
              <a:gd fmla="val 272184"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13" name="Google Shape;913;p71"/>
          <p:cNvSpPr/>
          <p:nvPr/>
        </p:nvSpPr>
        <p:spPr>
          <a:xfrm>
            <a:off x="3931755" y="2561092"/>
            <a:ext cx="325500" cy="325500"/>
          </a:xfrm>
          <a:prstGeom prst="arc">
            <a:avLst>
              <a:gd fmla="val 5102859" name="adj1"/>
              <a:gd fmla="val 8891972"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14" name="Google Shape;914;p71"/>
          <p:cNvSpPr txBox="1"/>
          <p:nvPr>
            <p:ph idx="1" type="body"/>
          </p:nvPr>
        </p:nvSpPr>
        <p:spPr>
          <a:xfrm>
            <a:off x="3457461" y="3148707"/>
            <a:ext cx="390000" cy="188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37°</a:t>
            </a:r>
            <a:endParaRPr sz="1600"/>
          </a:p>
        </p:txBody>
      </p:sp>
      <p:sp>
        <p:nvSpPr>
          <p:cNvPr id="915" name="Google Shape;915;p71"/>
          <p:cNvSpPr txBox="1"/>
          <p:nvPr>
            <p:ph idx="1" type="body"/>
          </p:nvPr>
        </p:nvSpPr>
        <p:spPr>
          <a:xfrm>
            <a:off x="3774159" y="2892568"/>
            <a:ext cx="390000" cy="188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53°</a:t>
            </a:r>
            <a:endParaRPr sz="1600"/>
          </a:p>
        </p:txBody>
      </p:sp>
      <p:cxnSp>
        <p:nvCxnSpPr>
          <p:cNvPr id="916" name="Google Shape;916;p71"/>
          <p:cNvCxnSpPr/>
          <p:nvPr/>
        </p:nvCxnSpPr>
        <p:spPr>
          <a:xfrm flipH="1" rot="10800000">
            <a:off x="3153669" y="2637661"/>
            <a:ext cx="900600" cy="673800"/>
          </a:xfrm>
          <a:prstGeom prst="straightConnector1">
            <a:avLst/>
          </a:prstGeom>
          <a:noFill/>
          <a:ln cap="flat" cmpd="sng" w="19050">
            <a:solidFill>
              <a:srgbClr val="000000"/>
            </a:solidFill>
            <a:prstDash val="solid"/>
            <a:round/>
            <a:headEnd len="med" w="med" type="triangle"/>
            <a:tailEnd len="med" w="med" type="triangle"/>
          </a:ln>
        </p:spPr>
      </p:cxnSp>
      <p:sp>
        <p:nvSpPr>
          <p:cNvPr id="917" name="Google Shape;917;p71"/>
          <p:cNvSpPr txBox="1"/>
          <p:nvPr/>
        </p:nvSpPr>
        <p:spPr>
          <a:xfrm>
            <a:off x="3287620" y="2748665"/>
            <a:ext cx="431700" cy="276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solidFill>
                  <a:srgbClr val="000000"/>
                </a:solidFill>
                <a:latin typeface="Lexend"/>
                <a:ea typeface="Lexend"/>
                <a:cs typeface="Lexend"/>
                <a:sym typeface="Lexend"/>
              </a:rPr>
              <a:t>5 m </a:t>
            </a:r>
            <a:endParaRPr sz="1600">
              <a:solidFill>
                <a:srgbClr val="000000"/>
              </a:solidFill>
              <a:latin typeface="Lexend"/>
              <a:ea typeface="Lexend"/>
              <a:cs typeface="Lexend"/>
              <a:sym typeface="Lexend"/>
            </a:endParaRPr>
          </a:p>
        </p:txBody>
      </p:sp>
      <p:sp>
        <p:nvSpPr>
          <p:cNvPr id="918" name="Google Shape;918;p71"/>
          <p:cNvSpPr/>
          <p:nvPr/>
        </p:nvSpPr>
        <p:spPr>
          <a:xfrm flipH="1" rot="10800000">
            <a:off x="5200914" y="2696204"/>
            <a:ext cx="910656" cy="683800"/>
          </a:xfrm>
          <a:custGeom>
            <a:rect b="b" l="l" r="r" t="t"/>
            <a:pathLst>
              <a:path extrusionOk="0" h="38100" w="50740">
                <a:moveTo>
                  <a:pt x="0" y="0"/>
                </a:moveTo>
                <a:lnTo>
                  <a:pt x="50740" y="0"/>
                </a:lnTo>
                <a:lnTo>
                  <a:pt x="50740" y="38100"/>
                </a:lnTo>
                <a:close/>
              </a:path>
            </a:pathLst>
          </a:custGeom>
          <a:solidFill>
            <a:srgbClr val="F3EEFB"/>
          </a:solidFill>
          <a:ln cap="flat" cmpd="sng" w="38100">
            <a:solidFill>
              <a:srgbClr val="000000"/>
            </a:solidFill>
            <a:prstDash val="solid"/>
            <a:round/>
            <a:headEnd len="med" w="med" type="none"/>
            <a:tailEnd len="med" w="med" type="none"/>
          </a:ln>
        </p:spPr>
      </p:sp>
      <p:sp>
        <p:nvSpPr>
          <p:cNvPr id="919" name="Google Shape;919;p71"/>
          <p:cNvSpPr/>
          <p:nvPr/>
        </p:nvSpPr>
        <p:spPr>
          <a:xfrm>
            <a:off x="5042435" y="3175502"/>
            <a:ext cx="390000" cy="390000"/>
          </a:xfrm>
          <a:prstGeom prst="arc">
            <a:avLst>
              <a:gd fmla="val 19277215" name="adj1"/>
              <a:gd fmla="val 272184"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20" name="Google Shape;920;p71"/>
          <p:cNvSpPr/>
          <p:nvPr/>
        </p:nvSpPr>
        <p:spPr>
          <a:xfrm>
            <a:off x="5932653" y="2561092"/>
            <a:ext cx="325500" cy="325500"/>
          </a:xfrm>
          <a:prstGeom prst="arc">
            <a:avLst>
              <a:gd fmla="val 5102859" name="adj1"/>
              <a:gd fmla="val 8891972"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21" name="Google Shape;921;p71"/>
          <p:cNvSpPr txBox="1"/>
          <p:nvPr>
            <p:ph idx="1" type="body"/>
          </p:nvPr>
        </p:nvSpPr>
        <p:spPr>
          <a:xfrm>
            <a:off x="5457947" y="3158879"/>
            <a:ext cx="394800" cy="188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37°</a:t>
            </a:r>
            <a:endParaRPr sz="1600"/>
          </a:p>
        </p:txBody>
      </p:sp>
      <p:sp>
        <p:nvSpPr>
          <p:cNvPr id="922" name="Google Shape;922;p71"/>
          <p:cNvSpPr txBox="1"/>
          <p:nvPr>
            <p:ph idx="1" type="body"/>
          </p:nvPr>
        </p:nvSpPr>
        <p:spPr>
          <a:xfrm>
            <a:off x="5779512" y="2898710"/>
            <a:ext cx="365700" cy="188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53°</a:t>
            </a:r>
            <a:endParaRPr sz="1600"/>
          </a:p>
        </p:txBody>
      </p:sp>
      <p:cxnSp>
        <p:nvCxnSpPr>
          <p:cNvPr id="923" name="Google Shape;923;p71"/>
          <p:cNvCxnSpPr/>
          <p:nvPr/>
        </p:nvCxnSpPr>
        <p:spPr>
          <a:xfrm rot="10800000">
            <a:off x="6201137" y="2695721"/>
            <a:ext cx="0" cy="677700"/>
          </a:xfrm>
          <a:prstGeom prst="straightConnector1">
            <a:avLst/>
          </a:prstGeom>
          <a:noFill/>
          <a:ln cap="flat" cmpd="sng" w="19050">
            <a:solidFill>
              <a:srgbClr val="000000"/>
            </a:solidFill>
            <a:prstDash val="solid"/>
            <a:round/>
            <a:headEnd len="med" w="med" type="triangle"/>
            <a:tailEnd len="med" w="med" type="triangle"/>
          </a:ln>
        </p:spPr>
      </p:cxnSp>
      <p:sp>
        <p:nvSpPr>
          <p:cNvPr id="924" name="Google Shape;924;p71"/>
          <p:cNvSpPr txBox="1"/>
          <p:nvPr/>
        </p:nvSpPr>
        <p:spPr>
          <a:xfrm>
            <a:off x="6232295" y="2947876"/>
            <a:ext cx="438900" cy="225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solidFill>
                  <a:srgbClr val="000000"/>
                </a:solidFill>
                <a:latin typeface="Lexend"/>
                <a:ea typeface="Lexend"/>
                <a:cs typeface="Lexend"/>
                <a:sym typeface="Lexend"/>
              </a:rPr>
              <a:t>3 m </a:t>
            </a:r>
            <a:endParaRPr sz="1600">
              <a:solidFill>
                <a:srgbClr val="000000"/>
              </a:solidFill>
              <a:latin typeface="Lexend"/>
              <a:ea typeface="Lexend"/>
              <a:cs typeface="Lexend"/>
              <a:sym typeface="Lexend"/>
            </a:endParaRPr>
          </a:p>
        </p:txBody>
      </p:sp>
      <p:sp>
        <p:nvSpPr>
          <p:cNvPr id="925" name="Google Shape;925;p71"/>
          <p:cNvSpPr/>
          <p:nvPr/>
        </p:nvSpPr>
        <p:spPr>
          <a:xfrm flipH="1" rot="10800000">
            <a:off x="7370639" y="2696204"/>
            <a:ext cx="910656" cy="683800"/>
          </a:xfrm>
          <a:custGeom>
            <a:rect b="b" l="l" r="r" t="t"/>
            <a:pathLst>
              <a:path extrusionOk="0" h="38100" w="50740">
                <a:moveTo>
                  <a:pt x="0" y="0"/>
                </a:moveTo>
                <a:lnTo>
                  <a:pt x="50740" y="0"/>
                </a:lnTo>
                <a:lnTo>
                  <a:pt x="50740" y="38100"/>
                </a:lnTo>
                <a:close/>
              </a:path>
            </a:pathLst>
          </a:custGeom>
          <a:solidFill>
            <a:srgbClr val="F3EEFB"/>
          </a:solidFill>
          <a:ln cap="flat" cmpd="sng" w="38100">
            <a:solidFill>
              <a:srgbClr val="000000"/>
            </a:solidFill>
            <a:prstDash val="solid"/>
            <a:round/>
            <a:headEnd len="med" w="med" type="none"/>
            <a:tailEnd len="med" w="med" type="none"/>
          </a:ln>
        </p:spPr>
      </p:sp>
      <p:sp>
        <p:nvSpPr>
          <p:cNvPr id="926" name="Google Shape;926;p71"/>
          <p:cNvSpPr/>
          <p:nvPr/>
        </p:nvSpPr>
        <p:spPr>
          <a:xfrm>
            <a:off x="8167171" y="3269236"/>
            <a:ext cx="111000" cy="1110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927" name="Google Shape;927;p71"/>
          <p:cNvGrpSpPr/>
          <p:nvPr/>
        </p:nvGrpSpPr>
        <p:grpSpPr>
          <a:xfrm flipH="1" rot="10800000">
            <a:off x="7323473" y="2638491"/>
            <a:ext cx="1046370" cy="735500"/>
            <a:chOff x="4962363" y="3703451"/>
            <a:chExt cx="1213604" cy="853051"/>
          </a:xfrm>
        </p:grpSpPr>
        <p:cxnSp>
          <p:nvCxnSpPr>
            <p:cNvPr id="928" name="Google Shape;928;p71"/>
            <p:cNvCxnSpPr/>
            <p:nvPr/>
          </p:nvCxnSpPr>
          <p:spPr>
            <a:xfrm>
              <a:off x="6175967" y="3703451"/>
              <a:ext cx="0" cy="786000"/>
            </a:xfrm>
            <a:prstGeom prst="straightConnector1">
              <a:avLst/>
            </a:prstGeom>
            <a:noFill/>
            <a:ln cap="flat" cmpd="sng" w="19050">
              <a:solidFill>
                <a:srgbClr val="000000"/>
              </a:solidFill>
              <a:prstDash val="solid"/>
              <a:round/>
              <a:headEnd len="med" w="med" type="triangle"/>
              <a:tailEnd len="med" w="med" type="triangle"/>
            </a:ln>
          </p:spPr>
        </p:cxnSp>
        <p:cxnSp>
          <p:nvCxnSpPr>
            <p:cNvPr id="929" name="Google Shape;929;p71"/>
            <p:cNvCxnSpPr/>
            <p:nvPr/>
          </p:nvCxnSpPr>
          <p:spPr>
            <a:xfrm>
              <a:off x="4962363" y="3775302"/>
              <a:ext cx="1044300" cy="781200"/>
            </a:xfrm>
            <a:prstGeom prst="straightConnector1">
              <a:avLst/>
            </a:prstGeom>
            <a:noFill/>
            <a:ln cap="flat" cmpd="sng" w="19050">
              <a:solidFill>
                <a:srgbClr val="000000"/>
              </a:solidFill>
              <a:prstDash val="solid"/>
              <a:round/>
              <a:headEnd len="med" w="med" type="triangle"/>
              <a:tailEnd len="med" w="med" type="triangle"/>
            </a:ln>
          </p:spPr>
        </p:cxnSp>
      </p:grpSp>
      <p:sp>
        <p:nvSpPr>
          <p:cNvPr id="930" name="Google Shape;930;p71"/>
          <p:cNvSpPr txBox="1"/>
          <p:nvPr/>
        </p:nvSpPr>
        <p:spPr>
          <a:xfrm>
            <a:off x="8402021" y="2943514"/>
            <a:ext cx="431700" cy="225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solidFill>
                  <a:srgbClr val="000000"/>
                </a:solidFill>
                <a:latin typeface="Lexend"/>
                <a:ea typeface="Lexend"/>
                <a:cs typeface="Lexend"/>
                <a:sym typeface="Lexend"/>
              </a:rPr>
              <a:t>3 m </a:t>
            </a:r>
            <a:endParaRPr sz="1600">
              <a:solidFill>
                <a:srgbClr val="000000"/>
              </a:solidFill>
              <a:latin typeface="Lexend"/>
              <a:ea typeface="Lexend"/>
              <a:cs typeface="Lexend"/>
              <a:sym typeface="Lexend"/>
            </a:endParaRPr>
          </a:p>
        </p:txBody>
      </p:sp>
      <p:sp>
        <p:nvSpPr>
          <p:cNvPr id="931" name="Google Shape;931;p71"/>
          <p:cNvSpPr txBox="1"/>
          <p:nvPr/>
        </p:nvSpPr>
        <p:spPr>
          <a:xfrm>
            <a:off x="7465260" y="2736034"/>
            <a:ext cx="431700" cy="276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solidFill>
                  <a:srgbClr val="000000"/>
                </a:solidFill>
                <a:latin typeface="Lexend"/>
                <a:ea typeface="Lexend"/>
                <a:cs typeface="Lexend"/>
                <a:sym typeface="Lexend"/>
              </a:rPr>
              <a:t>5 m </a:t>
            </a:r>
            <a:endParaRPr sz="1600">
              <a:solidFill>
                <a:srgbClr val="000000"/>
              </a:solidFill>
              <a:latin typeface="Lexend"/>
              <a:ea typeface="Lexend"/>
              <a:cs typeface="Lexend"/>
              <a:sym typeface="Lexend"/>
            </a:endParaRPr>
          </a:p>
        </p:txBody>
      </p:sp>
      <p:sp>
        <p:nvSpPr>
          <p:cNvPr id="932" name="Google Shape;932;p71"/>
          <p:cNvSpPr txBox="1"/>
          <p:nvPr>
            <p:ph idx="1" type="body"/>
          </p:nvPr>
        </p:nvSpPr>
        <p:spPr>
          <a:xfrm>
            <a:off x="313125" y="2352128"/>
            <a:ext cx="438900" cy="276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SSS</a:t>
            </a:r>
            <a:endParaRPr sz="1900"/>
          </a:p>
        </p:txBody>
      </p:sp>
      <p:sp>
        <p:nvSpPr>
          <p:cNvPr id="933" name="Google Shape;933;p71"/>
          <p:cNvSpPr txBox="1"/>
          <p:nvPr>
            <p:ph idx="1" type="body"/>
          </p:nvPr>
        </p:nvSpPr>
        <p:spPr>
          <a:xfrm>
            <a:off x="2890062" y="2352135"/>
            <a:ext cx="567300" cy="276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ASA</a:t>
            </a:r>
            <a:endParaRPr sz="1900"/>
          </a:p>
        </p:txBody>
      </p:sp>
      <p:sp>
        <p:nvSpPr>
          <p:cNvPr id="934" name="Google Shape;934;p71"/>
          <p:cNvSpPr txBox="1"/>
          <p:nvPr>
            <p:ph idx="1" type="body"/>
          </p:nvPr>
        </p:nvSpPr>
        <p:spPr>
          <a:xfrm>
            <a:off x="4960524" y="2352135"/>
            <a:ext cx="567300" cy="276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AAS</a:t>
            </a:r>
            <a:endParaRPr sz="1900"/>
          </a:p>
        </p:txBody>
      </p:sp>
      <p:sp>
        <p:nvSpPr>
          <p:cNvPr id="935" name="Google Shape;935;p71"/>
          <p:cNvSpPr txBox="1"/>
          <p:nvPr>
            <p:ph idx="1" type="body"/>
          </p:nvPr>
        </p:nvSpPr>
        <p:spPr>
          <a:xfrm>
            <a:off x="7141778" y="2352135"/>
            <a:ext cx="567300" cy="276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RHS</a:t>
            </a:r>
            <a:endParaRPr sz="1900"/>
          </a:p>
        </p:txBody>
      </p:sp>
      <p:sp>
        <p:nvSpPr>
          <p:cNvPr id="936" name="Google Shape;936;p71"/>
          <p:cNvSpPr txBox="1"/>
          <p:nvPr>
            <p:ph idx="1" type="body"/>
          </p:nvPr>
        </p:nvSpPr>
        <p:spPr>
          <a:xfrm>
            <a:off x="324000" y="1477757"/>
            <a:ext cx="8496000" cy="335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900"/>
              <a:t>These criteria can be adapted to determine </a:t>
            </a:r>
            <a:r>
              <a:rPr lang="en-GB" sz="1900">
                <a:solidFill>
                  <a:schemeClr val="accent4"/>
                </a:solidFill>
              </a:rPr>
              <a:t>similarity</a:t>
            </a:r>
            <a:r>
              <a:rPr lang="en-GB" sz="1900"/>
              <a:t> between triangles.</a:t>
            </a:r>
            <a:endParaRPr sz="2000"/>
          </a:p>
        </p:txBody>
      </p:sp>
      <p:sp>
        <p:nvSpPr>
          <p:cNvPr id="937" name="Google Shape;937;p71"/>
          <p:cNvSpPr/>
          <p:nvPr/>
        </p:nvSpPr>
        <p:spPr>
          <a:xfrm flipH="1" rot="10800000">
            <a:off x="672770" y="3852284"/>
            <a:ext cx="910656" cy="683800"/>
          </a:xfrm>
          <a:custGeom>
            <a:rect b="b" l="l" r="r" t="t"/>
            <a:pathLst>
              <a:path extrusionOk="0" h="38100" w="50740">
                <a:moveTo>
                  <a:pt x="0" y="0"/>
                </a:moveTo>
                <a:lnTo>
                  <a:pt x="50740" y="0"/>
                </a:lnTo>
                <a:lnTo>
                  <a:pt x="50740" y="38100"/>
                </a:lnTo>
                <a:close/>
              </a:path>
            </a:pathLst>
          </a:custGeom>
          <a:solidFill>
            <a:srgbClr val="F3EEFB"/>
          </a:solidFill>
          <a:ln cap="flat" cmpd="sng" w="38100">
            <a:solidFill>
              <a:srgbClr val="000000"/>
            </a:solidFill>
            <a:prstDash val="solid"/>
            <a:round/>
            <a:headEnd len="med" w="med" type="none"/>
            <a:tailEnd len="med" w="med" type="none"/>
          </a:ln>
        </p:spPr>
      </p:sp>
      <p:grpSp>
        <p:nvGrpSpPr>
          <p:cNvPr id="938" name="Google Shape;938;p71"/>
          <p:cNvGrpSpPr/>
          <p:nvPr/>
        </p:nvGrpSpPr>
        <p:grpSpPr>
          <a:xfrm flipH="1" rot="10800000">
            <a:off x="615052" y="3784020"/>
            <a:ext cx="1056921" cy="839289"/>
            <a:chOff x="4950125" y="3595313"/>
            <a:chExt cx="1225842" cy="973427"/>
          </a:xfrm>
        </p:grpSpPr>
        <p:cxnSp>
          <p:nvCxnSpPr>
            <p:cNvPr id="939" name="Google Shape;939;p71"/>
            <p:cNvCxnSpPr/>
            <p:nvPr/>
          </p:nvCxnSpPr>
          <p:spPr>
            <a:xfrm>
              <a:off x="5050725" y="3595313"/>
              <a:ext cx="1028100" cy="0"/>
            </a:xfrm>
            <a:prstGeom prst="straightConnector1">
              <a:avLst/>
            </a:prstGeom>
            <a:noFill/>
            <a:ln cap="flat" cmpd="sng" w="19050">
              <a:solidFill>
                <a:srgbClr val="000000"/>
              </a:solidFill>
              <a:prstDash val="solid"/>
              <a:round/>
              <a:headEnd len="med" w="med" type="triangle"/>
              <a:tailEnd len="med" w="med" type="triangle"/>
            </a:ln>
          </p:spPr>
        </p:cxnSp>
        <p:cxnSp>
          <p:nvCxnSpPr>
            <p:cNvPr id="940" name="Google Shape;940;p71"/>
            <p:cNvCxnSpPr/>
            <p:nvPr/>
          </p:nvCxnSpPr>
          <p:spPr>
            <a:xfrm>
              <a:off x="6175967" y="3703451"/>
              <a:ext cx="0" cy="786000"/>
            </a:xfrm>
            <a:prstGeom prst="straightConnector1">
              <a:avLst/>
            </a:prstGeom>
            <a:noFill/>
            <a:ln cap="flat" cmpd="sng" w="19050">
              <a:solidFill>
                <a:srgbClr val="000000"/>
              </a:solidFill>
              <a:prstDash val="solid"/>
              <a:round/>
              <a:headEnd len="med" w="med" type="triangle"/>
              <a:tailEnd len="med" w="med" type="triangle"/>
            </a:ln>
          </p:spPr>
        </p:cxnSp>
        <p:cxnSp>
          <p:nvCxnSpPr>
            <p:cNvPr id="941" name="Google Shape;941;p71"/>
            <p:cNvCxnSpPr/>
            <p:nvPr/>
          </p:nvCxnSpPr>
          <p:spPr>
            <a:xfrm>
              <a:off x="4950125" y="3787540"/>
              <a:ext cx="1044300" cy="781200"/>
            </a:xfrm>
            <a:prstGeom prst="straightConnector1">
              <a:avLst/>
            </a:prstGeom>
            <a:noFill/>
            <a:ln cap="flat" cmpd="sng" w="19050">
              <a:solidFill>
                <a:srgbClr val="000000"/>
              </a:solidFill>
              <a:prstDash val="solid"/>
              <a:round/>
              <a:headEnd len="med" w="med" type="triangle"/>
              <a:tailEnd len="med" w="med" type="triangle"/>
            </a:ln>
          </p:spPr>
        </p:cxnSp>
      </p:grpSp>
      <p:sp>
        <p:nvSpPr>
          <p:cNvPr id="942" name="Google Shape;942;p71"/>
          <p:cNvSpPr txBox="1"/>
          <p:nvPr/>
        </p:nvSpPr>
        <p:spPr>
          <a:xfrm>
            <a:off x="1704142" y="4113324"/>
            <a:ext cx="438900" cy="225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solidFill>
                  <a:srgbClr val="000000"/>
                </a:solidFill>
                <a:latin typeface="Lexend"/>
                <a:ea typeface="Lexend"/>
                <a:cs typeface="Lexend"/>
                <a:sym typeface="Lexend"/>
              </a:rPr>
              <a:t>3 m </a:t>
            </a:r>
            <a:endParaRPr sz="1600">
              <a:solidFill>
                <a:srgbClr val="000000"/>
              </a:solidFill>
              <a:latin typeface="Lexend"/>
              <a:ea typeface="Lexend"/>
              <a:cs typeface="Lexend"/>
              <a:sym typeface="Lexend"/>
            </a:endParaRPr>
          </a:p>
        </p:txBody>
      </p:sp>
      <p:sp>
        <p:nvSpPr>
          <p:cNvPr id="943" name="Google Shape;943;p71"/>
          <p:cNvSpPr txBox="1"/>
          <p:nvPr/>
        </p:nvSpPr>
        <p:spPr>
          <a:xfrm>
            <a:off x="950405" y="4597140"/>
            <a:ext cx="438900" cy="225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solidFill>
                  <a:srgbClr val="000000"/>
                </a:solidFill>
                <a:latin typeface="Lexend"/>
                <a:ea typeface="Lexend"/>
                <a:cs typeface="Lexend"/>
                <a:sym typeface="Lexend"/>
              </a:rPr>
              <a:t>4 m </a:t>
            </a:r>
            <a:endParaRPr sz="1600">
              <a:solidFill>
                <a:srgbClr val="000000"/>
              </a:solidFill>
              <a:latin typeface="Lexend"/>
              <a:ea typeface="Lexend"/>
              <a:cs typeface="Lexend"/>
              <a:sym typeface="Lexend"/>
            </a:endParaRPr>
          </a:p>
        </p:txBody>
      </p:sp>
      <p:sp>
        <p:nvSpPr>
          <p:cNvPr id="944" name="Google Shape;944;p71"/>
          <p:cNvSpPr txBox="1"/>
          <p:nvPr/>
        </p:nvSpPr>
        <p:spPr>
          <a:xfrm>
            <a:off x="732824" y="3887087"/>
            <a:ext cx="431700" cy="276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solidFill>
                  <a:srgbClr val="000000"/>
                </a:solidFill>
                <a:latin typeface="Lexend"/>
                <a:ea typeface="Lexend"/>
                <a:cs typeface="Lexend"/>
                <a:sym typeface="Lexend"/>
              </a:rPr>
              <a:t>5 m </a:t>
            </a:r>
            <a:endParaRPr sz="1600">
              <a:solidFill>
                <a:srgbClr val="000000"/>
              </a:solidFill>
              <a:latin typeface="Lexend"/>
              <a:ea typeface="Lexend"/>
              <a:cs typeface="Lexend"/>
              <a:sym typeface="Lexend"/>
            </a:endParaRPr>
          </a:p>
        </p:txBody>
      </p:sp>
      <p:sp>
        <p:nvSpPr>
          <p:cNvPr id="945" name="Google Shape;945;p71"/>
          <p:cNvSpPr/>
          <p:nvPr/>
        </p:nvSpPr>
        <p:spPr>
          <a:xfrm flipH="1" rot="10800000">
            <a:off x="3200016" y="3915404"/>
            <a:ext cx="910656" cy="683800"/>
          </a:xfrm>
          <a:custGeom>
            <a:rect b="b" l="l" r="r" t="t"/>
            <a:pathLst>
              <a:path extrusionOk="0" h="38100" w="50740">
                <a:moveTo>
                  <a:pt x="0" y="0"/>
                </a:moveTo>
                <a:lnTo>
                  <a:pt x="50740" y="0"/>
                </a:lnTo>
                <a:lnTo>
                  <a:pt x="50740" y="38100"/>
                </a:lnTo>
                <a:close/>
              </a:path>
            </a:pathLst>
          </a:custGeom>
          <a:solidFill>
            <a:srgbClr val="F3EEFB"/>
          </a:solidFill>
          <a:ln cap="flat" cmpd="sng" w="38100">
            <a:solidFill>
              <a:srgbClr val="000000"/>
            </a:solidFill>
            <a:prstDash val="solid"/>
            <a:round/>
            <a:headEnd len="med" w="med" type="none"/>
            <a:tailEnd len="med" w="med" type="none"/>
          </a:ln>
        </p:spPr>
      </p:sp>
      <p:sp>
        <p:nvSpPr>
          <p:cNvPr id="946" name="Google Shape;946;p71"/>
          <p:cNvSpPr/>
          <p:nvPr/>
        </p:nvSpPr>
        <p:spPr>
          <a:xfrm>
            <a:off x="3041537" y="4394702"/>
            <a:ext cx="390000" cy="390000"/>
          </a:xfrm>
          <a:prstGeom prst="arc">
            <a:avLst>
              <a:gd fmla="val 19277215" name="adj1"/>
              <a:gd fmla="val 272184"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47" name="Google Shape;947;p71"/>
          <p:cNvSpPr/>
          <p:nvPr/>
        </p:nvSpPr>
        <p:spPr>
          <a:xfrm>
            <a:off x="3931755" y="3780292"/>
            <a:ext cx="325500" cy="325500"/>
          </a:xfrm>
          <a:prstGeom prst="arc">
            <a:avLst>
              <a:gd fmla="val 5102859" name="adj1"/>
              <a:gd fmla="val 8891972"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48" name="Google Shape;948;p71"/>
          <p:cNvSpPr txBox="1"/>
          <p:nvPr>
            <p:ph idx="1" type="body"/>
          </p:nvPr>
        </p:nvSpPr>
        <p:spPr>
          <a:xfrm>
            <a:off x="3457461" y="4367907"/>
            <a:ext cx="390000" cy="188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37°</a:t>
            </a:r>
            <a:endParaRPr sz="1600"/>
          </a:p>
        </p:txBody>
      </p:sp>
      <p:sp>
        <p:nvSpPr>
          <p:cNvPr id="949" name="Google Shape;949;p71"/>
          <p:cNvSpPr txBox="1"/>
          <p:nvPr>
            <p:ph idx="1" type="body"/>
          </p:nvPr>
        </p:nvSpPr>
        <p:spPr>
          <a:xfrm>
            <a:off x="3774159" y="4111768"/>
            <a:ext cx="390000" cy="188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53°</a:t>
            </a:r>
            <a:endParaRPr sz="1600"/>
          </a:p>
        </p:txBody>
      </p:sp>
      <p:cxnSp>
        <p:nvCxnSpPr>
          <p:cNvPr id="950" name="Google Shape;950;p71"/>
          <p:cNvCxnSpPr/>
          <p:nvPr/>
        </p:nvCxnSpPr>
        <p:spPr>
          <a:xfrm flipH="1" rot="10800000">
            <a:off x="3153669" y="3856861"/>
            <a:ext cx="900600" cy="673800"/>
          </a:xfrm>
          <a:prstGeom prst="straightConnector1">
            <a:avLst/>
          </a:prstGeom>
          <a:noFill/>
          <a:ln cap="flat" cmpd="sng" w="19050">
            <a:solidFill>
              <a:srgbClr val="000000"/>
            </a:solidFill>
            <a:prstDash val="solid"/>
            <a:round/>
            <a:headEnd len="med" w="med" type="triangle"/>
            <a:tailEnd len="med" w="med" type="triangle"/>
          </a:ln>
        </p:spPr>
      </p:cxnSp>
      <p:sp>
        <p:nvSpPr>
          <p:cNvPr id="951" name="Google Shape;951;p71"/>
          <p:cNvSpPr txBox="1"/>
          <p:nvPr/>
        </p:nvSpPr>
        <p:spPr>
          <a:xfrm>
            <a:off x="3287620" y="3967865"/>
            <a:ext cx="431700" cy="276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solidFill>
                  <a:srgbClr val="000000"/>
                </a:solidFill>
                <a:latin typeface="Lexend"/>
                <a:ea typeface="Lexend"/>
                <a:cs typeface="Lexend"/>
                <a:sym typeface="Lexend"/>
              </a:rPr>
              <a:t>5 m </a:t>
            </a:r>
            <a:endParaRPr sz="1600">
              <a:solidFill>
                <a:srgbClr val="000000"/>
              </a:solidFill>
              <a:latin typeface="Lexend"/>
              <a:ea typeface="Lexend"/>
              <a:cs typeface="Lexend"/>
              <a:sym typeface="Lexend"/>
            </a:endParaRPr>
          </a:p>
        </p:txBody>
      </p:sp>
      <p:sp>
        <p:nvSpPr>
          <p:cNvPr id="952" name="Google Shape;952;p71"/>
          <p:cNvSpPr/>
          <p:nvPr/>
        </p:nvSpPr>
        <p:spPr>
          <a:xfrm flipH="1" rot="10800000">
            <a:off x="5200914" y="3915404"/>
            <a:ext cx="910656" cy="683800"/>
          </a:xfrm>
          <a:custGeom>
            <a:rect b="b" l="l" r="r" t="t"/>
            <a:pathLst>
              <a:path extrusionOk="0" h="38100" w="50740">
                <a:moveTo>
                  <a:pt x="0" y="0"/>
                </a:moveTo>
                <a:lnTo>
                  <a:pt x="50740" y="0"/>
                </a:lnTo>
                <a:lnTo>
                  <a:pt x="50740" y="38100"/>
                </a:lnTo>
                <a:close/>
              </a:path>
            </a:pathLst>
          </a:custGeom>
          <a:solidFill>
            <a:srgbClr val="F3EEFB"/>
          </a:solidFill>
          <a:ln cap="flat" cmpd="sng" w="38100">
            <a:solidFill>
              <a:srgbClr val="000000"/>
            </a:solidFill>
            <a:prstDash val="solid"/>
            <a:round/>
            <a:headEnd len="med" w="med" type="none"/>
            <a:tailEnd len="med" w="med" type="none"/>
          </a:ln>
        </p:spPr>
      </p:sp>
      <p:sp>
        <p:nvSpPr>
          <p:cNvPr id="953" name="Google Shape;953;p71"/>
          <p:cNvSpPr/>
          <p:nvPr/>
        </p:nvSpPr>
        <p:spPr>
          <a:xfrm>
            <a:off x="5042435" y="4394702"/>
            <a:ext cx="390000" cy="390000"/>
          </a:xfrm>
          <a:prstGeom prst="arc">
            <a:avLst>
              <a:gd fmla="val 19277215" name="adj1"/>
              <a:gd fmla="val 272184"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54" name="Google Shape;954;p71"/>
          <p:cNvSpPr/>
          <p:nvPr/>
        </p:nvSpPr>
        <p:spPr>
          <a:xfrm>
            <a:off x="5932653" y="3780292"/>
            <a:ext cx="325500" cy="325500"/>
          </a:xfrm>
          <a:prstGeom prst="arc">
            <a:avLst>
              <a:gd fmla="val 5102859" name="adj1"/>
              <a:gd fmla="val 8891972"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55" name="Google Shape;955;p71"/>
          <p:cNvSpPr txBox="1"/>
          <p:nvPr>
            <p:ph idx="1" type="body"/>
          </p:nvPr>
        </p:nvSpPr>
        <p:spPr>
          <a:xfrm>
            <a:off x="5457947" y="4378079"/>
            <a:ext cx="394800" cy="188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37°</a:t>
            </a:r>
            <a:endParaRPr sz="1600"/>
          </a:p>
        </p:txBody>
      </p:sp>
      <p:sp>
        <p:nvSpPr>
          <p:cNvPr id="956" name="Google Shape;956;p71"/>
          <p:cNvSpPr txBox="1"/>
          <p:nvPr>
            <p:ph idx="1" type="body"/>
          </p:nvPr>
        </p:nvSpPr>
        <p:spPr>
          <a:xfrm>
            <a:off x="5779512" y="4117910"/>
            <a:ext cx="365700" cy="188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53°</a:t>
            </a:r>
            <a:endParaRPr sz="1600"/>
          </a:p>
        </p:txBody>
      </p:sp>
      <p:cxnSp>
        <p:nvCxnSpPr>
          <p:cNvPr id="957" name="Google Shape;957;p71"/>
          <p:cNvCxnSpPr/>
          <p:nvPr/>
        </p:nvCxnSpPr>
        <p:spPr>
          <a:xfrm rot="10800000">
            <a:off x="6201137" y="3914921"/>
            <a:ext cx="0" cy="677700"/>
          </a:xfrm>
          <a:prstGeom prst="straightConnector1">
            <a:avLst/>
          </a:prstGeom>
          <a:noFill/>
          <a:ln cap="flat" cmpd="sng" w="19050">
            <a:solidFill>
              <a:srgbClr val="000000"/>
            </a:solidFill>
            <a:prstDash val="solid"/>
            <a:round/>
            <a:headEnd len="med" w="med" type="triangle"/>
            <a:tailEnd len="med" w="med" type="triangle"/>
          </a:ln>
        </p:spPr>
      </p:cxnSp>
      <p:sp>
        <p:nvSpPr>
          <p:cNvPr id="958" name="Google Shape;958;p71"/>
          <p:cNvSpPr txBox="1"/>
          <p:nvPr/>
        </p:nvSpPr>
        <p:spPr>
          <a:xfrm>
            <a:off x="6232295" y="4167076"/>
            <a:ext cx="438900" cy="225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solidFill>
                  <a:srgbClr val="000000"/>
                </a:solidFill>
                <a:latin typeface="Lexend"/>
                <a:ea typeface="Lexend"/>
                <a:cs typeface="Lexend"/>
                <a:sym typeface="Lexend"/>
              </a:rPr>
              <a:t>3 m </a:t>
            </a:r>
            <a:endParaRPr sz="1600">
              <a:solidFill>
                <a:srgbClr val="000000"/>
              </a:solidFill>
              <a:latin typeface="Lexend"/>
              <a:ea typeface="Lexend"/>
              <a:cs typeface="Lexend"/>
              <a:sym typeface="Lexend"/>
            </a:endParaRPr>
          </a:p>
        </p:txBody>
      </p:sp>
      <p:sp>
        <p:nvSpPr>
          <p:cNvPr id="959" name="Google Shape;959;p71"/>
          <p:cNvSpPr/>
          <p:nvPr/>
        </p:nvSpPr>
        <p:spPr>
          <a:xfrm flipH="1" rot="10800000">
            <a:off x="7370639" y="3915404"/>
            <a:ext cx="910656" cy="683800"/>
          </a:xfrm>
          <a:custGeom>
            <a:rect b="b" l="l" r="r" t="t"/>
            <a:pathLst>
              <a:path extrusionOk="0" h="38100" w="50740">
                <a:moveTo>
                  <a:pt x="0" y="0"/>
                </a:moveTo>
                <a:lnTo>
                  <a:pt x="50740" y="0"/>
                </a:lnTo>
                <a:lnTo>
                  <a:pt x="50740" y="38100"/>
                </a:lnTo>
                <a:close/>
              </a:path>
            </a:pathLst>
          </a:custGeom>
          <a:solidFill>
            <a:srgbClr val="F3EEFB"/>
          </a:solidFill>
          <a:ln cap="flat" cmpd="sng" w="38100">
            <a:solidFill>
              <a:srgbClr val="000000"/>
            </a:solidFill>
            <a:prstDash val="solid"/>
            <a:round/>
            <a:headEnd len="med" w="med" type="none"/>
            <a:tailEnd len="med" w="med" type="none"/>
          </a:ln>
        </p:spPr>
      </p:sp>
      <p:sp>
        <p:nvSpPr>
          <p:cNvPr id="960" name="Google Shape;960;p71"/>
          <p:cNvSpPr/>
          <p:nvPr/>
        </p:nvSpPr>
        <p:spPr>
          <a:xfrm>
            <a:off x="8167171" y="4488436"/>
            <a:ext cx="111000" cy="1110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961" name="Google Shape;961;p71"/>
          <p:cNvGrpSpPr/>
          <p:nvPr/>
        </p:nvGrpSpPr>
        <p:grpSpPr>
          <a:xfrm flipH="1" rot="10800000">
            <a:off x="7323473" y="3857691"/>
            <a:ext cx="1046370" cy="735500"/>
            <a:chOff x="4962363" y="3703451"/>
            <a:chExt cx="1213604" cy="853051"/>
          </a:xfrm>
        </p:grpSpPr>
        <p:cxnSp>
          <p:nvCxnSpPr>
            <p:cNvPr id="962" name="Google Shape;962;p71"/>
            <p:cNvCxnSpPr/>
            <p:nvPr/>
          </p:nvCxnSpPr>
          <p:spPr>
            <a:xfrm>
              <a:off x="6175967" y="3703451"/>
              <a:ext cx="0" cy="786000"/>
            </a:xfrm>
            <a:prstGeom prst="straightConnector1">
              <a:avLst/>
            </a:prstGeom>
            <a:noFill/>
            <a:ln cap="flat" cmpd="sng" w="19050">
              <a:solidFill>
                <a:srgbClr val="000000"/>
              </a:solidFill>
              <a:prstDash val="solid"/>
              <a:round/>
              <a:headEnd len="med" w="med" type="triangle"/>
              <a:tailEnd len="med" w="med" type="triangle"/>
            </a:ln>
          </p:spPr>
        </p:cxnSp>
        <p:cxnSp>
          <p:nvCxnSpPr>
            <p:cNvPr id="963" name="Google Shape;963;p71"/>
            <p:cNvCxnSpPr/>
            <p:nvPr/>
          </p:nvCxnSpPr>
          <p:spPr>
            <a:xfrm>
              <a:off x="4962363" y="3775302"/>
              <a:ext cx="1044300" cy="781200"/>
            </a:xfrm>
            <a:prstGeom prst="straightConnector1">
              <a:avLst/>
            </a:prstGeom>
            <a:noFill/>
            <a:ln cap="flat" cmpd="sng" w="19050">
              <a:solidFill>
                <a:srgbClr val="000000"/>
              </a:solidFill>
              <a:prstDash val="solid"/>
              <a:round/>
              <a:headEnd len="med" w="med" type="triangle"/>
              <a:tailEnd len="med" w="med" type="triangle"/>
            </a:ln>
          </p:spPr>
        </p:cxnSp>
      </p:grpSp>
      <p:sp>
        <p:nvSpPr>
          <p:cNvPr id="964" name="Google Shape;964;p71"/>
          <p:cNvSpPr txBox="1"/>
          <p:nvPr/>
        </p:nvSpPr>
        <p:spPr>
          <a:xfrm>
            <a:off x="8402021" y="4162714"/>
            <a:ext cx="431700" cy="225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solidFill>
                  <a:srgbClr val="000000"/>
                </a:solidFill>
                <a:latin typeface="Lexend"/>
                <a:ea typeface="Lexend"/>
                <a:cs typeface="Lexend"/>
                <a:sym typeface="Lexend"/>
              </a:rPr>
              <a:t>3 m </a:t>
            </a:r>
            <a:endParaRPr sz="1600">
              <a:solidFill>
                <a:srgbClr val="000000"/>
              </a:solidFill>
              <a:latin typeface="Lexend"/>
              <a:ea typeface="Lexend"/>
              <a:cs typeface="Lexend"/>
              <a:sym typeface="Lexend"/>
            </a:endParaRPr>
          </a:p>
        </p:txBody>
      </p:sp>
      <p:sp>
        <p:nvSpPr>
          <p:cNvPr id="965" name="Google Shape;965;p71"/>
          <p:cNvSpPr txBox="1"/>
          <p:nvPr/>
        </p:nvSpPr>
        <p:spPr>
          <a:xfrm>
            <a:off x="7465260" y="3955234"/>
            <a:ext cx="431700" cy="276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solidFill>
                  <a:srgbClr val="000000"/>
                </a:solidFill>
                <a:latin typeface="Lexend"/>
                <a:ea typeface="Lexend"/>
                <a:cs typeface="Lexend"/>
                <a:sym typeface="Lexend"/>
              </a:rPr>
              <a:t>5 m </a:t>
            </a:r>
            <a:endParaRPr sz="1600">
              <a:solidFill>
                <a:srgbClr val="000000"/>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0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0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0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1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3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3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3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4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4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4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1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1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1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1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1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1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3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4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4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4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4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4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5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5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1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1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2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2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2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2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3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5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5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5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5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5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5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5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2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2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2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3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3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3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5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6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6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6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9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9" name="Shape 969"/>
        <p:cNvGrpSpPr/>
        <p:nvPr/>
      </p:nvGrpSpPr>
      <p:grpSpPr>
        <a:xfrm>
          <a:off x="0" y="0"/>
          <a:ext cx="0" cy="0"/>
          <a:chOff x="0" y="0"/>
          <a:chExt cx="0" cy="0"/>
        </a:xfrm>
      </p:grpSpPr>
      <p:sp>
        <p:nvSpPr>
          <p:cNvPr id="970" name="Google Shape;970;p7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Identifying similar triangles</a:t>
            </a:r>
            <a:endParaRPr/>
          </a:p>
        </p:txBody>
      </p:sp>
      <p:sp>
        <p:nvSpPr>
          <p:cNvPr id="971" name="Google Shape;971;p72"/>
          <p:cNvSpPr txBox="1"/>
          <p:nvPr>
            <p:ph idx="1" type="body"/>
          </p:nvPr>
        </p:nvSpPr>
        <p:spPr>
          <a:xfrm>
            <a:off x="324000" y="759300"/>
            <a:ext cx="8496000" cy="663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900"/>
              <a:t>The criteria for congruent triangles can be used to show that unknown lengths and angles are fixed by the measurements that are known.</a:t>
            </a:r>
            <a:endParaRPr sz="2000"/>
          </a:p>
        </p:txBody>
      </p:sp>
      <p:sp>
        <p:nvSpPr>
          <p:cNvPr id="972" name="Google Shape;972;p72"/>
          <p:cNvSpPr/>
          <p:nvPr/>
        </p:nvSpPr>
        <p:spPr>
          <a:xfrm flipH="1" rot="10800000">
            <a:off x="672770" y="2633084"/>
            <a:ext cx="910656" cy="683800"/>
          </a:xfrm>
          <a:custGeom>
            <a:rect b="b" l="l" r="r" t="t"/>
            <a:pathLst>
              <a:path extrusionOk="0" h="38100" w="50740">
                <a:moveTo>
                  <a:pt x="0" y="0"/>
                </a:moveTo>
                <a:lnTo>
                  <a:pt x="50740" y="0"/>
                </a:lnTo>
                <a:lnTo>
                  <a:pt x="50740" y="38100"/>
                </a:lnTo>
                <a:close/>
              </a:path>
            </a:pathLst>
          </a:custGeom>
          <a:solidFill>
            <a:srgbClr val="F3EEFB"/>
          </a:solidFill>
          <a:ln cap="flat" cmpd="sng" w="38100">
            <a:solidFill>
              <a:srgbClr val="000000"/>
            </a:solidFill>
            <a:prstDash val="solid"/>
            <a:round/>
            <a:headEnd len="med" w="med" type="none"/>
            <a:tailEnd len="med" w="med" type="none"/>
          </a:ln>
        </p:spPr>
      </p:sp>
      <p:grpSp>
        <p:nvGrpSpPr>
          <p:cNvPr id="973" name="Google Shape;973;p72"/>
          <p:cNvGrpSpPr/>
          <p:nvPr/>
        </p:nvGrpSpPr>
        <p:grpSpPr>
          <a:xfrm flipH="1" rot="10800000">
            <a:off x="615052" y="2564820"/>
            <a:ext cx="1056921" cy="839289"/>
            <a:chOff x="4950125" y="3595313"/>
            <a:chExt cx="1225842" cy="973427"/>
          </a:xfrm>
        </p:grpSpPr>
        <p:cxnSp>
          <p:nvCxnSpPr>
            <p:cNvPr id="974" name="Google Shape;974;p72"/>
            <p:cNvCxnSpPr/>
            <p:nvPr/>
          </p:nvCxnSpPr>
          <p:spPr>
            <a:xfrm>
              <a:off x="5050725" y="3595313"/>
              <a:ext cx="1028100" cy="0"/>
            </a:xfrm>
            <a:prstGeom prst="straightConnector1">
              <a:avLst/>
            </a:prstGeom>
            <a:noFill/>
            <a:ln cap="flat" cmpd="sng" w="19050">
              <a:solidFill>
                <a:srgbClr val="000000"/>
              </a:solidFill>
              <a:prstDash val="solid"/>
              <a:round/>
              <a:headEnd len="med" w="med" type="triangle"/>
              <a:tailEnd len="med" w="med" type="triangle"/>
            </a:ln>
          </p:spPr>
        </p:cxnSp>
        <p:cxnSp>
          <p:nvCxnSpPr>
            <p:cNvPr id="975" name="Google Shape;975;p72"/>
            <p:cNvCxnSpPr/>
            <p:nvPr/>
          </p:nvCxnSpPr>
          <p:spPr>
            <a:xfrm>
              <a:off x="6175967" y="3703451"/>
              <a:ext cx="0" cy="786000"/>
            </a:xfrm>
            <a:prstGeom prst="straightConnector1">
              <a:avLst/>
            </a:prstGeom>
            <a:noFill/>
            <a:ln cap="flat" cmpd="sng" w="19050">
              <a:solidFill>
                <a:srgbClr val="000000"/>
              </a:solidFill>
              <a:prstDash val="solid"/>
              <a:round/>
              <a:headEnd len="med" w="med" type="triangle"/>
              <a:tailEnd len="med" w="med" type="triangle"/>
            </a:ln>
          </p:spPr>
        </p:cxnSp>
        <p:cxnSp>
          <p:nvCxnSpPr>
            <p:cNvPr id="976" name="Google Shape;976;p72"/>
            <p:cNvCxnSpPr/>
            <p:nvPr/>
          </p:nvCxnSpPr>
          <p:spPr>
            <a:xfrm>
              <a:off x="4950125" y="3787540"/>
              <a:ext cx="1044300" cy="781200"/>
            </a:xfrm>
            <a:prstGeom prst="straightConnector1">
              <a:avLst/>
            </a:prstGeom>
            <a:noFill/>
            <a:ln cap="flat" cmpd="sng" w="19050">
              <a:solidFill>
                <a:srgbClr val="000000"/>
              </a:solidFill>
              <a:prstDash val="solid"/>
              <a:round/>
              <a:headEnd len="med" w="med" type="triangle"/>
              <a:tailEnd len="med" w="med" type="triangle"/>
            </a:ln>
          </p:spPr>
        </p:cxnSp>
      </p:grpSp>
      <p:sp>
        <p:nvSpPr>
          <p:cNvPr id="977" name="Google Shape;977;p72"/>
          <p:cNvSpPr txBox="1"/>
          <p:nvPr/>
        </p:nvSpPr>
        <p:spPr>
          <a:xfrm>
            <a:off x="1704142" y="2894124"/>
            <a:ext cx="438900" cy="225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solidFill>
                  <a:srgbClr val="000000"/>
                </a:solidFill>
                <a:latin typeface="Lexend"/>
                <a:ea typeface="Lexend"/>
                <a:cs typeface="Lexend"/>
                <a:sym typeface="Lexend"/>
              </a:rPr>
              <a:t>3 m </a:t>
            </a:r>
            <a:endParaRPr sz="1600">
              <a:solidFill>
                <a:srgbClr val="000000"/>
              </a:solidFill>
              <a:latin typeface="Lexend"/>
              <a:ea typeface="Lexend"/>
              <a:cs typeface="Lexend"/>
              <a:sym typeface="Lexend"/>
            </a:endParaRPr>
          </a:p>
        </p:txBody>
      </p:sp>
      <p:sp>
        <p:nvSpPr>
          <p:cNvPr id="978" name="Google Shape;978;p72"/>
          <p:cNvSpPr txBox="1"/>
          <p:nvPr/>
        </p:nvSpPr>
        <p:spPr>
          <a:xfrm>
            <a:off x="950405" y="3377940"/>
            <a:ext cx="438900" cy="225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solidFill>
                  <a:srgbClr val="000000"/>
                </a:solidFill>
                <a:latin typeface="Lexend"/>
                <a:ea typeface="Lexend"/>
                <a:cs typeface="Lexend"/>
                <a:sym typeface="Lexend"/>
              </a:rPr>
              <a:t>4 m </a:t>
            </a:r>
            <a:endParaRPr sz="1600">
              <a:solidFill>
                <a:srgbClr val="000000"/>
              </a:solidFill>
              <a:latin typeface="Lexend"/>
              <a:ea typeface="Lexend"/>
              <a:cs typeface="Lexend"/>
              <a:sym typeface="Lexend"/>
            </a:endParaRPr>
          </a:p>
        </p:txBody>
      </p:sp>
      <p:sp>
        <p:nvSpPr>
          <p:cNvPr id="979" name="Google Shape;979;p72"/>
          <p:cNvSpPr txBox="1"/>
          <p:nvPr/>
        </p:nvSpPr>
        <p:spPr>
          <a:xfrm>
            <a:off x="732824" y="2667887"/>
            <a:ext cx="431700" cy="276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solidFill>
                  <a:srgbClr val="000000"/>
                </a:solidFill>
                <a:latin typeface="Lexend"/>
                <a:ea typeface="Lexend"/>
                <a:cs typeface="Lexend"/>
                <a:sym typeface="Lexend"/>
              </a:rPr>
              <a:t>5 m </a:t>
            </a:r>
            <a:endParaRPr sz="1600">
              <a:solidFill>
                <a:srgbClr val="000000"/>
              </a:solidFill>
              <a:latin typeface="Lexend"/>
              <a:ea typeface="Lexend"/>
              <a:cs typeface="Lexend"/>
              <a:sym typeface="Lexend"/>
            </a:endParaRPr>
          </a:p>
        </p:txBody>
      </p:sp>
      <p:sp>
        <p:nvSpPr>
          <p:cNvPr id="980" name="Google Shape;980;p72"/>
          <p:cNvSpPr/>
          <p:nvPr/>
        </p:nvSpPr>
        <p:spPr>
          <a:xfrm flipH="1" rot="10800000">
            <a:off x="3200016" y="2696204"/>
            <a:ext cx="910656" cy="683800"/>
          </a:xfrm>
          <a:custGeom>
            <a:rect b="b" l="l" r="r" t="t"/>
            <a:pathLst>
              <a:path extrusionOk="0" h="38100" w="50740">
                <a:moveTo>
                  <a:pt x="0" y="0"/>
                </a:moveTo>
                <a:lnTo>
                  <a:pt x="50740" y="0"/>
                </a:lnTo>
                <a:lnTo>
                  <a:pt x="50740" y="38100"/>
                </a:lnTo>
                <a:close/>
              </a:path>
            </a:pathLst>
          </a:custGeom>
          <a:solidFill>
            <a:srgbClr val="F3EEFB"/>
          </a:solidFill>
          <a:ln cap="flat" cmpd="sng" w="38100">
            <a:solidFill>
              <a:srgbClr val="000000"/>
            </a:solidFill>
            <a:prstDash val="solid"/>
            <a:round/>
            <a:headEnd len="med" w="med" type="none"/>
            <a:tailEnd len="med" w="med" type="none"/>
          </a:ln>
        </p:spPr>
      </p:sp>
      <p:sp>
        <p:nvSpPr>
          <p:cNvPr id="981" name="Google Shape;981;p72"/>
          <p:cNvSpPr/>
          <p:nvPr/>
        </p:nvSpPr>
        <p:spPr>
          <a:xfrm>
            <a:off x="3041537" y="3175502"/>
            <a:ext cx="390000" cy="390000"/>
          </a:xfrm>
          <a:prstGeom prst="arc">
            <a:avLst>
              <a:gd fmla="val 19277215" name="adj1"/>
              <a:gd fmla="val 272184"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82" name="Google Shape;982;p72"/>
          <p:cNvSpPr/>
          <p:nvPr/>
        </p:nvSpPr>
        <p:spPr>
          <a:xfrm>
            <a:off x="3931755" y="2561092"/>
            <a:ext cx="325500" cy="325500"/>
          </a:xfrm>
          <a:prstGeom prst="arc">
            <a:avLst>
              <a:gd fmla="val 5102859" name="adj1"/>
              <a:gd fmla="val 8891972"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83" name="Google Shape;983;p72"/>
          <p:cNvSpPr txBox="1"/>
          <p:nvPr>
            <p:ph idx="1" type="body"/>
          </p:nvPr>
        </p:nvSpPr>
        <p:spPr>
          <a:xfrm>
            <a:off x="3457461" y="3148707"/>
            <a:ext cx="390000" cy="188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37°</a:t>
            </a:r>
            <a:endParaRPr sz="1600"/>
          </a:p>
        </p:txBody>
      </p:sp>
      <p:sp>
        <p:nvSpPr>
          <p:cNvPr id="984" name="Google Shape;984;p72"/>
          <p:cNvSpPr txBox="1"/>
          <p:nvPr>
            <p:ph idx="1" type="body"/>
          </p:nvPr>
        </p:nvSpPr>
        <p:spPr>
          <a:xfrm>
            <a:off x="3774159" y="2892568"/>
            <a:ext cx="390000" cy="188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53°</a:t>
            </a:r>
            <a:endParaRPr sz="1600"/>
          </a:p>
        </p:txBody>
      </p:sp>
      <p:cxnSp>
        <p:nvCxnSpPr>
          <p:cNvPr id="985" name="Google Shape;985;p72"/>
          <p:cNvCxnSpPr/>
          <p:nvPr/>
        </p:nvCxnSpPr>
        <p:spPr>
          <a:xfrm flipH="1" rot="10800000">
            <a:off x="3153669" y="2637661"/>
            <a:ext cx="900600" cy="673800"/>
          </a:xfrm>
          <a:prstGeom prst="straightConnector1">
            <a:avLst/>
          </a:prstGeom>
          <a:noFill/>
          <a:ln cap="flat" cmpd="sng" w="19050">
            <a:solidFill>
              <a:srgbClr val="000000"/>
            </a:solidFill>
            <a:prstDash val="solid"/>
            <a:round/>
            <a:headEnd len="med" w="med" type="triangle"/>
            <a:tailEnd len="med" w="med" type="triangle"/>
          </a:ln>
        </p:spPr>
      </p:cxnSp>
      <p:sp>
        <p:nvSpPr>
          <p:cNvPr id="986" name="Google Shape;986;p72"/>
          <p:cNvSpPr txBox="1"/>
          <p:nvPr/>
        </p:nvSpPr>
        <p:spPr>
          <a:xfrm>
            <a:off x="3287620" y="2748665"/>
            <a:ext cx="431700" cy="276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solidFill>
                  <a:srgbClr val="000000"/>
                </a:solidFill>
                <a:latin typeface="Lexend"/>
                <a:ea typeface="Lexend"/>
                <a:cs typeface="Lexend"/>
                <a:sym typeface="Lexend"/>
              </a:rPr>
              <a:t>5 m </a:t>
            </a:r>
            <a:endParaRPr sz="1600">
              <a:solidFill>
                <a:srgbClr val="000000"/>
              </a:solidFill>
              <a:latin typeface="Lexend"/>
              <a:ea typeface="Lexend"/>
              <a:cs typeface="Lexend"/>
              <a:sym typeface="Lexend"/>
            </a:endParaRPr>
          </a:p>
        </p:txBody>
      </p:sp>
      <p:sp>
        <p:nvSpPr>
          <p:cNvPr id="987" name="Google Shape;987;p72"/>
          <p:cNvSpPr/>
          <p:nvPr/>
        </p:nvSpPr>
        <p:spPr>
          <a:xfrm flipH="1" rot="10800000">
            <a:off x="5200914" y="2696204"/>
            <a:ext cx="910656" cy="683800"/>
          </a:xfrm>
          <a:custGeom>
            <a:rect b="b" l="l" r="r" t="t"/>
            <a:pathLst>
              <a:path extrusionOk="0" h="38100" w="50740">
                <a:moveTo>
                  <a:pt x="0" y="0"/>
                </a:moveTo>
                <a:lnTo>
                  <a:pt x="50740" y="0"/>
                </a:lnTo>
                <a:lnTo>
                  <a:pt x="50740" y="38100"/>
                </a:lnTo>
                <a:close/>
              </a:path>
            </a:pathLst>
          </a:custGeom>
          <a:solidFill>
            <a:srgbClr val="F3EEFB"/>
          </a:solidFill>
          <a:ln cap="flat" cmpd="sng" w="38100">
            <a:solidFill>
              <a:srgbClr val="000000"/>
            </a:solidFill>
            <a:prstDash val="solid"/>
            <a:round/>
            <a:headEnd len="med" w="med" type="none"/>
            <a:tailEnd len="med" w="med" type="none"/>
          </a:ln>
        </p:spPr>
      </p:sp>
      <p:sp>
        <p:nvSpPr>
          <p:cNvPr id="988" name="Google Shape;988;p72"/>
          <p:cNvSpPr/>
          <p:nvPr/>
        </p:nvSpPr>
        <p:spPr>
          <a:xfrm>
            <a:off x="5042435" y="3175502"/>
            <a:ext cx="390000" cy="390000"/>
          </a:xfrm>
          <a:prstGeom prst="arc">
            <a:avLst>
              <a:gd fmla="val 19277215" name="adj1"/>
              <a:gd fmla="val 272184"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89" name="Google Shape;989;p72"/>
          <p:cNvSpPr/>
          <p:nvPr/>
        </p:nvSpPr>
        <p:spPr>
          <a:xfrm>
            <a:off x="5932653" y="2561092"/>
            <a:ext cx="325500" cy="325500"/>
          </a:xfrm>
          <a:prstGeom prst="arc">
            <a:avLst>
              <a:gd fmla="val 5102859" name="adj1"/>
              <a:gd fmla="val 8891972"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990" name="Google Shape;990;p72"/>
          <p:cNvSpPr txBox="1"/>
          <p:nvPr>
            <p:ph idx="1" type="body"/>
          </p:nvPr>
        </p:nvSpPr>
        <p:spPr>
          <a:xfrm>
            <a:off x="5457947" y="3158879"/>
            <a:ext cx="394800" cy="188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37°</a:t>
            </a:r>
            <a:endParaRPr sz="1600"/>
          </a:p>
        </p:txBody>
      </p:sp>
      <p:sp>
        <p:nvSpPr>
          <p:cNvPr id="991" name="Google Shape;991;p72"/>
          <p:cNvSpPr txBox="1"/>
          <p:nvPr>
            <p:ph idx="1" type="body"/>
          </p:nvPr>
        </p:nvSpPr>
        <p:spPr>
          <a:xfrm>
            <a:off x="5779512" y="2898710"/>
            <a:ext cx="365700" cy="188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53°</a:t>
            </a:r>
            <a:endParaRPr sz="1600"/>
          </a:p>
        </p:txBody>
      </p:sp>
      <p:cxnSp>
        <p:nvCxnSpPr>
          <p:cNvPr id="992" name="Google Shape;992;p72"/>
          <p:cNvCxnSpPr/>
          <p:nvPr/>
        </p:nvCxnSpPr>
        <p:spPr>
          <a:xfrm rot="10800000">
            <a:off x="6201137" y="2695721"/>
            <a:ext cx="0" cy="677700"/>
          </a:xfrm>
          <a:prstGeom prst="straightConnector1">
            <a:avLst/>
          </a:prstGeom>
          <a:noFill/>
          <a:ln cap="flat" cmpd="sng" w="19050">
            <a:solidFill>
              <a:srgbClr val="000000"/>
            </a:solidFill>
            <a:prstDash val="solid"/>
            <a:round/>
            <a:headEnd len="med" w="med" type="triangle"/>
            <a:tailEnd len="med" w="med" type="triangle"/>
          </a:ln>
        </p:spPr>
      </p:cxnSp>
      <p:sp>
        <p:nvSpPr>
          <p:cNvPr id="993" name="Google Shape;993;p72"/>
          <p:cNvSpPr txBox="1"/>
          <p:nvPr/>
        </p:nvSpPr>
        <p:spPr>
          <a:xfrm>
            <a:off x="6232295" y="2947876"/>
            <a:ext cx="438900" cy="225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solidFill>
                  <a:srgbClr val="000000"/>
                </a:solidFill>
                <a:latin typeface="Lexend"/>
                <a:ea typeface="Lexend"/>
                <a:cs typeface="Lexend"/>
                <a:sym typeface="Lexend"/>
              </a:rPr>
              <a:t>3 m </a:t>
            </a:r>
            <a:endParaRPr sz="1600">
              <a:solidFill>
                <a:srgbClr val="000000"/>
              </a:solidFill>
              <a:latin typeface="Lexend"/>
              <a:ea typeface="Lexend"/>
              <a:cs typeface="Lexend"/>
              <a:sym typeface="Lexend"/>
            </a:endParaRPr>
          </a:p>
        </p:txBody>
      </p:sp>
      <p:sp>
        <p:nvSpPr>
          <p:cNvPr id="994" name="Google Shape;994;p72"/>
          <p:cNvSpPr/>
          <p:nvPr/>
        </p:nvSpPr>
        <p:spPr>
          <a:xfrm flipH="1" rot="10800000">
            <a:off x="7370639" y="2696204"/>
            <a:ext cx="910656" cy="683800"/>
          </a:xfrm>
          <a:custGeom>
            <a:rect b="b" l="l" r="r" t="t"/>
            <a:pathLst>
              <a:path extrusionOk="0" h="38100" w="50740">
                <a:moveTo>
                  <a:pt x="0" y="0"/>
                </a:moveTo>
                <a:lnTo>
                  <a:pt x="50740" y="0"/>
                </a:lnTo>
                <a:lnTo>
                  <a:pt x="50740" y="38100"/>
                </a:lnTo>
                <a:close/>
              </a:path>
            </a:pathLst>
          </a:custGeom>
          <a:solidFill>
            <a:srgbClr val="F3EEFB"/>
          </a:solidFill>
          <a:ln cap="flat" cmpd="sng" w="38100">
            <a:solidFill>
              <a:srgbClr val="000000"/>
            </a:solidFill>
            <a:prstDash val="solid"/>
            <a:round/>
            <a:headEnd len="med" w="med" type="none"/>
            <a:tailEnd len="med" w="med" type="none"/>
          </a:ln>
        </p:spPr>
      </p:sp>
      <p:sp>
        <p:nvSpPr>
          <p:cNvPr id="995" name="Google Shape;995;p72"/>
          <p:cNvSpPr/>
          <p:nvPr/>
        </p:nvSpPr>
        <p:spPr>
          <a:xfrm>
            <a:off x="8167171" y="3269236"/>
            <a:ext cx="111000" cy="1110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996" name="Google Shape;996;p72"/>
          <p:cNvGrpSpPr/>
          <p:nvPr/>
        </p:nvGrpSpPr>
        <p:grpSpPr>
          <a:xfrm flipH="1" rot="10800000">
            <a:off x="7323473" y="2638491"/>
            <a:ext cx="1046370" cy="735500"/>
            <a:chOff x="4962363" y="3703451"/>
            <a:chExt cx="1213604" cy="853051"/>
          </a:xfrm>
        </p:grpSpPr>
        <p:cxnSp>
          <p:nvCxnSpPr>
            <p:cNvPr id="997" name="Google Shape;997;p72"/>
            <p:cNvCxnSpPr/>
            <p:nvPr/>
          </p:nvCxnSpPr>
          <p:spPr>
            <a:xfrm>
              <a:off x="6175967" y="3703451"/>
              <a:ext cx="0" cy="786000"/>
            </a:xfrm>
            <a:prstGeom prst="straightConnector1">
              <a:avLst/>
            </a:prstGeom>
            <a:noFill/>
            <a:ln cap="flat" cmpd="sng" w="19050">
              <a:solidFill>
                <a:srgbClr val="000000"/>
              </a:solidFill>
              <a:prstDash val="solid"/>
              <a:round/>
              <a:headEnd len="med" w="med" type="triangle"/>
              <a:tailEnd len="med" w="med" type="triangle"/>
            </a:ln>
          </p:spPr>
        </p:cxnSp>
        <p:cxnSp>
          <p:nvCxnSpPr>
            <p:cNvPr id="998" name="Google Shape;998;p72"/>
            <p:cNvCxnSpPr/>
            <p:nvPr/>
          </p:nvCxnSpPr>
          <p:spPr>
            <a:xfrm>
              <a:off x="4962363" y="3775302"/>
              <a:ext cx="1044300" cy="781200"/>
            </a:xfrm>
            <a:prstGeom prst="straightConnector1">
              <a:avLst/>
            </a:prstGeom>
            <a:noFill/>
            <a:ln cap="flat" cmpd="sng" w="19050">
              <a:solidFill>
                <a:srgbClr val="000000"/>
              </a:solidFill>
              <a:prstDash val="solid"/>
              <a:round/>
              <a:headEnd len="med" w="med" type="triangle"/>
              <a:tailEnd len="med" w="med" type="triangle"/>
            </a:ln>
          </p:spPr>
        </p:cxnSp>
      </p:grpSp>
      <p:sp>
        <p:nvSpPr>
          <p:cNvPr id="999" name="Google Shape;999;p72"/>
          <p:cNvSpPr txBox="1"/>
          <p:nvPr/>
        </p:nvSpPr>
        <p:spPr>
          <a:xfrm>
            <a:off x="8402021" y="2943514"/>
            <a:ext cx="431700" cy="225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solidFill>
                  <a:srgbClr val="000000"/>
                </a:solidFill>
                <a:latin typeface="Lexend"/>
                <a:ea typeface="Lexend"/>
                <a:cs typeface="Lexend"/>
                <a:sym typeface="Lexend"/>
              </a:rPr>
              <a:t>3 m </a:t>
            </a:r>
            <a:endParaRPr sz="1600">
              <a:solidFill>
                <a:srgbClr val="000000"/>
              </a:solidFill>
              <a:latin typeface="Lexend"/>
              <a:ea typeface="Lexend"/>
              <a:cs typeface="Lexend"/>
              <a:sym typeface="Lexend"/>
            </a:endParaRPr>
          </a:p>
        </p:txBody>
      </p:sp>
      <p:sp>
        <p:nvSpPr>
          <p:cNvPr id="1000" name="Google Shape;1000;p72"/>
          <p:cNvSpPr txBox="1"/>
          <p:nvPr/>
        </p:nvSpPr>
        <p:spPr>
          <a:xfrm>
            <a:off x="7465260" y="2736034"/>
            <a:ext cx="431700" cy="276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solidFill>
                  <a:srgbClr val="000000"/>
                </a:solidFill>
                <a:latin typeface="Lexend"/>
                <a:ea typeface="Lexend"/>
                <a:cs typeface="Lexend"/>
                <a:sym typeface="Lexend"/>
              </a:rPr>
              <a:t>5 m </a:t>
            </a:r>
            <a:endParaRPr sz="1600">
              <a:solidFill>
                <a:srgbClr val="000000"/>
              </a:solidFill>
              <a:latin typeface="Lexend"/>
              <a:ea typeface="Lexend"/>
              <a:cs typeface="Lexend"/>
              <a:sym typeface="Lexend"/>
            </a:endParaRPr>
          </a:p>
        </p:txBody>
      </p:sp>
      <p:sp>
        <p:nvSpPr>
          <p:cNvPr id="1001" name="Google Shape;1001;p72"/>
          <p:cNvSpPr/>
          <p:nvPr/>
        </p:nvSpPr>
        <p:spPr>
          <a:xfrm flipH="1" rot="10800000">
            <a:off x="470404" y="3722500"/>
            <a:ext cx="1107020" cy="831151"/>
          </a:xfrm>
          <a:custGeom>
            <a:rect b="b" l="l" r="r" t="t"/>
            <a:pathLst>
              <a:path extrusionOk="0" h="38100" w="50740">
                <a:moveTo>
                  <a:pt x="0" y="0"/>
                </a:moveTo>
                <a:lnTo>
                  <a:pt x="50740" y="0"/>
                </a:lnTo>
                <a:lnTo>
                  <a:pt x="50740" y="38100"/>
                </a:lnTo>
                <a:close/>
              </a:path>
            </a:pathLst>
          </a:custGeom>
          <a:solidFill>
            <a:srgbClr val="F3EEFB"/>
          </a:solidFill>
          <a:ln cap="flat" cmpd="sng" w="38100">
            <a:solidFill>
              <a:srgbClr val="000000"/>
            </a:solidFill>
            <a:prstDash val="solid"/>
            <a:round/>
            <a:headEnd len="med" w="med" type="none"/>
            <a:tailEnd len="med" w="med" type="none"/>
          </a:ln>
        </p:spPr>
      </p:sp>
      <p:grpSp>
        <p:nvGrpSpPr>
          <p:cNvPr id="1002" name="Google Shape;1002;p72"/>
          <p:cNvGrpSpPr/>
          <p:nvPr/>
        </p:nvGrpSpPr>
        <p:grpSpPr>
          <a:xfrm flipH="1" rot="10800000">
            <a:off x="413803" y="3652199"/>
            <a:ext cx="1272100" cy="994595"/>
            <a:chOff x="4962363" y="3607551"/>
            <a:chExt cx="1213604" cy="948951"/>
          </a:xfrm>
        </p:grpSpPr>
        <p:cxnSp>
          <p:nvCxnSpPr>
            <p:cNvPr id="1003" name="Google Shape;1003;p72"/>
            <p:cNvCxnSpPr/>
            <p:nvPr/>
          </p:nvCxnSpPr>
          <p:spPr>
            <a:xfrm>
              <a:off x="5050725" y="3607551"/>
              <a:ext cx="1028100" cy="0"/>
            </a:xfrm>
            <a:prstGeom prst="straightConnector1">
              <a:avLst/>
            </a:prstGeom>
            <a:noFill/>
            <a:ln cap="flat" cmpd="sng" w="19050">
              <a:solidFill>
                <a:srgbClr val="000000"/>
              </a:solidFill>
              <a:prstDash val="solid"/>
              <a:round/>
              <a:headEnd len="med" w="med" type="triangle"/>
              <a:tailEnd len="med" w="med" type="triangle"/>
            </a:ln>
          </p:spPr>
        </p:cxnSp>
        <p:cxnSp>
          <p:nvCxnSpPr>
            <p:cNvPr id="1004" name="Google Shape;1004;p72"/>
            <p:cNvCxnSpPr/>
            <p:nvPr/>
          </p:nvCxnSpPr>
          <p:spPr>
            <a:xfrm>
              <a:off x="6175967" y="3703451"/>
              <a:ext cx="0" cy="786000"/>
            </a:xfrm>
            <a:prstGeom prst="straightConnector1">
              <a:avLst/>
            </a:prstGeom>
            <a:noFill/>
            <a:ln cap="flat" cmpd="sng" w="19050">
              <a:solidFill>
                <a:srgbClr val="000000"/>
              </a:solidFill>
              <a:prstDash val="solid"/>
              <a:round/>
              <a:headEnd len="med" w="med" type="triangle"/>
              <a:tailEnd len="med" w="med" type="triangle"/>
            </a:ln>
          </p:spPr>
        </p:cxnSp>
        <p:cxnSp>
          <p:nvCxnSpPr>
            <p:cNvPr id="1005" name="Google Shape;1005;p72"/>
            <p:cNvCxnSpPr/>
            <p:nvPr/>
          </p:nvCxnSpPr>
          <p:spPr>
            <a:xfrm>
              <a:off x="4962363" y="3775302"/>
              <a:ext cx="1044300" cy="781200"/>
            </a:xfrm>
            <a:prstGeom prst="straightConnector1">
              <a:avLst/>
            </a:prstGeom>
            <a:noFill/>
            <a:ln cap="flat" cmpd="sng" w="19050">
              <a:solidFill>
                <a:srgbClr val="000000"/>
              </a:solidFill>
              <a:prstDash val="solid"/>
              <a:round/>
              <a:headEnd len="med" w="med" type="triangle"/>
              <a:tailEnd len="med" w="med" type="triangle"/>
            </a:ln>
          </p:spPr>
        </p:cxnSp>
      </p:grpSp>
      <p:sp>
        <p:nvSpPr>
          <p:cNvPr id="1006" name="Google Shape;1006;p72"/>
          <p:cNvSpPr txBox="1"/>
          <p:nvPr/>
        </p:nvSpPr>
        <p:spPr>
          <a:xfrm>
            <a:off x="1724096" y="4065401"/>
            <a:ext cx="394800" cy="274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6</a:t>
            </a:r>
            <a:r>
              <a:rPr lang="en-GB" sz="1600">
                <a:solidFill>
                  <a:srgbClr val="000000"/>
                </a:solidFill>
                <a:latin typeface="Lexend"/>
                <a:ea typeface="Lexend"/>
                <a:cs typeface="Lexend"/>
                <a:sym typeface="Lexend"/>
              </a:rPr>
              <a:t> m </a:t>
            </a:r>
            <a:endParaRPr sz="1600">
              <a:solidFill>
                <a:srgbClr val="000000"/>
              </a:solidFill>
              <a:latin typeface="Lexend"/>
              <a:ea typeface="Lexend"/>
              <a:cs typeface="Lexend"/>
              <a:sym typeface="Lexend"/>
            </a:endParaRPr>
          </a:p>
        </p:txBody>
      </p:sp>
      <p:sp>
        <p:nvSpPr>
          <p:cNvPr id="1007" name="Google Shape;1007;p72"/>
          <p:cNvSpPr txBox="1"/>
          <p:nvPr/>
        </p:nvSpPr>
        <p:spPr>
          <a:xfrm>
            <a:off x="887037" y="4617315"/>
            <a:ext cx="394800" cy="274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8</a:t>
            </a:r>
            <a:r>
              <a:rPr lang="en-GB" sz="1600">
                <a:solidFill>
                  <a:srgbClr val="000000"/>
                </a:solidFill>
                <a:latin typeface="Lexend"/>
                <a:ea typeface="Lexend"/>
                <a:cs typeface="Lexend"/>
                <a:sym typeface="Lexend"/>
              </a:rPr>
              <a:t> m </a:t>
            </a:r>
            <a:endParaRPr sz="1600">
              <a:solidFill>
                <a:srgbClr val="000000"/>
              </a:solidFill>
              <a:latin typeface="Lexend"/>
              <a:ea typeface="Lexend"/>
              <a:cs typeface="Lexend"/>
              <a:sym typeface="Lexend"/>
            </a:endParaRPr>
          </a:p>
        </p:txBody>
      </p:sp>
      <p:sp>
        <p:nvSpPr>
          <p:cNvPr id="1008" name="Google Shape;1008;p72"/>
          <p:cNvSpPr txBox="1"/>
          <p:nvPr/>
        </p:nvSpPr>
        <p:spPr>
          <a:xfrm>
            <a:off x="520209" y="3833097"/>
            <a:ext cx="525600" cy="336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10</a:t>
            </a:r>
            <a:r>
              <a:rPr lang="en-GB" sz="1600">
                <a:solidFill>
                  <a:srgbClr val="000000"/>
                </a:solidFill>
                <a:latin typeface="Lexend"/>
                <a:ea typeface="Lexend"/>
                <a:cs typeface="Lexend"/>
                <a:sym typeface="Lexend"/>
              </a:rPr>
              <a:t> m </a:t>
            </a:r>
            <a:endParaRPr sz="1600">
              <a:solidFill>
                <a:srgbClr val="000000"/>
              </a:solidFill>
              <a:latin typeface="Lexend"/>
              <a:ea typeface="Lexend"/>
              <a:cs typeface="Lexend"/>
              <a:sym typeface="Lexend"/>
            </a:endParaRPr>
          </a:p>
        </p:txBody>
      </p:sp>
      <p:sp>
        <p:nvSpPr>
          <p:cNvPr id="1009" name="Google Shape;1009;p72"/>
          <p:cNvSpPr/>
          <p:nvPr/>
        </p:nvSpPr>
        <p:spPr>
          <a:xfrm flipH="1" rot="10800000">
            <a:off x="2996211" y="3722500"/>
            <a:ext cx="1107020" cy="831151"/>
          </a:xfrm>
          <a:custGeom>
            <a:rect b="b" l="l" r="r" t="t"/>
            <a:pathLst>
              <a:path extrusionOk="0" h="38100" w="50740">
                <a:moveTo>
                  <a:pt x="0" y="0"/>
                </a:moveTo>
                <a:lnTo>
                  <a:pt x="50740" y="0"/>
                </a:lnTo>
                <a:lnTo>
                  <a:pt x="50740" y="38100"/>
                </a:lnTo>
                <a:close/>
              </a:path>
            </a:pathLst>
          </a:custGeom>
          <a:solidFill>
            <a:srgbClr val="F3EEFB"/>
          </a:solidFill>
          <a:ln cap="flat" cmpd="sng" w="38100">
            <a:solidFill>
              <a:srgbClr val="000000"/>
            </a:solidFill>
            <a:prstDash val="solid"/>
            <a:round/>
            <a:headEnd len="med" w="med" type="none"/>
            <a:tailEnd len="med" w="med" type="none"/>
          </a:ln>
        </p:spPr>
      </p:sp>
      <p:sp>
        <p:nvSpPr>
          <p:cNvPr id="1010" name="Google Shape;1010;p72"/>
          <p:cNvSpPr/>
          <p:nvPr/>
        </p:nvSpPr>
        <p:spPr>
          <a:xfrm>
            <a:off x="2803572" y="4305061"/>
            <a:ext cx="474000" cy="474000"/>
          </a:xfrm>
          <a:prstGeom prst="arc">
            <a:avLst>
              <a:gd fmla="val 19277215" name="adj1"/>
              <a:gd fmla="val 272184"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11" name="Google Shape;1011;p72"/>
          <p:cNvSpPr/>
          <p:nvPr/>
        </p:nvSpPr>
        <p:spPr>
          <a:xfrm>
            <a:off x="3885681" y="3558189"/>
            <a:ext cx="394800" cy="394800"/>
          </a:xfrm>
          <a:prstGeom prst="arc">
            <a:avLst>
              <a:gd fmla="val 5102859" name="adj1"/>
              <a:gd fmla="val 8891972"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12" name="Google Shape;1012;p72"/>
          <p:cNvSpPr txBox="1"/>
          <p:nvPr>
            <p:ph idx="1" type="body"/>
          </p:nvPr>
        </p:nvSpPr>
        <p:spPr>
          <a:xfrm>
            <a:off x="3315590" y="4312510"/>
            <a:ext cx="354300" cy="229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37°</a:t>
            </a:r>
            <a:endParaRPr sz="1600"/>
          </a:p>
        </p:txBody>
      </p:sp>
      <p:sp>
        <p:nvSpPr>
          <p:cNvPr id="1013" name="Google Shape;1013;p72"/>
          <p:cNvSpPr txBox="1"/>
          <p:nvPr>
            <p:ph idx="1" type="body"/>
          </p:nvPr>
        </p:nvSpPr>
        <p:spPr>
          <a:xfrm>
            <a:off x="3762684" y="3935547"/>
            <a:ext cx="354300" cy="229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53°</a:t>
            </a:r>
            <a:endParaRPr sz="1600"/>
          </a:p>
        </p:txBody>
      </p:sp>
      <p:cxnSp>
        <p:nvCxnSpPr>
          <p:cNvPr id="1014" name="Google Shape;1014;p72"/>
          <p:cNvCxnSpPr/>
          <p:nvPr/>
        </p:nvCxnSpPr>
        <p:spPr>
          <a:xfrm flipH="1" rot="10800000">
            <a:off x="2939874" y="3651031"/>
            <a:ext cx="1094700" cy="819300"/>
          </a:xfrm>
          <a:prstGeom prst="straightConnector1">
            <a:avLst/>
          </a:prstGeom>
          <a:noFill/>
          <a:ln cap="flat" cmpd="sng" w="19050">
            <a:solidFill>
              <a:srgbClr val="000000"/>
            </a:solidFill>
            <a:prstDash val="solid"/>
            <a:round/>
            <a:headEnd len="med" w="med" type="triangle"/>
            <a:tailEnd len="med" w="med" type="triangle"/>
          </a:ln>
        </p:spPr>
      </p:cxnSp>
      <p:sp>
        <p:nvSpPr>
          <p:cNvPr id="1015" name="Google Shape;1015;p72"/>
          <p:cNvSpPr txBox="1"/>
          <p:nvPr/>
        </p:nvSpPr>
        <p:spPr>
          <a:xfrm>
            <a:off x="3019637" y="3843056"/>
            <a:ext cx="525600" cy="336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10</a:t>
            </a:r>
            <a:r>
              <a:rPr lang="en-GB" sz="1600">
                <a:solidFill>
                  <a:srgbClr val="000000"/>
                </a:solidFill>
                <a:latin typeface="Lexend"/>
                <a:ea typeface="Lexend"/>
                <a:cs typeface="Lexend"/>
                <a:sym typeface="Lexend"/>
              </a:rPr>
              <a:t> m </a:t>
            </a:r>
            <a:endParaRPr sz="1600">
              <a:solidFill>
                <a:srgbClr val="000000"/>
              </a:solidFill>
              <a:latin typeface="Lexend"/>
              <a:ea typeface="Lexend"/>
              <a:cs typeface="Lexend"/>
              <a:sym typeface="Lexend"/>
            </a:endParaRPr>
          </a:p>
        </p:txBody>
      </p:sp>
      <p:sp>
        <p:nvSpPr>
          <p:cNvPr id="1016" name="Google Shape;1016;p72"/>
          <p:cNvSpPr/>
          <p:nvPr/>
        </p:nvSpPr>
        <p:spPr>
          <a:xfrm flipH="1" rot="10800000">
            <a:off x="4995141" y="3722500"/>
            <a:ext cx="1107020" cy="831151"/>
          </a:xfrm>
          <a:custGeom>
            <a:rect b="b" l="l" r="r" t="t"/>
            <a:pathLst>
              <a:path extrusionOk="0" h="38100" w="50740">
                <a:moveTo>
                  <a:pt x="0" y="0"/>
                </a:moveTo>
                <a:lnTo>
                  <a:pt x="50740" y="0"/>
                </a:lnTo>
                <a:lnTo>
                  <a:pt x="50740" y="38100"/>
                </a:lnTo>
                <a:close/>
              </a:path>
            </a:pathLst>
          </a:custGeom>
          <a:solidFill>
            <a:srgbClr val="F3EEFB"/>
          </a:solidFill>
          <a:ln cap="flat" cmpd="sng" w="38100">
            <a:solidFill>
              <a:srgbClr val="000000"/>
            </a:solidFill>
            <a:prstDash val="solid"/>
            <a:round/>
            <a:headEnd len="med" w="med" type="none"/>
            <a:tailEnd len="med" w="med" type="none"/>
          </a:ln>
        </p:spPr>
      </p:sp>
      <p:sp>
        <p:nvSpPr>
          <p:cNvPr id="1017" name="Google Shape;1017;p72"/>
          <p:cNvSpPr/>
          <p:nvPr/>
        </p:nvSpPr>
        <p:spPr>
          <a:xfrm>
            <a:off x="4802501" y="4305061"/>
            <a:ext cx="474000" cy="474000"/>
          </a:xfrm>
          <a:prstGeom prst="arc">
            <a:avLst>
              <a:gd fmla="val 19277215" name="adj1"/>
              <a:gd fmla="val 272184"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18" name="Google Shape;1018;p72"/>
          <p:cNvSpPr/>
          <p:nvPr/>
        </p:nvSpPr>
        <p:spPr>
          <a:xfrm>
            <a:off x="5884611" y="3558189"/>
            <a:ext cx="394800" cy="394800"/>
          </a:xfrm>
          <a:prstGeom prst="arc">
            <a:avLst>
              <a:gd fmla="val 5102859" name="adj1"/>
              <a:gd fmla="val 8891972"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19" name="Google Shape;1019;p72"/>
          <p:cNvSpPr txBox="1"/>
          <p:nvPr>
            <p:ph idx="1" type="body"/>
          </p:nvPr>
        </p:nvSpPr>
        <p:spPr>
          <a:xfrm>
            <a:off x="5309063" y="4307067"/>
            <a:ext cx="394800" cy="229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37°</a:t>
            </a:r>
            <a:endParaRPr sz="1600"/>
          </a:p>
        </p:txBody>
      </p:sp>
      <p:sp>
        <p:nvSpPr>
          <p:cNvPr id="1020" name="Google Shape;1020;p72"/>
          <p:cNvSpPr txBox="1"/>
          <p:nvPr>
            <p:ph idx="1" type="body"/>
          </p:nvPr>
        </p:nvSpPr>
        <p:spPr>
          <a:xfrm>
            <a:off x="5778024" y="3930256"/>
            <a:ext cx="354300" cy="229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53°</a:t>
            </a:r>
            <a:endParaRPr sz="1600"/>
          </a:p>
        </p:txBody>
      </p:sp>
      <p:cxnSp>
        <p:nvCxnSpPr>
          <p:cNvPr id="1021" name="Google Shape;1021;p72"/>
          <p:cNvCxnSpPr/>
          <p:nvPr/>
        </p:nvCxnSpPr>
        <p:spPr>
          <a:xfrm rot="10800000">
            <a:off x="6210968" y="3721850"/>
            <a:ext cx="0" cy="823800"/>
          </a:xfrm>
          <a:prstGeom prst="straightConnector1">
            <a:avLst/>
          </a:prstGeom>
          <a:noFill/>
          <a:ln cap="flat" cmpd="sng" w="19050">
            <a:solidFill>
              <a:srgbClr val="000000"/>
            </a:solidFill>
            <a:prstDash val="solid"/>
            <a:round/>
            <a:headEnd len="med" w="med" type="triangle"/>
            <a:tailEnd len="med" w="med" type="triangle"/>
          </a:ln>
        </p:spPr>
      </p:cxnSp>
      <p:sp>
        <p:nvSpPr>
          <p:cNvPr id="1022" name="Google Shape;1022;p72"/>
          <p:cNvSpPr txBox="1"/>
          <p:nvPr/>
        </p:nvSpPr>
        <p:spPr>
          <a:xfrm>
            <a:off x="6248833" y="4028364"/>
            <a:ext cx="394800" cy="274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6</a:t>
            </a:r>
            <a:r>
              <a:rPr lang="en-GB" sz="1600">
                <a:solidFill>
                  <a:srgbClr val="000000"/>
                </a:solidFill>
                <a:latin typeface="Lexend"/>
                <a:ea typeface="Lexend"/>
                <a:cs typeface="Lexend"/>
                <a:sym typeface="Lexend"/>
              </a:rPr>
              <a:t> m </a:t>
            </a:r>
            <a:endParaRPr sz="1600">
              <a:solidFill>
                <a:srgbClr val="000000"/>
              </a:solidFill>
              <a:latin typeface="Lexend"/>
              <a:ea typeface="Lexend"/>
              <a:cs typeface="Lexend"/>
              <a:sym typeface="Lexend"/>
            </a:endParaRPr>
          </a:p>
        </p:txBody>
      </p:sp>
      <p:sp>
        <p:nvSpPr>
          <p:cNvPr id="1023" name="Google Shape;1023;p72"/>
          <p:cNvSpPr/>
          <p:nvPr/>
        </p:nvSpPr>
        <p:spPr>
          <a:xfrm flipH="1" rot="10800000">
            <a:off x="7168173" y="3722500"/>
            <a:ext cx="1107020" cy="831151"/>
          </a:xfrm>
          <a:custGeom>
            <a:rect b="b" l="l" r="r" t="t"/>
            <a:pathLst>
              <a:path extrusionOk="0" h="38100" w="50740">
                <a:moveTo>
                  <a:pt x="0" y="0"/>
                </a:moveTo>
                <a:lnTo>
                  <a:pt x="50740" y="0"/>
                </a:lnTo>
                <a:lnTo>
                  <a:pt x="50740" y="38100"/>
                </a:lnTo>
                <a:close/>
              </a:path>
            </a:pathLst>
          </a:custGeom>
          <a:solidFill>
            <a:srgbClr val="F3EEFB"/>
          </a:solidFill>
          <a:ln cap="flat" cmpd="sng" w="38100">
            <a:solidFill>
              <a:srgbClr val="000000"/>
            </a:solidFill>
            <a:prstDash val="solid"/>
            <a:round/>
            <a:headEnd len="med" w="med" type="none"/>
            <a:tailEnd len="med" w="med" type="none"/>
          </a:ln>
        </p:spPr>
      </p:sp>
      <p:sp>
        <p:nvSpPr>
          <p:cNvPr id="1024" name="Google Shape;1024;p72"/>
          <p:cNvSpPr/>
          <p:nvPr/>
        </p:nvSpPr>
        <p:spPr>
          <a:xfrm>
            <a:off x="8136402" y="4419004"/>
            <a:ext cx="134700" cy="1347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1025" name="Google Shape;1025;p72"/>
          <p:cNvGrpSpPr/>
          <p:nvPr/>
        </p:nvGrpSpPr>
        <p:grpSpPr>
          <a:xfrm flipH="1" rot="10800000">
            <a:off x="7111572" y="3652199"/>
            <a:ext cx="1272100" cy="894082"/>
            <a:chOff x="4962363" y="3703451"/>
            <a:chExt cx="1213604" cy="853051"/>
          </a:xfrm>
        </p:grpSpPr>
        <p:cxnSp>
          <p:nvCxnSpPr>
            <p:cNvPr id="1026" name="Google Shape;1026;p72"/>
            <p:cNvCxnSpPr/>
            <p:nvPr/>
          </p:nvCxnSpPr>
          <p:spPr>
            <a:xfrm>
              <a:off x="6175967" y="3703451"/>
              <a:ext cx="0" cy="786000"/>
            </a:xfrm>
            <a:prstGeom prst="straightConnector1">
              <a:avLst/>
            </a:prstGeom>
            <a:noFill/>
            <a:ln cap="flat" cmpd="sng" w="19050">
              <a:solidFill>
                <a:srgbClr val="000000"/>
              </a:solidFill>
              <a:prstDash val="solid"/>
              <a:round/>
              <a:headEnd len="med" w="med" type="triangle"/>
              <a:tailEnd len="med" w="med" type="triangle"/>
            </a:ln>
          </p:spPr>
        </p:cxnSp>
        <p:cxnSp>
          <p:nvCxnSpPr>
            <p:cNvPr id="1027" name="Google Shape;1027;p72"/>
            <p:cNvCxnSpPr/>
            <p:nvPr/>
          </p:nvCxnSpPr>
          <p:spPr>
            <a:xfrm>
              <a:off x="4962363" y="3775302"/>
              <a:ext cx="1044300" cy="781200"/>
            </a:xfrm>
            <a:prstGeom prst="straightConnector1">
              <a:avLst/>
            </a:prstGeom>
            <a:noFill/>
            <a:ln cap="flat" cmpd="sng" w="19050">
              <a:solidFill>
                <a:srgbClr val="000000"/>
              </a:solidFill>
              <a:prstDash val="solid"/>
              <a:round/>
              <a:headEnd len="med" w="med" type="triangle"/>
              <a:tailEnd len="med" w="med" type="triangle"/>
            </a:ln>
          </p:spPr>
        </p:cxnSp>
      </p:grpSp>
      <p:sp>
        <p:nvSpPr>
          <p:cNvPr id="1028" name="Google Shape;1028;p72"/>
          <p:cNvSpPr txBox="1"/>
          <p:nvPr/>
        </p:nvSpPr>
        <p:spPr>
          <a:xfrm>
            <a:off x="8421865" y="4023073"/>
            <a:ext cx="394800" cy="274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6</a:t>
            </a:r>
            <a:r>
              <a:rPr lang="en-GB" sz="1600">
                <a:solidFill>
                  <a:srgbClr val="000000"/>
                </a:solidFill>
                <a:latin typeface="Lexend"/>
                <a:ea typeface="Lexend"/>
                <a:cs typeface="Lexend"/>
                <a:sym typeface="Lexend"/>
              </a:rPr>
              <a:t> m </a:t>
            </a:r>
            <a:endParaRPr sz="1600">
              <a:solidFill>
                <a:srgbClr val="000000"/>
              </a:solidFill>
              <a:latin typeface="Lexend"/>
              <a:ea typeface="Lexend"/>
              <a:cs typeface="Lexend"/>
              <a:sym typeface="Lexend"/>
            </a:endParaRPr>
          </a:p>
        </p:txBody>
      </p:sp>
      <p:sp>
        <p:nvSpPr>
          <p:cNvPr id="1029" name="Google Shape;1029;p72"/>
          <p:cNvSpPr txBox="1"/>
          <p:nvPr/>
        </p:nvSpPr>
        <p:spPr>
          <a:xfrm>
            <a:off x="7270675" y="3806703"/>
            <a:ext cx="525600" cy="336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10</a:t>
            </a:r>
            <a:r>
              <a:rPr lang="en-GB" sz="1600">
                <a:solidFill>
                  <a:srgbClr val="000000"/>
                </a:solidFill>
                <a:latin typeface="Lexend"/>
                <a:ea typeface="Lexend"/>
                <a:cs typeface="Lexend"/>
                <a:sym typeface="Lexend"/>
              </a:rPr>
              <a:t> m </a:t>
            </a:r>
            <a:endParaRPr sz="1600">
              <a:solidFill>
                <a:srgbClr val="000000"/>
              </a:solidFill>
              <a:latin typeface="Lexend"/>
              <a:ea typeface="Lexend"/>
              <a:cs typeface="Lexend"/>
              <a:sym typeface="Lexend"/>
            </a:endParaRPr>
          </a:p>
        </p:txBody>
      </p:sp>
      <p:sp>
        <p:nvSpPr>
          <p:cNvPr id="1030" name="Google Shape;1030;p72"/>
          <p:cNvSpPr txBox="1"/>
          <p:nvPr>
            <p:ph idx="1" type="body"/>
          </p:nvPr>
        </p:nvSpPr>
        <p:spPr>
          <a:xfrm>
            <a:off x="313125" y="2352128"/>
            <a:ext cx="438900" cy="276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SSS</a:t>
            </a:r>
            <a:endParaRPr sz="1900"/>
          </a:p>
        </p:txBody>
      </p:sp>
      <p:sp>
        <p:nvSpPr>
          <p:cNvPr id="1031" name="Google Shape;1031;p72"/>
          <p:cNvSpPr txBox="1"/>
          <p:nvPr>
            <p:ph idx="1" type="body"/>
          </p:nvPr>
        </p:nvSpPr>
        <p:spPr>
          <a:xfrm>
            <a:off x="2890062" y="2352135"/>
            <a:ext cx="567300" cy="276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ASA</a:t>
            </a:r>
            <a:endParaRPr sz="1900"/>
          </a:p>
        </p:txBody>
      </p:sp>
      <p:sp>
        <p:nvSpPr>
          <p:cNvPr id="1032" name="Google Shape;1032;p72"/>
          <p:cNvSpPr txBox="1"/>
          <p:nvPr>
            <p:ph idx="1" type="body"/>
          </p:nvPr>
        </p:nvSpPr>
        <p:spPr>
          <a:xfrm>
            <a:off x="4960524" y="2352135"/>
            <a:ext cx="567300" cy="276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AAS</a:t>
            </a:r>
            <a:endParaRPr sz="1900"/>
          </a:p>
        </p:txBody>
      </p:sp>
      <p:sp>
        <p:nvSpPr>
          <p:cNvPr id="1033" name="Google Shape;1033;p72"/>
          <p:cNvSpPr txBox="1"/>
          <p:nvPr>
            <p:ph idx="1" type="body"/>
          </p:nvPr>
        </p:nvSpPr>
        <p:spPr>
          <a:xfrm>
            <a:off x="7141778" y="2352135"/>
            <a:ext cx="567300" cy="276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RHS</a:t>
            </a:r>
            <a:endParaRPr sz="1900"/>
          </a:p>
        </p:txBody>
      </p:sp>
      <p:sp>
        <p:nvSpPr>
          <p:cNvPr id="1034" name="Google Shape;1034;p72"/>
          <p:cNvSpPr txBox="1"/>
          <p:nvPr>
            <p:ph idx="1" type="body"/>
          </p:nvPr>
        </p:nvSpPr>
        <p:spPr>
          <a:xfrm>
            <a:off x="324000" y="1477757"/>
            <a:ext cx="8496000" cy="335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900"/>
              <a:t>These criteria can be adapted to determine </a:t>
            </a:r>
            <a:r>
              <a:rPr lang="en-GB" sz="1900">
                <a:solidFill>
                  <a:schemeClr val="accent4"/>
                </a:solidFill>
              </a:rPr>
              <a:t>similarity</a:t>
            </a:r>
            <a:r>
              <a:rPr lang="en-GB" sz="1900"/>
              <a:t> between triangles.</a:t>
            </a:r>
            <a:endParaRPr sz="2000"/>
          </a:p>
        </p:txBody>
      </p:sp>
      <p:sp>
        <p:nvSpPr>
          <p:cNvPr id="1035" name="Google Shape;1035;p72"/>
          <p:cNvSpPr txBox="1"/>
          <p:nvPr>
            <p:ph idx="1" type="body"/>
          </p:nvPr>
        </p:nvSpPr>
        <p:spPr>
          <a:xfrm>
            <a:off x="324000" y="1902300"/>
            <a:ext cx="8496000" cy="335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900"/>
              <a:t>The lengths differ but pairs of lengths remain in the </a:t>
            </a:r>
            <a:r>
              <a:rPr lang="en-GB" sz="1900">
                <a:solidFill>
                  <a:schemeClr val="accent4"/>
                </a:solidFill>
              </a:rPr>
              <a:t>same proportions</a:t>
            </a:r>
            <a:r>
              <a:rPr lang="en-GB" sz="1900"/>
              <a:t>.</a:t>
            </a:r>
            <a:endParaRPr sz="2000"/>
          </a:p>
        </p:txBody>
      </p:sp>
      <p:grpSp>
        <p:nvGrpSpPr>
          <p:cNvPr id="1036" name="Google Shape;1036;p72"/>
          <p:cNvGrpSpPr/>
          <p:nvPr/>
        </p:nvGrpSpPr>
        <p:grpSpPr>
          <a:xfrm>
            <a:off x="1032596" y="2822874"/>
            <a:ext cx="7406679" cy="1379776"/>
            <a:chOff x="1032596" y="2822874"/>
            <a:chExt cx="7406679" cy="1379776"/>
          </a:xfrm>
        </p:grpSpPr>
        <p:cxnSp>
          <p:nvCxnSpPr>
            <p:cNvPr id="1037" name="Google Shape;1037;p72"/>
            <p:cNvCxnSpPr>
              <a:endCxn id="977" idx="1"/>
            </p:cNvCxnSpPr>
            <p:nvPr/>
          </p:nvCxnSpPr>
          <p:spPr>
            <a:xfrm>
              <a:off x="1105942" y="2822874"/>
              <a:ext cx="598200" cy="183900"/>
            </a:xfrm>
            <a:prstGeom prst="straightConnector1">
              <a:avLst/>
            </a:prstGeom>
            <a:noFill/>
            <a:ln cap="flat" cmpd="sng" w="38100">
              <a:solidFill>
                <a:schemeClr val="accent4"/>
              </a:solidFill>
              <a:prstDash val="solid"/>
              <a:round/>
              <a:headEnd len="med" w="med" type="none"/>
              <a:tailEnd len="med" w="med" type="triangle"/>
            </a:ln>
          </p:spPr>
        </p:cxnSp>
        <p:cxnSp>
          <p:nvCxnSpPr>
            <p:cNvPr id="1038" name="Google Shape;1038;p72"/>
            <p:cNvCxnSpPr>
              <a:endCxn id="1006" idx="1"/>
            </p:cNvCxnSpPr>
            <p:nvPr/>
          </p:nvCxnSpPr>
          <p:spPr>
            <a:xfrm>
              <a:off x="1032596" y="3974351"/>
              <a:ext cx="691500" cy="228300"/>
            </a:xfrm>
            <a:prstGeom prst="straightConnector1">
              <a:avLst/>
            </a:prstGeom>
            <a:noFill/>
            <a:ln cap="flat" cmpd="sng" w="38100">
              <a:solidFill>
                <a:schemeClr val="accent4"/>
              </a:solidFill>
              <a:prstDash val="solid"/>
              <a:round/>
              <a:headEnd len="med" w="med" type="none"/>
              <a:tailEnd len="med" w="med" type="triangle"/>
            </a:ln>
          </p:spPr>
        </p:cxnSp>
        <p:cxnSp>
          <p:nvCxnSpPr>
            <p:cNvPr id="1039" name="Google Shape;1039;p72"/>
            <p:cNvCxnSpPr/>
            <p:nvPr/>
          </p:nvCxnSpPr>
          <p:spPr>
            <a:xfrm>
              <a:off x="7827363" y="2888300"/>
              <a:ext cx="598200" cy="183900"/>
            </a:xfrm>
            <a:prstGeom prst="straightConnector1">
              <a:avLst/>
            </a:prstGeom>
            <a:noFill/>
            <a:ln cap="flat" cmpd="sng" w="38100">
              <a:solidFill>
                <a:schemeClr val="accent4"/>
              </a:solidFill>
              <a:prstDash val="solid"/>
              <a:round/>
              <a:headEnd len="med" w="med" type="none"/>
              <a:tailEnd len="med" w="med" type="triangle"/>
            </a:ln>
          </p:spPr>
        </p:cxnSp>
        <p:cxnSp>
          <p:nvCxnSpPr>
            <p:cNvPr id="1040" name="Google Shape;1040;p72"/>
            <p:cNvCxnSpPr/>
            <p:nvPr/>
          </p:nvCxnSpPr>
          <p:spPr>
            <a:xfrm>
              <a:off x="7713575" y="4003850"/>
              <a:ext cx="725700" cy="138900"/>
            </a:xfrm>
            <a:prstGeom prst="straightConnector1">
              <a:avLst/>
            </a:prstGeom>
            <a:noFill/>
            <a:ln cap="flat" cmpd="sng" w="38100">
              <a:solidFill>
                <a:schemeClr val="accent4"/>
              </a:solidFill>
              <a:prstDash val="solid"/>
              <a:round/>
              <a:headEnd len="med" w="med" type="none"/>
              <a:tailEnd len="med" w="med" type="triangle"/>
            </a:ln>
          </p:spPr>
        </p:cxnSp>
      </p:grpSp>
      <p:grpSp>
        <p:nvGrpSpPr>
          <p:cNvPr id="1041" name="Google Shape;1041;p72"/>
          <p:cNvGrpSpPr/>
          <p:nvPr/>
        </p:nvGrpSpPr>
        <p:grpSpPr>
          <a:xfrm>
            <a:off x="670137" y="2888300"/>
            <a:ext cx="336813" cy="1719565"/>
            <a:chOff x="670137" y="2888300"/>
            <a:chExt cx="336813" cy="1719565"/>
          </a:xfrm>
        </p:grpSpPr>
        <p:cxnSp>
          <p:nvCxnSpPr>
            <p:cNvPr id="1042" name="Google Shape;1042;p72"/>
            <p:cNvCxnSpPr/>
            <p:nvPr/>
          </p:nvCxnSpPr>
          <p:spPr>
            <a:xfrm>
              <a:off x="830250" y="2888300"/>
              <a:ext cx="176700" cy="468000"/>
            </a:xfrm>
            <a:prstGeom prst="straightConnector1">
              <a:avLst/>
            </a:prstGeom>
            <a:noFill/>
            <a:ln cap="flat" cmpd="sng" w="38100">
              <a:solidFill>
                <a:schemeClr val="accent4"/>
              </a:solidFill>
              <a:prstDash val="solid"/>
              <a:round/>
              <a:headEnd len="med" w="med" type="none"/>
              <a:tailEnd len="med" w="med" type="triangle"/>
            </a:ln>
          </p:spPr>
        </p:cxnSp>
        <p:cxnSp>
          <p:nvCxnSpPr>
            <p:cNvPr id="1043" name="Google Shape;1043;p72"/>
            <p:cNvCxnSpPr/>
            <p:nvPr/>
          </p:nvCxnSpPr>
          <p:spPr>
            <a:xfrm>
              <a:off x="670137" y="4085865"/>
              <a:ext cx="221100" cy="522000"/>
            </a:xfrm>
            <a:prstGeom prst="straightConnector1">
              <a:avLst/>
            </a:prstGeom>
            <a:noFill/>
            <a:ln cap="flat" cmpd="sng" w="38100">
              <a:solidFill>
                <a:schemeClr val="accent4"/>
              </a:solidFill>
              <a:prstDash val="solid"/>
              <a:round/>
              <a:headEnd len="med" w="med" type="none"/>
              <a:tailEnd len="med" w="med" type="triangle"/>
            </a:ln>
          </p:spPr>
        </p:cxnSp>
      </p:grpSp>
      <p:grpSp>
        <p:nvGrpSpPr>
          <p:cNvPr id="1044" name="Google Shape;1044;p72"/>
          <p:cNvGrpSpPr/>
          <p:nvPr/>
        </p:nvGrpSpPr>
        <p:grpSpPr>
          <a:xfrm>
            <a:off x="1281896" y="3119490"/>
            <a:ext cx="641709" cy="1658711"/>
            <a:chOff x="1281896" y="3119490"/>
            <a:chExt cx="641709" cy="1658711"/>
          </a:xfrm>
        </p:grpSpPr>
        <p:cxnSp>
          <p:nvCxnSpPr>
            <p:cNvPr id="1045" name="Google Shape;1045;p72"/>
            <p:cNvCxnSpPr>
              <a:stCxn id="978" idx="3"/>
              <a:endCxn id="977" idx="2"/>
            </p:cNvCxnSpPr>
            <p:nvPr/>
          </p:nvCxnSpPr>
          <p:spPr>
            <a:xfrm flipH="1" rot="10800000">
              <a:off x="1389305" y="3119490"/>
              <a:ext cx="534300" cy="371100"/>
            </a:xfrm>
            <a:prstGeom prst="curvedConnector2">
              <a:avLst/>
            </a:prstGeom>
            <a:noFill/>
            <a:ln cap="flat" cmpd="sng" w="38100">
              <a:solidFill>
                <a:schemeClr val="accent4"/>
              </a:solidFill>
              <a:prstDash val="solid"/>
              <a:round/>
              <a:headEnd len="med" w="med" type="none"/>
              <a:tailEnd len="med" w="med" type="triangle"/>
            </a:ln>
          </p:spPr>
        </p:cxnSp>
        <p:cxnSp>
          <p:nvCxnSpPr>
            <p:cNvPr id="1046" name="Google Shape;1046;p72"/>
            <p:cNvCxnSpPr>
              <a:endCxn id="1006" idx="2"/>
            </p:cNvCxnSpPr>
            <p:nvPr/>
          </p:nvCxnSpPr>
          <p:spPr>
            <a:xfrm flipH="1" rot="10800000">
              <a:off x="1281896" y="4339901"/>
              <a:ext cx="639600" cy="438300"/>
            </a:xfrm>
            <a:prstGeom prst="curvedConnector2">
              <a:avLst/>
            </a:prstGeom>
            <a:noFill/>
            <a:ln cap="flat" cmpd="sng" w="38100">
              <a:solidFill>
                <a:schemeClr val="accent4"/>
              </a:solidFill>
              <a:prstDash val="solid"/>
              <a:round/>
              <a:headEnd len="med" w="med" type="none"/>
              <a:tailEnd len="med" w="med" type="triangl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3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41"/>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03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041"/>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04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0" name="Shape 1050"/>
        <p:cNvGrpSpPr/>
        <p:nvPr/>
      </p:nvGrpSpPr>
      <p:grpSpPr>
        <a:xfrm>
          <a:off x="0" y="0"/>
          <a:ext cx="0" cy="0"/>
          <a:chOff x="0" y="0"/>
          <a:chExt cx="0" cy="0"/>
        </a:xfrm>
      </p:grpSpPr>
      <p:sp>
        <p:nvSpPr>
          <p:cNvPr id="1051" name="Google Shape;1051;p73"/>
          <p:cNvSpPr/>
          <p:nvPr/>
        </p:nvSpPr>
        <p:spPr>
          <a:xfrm flipH="1" rot="10800000">
            <a:off x="3544088" y="2020041"/>
            <a:ext cx="3503851" cy="2630996"/>
          </a:xfrm>
          <a:custGeom>
            <a:rect b="b" l="l" r="r" t="t"/>
            <a:pathLst>
              <a:path extrusionOk="0" h="38100" w="50740">
                <a:moveTo>
                  <a:pt x="0" y="0"/>
                </a:moveTo>
                <a:lnTo>
                  <a:pt x="50740" y="0"/>
                </a:lnTo>
                <a:lnTo>
                  <a:pt x="50740" y="38100"/>
                </a:lnTo>
                <a:close/>
              </a:path>
            </a:pathLst>
          </a:custGeom>
          <a:solidFill>
            <a:srgbClr val="F3EEFB"/>
          </a:solidFill>
          <a:ln cap="flat" cmpd="sng" w="38100">
            <a:solidFill>
              <a:schemeClr val="dk1"/>
            </a:solidFill>
            <a:prstDash val="solid"/>
            <a:round/>
            <a:headEnd len="med" w="med" type="none"/>
            <a:tailEnd len="med" w="med" type="none"/>
          </a:ln>
        </p:spPr>
      </p:sp>
      <p:sp>
        <p:nvSpPr>
          <p:cNvPr id="1052" name="Google Shape;1052;p73"/>
          <p:cNvSpPr txBox="1"/>
          <p:nvPr>
            <p:ph idx="1" type="body"/>
          </p:nvPr>
        </p:nvSpPr>
        <p:spPr>
          <a:xfrm>
            <a:off x="324000" y="759300"/>
            <a:ext cx="8496000" cy="390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900"/>
              <a:t>Similarity with </a:t>
            </a:r>
            <a:r>
              <a:rPr lang="en-GB" sz="1900"/>
              <a:t>triangles</a:t>
            </a:r>
            <a:r>
              <a:rPr lang="en-GB" sz="1900"/>
              <a:t> can also be determined by all three angles</a:t>
            </a:r>
            <a:r>
              <a:rPr lang="en-GB" sz="1900"/>
              <a:t>.</a:t>
            </a:r>
            <a:endParaRPr sz="1900"/>
          </a:p>
        </p:txBody>
      </p:sp>
      <p:sp>
        <p:nvSpPr>
          <p:cNvPr id="1053" name="Google Shape;1053;p73"/>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Identifying similar triangles</a:t>
            </a:r>
            <a:endParaRPr/>
          </a:p>
        </p:txBody>
      </p:sp>
      <p:sp>
        <p:nvSpPr>
          <p:cNvPr id="1054" name="Google Shape;1054;p73"/>
          <p:cNvSpPr/>
          <p:nvPr/>
        </p:nvSpPr>
        <p:spPr>
          <a:xfrm flipH="1" rot="10800000">
            <a:off x="1655688" y="2553411"/>
            <a:ext cx="1166132" cy="875633"/>
          </a:xfrm>
          <a:custGeom>
            <a:rect b="b" l="l" r="r" t="t"/>
            <a:pathLst>
              <a:path extrusionOk="0" h="38100" w="50740">
                <a:moveTo>
                  <a:pt x="0" y="0"/>
                </a:moveTo>
                <a:lnTo>
                  <a:pt x="50740" y="0"/>
                </a:lnTo>
                <a:lnTo>
                  <a:pt x="50740" y="38100"/>
                </a:lnTo>
                <a:close/>
              </a:path>
            </a:pathLst>
          </a:custGeom>
          <a:noFill/>
          <a:ln cap="flat" cmpd="sng" w="38100">
            <a:solidFill>
              <a:schemeClr val="dk2"/>
            </a:solidFill>
            <a:prstDash val="dash"/>
            <a:round/>
            <a:headEnd len="med" w="med" type="none"/>
            <a:tailEnd len="med" w="med" type="none"/>
          </a:ln>
        </p:spPr>
      </p:sp>
      <p:sp>
        <p:nvSpPr>
          <p:cNvPr id="1055" name="Google Shape;1055;p73"/>
          <p:cNvSpPr/>
          <p:nvPr/>
        </p:nvSpPr>
        <p:spPr>
          <a:xfrm flipH="1" rot="10800000">
            <a:off x="1655688" y="2553411"/>
            <a:ext cx="1166132" cy="875633"/>
          </a:xfrm>
          <a:custGeom>
            <a:rect b="b" l="l" r="r" t="t"/>
            <a:pathLst>
              <a:path extrusionOk="0" h="38100" w="50740">
                <a:moveTo>
                  <a:pt x="0" y="0"/>
                </a:moveTo>
                <a:lnTo>
                  <a:pt x="50740" y="0"/>
                </a:lnTo>
                <a:lnTo>
                  <a:pt x="50740" y="38100"/>
                </a:lnTo>
                <a:close/>
              </a:path>
            </a:pathLst>
          </a:custGeom>
          <a:solidFill>
            <a:srgbClr val="F3EEFB"/>
          </a:solidFill>
          <a:ln cap="flat" cmpd="sng" w="38100">
            <a:solidFill>
              <a:schemeClr val="dk1"/>
            </a:solidFill>
            <a:prstDash val="solid"/>
            <a:round/>
            <a:headEnd len="med" w="med" type="none"/>
            <a:tailEnd len="med" w="med" type="none"/>
          </a:ln>
        </p:spPr>
      </p:sp>
      <p:sp>
        <p:nvSpPr>
          <p:cNvPr id="1056" name="Google Shape;1056;p73"/>
          <p:cNvSpPr/>
          <p:nvPr/>
        </p:nvSpPr>
        <p:spPr>
          <a:xfrm flipH="1" rot="10800000">
            <a:off x="2561736" y="2286139"/>
            <a:ext cx="515400" cy="515400"/>
          </a:xfrm>
          <a:prstGeom prst="arc">
            <a:avLst>
              <a:gd fmla="val 13190205" name="adj1"/>
              <a:gd fmla="val 1607183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57" name="Google Shape;1057;p73"/>
          <p:cNvSpPr/>
          <p:nvPr/>
        </p:nvSpPr>
        <p:spPr>
          <a:xfrm flipH="1" rot="10800000">
            <a:off x="2594116" y="2287750"/>
            <a:ext cx="470100" cy="470100"/>
          </a:xfrm>
          <a:prstGeom prst="arc">
            <a:avLst>
              <a:gd fmla="val 13190205" name="adj1"/>
              <a:gd fmla="val 1607183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58" name="Google Shape;1058;p73"/>
          <p:cNvSpPr/>
          <p:nvPr/>
        </p:nvSpPr>
        <p:spPr>
          <a:xfrm flipH="1" rot="10800000">
            <a:off x="2660945" y="3263325"/>
            <a:ext cx="160800" cy="1608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59" name="Google Shape;1059;p73"/>
          <p:cNvSpPr/>
          <p:nvPr/>
        </p:nvSpPr>
        <p:spPr>
          <a:xfrm flipH="1" rot="10800000">
            <a:off x="1474254" y="3157778"/>
            <a:ext cx="498600" cy="498600"/>
          </a:xfrm>
          <a:prstGeom prst="arc">
            <a:avLst>
              <a:gd fmla="val 21594268" name="adj1"/>
              <a:gd fmla="val 2353713"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60" name="Google Shape;1060;p73"/>
          <p:cNvSpPr/>
          <p:nvPr/>
        </p:nvSpPr>
        <p:spPr>
          <a:xfrm flipH="1" rot="10800000">
            <a:off x="6771428" y="4372060"/>
            <a:ext cx="275700" cy="2757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61" name="Google Shape;1061;p73"/>
          <p:cNvSpPr/>
          <p:nvPr/>
        </p:nvSpPr>
        <p:spPr>
          <a:xfrm flipH="1" rot="10800000">
            <a:off x="3130164" y="4185899"/>
            <a:ext cx="927000" cy="927000"/>
          </a:xfrm>
          <a:prstGeom prst="arc">
            <a:avLst>
              <a:gd fmla="val 21594268" name="adj1"/>
              <a:gd fmla="val 2353713"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1062" name="Google Shape;1062;p73"/>
          <p:cNvGrpSpPr/>
          <p:nvPr/>
        </p:nvGrpSpPr>
        <p:grpSpPr>
          <a:xfrm rot="10800000">
            <a:off x="5704688" y="3506950"/>
            <a:ext cx="1602884" cy="1372384"/>
            <a:chOff x="494192" y="1733866"/>
            <a:chExt cx="1602884" cy="1372384"/>
          </a:xfrm>
        </p:grpSpPr>
        <p:grpSp>
          <p:nvGrpSpPr>
            <p:cNvPr id="1063" name="Google Shape;1063;p73"/>
            <p:cNvGrpSpPr/>
            <p:nvPr/>
          </p:nvGrpSpPr>
          <p:grpSpPr>
            <a:xfrm flipH="1">
              <a:off x="494192" y="1733866"/>
              <a:ext cx="1602884" cy="1370243"/>
              <a:chOff x="5028525" y="3653404"/>
              <a:chExt cx="1427451" cy="1220272"/>
            </a:xfrm>
          </p:grpSpPr>
          <p:sp>
            <p:nvSpPr>
              <p:cNvPr id="1064" name="Google Shape;1064;p73"/>
              <p:cNvSpPr/>
              <p:nvPr/>
            </p:nvSpPr>
            <p:spPr>
              <a:xfrm>
                <a:off x="5190100" y="3855854"/>
                <a:ext cx="1038521" cy="779812"/>
              </a:xfrm>
              <a:custGeom>
                <a:rect b="b" l="l" r="r" t="t"/>
                <a:pathLst>
                  <a:path extrusionOk="0" h="38100" w="50740">
                    <a:moveTo>
                      <a:pt x="0" y="0"/>
                    </a:moveTo>
                    <a:lnTo>
                      <a:pt x="50740" y="0"/>
                    </a:lnTo>
                    <a:lnTo>
                      <a:pt x="50740" y="38100"/>
                    </a:lnTo>
                    <a:close/>
                  </a:path>
                </a:pathLst>
              </a:custGeom>
              <a:solidFill>
                <a:srgbClr val="F3EEFB"/>
              </a:solidFill>
              <a:ln cap="flat" cmpd="sng" w="38100">
                <a:solidFill>
                  <a:schemeClr val="dk1"/>
                </a:solidFill>
                <a:prstDash val="solid"/>
                <a:round/>
                <a:headEnd len="med" w="med" type="none"/>
                <a:tailEnd len="med" w="med" type="none"/>
              </a:ln>
            </p:spPr>
          </p:sp>
          <p:sp>
            <p:nvSpPr>
              <p:cNvPr id="1065" name="Google Shape;1065;p73"/>
              <p:cNvSpPr/>
              <p:nvPr/>
            </p:nvSpPr>
            <p:spPr>
              <a:xfrm>
                <a:off x="6085325" y="3864750"/>
                <a:ext cx="143100" cy="1431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66" name="Google Shape;1066;p73"/>
              <p:cNvSpPr/>
              <p:nvPr/>
            </p:nvSpPr>
            <p:spPr>
              <a:xfrm>
                <a:off x="5028525" y="3653404"/>
                <a:ext cx="444000" cy="444000"/>
              </a:xfrm>
              <a:prstGeom prst="arc">
                <a:avLst>
                  <a:gd fmla="val 21594268" name="adj1"/>
                  <a:gd fmla="val 2353713"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67" name="Google Shape;1067;p73"/>
              <p:cNvSpPr/>
              <p:nvPr/>
            </p:nvSpPr>
            <p:spPr>
              <a:xfrm>
                <a:off x="5996975" y="4414676"/>
                <a:ext cx="459000" cy="459000"/>
              </a:xfrm>
              <a:prstGeom prst="arc">
                <a:avLst>
                  <a:gd fmla="val 13190205" name="adj1"/>
                  <a:gd fmla="val 1607183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1068" name="Google Shape;1068;p73"/>
            <p:cNvSpPr/>
            <p:nvPr/>
          </p:nvSpPr>
          <p:spPr>
            <a:xfrm flipH="1">
              <a:off x="508601" y="2636149"/>
              <a:ext cx="470100" cy="470100"/>
            </a:xfrm>
            <a:prstGeom prst="arc">
              <a:avLst>
                <a:gd fmla="val 13190205" name="adj1"/>
                <a:gd fmla="val 1607183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1069" name="Google Shape;1069;p73"/>
          <p:cNvGrpSpPr/>
          <p:nvPr/>
        </p:nvGrpSpPr>
        <p:grpSpPr>
          <a:xfrm rot="10800000">
            <a:off x="3369070" y="3509091"/>
            <a:ext cx="1602884" cy="1370243"/>
            <a:chOff x="2829811" y="1733866"/>
            <a:chExt cx="1602884" cy="1370243"/>
          </a:xfrm>
        </p:grpSpPr>
        <p:grpSp>
          <p:nvGrpSpPr>
            <p:cNvPr id="1070" name="Google Shape;1070;p73"/>
            <p:cNvGrpSpPr/>
            <p:nvPr/>
          </p:nvGrpSpPr>
          <p:grpSpPr>
            <a:xfrm flipH="1">
              <a:off x="2829811" y="1733866"/>
              <a:ext cx="1602884" cy="1370243"/>
              <a:chOff x="5028525" y="3653404"/>
              <a:chExt cx="1427451" cy="1220272"/>
            </a:xfrm>
          </p:grpSpPr>
          <p:sp>
            <p:nvSpPr>
              <p:cNvPr id="1071" name="Google Shape;1071;p73"/>
              <p:cNvSpPr/>
              <p:nvPr/>
            </p:nvSpPr>
            <p:spPr>
              <a:xfrm>
                <a:off x="5190100" y="3855854"/>
                <a:ext cx="1038521" cy="779812"/>
              </a:xfrm>
              <a:custGeom>
                <a:rect b="b" l="l" r="r" t="t"/>
                <a:pathLst>
                  <a:path extrusionOk="0" h="38100" w="50740">
                    <a:moveTo>
                      <a:pt x="0" y="0"/>
                    </a:moveTo>
                    <a:lnTo>
                      <a:pt x="50740" y="0"/>
                    </a:lnTo>
                    <a:lnTo>
                      <a:pt x="50740" y="38100"/>
                    </a:lnTo>
                    <a:close/>
                  </a:path>
                </a:pathLst>
              </a:custGeom>
              <a:solidFill>
                <a:srgbClr val="F3EEFB"/>
              </a:solidFill>
              <a:ln cap="flat" cmpd="sng" w="38100">
                <a:solidFill>
                  <a:schemeClr val="dk1"/>
                </a:solidFill>
                <a:prstDash val="solid"/>
                <a:round/>
                <a:headEnd len="med" w="med" type="none"/>
                <a:tailEnd len="med" w="med" type="none"/>
              </a:ln>
            </p:spPr>
          </p:sp>
          <p:sp>
            <p:nvSpPr>
              <p:cNvPr id="1072" name="Google Shape;1072;p73"/>
              <p:cNvSpPr/>
              <p:nvPr/>
            </p:nvSpPr>
            <p:spPr>
              <a:xfrm>
                <a:off x="6085325" y="3864750"/>
                <a:ext cx="143100" cy="1431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73" name="Google Shape;1073;p73"/>
              <p:cNvSpPr/>
              <p:nvPr/>
            </p:nvSpPr>
            <p:spPr>
              <a:xfrm>
                <a:off x="5028525" y="3653404"/>
                <a:ext cx="444000" cy="444000"/>
              </a:xfrm>
              <a:prstGeom prst="arc">
                <a:avLst>
                  <a:gd fmla="val 21594268" name="adj1"/>
                  <a:gd fmla="val 2353713"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74" name="Google Shape;1074;p73"/>
              <p:cNvSpPr/>
              <p:nvPr/>
            </p:nvSpPr>
            <p:spPr>
              <a:xfrm>
                <a:off x="5996975" y="4414676"/>
                <a:ext cx="459000" cy="459000"/>
              </a:xfrm>
              <a:prstGeom prst="arc">
                <a:avLst>
                  <a:gd fmla="val 13190205" name="adj1"/>
                  <a:gd fmla="val 1607183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1075" name="Google Shape;1075;p73"/>
            <p:cNvSpPr/>
            <p:nvPr/>
          </p:nvSpPr>
          <p:spPr>
            <a:xfrm flipH="1">
              <a:off x="2840199" y="2632324"/>
              <a:ext cx="470100" cy="470100"/>
            </a:xfrm>
            <a:prstGeom prst="arc">
              <a:avLst>
                <a:gd fmla="val 13190205" name="adj1"/>
                <a:gd fmla="val 1607183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1076" name="Google Shape;1076;p73"/>
          <p:cNvGrpSpPr/>
          <p:nvPr/>
        </p:nvGrpSpPr>
        <p:grpSpPr>
          <a:xfrm rot="10800000">
            <a:off x="6612300" y="1576501"/>
            <a:ext cx="878700" cy="878700"/>
            <a:chOff x="310764" y="4157999"/>
            <a:chExt cx="878700" cy="878700"/>
          </a:xfrm>
        </p:grpSpPr>
        <p:sp>
          <p:nvSpPr>
            <p:cNvPr id="1077" name="Google Shape;1077;p73"/>
            <p:cNvSpPr/>
            <p:nvPr/>
          </p:nvSpPr>
          <p:spPr>
            <a:xfrm flipH="1">
              <a:off x="310764" y="4157999"/>
              <a:ext cx="878700" cy="878700"/>
            </a:xfrm>
            <a:prstGeom prst="arc">
              <a:avLst>
                <a:gd fmla="val 13190205" name="adj1"/>
                <a:gd fmla="val 1607183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78" name="Google Shape;1078;p73"/>
            <p:cNvSpPr/>
            <p:nvPr/>
          </p:nvSpPr>
          <p:spPr>
            <a:xfrm flipH="1">
              <a:off x="379548" y="4226625"/>
              <a:ext cx="741300" cy="741300"/>
            </a:xfrm>
            <a:prstGeom prst="arc">
              <a:avLst>
                <a:gd fmla="val 13190205" name="adj1"/>
                <a:gd fmla="val 1607183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1079" name="Google Shape;1079;p73"/>
          <p:cNvGrpSpPr/>
          <p:nvPr/>
        </p:nvGrpSpPr>
        <p:grpSpPr>
          <a:xfrm rot="10800000">
            <a:off x="5704688" y="1757835"/>
            <a:ext cx="1602884" cy="1370243"/>
            <a:chOff x="494192" y="3485122"/>
            <a:chExt cx="1602884" cy="1370243"/>
          </a:xfrm>
        </p:grpSpPr>
        <p:grpSp>
          <p:nvGrpSpPr>
            <p:cNvPr id="1080" name="Google Shape;1080;p73"/>
            <p:cNvGrpSpPr/>
            <p:nvPr/>
          </p:nvGrpSpPr>
          <p:grpSpPr>
            <a:xfrm flipH="1">
              <a:off x="494192" y="3485122"/>
              <a:ext cx="1602884" cy="1370243"/>
              <a:chOff x="5028525" y="3653404"/>
              <a:chExt cx="1427451" cy="1220272"/>
            </a:xfrm>
          </p:grpSpPr>
          <p:sp>
            <p:nvSpPr>
              <p:cNvPr id="1081" name="Google Shape;1081;p73"/>
              <p:cNvSpPr/>
              <p:nvPr/>
            </p:nvSpPr>
            <p:spPr>
              <a:xfrm>
                <a:off x="5190100" y="3855854"/>
                <a:ext cx="1038521" cy="779812"/>
              </a:xfrm>
              <a:custGeom>
                <a:rect b="b" l="l" r="r" t="t"/>
                <a:pathLst>
                  <a:path extrusionOk="0" h="38100" w="50740">
                    <a:moveTo>
                      <a:pt x="0" y="0"/>
                    </a:moveTo>
                    <a:lnTo>
                      <a:pt x="50740" y="0"/>
                    </a:lnTo>
                    <a:lnTo>
                      <a:pt x="50740" y="38100"/>
                    </a:lnTo>
                    <a:close/>
                  </a:path>
                </a:pathLst>
              </a:custGeom>
              <a:solidFill>
                <a:srgbClr val="F3EEFB"/>
              </a:solidFill>
              <a:ln cap="flat" cmpd="sng" w="38100">
                <a:solidFill>
                  <a:schemeClr val="dk1"/>
                </a:solidFill>
                <a:prstDash val="solid"/>
                <a:round/>
                <a:headEnd len="med" w="med" type="none"/>
                <a:tailEnd len="med" w="med" type="none"/>
              </a:ln>
            </p:spPr>
          </p:sp>
          <p:sp>
            <p:nvSpPr>
              <p:cNvPr id="1082" name="Google Shape;1082;p73"/>
              <p:cNvSpPr/>
              <p:nvPr/>
            </p:nvSpPr>
            <p:spPr>
              <a:xfrm>
                <a:off x="6085325" y="3864750"/>
                <a:ext cx="143100" cy="1431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83" name="Google Shape;1083;p73"/>
              <p:cNvSpPr/>
              <p:nvPr/>
            </p:nvSpPr>
            <p:spPr>
              <a:xfrm>
                <a:off x="5028525" y="3653404"/>
                <a:ext cx="444000" cy="444000"/>
              </a:xfrm>
              <a:prstGeom prst="arc">
                <a:avLst>
                  <a:gd fmla="val 21594268" name="adj1"/>
                  <a:gd fmla="val 2353713"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084" name="Google Shape;1084;p73"/>
              <p:cNvSpPr/>
              <p:nvPr/>
            </p:nvSpPr>
            <p:spPr>
              <a:xfrm>
                <a:off x="5996975" y="4414676"/>
                <a:ext cx="459000" cy="459000"/>
              </a:xfrm>
              <a:prstGeom prst="arc">
                <a:avLst>
                  <a:gd fmla="val 13190205" name="adj1"/>
                  <a:gd fmla="val 1607183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1085" name="Google Shape;1085;p73"/>
            <p:cNvSpPr/>
            <p:nvPr/>
          </p:nvSpPr>
          <p:spPr>
            <a:xfrm flipH="1">
              <a:off x="504776" y="4381099"/>
              <a:ext cx="470100" cy="470100"/>
            </a:xfrm>
            <a:prstGeom prst="arc">
              <a:avLst>
                <a:gd fmla="val 13190205" name="adj1"/>
                <a:gd fmla="val 1607183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1086" name="Google Shape;1086;p73"/>
          <p:cNvSpPr txBox="1"/>
          <p:nvPr>
            <p:ph idx="1" type="body"/>
          </p:nvPr>
        </p:nvSpPr>
        <p:spPr>
          <a:xfrm>
            <a:off x="324000" y="1599794"/>
            <a:ext cx="8496000" cy="390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900"/>
              <a:t>W</a:t>
            </a:r>
            <a:r>
              <a:rPr lang="en-GB" sz="1900"/>
              <a:t>hen two triangles have the same angles then they are similar.</a:t>
            </a:r>
            <a:endParaRPr sz="1900"/>
          </a:p>
        </p:txBody>
      </p:sp>
      <p:sp>
        <p:nvSpPr>
          <p:cNvPr id="1087" name="Google Shape;1087;p73"/>
          <p:cNvSpPr txBox="1"/>
          <p:nvPr>
            <p:ph idx="1" type="body"/>
          </p:nvPr>
        </p:nvSpPr>
        <p:spPr>
          <a:xfrm>
            <a:off x="324000" y="1179547"/>
            <a:ext cx="8496000" cy="390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900"/>
              <a:t>When two triangles are similar, they have the </a:t>
            </a:r>
            <a:r>
              <a:rPr lang="en-GB" sz="1900">
                <a:solidFill>
                  <a:schemeClr val="accent4"/>
                </a:solidFill>
              </a:rPr>
              <a:t>same angles</a:t>
            </a:r>
            <a:r>
              <a:rPr lang="en-GB" sz="1900"/>
              <a:t>.</a:t>
            </a:r>
            <a:endParaRPr sz="19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055"/>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0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079"/>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06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062"/>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06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069"/>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0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6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7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06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1" name="Shape 1091"/>
        <p:cNvGrpSpPr/>
        <p:nvPr/>
      </p:nvGrpSpPr>
      <p:grpSpPr>
        <a:xfrm>
          <a:off x="0" y="0"/>
          <a:ext cx="0" cy="0"/>
          <a:chOff x="0" y="0"/>
          <a:chExt cx="0" cy="0"/>
        </a:xfrm>
      </p:grpSpPr>
      <p:sp>
        <p:nvSpPr>
          <p:cNvPr id="1092" name="Google Shape;1092;p74"/>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Identifying similar triangles</a:t>
            </a:r>
            <a:endParaRPr/>
          </a:p>
        </p:txBody>
      </p:sp>
      <p:sp>
        <p:nvSpPr>
          <p:cNvPr id="1093" name="Google Shape;1093;p74"/>
          <p:cNvSpPr/>
          <p:nvPr/>
        </p:nvSpPr>
        <p:spPr>
          <a:xfrm flipH="1">
            <a:off x="1104101" y="2105756"/>
            <a:ext cx="1412602" cy="930592"/>
          </a:xfrm>
          <a:custGeom>
            <a:rect b="b" l="l" r="r" t="t"/>
            <a:pathLst>
              <a:path extrusionOk="0" h="38100" w="50740">
                <a:moveTo>
                  <a:pt x="0" y="0"/>
                </a:moveTo>
                <a:lnTo>
                  <a:pt x="50740" y="0"/>
                </a:lnTo>
                <a:lnTo>
                  <a:pt x="50740" y="38100"/>
                </a:lnTo>
                <a:close/>
              </a:path>
            </a:pathLst>
          </a:custGeom>
          <a:solidFill>
            <a:srgbClr val="F3EEFB"/>
          </a:solidFill>
          <a:ln cap="flat" cmpd="sng" w="38100">
            <a:solidFill>
              <a:srgbClr val="000000"/>
            </a:solidFill>
            <a:prstDash val="solid"/>
            <a:round/>
            <a:headEnd len="med" w="med" type="none"/>
            <a:tailEnd len="med" w="med" type="none"/>
          </a:ln>
        </p:spPr>
      </p:sp>
      <p:grpSp>
        <p:nvGrpSpPr>
          <p:cNvPr id="1094" name="Google Shape;1094;p74"/>
          <p:cNvGrpSpPr/>
          <p:nvPr/>
        </p:nvGrpSpPr>
        <p:grpSpPr>
          <a:xfrm flipH="1">
            <a:off x="964979" y="2002309"/>
            <a:ext cx="1623438" cy="1113689"/>
            <a:chOff x="4962363" y="3607551"/>
            <a:chExt cx="1213604" cy="948951"/>
          </a:xfrm>
        </p:grpSpPr>
        <p:cxnSp>
          <p:nvCxnSpPr>
            <p:cNvPr id="1095" name="Google Shape;1095;p74"/>
            <p:cNvCxnSpPr/>
            <p:nvPr/>
          </p:nvCxnSpPr>
          <p:spPr>
            <a:xfrm>
              <a:off x="5050725" y="3607551"/>
              <a:ext cx="1028100" cy="0"/>
            </a:xfrm>
            <a:prstGeom prst="straightConnector1">
              <a:avLst/>
            </a:prstGeom>
            <a:noFill/>
            <a:ln cap="flat" cmpd="sng" w="28575">
              <a:solidFill>
                <a:srgbClr val="000000"/>
              </a:solidFill>
              <a:prstDash val="solid"/>
              <a:round/>
              <a:headEnd len="med" w="med" type="triangle"/>
              <a:tailEnd len="med" w="med" type="triangle"/>
            </a:ln>
          </p:spPr>
        </p:cxnSp>
        <p:cxnSp>
          <p:nvCxnSpPr>
            <p:cNvPr id="1096" name="Google Shape;1096;p74"/>
            <p:cNvCxnSpPr/>
            <p:nvPr/>
          </p:nvCxnSpPr>
          <p:spPr>
            <a:xfrm>
              <a:off x="6175967" y="3703451"/>
              <a:ext cx="0" cy="786000"/>
            </a:xfrm>
            <a:prstGeom prst="straightConnector1">
              <a:avLst/>
            </a:prstGeom>
            <a:noFill/>
            <a:ln cap="flat" cmpd="sng" w="28575">
              <a:solidFill>
                <a:srgbClr val="000000"/>
              </a:solidFill>
              <a:prstDash val="solid"/>
              <a:round/>
              <a:headEnd len="med" w="med" type="triangle"/>
              <a:tailEnd len="med" w="med" type="triangle"/>
            </a:ln>
          </p:spPr>
        </p:cxnSp>
        <p:cxnSp>
          <p:nvCxnSpPr>
            <p:cNvPr id="1097" name="Google Shape;1097;p74"/>
            <p:cNvCxnSpPr/>
            <p:nvPr/>
          </p:nvCxnSpPr>
          <p:spPr>
            <a:xfrm>
              <a:off x="4962363" y="3775302"/>
              <a:ext cx="1044300" cy="781200"/>
            </a:xfrm>
            <a:prstGeom prst="straightConnector1">
              <a:avLst/>
            </a:prstGeom>
            <a:noFill/>
            <a:ln cap="flat" cmpd="sng" w="28575">
              <a:solidFill>
                <a:srgbClr val="000000"/>
              </a:solidFill>
              <a:prstDash val="solid"/>
              <a:round/>
              <a:headEnd len="med" w="med" type="triangle"/>
              <a:tailEnd len="med" w="med" type="triangle"/>
            </a:ln>
          </p:spPr>
        </p:cxnSp>
      </p:grpSp>
      <p:sp>
        <p:nvSpPr>
          <p:cNvPr id="1098" name="Google Shape;1098;p74"/>
          <p:cNvSpPr txBox="1"/>
          <p:nvPr/>
        </p:nvSpPr>
        <p:spPr>
          <a:xfrm>
            <a:off x="412600" y="2345382"/>
            <a:ext cx="504300" cy="306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4</a:t>
            </a:r>
            <a:r>
              <a:rPr lang="en-GB" sz="1600">
                <a:solidFill>
                  <a:srgbClr val="000000"/>
                </a:solidFill>
                <a:latin typeface="Lexend"/>
                <a:ea typeface="Lexend"/>
                <a:cs typeface="Lexend"/>
                <a:sym typeface="Lexend"/>
              </a:rPr>
              <a:t> cm </a:t>
            </a:r>
            <a:endParaRPr sz="1600">
              <a:solidFill>
                <a:srgbClr val="000000"/>
              </a:solidFill>
              <a:latin typeface="Lexend"/>
              <a:ea typeface="Lexend"/>
              <a:cs typeface="Lexend"/>
              <a:sym typeface="Lexend"/>
            </a:endParaRPr>
          </a:p>
        </p:txBody>
      </p:sp>
      <p:sp>
        <p:nvSpPr>
          <p:cNvPr id="1099" name="Google Shape;1099;p74"/>
          <p:cNvSpPr txBox="1"/>
          <p:nvPr/>
        </p:nvSpPr>
        <p:spPr>
          <a:xfrm>
            <a:off x="1581748" y="1715689"/>
            <a:ext cx="504300" cy="306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5</a:t>
            </a:r>
            <a:r>
              <a:rPr lang="en-GB" sz="1600">
                <a:solidFill>
                  <a:srgbClr val="000000"/>
                </a:solidFill>
                <a:latin typeface="Lexend"/>
                <a:ea typeface="Lexend"/>
                <a:cs typeface="Lexend"/>
                <a:sym typeface="Lexend"/>
              </a:rPr>
              <a:t> cm </a:t>
            </a:r>
            <a:endParaRPr sz="1600">
              <a:solidFill>
                <a:srgbClr val="000000"/>
              </a:solidFill>
              <a:latin typeface="Lexend"/>
              <a:ea typeface="Lexend"/>
              <a:cs typeface="Lexend"/>
              <a:sym typeface="Lexend"/>
            </a:endParaRPr>
          </a:p>
        </p:txBody>
      </p:sp>
      <p:sp>
        <p:nvSpPr>
          <p:cNvPr id="1100" name="Google Shape;1100;p74"/>
          <p:cNvSpPr txBox="1"/>
          <p:nvPr/>
        </p:nvSpPr>
        <p:spPr>
          <a:xfrm>
            <a:off x="1885356" y="2639594"/>
            <a:ext cx="477000" cy="248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8</a:t>
            </a:r>
            <a:r>
              <a:rPr lang="en-GB" sz="1600">
                <a:solidFill>
                  <a:srgbClr val="000000"/>
                </a:solidFill>
                <a:latin typeface="Lexend"/>
                <a:ea typeface="Lexend"/>
                <a:cs typeface="Lexend"/>
                <a:sym typeface="Lexend"/>
              </a:rPr>
              <a:t> cm </a:t>
            </a:r>
            <a:endParaRPr sz="1600">
              <a:solidFill>
                <a:srgbClr val="000000"/>
              </a:solidFill>
              <a:latin typeface="Lexend"/>
              <a:ea typeface="Lexend"/>
              <a:cs typeface="Lexend"/>
              <a:sym typeface="Lexend"/>
            </a:endParaRPr>
          </a:p>
        </p:txBody>
      </p:sp>
      <p:cxnSp>
        <p:nvCxnSpPr>
          <p:cNvPr id="1101" name="Google Shape;1101;p74"/>
          <p:cNvCxnSpPr>
            <a:stCxn id="1099" idx="3"/>
            <a:endCxn id="1100" idx="3"/>
          </p:cNvCxnSpPr>
          <p:nvPr/>
        </p:nvCxnSpPr>
        <p:spPr>
          <a:xfrm>
            <a:off x="2086048" y="1869139"/>
            <a:ext cx="276300" cy="894900"/>
          </a:xfrm>
          <a:prstGeom prst="curvedConnector3">
            <a:avLst>
              <a:gd fmla="val 186186" name="adj1"/>
            </a:avLst>
          </a:prstGeom>
          <a:noFill/>
          <a:ln cap="flat" cmpd="sng" w="38100">
            <a:solidFill>
              <a:schemeClr val="accent4"/>
            </a:solidFill>
            <a:prstDash val="solid"/>
            <a:round/>
            <a:headEnd len="med" w="med" type="triangle"/>
            <a:tailEnd len="med" w="med" type="none"/>
          </a:ln>
        </p:spPr>
      </p:cxnSp>
      <p:cxnSp>
        <p:nvCxnSpPr>
          <p:cNvPr id="1102" name="Google Shape;1102;p74"/>
          <p:cNvCxnSpPr>
            <a:stCxn id="1099" idx="1"/>
            <a:endCxn id="1098" idx="0"/>
          </p:cNvCxnSpPr>
          <p:nvPr/>
        </p:nvCxnSpPr>
        <p:spPr>
          <a:xfrm flipH="1">
            <a:off x="664648" y="1869139"/>
            <a:ext cx="917100" cy="476100"/>
          </a:xfrm>
          <a:prstGeom prst="curvedConnector2">
            <a:avLst/>
          </a:prstGeom>
          <a:noFill/>
          <a:ln cap="flat" cmpd="sng" w="38100">
            <a:solidFill>
              <a:schemeClr val="accent4"/>
            </a:solidFill>
            <a:prstDash val="solid"/>
            <a:round/>
            <a:headEnd len="med" w="med" type="none"/>
            <a:tailEnd len="med" w="med" type="triangle"/>
          </a:ln>
        </p:spPr>
      </p:cxnSp>
      <p:cxnSp>
        <p:nvCxnSpPr>
          <p:cNvPr id="1103" name="Google Shape;1103;p74"/>
          <p:cNvCxnSpPr>
            <a:stCxn id="1100" idx="2"/>
            <a:endCxn id="1098" idx="2"/>
          </p:cNvCxnSpPr>
          <p:nvPr/>
        </p:nvCxnSpPr>
        <p:spPr>
          <a:xfrm flipH="1" rot="5400000">
            <a:off x="1276206" y="2040644"/>
            <a:ext cx="236100" cy="1459200"/>
          </a:xfrm>
          <a:prstGeom prst="curvedConnector3">
            <a:avLst>
              <a:gd fmla="val -100858" name="adj1"/>
            </a:avLst>
          </a:prstGeom>
          <a:noFill/>
          <a:ln cap="flat" cmpd="sng" w="38100">
            <a:solidFill>
              <a:schemeClr val="accent4"/>
            </a:solidFill>
            <a:prstDash val="solid"/>
            <a:round/>
            <a:headEnd len="med" w="med" type="none"/>
            <a:tailEnd len="med" w="med" type="triangle"/>
          </a:ln>
        </p:spPr>
      </p:cxnSp>
      <p:sp>
        <p:nvSpPr>
          <p:cNvPr id="1104" name="Google Shape;1104;p74"/>
          <p:cNvSpPr txBox="1"/>
          <p:nvPr/>
        </p:nvSpPr>
        <p:spPr>
          <a:xfrm>
            <a:off x="797606" y="3119792"/>
            <a:ext cx="670200" cy="376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solidFill>
                  <a:schemeClr val="accent4"/>
                </a:solidFill>
                <a:latin typeface="Lexend"/>
                <a:ea typeface="Lexend"/>
                <a:cs typeface="Lexend"/>
                <a:sym typeface="Lexend"/>
              </a:rPr>
              <a:t>× 0.5 </a:t>
            </a:r>
            <a:endParaRPr sz="1600">
              <a:solidFill>
                <a:schemeClr val="accent4"/>
              </a:solidFill>
              <a:latin typeface="Lexend"/>
              <a:ea typeface="Lexend"/>
              <a:cs typeface="Lexend"/>
              <a:sym typeface="Lexend"/>
            </a:endParaRPr>
          </a:p>
        </p:txBody>
      </p:sp>
      <p:sp>
        <p:nvSpPr>
          <p:cNvPr id="1105" name="Google Shape;1105;p74"/>
          <p:cNvSpPr txBox="1"/>
          <p:nvPr/>
        </p:nvSpPr>
        <p:spPr>
          <a:xfrm>
            <a:off x="596040" y="1733564"/>
            <a:ext cx="670200" cy="376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solidFill>
                  <a:schemeClr val="accent4"/>
                </a:solidFill>
                <a:latin typeface="Lexend"/>
                <a:ea typeface="Lexend"/>
                <a:cs typeface="Lexend"/>
                <a:sym typeface="Lexend"/>
              </a:rPr>
              <a:t>× 0.8 </a:t>
            </a:r>
            <a:endParaRPr sz="1600">
              <a:solidFill>
                <a:schemeClr val="accent4"/>
              </a:solidFill>
              <a:latin typeface="Lexend"/>
              <a:ea typeface="Lexend"/>
              <a:cs typeface="Lexend"/>
              <a:sym typeface="Lexend"/>
            </a:endParaRPr>
          </a:p>
        </p:txBody>
      </p:sp>
      <p:sp>
        <p:nvSpPr>
          <p:cNvPr id="1106" name="Google Shape;1106;p74"/>
          <p:cNvSpPr txBox="1"/>
          <p:nvPr/>
        </p:nvSpPr>
        <p:spPr>
          <a:xfrm>
            <a:off x="2595074" y="1946877"/>
            <a:ext cx="670200" cy="376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solidFill>
                  <a:schemeClr val="accent4"/>
                </a:solidFill>
                <a:latin typeface="Lexend"/>
                <a:ea typeface="Lexend"/>
                <a:cs typeface="Lexend"/>
                <a:sym typeface="Lexend"/>
              </a:rPr>
              <a:t>× 0.625 </a:t>
            </a:r>
            <a:endParaRPr sz="1600">
              <a:solidFill>
                <a:schemeClr val="accent4"/>
              </a:solidFill>
              <a:latin typeface="Lexend"/>
              <a:ea typeface="Lexend"/>
              <a:cs typeface="Lexend"/>
              <a:sym typeface="Lexend"/>
            </a:endParaRPr>
          </a:p>
        </p:txBody>
      </p:sp>
      <p:sp>
        <p:nvSpPr>
          <p:cNvPr id="1107" name="Google Shape;1107;p74"/>
          <p:cNvSpPr txBox="1"/>
          <p:nvPr/>
        </p:nvSpPr>
        <p:spPr>
          <a:xfrm flipH="1">
            <a:off x="4983275" y="3385050"/>
            <a:ext cx="477000" cy="306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6</a:t>
            </a:r>
            <a:r>
              <a:rPr lang="en-GB" sz="1600">
                <a:solidFill>
                  <a:srgbClr val="000000"/>
                </a:solidFill>
                <a:latin typeface="Lexend"/>
                <a:ea typeface="Lexend"/>
                <a:cs typeface="Lexend"/>
                <a:sym typeface="Lexend"/>
              </a:rPr>
              <a:t> cm </a:t>
            </a:r>
            <a:endParaRPr sz="1600">
              <a:solidFill>
                <a:srgbClr val="000000"/>
              </a:solidFill>
              <a:latin typeface="Lexend"/>
              <a:ea typeface="Lexend"/>
              <a:cs typeface="Lexend"/>
              <a:sym typeface="Lexend"/>
            </a:endParaRPr>
          </a:p>
        </p:txBody>
      </p:sp>
      <p:sp>
        <p:nvSpPr>
          <p:cNvPr id="1108" name="Google Shape;1108;p74"/>
          <p:cNvSpPr txBox="1"/>
          <p:nvPr/>
        </p:nvSpPr>
        <p:spPr>
          <a:xfrm flipH="1">
            <a:off x="3188142" y="3249376"/>
            <a:ext cx="684900" cy="416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7.5</a:t>
            </a:r>
            <a:r>
              <a:rPr lang="en-GB" sz="1600">
                <a:solidFill>
                  <a:srgbClr val="000000"/>
                </a:solidFill>
                <a:latin typeface="Lexend"/>
                <a:ea typeface="Lexend"/>
                <a:cs typeface="Lexend"/>
                <a:sym typeface="Lexend"/>
              </a:rPr>
              <a:t> cm </a:t>
            </a:r>
            <a:endParaRPr sz="1600">
              <a:solidFill>
                <a:srgbClr val="000000"/>
              </a:solidFill>
              <a:latin typeface="Lexend"/>
              <a:ea typeface="Lexend"/>
              <a:cs typeface="Lexend"/>
              <a:sym typeface="Lexend"/>
            </a:endParaRPr>
          </a:p>
        </p:txBody>
      </p:sp>
      <p:sp>
        <p:nvSpPr>
          <p:cNvPr id="1109" name="Google Shape;1109;p74"/>
          <p:cNvSpPr txBox="1"/>
          <p:nvPr/>
        </p:nvSpPr>
        <p:spPr>
          <a:xfrm flipH="1" rot="1767">
            <a:off x="3934200" y="4365773"/>
            <a:ext cx="583800" cy="24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12</a:t>
            </a:r>
            <a:r>
              <a:rPr lang="en-GB" sz="1600">
                <a:solidFill>
                  <a:srgbClr val="000000"/>
                </a:solidFill>
                <a:latin typeface="Lexend"/>
                <a:ea typeface="Lexend"/>
                <a:cs typeface="Lexend"/>
                <a:sym typeface="Lexend"/>
              </a:rPr>
              <a:t> cm </a:t>
            </a:r>
            <a:endParaRPr sz="1600">
              <a:solidFill>
                <a:srgbClr val="000000"/>
              </a:solidFill>
              <a:latin typeface="Lexend"/>
              <a:ea typeface="Lexend"/>
              <a:cs typeface="Lexend"/>
              <a:sym typeface="Lexend"/>
            </a:endParaRPr>
          </a:p>
        </p:txBody>
      </p:sp>
      <p:sp>
        <p:nvSpPr>
          <p:cNvPr id="1110" name="Google Shape;1110;p74"/>
          <p:cNvSpPr/>
          <p:nvPr/>
        </p:nvSpPr>
        <p:spPr>
          <a:xfrm rot="-2021215">
            <a:off x="3050817" y="3601310"/>
            <a:ext cx="1918115" cy="1263474"/>
          </a:xfrm>
          <a:custGeom>
            <a:rect b="b" l="l" r="r" t="t"/>
            <a:pathLst>
              <a:path extrusionOk="0" h="38100" w="50740">
                <a:moveTo>
                  <a:pt x="0" y="0"/>
                </a:moveTo>
                <a:lnTo>
                  <a:pt x="50740" y="0"/>
                </a:lnTo>
                <a:lnTo>
                  <a:pt x="50740" y="38100"/>
                </a:lnTo>
                <a:close/>
              </a:path>
            </a:pathLst>
          </a:custGeom>
          <a:solidFill>
            <a:srgbClr val="F3EEFB"/>
          </a:solidFill>
          <a:ln cap="flat" cmpd="sng" w="38100">
            <a:solidFill>
              <a:srgbClr val="000000"/>
            </a:solidFill>
            <a:prstDash val="solid"/>
            <a:round/>
            <a:headEnd len="med" w="med" type="none"/>
            <a:tailEnd len="med" w="med" type="none"/>
          </a:ln>
        </p:spPr>
      </p:sp>
      <p:grpSp>
        <p:nvGrpSpPr>
          <p:cNvPr id="1111" name="Google Shape;1111;p74"/>
          <p:cNvGrpSpPr/>
          <p:nvPr/>
        </p:nvGrpSpPr>
        <p:grpSpPr>
          <a:xfrm rot="-2021247">
            <a:off x="2937227" y="3438077"/>
            <a:ext cx="2204416" cy="1512167"/>
            <a:chOff x="4962363" y="3607551"/>
            <a:chExt cx="1213604" cy="948951"/>
          </a:xfrm>
        </p:grpSpPr>
        <p:cxnSp>
          <p:nvCxnSpPr>
            <p:cNvPr id="1112" name="Google Shape;1112;p74"/>
            <p:cNvCxnSpPr/>
            <p:nvPr/>
          </p:nvCxnSpPr>
          <p:spPr>
            <a:xfrm>
              <a:off x="5050725" y="3607551"/>
              <a:ext cx="1028100" cy="0"/>
            </a:xfrm>
            <a:prstGeom prst="straightConnector1">
              <a:avLst/>
            </a:prstGeom>
            <a:noFill/>
            <a:ln cap="flat" cmpd="sng" w="28575">
              <a:solidFill>
                <a:srgbClr val="000000"/>
              </a:solidFill>
              <a:prstDash val="solid"/>
              <a:round/>
              <a:headEnd len="med" w="med" type="triangle"/>
              <a:tailEnd len="med" w="med" type="triangle"/>
            </a:ln>
          </p:spPr>
        </p:cxnSp>
        <p:cxnSp>
          <p:nvCxnSpPr>
            <p:cNvPr id="1113" name="Google Shape;1113;p74"/>
            <p:cNvCxnSpPr/>
            <p:nvPr/>
          </p:nvCxnSpPr>
          <p:spPr>
            <a:xfrm>
              <a:off x="6175967" y="3703451"/>
              <a:ext cx="0" cy="786000"/>
            </a:xfrm>
            <a:prstGeom prst="straightConnector1">
              <a:avLst/>
            </a:prstGeom>
            <a:noFill/>
            <a:ln cap="flat" cmpd="sng" w="28575">
              <a:solidFill>
                <a:srgbClr val="000000"/>
              </a:solidFill>
              <a:prstDash val="solid"/>
              <a:round/>
              <a:headEnd len="med" w="med" type="triangle"/>
              <a:tailEnd len="med" w="med" type="triangle"/>
            </a:ln>
          </p:spPr>
        </p:cxnSp>
        <p:cxnSp>
          <p:nvCxnSpPr>
            <p:cNvPr id="1114" name="Google Shape;1114;p74"/>
            <p:cNvCxnSpPr/>
            <p:nvPr/>
          </p:nvCxnSpPr>
          <p:spPr>
            <a:xfrm>
              <a:off x="4962363" y="3775302"/>
              <a:ext cx="1044300" cy="781200"/>
            </a:xfrm>
            <a:prstGeom prst="straightConnector1">
              <a:avLst/>
            </a:prstGeom>
            <a:noFill/>
            <a:ln cap="flat" cmpd="sng" w="28575">
              <a:solidFill>
                <a:srgbClr val="000000"/>
              </a:solidFill>
              <a:prstDash val="solid"/>
              <a:round/>
              <a:headEnd len="med" w="med" type="triangle"/>
              <a:tailEnd len="med" w="med" type="triangle"/>
            </a:ln>
          </p:spPr>
        </p:cxnSp>
      </p:grpSp>
      <p:sp>
        <p:nvSpPr>
          <p:cNvPr id="1115" name="Google Shape;1115;p74"/>
          <p:cNvSpPr txBox="1"/>
          <p:nvPr/>
        </p:nvSpPr>
        <p:spPr>
          <a:xfrm>
            <a:off x="400200" y="3513375"/>
            <a:ext cx="16233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chemeClr val="dk1"/>
                </a:solidFill>
                <a:latin typeface="Lexend"/>
                <a:ea typeface="Lexend"/>
                <a:cs typeface="Lexend"/>
                <a:sym typeface="Lexend"/>
              </a:rPr>
              <a:t>5 ÷ 8 = 0.625</a:t>
            </a:r>
            <a:endParaRPr sz="1600">
              <a:solidFill>
                <a:schemeClr val="dk1"/>
              </a:solidFill>
              <a:latin typeface="Lexend"/>
              <a:ea typeface="Lexend"/>
              <a:cs typeface="Lexend"/>
              <a:sym typeface="Lexend"/>
            </a:endParaRPr>
          </a:p>
        </p:txBody>
      </p:sp>
      <p:sp>
        <p:nvSpPr>
          <p:cNvPr id="1116" name="Google Shape;1116;p74"/>
          <p:cNvSpPr txBox="1"/>
          <p:nvPr/>
        </p:nvSpPr>
        <p:spPr>
          <a:xfrm>
            <a:off x="400200" y="3932475"/>
            <a:ext cx="16233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chemeClr val="dk1"/>
                </a:solidFill>
                <a:latin typeface="Lexend"/>
                <a:ea typeface="Lexend"/>
                <a:cs typeface="Lexend"/>
                <a:sym typeface="Lexend"/>
              </a:rPr>
              <a:t>4 ÷ 8 = 0.5</a:t>
            </a:r>
            <a:endParaRPr sz="1600">
              <a:solidFill>
                <a:schemeClr val="dk1"/>
              </a:solidFill>
              <a:latin typeface="Lexend"/>
              <a:ea typeface="Lexend"/>
              <a:cs typeface="Lexend"/>
              <a:sym typeface="Lexend"/>
            </a:endParaRPr>
          </a:p>
        </p:txBody>
      </p:sp>
      <p:sp>
        <p:nvSpPr>
          <p:cNvPr id="1117" name="Google Shape;1117;p74"/>
          <p:cNvSpPr txBox="1"/>
          <p:nvPr/>
        </p:nvSpPr>
        <p:spPr>
          <a:xfrm>
            <a:off x="400200" y="4351575"/>
            <a:ext cx="16233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chemeClr val="dk1"/>
                </a:solidFill>
                <a:latin typeface="Lexend"/>
                <a:ea typeface="Lexend"/>
                <a:cs typeface="Lexend"/>
                <a:sym typeface="Lexend"/>
              </a:rPr>
              <a:t>4 ÷ 5 = 0.8</a:t>
            </a:r>
            <a:endParaRPr sz="1600">
              <a:solidFill>
                <a:schemeClr val="dk1"/>
              </a:solidFill>
              <a:latin typeface="Lexend"/>
              <a:ea typeface="Lexend"/>
              <a:cs typeface="Lexend"/>
              <a:sym typeface="Lexend"/>
            </a:endParaRPr>
          </a:p>
        </p:txBody>
      </p:sp>
      <p:pic>
        <p:nvPicPr>
          <p:cNvPr id="1118" name="Google Shape;1118;p74"/>
          <p:cNvPicPr preferRelativeResize="0"/>
          <p:nvPr/>
        </p:nvPicPr>
        <p:blipFill>
          <a:blip r:embed="rId3">
            <a:alphaModFix/>
          </a:blip>
          <a:stretch>
            <a:fillRect/>
          </a:stretch>
        </p:blipFill>
        <p:spPr>
          <a:xfrm flipH="1">
            <a:off x="8320418" y="2367414"/>
            <a:ext cx="420908" cy="794787"/>
          </a:xfrm>
          <a:prstGeom prst="rect">
            <a:avLst/>
          </a:prstGeom>
          <a:noFill/>
          <a:ln>
            <a:noFill/>
          </a:ln>
        </p:spPr>
      </p:pic>
      <p:pic>
        <p:nvPicPr>
          <p:cNvPr id="1119" name="Google Shape;1119;p74"/>
          <p:cNvPicPr preferRelativeResize="0"/>
          <p:nvPr/>
        </p:nvPicPr>
        <p:blipFill>
          <a:blip r:embed="rId4">
            <a:alphaModFix/>
          </a:blip>
          <a:stretch>
            <a:fillRect/>
          </a:stretch>
        </p:blipFill>
        <p:spPr>
          <a:xfrm flipH="1">
            <a:off x="7904400" y="3909890"/>
            <a:ext cx="539055" cy="605096"/>
          </a:xfrm>
          <a:prstGeom prst="rect">
            <a:avLst/>
          </a:prstGeom>
          <a:noFill/>
          <a:ln>
            <a:noFill/>
          </a:ln>
        </p:spPr>
      </p:pic>
      <p:pic>
        <p:nvPicPr>
          <p:cNvPr id="1120" name="Google Shape;1120;p74"/>
          <p:cNvPicPr preferRelativeResize="0"/>
          <p:nvPr/>
        </p:nvPicPr>
        <p:blipFill rotWithShape="1">
          <a:blip r:embed="rId5">
            <a:alphaModFix/>
          </a:blip>
          <a:srcRect b="43690" l="0" r="57905" t="0"/>
          <a:stretch/>
        </p:blipFill>
        <p:spPr>
          <a:xfrm>
            <a:off x="5731425" y="1325425"/>
            <a:ext cx="2710523" cy="1425226"/>
          </a:xfrm>
          <a:prstGeom prst="rect">
            <a:avLst/>
          </a:prstGeom>
          <a:noFill/>
          <a:ln>
            <a:noFill/>
          </a:ln>
        </p:spPr>
      </p:pic>
      <p:sp>
        <p:nvSpPr>
          <p:cNvPr id="1121" name="Google Shape;1121;p74"/>
          <p:cNvSpPr txBox="1"/>
          <p:nvPr>
            <p:ph idx="1" type="body"/>
          </p:nvPr>
        </p:nvSpPr>
        <p:spPr>
          <a:xfrm>
            <a:off x="5806725" y="1393432"/>
            <a:ext cx="2461200" cy="1060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How could we </a:t>
            </a:r>
            <a:r>
              <a:rPr lang="en-GB" sz="1600"/>
              <a:t>determine</a:t>
            </a:r>
            <a:r>
              <a:rPr lang="en-GB" sz="1600"/>
              <a:t> similarity without knowing whether the angles are the same?</a:t>
            </a:r>
            <a:endParaRPr sz="1600"/>
          </a:p>
        </p:txBody>
      </p:sp>
      <p:pic>
        <p:nvPicPr>
          <p:cNvPr id="1122" name="Google Shape;1122;p74"/>
          <p:cNvPicPr preferRelativeResize="0"/>
          <p:nvPr/>
        </p:nvPicPr>
        <p:blipFill rotWithShape="1">
          <a:blip r:embed="rId5">
            <a:alphaModFix/>
          </a:blip>
          <a:srcRect b="43690" l="0" r="57905" t="0"/>
          <a:stretch/>
        </p:blipFill>
        <p:spPr>
          <a:xfrm>
            <a:off x="5729350" y="2764050"/>
            <a:ext cx="2391076" cy="1479750"/>
          </a:xfrm>
          <a:prstGeom prst="rect">
            <a:avLst/>
          </a:prstGeom>
          <a:noFill/>
          <a:ln>
            <a:noFill/>
          </a:ln>
        </p:spPr>
      </p:pic>
      <p:sp>
        <p:nvSpPr>
          <p:cNvPr id="1123" name="Google Shape;1123;p74"/>
          <p:cNvSpPr txBox="1"/>
          <p:nvPr>
            <p:ph idx="1" type="body"/>
          </p:nvPr>
        </p:nvSpPr>
        <p:spPr>
          <a:xfrm>
            <a:off x="5867475" y="2841225"/>
            <a:ext cx="2095500" cy="1060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We could find the proportions between each pair of lengths on one triangle.</a:t>
            </a:r>
            <a:endParaRPr sz="1600"/>
          </a:p>
        </p:txBody>
      </p:sp>
      <p:sp>
        <p:nvSpPr>
          <p:cNvPr id="1124" name="Google Shape;1124;p74"/>
          <p:cNvSpPr txBox="1"/>
          <p:nvPr>
            <p:ph idx="1" type="body"/>
          </p:nvPr>
        </p:nvSpPr>
        <p:spPr>
          <a:xfrm>
            <a:off x="8224232" y="3179671"/>
            <a:ext cx="759300" cy="306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Aisha</a:t>
            </a:r>
            <a:endParaRPr sz="1600"/>
          </a:p>
        </p:txBody>
      </p:sp>
      <p:sp>
        <p:nvSpPr>
          <p:cNvPr id="1125" name="Google Shape;1125;p74"/>
          <p:cNvSpPr txBox="1"/>
          <p:nvPr>
            <p:ph idx="1" type="body"/>
          </p:nvPr>
        </p:nvSpPr>
        <p:spPr>
          <a:xfrm>
            <a:off x="7843232" y="4551271"/>
            <a:ext cx="759300" cy="306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Lucas</a:t>
            </a:r>
            <a:endParaRPr sz="1600"/>
          </a:p>
        </p:txBody>
      </p:sp>
      <p:sp>
        <p:nvSpPr>
          <p:cNvPr id="1126" name="Google Shape;1126;p74"/>
          <p:cNvSpPr txBox="1"/>
          <p:nvPr>
            <p:ph idx="1" type="body"/>
          </p:nvPr>
        </p:nvSpPr>
        <p:spPr>
          <a:xfrm>
            <a:off x="324000" y="759300"/>
            <a:ext cx="8496000" cy="376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900"/>
              <a:t>Is there enough information to determine that the triangles are similar?</a:t>
            </a:r>
            <a:endParaRPr sz="1900"/>
          </a:p>
          <a:p>
            <a:pPr indent="0" lvl="0" marL="0" rtl="0" algn="l">
              <a:spcBef>
                <a:spcPts val="1000"/>
              </a:spcBef>
              <a:spcAft>
                <a:spcPts val="1000"/>
              </a:spcAft>
              <a:buNone/>
            </a:pPr>
            <a:r>
              <a:t/>
            </a:r>
            <a:endParaRPr sz="2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2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2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120"/>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121"/>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12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2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1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0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1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0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0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1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0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0" name="Shape 1130"/>
        <p:cNvGrpSpPr/>
        <p:nvPr/>
      </p:nvGrpSpPr>
      <p:grpSpPr>
        <a:xfrm>
          <a:off x="0" y="0"/>
          <a:ext cx="0" cy="0"/>
          <a:chOff x="0" y="0"/>
          <a:chExt cx="0" cy="0"/>
        </a:xfrm>
      </p:grpSpPr>
      <p:sp>
        <p:nvSpPr>
          <p:cNvPr id="1131" name="Google Shape;1131;p75"/>
          <p:cNvSpPr txBox="1"/>
          <p:nvPr>
            <p:ph idx="1" type="body"/>
          </p:nvPr>
        </p:nvSpPr>
        <p:spPr>
          <a:xfrm>
            <a:off x="324000" y="759300"/>
            <a:ext cx="8496000" cy="376200"/>
          </a:xfrm>
          <a:prstGeom prst="rect">
            <a:avLst/>
          </a:prstGeom>
        </p:spPr>
        <p:txBody>
          <a:bodyPr anchorCtr="0" anchor="t"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sz="1900"/>
              <a:t>Is there enough information to determine that the triangles are similar?</a:t>
            </a:r>
            <a:endParaRPr sz="1900"/>
          </a:p>
          <a:p>
            <a:pPr indent="0" lvl="0" marL="0" rtl="0" algn="l">
              <a:spcBef>
                <a:spcPts val="1000"/>
              </a:spcBef>
              <a:spcAft>
                <a:spcPts val="1000"/>
              </a:spcAft>
              <a:buNone/>
            </a:pPr>
            <a:r>
              <a:t/>
            </a:r>
            <a:endParaRPr sz="2000"/>
          </a:p>
        </p:txBody>
      </p:sp>
      <p:sp>
        <p:nvSpPr>
          <p:cNvPr id="1132" name="Google Shape;1132;p75"/>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Identifying similar triangles</a:t>
            </a:r>
            <a:endParaRPr/>
          </a:p>
        </p:txBody>
      </p:sp>
      <p:sp>
        <p:nvSpPr>
          <p:cNvPr id="1133" name="Google Shape;1133;p75"/>
          <p:cNvSpPr/>
          <p:nvPr/>
        </p:nvSpPr>
        <p:spPr>
          <a:xfrm flipH="1">
            <a:off x="1104101" y="2105756"/>
            <a:ext cx="1412602" cy="930592"/>
          </a:xfrm>
          <a:custGeom>
            <a:rect b="b" l="l" r="r" t="t"/>
            <a:pathLst>
              <a:path extrusionOk="0" h="38100" w="50740">
                <a:moveTo>
                  <a:pt x="0" y="0"/>
                </a:moveTo>
                <a:lnTo>
                  <a:pt x="50740" y="0"/>
                </a:lnTo>
                <a:lnTo>
                  <a:pt x="50740" y="38100"/>
                </a:lnTo>
                <a:close/>
              </a:path>
            </a:pathLst>
          </a:custGeom>
          <a:solidFill>
            <a:srgbClr val="F3EEFB"/>
          </a:solidFill>
          <a:ln cap="flat" cmpd="sng" w="38100">
            <a:solidFill>
              <a:srgbClr val="000000"/>
            </a:solidFill>
            <a:prstDash val="solid"/>
            <a:round/>
            <a:headEnd len="med" w="med" type="none"/>
            <a:tailEnd len="med" w="med" type="none"/>
          </a:ln>
        </p:spPr>
      </p:sp>
      <p:grpSp>
        <p:nvGrpSpPr>
          <p:cNvPr id="1134" name="Google Shape;1134;p75"/>
          <p:cNvGrpSpPr/>
          <p:nvPr/>
        </p:nvGrpSpPr>
        <p:grpSpPr>
          <a:xfrm flipH="1">
            <a:off x="964979" y="2002309"/>
            <a:ext cx="1623438" cy="1113689"/>
            <a:chOff x="4962363" y="3607551"/>
            <a:chExt cx="1213604" cy="948951"/>
          </a:xfrm>
        </p:grpSpPr>
        <p:cxnSp>
          <p:nvCxnSpPr>
            <p:cNvPr id="1135" name="Google Shape;1135;p75"/>
            <p:cNvCxnSpPr/>
            <p:nvPr/>
          </p:nvCxnSpPr>
          <p:spPr>
            <a:xfrm>
              <a:off x="5050725" y="3607551"/>
              <a:ext cx="1028100" cy="0"/>
            </a:xfrm>
            <a:prstGeom prst="straightConnector1">
              <a:avLst/>
            </a:prstGeom>
            <a:noFill/>
            <a:ln cap="flat" cmpd="sng" w="28575">
              <a:solidFill>
                <a:srgbClr val="000000"/>
              </a:solidFill>
              <a:prstDash val="solid"/>
              <a:round/>
              <a:headEnd len="med" w="med" type="triangle"/>
              <a:tailEnd len="med" w="med" type="triangle"/>
            </a:ln>
          </p:spPr>
        </p:cxnSp>
        <p:cxnSp>
          <p:nvCxnSpPr>
            <p:cNvPr id="1136" name="Google Shape;1136;p75"/>
            <p:cNvCxnSpPr/>
            <p:nvPr/>
          </p:nvCxnSpPr>
          <p:spPr>
            <a:xfrm>
              <a:off x="6175967" y="3703451"/>
              <a:ext cx="0" cy="786000"/>
            </a:xfrm>
            <a:prstGeom prst="straightConnector1">
              <a:avLst/>
            </a:prstGeom>
            <a:noFill/>
            <a:ln cap="flat" cmpd="sng" w="28575">
              <a:solidFill>
                <a:srgbClr val="000000"/>
              </a:solidFill>
              <a:prstDash val="solid"/>
              <a:round/>
              <a:headEnd len="med" w="med" type="triangle"/>
              <a:tailEnd len="med" w="med" type="triangle"/>
            </a:ln>
          </p:spPr>
        </p:cxnSp>
        <p:cxnSp>
          <p:nvCxnSpPr>
            <p:cNvPr id="1137" name="Google Shape;1137;p75"/>
            <p:cNvCxnSpPr/>
            <p:nvPr/>
          </p:nvCxnSpPr>
          <p:spPr>
            <a:xfrm>
              <a:off x="4962363" y="3775302"/>
              <a:ext cx="1044300" cy="781200"/>
            </a:xfrm>
            <a:prstGeom prst="straightConnector1">
              <a:avLst/>
            </a:prstGeom>
            <a:noFill/>
            <a:ln cap="flat" cmpd="sng" w="28575">
              <a:solidFill>
                <a:srgbClr val="000000"/>
              </a:solidFill>
              <a:prstDash val="solid"/>
              <a:round/>
              <a:headEnd len="med" w="med" type="triangle"/>
              <a:tailEnd len="med" w="med" type="triangle"/>
            </a:ln>
          </p:spPr>
        </p:cxnSp>
      </p:grpSp>
      <p:sp>
        <p:nvSpPr>
          <p:cNvPr id="1138" name="Google Shape;1138;p75"/>
          <p:cNvSpPr txBox="1"/>
          <p:nvPr/>
        </p:nvSpPr>
        <p:spPr>
          <a:xfrm>
            <a:off x="412600" y="2345382"/>
            <a:ext cx="504300" cy="306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4</a:t>
            </a:r>
            <a:r>
              <a:rPr lang="en-GB" sz="1600">
                <a:solidFill>
                  <a:srgbClr val="000000"/>
                </a:solidFill>
                <a:latin typeface="Lexend"/>
                <a:ea typeface="Lexend"/>
                <a:cs typeface="Lexend"/>
                <a:sym typeface="Lexend"/>
              </a:rPr>
              <a:t> cm </a:t>
            </a:r>
            <a:endParaRPr sz="1600">
              <a:solidFill>
                <a:srgbClr val="000000"/>
              </a:solidFill>
              <a:latin typeface="Lexend"/>
              <a:ea typeface="Lexend"/>
              <a:cs typeface="Lexend"/>
              <a:sym typeface="Lexend"/>
            </a:endParaRPr>
          </a:p>
        </p:txBody>
      </p:sp>
      <p:sp>
        <p:nvSpPr>
          <p:cNvPr id="1139" name="Google Shape;1139;p75"/>
          <p:cNvSpPr txBox="1"/>
          <p:nvPr/>
        </p:nvSpPr>
        <p:spPr>
          <a:xfrm>
            <a:off x="1581748" y="1715689"/>
            <a:ext cx="504300" cy="306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5</a:t>
            </a:r>
            <a:r>
              <a:rPr lang="en-GB" sz="1600">
                <a:solidFill>
                  <a:srgbClr val="000000"/>
                </a:solidFill>
                <a:latin typeface="Lexend"/>
                <a:ea typeface="Lexend"/>
                <a:cs typeface="Lexend"/>
                <a:sym typeface="Lexend"/>
              </a:rPr>
              <a:t> cm </a:t>
            </a:r>
            <a:endParaRPr sz="1600">
              <a:solidFill>
                <a:srgbClr val="000000"/>
              </a:solidFill>
              <a:latin typeface="Lexend"/>
              <a:ea typeface="Lexend"/>
              <a:cs typeface="Lexend"/>
              <a:sym typeface="Lexend"/>
            </a:endParaRPr>
          </a:p>
        </p:txBody>
      </p:sp>
      <p:sp>
        <p:nvSpPr>
          <p:cNvPr id="1140" name="Google Shape;1140;p75"/>
          <p:cNvSpPr txBox="1"/>
          <p:nvPr/>
        </p:nvSpPr>
        <p:spPr>
          <a:xfrm>
            <a:off x="1885356" y="2639594"/>
            <a:ext cx="477000" cy="248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8</a:t>
            </a:r>
            <a:r>
              <a:rPr lang="en-GB" sz="1600">
                <a:solidFill>
                  <a:srgbClr val="000000"/>
                </a:solidFill>
                <a:latin typeface="Lexend"/>
                <a:ea typeface="Lexend"/>
                <a:cs typeface="Lexend"/>
                <a:sym typeface="Lexend"/>
              </a:rPr>
              <a:t> cm </a:t>
            </a:r>
            <a:endParaRPr sz="1600">
              <a:solidFill>
                <a:srgbClr val="000000"/>
              </a:solidFill>
              <a:latin typeface="Lexend"/>
              <a:ea typeface="Lexend"/>
              <a:cs typeface="Lexend"/>
              <a:sym typeface="Lexend"/>
            </a:endParaRPr>
          </a:p>
        </p:txBody>
      </p:sp>
      <p:cxnSp>
        <p:nvCxnSpPr>
          <p:cNvPr id="1141" name="Google Shape;1141;p75"/>
          <p:cNvCxnSpPr>
            <a:stCxn id="1139" idx="3"/>
            <a:endCxn id="1140" idx="3"/>
          </p:cNvCxnSpPr>
          <p:nvPr/>
        </p:nvCxnSpPr>
        <p:spPr>
          <a:xfrm>
            <a:off x="2086048" y="1869139"/>
            <a:ext cx="276300" cy="894900"/>
          </a:xfrm>
          <a:prstGeom prst="curvedConnector3">
            <a:avLst>
              <a:gd fmla="val 186186" name="adj1"/>
            </a:avLst>
          </a:prstGeom>
          <a:noFill/>
          <a:ln cap="flat" cmpd="sng" w="38100">
            <a:solidFill>
              <a:schemeClr val="accent4"/>
            </a:solidFill>
            <a:prstDash val="solid"/>
            <a:round/>
            <a:headEnd len="med" w="med" type="triangle"/>
            <a:tailEnd len="med" w="med" type="none"/>
          </a:ln>
        </p:spPr>
      </p:cxnSp>
      <p:cxnSp>
        <p:nvCxnSpPr>
          <p:cNvPr id="1142" name="Google Shape;1142;p75"/>
          <p:cNvCxnSpPr>
            <a:stCxn id="1139" idx="1"/>
            <a:endCxn id="1138" idx="0"/>
          </p:cNvCxnSpPr>
          <p:nvPr/>
        </p:nvCxnSpPr>
        <p:spPr>
          <a:xfrm flipH="1">
            <a:off x="664648" y="1869139"/>
            <a:ext cx="917100" cy="476100"/>
          </a:xfrm>
          <a:prstGeom prst="curvedConnector2">
            <a:avLst/>
          </a:prstGeom>
          <a:noFill/>
          <a:ln cap="flat" cmpd="sng" w="38100">
            <a:solidFill>
              <a:schemeClr val="accent4"/>
            </a:solidFill>
            <a:prstDash val="solid"/>
            <a:round/>
            <a:headEnd len="med" w="med" type="none"/>
            <a:tailEnd len="med" w="med" type="triangle"/>
          </a:ln>
        </p:spPr>
      </p:cxnSp>
      <p:cxnSp>
        <p:nvCxnSpPr>
          <p:cNvPr id="1143" name="Google Shape;1143;p75"/>
          <p:cNvCxnSpPr>
            <a:stCxn id="1140" idx="2"/>
            <a:endCxn id="1138" idx="2"/>
          </p:cNvCxnSpPr>
          <p:nvPr/>
        </p:nvCxnSpPr>
        <p:spPr>
          <a:xfrm flipH="1" rot="5400000">
            <a:off x="1276206" y="2040644"/>
            <a:ext cx="236100" cy="1459200"/>
          </a:xfrm>
          <a:prstGeom prst="curvedConnector3">
            <a:avLst>
              <a:gd fmla="val -100858" name="adj1"/>
            </a:avLst>
          </a:prstGeom>
          <a:noFill/>
          <a:ln cap="flat" cmpd="sng" w="38100">
            <a:solidFill>
              <a:schemeClr val="accent4"/>
            </a:solidFill>
            <a:prstDash val="solid"/>
            <a:round/>
            <a:headEnd len="med" w="med" type="none"/>
            <a:tailEnd len="med" w="med" type="triangle"/>
          </a:ln>
        </p:spPr>
      </p:cxnSp>
      <p:sp>
        <p:nvSpPr>
          <p:cNvPr id="1144" name="Google Shape;1144;p75"/>
          <p:cNvSpPr txBox="1"/>
          <p:nvPr/>
        </p:nvSpPr>
        <p:spPr>
          <a:xfrm>
            <a:off x="797606" y="3119792"/>
            <a:ext cx="670200" cy="376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solidFill>
                  <a:schemeClr val="accent4"/>
                </a:solidFill>
                <a:latin typeface="Lexend"/>
                <a:ea typeface="Lexend"/>
                <a:cs typeface="Lexend"/>
                <a:sym typeface="Lexend"/>
              </a:rPr>
              <a:t>× 0.5 </a:t>
            </a:r>
            <a:endParaRPr sz="1600">
              <a:solidFill>
                <a:schemeClr val="accent4"/>
              </a:solidFill>
              <a:latin typeface="Lexend"/>
              <a:ea typeface="Lexend"/>
              <a:cs typeface="Lexend"/>
              <a:sym typeface="Lexend"/>
            </a:endParaRPr>
          </a:p>
        </p:txBody>
      </p:sp>
      <p:sp>
        <p:nvSpPr>
          <p:cNvPr id="1145" name="Google Shape;1145;p75"/>
          <p:cNvSpPr txBox="1"/>
          <p:nvPr/>
        </p:nvSpPr>
        <p:spPr>
          <a:xfrm>
            <a:off x="596040" y="1733564"/>
            <a:ext cx="670200" cy="376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solidFill>
                  <a:schemeClr val="accent4"/>
                </a:solidFill>
                <a:latin typeface="Lexend"/>
                <a:ea typeface="Lexend"/>
                <a:cs typeface="Lexend"/>
                <a:sym typeface="Lexend"/>
              </a:rPr>
              <a:t>× 0.8 </a:t>
            </a:r>
            <a:endParaRPr sz="1600">
              <a:solidFill>
                <a:schemeClr val="accent4"/>
              </a:solidFill>
              <a:latin typeface="Lexend"/>
              <a:ea typeface="Lexend"/>
              <a:cs typeface="Lexend"/>
              <a:sym typeface="Lexend"/>
            </a:endParaRPr>
          </a:p>
        </p:txBody>
      </p:sp>
      <p:sp>
        <p:nvSpPr>
          <p:cNvPr id="1146" name="Google Shape;1146;p75"/>
          <p:cNvSpPr txBox="1"/>
          <p:nvPr/>
        </p:nvSpPr>
        <p:spPr>
          <a:xfrm>
            <a:off x="2595074" y="1946877"/>
            <a:ext cx="670200" cy="376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solidFill>
                  <a:schemeClr val="accent4"/>
                </a:solidFill>
                <a:latin typeface="Lexend"/>
                <a:ea typeface="Lexend"/>
                <a:cs typeface="Lexend"/>
                <a:sym typeface="Lexend"/>
              </a:rPr>
              <a:t>× 0.625 </a:t>
            </a:r>
            <a:endParaRPr sz="1600">
              <a:solidFill>
                <a:schemeClr val="accent4"/>
              </a:solidFill>
              <a:latin typeface="Lexend"/>
              <a:ea typeface="Lexend"/>
              <a:cs typeface="Lexend"/>
              <a:sym typeface="Lexend"/>
            </a:endParaRPr>
          </a:p>
        </p:txBody>
      </p:sp>
      <p:sp>
        <p:nvSpPr>
          <p:cNvPr id="1147" name="Google Shape;1147;p75"/>
          <p:cNvSpPr txBox="1"/>
          <p:nvPr/>
        </p:nvSpPr>
        <p:spPr>
          <a:xfrm flipH="1">
            <a:off x="4983275" y="3385050"/>
            <a:ext cx="477000" cy="306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6</a:t>
            </a:r>
            <a:r>
              <a:rPr lang="en-GB" sz="1600">
                <a:solidFill>
                  <a:srgbClr val="000000"/>
                </a:solidFill>
                <a:latin typeface="Lexend"/>
                <a:ea typeface="Lexend"/>
                <a:cs typeface="Lexend"/>
                <a:sym typeface="Lexend"/>
              </a:rPr>
              <a:t> cm </a:t>
            </a:r>
            <a:endParaRPr sz="1600">
              <a:solidFill>
                <a:srgbClr val="000000"/>
              </a:solidFill>
              <a:latin typeface="Lexend"/>
              <a:ea typeface="Lexend"/>
              <a:cs typeface="Lexend"/>
              <a:sym typeface="Lexend"/>
            </a:endParaRPr>
          </a:p>
        </p:txBody>
      </p:sp>
      <p:sp>
        <p:nvSpPr>
          <p:cNvPr id="1148" name="Google Shape;1148;p75"/>
          <p:cNvSpPr txBox="1"/>
          <p:nvPr/>
        </p:nvSpPr>
        <p:spPr>
          <a:xfrm flipH="1">
            <a:off x="3188142" y="3249376"/>
            <a:ext cx="684900" cy="416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7.5</a:t>
            </a:r>
            <a:r>
              <a:rPr lang="en-GB" sz="1600">
                <a:solidFill>
                  <a:srgbClr val="000000"/>
                </a:solidFill>
                <a:latin typeface="Lexend"/>
                <a:ea typeface="Lexend"/>
                <a:cs typeface="Lexend"/>
                <a:sym typeface="Lexend"/>
              </a:rPr>
              <a:t> cm </a:t>
            </a:r>
            <a:endParaRPr sz="1600">
              <a:solidFill>
                <a:srgbClr val="000000"/>
              </a:solidFill>
              <a:latin typeface="Lexend"/>
              <a:ea typeface="Lexend"/>
              <a:cs typeface="Lexend"/>
              <a:sym typeface="Lexend"/>
            </a:endParaRPr>
          </a:p>
        </p:txBody>
      </p:sp>
      <p:sp>
        <p:nvSpPr>
          <p:cNvPr id="1149" name="Google Shape;1149;p75"/>
          <p:cNvSpPr txBox="1"/>
          <p:nvPr/>
        </p:nvSpPr>
        <p:spPr>
          <a:xfrm flipH="1" rot="1767">
            <a:off x="3934200" y="4365773"/>
            <a:ext cx="583800" cy="248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12</a:t>
            </a:r>
            <a:r>
              <a:rPr lang="en-GB" sz="1600">
                <a:solidFill>
                  <a:srgbClr val="000000"/>
                </a:solidFill>
                <a:latin typeface="Lexend"/>
                <a:ea typeface="Lexend"/>
                <a:cs typeface="Lexend"/>
                <a:sym typeface="Lexend"/>
              </a:rPr>
              <a:t> cm </a:t>
            </a:r>
            <a:endParaRPr sz="1600">
              <a:solidFill>
                <a:srgbClr val="000000"/>
              </a:solidFill>
              <a:latin typeface="Lexend"/>
              <a:ea typeface="Lexend"/>
              <a:cs typeface="Lexend"/>
              <a:sym typeface="Lexend"/>
            </a:endParaRPr>
          </a:p>
        </p:txBody>
      </p:sp>
      <p:sp>
        <p:nvSpPr>
          <p:cNvPr id="1150" name="Google Shape;1150;p75"/>
          <p:cNvSpPr/>
          <p:nvPr/>
        </p:nvSpPr>
        <p:spPr>
          <a:xfrm rot="-2021215">
            <a:off x="3050817" y="3601310"/>
            <a:ext cx="1918115" cy="1263474"/>
          </a:xfrm>
          <a:custGeom>
            <a:rect b="b" l="l" r="r" t="t"/>
            <a:pathLst>
              <a:path extrusionOk="0" h="38100" w="50740">
                <a:moveTo>
                  <a:pt x="0" y="0"/>
                </a:moveTo>
                <a:lnTo>
                  <a:pt x="50740" y="0"/>
                </a:lnTo>
                <a:lnTo>
                  <a:pt x="50740" y="38100"/>
                </a:lnTo>
                <a:close/>
              </a:path>
            </a:pathLst>
          </a:custGeom>
          <a:solidFill>
            <a:srgbClr val="F3EEFB"/>
          </a:solidFill>
          <a:ln cap="flat" cmpd="sng" w="38100">
            <a:solidFill>
              <a:srgbClr val="000000"/>
            </a:solidFill>
            <a:prstDash val="solid"/>
            <a:round/>
            <a:headEnd len="med" w="med" type="none"/>
            <a:tailEnd len="med" w="med" type="none"/>
          </a:ln>
        </p:spPr>
      </p:sp>
      <p:grpSp>
        <p:nvGrpSpPr>
          <p:cNvPr id="1151" name="Google Shape;1151;p75"/>
          <p:cNvGrpSpPr/>
          <p:nvPr/>
        </p:nvGrpSpPr>
        <p:grpSpPr>
          <a:xfrm rot="-2021247">
            <a:off x="2937227" y="3438077"/>
            <a:ext cx="2204416" cy="1512167"/>
            <a:chOff x="4962363" y="3607551"/>
            <a:chExt cx="1213604" cy="948951"/>
          </a:xfrm>
        </p:grpSpPr>
        <p:cxnSp>
          <p:nvCxnSpPr>
            <p:cNvPr id="1152" name="Google Shape;1152;p75"/>
            <p:cNvCxnSpPr/>
            <p:nvPr/>
          </p:nvCxnSpPr>
          <p:spPr>
            <a:xfrm>
              <a:off x="5050725" y="3607551"/>
              <a:ext cx="1028100" cy="0"/>
            </a:xfrm>
            <a:prstGeom prst="straightConnector1">
              <a:avLst/>
            </a:prstGeom>
            <a:noFill/>
            <a:ln cap="flat" cmpd="sng" w="28575">
              <a:solidFill>
                <a:srgbClr val="000000"/>
              </a:solidFill>
              <a:prstDash val="solid"/>
              <a:round/>
              <a:headEnd len="med" w="med" type="triangle"/>
              <a:tailEnd len="med" w="med" type="triangle"/>
            </a:ln>
          </p:spPr>
        </p:cxnSp>
        <p:cxnSp>
          <p:nvCxnSpPr>
            <p:cNvPr id="1153" name="Google Shape;1153;p75"/>
            <p:cNvCxnSpPr/>
            <p:nvPr/>
          </p:nvCxnSpPr>
          <p:spPr>
            <a:xfrm>
              <a:off x="6175967" y="3703451"/>
              <a:ext cx="0" cy="786000"/>
            </a:xfrm>
            <a:prstGeom prst="straightConnector1">
              <a:avLst/>
            </a:prstGeom>
            <a:noFill/>
            <a:ln cap="flat" cmpd="sng" w="28575">
              <a:solidFill>
                <a:srgbClr val="000000"/>
              </a:solidFill>
              <a:prstDash val="solid"/>
              <a:round/>
              <a:headEnd len="med" w="med" type="triangle"/>
              <a:tailEnd len="med" w="med" type="triangle"/>
            </a:ln>
          </p:spPr>
        </p:cxnSp>
        <p:cxnSp>
          <p:nvCxnSpPr>
            <p:cNvPr id="1154" name="Google Shape;1154;p75"/>
            <p:cNvCxnSpPr/>
            <p:nvPr/>
          </p:nvCxnSpPr>
          <p:spPr>
            <a:xfrm>
              <a:off x="4962363" y="3775302"/>
              <a:ext cx="1044300" cy="781200"/>
            </a:xfrm>
            <a:prstGeom prst="straightConnector1">
              <a:avLst/>
            </a:prstGeom>
            <a:noFill/>
            <a:ln cap="flat" cmpd="sng" w="28575">
              <a:solidFill>
                <a:srgbClr val="000000"/>
              </a:solidFill>
              <a:prstDash val="solid"/>
              <a:round/>
              <a:headEnd len="med" w="med" type="triangle"/>
              <a:tailEnd len="med" w="med" type="triangle"/>
            </a:ln>
          </p:spPr>
        </p:cxnSp>
      </p:grpSp>
      <p:cxnSp>
        <p:nvCxnSpPr>
          <p:cNvPr id="1155" name="Google Shape;1155;p75"/>
          <p:cNvCxnSpPr>
            <a:stCxn id="1148" idx="3"/>
            <a:endCxn id="1149" idx="3"/>
          </p:cNvCxnSpPr>
          <p:nvPr/>
        </p:nvCxnSpPr>
        <p:spPr>
          <a:xfrm>
            <a:off x="3188142" y="3457726"/>
            <a:ext cx="746100" cy="1032000"/>
          </a:xfrm>
          <a:prstGeom prst="curvedConnector3">
            <a:avLst>
              <a:gd fmla="val -31916" name="adj1"/>
            </a:avLst>
          </a:prstGeom>
          <a:noFill/>
          <a:ln cap="flat" cmpd="sng" w="38100">
            <a:solidFill>
              <a:schemeClr val="accent4"/>
            </a:solidFill>
            <a:prstDash val="solid"/>
            <a:round/>
            <a:headEnd len="med" w="med" type="triangle"/>
            <a:tailEnd len="med" w="med" type="none"/>
          </a:ln>
        </p:spPr>
      </p:cxnSp>
      <p:cxnSp>
        <p:nvCxnSpPr>
          <p:cNvPr id="1156" name="Google Shape;1156;p75"/>
          <p:cNvCxnSpPr>
            <a:stCxn id="1148" idx="0"/>
            <a:endCxn id="1147" idx="0"/>
          </p:cNvCxnSpPr>
          <p:nvPr/>
        </p:nvCxnSpPr>
        <p:spPr>
          <a:xfrm flipH="1" rot="-5400000">
            <a:off x="4308342" y="2471626"/>
            <a:ext cx="135600" cy="1691100"/>
          </a:xfrm>
          <a:prstGeom prst="curvedConnector3">
            <a:avLst>
              <a:gd fmla="val -175608" name="adj1"/>
            </a:avLst>
          </a:prstGeom>
          <a:noFill/>
          <a:ln cap="flat" cmpd="sng" w="38100">
            <a:solidFill>
              <a:schemeClr val="accent4"/>
            </a:solidFill>
            <a:prstDash val="solid"/>
            <a:round/>
            <a:headEnd len="med" w="med" type="none"/>
            <a:tailEnd len="med" w="med" type="triangle"/>
          </a:ln>
        </p:spPr>
      </p:cxnSp>
      <p:cxnSp>
        <p:nvCxnSpPr>
          <p:cNvPr id="1157" name="Google Shape;1157;p75"/>
          <p:cNvCxnSpPr>
            <a:stCxn id="1149" idx="1"/>
            <a:endCxn id="1147" idx="2"/>
          </p:cNvCxnSpPr>
          <p:nvPr/>
        </p:nvCxnSpPr>
        <p:spPr>
          <a:xfrm flipH="1" rot="10800000">
            <a:off x="4518000" y="3691823"/>
            <a:ext cx="703800" cy="798300"/>
          </a:xfrm>
          <a:prstGeom prst="curvedConnector2">
            <a:avLst/>
          </a:prstGeom>
          <a:noFill/>
          <a:ln cap="flat" cmpd="sng" w="38100">
            <a:solidFill>
              <a:schemeClr val="accent4"/>
            </a:solidFill>
            <a:prstDash val="solid"/>
            <a:round/>
            <a:headEnd len="med" w="med" type="none"/>
            <a:tailEnd len="med" w="med" type="triangle"/>
          </a:ln>
        </p:spPr>
      </p:cxnSp>
      <p:sp>
        <p:nvSpPr>
          <p:cNvPr id="1158" name="Google Shape;1158;p75"/>
          <p:cNvSpPr txBox="1"/>
          <p:nvPr/>
        </p:nvSpPr>
        <p:spPr>
          <a:xfrm flipH="1" rot="3399">
            <a:off x="4723011" y="4451953"/>
            <a:ext cx="910200" cy="511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solidFill>
                  <a:schemeClr val="accent4"/>
                </a:solidFill>
                <a:latin typeface="Lexend"/>
                <a:ea typeface="Lexend"/>
                <a:cs typeface="Lexend"/>
                <a:sym typeface="Lexend"/>
              </a:rPr>
              <a:t>× 0.5 </a:t>
            </a:r>
            <a:endParaRPr sz="1600">
              <a:solidFill>
                <a:schemeClr val="accent4"/>
              </a:solidFill>
              <a:latin typeface="Lexend"/>
              <a:ea typeface="Lexend"/>
              <a:cs typeface="Lexend"/>
              <a:sym typeface="Lexend"/>
            </a:endParaRPr>
          </a:p>
        </p:txBody>
      </p:sp>
      <p:sp>
        <p:nvSpPr>
          <p:cNvPr id="1159" name="Google Shape;1159;p75"/>
          <p:cNvSpPr txBox="1"/>
          <p:nvPr/>
        </p:nvSpPr>
        <p:spPr>
          <a:xfrm flipH="1" rot="3533">
            <a:off x="4135250" y="2733802"/>
            <a:ext cx="583800" cy="272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solidFill>
                  <a:schemeClr val="accent4"/>
                </a:solidFill>
                <a:latin typeface="Lexend"/>
                <a:ea typeface="Lexend"/>
                <a:cs typeface="Lexend"/>
                <a:sym typeface="Lexend"/>
              </a:rPr>
              <a:t>× 0.8 </a:t>
            </a:r>
            <a:endParaRPr sz="1600">
              <a:solidFill>
                <a:schemeClr val="accent4"/>
              </a:solidFill>
              <a:latin typeface="Lexend"/>
              <a:ea typeface="Lexend"/>
              <a:cs typeface="Lexend"/>
              <a:sym typeface="Lexend"/>
            </a:endParaRPr>
          </a:p>
        </p:txBody>
      </p:sp>
      <p:sp>
        <p:nvSpPr>
          <p:cNvPr id="1160" name="Google Shape;1160;p75"/>
          <p:cNvSpPr txBox="1"/>
          <p:nvPr/>
        </p:nvSpPr>
        <p:spPr>
          <a:xfrm>
            <a:off x="400200" y="3513375"/>
            <a:ext cx="16233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chemeClr val="dk1"/>
                </a:solidFill>
                <a:latin typeface="Lexend"/>
                <a:ea typeface="Lexend"/>
                <a:cs typeface="Lexend"/>
                <a:sym typeface="Lexend"/>
              </a:rPr>
              <a:t>5 ÷ 8 = 0.625</a:t>
            </a:r>
            <a:endParaRPr sz="1600">
              <a:solidFill>
                <a:schemeClr val="dk1"/>
              </a:solidFill>
              <a:latin typeface="Lexend"/>
              <a:ea typeface="Lexend"/>
              <a:cs typeface="Lexend"/>
              <a:sym typeface="Lexend"/>
            </a:endParaRPr>
          </a:p>
        </p:txBody>
      </p:sp>
      <p:sp>
        <p:nvSpPr>
          <p:cNvPr id="1161" name="Google Shape;1161;p75"/>
          <p:cNvSpPr txBox="1"/>
          <p:nvPr/>
        </p:nvSpPr>
        <p:spPr>
          <a:xfrm>
            <a:off x="400200" y="3932475"/>
            <a:ext cx="16233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chemeClr val="dk1"/>
                </a:solidFill>
                <a:latin typeface="Lexend"/>
                <a:ea typeface="Lexend"/>
                <a:cs typeface="Lexend"/>
                <a:sym typeface="Lexend"/>
              </a:rPr>
              <a:t>4 ÷ 8 = 0.5</a:t>
            </a:r>
            <a:endParaRPr sz="1600">
              <a:solidFill>
                <a:schemeClr val="dk1"/>
              </a:solidFill>
              <a:latin typeface="Lexend"/>
              <a:ea typeface="Lexend"/>
              <a:cs typeface="Lexend"/>
              <a:sym typeface="Lexend"/>
            </a:endParaRPr>
          </a:p>
        </p:txBody>
      </p:sp>
      <p:sp>
        <p:nvSpPr>
          <p:cNvPr id="1162" name="Google Shape;1162;p75"/>
          <p:cNvSpPr txBox="1"/>
          <p:nvPr/>
        </p:nvSpPr>
        <p:spPr>
          <a:xfrm>
            <a:off x="400200" y="4351575"/>
            <a:ext cx="16233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600">
                <a:solidFill>
                  <a:schemeClr val="dk1"/>
                </a:solidFill>
                <a:latin typeface="Lexend"/>
                <a:ea typeface="Lexend"/>
                <a:cs typeface="Lexend"/>
                <a:sym typeface="Lexend"/>
              </a:rPr>
              <a:t>4 ÷ 5 = 0.8</a:t>
            </a:r>
            <a:endParaRPr sz="1600">
              <a:solidFill>
                <a:schemeClr val="dk1"/>
              </a:solidFill>
              <a:latin typeface="Lexend"/>
              <a:ea typeface="Lexend"/>
              <a:cs typeface="Lexend"/>
              <a:sym typeface="Lexend"/>
            </a:endParaRPr>
          </a:p>
        </p:txBody>
      </p:sp>
      <p:sp>
        <p:nvSpPr>
          <p:cNvPr id="1163" name="Google Shape;1163;p75"/>
          <p:cNvSpPr txBox="1"/>
          <p:nvPr/>
        </p:nvSpPr>
        <p:spPr>
          <a:xfrm flipH="1" rot="3399">
            <a:off x="3028073" y="4480580"/>
            <a:ext cx="910200" cy="511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solidFill>
                  <a:schemeClr val="accent4"/>
                </a:solidFill>
                <a:latin typeface="Lexend"/>
                <a:ea typeface="Lexend"/>
                <a:cs typeface="Lexend"/>
                <a:sym typeface="Lexend"/>
              </a:rPr>
              <a:t>× 0.625 </a:t>
            </a:r>
            <a:endParaRPr sz="1600">
              <a:solidFill>
                <a:schemeClr val="accent4"/>
              </a:solidFill>
              <a:latin typeface="Lexend"/>
              <a:ea typeface="Lexend"/>
              <a:cs typeface="Lexend"/>
              <a:sym typeface="Lexend"/>
            </a:endParaRPr>
          </a:p>
        </p:txBody>
      </p:sp>
      <p:pic>
        <p:nvPicPr>
          <p:cNvPr id="1164" name="Google Shape;1164;p75"/>
          <p:cNvPicPr preferRelativeResize="0"/>
          <p:nvPr/>
        </p:nvPicPr>
        <p:blipFill>
          <a:blip r:embed="rId3">
            <a:alphaModFix/>
          </a:blip>
          <a:stretch>
            <a:fillRect/>
          </a:stretch>
        </p:blipFill>
        <p:spPr>
          <a:xfrm flipH="1">
            <a:off x="8320418" y="2367414"/>
            <a:ext cx="420908" cy="794787"/>
          </a:xfrm>
          <a:prstGeom prst="rect">
            <a:avLst/>
          </a:prstGeom>
          <a:noFill/>
          <a:ln>
            <a:noFill/>
          </a:ln>
        </p:spPr>
      </p:pic>
      <p:pic>
        <p:nvPicPr>
          <p:cNvPr id="1165" name="Google Shape;1165;p75"/>
          <p:cNvPicPr preferRelativeResize="0"/>
          <p:nvPr/>
        </p:nvPicPr>
        <p:blipFill>
          <a:blip r:embed="rId4">
            <a:alphaModFix/>
          </a:blip>
          <a:stretch>
            <a:fillRect/>
          </a:stretch>
        </p:blipFill>
        <p:spPr>
          <a:xfrm flipH="1">
            <a:off x="7904400" y="3909890"/>
            <a:ext cx="539055" cy="605096"/>
          </a:xfrm>
          <a:prstGeom prst="rect">
            <a:avLst/>
          </a:prstGeom>
          <a:noFill/>
          <a:ln>
            <a:noFill/>
          </a:ln>
        </p:spPr>
      </p:pic>
      <p:pic>
        <p:nvPicPr>
          <p:cNvPr id="1166" name="Google Shape;1166;p75"/>
          <p:cNvPicPr preferRelativeResize="0"/>
          <p:nvPr/>
        </p:nvPicPr>
        <p:blipFill rotWithShape="1">
          <a:blip r:embed="rId5">
            <a:alphaModFix/>
          </a:blip>
          <a:srcRect b="43690" l="0" r="57905" t="0"/>
          <a:stretch/>
        </p:blipFill>
        <p:spPr>
          <a:xfrm>
            <a:off x="5729350" y="2764050"/>
            <a:ext cx="2391076" cy="1479750"/>
          </a:xfrm>
          <a:prstGeom prst="rect">
            <a:avLst/>
          </a:prstGeom>
          <a:noFill/>
          <a:ln>
            <a:noFill/>
          </a:ln>
        </p:spPr>
      </p:pic>
      <p:sp>
        <p:nvSpPr>
          <p:cNvPr id="1167" name="Google Shape;1167;p75"/>
          <p:cNvSpPr txBox="1"/>
          <p:nvPr>
            <p:ph idx="1" type="body"/>
          </p:nvPr>
        </p:nvSpPr>
        <p:spPr>
          <a:xfrm>
            <a:off x="5867475" y="2841225"/>
            <a:ext cx="2095500" cy="1060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And then check if those proportions can be found on the other triangle.</a:t>
            </a:r>
            <a:endParaRPr sz="1600"/>
          </a:p>
        </p:txBody>
      </p:sp>
      <p:pic>
        <p:nvPicPr>
          <p:cNvPr id="1168" name="Google Shape;1168;p75"/>
          <p:cNvPicPr preferRelativeResize="0"/>
          <p:nvPr/>
        </p:nvPicPr>
        <p:blipFill rotWithShape="1">
          <a:blip r:embed="rId5">
            <a:alphaModFix/>
          </a:blip>
          <a:srcRect b="43690" l="0" r="57905" t="0"/>
          <a:stretch/>
        </p:blipFill>
        <p:spPr>
          <a:xfrm>
            <a:off x="5633450" y="1278150"/>
            <a:ext cx="2829875" cy="1479750"/>
          </a:xfrm>
          <a:prstGeom prst="rect">
            <a:avLst/>
          </a:prstGeom>
          <a:noFill/>
          <a:ln>
            <a:noFill/>
          </a:ln>
        </p:spPr>
      </p:pic>
      <p:sp>
        <p:nvSpPr>
          <p:cNvPr id="1169" name="Google Shape;1169;p75"/>
          <p:cNvSpPr txBox="1"/>
          <p:nvPr>
            <p:ph idx="1" type="body"/>
          </p:nvPr>
        </p:nvSpPr>
        <p:spPr>
          <a:xfrm>
            <a:off x="5747500" y="1355325"/>
            <a:ext cx="2558400" cy="1060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The lengths of the triangles are in the </a:t>
            </a:r>
            <a:r>
              <a:rPr lang="en-GB" sz="1600">
                <a:solidFill>
                  <a:schemeClr val="accent4"/>
                </a:solidFill>
              </a:rPr>
              <a:t>same proportions</a:t>
            </a:r>
            <a:r>
              <a:rPr lang="en-GB" sz="1600"/>
              <a:t>, so the angles must be the same.</a:t>
            </a:r>
            <a:endParaRPr sz="1600"/>
          </a:p>
        </p:txBody>
      </p:sp>
      <p:sp>
        <p:nvSpPr>
          <p:cNvPr id="1170" name="Google Shape;1170;p75"/>
          <p:cNvSpPr txBox="1"/>
          <p:nvPr>
            <p:ph idx="1" type="body"/>
          </p:nvPr>
        </p:nvSpPr>
        <p:spPr>
          <a:xfrm>
            <a:off x="8224232" y="3179671"/>
            <a:ext cx="759300" cy="306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Aisha</a:t>
            </a:r>
            <a:endParaRPr sz="1600"/>
          </a:p>
        </p:txBody>
      </p:sp>
      <p:sp>
        <p:nvSpPr>
          <p:cNvPr id="1171" name="Google Shape;1171;p75"/>
          <p:cNvSpPr txBox="1"/>
          <p:nvPr>
            <p:ph idx="1" type="body"/>
          </p:nvPr>
        </p:nvSpPr>
        <p:spPr>
          <a:xfrm>
            <a:off x="7843232" y="4551271"/>
            <a:ext cx="759300" cy="306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Lucas</a:t>
            </a:r>
            <a:endParaRPr sz="16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6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5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5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166"/>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167"/>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16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6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5" name="Shape 1175"/>
        <p:cNvGrpSpPr/>
        <p:nvPr/>
      </p:nvGrpSpPr>
      <p:grpSpPr>
        <a:xfrm>
          <a:off x="0" y="0"/>
          <a:ext cx="0" cy="0"/>
          <a:chOff x="0" y="0"/>
          <a:chExt cx="0" cy="0"/>
        </a:xfrm>
      </p:grpSpPr>
      <p:pic>
        <p:nvPicPr>
          <p:cNvPr id="1176" name="Google Shape;1176;p76"/>
          <p:cNvPicPr preferRelativeResize="0"/>
          <p:nvPr/>
        </p:nvPicPr>
        <p:blipFill>
          <a:blip r:embed="rId3">
            <a:alphaModFix/>
          </a:blip>
          <a:stretch>
            <a:fillRect/>
          </a:stretch>
        </p:blipFill>
        <p:spPr>
          <a:xfrm flipH="1">
            <a:off x="7915378" y="3910279"/>
            <a:ext cx="451872" cy="650700"/>
          </a:xfrm>
          <a:prstGeom prst="rect">
            <a:avLst/>
          </a:prstGeom>
          <a:noFill/>
          <a:ln>
            <a:noFill/>
          </a:ln>
        </p:spPr>
      </p:pic>
      <p:pic>
        <p:nvPicPr>
          <p:cNvPr id="1177" name="Google Shape;1177;p76"/>
          <p:cNvPicPr preferRelativeResize="0"/>
          <p:nvPr/>
        </p:nvPicPr>
        <p:blipFill rotWithShape="1">
          <a:blip r:embed="rId4">
            <a:alphaModFix/>
          </a:blip>
          <a:srcRect b="4760" l="40550" r="0" t="13015"/>
          <a:stretch/>
        </p:blipFill>
        <p:spPr>
          <a:xfrm flipH="1">
            <a:off x="4878605" y="2559729"/>
            <a:ext cx="3438177" cy="1621976"/>
          </a:xfrm>
          <a:prstGeom prst="rect">
            <a:avLst/>
          </a:prstGeom>
          <a:noFill/>
          <a:ln>
            <a:noFill/>
          </a:ln>
        </p:spPr>
      </p:pic>
      <p:sp>
        <p:nvSpPr>
          <p:cNvPr id="1178" name="Google Shape;1178;p76"/>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Identifying similar triangles</a:t>
            </a:r>
            <a:endParaRPr/>
          </a:p>
        </p:txBody>
      </p:sp>
      <p:pic>
        <p:nvPicPr>
          <p:cNvPr id="1179" name="Google Shape;1179;p76"/>
          <p:cNvPicPr preferRelativeResize="0"/>
          <p:nvPr/>
        </p:nvPicPr>
        <p:blipFill rotWithShape="1">
          <a:blip r:embed="rId4">
            <a:alphaModFix/>
          </a:blip>
          <a:srcRect b="43690" l="0" r="57905" t="0"/>
          <a:stretch/>
        </p:blipFill>
        <p:spPr>
          <a:xfrm>
            <a:off x="5731425" y="1325425"/>
            <a:ext cx="2710523" cy="1207101"/>
          </a:xfrm>
          <a:prstGeom prst="rect">
            <a:avLst/>
          </a:prstGeom>
          <a:noFill/>
          <a:ln>
            <a:noFill/>
          </a:ln>
        </p:spPr>
      </p:pic>
      <p:sp>
        <p:nvSpPr>
          <p:cNvPr id="1180" name="Google Shape;1180;p76"/>
          <p:cNvSpPr txBox="1"/>
          <p:nvPr>
            <p:ph idx="1" type="body"/>
          </p:nvPr>
        </p:nvSpPr>
        <p:spPr>
          <a:xfrm>
            <a:off x="5806725" y="1393426"/>
            <a:ext cx="2461200" cy="883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How could we determine similarity without knowing any lengths?</a:t>
            </a:r>
            <a:endParaRPr sz="1600"/>
          </a:p>
        </p:txBody>
      </p:sp>
      <p:sp>
        <p:nvSpPr>
          <p:cNvPr id="1181" name="Google Shape;1181;p76"/>
          <p:cNvSpPr txBox="1"/>
          <p:nvPr>
            <p:ph idx="1" type="body"/>
          </p:nvPr>
        </p:nvSpPr>
        <p:spPr>
          <a:xfrm>
            <a:off x="4959200" y="2677950"/>
            <a:ext cx="3165000" cy="1335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The two triangles have the </a:t>
            </a:r>
            <a:r>
              <a:rPr lang="en-GB" sz="1600">
                <a:solidFill>
                  <a:schemeClr val="accent4"/>
                </a:solidFill>
              </a:rPr>
              <a:t>same angles</a:t>
            </a:r>
            <a:r>
              <a:rPr lang="en-GB" sz="1600"/>
              <a:t>, therefore their lengths must be in the same </a:t>
            </a:r>
            <a:r>
              <a:rPr lang="en-GB" sz="1600"/>
              <a:t>proportion</a:t>
            </a:r>
            <a:r>
              <a:rPr lang="en-GB" sz="1600"/>
              <a:t>. So they are similar.</a:t>
            </a:r>
            <a:endParaRPr sz="1600"/>
          </a:p>
        </p:txBody>
      </p:sp>
      <p:sp>
        <p:nvSpPr>
          <p:cNvPr id="1182" name="Google Shape;1182;p76"/>
          <p:cNvSpPr/>
          <p:nvPr/>
        </p:nvSpPr>
        <p:spPr>
          <a:xfrm rot="670846">
            <a:off x="567648" y="1633903"/>
            <a:ext cx="1902804" cy="2128935"/>
          </a:xfrm>
          <a:custGeom>
            <a:rect b="b" l="l" r="r" t="t"/>
            <a:pathLst>
              <a:path extrusionOk="0" h="58973" w="52709">
                <a:moveTo>
                  <a:pt x="0" y="58973"/>
                </a:moveTo>
                <a:lnTo>
                  <a:pt x="52709" y="58973"/>
                </a:lnTo>
                <a:lnTo>
                  <a:pt x="45278" y="0"/>
                </a:lnTo>
                <a:close/>
              </a:path>
            </a:pathLst>
          </a:custGeom>
          <a:solidFill>
            <a:srgbClr val="F3EEFB"/>
          </a:solidFill>
          <a:ln cap="flat" cmpd="sng" w="38100">
            <a:solidFill>
              <a:srgbClr val="000000"/>
            </a:solidFill>
            <a:prstDash val="solid"/>
            <a:round/>
            <a:headEnd len="med" w="med" type="none"/>
            <a:tailEnd len="med" w="med" type="none"/>
          </a:ln>
        </p:spPr>
      </p:sp>
      <p:sp>
        <p:nvSpPr>
          <p:cNvPr id="1183" name="Google Shape;1183;p76"/>
          <p:cNvSpPr/>
          <p:nvPr/>
        </p:nvSpPr>
        <p:spPr>
          <a:xfrm>
            <a:off x="124725" y="3291852"/>
            <a:ext cx="564000" cy="564000"/>
          </a:xfrm>
          <a:prstGeom prst="arc">
            <a:avLst>
              <a:gd fmla="val 18945242" name="adj1"/>
              <a:gd fmla="val 565557"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84" name="Google Shape;1184;p76"/>
          <p:cNvSpPr/>
          <p:nvPr/>
        </p:nvSpPr>
        <p:spPr>
          <a:xfrm>
            <a:off x="2030273" y="1474501"/>
            <a:ext cx="650700" cy="650700"/>
          </a:xfrm>
          <a:prstGeom prst="arc">
            <a:avLst>
              <a:gd fmla="val 5102859" name="adj1"/>
              <a:gd fmla="val 8225884"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85" name="Google Shape;1185;p76"/>
          <p:cNvSpPr txBox="1"/>
          <p:nvPr>
            <p:ph idx="1" type="body"/>
          </p:nvPr>
        </p:nvSpPr>
        <p:spPr>
          <a:xfrm>
            <a:off x="740674" y="3333107"/>
            <a:ext cx="350100" cy="272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52</a:t>
            </a:r>
            <a:r>
              <a:rPr lang="en-GB" sz="1600"/>
              <a:t>°</a:t>
            </a:r>
            <a:endParaRPr sz="1600"/>
          </a:p>
        </p:txBody>
      </p:sp>
      <p:sp>
        <p:nvSpPr>
          <p:cNvPr id="1186" name="Google Shape;1186;p76"/>
          <p:cNvSpPr txBox="1"/>
          <p:nvPr>
            <p:ph idx="1" type="body"/>
          </p:nvPr>
        </p:nvSpPr>
        <p:spPr>
          <a:xfrm>
            <a:off x="1960873" y="2159897"/>
            <a:ext cx="350100" cy="272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45</a:t>
            </a:r>
            <a:r>
              <a:rPr lang="en-GB" sz="1600"/>
              <a:t>°</a:t>
            </a:r>
            <a:endParaRPr sz="1600"/>
          </a:p>
        </p:txBody>
      </p:sp>
      <p:sp>
        <p:nvSpPr>
          <p:cNvPr id="1187" name="Google Shape;1187;p76"/>
          <p:cNvSpPr/>
          <p:nvPr/>
        </p:nvSpPr>
        <p:spPr>
          <a:xfrm>
            <a:off x="1942639" y="3672852"/>
            <a:ext cx="564000" cy="564000"/>
          </a:xfrm>
          <a:prstGeom prst="arc">
            <a:avLst>
              <a:gd fmla="val 11850733" name="adj1"/>
              <a:gd fmla="val 16815597"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88" name="Google Shape;1188;p76"/>
          <p:cNvSpPr txBox="1"/>
          <p:nvPr>
            <p:ph idx="1" type="body"/>
          </p:nvPr>
        </p:nvSpPr>
        <p:spPr>
          <a:xfrm>
            <a:off x="1884673" y="3455297"/>
            <a:ext cx="350100" cy="272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83</a:t>
            </a:r>
            <a:r>
              <a:rPr lang="en-GB" sz="1600"/>
              <a:t>°</a:t>
            </a:r>
            <a:endParaRPr sz="1600"/>
          </a:p>
        </p:txBody>
      </p:sp>
      <p:sp>
        <p:nvSpPr>
          <p:cNvPr id="1189" name="Google Shape;1189;p76"/>
          <p:cNvSpPr/>
          <p:nvPr/>
        </p:nvSpPr>
        <p:spPr>
          <a:xfrm rot="-4729371">
            <a:off x="2860947" y="2427639"/>
            <a:ext cx="1405124" cy="1572110"/>
          </a:xfrm>
          <a:custGeom>
            <a:rect b="b" l="l" r="r" t="t"/>
            <a:pathLst>
              <a:path extrusionOk="0" h="58973" w="52709">
                <a:moveTo>
                  <a:pt x="0" y="58973"/>
                </a:moveTo>
                <a:lnTo>
                  <a:pt x="52709" y="58973"/>
                </a:lnTo>
                <a:lnTo>
                  <a:pt x="45278" y="0"/>
                </a:lnTo>
                <a:close/>
              </a:path>
            </a:pathLst>
          </a:custGeom>
          <a:solidFill>
            <a:srgbClr val="F3EEFB"/>
          </a:solidFill>
          <a:ln cap="flat" cmpd="sng" w="38100">
            <a:solidFill>
              <a:srgbClr val="000000"/>
            </a:solidFill>
            <a:prstDash val="solid"/>
            <a:round/>
            <a:headEnd len="med" w="med" type="none"/>
            <a:tailEnd len="med" w="med" type="none"/>
          </a:ln>
        </p:spPr>
      </p:sp>
      <p:sp>
        <p:nvSpPr>
          <p:cNvPr id="1190" name="Google Shape;1190;p76"/>
          <p:cNvSpPr/>
          <p:nvPr/>
        </p:nvSpPr>
        <p:spPr>
          <a:xfrm rot="-5400000">
            <a:off x="4001847" y="3827009"/>
            <a:ext cx="416400" cy="416400"/>
          </a:xfrm>
          <a:prstGeom prst="arc">
            <a:avLst>
              <a:gd fmla="val 18945242" name="adj1"/>
              <a:gd fmla="val 565557"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91" name="Google Shape;1191;p76"/>
          <p:cNvSpPr/>
          <p:nvPr/>
        </p:nvSpPr>
        <p:spPr>
          <a:xfrm rot="-5400000">
            <a:off x="2659777" y="2355602"/>
            <a:ext cx="480600" cy="480600"/>
          </a:xfrm>
          <a:prstGeom prst="arc">
            <a:avLst>
              <a:gd fmla="val 5102859" name="adj1"/>
              <a:gd fmla="val 8225884"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92" name="Google Shape;1192;p76"/>
          <p:cNvSpPr txBox="1"/>
          <p:nvPr>
            <p:ph idx="1" type="body"/>
          </p:nvPr>
        </p:nvSpPr>
        <p:spPr>
          <a:xfrm>
            <a:off x="3930074" y="3550832"/>
            <a:ext cx="350100" cy="272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52°</a:t>
            </a:r>
            <a:endParaRPr sz="1600"/>
          </a:p>
        </p:txBody>
      </p:sp>
      <p:sp>
        <p:nvSpPr>
          <p:cNvPr id="1193" name="Google Shape;1193;p76"/>
          <p:cNvSpPr txBox="1"/>
          <p:nvPr>
            <p:ph idx="1" type="body"/>
          </p:nvPr>
        </p:nvSpPr>
        <p:spPr>
          <a:xfrm>
            <a:off x="3120087" y="2611665"/>
            <a:ext cx="350100" cy="272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45°</a:t>
            </a:r>
            <a:endParaRPr sz="1600"/>
          </a:p>
        </p:txBody>
      </p:sp>
      <p:sp>
        <p:nvSpPr>
          <p:cNvPr id="1194" name="Google Shape;1194;p76"/>
          <p:cNvSpPr/>
          <p:nvPr/>
        </p:nvSpPr>
        <p:spPr>
          <a:xfrm rot="-5400000">
            <a:off x="4283206" y="2484518"/>
            <a:ext cx="416400" cy="416400"/>
          </a:xfrm>
          <a:prstGeom prst="arc">
            <a:avLst>
              <a:gd fmla="val 11850733" name="adj1"/>
              <a:gd fmla="val 16815597"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195" name="Google Shape;1195;p76"/>
          <p:cNvSpPr txBox="1"/>
          <p:nvPr>
            <p:ph idx="1" type="body"/>
          </p:nvPr>
        </p:nvSpPr>
        <p:spPr>
          <a:xfrm>
            <a:off x="4007273" y="2758622"/>
            <a:ext cx="350100" cy="272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83°</a:t>
            </a:r>
            <a:endParaRPr sz="1600"/>
          </a:p>
        </p:txBody>
      </p:sp>
      <p:pic>
        <p:nvPicPr>
          <p:cNvPr id="1196" name="Google Shape;1196;p76"/>
          <p:cNvPicPr preferRelativeResize="0"/>
          <p:nvPr/>
        </p:nvPicPr>
        <p:blipFill>
          <a:blip r:embed="rId5">
            <a:alphaModFix/>
          </a:blip>
          <a:stretch>
            <a:fillRect/>
          </a:stretch>
        </p:blipFill>
        <p:spPr>
          <a:xfrm>
            <a:off x="8231964" y="2279826"/>
            <a:ext cx="539050" cy="664016"/>
          </a:xfrm>
          <a:prstGeom prst="rect">
            <a:avLst/>
          </a:prstGeom>
          <a:noFill/>
          <a:ln>
            <a:noFill/>
          </a:ln>
        </p:spPr>
      </p:pic>
      <p:sp>
        <p:nvSpPr>
          <p:cNvPr id="1197" name="Google Shape;1197;p76"/>
          <p:cNvSpPr txBox="1"/>
          <p:nvPr>
            <p:ph idx="1" type="body"/>
          </p:nvPr>
        </p:nvSpPr>
        <p:spPr>
          <a:xfrm>
            <a:off x="324000" y="759300"/>
            <a:ext cx="8496000" cy="376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900"/>
              <a:t>Is there enough information to determine that the triangles are similar?</a:t>
            </a:r>
            <a:endParaRPr sz="1900"/>
          </a:p>
          <a:p>
            <a:pPr indent="0" lvl="0" marL="0" rtl="0" algn="l">
              <a:spcBef>
                <a:spcPts val="1000"/>
              </a:spcBef>
              <a:spcAft>
                <a:spcPts val="1000"/>
              </a:spcAft>
              <a:buNone/>
            </a:pPr>
            <a:r>
              <a:t/>
            </a:r>
            <a:endParaRPr sz="2000"/>
          </a:p>
        </p:txBody>
      </p:sp>
      <p:sp>
        <p:nvSpPr>
          <p:cNvPr id="1198" name="Google Shape;1198;p76"/>
          <p:cNvSpPr txBox="1"/>
          <p:nvPr>
            <p:ph idx="1" type="body"/>
          </p:nvPr>
        </p:nvSpPr>
        <p:spPr>
          <a:xfrm>
            <a:off x="8158918" y="2951071"/>
            <a:ext cx="759300" cy="306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Jacob</a:t>
            </a:r>
            <a:endParaRPr sz="1600"/>
          </a:p>
        </p:txBody>
      </p:sp>
      <p:sp>
        <p:nvSpPr>
          <p:cNvPr id="1199" name="Google Shape;1199;p76"/>
          <p:cNvSpPr txBox="1"/>
          <p:nvPr>
            <p:ph idx="1" type="body"/>
          </p:nvPr>
        </p:nvSpPr>
        <p:spPr>
          <a:xfrm>
            <a:off x="7915376" y="4551275"/>
            <a:ext cx="687300" cy="306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Sam</a:t>
            </a:r>
            <a:endParaRPr sz="16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7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179"/>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180"/>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18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17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3" name="Shape 1203"/>
        <p:cNvGrpSpPr/>
        <p:nvPr/>
      </p:nvGrpSpPr>
      <p:grpSpPr>
        <a:xfrm>
          <a:off x="0" y="0"/>
          <a:ext cx="0" cy="0"/>
          <a:chOff x="0" y="0"/>
          <a:chExt cx="0" cy="0"/>
        </a:xfrm>
      </p:grpSpPr>
      <p:pic>
        <p:nvPicPr>
          <p:cNvPr id="1204" name="Google Shape;1204;p77"/>
          <p:cNvPicPr preferRelativeResize="0"/>
          <p:nvPr/>
        </p:nvPicPr>
        <p:blipFill>
          <a:blip r:embed="rId3">
            <a:alphaModFix/>
          </a:blip>
          <a:stretch>
            <a:fillRect/>
          </a:stretch>
        </p:blipFill>
        <p:spPr>
          <a:xfrm flipH="1">
            <a:off x="7915378" y="3910279"/>
            <a:ext cx="451872" cy="650700"/>
          </a:xfrm>
          <a:prstGeom prst="rect">
            <a:avLst/>
          </a:prstGeom>
          <a:noFill/>
          <a:ln>
            <a:noFill/>
          </a:ln>
        </p:spPr>
      </p:pic>
      <p:pic>
        <p:nvPicPr>
          <p:cNvPr id="1205" name="Google Shape;1205;p77"/>
          <p:cNvPicPr preferRelativeResize="0"/>
          <p:nvPr/>
        </p:nvPicPr>
        <p:blipFill rotWithShape="1">
          <a:blip r:embed="rId4">
            <a:alphaModFix/>
          </a:blip>
          <a:srcRect b="4760" l="40550" r="0" t="13015"/>
          <a:stretch/>
        </p:blipFill>
        <p:spPr>
          <a:xfrm flipH="1">
            <a:off x="4593849" y="1980850"/>
            <a:ext cx="3674051" cy="2292549"/>
          </a:xfrm>
          <a:prstGeom prst="rect">
            <a:avLst/>
          </a:prstGeom>
          <a:noFill/>
          <a:ln>
            <a:noFill/>
          </a:ln>
        </p:spPr>
      </p:pic>
      <p:sp>
        <p:nvSpPr>
          <p:cNvPr id="1206" name="Google Shape;1206;p77"/>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Identifying similar triangles</a:t>
            </a:r>
            <a:endParaRPr/>
          </a:p>
        </p:txBody>
      </p:sp>
      <p:pic>
        <p:nvPicPr>
          <p:cNvPr id="1207" name="Google Shape;1207;p77"/>
          <p:cNvPicPr preferRelativeResize="0"/>
          <p:nvPr/>
        </p:nvPicPr>
        <p:blipFill rotWithShape="1">
          <a:blip r:embed="rId4">
            <a:alphaModFix/>
          </a:blip>
          <a:srcRect b="43690" l="0" r="57905" t="0"/>
          <a:stretch/>
        </p:blipFill>
        <p:spPr>
          <a:xfrm>
            <a:off x="5408900" y="1325425"/>
            <a:ext cx="3033052" cy="1207101"/>
          </a:xfrm>
          <a:prstGeom prst="rect">
            <a:avLst/>
          </a:prstGeom>
          <a:noFill/>
          <a:ln>
            <a:noFill/>
          </a:ln>
        </p:spPr>
      </p:pic>
      <p:sp>
        <p:nvSpPr>
          <p:cNvPr id="1208" name="Google Shape;1208;p77"/>
          <p:cNvSpPr txBox="1"/>
          <p:nvPr>
            <p:ph idx="1" type="body"/>
          </p:nvPr>
        </p:nvSpPr>
        <p:spPr>
          <a:xfrm>
            <a:off x="5557400" y="1393425"/>
            <a:ext cx="2710500" cy="883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We only know two angles this time. Can we still determine similarity</a:t>
            </a:r>
            <a:r>
              <a:rPr lang="en-GB" sz="1600"/>
              <a:t>?</a:t>
            </a:r>
            <a:endParaRPr sz="1600"/>
          </a:p>
        </p:txBody>
      </p:sp>
      <p:sp>
        <p:nvSpPr>
          <p:cNvPr id="1209" name="Google Shape;1209;p77"/>
          <p:cNvSpPr txBox="1"/>
          <p:nvPr>
            <p:ph idx="1" type="body"/>
          </p:nvPr>
        </p:nvSpPr>
        <p:spPr>
          <a:xfrm>
            <a:off x="4670050" y="2068350"/>
            <a:ext cx="3386700" cy="2003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We can see two of the angles are the same in each triangle. That means the third angle must also be the same. We could check by finding the missing angle in each.</a:t>
            </a:r>
            <a:endParaRPr sz="1600"/>
          </a:p>
        </p:txBody>
      </p:sp>
      <p:sp>
        <p:nvSpPr>
          <p:cNvPr id="1210" name="Google Shape;1210;p77"/>
          <p:cNvSpPr/>
          <p:nvPr/>
        </p:nvSpPr>
        <p:spPr>
          <a:xfrm>
            <a:off x="381075" y="1911975"/>
            <a:ext cx="1829500" cy="1082450"/>
          </a:xfrm>
          <a:custGeom>
            <a:rect b="b" l="l" r="r" t="t"/>
            <a:pathLst>
              <a:path extrusionOk="0" h="43298" w="73180">
                <a:moveTo>
                  <a:pt x="64620" y="43298"/>
                </a:moveTo>
                <a:lnTo>
                  <a:pt x="73180" y="0"/>
                </a:lnTo>
                <a:lnTo>
                  <a:pt x="0" y="17202"/>
                </a:lnTo>
                <a:close/>
              </a:path>
            </a:pathLst>
          </a:custGeom>
          <a:solidFill>
            <a:srgbClr val="F3EEFB"/>
          </a:solidFill>
          <a:ln cap="flat" cmpd="sng" w="38100">
            <a:solidFill>
              <a:srgbClr val="000000"/>
            </a:solidFill>
            <a:prstDash val="solid"/>
            <a:round/>
            <a:headEnd len="med" w="med" type="none"/>
            <a:tailEnd len="med" w="med" type="none"/>
          </a:ln>
        </p:spPr>
      </p:sp>
      <p:sp>
        <p:nvSpPr>
          <p:cNvPr id="1211" name="Google Shape;1211;p77"/>
          <p:cNvSpPr/>
          <p:nvPr/>
        </p:nvSpPr>
        <p:spPr>
          <a:xfrm rot="-5400000">
            <a:off x="1763877" y="2755236"/>
            <a:ext cx="464100" cy="464100"/>
          </a:xfrm>
          <a:prstGeom prst="arc">
            <a:avLst>
              <a:gd fmla="val 17351398" name="adj1"/>
              <a:gd fmla="val 565557"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12" name="Google Shape;1212;p77"/>
          <p:cNvSpPr/>
          <p:nvPr/>
        </p:nvSpPr>
        <p:spPr>
          <a:xfrm rot="-5400000">
            <a:off x="110231" y="2067825"/>
            <a:ext cx="603000" cy="603000"/>
          </a:xfrm>
          <a:prstGeom prst="arc">
            <a:avLst>
              <a:gd fmla="val 4237565" name="adj1"/>
              <a:gd fmla="val 6590136"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13" name="Google Shape;1213;p77"/>
          <p:cNvSpPr txBox="1"/>
          <p:nvPr>
            <p:ph idx="1" type="body"/>
          </p:nvPr>
        </p:nvSpPr>
        <p:spPr>
          <a:xfrm>
            <a:off x="740674" y="2266307"/>
            <a:ext cx="350100" cy="272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30</a:t>
            </a:r>
            <a:r>
              <a:rPr lang="en-GB" sz="1600"/>
              <a:t>°</a:t>
            </a:r>
            <a:endParaRPr sz="1600"/>
          </a:p>
        </p:txBody>
      </p:sp>
      <p:sp>
        <p:nvSpPr>
          <p:cNvPr id="1214" name="Google Shape;1214;p77"/>
          <p:cNvSpPr txBox="1"/>
          <p:nvPr>
            <p:ph idx="1" type="body"/>
          </p:nvPr>
        </p:nvSpPr>
        <p:spPr>
          <a:xfrm>
            <a:off x="1666958" y="2540897"/>
            <a:ext cx="350100" cy="272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75</a:t>
            </a:r>
            <a:r>
              <a:rPr lang="en-GB" sz="1600"/>
              <a:t>°</a:t>
            </a:r>
            <a:endParaRPr sz="1600"/>
          </a:p>
        </p:txBody>
      </p:sp>
      <p:pic>
        <p:nvPicPr>
          <p:cNvPr id="1215" name="Google Shape;1215;p77"/>
          <p:cNvPicPr preferRelativeResize="0"/>
          <p:nvPr/>
        </p:nvPicPr>
        <p:blipFill>
          <a:blip r:embed="rId5">
            <a:alphaModFix/>
          </a:blip>
          <a:stretch>
            <a:fillRect/>
          </a:stretch>
        </p:blipFill>
        <p:spPr>
          <a:xfrm>
            <a:off x="8231964" y="2279826"/>
            <a:ext cx="539050" cy="664016"/>
          </a:xfrm>
          <a:prstGeom prst="rect">
            <a:avLst/>
          </a:prstGeom>
          <a:noFill/>
          <a:ln>
            <a:noFill/>
          </a:ln>
        </p:spPr>
      </p:pic>
      <p:sp>
        <p:nvSpPr>
          <p:cNvPr id="1216" name="Google Shape;1216;p77"/>
          <p:cNvSpPr txBox="1"/>
          <p:nvPr>
            <p:ph idx="1" type="body"/>
          </p:nvPr>
        </p:nvSpPr>
        <p:spPr>
          <a:xfrm>
            <a:off x="324000" y="759300"/>
            <a:ext cx="8496000" cy="376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900"/>
              <a:t>Is there enough information to determine that the triangles are similar?</a:t>
            </a:r>
            <a:endParaRPr sz="1900"/>
          </a:p>
          <a:p>
            <a:pPr indent="0" lvl="0" marL="0" rtl="0" algn="l">
              <a:spcBef>
                <a:spcPts val="1000"/>
              </a:spcBef>
              <a:spcAft>
                <a:spcPts val="1000"/>
              </a:spcAft>
              <a:buNone/>
            </a:pPr>
            <a:r>
              <a:t/>
            </a:r>
            <a:endParaRPr sz="2000"/>
          </a:p>
        </p:txBody>
      </p:sp>
      <p:sp>
        <p:nvSpPr>
          <p:cNvPr id="1217" name="Google Shape;1217;p77"/>
          <p:cNvSpPr txBox="1"/>
          <p:nvPr>
            <p:ph idx="1" type="body"/>
          </p:nvPr>
        </p:nvSpPr>
        <p:spPr>
          <a:xfrm>
            <a:off x="8158918" y="2951071"/>
            <a:ext cx="759300" cy="306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Jacob</a:t>
            </a:r>
            <a:endParaRPr sz="1600"/>
          </a:p>
        </p:txBody>
      </p:sp>
      <p:sp>
        <p:nvSpPr>
          <p:cNvPr id="1218" name="Google Shape;1218;p77"/>
          <p:cNvSpPr txBox="1"/>
          <p:nvPr>
            <p:ph idx="1" type="body"/>
          </p:nvPr>
        </p:nvSpPr>
        <p:spPr>
          <a:xfrm>
            <a:off x="7915376" y="4551275"/>
            <a:ext cx="687300" cy="306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Sam</a:t>
            </a:r>
            <a:endParaRPr sz="1600"/>
          </a:p>
        </p:txBody>
      </p:sp>
      <p:sp>
        <p:nvSpPr>
          <p:cNvPr id="1219" name="Google Shape;1219;p77"/>
          <p:cNvSpPr/>
          <p:nvPr/>
        </p:nvSpPr>
        <p:spPr>
          <a:xfrm flipH="1" rot="7653917">
            <a:off x="1716855" y="2833502"/>
            <a:ext cx="2514394" cy="1487677"/>
          </a:xfrm>
          <a:custGeom>
            <a:rect b="b" l="l" r="r" t="t"/>
            <a:pathLst>
              <a:path extrusionOk="0" h="43298" w="73180">
                <a:moveTo>
                  <a:pt x="64620" y="43298"/>
                </a:moveTo>
                <a:lnTo>
                  <a:pt x="73180" y="0"/>
                </a:lnTo>
                <a:lnTo>
                  <a:pt x="0" y="17202"/>
                </a:lnTo>
                <a:close/>
              </a:path>
            </a:pathLst>
          </a:custGeom>
          <a:solidFill>
            <a:srgbClr val="F3EEFB"/>
          </a:solidFill>
          <a:ln cap="flat" cmpd="sng" w="38100">
            <a:solidFill>
              <a:srgbClr val="000000"/>
            </a:solidFill>
            <a:prstDash val="solid"/>
            <a:round/>
            <a:headEnd len="med" w="med" type="none"/>
            <a:tailEnd len="med" w="med" type="none"/>
          </a:ln>
        </p:spPr>
      </p:sp>
      <p:sp>
        <p:nvSpPr>
          <p:cNvPr id="1220" name="Google Shape;1220;p77"/>
          <p:cNvSpPr/>
          <p:nvPr/>
        </p:nvSpPr>
        <p:spPr>
          <a:xfrm flipH="1" rot="-8544347">
            <a:off x="2713438" y="2101397"/>
            <a:ext cx="531582" cy="531582"/>
          </a:xfrm>
          <a:prstGeom prst="arc">
            <a:avLst>
              <a:gd fmla="val 17351398" name="adj1"/>
              <a:gd fmla="val 565557"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21" name="Google Shape;1221;p77"/>
          <p:cNvSpPr/>
          <p:nvPr/>
        </p:nvSpPr>
        <p:spPr>
          <a:xfrm flipH="1" rot="-8545792">
            <a:off x="1985916" y="4271909"/>
            <a:ext cx="677511" cy="677511"/>
          </a:xfrm>
          <a:prstGeom prst="arc">
            <a:avLst>
              <a:gd fmla="val 4237565" name="adj1"/>
              <a:gd fmla="val 6590136"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22" name="Google Shape;1222;p77"/>
          <p:cNvSpPr txBox="1"/>
          <p:nvPr>
            <p:ph idx="1" type="body"/>
          </p:nvPr>
        </p:nvSpPr>
        <p:spPr>
          <a:xfrm flipH="1" rot="2143">
            <a:off x="2523953" y="4052556"/>
            <a:ext cx="481200" cy="374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30°</a:t>
            </a:r>
            <a:endParaRPr sz="1600"/>
          </a:p>
        </p:txBody>
      </p:sp>
      <p:sp>
        <p:nvSpPr>
          <p:cNvPr id="1223" name="Google Shape;1223;p77"/>
          <p:cNvSpPr txBox="1"/>
          <p:nvPr>
            <p:ph idx="1" type="body"/>
          </p:nvPr>
        </p:nvSpPr>
        <p:spPr>
          <a:xfrm flipH="1" rot="2143">
            <a:off x="2944009" y="2671282"/>
            <a:ext cx="481200" cy="374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75°</a:t>
            </a:r>
            <a:endParaRPr sz="1600"/>
          </a:p>
        </p:txBody>
      </p:sp>
      <p:sp>
        <p:nvSpPr>
          <p:cNvPr id="1224" name="Google Shape;1224;p77"/>
          <p:cNvSpPr txBox="1"/>
          <p:nvPr>
            <p:ph idx="1" type="body"/>
          </p:nvPr>
        </p:nvSpPr>
        <p:spPr>
          <a:xfrm>
            <a:off x="4675500" y="3536550"/>
            <a:ext cx="3291600" cy="306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So,</a:t>
            </a:r>
            <a:r>
              <a:rPr lang="en-GB" sz="1600"/>
              <a:t> the triangles are similar.</a:t>
            </a:r>
            <a:endParaRPr sz="16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0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0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207"/>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208"/>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20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2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8" name="Shape 1228"/>
        <p:cNvGrpSpPr/>
        <p:nvPr/>
      </p:nvGrpSpPr>
      <p:grpSpPr>
        <a:xfrm>
          <a:off x="0" y="0"/>
          <a:ext cx="0" cy="0"/>
          <a:chOff x="0" y="0"/>
          <a:chExt cx="0" cy="0"/>
        </a:xfrm>
      </p:grpSpPr>
      <p:pic>
        <p:nvPicPr>
          <p:cNvPr id="1229" name="Google Shape;1229;p78"/>
          <p:cNvPicPr preferRelativeResize="0"/>
          <p:nvPr/>
        </p:nvPicPr>
        <p:blipFill rotWithShape="1">
          <a:blip r:embed="rId3">
            <a:alphaModFix/>
          </a:blip>
          <a:srcRect b="4760" l="40550" r="0" t="13015"/>
          <a:stretch/>
        </p:blipFill>
        <p:spPr>
          <a:xfrm flipH="1">
            <a:off x="3980748" y="2960725"/>
            <a:ext cx="3503252" cy="1512549"/>
          </a:xfrm>
          <a:prstGeom prst="rect">
            <a:avLst/>
          </a:prstGeom>
          <a:noFill/>
          <a:ln>
            <a:noFill/>
          </a:ln>
        </p:spPr>
      </p:pic>
      <p:pic>
        <p:nvPicPr>
          <p:cNvPr id="1230" name="Google Shape;1230;p78"/>
          <p:cNvPicPr preferRelativeResize="0"/>
          <p:nvPr/>
        </p:nvPicPr>
        <p:blipFill>
          <a:blip r:embed="rId4">
            <a:alphaModFix/>
          </a:blip>
          <a:stretch>
            <a:fillRect/>
          </a:stretch>
        </p:blipFill>
        <p:spPr>
          <a:xfrm flipH="1">
            <a:off x="4022352" y="2123200"/>
            <a:ext cx="4018048" cy="923125"/>
          </a:xfrm>
          <a:prstGeom prst="rect">
            <a:avLst/>
          </a:prstGeom>
          <a:noFill/>
          <a:ln>
            <a:noFill/>
          </a:ln>
        </p:spPr>
      </p:pic>
      <p:pic>
        <p:nvPicPr>
          <p:cNvPr id="1231" name="Google Shape;1231;p78"/>
          <p:cNvPicPr preferRelativeResize="0"/>
          <p:nvPr/>
        </p:nvPicPr>
        <p:blipFill>
          <a:blip r:embed="rId4">
            <a:alphaModFix/>
          </a:blip>
          <a:stretch>
            <a:fillRect/>
          </a:stretch>
        </p:blipFill>
        <p:spPr>
          <a:xfrm flipH="1">
            <a:off x="3766476" y="1208800"/>
            <a:ext cx="5035924" cy="923125"/>
          </a:xfrm>
          <a:prstGeom prst="rect">
            <a:avLst/>
          </a:prstGeom>
          <a:noFill/>
          <a:ln>
            <a:noFill/>
          </a:ln>
        </p:spPr>
      </p:pic>
      <p:sp>
        <p:nvSpPr>
          <p:cNvPr id="1232" name="Google Shape;1232;p78"/>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Identifying similar triangles</a:t>
            </a:r>
            <a:endParaRPr/>
          </a:p>
        </p:txBody>
      </p:sp>
      <p:sp>
        <p:nvSpPr>
          <p:cNvPr id="1233" name="Google Shape;1233;p78"/>
          <p:cNvSpPr txBox="1"/>
          <p:nvPr>
            <p:ph idx="1" type="body"/>
          </p:nvPr>
        </p:nvSpPr>
        <p:spPr>
          <a:xfrm>
            <a:off x="324000" y="759300"/>
            <a:ext cx="8496000" cy="376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900"/>
              <a:t>Is there enough information to determine that the triangles are similar?</a:t>
            </a:r>
            <a:endParaRPr sz="1900"/>
          </a:p>
          <a:p>
            <a:pPr indent="0" lvl="0" marL="0" rtl="0" algn="l">
              <a:spcBef>
                <a:spcPts val="1000"/>
              </a:spcBef>
              <a:spcAft>
                <a:spcPts val="1000"/>
              </a:spcAft>
              <a:buNone/>
            </a:pPr>
            <a:r>
              <a:t/>
            </a:r>
            <a:endParaRPr sz="2000"/>
          </a:p>
        </p:txBody>
      </p:sp>
      <p:sp>
        <p:nvSpPr>
          <p:cNvPr id="1234" name="Google Shape;1234;p78"/>
          <p:cNvSpPr txBox="1"/>
          <p:nvPr>
            <p:ph idx="1" type="body"/>
          </p:nvPr>
        </p:nvSpPr>
        <p:spPr>
          <a:xfrm>
            <a:off x="8274467" y="2646275"/>
            <a:ext cx="687300" cy="306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Jun</a:t>
            </a:r>
            <a:endParaRPr sz="1600"/>
          </a:p>
        </p:txBody>
      </p:sp>
      <p:sp>
        <p:nvSpPr>
          <p:cNvPr id="1235" name="Google Shape;1235;p78"/>
          <p:cNvSpPr txBox="1"/>
          <p:nvPr>
            <p:ph idx="1" type="body"/>
          </p:nvPr>
        </p:nvSpPr>
        <p:spPr>
          <a:xfrm>
            <a:off x="7278561" y="4573046"/>
            <a:ext cx="687300" cy="306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Laura</a:t>
            </a:r>
            <a:endParaRPr sz="1600"/>
          </a:p>
        </p:txBody>
      </p:sp>
      <p:grpSp>
        <p:nvGrpSpPr>
          <p:cNvPr id="1236" name="Google Shape;1236;p78"/>
          <p:cNvGrpSpPr/>
          <p:nvPr/>
        </p:nvGrpSpPr>
        <p:grpSpPr>
          <a:xfrm>
            <a:off x="720862" y="1497191"/>
            <a:ext cx="1533628" cy="866827"/>
            <a:chOff x="720862" y="1725791"/>
            <a:chExt cx="1533628" cy="866827"/>
          </a:xfrm>
        </p:grpSpPr>
        <p:sp>
          <p:nvSpPr>
            <p:cNvPr id="1237" name="Google Shape;1237;p78"/>
            <p:cNvSpPr/>
            <p:nvPr/>
          </p:nvSpPr>
          <p:spPr>
            <a:xfrm flipH="1">
              <a:off x="784871" y="1794805"/>
              <a:ext cx="1361100" cy="796200"/>
            </a:xfrm>
            <a:prstGeom prst="rtTriangle">
              <a:avLst/>
            </a:prstGeom>
            <a:solidFill>
              <a:srgbClr val="F3EEFB"/>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38" name="Google Shape;1238;p78"/>
            <p:cNvSpPr/>
            <p:nvPr/>
          </p:nvSpPr>
          <p:spPr>
            <a:xfrm>
              <a:off x="2005792" y="2457618"/>
              <a:ext cx="135000" cy="1350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1239" name="Google Shape;1239;p78"/>
            <p:cNvGrpSpPr/>
            <p:nvPr/>
          </p:nvGrpSpPr>
          <p:grpSpPr>
            <a:xfrm flipH="1" rot="10800000">
              <a:off x="720862" y="1725791"/>
              <a:ext cx="1533628" cy="858781"/>
              <a:chOff x="4718423" y="3703451"/>
              <a:chExt cx="1457544" cy="816177"/>
            </a:xfrm>
          </p:grpSpPr>
          <p:cxnSp>
            <p:nvCxnSpPr>
              <p:cNvPr id="1240" name="Google Shape;1240;p78"/>
              <p:cNvCxnSpPr/>
              <p:nvPr/>
            </p:nvCxnSpPr>
            <p:spPr>
              <a:xfrm>
                <a:off x="6175967" y="3703451"/>
                <a:ext cx="0" cy="786000"/>
              </a:xfrm>
              <a:prstGeom prst="straightConnector1">
                <a:avLst/>
              </a:prstGeom>
              <a:noFill/>
              <a:ln cap="flat" cmpd="sng" w="28575">
                <a:solidFill>
                  <a:srgbClr val="000000"/>
                </a:solidFill>
                <a:prstDash val="solid"/>
                <a:round/>
                <a:headEnd len="med" w="med" type="triangle"/>
                <a:tailEnd len="med" w="med" type="triangle"/>
              </a:ln>
            </p:spPr>
          </p:cxnSp>
          <p:cxnSp>
            <p:nvCxnSpPr>
              <p:cNvPr id="1241" name="Google Shape;1241;p78"/>
              <p:cNvCxnSpPr/>
              <p:nvPr/>
            </p:nvCxnSpPr>
            <p:spPr>
              <a:xfrm>
                <a:off x="4718423" y="3763028"/>
                <a:ext cx="1293600" cy="756600"/>
              </a:xfrm>
              <a:prstGeom prst="straightConnector1">
                <a:avLst/>
              </a:prstGeom>
              <a:noFill/>
              <a:ln cap="flat" cmpd="sng" w="28575">
                <a:solidFill>
                  <a:srgbClr val="000000"/>
                </a:solidFill>
                <a:prstDash val="solid"/>
                <a:round/>
                <a:headEnd len="med" w="med" type="triangle"/>
                <a:tailEnd len="med" w="med" type="triangle"/>
              </a:ln>
            </p:spPr>
          </p:cxnSp>
        </p:grpSp>
      </p:grpSp>
      <p:sp>
        <p:nvSpPr>
          <p:cNvPr id="1242" name="Google Shape;1242;p78"/>
          <p:cNvSpPr txBox="1"/>
          <p:nvPr/>
        </p:nvSpPr>
        <p:spPr>
          <a:xfrm>
            <a:off x="2292322" y="1874104"/>
            <a:ext cx="396600" cy="275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4</a:t>
            </a:r>
            <a:r>
              <a:rPr lang="en-GB" sz="1600">
                <a:solidFill>
                  <a:srgbClr val="000000"/>
                </a:solidFill>
                <a:latin typeface="Lexend"/>
                <a:ea typeface="Lexend"/>
                <a:cs typeface="Lexend"/>
                <a:sym typeface="Lexend"/>
              </a:rPr>
              <a:t> m </a:t>
            </a:r>
            <a:endParaRPr sz="1600">
              <a:solidFill>
                <a:srgbClr val="000000"/>
              </a:solidFill>
              <a:latin typeface="Lexend"/>
              <a:ea typeface="Lexend"/>
              <a:cs typeface="Lexend"/>
              <a:sym typeface="Lexend"/>
            </a:endParaRPr>
          </a:p>
        </p:txBody>
      </p:sp>
      <p:sp>
        <p:nvSpPr>
          <p:cNvPr id="1243" name="Google Shape;1243;p78"/>
          <p:cNvSpPr txBox="1"/>
          <p:nvPr/>
        </p:nvSpPr>
        <p:spPr>
          <a:xfrm>
            <a:off x="1122413" y="1596587"/>
            <a:ext cx="527100" cy="337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6</a:t>
            </a:r>
            <a:r>
              <a:rPr lang="en-GB" sz="1600">
                <a:solidFill>
                  <a:srgbClr val="000000"/>
                </a:solidFill>
                <a:latin typeface="Lexend"/>
                <a:ea typeface="Lexend"/>
                <a:cs typeface="Lexend"/>
                <a:sym typeface="Lexend"/>
              </a:rPr>
              <a:t> m </a:t>
            </a:r>
            <a:endParaRPr sz="1600">
              <a:solidFill>
                <a:srgbClr val="000000"/>
              </a:solidFill>
              <a:latin typeface="Lexend"/>
              <a:ea typeface="Lexend"/>
              <a:cs typeface="Lexend"/>
              <a:sym typeface="Lexend"/>
            </a:endParaRPr>
          </a:p>
        </p:txBody>
      </p:sp>
      <p:sp>
        <p:nvSpPr>
          <p:cNvPr id="1244" name="Google Shape;1244;p78"/>
          <p:cNvSpPr txBox="1"/>
          <p:nvPr/>
        </p:nvSpPr>
        <p:spPr>
          <a:xfrm>
            <a:off x="3229647" y="3604342"/>
            <a:ext cx="669000" cy="306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8</a:t>
            </a:r>
            <a:r>
              <a:rPr lang="en-GB" sz="1600">
                <a:solidFill>
                  <a:srgbClr val="000000"/>
                </a:solidFill>
                <a:latin typeface="Lexend"/>
                <a:ea typeface="Lexend"/>
                <a:cs typeface="Lexend"/>
                <a:sym typeface="Lexend"/>
              </a:rPr>
              <a:t> m </a:t>
            </a:r>
            <a:endParaRPr sz="1600">
              <a:solidFill>
                <a:srgbClr val="000000"/>
              </a:solidFill>
              <a:latin typeface="Lexend"/>
              <a:ea typeface="Lexend"/>
              <a:cs typeface="Lexend"/>
              <a:sym typeface="Lexend"/>
            </a:endParaRPr>
          </a:p>
        </p:txBody>
      </p:sp>
      <p:sp>
        <p:nvSpPr>
          <p:cNvPr id="1245" name="Google Shape;1245;p78"/>
          <p:cNvSpPr txBox="1"/>
          <p:nvPr/>
        </p:nvSpPr>
        <p:spPr>
          <a:xfrm>
            <a:off x="1277975" y="3320552"/>
            <a:ext cx="476400" cy="306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12</a:t>
            </a:r>
            <a:r>
              <a:rPr lang="en-GB" sz="1600">
                <a:solidFill>
                  <a:srgbClr val="000000"/>
                </a:solidFill>
                <a:latin typeface="Lexend"/>
                <a:ea typeface="Lexend"/>
                <a:cs typeface="Lexend"/>
                <a:sym typeface="Lexend"/>
              </a:rPr>
              <a:t> m </a:t>
            </a:r>
            <a:endParaRPr sz="1600">
              <a:solidFill>
                <a:srgbClr val="000000"/>
              </a:solidFill>
              <a:latin typeface="Lexend"/>
              <a:ea typeface="Lexend"/>
              <a:cs typeface="Lexend"/>
              <a:sym typeface="Lexend"/>
            </a:endParaRPr>
          </a:p>
        </p:txBody>
      </p:sp>
      <p:grpSp>
        <p:nvGrpSpPr>
          <p:cNvPr id="1246" name="Google Shape;1246;p78"/>
          <p:cNvGrpSpPr/>
          <p:nvPr/>
        </p:nvGrpSpPr>
        <p:grpSpPr>
          <a:xfrm>
            <a:off x="537680" y="2902660"/>
            <a:ext cx="2624921" cy="1512539"/>
            <a:chOff x="537680" y="3131260"/>
            <a:chExt cx="2624921" cy="1512539"/>
          </a:xfrm>
        </p:grpSpPr>
        <p:grpSp>
          <p:nvGrpSpPr>
            <p:cNvPr id="1247" name="Google Shape;1247;p78"/>
            <p:cNvGrpSpPr/>
            <p:nvPr/>
          </p:nvGrpSpPr>
          <p:grpSpPr>
            <a:xfrm>
              <a:off x="537680" y="3131260"/>
              <a:ext cx="2624921" cy="1512539"/>
              <a:chOff x="537680" y="3131260"/>
              <a:chExt cx="2624921" cy="1512539"/>
            </a:xfrm>
          </p:grpSpPr>
          <p:sp>
            <p:nvSpPr>
              <p:cNvPr id="1248" name="Google Shape;1248;p78"/>
              <p:cNvSpPr/>
              <p:nvPr/>
            </p:nvSpPr>
            <p:spPr>
              <a:xfrm flipH="1">
                <a:off x="650784" y="3214426"/>
                <a:ext cx="2397300" cy="1402200"/>
              </a:xfrm>
              <a:prstGeom prst="rtTriangle">
                <a:avLst/>
              </a:prstGeom>
              <a:solidFill>
                <a:srgbClr val="F3EEFB"/>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1249" name="Google Shape;1249;p78"/>
              <p:cNvGrpSpPr/>
              <p:nvPr/>
            </p:nvGrpSpPr>
            <p:grpSpPr>
              <a:xfrm flipH="1" rot="10800000">
                <a:off x="537680" y="3131260"/>
                <a:ext cx="2624921" cy="1512539"/>
                <a:chOff x="4718423" y="3703451"/>
                <a:chExt cx="1416426" cy="816177"/>
              </a:xfrm>
            </p:grpSpPr>
            <p:cxnSp>
              <p:nvCxnSpPr>
                <p:cNvPr id="1250" name="Google Shape;1250;p78"/>
                <p:cNvCxnSpPr/>
                <p:nvPr/>
              </p:nvCxnSpPr>
              <p:spPr>
                <a:xfrm>
                  <a:off x="6134849" y="3703451"/>
                  <a:ext cx="0" cy="786000"/>
                </a:xfrm>
                <a:prstGeom prst="straightConnector1">
                  <a:avLst/>
                </a:prstGeom>
                <a:noFill/>
                <a:ln cap="flat" cmpd="sng" w="28575">
                  <a:solidFill>
                    <a:srgbClr val="000000"/>
                  </a:solidFill>
                  <a:prstDash val="solid"/>
                  <a:round/>
                  <a:headEnd len="med" w="med" type="triangle"/>
                  <a:tailEnd len="med" w="med" type="triangle"/>
                </a:ln>
              </p:spPr>
            </p:cxnSp>
            <p:cxnSp>
              <p:nvCxnSpPr>
                <p:cNvPr id="1251" name="Google Shape;1251;p78"/>
                <p:cNvCxnSpPr/>
                <p:nvPr/>
              </p:nvCxnSpPr>
              <p:spPr>
                <a:xfrm>
                  <a:off x="4718423" y="3763028"/>
                  <a:ext cx="1293600" cy="756600"/>
                </a:xfrm>
                <a:prstGeom prst="straightConnector1">
                  <a:avLst/>
                </a:prstGeom>
                <a:noFill/>
                <a:ln cap="flat" cmpd="sng" w="28575">
                  <a:solidFill>
                    <a:srgbClr val="000000"/>
                  </a:solidFill>
                  <a:prstDash val="solid"/>
                  <a:round/>
                  <a:headEnd len="med" w="med" type="triangle"/>
                  <a:tailEnd len="med" w="med" type="triangle"/>
                </a:ln>
              </p:spPr>
            </p:cxnSp>
          </p:grpSp>
        </p:grpSp>
        <p:sp>
          <p:nvSpPr>
            <p:cNvPr id="1252" name="Google Shape;1252;p78"/>
            <p:cNvSpPr/>
            <p:nvPr/>
          </p:nvSpPr>
          <p:spPr>
            <a:xfrm>
              <a:off x="2912526" y="4475001"/>
              <a:ext cx="135000" cy="1350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grpSp>
        <p:nvGrpSpPr>
          <p:cNvPr id="1253" name="Google Shape;1253;p78"/>
          <p:cNvGrpSpPr/>
          <p:nvPr/>
        </p:nvGrpSpPr>
        <p:grpSpPr>
          <a:xfrm>
            <a:off x="595676" y="3511048"/>
            <a:ext cx="1533628" cy="866827"/>
            <a:chOff x="720862" y="1725791"/>
            <a:chExt cx="1533628" cy="866827"/>
          </a:xfrm>
        </p:grpSpPr>
        <p:sp>
          <p:nvSpPr>
            <p:cNvPr id="1254" name="Google Shape;1254;p78"/>
            <p:cNvSpPr/>
            <p:nvPr/>
          </p:nvSpPr>
          <p:spPr>
            <a:xfrm flipH="1">
              <a:off x="784871" y="1794805"/>
              <a:ext cx="1361100" cy="796200"/>
            </a:xfrm>
            <a:prstGeom prst="rtTriangle">
              <a:avLst/>
            </a:prstGeom>
            <a:solidFill>
              <a:srgbClr val="F3EEFB"/>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55" name="Google Shape;1255;p78"/>
            <p:cNvSpPr/>
            <p:nvPr/>
          </p:nvSpPr>
          <p:spPr>
            <a:xfrm>
              <a:off x="2005792" y="2457618"/>
              <a:ext cx="135000" cy="1350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1256" name="Google Shape;1256;p78"/>
            <p:cNvGrpSpPr/>
            <p:nvPr/>
          </p:nvGrpSpPr>
          <p:grpSpPr>
            <a:xfrm flipH="1" rot="10800000">
              <a:off x="720862" y="1725791"/>
              <a:ext cx="1533628" cy="858781"/>
              <a:chOff x="4718423" y="3703451"/>
              <a:chExt cx="1457544" cy="816177"/>
            </a:xfrm>
          </p:grpSpPr>
          <p:cxnSp>
            <p:nvCxnSpPr>
              <p:cNvPr id="1257" name="Google Shape;1257;p78"/>
              <p:cNvCxnSpPr/>
              <p:nvPr/>
            </p:nvCxnSpPr>
            <p:spPr>
              <a:xfrm>
                <a:off x="6175967" y="3703451"/>
                <a:ext cx="0" cy="786000"/>
              </a:xfrm>
              <a:prstGeom prst="straightConnector1">
                <a:avLst/>
              </a:prstGeom>
              <a:noFill/>
              <a:ln cap="flat" cmpd="sng" w="28575">
                <a:solidFill>
                  <a:srgbClr val="000000"/>
                </a:solidFill>
                <a:prstDash val="solid"/>
                <a:round/>
                <a:headEnd len="med" w="med" type="triangle"/>
                <a:tailEnd len="med" w="med" type="triangle"/>
              </a:ln>
            </p:spPr>
          </p:cxnSp>
          <p:cxnSp>
            <p:nvCxnSpPr>
              <p:cNvPr id="1258" name="Google Shape;1258;p78"/>
              <p:cNvCxnSpPr/>
              <p:nvPr/>
            </p:nvCxnSpPr>
            <p:spPr>
              <a:xfrm>
                <a:off x="4718423" y="3763028"/>
                <a:ext cx="1293600" cy="756600"/>
              </a:xfrm>
              <a:prstGeom prst="straightConnector1">
                <a:avLst/>
              </a:prstGeom>
              <a:noFill/>
              <a:ln cap="flat" cmpd="sng" w="28575">
                <a:solidFill>
                  <a:srgbClr val="000000"/>
                </a:solidFill>
                <a:prstDash val="solid"/>
                <a:round/>
                <a:headEnd len="med" w="med" type="triangle"/>
                <a:tailEnd len="med" w="med" type="triangle"/>
              </a:ln>
            </p:spPr>
          </p:cxnSp>
        </p:grpSp>
      </p:grpSp>
      <p:sp>
        <p:nvSpPr>
          <p:cNvPr id="1259" name="Google Shape;1259;p78"/>
          <p:cNvSpPr txBox="1"/>
          <p:nvPr/>
        </p:nvSpPr>
        <p:spPr>
          <a:xfrm>
            <a:off x="2167136" y="3887961"/>
            <a:ext cx="396600" cy="275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4</a:t>
            </a:r>
            <a:r>
              <a:rPr lang="en-GB" sz="1600">
                <a:solidFill>
                  <a:srgbClr val="000000"/>
                </a:solidFill>
                <a:latin typeface="Lexend"/>
                <a:ea typeface="Lexend"/>
                <a:cs typeface="Lexend"/>
                <a:sym typeface="Lexend"/>
              </a:rPr>
              <a:t> m </a:t>
            </a:r>
            <a:endParaRPr sz="1600">
              <a:solidFill>
                <a:srgbClr val="000000"/>
              </a:solidFill>
              <a:latin typeface="Lexend"/>
              <a:ea typeface="Lexend"/>
              <a:cs typeface="Lexend"/>
              <a:sym typeface="Lexend"/>
            </a:endParaRPr>
          </a:p>
        </p:txBody>
      </p:sp>
      <p:sp>
        <p:nvSpPr>
          <p:cNvPr id="1260" name="Google Shape;1260;p78"/>
          <p:cNvSpPr txBox="1"/>
          <p:nvPr/>
        </p:nvSpPr>
        <p:spPr>
          <a:xfrm>
            <a:off x="997227" y="3610445"/>
            <a:ext cx="527100" cy="337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6</a:t>
            </a:r>
            <a:r>
              <a:rPr lang="en-GB" sz="1600">
                <a:solidFill>
                  <a:srgbClr val="000000"/>
                </a:solidFill>
                <a:latin typeface="Lexend"/>
                <a:ea typeface="Lexend"/>
                <a:cs typeface="Lexend"/>
                <a:sym typeface="Lexend"/>
              </a:rPr>
              <a:t> m </a:t>
            </a:r>
            <a:endParaRPr sz="1600">
              <a:solidFill>
                <a:srgbClr val="000000"/>
              </a:solidFill>
              <a:latin typeface="Lexend"/>
              <a:ea typeface="Lexend"/>
              <a:cs typeface="Lexend"/>
              <a:sym typeface="Lexend"/>
            </a:endParaRPr>
          </a:p>
        </p:txBody>
      </p:sp>
      <p:sp>
        <p:nvSpPr>
          <p:cNvPr id="1261" name="Google Shape;1261;p78"/>
          <p:cNvSpPr txBox="1"/>
          <p:nvPr>
            <p:ph idx="1" type="body"/>
          </p:nvPr>
        </p:nvSpPr>
        <p:spPr>
          <a:xfrm>
            <a:off x="3898650" y="1300900"/>
            <a:ext cx="4836900" cy="613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We have a </a:t>
            </a:r>
            <a:r>
              <a:rPr lang="en-GB" sz="1600">
                <a:solidFill>
                  <a:schemeClr val="accent4"/>
                </a:solidFill>
              </a:rPr>
              <a:t>right-angle</a:t>
            </a:r>
            <a:r>
              <a:rPr lang="en-GB" sz="1600"/>
              <a:t> and we know the lengths of the </a:t>
            </a:r>
            <a:r>
              <a:rPr lang="en-GB" sz="1600">
                <a:solidFill>
                  <a:schemeClr val="accent4"/>
                </a:solidFill>
              </a:rPr>
              <a:t>hypotenuse</a:t>
            </a:r>
            <a:r>
              <a:rPr lang="en-GB" sz="1600"/>
              <a:t> and another </a:t>
            </a:r>
            <a:r>
              <a:rPr lang="en-GB" sz="1600">
                <a:solidFill>
                  <a:schemeClr val="accent4"/>
                </a:solidFill>
              </a:rPr>
              <a:t>side</a:t>
            </a:r>
            <a:r>
              <a:rPr lang="en-GB" sz="1600"/>
              <a:t> (</a:t>
            </a:r>
            <a:r>
              <a:rPr lang="en-GB" sz="1600">
                <a:solidFill>
                  <a:schemeClr val="accent4"/>
                </a:solidFill>
              </a:rPr>
              <a:t>RHS</a:t>
            </a:r>
            <a:r>
              <a:rPr lang="en-GB" sz="1600"/>
              <a:t>).</a:t>
            </a:r>
            <a:endParaRPr sz="1600"/>
          </a:p>
        </p:txBody>
      </p:sp>
      <p:sp>
        <p:nvSpPr>
          <p:cNvPr id="1262" name="Google Shape;1262;p78"/>
          <p:cNvSpPr txBox="1"/>
          <p:nvPr>
            <p:ph idx="1" type="body"/>
          </p:nvPr>
        </p:nvSpPr>
        <p:spPr>
          <a:xfrm>
            <a:off x="4181679" y="2209857"/>
            <a:ext cx="3803100" cy="613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If the lengths were the same then we could prove that they are congruent</a:t>
            </a:r>
            <a:r>
              <a:rPr lang="en-GB" sz="1600"/>
              <a:t>.</a:t>
            </a:r>
            <a:endParaRPr sz="1600"/>
          </a:p>
        </p:txBody>
      </p:sp>
      <p:sp>
        <p:nvSpPr>
          <p:cNvPr id="1263" name="Google Shape;1263;p78"/>
          <p:cNvSpPr txBox="1"/>
          <p:nvPr>
            <p:ph idx="1" type="body"/>
          </p:nvPr>
        </p:nvSpPr>
        <p:spPr>
          <a:xfrm>
            <a:off x="4114800" y="3058943"/>
            <a:ext cx="3206100" cy="866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That would mean that the triangles have the same angles and there is only one possible length for the third edge.</a:t>
            </a:r>
            <a:endParaRPr sz="1600"/>
          </a:p>
        </p:txBody>
      </p:sp>
      <p:pic>
        <p:nvPicPr>
          <p:cNvPr id="1264" name="Google Shape;1264;p78"/>
          <p:cNvPicPr preferRelativeResize="0"/>
          <p:nvPr/>
        </p:nvPicPr>
        <p:blipFill>
          <a:blip r:embed="rId5">
            <a:alphaModFix/>
          </a:blip>
          <a:stretch>
            <a:fillRect/>
          </a:stretch>
        </p:blipFill>
        <p:spPr>
          <a:xfrm>
            <a:off x="7626846" y="2930111"/>
            <a:ext cx="470694" cy="542829"/>
          </a:xfrm>
          <a:prstGeom prst="rect">
            <a:avLst/>
          </a:prstGeom>
          <a:noFill/>
          <a:ln>
            <a:noFill/>
          </a:ln>
        </p:spPr>
      </p:pic>
      <p:pic>
        <p:nvPicPr>
          <p:cNvPr id="1265" name="Google Shape;1265;p78"/>
          <p:cNvPicPr preferRelativeResize="0"/>
          <p:nvPr/>
        </p:nvPicPr>
        <p:blipFill>
          <a:blip r:embed="rId6">
            <a:alphaModFix/>
          </a:blip>
          <a:stretch>
            <a:fillRect/>
          </a:stretch>
        </p:blipFill>
        <p:spPr>
          <a:xfrm flipH="1">
            <a:off x="8257488" y="2079799"/>
            <a:ext cx="440506" cy="550842"/>
          </a:xfrm>
          <a:prstGeom prst="rect">
            <a:avLst/>
          </a:prstGeom>
          <a:noFill/>
          <a:ln>
            <a:noFill/>
          </a:ln>
        </p:spPr>
      </p:pic>
      <p:pic>
        <p:nvPicPr>
          <p:cNvPr id="1266" name="Google Shape;1266;p78"/>
          <p:cNvPicPr preferRelativeResize="0"/>
          <p:nvPr/>
        </p:nvPicPr>
        <p:blipFill>
          <a:blip r:embed="rId7">
            <a:alphaModFix/>
          </a:blip>
          <a:stretch>
            <a:fillRect/>
          </a:stretch>
        </p:blipFill>
        <p:spPr>
          <a:xfrm flipH="1">
            <a:off x="7305781" y="3949295"/>
            <a:ext cx="489317" cy="640853"/>
          </a:xfrm>
          <a:prstGeom prst="rect">
            <a:avLst/>
          </a:prstGeom>
          <a:noFill/>
          <a:ln>
            <a:noFill/>
          </a:ln>
        </p:spPr>
      </p:pic>
      <p:sp>
        <p:nvSpPr>
          <p:cNvPr id="1267" name="Google Shape;1267;p78"/>
          <p:cNvSpPr txBox="1"/>
          <p:nvPr>
            <p:ph idx="1" type="body"/>
          </p:nvPr>
        </p:nvSpPr>
        <p:spPr>
          <a:xfrm>
            <a:off x="7594761" y="3485796"/>
            <a:ext cx="687300" cy="306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Alex</a:t>
            </a:r>
            <a:endParaRPr sz="16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6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3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6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5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6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59"/>
                                        </p:tgtEl>
                                        <p:attrNameLst>
                                          <p:attrName>style.visibility</p:attrName>
                                        </p:attrNameLst>
                                      </p:cBhvr>
                                      <p:to>
                                        <p:strVal val="visible"/>
                                      </p:to>
                                    </p:set>
                                  </p:childTnLst>
                                </p:cTn>
                              </p:par>
                              <p:par>
                                <p:cTn fill="hold" nodeType="withEffect" presetClass="exit" presetID="1" presetSubtype="0">
                                  <p:stCondLst>
                                    <p:cond delay="0"/>
                                  </p:stCondLst>
                                  <p:childTnLst>
                                    <p:set>
                                      <p:cBhvr>
                                        <p:cTn dur="1" fill="hold">
                                          <p:stCondLst>
                                            <p:cond delay="0"/>
                                          </p:stCondLst>
                                        </p:cTn>
                                        <p:tgtEl>
                                          <p:spTgt spid="1245"/>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246"/>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244"/>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6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2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1" name="Shape 1271"/>
        <p:cNvGrpSpPr/>
        <p:nvPr/>
      </p:nvGrpSpPr>
      <p:grpSpPr>
        <a:xfrm>
          <a:off x="0" y="0"/>
          <a:ext cx="0" cy="0"/>
          <a:chOff x="0" y="0"/>
          <a:chExt cx="0" cy="0"/>
        </a:xfrm>
      </p:grpSpPr>
      <p:pic>
        <p:nvPicPr>
          <p:cNvPr id="1272" name="Google Shape;1272;p79"/>
          <p:cNvPicPr preferRelativeResize="0"/>
          <p:nvPr/>
        </p:nvPicPr>
        <p:blipFill rotWithShape="1">
          <a:blip r:embed="rId3">
            <a:alphaModFix/>
          </a:blip>
          <a:srcRect b="4760" l="40550" r="0" t="13015"/>
          <a:stretch/>
        </p:blipFill>
        <p:spPr>
          <a:xfrm flipH="1">
            <a:off x="4393076" y="3283625"/>
            <a:ext cx="3090924" cy="1189651"/>
          </a:xfrm>
          <a:prstGeom prst="rect">
            <a:avLst/>
          </a:prstGeom>
          <a:noFill/>
          <a:ln>
            <a:noFill/>
          </a:ln>
        </p:spPr>
      </p:pic>
      <p:pic>
        <p:nvPicPr>
          <p:cNvPr id="1273" name="Google Shape;1273;p79"/>
          <p:cNvPicPr preferRelativeResize="0"/>
          <p:nvPr/>
        </p:nvPicPr>
        <p:blipFill>
          <a:blip r:embed="rId4">
            <a:alphaModFix/>
          </a:blip>
          <a:stretch>
            <a:fillRect/>
          </a:stretch>
        </p:blipFill>
        <p:spPr>
          <a:xfrm flipH="1">
            <a:off x="3075225" y="1170700"/>
            <a:ext cx="5698975" cy="834825"/>
          </a:xfrm>
          <a:prstGeom prst="rect">
            <a:avLst/>
          </a:prstGeom>
          <a:noFill/>
          <a:ln>
            <a:noFill/>
          </a:ln>
        </p:spPr>
      </p:pic>
      <p:sp>
        <p:nvSpPr>
          <p:cNvPr id="1274" name="Google Shape;1274;p7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Identifying similar triangles</a:t>
            </a:r>
            <a:endParaRPr/>
          </a:p>
        </p:txBody>
      </p:sp>
      <p:sp>
        <p:nvSpPr>
          <p:cNvPr id="1275" name="Google Shape;1275;p79"/>
          <p:cNvSpPr txBox="1"/>
          <p:nvPr>
            <p:ph idx="1" type="body"/>
          </p:nvPr>
        </p:nvSpPr>
        <p:spPr>
          <a:xfrm>
            <a:off x="324000" y="759300"/>
            <a:ext cx="8496000" cy="376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900"/>
              <a:t>Is there enough information to determine that the triangles are similar?</a:t>
            </a:r>
            <a:endParaRPr sz="1900"/>
          </a:p>
          <a:p>
            <a:pPr indent="0" lvl="0" marL="0" rtl="0" algn="l">
              <a:spcBef>
                <a:spcPts val="1000"/>
              </a:spcBef>
              <a:spcAft>
                <a:spcPts val="1000"/>
              </a:spcAft>
              <a:buNone/>
            </a:pPr>
            <a:r>
              <a:t/>
            </a:r>
            <a:endParaRPr sz="2000"/>
          </a:p>
        </p:txBody>
      </p:sp>
      <p:sp>
        <p:nvSpPr>
          <p:cNvPr id="1276" name="Google Shape;1276;p79"/>
          <p:cNvSpPr txBox="1"/>
          <p:nvPr>
            <p:ph idx="1" type="body"/>
          </p:nvPr>
        </p:nvSpPr>
        <p:spPr>
          <a:xfrm>
            <a:off x="8274467" y="2646275"/>
            <a:ext cx="687300" cy="306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Jun</a:t>
            </a:r>
            <a:endParaRPr sz="1600"/>
          </a:p>
        </p:txBody>
      </p:sp>
      <p:sp>
        <p:nvSpPr>
          <p:cNvPr id="1277" name="Google Shape;1277;p79"/>
          <p:cNvSpPr txBox="1"/>
          <p:nvPr>
            <p:ph idx="1" type="body"/>
          </p:nvPr>
        </p:nvSpPr>
        <p:spPr>
          <a:xfrm>
            <a:off x="7278561" y="4573046"/>
            <a:ext cx="687300" cy="306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Laura</a:t>
            </a:r>
            <a:endParaRPr sz="1600"/>
          </a:p>
        </p:txBody>
      </p:sp>
      <p:grpSp>
        <p:nvGrpSpPr>
          <p:cNvPr id="1278" name="Google Shape;1278;p79"/>
          <p:cNvGrpSpPr/>
          <p:nvPr/>
        </p:nvGrpSpPr>
        <p:grpSpPr>
          <a:xfrm>
            <a:off x="720862" y="1497191"/>
            <a:ext cx="1533628" cy="866827"/>
            <a:chOff x="720862" y="1725791"/>
            <a:chExt cx="1533628" cy="866827"/>
          </a:xfrm>
        </p:grpSpPr>
        <p:sp>
          <p:nvSpPr>
            <p:cNvPr id="1279" name="Google Shape;1279;p79"/>
            <p:cNvSpPr/>
            <p:nvPr/>
          </p:nvSpPr>
          <p:spPr>
            <a:xfrm flipH="1">
              <a:off x="784871" y="1794805"/>
              <a:ext cx="1361100" cy="796200"/>
            </a:xfrm>
            <a:prstGeom prst="rtTriangle">
              <a:avLst/>
            </a:prstGeom>
            <a:solidFill>
              <a:srgbClr val="F3EEFB"/>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280" name="Google Shape;1280;p79"/>
            <p:cNvSpPr/>
            <p:nvPr/>
          </p:nvSpPr>
          <p:spPr>
            <a:xfrm>
              <a:off x="2005792" y="2457618"/>
              <a:ext cx="135000" cy="1350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1281" name="Google Shape;1281;p79"/>
            <p:cNvGrpSpPr/>
            <p:nvPr/>
          </p:nvGrpSpPr>
          <p:grpSpPr>
            <a:xfrm flipH="1" rot="10800000">
              <a:off x="720862" y="1725791"/>
              <a:ext cx="1533628" cy="858781"/>
              <a:chOff x="4718423" y="3703451"/>
              <a:chExt cx="1457544" cy="816177"/>
            </a:xfrm>
          </p:grpSpPr>
          <p:cxnSp>
            <p:nvCxnSpPr>
              <p:cNvPr id="1282" name="Google Shape;1282;p79"/>
              <p:cNvCxnSpPr/>
              <p:nvPr/>
            </p:nvCxnSpPr>
            <p:spPr>
              <a:xfrm>
                <a:off x="6175967" y="3703451"/>
                <a:ext cx="0" cy="786000"/>
              </a:xfrm>
              <a:prstGeom prst="straightConnector1">
                <a:avLst/>
              </a:prstGeom>
              <a:noFill/>
              <a:ln cap="flat" cmpd="sng" w="28575">
                <a:solidFill>
                  <a:srgbClr val="000000"/>
                </a:solidFill>
                <a:prstDash val="solid"/>
                <a:round/>
                <a:headEnd len="med" w="med" type="triangle"/>
                <a:tailEnd len="med" w="med" type="triangle"/>
              </a:ln>
            </p:spPr>
          </p:cxnSp>
          <p:cxnSp>
            <p:nvCxnSpPr>
              <p:cNvPr id="1283" name="Google Shape;1283;p79"/>
              <p:cNvCxnSpPr/>
              <p:nvPr/>
            </p:nvCxnSpPr>
            <p:spPr>
              <a:xfrm>
                <a:off x="4718423" y="3763028"/>
                <a:ext cx="1293600" cy="756600"/>
              </a:xfrm>
              <a:prstGeom prst="straightConnector1">
                <a:avLst/>
              </a:prstGeom>
              <a:noFill/>
              <a:ln cap="flat" cmpd="sng" w="28575">
                <a:solidFill>
                  <a:srgbClr val="000000"/>
                </a:solidFill>
                <a:prstDash val="solid"/>
                <a:round/>
                <a:headEnd len="med" w="med" type="triangle"/>
                <a:tailEnd len="med" w="med" type="triangle"/>
              </a:ln>
            </p:spPr>
          </p:cxnSp>
        </p:grpSp>
      </p:grpSp>
      <p:sp>
        <p:nvSpPr>
          <p:cNvPr id="1284" name="Google Shape;1284;p79"/>
          <p:cNvSpPr txBox="1"/>
          <p:nvPr/>
        </p:nvSpPr>
        <p:spPr>
          <a:xfrm>
            <a:off x="2292322" y="1874104"/>
            <a:ext cx="396600" cy="275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4</a:t>
            </a:r>
            <a:r>
              <a:rPr lang="en-GB" sz="1600">
                <a:solidFill>
                  <a:srgbClr val="000000"/>
                </a:solidFill>
                <a:latin typeface="Lexend"/>
                <a:ea typeface="Lexend"/>
                <a:cs typeface="Lexend"/>
                <a:sym typeface="Lexend"/>
              </a:rPr>
              <a:t> m </a:t>
            </a:r>
            <a:endParaRPr sz="1600">
              <a:solidFill>
                <a:srgbClr val="000000"/>
              </a:solidFill>
              <a:latin typeface="Lexend"/>
              <a:ea typeface="Lexend"/>
              <a:cs typeface="Lexend"/>
              <a:sym typeface="Lexend"/>
            </a:endParaRPr>
          </a:p>
        </p:txBody>
      </p:sp>
      <p:sp>
        <p:nvSpPr>
          <p:cNvPr id="1285" name="Google Shape;1285;p79"/>
          <p:cNvSpPr txBox="1"/>
          <p:nvPr/>
        </p:nvSpPr>
        <p:spPr>
          <a:xfrm>
            <a:off x="1122413" y="1596587"/>
            <a:ext cx="527100" cy="337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6</a:t>
            </a:r>
            <a:r>
              <a:rPr lang="en-GB" sz="1600">
                <a:solidFill>
                  <a:srgbClr val="000000"/>
                </a:solidFill>
                <a:latin typeface="Lexend"/>
                <a:ea typeface="Lexend"/>
                <a:cs typeface="Lexend"/>
                <a:sym typeface="Lexend"/>
              </a:rPr>
              <a:t> m </a:t>
            </a:r>
            <a:endParaRPr sz="1600">
              <a:solidFill>
                <a:srgbClr val="000000"/>
              </a:solidFill>
              <a:latin typeface="Lexend"/>
              <a:ea typeface="Lexend"/>
              <a:cs typeface="Lexend"/>
              <a:sym typeface="Lexend"/>
            </a:endParaRPr>
          </a:p>
        </p:txBody>
      </p:sp>
      <p:sp>
        <p:nvSpPr>
          <p:cNvPr id="1286" name="Google Shape;1286;p79"/>
          <p:cNvSpPr txBox="1"/>
          <p:nvPr/>
        </p:nvSpPr>
        <p:spPr>
          <a:xfrm>
            <a:off x="3229647" y="3604342"/>
            <a:ext cx="669000" cy="306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8</a:t>
            </a:r>
            <a:r>
              <a:rPr lang="en-GB" sz="1600">
                <a:solidFill>
                  <a:srgbClr val="000000"/>
                </a:solidFill>
                <a:latin typeface="Lexend"/>
                <a:ea typeface="Lexend"/>
                <a:cs typeface="Lexend"/>
                <a:sym typeface="Lexend"/>
              </a:rPr>
              <a:t> m </a:t>
            </a:r>
            <a:endParaRPr sz="1600">
              <a:solidFill>
                <a:srgbClr val="000000"/>
              </a:solidFill>
              <a:latin typeface="Lexend"/>
              <a:ea typeface="Lexend"/>
              <a:cs typeface="Lexend"/>
              <a:sym typeface="Lexend"/>
            </a:endParaRPr>
          </a:p>
        </p:txBody>
      </p:sp>
      <p:sp>
        <p:nvSpPr>
          <p:cNvPr id="1287" name="Google Shape;1287;p79"/>
          <p:cNvSpPr txBox="1"/>
          <p:nvPr/>
        </p:nvSpPr>
        <p:spPr>
          <a:xfrm>
            <a:off x="1277975" y="3320552"/>
            <a:ext cx="476400" cy="306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12</a:t>
            </a:r>
            <a:r>
              <a:rPr lang="en-GB" sz="1600">
                <a:solidFill>
                  <a:srgbClr val="000000"/>
                </a:solidFill>
                <a:latin typeface="Lexend"/>
                <a:ea typeface="Lexend"/>
                <a:cs typeface="Lexend"/>
                <a:sym typeface="Lexend"/>
              </a:rPr>
              <a:t> m </a:t>
            </a:r>
            <a:endParaRPr sz="1600">
              <a:solidFill>
                <a:srgbClr val="000000"/>
              </a:solidFill>
              <a:latin typeface="Lexend"/>
              <a:ea typeface="Lexend"/>
              <a:cs typeface="Lexend"/>
              <a:sym typeface="Lexend"/>
            </a:endParaRPr>
          </a:p>
        </p:txBody>
      </p:sp>
      <p:grpSp>
        <p:nvGrpSpPr>
          <p:cNvPr id="1288" name="Google Shape;1288;p79"/>
          <p:cNvGrpSpPr/>
          <p:nvPr/>
        </p:nvGrpSpPr>
        <p:grpSpPr>
          <a:xfrm>
            <a:off x="537680" y="2902660"/>
            <a:ext cx="2624921" cy="1512539"/>
            <a:chOff x="537680" y="3131260"/>
            <a:chExt cx="2624921" cy="1512539"/>
          </a:xfrm>
        </p:grpSpPr>
        <p:grpSp>
          <p:nvGrpSpPr>
            <p:cNvPr id="1289" name="Google Shape;1289;p79"/>
            <p:cNvGrpSpPr/>
            <p:nvPr/>
          </p:nvGrpSpPr>
          <p:grpSpPr>
            <a:xfrm>
              <a:off x="537680" y="3131260"/>
              <a:ext cx="2624921" cy="1512539"/>
              <a:chOff x="537680" y="3131260"/>
              <a:chExt cx="2624921" cy="1512539"/>
            </a:xfrm>
          </p:grpSpPr>
          <p:sp>
            <p:nvSpPr>
              <p:cNvPr id="1290" name="Google Shape;1290;p79"/>
              <p:cNvSpPr/>
              <p:nvPr/>
            </p:nvSpPr>
            <p:spPr>
              <a:xfrm flipH="1">
                <a:off x="650784" y="3214426"/>
                <a:ext cx="2397300" cy="1402200"/>
              </a:xfrm>
              <a:prstGeom prst="rtTriangle">
                <a:avLst/>
              </a:prstGeom>
              <a:solidFill>
                <a:srgbClr val="F3EEFB"/>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1291" name="Google Shape;1291;p79"/>
              <p:cNvGrpSpPr/>
              <p:nvPr/>
            </p:nvGrpSpPr>
            <p:grpSpPr>
              <a:xfrm flipH="1" rot="10800000">
                <a:off x="537680" y="3131260"/>
                <a:ext cx="2624921" cy="1512539"/>
                <a:chOff x="4718423" y="3703451"/>
                <a:chExt cx="1416426" cy="816177"/>
              </a:xfrm>
            </p:grpSpPr>
            <p:cxnSp>
              <p:nvCxnSpPr>
                <p:cNvPr id="1292" name="Google Shape;1292;p79"/>
                <p:cNvCxnSpPr/>
                <p:nvPr/>
              </p:nvCxnSpPr>
              <p:spPr>
                <a:xfrm>
                  <a:off x="6134849" y="3703451"/>
                  <a:ext cx="0" cy="786000"/>
                </a:xfrm>
                <a:prstGeom prst="straightConnector1">
                  <a:avLst/>
                </a:prstGeom>
                <a:noFill/>
                <a:ln cap="flat" cmpd="sng" w="28575">
                  <a:solidFill>
                    <a:srgbClr val="000000"/>
                  </a:solidFill>
                  <a:prstDash val="solid"/>
                  <a:round/>
                  <a:headEnd len="med" w="med" type="triangle"/>
                  <a:tailEnd len="med" w="med" type="triangle"/>
                </a:ln>
              </p:spPr>
            </p:cxnSp>
            <p:cxnSp>
              <p:nvCxnSpPr>
                <p:cNvPr id="1293" name="Google Shape;1293;p79"/>
                <p:cNvCxnSpPr/>
                <p:nvPr/>
              </p:nvCxnSpPr>
              <p:spPr>
                <a:xfrm>
                  <a:off x="4718423" y="3763028"/>
                  <a:ext cx="1293600" cy="756600"/>
                </a:xfrm>
                <a:prstGeom prst="straightConnector1">
                  <a:avLst/>
                </a:prstGeom>
                <a:noFill/>
                <a:ln cap="flat" cmpd="sng" w="28575">
                  <a:solidFill>
                    <a:srgbClr val="000000"/>
                  </a:solidFill>
                  <a:prstDash val="solid"/>
                  <a:round/>
                  <a:headEnd len="med" w="med" type="triangle"/>
                  <a:tailEnd len="med" w="med" type="triangle"/>
                </a:ln>
              </p:spPr>
            </p:cxnSp>
          </p:grpSp>
        </p:grpSp>
        <p:sp>
          <p:nvSpPr>
            <p:cNvPr id="1294" name="Google Shape;1294;p79"/>
            <p:cNvSpPr/>
            <p:nvPr/>
          </p:nvSpPr>
          <p:spPr>
            <a:xfrm>
              <a:off x="2912526" y="4475001"/>
              <a:ext cx="135000" cy="1350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1295" name="Google Shape;1295;p79"/>
          <p:cNvSpPr txBox="1"/>
          <p:nvPr>
            <p:ph idx="1" type="body"/>
          </p:nvPr>
        </p:nvSpPr>
        <p:spPr>
          <a:xfrm>
            <a:off x="3135100" y="1224700"/>
            <a:ext cx="5638500" cy="613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The two known lengths of the large triangle are both double their corresponding lengths in the small triangle</a:t>
            </a:r>
            <a:r>
              <a:rPr lang="en-GB" sz="1600"/>
              <a:t>.</a:t>
            </a:r>
            <a:endParaRPr sz="1600"/>
          </a:p>
        </p:txBody>
      </p:sp>
      <p:sp>
        <p:nvSpPr>
          <p:cNvPr id="1296" name="Google Shape;1296;p79"/>
          <p:cNvSpPr txBox="1"/>
          <p:nvPr>
            <p:ph idx="1" type="body"/>
          </p:nvPr>
        </p:nvSpPr>
        <p:spPr>
          <a:xfrm>
            <a:off x="3734750" y="2057450"/>
            <a:ext cx="4010400" cy="806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We can use RHS to establish that there is only one possible length for the remaining edge in the large triangle.</a:t>
            </a:r>
            <a:endParaRPr sz="1600"/>
          </a:p>
        </p:txBody>
      </p:sp>
      <p:sp>
        <p:nvSpPr>
          <p:cNvPr id="1297" name="Google Shape;1297;p79"/>
          <p:cNvSpPr txBox="1"/>
          <p:nvPr>
            <p:ph idx="1" type="body"/>
          </p:nvPr>
        </p:nvSpPr>
        <p:spPr>
          <a:xfrm>
            <a:off x="4495800" y="3396750"/>
            <a:ext cx="2862900" cy="806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Therefore this edge must also be twice the length of its corresponding edge.</a:t>
            </a:r>
            <a:endParaRPr sz="1600"/>
          </a:p>
        </p:txBody>
      </p:sp>
      <p:pic>
        <p:nvPicPr>
          <p:cNvPr id="1298" name="Google Shape;1298;p79"/>
          <p:cNvPicPr preferRelativeResize="0"/>
          <p:nvPr/>
        </p:nvPicPr>
        <p:blipFill>
          <a:blip r:embed="rId5">
            <a:alphaModFix/>
          </a:blip>
          <a:stretch>
            <a:fillRect/>
          </a:stretch>
        </p:blipFill>
        <p:spPr>
          <a:xfrm>
            <a:off x="7626846" y="2930111"/>
            <a:ext cx="470694" cy="542829"/>
          </a:xfrm>
          <a:prstGeom prst="rect">
            <a:avLst/>
          </a:prstGeom>
          <a:noFill/>
          <a:ln>
            <a:noFill/>
          </a:ln>
        </p:spPr>
      </p:pic>
      <p:pic>
        <p:nvPicPr>
          <p:cNvPr id="1299" name="Google Shape;1299;p79"/>
          <p:cNvPicPr preferRelativeResize="0"/>
          <p:nvPr/>
        </p:nvPicPr>
        <p:blipFill>
          <a:blip r:embed="rId6">
            <a:alphaModFix/>
          </a:blip>
          <a:stretch>
            <a:fillRect/>
          </a:stretch>
        </p:blipFill>
        <p:spPr>
          <a:xfrm flipH="1">
            <a:off x="8257488" y="2079799"/>
            <a:ext cx="440506" cy="550842"/>
          </a:xfrm>
          <a:prstGeom prst="rect">
            <a:avLst/>
          </a:prstGeom>
          <a:noFill/>
          <a:ln>
            <a:noFill/>
          </a:ln>
        </p:spPr>
      </p:pic>
      <p:pic>
        <p:nvPicPr>
          <p:cNvPr id="1300" name="Google Shape;1300;p79"/>
          <p:cNvPicPr preferRelativeResize="0"/>
          <p:nvPr/>
        </p:nvPicPr>
        <p:blipFill>
          <a:blip r:embed="rId7">
            <a:alphaModFix/>
          </a:blip>
          <a:stretch>
            <a:fillRect/>
          </a:stretch>
        </p:blipFill>
        <p:spPr>
          <a:xfrm flipH="1">
            <a:off x="7305781" y="3949295"/>
            <a:ext cx="489317" cy="640853"/>
          </a:xfrm>
          <a:prstGeom prst="rect">
            <a:avLst/>
          </a:prstGeom>
          <a:noFill/>
          <a:ln>
            <a:noFill/>
          </a:ln>
        </p:spPr>
      </p:pic>
      <p:sp>
        <p:nvSpPr>
          <p:cNvPr id="1301" name="Google Shape;1301;p79"/>
          <p:cNvSpPr txBox="1"/>
          <p:nvPr>
            <p:ph idx="1" type="body"/>
          </p:nvPr>
        </p:nvSpPr>
        <p:spPr>
          <a:xfrm>
            <a:off x="7594761" y="3485796"/>
            <a:ext cx="687300" cy="306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Alex</a:t>
            </a:r>
            <a:endParaRPr sz="1600"/>
          </a:p>
        </p:txBody>
      </p:sp>
      <p:cxnSp>
        <p:nvCxnSpPr>
          <p:cNvPr id="1302" name="Google Shape;1302;p79"/>
          <p:cNvCxnSpPr>
            <a:stCxn id="1284" idx="2"/>
          </p:cNvCxnSpPr>
          <p:nvPr/>
        </p:nvCxnSpPr>
        <p:spPr>
          <a:xfrm>
            <a:off x="2490622" y="2149204"/>
            <a:ext cx="813300" cy="1471800"/>
          </a:xfrm>
          <a:prstGeom prst="straightConnector1">
            <a:avLst/>
          </a:prstGeom>
          <a:noFill/>
          <a:ln cap="flat" cmpd="sng" w="38100">
            <a:solidFill>
              <a:schemeClr val="accent4"/>
            </a:solidFill>
            <a:prstDash val="solid"/>
            <a:round/>
            <a:headEnd len="med" w="med" type="none"/>
            <a:tailEnd len="med" w="med" type="triangle"/>
          </a:ln>
        </p:spPr>
      </p:cxnSp>
      <p:cxnSp>
        <p:nvCxnSpPr>
          <p:cNvPr id="1303" name="Google Shape;1303;p79"/>
          <p:cNvCxnSpPr>
            <a:stCxn id="1304" idx="2"/>
            <a:endCxn id="1305" idx="0"/>
          </p:cNvCxnSpPr>
          <p:nvPr/>
        </p:nvCxnSpPr>
        <p:spPr>
          <a:xfrm>
            <a:off x="1677311" y="2666745"/>
            <a:ext cx="534300" cy="1804200"/>
          </a:xfrm>
          <a:prstGeom prst="straightConnector1">
            <a:avLst/>
          </a:prstGeom>
          <a:noFill/>
          <a:ln cap="flat" cmpd="sng" w="38100">
            <a:solidFill>
              <a:schemeClr val="accent4"/>
            </a:solidFill>
            <a:prstDash val="solid"/>
            <a:round/>
            <a:headEnd len="med" w="med" type="none"/>
            <a:tailEnd len="med" w="med" type="triangle"/>
          </a:ln>
        </p:spPr>
      </p:cxnSp>
      <p:cxnSp>
        <p:nvCxnSpPr>
          <p:cNvPr id="1306" name="Google Shape;1306;p79"/>
          <p:cNvCxnSpPr/>
          <p:nvPr/>
        </p:nvCxnSpPr>
        <p:spPr>
          <a:xfrm rot="10800000">
            <a:off x="791200" y="2466661"/>
            <a:ext cx="1353300" cy="0"/>
          </a:xfrm>
          <a:prstGeom prst="straightConnector1">
            <a:avLst/>
          </a:prstGeom>
          <a:noFill/>
          <a:ln cap="flat" cmpd="sng" w="28575">
            <a:solidFill>
              <a:srgbClr val="000000"/>
            </a:solidFill>
            <a:prstDash val="solid"/>
            <a:round/>
            <a:headEnd len="med" w="med" type="triangle"/>
            <a:tailEnd len="med" w="med" type="triangle"/>
          </a:ln>
        </p:spPr>
      </p:cxnSp>
      <p:sp>
        <p:nvSpPr>
          <p:cNvPr id="1304" name="Google Shape;1304;p79"/>
          <p:cNvSpPr txBox="1"/>
          <p:nvPr/>
        </p:nvSpPr>
        <p:spPr>
          <a:xfrm>
            <a:off x="1479011" y="2391645"/>
            <a:ext cx="396600" cy="275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i="1" lang="en-GB" sz="1800">
                <a:latin typeface="Times New Roman"/>
                <a:ea typeface="Times New Roman"/>
                <a:cs typeface="Times New Roman"/>
                <a:sym typeface="Times New Roman"/>
              </a:rPr>
              <a:t>x</a:t>
            </a:r>
            <a:r>
              <a:rPr lang="en-GB" sz="1600">
                <a:solidFill>
                  <a:srgbClr val="000000"/>
                </a:solidFill>
                <a:latin typeface="Lexend"/>
                <a:ea typeface="Lexend"/>
                <a:cs typeface="Lexend"/>
                <a:sym typeface="Lexend"/>
              </a:rPr>
              <a:t> m </a:t>
            </a:r>
            <a:endParaRPr sz="1600">
              <a:solidFill>
                <a:srgbClr val="000000"/>
              </a:solidFill>
              <a:latin typeface="Lexend"/>
              <a:ea typeface="Lexend"/>
              <a:cs typeface="Lexend"/>
              <a:sym typeface="Lexend"/>
            </a:endParaRPr>
          </a:p>
        </p:txBody>
      </p:sp>
      <p:cxnSp>
        <p:nvCxnSpPr>
          <p:cNvPr id="1307" name="Google Shape;1307;p79"/>
          <p:cNvCxnSpPr/>
          <p:nvPr/>
        </p:nvCxnSpPr>
        <p:spPr>
          <a:xfrm>
            <a:off x="1233275" y="1859552"/>
            <a:ext cx="149100" cy="1467600"/>
          </a:xfrm>
          <a:prstGeom prst="straightConnector1">
            <a:avLst/>
          </a:prstGeom>
          <a:noFill/>
          <a:ln cap="flat" cmpd="sng" w="38100">
            <a:solidFill>
              <a:schemeClr val="accent4"/>
            </a:solidFill>
            <a:prstDash val="solid"/>
            <a:round/>
            <a:headEnd len="med" w="med" type="none"/>
            <a:tailEnd len="med" w="med" type="triangle"/>
          </a:ln>
        </p:spPr>
      </p:cxnSp>
      <p:cxnSp>
        <p:nvCxnSpPr>
          <p:cNvPr id="1308" name="Google Shape;1308;p79"/>
          <p:cNvCxnSpPr/>
          <p:nvPr/>
        </p:nvCxnSpPr>
        <p:spPr>
          <a:xfrm rot="10800000">
            <a:off x="638725" y="4524050"/>
            <a:ext cx="2409300" cy="0"/>
          </a:xfrm>
          <a:prstGeom prst="straightConnector1">
            <a:avLst/>
          </a:prstGeom>
          <a:noFill/>
          <a:ln cap="flat" cmpd="sng" w="28575">
            <a:solidFill>
              <a:srgbClr val="000000"/>
            </a:solidFill>
            <a:prstDash val="solid"/>
            <a:round/>
            <a:headEnd len="med" w="med" type="triangle"/>
            <a:tailEnd len="med" w="med" type="triangle"/>
          </a:ln>
        </p:spPr>
      </p:cxnSp>
      <p:sp>
        <p:nvSpPr>
          <p:cNvPr id="1305" name="Google Shape;1305;p79"/>
          <p:cNvSpPr txBox="1"/>
          <p:nvPr/>
        </p:nvSpPr>
        <p:spPr>
          <a:xfrm>
            <a:off x="1936196" y="4470825"/>
            <a:ext cx="551100" cy="275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2</a:t>
            </a:r>
            <a:r>
              <a:rPr i="1" lang="en-GB" sz="1800">
                <a:latin typeface="Times New Roman"/>
                <a:ea typeface="Times New Roman"/>
                <a:cs typeface="Times New Roman"/>
                <a:sym typeface="Times New Roman"/>
              </a:rPr>
              <a:t>x</a:t>
            </a:r>
            <a:r>
              <a:rPr lang="en-GB" sz="1600">
                <a:solidFill>
                  <a:srgbClr val="000000"/>
                </a:solidFill>
                <a:latin typeface="Lexend"/>
                <a:ea typeface="Lexend"/>
                <a:cs typeface="Lexend"/>
                <a:sym typeface="Lexend"/>
              </a:rPr>
              <a:t> m </a:t>
            </a:r>
            <a:endParaRPr sz="1600">
              <a:solidFill>
                <a:srgbClr val="000000"/>
              </a:solidFill>
              <a:latin typeface="Lexend"/>
              <a:ea typeface="Lexend"/>
              <a:cs typeface="Lexend"/>
              <a:sym typeface="Lexend"/>
            </a:endParaRPr>
          </a:p>
        </p:txBody>
      </p:sp>
      <p:sp>
        <p:nvSpPr>
          <p:cNvPr id="1309" name="Google Shape;1309;p79"/>
          <p:cNvSpPr txBox="1"/>
          <p:nvPr/>
        </p:nvSpPr>
        <p:spPr>
          <a:xfrm>
            <a:off x="2747474" y="2404075"/>
            <a:ext cx="384300" cy="376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solidFill>
                  <a:schemeClr val="accent4"/>
                </a:solidFill>
                <a:latin typeface="Lexend"/>
                <a:ea typeface="Lexend"/>
                <a:cs typeface="Lexend"/>
                <a:sym typeface="Lexend"/>
              </a:rPr>
              <a:t>× 2</a:t>
            </a:r>
            <a:endParaRPr sz="1600">
              <a:solidFill>
                <a:schemeClr val="accent4"/>
              </a:solidFill>
              <a:latin typeface="Lexend"/>
              <a:ea typeface="Lexend"/>
              <a:cs typeface="Lexend"/>
              <a:sym typeface="Lexend"/>
            </a:endParaRPr>
          </a:p>
        </p:txBody>
      </p:sp>
      <p:sp>
        <p:nvSpPr>
          <p:cNvPr id="1310" name="Google Shape;1310;p79"/>
          <p:cNvSpPr txBox="1"/>
          <p:nvPr/>
        </p:nvSpPr>
        <p:spPr>
          <a:xfrm>
            <a:off x="1833074" y="2861275"/>
            <a:ext cx="384300" cy="376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solidFill>
                  <a:schemeClr val="accent4"/>
                </a:solidFill>
                <a:latin typeface="Lexend"/>
                <a:ea typeface="Lexend"/>
                <a:cs typeface="Lexend"/>
                <a:sym typeface="Lexend"/>
              </a:rPr>
              <a:t>× 2</a:t>
            </a:r>
            <a:endParaRPr sz="1600">
              <a:solidFill>
                <a:schemeClr val="accent4"/>
              </a:solidFill>
              <a:latin typeface="Lexend"/>
              <a:ea typeface="Lexend"/>
              <a:cs typeface="Lexend"/>
              <a:sym typeface="Lexend"/>
            </a:endParaRPr>
          </a:p>
        </p:txBody>
      </p:sp>
      <p:sp>
        <p:nvSpPr>
          <p:cNvPr id="1311" name="Google Shape;1311;p79"/>
          <p:cNvSpPr txBox="1"/>
          <p:nvPr/>
        </p:nvSpPr>
        <p:spPr>
          <a:xfrm>
            <a:off x="1005760" y="2627232"/>
            <a:ext cx="384300" cy="376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solidFill>
                  <a:schemeClr val="accent4"/>
                </a:solidFill>
                <a:latin typeface="Lexend"/>
                <a:ea typeface="Lexend"/>
                <a:cs typeface="Lexend"/>
                <a:sym typeface="Lexend"/>
              </a:rPr>
              <a:t>× 2</a:t>
            </a:r>
            <a:endParaRPr sz="1600">
              <a:solidFill>
                <a:schemeClr val="accent4"/>
              </a:solidFill>
              <a:latin typeface="Lexend"/>
              <a:ea typeface="Lexend"/>
              <a:cs typeface="Lexend"/>
              <a:sym typeface="Lexend"/>
            </a:endParaRPr>
          </a:p>
        </p:txBody>
      </p:sp>
      <p:pic>
        <p:nvPicPr>
          <p:cNvPr id="1312" name="Google Shape;1312;p79"/>
          <p:cNvPicPr preferRelativeResize="0"/>
          <p:nvPr/>
        </p:nvPicPr>
        <p:blipFill rotWithShape="1">
          <a:blip r:embed="rId3">
            <a:alphaModFix/>
          </a:blip>
          <a:srcRect b="4760" l="40550" r="0" t="13015"/>
          <a:stretch/>
        </p:blipFill>
        <p:spPr>
          <a:xfrm flipH="1">
            <a:off x="3593238" y="1976268"/>
            <a:ext cx="4299197" cy="1189651"/>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9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0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0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1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1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7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29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0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0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0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1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30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6" name="Shape 1316"/>
        <p:cNvGrpSpPr/>
        <p:nvPr/>
      </p:nvGrpSpPr>
      <p:grpSpPr>
        <a:xfrm>
          <a:off x="0" y="0"/>
          <a:ext cx="0" cy="0"/>
          <a:chOff x="0" y="0"/>
          <a:chExt cx="0" cy="0"/>
        </a:xfrm>
      </p:grpSpPr>
      <p:grpSp>
        <p:nvGrpSpPr>
          <p:cNvPr id="1317" name="Google Shape;1317;p80"/>
          <p:cNvGrpSpPr/>
          <p:nvPr/>
        </p:nvGrpSpPr>
        <p:grpSpPr>
          <a:xfrm flipH="1">
            <a:off x="5559871" y="1420224"/>
            <a:ext cx="2781253" cy="667911"/>
            <a:chOff x="402775" y="77554"/>
            <a:chExt cx="3996052" cy="848680"/>
          </a:xfrm>
        </p:grpSpPr>
        <p:grpSp>
          <p:nvGrpSpPr>
            <p:cNvPr id="1318" name="Google Shape;1318;p80"/>
            <p:cNvGrpSpPr/>
            <p:nvPr/>
          </p:nvGrpSpPr>
          <p:grpSpPr>
            <a:xfrm>
              <a:off x="402775" y="77554"/>
              <a:ext cx="3996052" cy="848680"/>
              <a:chOff x="402775" y="77554"/>
              <a:chExt cx="3996052" cy="848680"/>
            </a:xfrm>
          </p:grpSpPr>
          <p:pic>
            <p:nvPicPr>
              <p:cNvPr id="1319" name="Google Shape;1319;p80"/>
              <p:cNvPicPr preferRelativeResize="0"/>
              <p:nvPr/>
            </p:nvPicPr>
            <p:blipFill rotWithShape="1">
              <a:blip r:embed="rId3">
                <a:alphaModFix/>
              </a:blip>
              <a:srcRect b="30536" l="0" r="0" t="0"/>
              <a:stretch/>
            </p:blipFill>
            <p:spPr>
              <a:xfrm>
                <a:off x="402775" y="77554"/>
                <a:ext cx="3996052" cy="642450"/>
              </a:xfrm>
              <a:prstGeom prst="rect">
                <a:avLst/>
              </a:prstGeom>
              <a:noFill/>
              <a:ln>
                <a:noFill/>
              </a:ln>
            </p:spPr>
          </p:pic>
          <p:pic>
            <p:nvPicPr>
              <p:cNvPr id="1320" name="Google Shape;1320;p80"/>
              <p:cNvPicPr preferRelativeResize="0"/>
              <p:nvPr/>
            </p:nvPicPr>
            <p:blipFill rotWithShape="1">
              <a:blip r:embed="rId3">
                <a:alphaModFix/>
              </a:blip>
              <a:srcRect b="0" l="0" r="0" t="76845"/>
              <a:stretch/>
            </p:blipFill>
            <p:spPr>
              <a:xfrm>
                <a:off x="402775" y="712084"/>
                <a:ext cx="3996052" cy="214150"/>
              </a:xfrm>
              <a:prstGeom prst="rect">
                <a:avLst/>
              </a:prstGeom>
              <a:noFill/>
              <a:ln>
                <a:noFill/>
              </a:ln>
            </p:spPr>
          </p:pic>
          <p:sp>
            <p:nvSpPr>
              <p:cNvPr id="1321" name="Google Shape;1321;p80"/>
              <p:cNvSpPr/>
              <p:nvPr/>
            </p:nvSpPr>
            <p:spPr>
              <a:xfrm>
                <a:off x="476672" y="709050"/>
                <a:ext cx="468552" cy="7675"/>
              </a:xfrm>
              <a:custGeom>
                <a:rect b="b" l="l" r="r" t="t"/>
                <a:pathLst>
                  <a:path extrusionOk="0" h="307" w="2656">
                    <a:moveTo>
                      <a:pt x="0" y="307"/>
                    </a:moveTo>
                    <a:cubicBezTo>
                      <a:pt x="443" y="256"/>
                      <a:pt x="2213" y="51"/>
                      <a:pt x="2656" y="0"/>
                    </a:cubicBezTo>
                  </a:path>
                </a:pathLst>
              </a:custGeom>
              <a:noFill/>
              <a:ln cap="flat" cmpd="sng" w="19050">
                <a:solidFill>
                  <a:srgbClr val="000000"/>
                </a:solidFill>
                <a:prstDash val="solid"/>
                <a:round/>
                <a:headEnd len="med" w="med" type="none"/>
                <a:tailEnd len="med" w="med" type="none"/>
              </a:ln>
            </p:spPr>
          </p:sp>
        </p:grpSp>
        <p:sp>
          <p:nvSpPr>
            <p:cNvPr id="1322" name="Google Shape;1322;p80"/>
            <p:cNvSpPr/>
            <p:nvPr/>
          </p:nvSpPr>
          <p:spPr>
            <a:xfrm>
              <a:off x="1107425" y="709050"/>
              <a:ext cx="66400" cy="7675"/>
            </a:xfrm>
            <a:custGeom>
              <a:rect b="b" l="l" r="r" t="t"/>
              <a:pathLst>
                <a:path extrusionOk="0" h="307" w="2656">
                  <a:moveTo>
                    <a:pt x="0" y="307"/>
                  </a:moveTo>
                  <a:cubicBezTo>
                    <a:pt x="443" y="256"/>
                    <a:pt x="2213" y="51"/>
                    <a:pt x="2656" y="0"/>
                  </a:cubicBezTo>
                </a:path>
              </a:pathLst>
            </a:custGeom>
            <a:noFill/>
            <a:ln cap="flat" cmpd="sng" w="19050">
              <a:solidFill>
                <a:srgbClr val="000000"/>
              </a:solidFill>
              <a:prstDash val="solid"/>
              <a:round/>
              <a:headEnd len="med" w="med" type="none"/>
              <a:tailEnd len="med" w="med" type="none"/>
            </a:ln>
          </p:spPr>
        </p:sp>
      </p:grpSp>
      <p:sp>
        <p:nvSpPr>
          <p:cNvPr id="1323" name="Google Shape;1323;p8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Identifying similar triangles</a:t>
            </a:r>
            <a:endParaRPr/>
          </a:p>
        </p:txBody>
      </p:sp>
      <p:sp>
        <p:nvSpPr>
          <p:cNvPr id="1324" name="Google Shape;1324;p80"/>
          <p:cNvSpPr txBox="1"/>
          <p:nvPr>
            <p:ph idx="1" type="body"/>
          </p:nvPr>
        </p:nvSpPr>
        <p:spPr>
          <a:xfrm>
            <a:off x="324000" y="759300"/>
            <a:ext cx="8496000" cy="3762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900"/>
              <a:t>Is there enough information to determine that the triangles are similar?</a:t>
            </a:r>
            <a:endParaRPr sz="1900"/>
          </a:p>
          <a:p>
            <a:pPr indent="0" lvl="0" marL="0" rtl="0" algn="l">
              <a:spcBef>
                <a:spcPts val="1000"/>
              </a:spcBef>
              <a:spcAft>
                <a:spcPts val="1000"/>
              </a:spcAft>
              <a:buNone/>
            </a:pPr>
            <a:r>
              <a:t/>
            </a:r>
            <a:endParaRPr sz="2000"/>
          </a:p>
        </p:txBody>
      </p:sp>
      <p:sp>
        <p:nvSpPr>
          <p:cNvPr id="1325" name="Google Shape;1325;p80"/>
          <p:cNvSpPr txBox="1"/>
          <p:nvPr>
            <p:ph idx="1" type="body"/>
          </p:nvPr>
        </p:nvSpPr>
        <p:spPr>
          <a:xfrm>
            <a:off x="8274467" y="2646275"/>
            <a:ext cx="687300" cy="306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Jun</a:t>
            </a:r>
            <a:endParaRPr sz="1600"/>
          </a:p>
        </p:txBody>
      </p:sp>
      <p:sp>
        <p:nvSpPr>
          <p:cNvPr id="1326" name="Google Shape;1326;p80"/>
          <p:cNvSpPr txBox="1"/>
          <p:nvPr>
            <p:ph idx="1" type="body"/>
          </p:nvPr>
        </p:nvSpPr>
        <p:spPr>
          <a:xfrm>
            <a:off x="7278561" y="4573046"/>
            <a:ext cx="687300" cy="306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Laura</a:t>
            </a:r>
            <a:endParaRPr sz="1600"/>
          </a:p>
        </p:txBody>
      </p:sp>
      <p:grpSp>
        <p:nvGrpSpPr>
          <p:cNvPr id="1327" name="Google Shape;1327;p80"/>
          <p:cNvGrpSpPr/>
          <p:nvPr/>
        </p:nvGrpSpPr>
        <p:grpSpPr>
          <a:xfrm>
            <a:off x="720862" y="1497191"/>
            <a:ext cx="1533628" cy="866827"/>
            <a:chOff x="720862" y="1725791"/>
            <a:chExt cx="1533628" cy="866827"/>
          </a:xfrm>
        </p:grpSpPr>
        <p:sp>
          <p:nvSpPr>
            <p:cNvPr id="1328" name="Google Shape;1328;p80"/>
            <p:cNvSpPr/>
            <p:nvPr/>
          </p:nvSpPr>
          <p:spPr>
            <a:xfrm flipH="1">
              <a:off x="784871" y="1794805"/>
              <a:ext cx="1361100" cy="796200"/>
            </a:xfrm>
            <a:prstGeom prst="rtTriangle">
              <a:avLst/>
            </a:prstGeom>
            <a:solidFill>
              <a:srgbClr val="F3EEFB"/>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29" name="Google Shape;1329;p80"/>
            <p:cNvSpPr/>
            <p:nvPr/>
          </p:nvSpPr>
          <p:spPr>
            <a:xfrm>
              <a:off x="2005792" y="2457618"/>
              <a:ext cx="135000" cy="1350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1330" name="Google Shape;1330;p80"/>
            <p:cNvGrpSpPr/>
            <p:nvPr/>
          </p:nvGrpSpPr>
          <p:grpSpPr>
            <a:xfrm flipH="1" rot="10800000">
              <a:off x="720862" y="1725791"/>
              <a:ext cx="1533628" cy="858781"/>
              <a:chOff x="4718423" y="3703451"/>
              <a:chExt cx="1457544" cy="816177"/>
            </a:xfrm>
          </p:grpSpPr>
          <p:cxnSp>
            <p:nvCxnSpPr>
              <p:cNvPr id="1331" name="Google Shape;1331;p80"/>
              <p:cNvCxnSpPr/>
              <p:nvPr/>
            </p:nvCxnSpPr>
            <p:spPr>
              <a:xfrm>
                <a:off x="6175967" y="3703451"/>
                <a:ext cx="0" cy="786000"/>
              </a:xfrm>
              <a:prstGeom prst="straightConnector1">
                <a:avLst/>
              </a:prstGeom>
              <a:noFill/>
              <a:ln cap="flat" cmpd="sng" w="28575">
                <a:solidFill>
                  <a:srgbClr val="000000"/>
                </a:solidFill>
                <a:prstDash val="solid"/>
                <a:round/>
                <a:headEnd len="med" w="med" type="triangle"/>
                <a:tailEnd len="med" w="med" type="triangle"/>
              </a:ln>
            </p:spPr>
          </p:cxnSp>
          <p:cxnSp>
            <p:nvCxnSpPr>
              <p:cNvPr id="1332" name="Google Shape;1332;p80"/>
              <p:cNvCxnSpPr/>
              <p:nvPr/>
            </p:nvCxnSpPr>
            <p:spPr>
              <a:xfrm>
                <a:off x="4718423" y="3763028"/>
                <a:ext cx="1293600" cy="756600"/>
              </a:xfrm>
              <a:prstGeom prst="straightConnector1">
                <a:avLst/>
              </a:prstGeom>
              <a:noFill/>
              <a:ln cap="flat" cmpd="sng" w="28575">
                <a:solidFill>
                  <a:srgbClr val="000000"/>
                </a:solidFill>
                <a:prstDash val="solid"/>
                <a:round/>
                <a:headEnd len="med" w="med" type="triangle"/>
                <a:tailEnd len="med" w="med" type="triangle"/>
              </a:ln>
            </p:spPr>
          </p:cxnSp>
        </p:grpSp>
      </p:grpSp>
      <p:sp>
        <p:nvSpPr>
          <p:cNvPr id="1333" name="Google Shape;1333;p80"/>
          <p:cNvSpPr txBox="1"/>
          <p:nvPr/>
        </p:nvSpPr>
        <p:spPr>
          <a:xfrm>
            <a:off x="2292322" y="1874104"/>
            <a:ext cx="396600" cy="275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4</a:t>
            </a:r>
            <a:r>
              <a:rPr lang="en-GB" sz="1600">
                <a:solidFill>
                  <a:srgbClr val="000000"/>
                </a:solidFill>
                <a:latin typeface="Lexend"/>
                <a:ea typeface="Lexend"/>
                <a:cs typeface="Lexend"/>
                <a:sym typeface="Lexend"/>
              </a:rPr>
              <a:t> m </a:t>
            </a:r>
            <a:endParaRPr sz="1600">
              <a:solidFill>
                <a:srgbClr val="000000"/>
              </a:solidFill>
              <a:latin typeface="Lexend"/>
              <a:ea typeface="Lexend"/>
              <a:cs typeface="Lexend"/>
              <a:sym typeface="Lexend"/>
            </a:endParaRPr>
          </a:p>
        </p:txBody>
      </p:sp>
      <p:sp>
        <p:nvSpPr>
          <p:cNvPr id="1334" name="Google Shape;1334;p80"/>
          <p:cNvSpPr txBox="1"/>
          <p:nvPr/>
        </p:nvSpPr>
        <p:spPr>
          <a:xfrm>
            <a:off x="1122413" y="1596587"/>
            <a:ext cx="527100" cy="337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6</a:t>
            </a:r>
            <a:r>
              <a:rPr lang="en-GB" sz="1600">
                <a:solidFill>
                  <a:srgbClr val="000000"/>
                </a:solidFill>
                <a:latin typeface="Lexend"/>
                <a:ea typeface="Lexend"/>
                <a:cs typeface="Lexend"/>
                <a:sym typeface="Lexend"/>
              </a:rPr>
              <a:t> m </a:t>
            </a:r>
            <a:endParaRPr sz="1600">
              <a:solidFill>
                <a:srgbClr val="000000"/>
              </a:solidFill>
              <a:latin typeface="Lexend"/>
              <a:ea typeface="Lexend"/>
              <a:cs typeface="Lexend"/>
              <a:sym typeface="Lexend"/>
            </a:endParaRPr>
          </a:p>
        </p:txBody>
      </p:sp>
      <p:sp>
        <p:nvSpPr>
          <p:cNvPr id="1335" name="Google Shape;1335;p80"/>
          <p:cNvSpPr txBox="1"/>
          <p:nvPr/>
        </p:nvSpPr>
        <p:spPr>
          <a:xfrm>
            <a:off x="3229647" y="3604342"/>
            <a:ext cx="669000" cy="306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8</a:t>
            </a:r>
            <a:r>
              <a:rPr lang="en-GB" sz="1600">
                <a:solidFill>
                  <a:srgbClr val="000000"/>
                </a:solidFill>
                <a:latin typeface="Lexend"/>
                <a:ea typeface="Lexend"/>
                <a:cs typeface="Lexend"/>
                <a:sym typeface="Lexend"/>
              </a:rPr>
              <a:t> m </a:t>
            </a:r>
            <a:endParaRPr sz="1600">
              <a:solidFill>
                <a:srgbClr val="000000"/>
              </a:solidFill>
              <a:latin typeface="Lexend"/>
              <a:ea typeface="Lexend"/>
              <a:cs typeface="Lexend"/>
              <a:sym typeface="Lexend"/>
            </a:endParaRPr>
          </a:p>
        </p:txBody>
      </p:sp>
      <p:sp>
        <p:nvSpPr>
          <p:cNvPr id="1336" name="Google Shape;1336;p80"/>
          <p:cNvSpPr txBox="1"/>
          <p:nvPr/>
        </p:nvSpPr>
        <p:spPr>
          <a:xfrm>
            <a:off x="1277975" y="3320552"/>
            <a:ext cx="476400" cy="306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12</a:t>
            </a:r>
            <a:r>
              <a:rPr lang="en-GB" sz="1600">
                <a:solidFill>
                  <a:srgbClr val="000000"/>
                </a:solidFill>
                <a:latin typeface="Lexend"/>
                <a:ea typeface="Lexend"/>
                <a:cs typeface="Lexend"/>
                <a:sym typeface="Lexend"/>
              </a:rPr>
              <a:t> m </a:t>
            </a:r>
            <a:endParaRPr sz="1600">
              <a:solidFill>
                <a:srgbClr val="000000"/>
              </a:solidFill>
              <a:latin typeface="Lexend"/>
              <a:ea typeface="Lexend"/>
              <a:cs typeface="Lexend"/>
              <a:sym typeface="Lexend"/>
            </a:endParaRPr>
          </a:p>
        </p:txBody>
      </p:sp>
      <p:grpSp>
        <p:nvGrpSpPr>
          <p:cNvPr id="1337" name="Google Shape;1337;p80"/>
          <p:cNvGrpSpPr/>
          <p:nvPr/>
        </p:nvGrpSpPr>
        <p:grpSpPr>
          <a:xfrm>
            <a:off x="537680" y="2902660"/>
            <a:ext cx="2624921" cy="1512539"/>
            <a:chOff x="537680" y="3131260"/>
            <a:chExt cx="2624921" cy="1512539"/>
          </a:xfrm>
        </p:grpSpPr>
        <p:grpSp>
          <p:nvGrpSpPr>
            <p:cNvPr id="1338" name="Google Shape;1338;p80"/>
            <p:cNvGrpSpPr/>
            <p:nvPr/>
          </p:nvGrpSpPr>
          <p:grpSpPr>
            <a:xfrm>
              <a:off x="537680" y="3131260"/>
              <a:ext cx="2624921" cy="1512539"/>
              <a:chOff x="537680" y="3131260"/>
              <a:chExt cx="2624921" cy="1512539"/>
            </a:xfrm>
          </p:grpSpPr>
          <p:sp>
            <p:nvSpPr>
              <p:cNvPr id="1339" name="Google Shape;1339;p80"/>
              <p:cNvSpPr/>
              <p:nvPr/>
            </p:nvSpPr>
            <p:spPr>
              <a:xfrm flipH="1">
                <a:off x="650784" y="3214426"/>
                <a:ext cx="2397300" cy="1402200"/>
              </a:xfrm>
              <a:prstGeom prst="rtTriangle">
                <a:avLst/>
              </a:prstGeom>
              <a:solidFill>
                <a:srgbClr val="F3EEFB"/>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1340" name="Google Shape;1340;p80"/>
              <p:cNvGrpSpPr/>
              <p:nvPr/>
            </p:nvGrpSpPr>
            <p:grpSpPr>
              <a:xfrm flipH="1" rot="10800000">
                <a:off x="537680" y="3131260"/>
                <a:ext cx="2624921" cy="1512539"/>
                <a:chOff x="4718423" y="3703451"/>
                <a:chExt cx="1416426" cy="816177"/>
              </a:xfrm>
            </p:grpSpPr>
            <p:cxnSp>
              <p:nvCxnSpPr>
                <p:cNvPr id="1341" name="Google Shape;1341;p80"/>
                <p:cNvCxnSpPr/>
                <p:nvPr/>
              </p:nvCxnSpPr>
              <p:spPr>
                <a:xfrm>
                  <a:off x="6134849" y="3703451"/>
                  <a:ext cx="0" cy="786000"/>
                </a:xfrm>
                <a:prstGeom prst="straightConnector1">
                  <a:avLst/>
                </a:prstGeom>
                <a:noFill/>
                <a:ln cap="flat" cmpd="sng" w="28575">
                  <a:solidFill>
                    <a:srgbClr val="000000"/>
                  </a:solidFill>
                  <a:prstDash val="solid"/>
                  <a:round/>
                  <a:headEnd len="med" w="med" type="triangle"/>
                  <a:tailEnd len="med" w="med" type="triangle"/>
                </a:ln>
              </p:spPr>
            </p:cxnSp>
            <p:cxnSp>
              <p:nvCxnSpPr>
                <p:cNvPr id="1342" name="Google Shape;1342;p80"/>
                <p:cNvCxnSpPr/>
                <p:nvPr/>
              </p:nvCxnSpPr>
              <p:spPr>
                <a:xfrm>
                  <a:off x="4718423" y="3763028"/>
                  <a:ext cx="1293600" cy="756600"/>
                </a:xfrm>
                <a:prstGeom prst="straightConnector1">
                  <a:avLst/>
                </a:prstGeom>
                <a:noFill/>
                <a:ln cap="flat" cmpd="sng" w="28575">
                  <a:solidFill>
                    <a:srgbClr val="000000"/>
                  </a:solidFill>
                  <a:prstDash val="solid"/>
                  <a:round/>
                  <a:headEnd len="med" w="med" type="triangle"/>
                  <a:tailEnd len="med" w="med" type="triangle"/>
                </a:ln>
              </p:spPr>
            </p:cxnSp>
          </p:grpSp>
        </p:grpSp>
        <p:sp>
          <p:nvSpPr>
            <p:cNvPr id="1343" name="Google Shape;1343;p80"/>
            <p:cNvSpPr/>
            <p:nvPr/>
          </p:nvSpPr>
          <p:spPr>
            <a:xfrm>
              <a:off x="2912526" y="4475001"/>
              <a:ext cx="135000" cy="1350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sp>
        <p:nvSpPr>
          <p:cNvPr id="1344" name="Google Shape;1344;p80"/>
          <p:cNvSpPr txBox="1"/>
          <p:nvPr>
            <p:ph idx="1" type="body"/>
          </p:nvPr>
        </p:nvSpPr>
        <p:spPr>
          <a:xfrm>
            <a:off x="5774400" y="1529500"/>
            <a:ext cx="2474100" cy="306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The triangles are similar!</a:t>
            </a:r>
            <a:endParaRPr sz="1600"/>
          </a:p>
        </p:txBody>
      </p:sp>
      <p:pic>
        <p:nvPicPr>
          <p:cNvPr id="1345" name="Google Shape;1345;p80"/>
          <p:cNvPicPr preferRelativeResize="0"/>
          <p:nvPr/>
        </p:nvPicPr>
        <p:blipFill>
          <a:blip r:embed="rId4">
            <a:alphaModFix/>
          </a:blip>
          <a:stretch>
            <a:fillRect/>
          </a:stretch>
        </p:blipFill>
        <p:spPr>
          <a:xfrm>
            <a:off x="7626846" y="2930111"/>
            <a:ext cx="470694" cy="542829"/>
          </a:xfrm>
          <a:prstGeom prst="rect">
            <a:avLst/>
          </a:prstGeom>
          <a:noFill/>
          <a:ln>
            <a:noFill/>
          </a:ln>
        </p:spPr>
      </p:pic>
      <p:pic>
        <p:nvPicPr>
          <p:cNvPr id="1346" name="Google Shape;1346;p80"/>
          <p:cNvPicPr preferRelativeResize="0"/>
          <p:nvPr/>
        </p:nvPicPr>
        <p:blipFill>
          <a:blip r:embed="rId5">
            <a:alphaModFix/>
          </a:blip>
          <a:stretch>
            <a:fillRect/>
          </a:stretch>
        </p:blipFill>
        <p:spPr>
          <a:xfrm flipH="1">
            <a:off x="8257488" y="2079799"/>
            <a:ext cx="440506" cy="550842"/>
          </a:xfrm>
          <a:prstGeom prst="rect">
            <a:avLst/>
          </a:prstGeom>
          <a:noFill/>
          <a:ln>
            <a:noFill/>
          </a:ln>
        </p:spPr>
      </p:pic>
      <p:pic>
        <p:nvPicPr>
          <p:cNvPr id="1347" name="Google Shape;1347;p80"/>
          <p:cNvPicPr preferRelativeResize="0"/>
          <p:nvPr/>
        </p:nvPicPr>
        <p:blipFill>
          <a:blip r:embed="rId6">
            <a:alphaModFix/>
          </a:blip>
          <a:stretch>
            <a:fillRect/>
          </a:stretch>
        </p:blipFill>
        <p:spPr>
          <a:xfrm flipH="1">
            <a:off x="7305781" y="3949295"/>
            <a:ext cx="489317" cy="640853"/>
          </a:xfrm>
          <a:prstGeom prst="rect">
            <a:avLst/>
          </a:prstGeom>
          <a:noFill/>
          <a:ln>
            <a:noFill/>
          </a:ln>
        </p:spPr>
      </p:pic>
      <p:sp>
        <p:nvSpPr>
          <p:cNvPr id="1348" name="Google Shape;1348;p80"/>
          <p:cNvSpPr txBox="1"/>
          <p:nvPr>
            <p:ph idx="1" type="body"/>
          </p:nvPr>
        </p:nvSpPr>
        <p:spPr>
          <a:xfrm>
            <a:off x="7594761" y="3485796"/>
            <a:ext cx="687300" cy="306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Alex</a:t>
            </a:r>
            <a:endParaRPr sz="1600"/>
          </a:p>
        </p:txBody>
      </p:sp>
      <p:cxnSp>
        <p:nvCxnSpPr>
          <p:cNvPr id="1349" name="Google Shape;1349;p80"/>
          <p:cNvCxnSpPr/>
          <p:nvPr/>
        </p:nvCxnSpPr>
        <p:spPr>
          <a:xfrm rot="10800000">
            <a:off x="638725" y="4524050"/>
            <a:ext cx="2409300" cy="0"/>
          </a:xfrm>
          <a:prstGeom prst="straightConnector1">
            <a:avLst/>
          </a:prstGeom>
          <a:noFill/>
          <a:ln cap="flat" cmpd="sng" w="28575">
            <a:solidFill>
              <a:srgbClr val="000000"/>
            </a:solidFill>
            <a:prstDash val="solid"/>
            <a:round/>
            <a:headEnd len="med" w="med" type="triangle"/>
            <a:tailEnd len="med" w="med" type="triangle"/>
          </a:ln>
        </p:spPr>
      </p:cxnSp>
      <p:grpSp>
        <p:nvGrpSpPr>
          <p:cNvPr id="1350" name="Google Shape;1350;p80"/>
          <p:cNvGrpSpPr/>
          <p:nvPr/>
        </p:nvGrpSpPr>
        <p:grpSpPr>
          <a:xfrm flipH="1">
            <a:off x="4950271" y="2334624"/>
            <a:ext cx="2781253" cy="667911"/>
            <a:chOff x="402775" y="77554"/>
            <a:chExt cx="3996052" cy="848680"/>
          </a:xfrm>
        </p:grpSpPr>
        <p:grpSp>
          <p:nvGrpSpPr>
            <p:cNvPr id="1351" name="Google Shape;1351;p80"/>
            <p:cNvGrpSpPr/>
            <p:nvPr/>
          </p:nvGrpSpPr>
          <p:grpSpPr>
            <a:xfrm>
              <a:off x="402775" y="77554"/>
              <a:ext cx="3996052" cy="848680"/>
              <a:chOff x="402775" y="77554"/>
              <a:chExt cx="3996052" cy="848680"/>
            </a:xfrm>
          </p:grpSpPr>
          <p:pic>
            <p:nvPicPr>
              <p:cNvPr id="1352" name="Google Shape;1352;p80"/>
              <p:cNvPicPr preferRelativeResize="0"/>
              <p:nvPr/>
            </p:nvPicPr>
            <p:blipFill rotWithShape="1">
              <a:blip r:embed="rId3">
                <a:alphaModFix/>
              </a:blip>
              <a:srcRect b="30536" l="0" r="0" t="0"/>
              <a:stretch/>
            </p:blipFill>
            <p:spPr>
              <a:xfrm>
                <a:off x="402775" y="77554"/>
                <a:ext cx="3996052" cy="642450"/>
              </a:xfrm>
              <a:prstGeom prst="rect">
                <a:avLst/>
              </a:prstGeom>
              <a:noFill/>
              <a:ln>
                <a:noFill/>
              </a:ln>
            </p:spPr>
          </p:pic>
          <p:pic>
            <p:nvPicPr>
              <p:cNvPr id="1353" name="Google Shape;1353;p80"/>
              <p:cNvPicPr preferRelativeResize="0"/>
              <p:nvPr/>
            </p:nvPicPr>
            <p:blipFill rotWithShape="1">
              <a:blip r:embed="rId3">
                <a:alphaModFix/>
              </a:blip>
              <a:srcRect b="0" l="0" r="0" t="76845"/>
              <a:stretch/>
            </p:blipFill>
            <p:spPr>
              <a:xfrm>
                <a:off x="402775" y="712084"/>
                <a:ext cx="3996052" cy="214150"/>
              </a:xfrm>
              <a:prstGeom prst="rect">
                <a:avLst/>
              </a:prstGeom>
              <a:noFill/>
              <a:ln>
                <a:noFill/>
              </a:ln>
            </p:spPr>
          </p:pic>
          <p:sp>
            <p:nvSpPr>
              <p:cNvPr id="1354" name="Google Shape;1354;p80"/>
              <p:cNvSpPr/>
              <p:nvPr/>
            </p:nvSpPr>
            <p:spPr>
              <a:xfrm>
                <a:off x="476672" y="709050"/>
                <a:ext cx="468552" cy="7675"/>
              </a:xfrm>
              <a:custGeom>
                <a:rect b="b" l="l" r="r" t="t"/>
                <a:pathLst>
                  <a:path extrusionOk="0" h="307" w="2656">
                    <a:moveTo>
                      <a:pt x="0" y="307"/>
                    </a:moveTo>
                    <a:cubicBezTo>
                      <a:pt x="443" y="256"/>
                      <a:pt x="2213" y="51"/>
                      <a:pt x="2656" y="0"/>
                    </a:cubicBezTo>
                  </a:path>
                </a:pathLst>
              </a:custGeom>
              <a:noFill/>
              <a:ln cap="flat" cmpd="sng" w="19050">
                <a:solidFill>
                  <a:srgbClr val="000000"/>
                </a:solidFill>
                <a:prstDash val="solid"/>
                <a:round/>
                <a:headEnd len="med" w="med" type="none"/>
                <a:tailEnd len="med" w="med" type="none"/>
              </a:ln>
            </p:spPr>
          </p:sp>
        </p:grpSp>
        <p:sp>
          <p:nvSpPr>
            <p:cNvPr id="1355" name="Google Shape;1355;p80"/>
            <p:cNvSpPr/>
            <p:nvPr/>
          </p:nvSpPr>
          <p:spPr>
            <a:xfrm>
              <a:off x="1107425" y="709050"/>
              <a:ext cx="66400" cy="7675"/>
            </a:xfrm>
            <a:custGeom>
              <a:rect b="b" l="l" r="r" t="t"/>
              <a:pathLst>
                <a:path extrusionOk="0" h="307" w="2656">
                  <a:moveTo>
                    <a:pt x="0" y="307"/>
                  </a:moveTo>
                  <a:cubicBezTo>
                    <a:pt x="443" y="256"/>
                    <a:pt x="2213" y="51"/>
                    <a:pt x="2656" y="0"/>
                  </a:cubicBezTo>
                </a:path>
              </a:pathLst>
            </a:custGeom>
            <a:noFill/>
            <a:ln cap="flat" cmpd="sng" w="19050">
              <a:solidFill>
                <a:srgbClr val="000000"/>
              </a:solidFill>
              <a:prstDash val="solid"/>
              <a:round/>
              <a:headEnd len="med" w="med" type="none"/>
              <a:tailEnd len="med" w="med" type="none"/>
            </a:ln>
          </p:spPr>
        </p:sp>
      </p:grpSp>
      <p:sp>
        <p:nvSpPr>
          <p:cNvPr id="1356" name="Google Shape;1356;p80"/>
          <p:cNvSpPr txBox="1"/>
          <p:nvPr>
            <p:ph idx="1" type="body"/>
          </p:nvPr>
        </p:nvSpPr>
        <p:spPr>
          <a:xfrm>
            <a:off x="5164800" y="2443900"/>
            <a:ext cx="2474100" cy="306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The triangles are similar!</a:t>
            </a:r>
            <a:endParaRPr sz="1600"/>
          </a:p>
        </p:txBody>
      </p:sp>
      <p:grpSp>
        <p:nvGrpSpPr>
          <p:cNvPr id="1357" name="Google Shape;1357;p80"/>
          <p:cNvGrpSpPr/>
          <p:nvPr/>
        </p:nvGrpSpPr>
        <p:grpSpPr>
          <a:xfrm flipH="1">
            <a:off x="4569271" y="3477624"/>
            <a:ext cx="2781253" cy="667911"/>
            <a:chOff x="402775" y="77554"/>
            <a:chExt cx="3996052" cy="848680"/>
          </a:xfrm>
        </p:grpSpPr>
        <p:grpSp>
          <p:nvGrpSpPr>
            <p:cNvPr id="1358" name="Google Shape;1358;p80"/>
            <p:cNvGrpSpPr/>
            <p:nvPr/>
          </p:nvGrpSpPr>
          <p:grpSpPr>
            <a:xfrm>
              <a:off x="402775" y="77554"/>
              <a:ext cx="3996052" cy="848680"/>
              <a:chOff x="402775" y="77554"/>
              <a:chExt cx="3996052" cy="848680"/>
            </a:xfrm>
          </p:grpSpPr>
          <p:pic>
            <p:nvPicPr>
              <p:cNvPr id="1359" name="Google Shape;1359;p80"/>
              <p:cNvPicPr preferRelativeResize="0"/>
              <p:nvPr/>
            </p:nvPicPr>
            <p:blipFill rotWithShape="1">
              <a:blip r:embed="rId3">
                <a:alphaModFix/>
              </a:blip>
              <a:srcRect b="30536" l="0" r="0" t="0"/>
              <a:stretch/>
            </p:blipFill>
            <p:spPr>
              <a:xfrm>
                <a:off x="402775" y="77554"/>
                <a:ext cx="3996052" cy="642450"/>
              </a:xfrm>
              <a:prstGeom prst="rect">
                <a:avLst/>
              </a:prstGeom>
              <a:noFill/>
              <a:ln>
                <a:noFill/>
              </a:ln>
            </p:spPr>
          </p:pic>
          <p:pic>
            <p:nvPicPr>
              <p:cNvPr id="1360" name="Google Shape;1360;p80"/>
              <p:cNvPicPr preferRelativeResize="0"/>
              <p:nvPr/>
            </p:nvPicPr>
            <p:blipFill rotWithShape="1">
              <a:blip r:embed="rId3">
                <a:alphaModFix/>
              </a:blip>
              <a:srcRect b="0" l="0" r="0" t="76845"/>
              <a:stretch/>
            </p:blipFill>
            <p:spPr>
              <a:xfrm>
                <a:off x="402775" y="712084"/>
                <a:ext cx="3996052" cy="214150"/>
              </a:xfrm>
              <a:prstGeom prst="rect">
                <a:avLst/>
              </a:prstGeom>
              <a:noFill/>
              <a:ln>
                <a:noFill/>
              </a:ln>
            </p:spPr>
          </p:pic>
          <p:sp>
            <p:nvSpPr>
              <p:cNvPr id="1361" name="Google Shape;1361;p80"/>
              <p:cNvSpPr/>
              <p:nvPr/>
            </p:nvSpPr>
            <p:spPr>
              <a:xfrm>
                <a:off x="476672" y="709050"/>
                <a:ext cx="468552" cy="7675"/>
              </a:xfrm>
              <a:custGeom>
                <a:rect b="b" l="l" r="r" t="t"/>
                <a:pathLst>
                  <a:path extrusionOk="0" h="307" w="2656">
                    <a:moveTo>
                      <a:pt x="0" y="307"/>
                    </a:moveTo>
                    <a:cubicBezTo>
                      <a:pt x="443" y="256"/>
                      <a:pt x="2213" y="51"/>
                      <a:pt x="2656" y="0"/>
                    </a:cubicBezTo>
                  </a:path>
                </a:pathLst>
              </a:custGeom>
              <a:noFill/>
              <a:ln cap="flat" cmpd="sng" w="19050">
                <a:solidFill>
                  <a:srgbClr val="000000"/>
                </a:solidFill>
                <a:prstDash val="solid"/>
                <a:round/>
                <a:headEnd len="med" w="med" type="none"/>
                <a:tailEnd len="med" w="med" type="none"/>
              </a:ln>
            </p:spPr>
          </p:sp>
        </p:grpSp>
        <p:sp>
          <p:nvSpPr>
            <p:cNvPr id="1362" name="Google Shape;1362;p80"/>
            <p:cNvSpPr/>
            <p:nvPr/>
          </p:nvSpPr>
          <p:spPr>
            <a:xfrm>
              <a:off x="1107425" y="709050"/>
              <a:ext cx="66400" cy="7675"/>
            </a:xfrm>
            <a:custGeom>
              <a:rect b="b" l="l" r="r" t="t"/>
              <a:pathLst>
                <a:path extrusionOk="0" h="307" w="2656">
                  <a:moveTo>
                    <a:pt x="0" y="307"/>
                  </a:moveTo>
                  <a:cubicBezTo>
                    <a:pt x="443" y="256"/>
                    <a:pt x="2213" y="51"/>
                    <a:pt x="2656" y="0"/>
                  </a:cubicBezTo>
                </a:path>
              </a:pathLst>
            </a:custGeom>
            <a:noFill/>
            <a:ln cap="flat" cmpd="sng" w="19050">
              <a:solidFill>
                <a:srgbClr val="000000"/>
              </a:solidFill>
              <a:prstDash val="solid"/>
              <a:round/>
              <a:headEnd len="med" w="med" type="none"/>
              <a:tailEnd len="med" w="med" type="none"/>
            </a:ln>
          </p:spPr>
        </p:sp>
      </p:grpSp>
      <p:sp>
        <p:nvSpPr>
          <p:cNvPr id="1363" name="Google Shape;1363;p80"/>
          <p:cNvSpPr txBox="1"/>
          <p:nvPr>
            <p:ph idx="1" type="body"/>
          </p:nvPr>
        </p:nvSpPr>
        <p:spPr>
          <a:xfrm>
            <a:off x="4783800" y="3586900"/>
            <a:ext cx="2474100" cy="306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The triangles are similar!</a:t>
            </a:r>
            <a:endParaRPr sz="16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7" name="Shape 1367"/>
        <p:cNvGrpSpPr/>
        <p:nvPr/>
      </p:nvGrpSpPr>
      <p:grpSpPr>
        <a:xfrm>
          <a:off x="0" y="0"/>
          <a:ext cx="0" cy="0"/>
          <a:chOff x="0" y="0"/>
          <a:chExt cx="0" cy="0"/>
        </a:xfrm>
      </p:grpSpPr>
      <p:sp>
        <p:nvSpPr>
          <p:cNvPr id="1368" name="Google Shape;1368;p81"/>
          <p:cNvSpPr txBox="1"/>
          <p:nvPr>
            <p:ph type="title"/>
          </p:nvPr>
        </p:nvSpPr>
        <p:spPr>
          <a:xfrm>
            <a:off x="324000" y="748763"/>
            <a:ext cx="8179200" cy="48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Which statement is true?</a:t>
            </a:r>
            <a:endParaRPr/>
          </a:p>
        </p:txBody>
      </p:sp>
      <p:sp>
        <p:nvSpPr>
          <p:cNvPr id="1369" name="Google Shape;1369;p81"/>
          <p:cNvSpPr txBox="1"/>
          <p:nvPr>
            <p:ph idx="2"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Identifying similar triangles</a:t>
            </a:r>
            <a:endParaRPr/>
          </a:p>
        </p:txBody>
      </p:sp>
      <p:sp>
        <p:nvSpPr>
          <p:cNvPr id="1370" name="Google Shape;1370;p81"/>
          <p:cNvSpPr txBox="1"/>
          <p:nvPr>
            <p:ph idx="1" type="subTitle"/>
          </p:nvPr>
        </p:nvSpPr>
        <p:spPr>
          <a:xfrm>
            <a:off x="1034425" y="1837775"/>
            <a:ext cx="4038300" cy="324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The triangles are similar.</a:t>
            </a:r>
            <a:endParaRPr sz="2000"/>
          </a:p>
        </p:txBody>
      </p:sp>
      <p:sp>
        <p:nvSpPr>
          <p:cNvPr id="1371" name="Google Shape;1371;p81"/>
          <p:cNvSpPr txBox="1"/>
          <p:nvPr>
            <p:ph idx="3" type="subTitle"/>
          </p:nvPr>
        </p:nvSpPr>
        <p:spPr>
          <a:xfrm>
            <a:off x="1034425" y="2794252"/>
            <a:ext cx="4038300" cy="389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The triangles are not similar.</a:t>
            </a:r>
            <a:endParaRPr sz="2000"/>
          </a:p>
        </p:txBody>
      </p:sp>
      <p:sp>
        <p:nvSpPr>
          <p:cNvPr id="1372" name="Google Shape;1372;p81"/>
          <p:cNvSpPr txBox="1"/>
          <p:nvPr>
            <p:ph idx="4" type="subTitle"/>
          </p:nvPr>
        </p:nvSpPr>
        <p:spPr>
          <a:xfrm>
            <a:off x="1034425" y="3766975"/>
            <a:ext cx="4015800" cy="324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There is not enough information to determine similarity.</a:t>
            </a:r>
            <a:endParaRPr sz="2000"/>
          </a:p>
        </p:txBody>
      </p:sp>
      <p:grpSp>
        <p:nvGrpSpPr>
          <p:cNvPr id="1373" name="Google Shape;1373;p81"/>
          <p:cNvGrpSpPr/>
          <p:nvPr/>
        </p:nvGrpSpPr>
        <p:grpSpPr>
          <a:xfrm>
            <a:off x="6297548" y="1300232"/>
            <a:ext cx="1601444" cy="910065"/>
            <a:chOff x="784871" y="1757542"/>
            <a:chExt cx="1469619" cy="835075"/>
          </a:xfrm>
        </p:grpSpPr>
        <p:sp>
          <p:nvSpPr>
            <p:cNvPr id="1374" name="Google Shape;1374;p81"/>
            <p:cNvSpPr/>
            <p:nvPr/>
          </p:nvSpPr>
          <p:spPr>
            <a:xfrm flipH="1">
              <a:off x="784871" y="1794805"/>
              <a:ext cx="1361100" cy="796200"/>
            </a:xfrm>
            <a:prstGeom prst="rtTriangle">
              <a:avLst/>
            </a:prstGeom>
            <a:solidFill>
              <a:srgbClr val="F3EEFB"/>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75" name="Google Shape;1375;p81"/>
            <p:cNvSpPr/>
            <p:nvPr/>
          </p:nvSpPr>
          <p:spPr>
            <a:xfrm>
              <a:off x="2005792" y="2457618"/>
              <a:ext cx="135000" cy="1350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376" name="Google Shape;1376;p81"/>
            <p:cNvCxnSpPr/>
            <p:nvPr/>
          </p:nvCxnSpPr>
          <p:spPr>
            <a:xfrm rot="10800000">
              <a:off x="2254490" y="1757542"/>
              <a:ext cx="0" cy="827029"/>
            </a:xfrm>
            <a:prstGeom prst="straightConnector1">
              <a:avLst/>
            </a:prstGeom>
            <a:noFill/>
            <a:ln cap="flat" cmpd="sng" w="28575">
              <a:solidFill>
                <a:srgbClr val="000000"/>
              </a:solidFill>
              <a:prstDash val="solid"/>
              <a:round/>
              <a:headEnd len="med" w="med" type="triangle"/>
              <a:tailEnd len="med" w="med" type="triangle"/>
            </a:ln>
          </p:spPr>
        </p:cxnSp>
      </p:grpSp>
      <p:sp>
        <p:nvSpPr>
          <p:cNvPr id="1377" name="Google Shape;1377;p81"/>
          <p:cNvSpPr txBox="1"/>
          <p:nvPr/>
        </p:nvSpPr>
        <p:spPr>
          <a:xfrm>
            <a:off x="7940266" y="1676218"/>
            <a:ext cx="432300" cy="299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6</a:t>
            </a:r>
            <a:r>
              <a:rPr lang="en-GB" sz="1600">
                <a:solidFill>
                  <a:srgbClr val="000000"/>
                </a:solidFill>
                <a:latin typeface="Lexend"/>
                <a:ea typeface="Lexend"/>
                <a:cs typeface="Lexend"/>
                <a:sym typeface="Lexend"/>
              </a:rPr>
              <a:t> m </a:t>
            </a:r>
            <a:endParaRPr sz="1600">
              <a:solidFill>
                <a:srgbClr val="000000"/>
              </a:solidFill>
              <a:latin typeface="Lexend"/>
              <a:ea typeface="Lexend"/>
              <a:cs typeface="Lexend"/>
              <a:sym typeface="Lexend"/>
            </a:endParaRPr>
          </a:p>
        </p:txBody>
      </p:sp>
      <p:grpSp>
        <p:nvGrpSpPr>
          <p:cNvPr id="1378" name="Google Shape;1378;p81"/>
          <p:cNvGrpSpPr/>
          <p:nvPr/>
        </p:nvGrpSpPr>
        <p:grpSpPr>
          <a:xfrm rot="10800000">
            <a:off x="6042407" y="2916121"/>
            <a:ext cx="2647005" cy="1547358"/>
            <a:chOff x="784871" y="1757542"/>
            <a:chExt cx="1428497" cy="835011"/>
          </a:xfrm>
        </p:grpSpPr>
        <p:sp>
          <p:nvSpPr>
            <p:cNvPr id="1379" name="Google Shape;1379;p81"/>
            <p:cNvSpPr/>
            <p:nvPr/>
          </p:nvSpPr>
          <p:spPr>
            <a:xfrm flipH="1">
              <a:off x="784871" y="1794805"/>
              <a:ext cx="1361100" cy="796200"/>
            </a:xfrm>
            <a:prstGeom prst="rtTriangle">
              <a:avLst/>
            </a:prstGeom>
            <a:solidFill>
              <a:srgbClr val="F3EEFB"/>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80" name="Google Shape;1380;p81"/>
            <p:cNvSpPr/>
            <p:nvPr/>
          </p:nvSpPr>
          <p:spPr>
            <a:xfrm>
              <a:off x="2039330" y="2491153"/>
              <a:ext cx="101400" cy="1014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381" name="Google Shape;1381;p81"/>
            <p:cNvCxnSpPr/>
            <p:nvPr/>
          </p:nvCxnSpPr>
          <p:spPr>
            <a:xfrm rot="10800000">
              <a:off x="2213367" y="1757542"/>
              <a:ext cx="0" cy="827029"/>
            </a:xfrm>
            <a:prstGeom prst="straightConnector1">
              <a:avLst/>
            </a:prstGeom>
            <a:noFill/>
            <a:ln cap="flat" cmpd="sng" w="28575">
              <a:solidFill>
                <a:srgbClr val="000000"/>
              </a:solidFill>
              <a:prstDash val="solid"/>
              <a:round/>
              <a:headEnd len="med" w="med" type="triangle"/>
              <a:tailEnd len="med" w="med" type="triangle"/>
            </a:ln>
          </p:spPr>
        </p:cxnSp>
      </p:grpSp>
      <p:sp>
        <p:nvSpPr>
          <p:cNvPr id="1382" name="Google Shape;1382;p81"/>
          <p:cNvSpPr txBox="1"/>
          <p:nvPr/>
        </p:nvSpPr>
        <p:spPr>
          <a:xfrm flipH="1">
            <a:off x="5618099" y="3542490"/>
            <a:ext cx="735000" cy="510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9</a:t>
            </a:r>
            <a:r>
              <a:rPr lang="en-GB" sz="1600">
                <a:solidFill>
                  <a:srgbClr val="000000"/>
                </a:solidFill>
                <a:latin typeface="Lexend"/>
                <a:ea typeface="Lexend"/>
                <a:cs typeface="Lexend"/>
                <a:sym typeface="Lexend"/>
              </a:rPr>
              <a:t> m </a:t>
            </a:r>
            <a:endParaRPr sz="1600">
              <a:solidFill>
                <a:srgbClr val="000000"/>
              </a:solidFill>
              <a:latin typeface="Lexend"/>
              <a:ea typeface="Lexend"/>
              <a:cs typeface="Lexend"/>
              <a:sym typeface="Lexend"/>
            </a:endParaRPr>
          </a:p>
        </p:txBody>
      </p:sp>
      <p:pic>
        <p:nvPicPr>
          <p:cNvPr id="1383" name="Google Shape;1383;p81"/>
          <p:cNvPicPr preferRelativeResize="0"/>
          <p:nvPr/>
        </p:nvPicPr>
        <p:blipFill>
          <a:blip r:embed="rId3">
            <a:alphaModFix/>
          </a:blip>
          <a:stretch>
            <a:fillRect/>
          </a:stretch>
        </p:blipFill>
        <p:spPr>
          <a:xfrm>
            <a:off x="4122008" y="1806763"/>
            <a:ext cx="396000" cy="419100"/>
          </a:xfrm>
          <a:prstGeom prst="rect">
            <a:avLst/>
          </a:prstGeom>
          <a:noFill/>
          <a:ln>
            <a:noFill/>
          </a:ln>
        </p:spPr>
      </p:pic>
      <p:sp>
        <p:nvSpPr>
          <p:cNvPr id="1384" name="Google Shape;1384;p81"/>
          <p:cNvSpPr/>
          <p:nvPr/>
        </p:nvSpPr>
        <p:spPr>
          <a:xfrm rot="-5400000">
            <a:off x="5798122" y="1741626"/>
            <a:ext cx="907500" cy="907500"/>
          </a:xfrm>
          <a:prstGeom prst="arc">
            <a:avLst>
              <a:gd fmla="val 3867844" name="adj1"/>
              <a:gd fmla="val 5570496"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85" name="Google Shape;1385;p81"/>
          <p:cNvSpPr/>
          <p:nvPr/>
        </p:nvSpPr>
        <p:spPr>
          <a:xfrm rot="-5400000">
            <a:off x="8297249" y="2617325"/>
            <a:ext cx="666300" cy="666300"/>
          </a:xfrm>
          <a:prstGeom prst="arc">
            <a:avLst>
              <a:gd fmla="val 14355800" name="adj1"/>
              <a:gd fmla="val 16499916"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86" name="Google Shape;1386;p81"/>
          <p:cNvSpPr txBox="1"/>
          <p:nvPr>
            <p:ph idx="4294967295" type="body"/>
          </p:nvPr>
        </p:nvSpPr>
        <p:spPr>
          <a:xfrm>
            <a:off x="6744138" y="1951793"/>
            <a:ext cx="350100" cy="272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30</a:t>
            </a:r>
            <a:r>
              <a:rPr lang="en-GB" sz="1600"/>
              <a:t>°</a:t>
            </a:r>
            <a:endParaRPr sz="1600"/>
          </a:p>
        </p:txBody>
      </p:sp>
      <p:sp>
        <p:nvSpPr>
          <p:cNvPr id="1387" name="Google Shape;1387;p81"/>
          <p:cNvSpPr txBox="1"/>
          <p:nvPr>
            <p:ph idx="4294967295" type="body"/>
          </p:nvPr>
        </p:nvSpPr>
        <p:spPr>
          <a:xfrm>
            <a:off x="7947010" y="2942393"/>
            <a:ext cx="350100" cy="272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30°</a:t>
            </a:r>
            <a:endParaRPr sz="16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8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1" name="Shape 1391"/>
        <p:cNvGrpSpPr/>
        <p:nvPr/>
      </p:nvGrpSpPr>
      <p:grpSpPr>
        <a:xfrm>
          <a:off x="0" y="0"/>
          <a:ext cx="0" cy="0"/>
          <a:chOff x="0" y="0"/>
          <a:chExt cx="0" cy="0"/>
        </a:xfrm>
      </p:grpSpPr>
      <p:sp>
        <p:nvSpPr>
          <p:cNvPr id="1392" name="Google Shape;1392;p82"/>
          <p:cNvSpPr txBox="1"/>
          <p:nvPr>
            <p:ph type="title"/>
          </p:nvPr>
        </p:nvSpPr>
        <p:spPr>
          <a:xfrm>
            <a:off x="324000" y="748763"/>
            <a:ext cx="8179200" cy="48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Which statement is true?</a:t>
            </a:r>
            <a:endParaRPr/>
          </a:p>
        </p:txBody>
      </p:sp>
      <p:sp>
        <p:nvSpPr>
          <p:cNvPr id="1393" name="Google Shape;1393;p82"/>
          <p:cNvSpPr txBox="1"/>
          <p:nvPr>
            <p:ph idx="2"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Identifying similar triangles</a:t>
            </a:r>
            <a:endParaRPr/>
          </a:p>
        </p:txBody>
      </p:sp>
      <p:sp>
        <p:nvSpPr>
          <p:cNvPr id="1394" name="Google Shape;1394;p82"/>
          <p:cNvSpPr txBox="1"/>
          <p:nvPr>
            <p:ph idx="1" type="subTitle"/>
          </p:nvPr>
        </p:nvSpPr>
        <p:spPr>
          <a:xfrm>
            <a:off x="1034425" y="1837775"/>
            <a:ext cx="4038300" cy="324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The triangles are similar.</a:t>
            </a:r>
            <a:endParaRPr sz="2000"/>
          </a:p>
        </p:txBody>
      </p:sp>
      <p:sp>
        <p:nvSpPr>
          <p:cNvPr id="1395" name="Google Shape;1395;p82"/>
          <p:cNvSpPr txBox="1"/>
          <p:nvPr>
            <p:ph idx="3" type="subTitle"/>
          </p:nvPr>
        </p:nvSpPr>
        <p:spPr>
          <a:xfrm>
            <a:off x="1034425" y="2794252"/>
            <a:ext cx="4038300" cy="389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The triangles are not similar.</a:t>
            </a:r>
            <a:endParaRPr sz="2000"/>
          </a:p>
        </p:txBody>
      </p:sp>
      <p:sp>
        <p:nvSpPr>
          <p:cNvPr id="1396" name="Google Shape;1396;p82"/>
          <p:cNvSpPr txBox="1"/>
          <p:nvPr>
            <p:ph idx="4" type="subTitle"/>
          </p:nvPr>
        </p:nvSpPr>
        <p:spPr>
          <a:xfrm>
            <a:off x="1034425" y="3766975"/>
            <a:ext cx="4015800" cy="324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There is not enough information to determine similarity.</a:t>
            </a:r>
            <a:endParaRPr sz="2000"/>
          </a:p>
        </p:txBody>
      </p:sp>
      <p:grpSp>
        <p:nvGrpSpPr>
          <p:cNvPr id="1397" name="Google Shape;1397;p82"/>
          <p:cNvGrpSpPr/>
          <p:nvPr/>
        </p:nvGrpSpPr>
        <p:grpSpPr>
          <a:xfrm>
            <a:off x="6227798" y="1265629"/>
            <a:ext cx="1671194" cy="944668"/>
            <a:chOff x="720862" y="1725791"/>
            <a:chExt cx="1533628" cy="866827"/>
          </a:xfrm>
        </p:grpSpPr>
        <p:sp>
          <p:nvSpPr>
            <p:cNvPr id="1398" name="Google Shape;1398;p82"/>
            <p:cNvSpPr/>
            <p:nvPr/>
          </p:nvSpPr>
          <p:spPr>
            <a:xfrm flipH="1">
              <a:off x="784871" y="1794805"/>
              <a:ext cx="1361100" cy="796200"/>
            </a:xfrm>
            <a:prstGeom prst="rtTriangle">
              <a:avLst/>
            </a:prstGeom>
            <a:solidFill>
              <a:srgbClr val="F3EEFB"/>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399" name="Google Shape;1399;p82"/>
            <p:cNvSpPr/>
            <p:nvPr/>
          </p:nvSpPr>
          <p:spPr>
            <a:xfrm>
              <a:off x="2005792" y="2457618"/>
              <a:ext cx="135000" cy="1350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1400" name="Google Shape;1400;p82"/>
            <p:cNvGrpSpPr/>
            <p:nvPr/>
          </p:nvGrpSpPr>
          <p:grpSpPr>
            <a:xfrm flipH="1" rot="10800000">
              <a:off x="720862" y="1725791"/>
              <a:ext cx="1533628" cy="858781"/>
              <a:chOff x="4718423" y="3703451"/>
              <a:chExt cx="1457544" cy="816177"/>
            </a:xfrm>
          </p:grpSpPr>
          <p:cxnSp>
            <p:nvCxnSpPr>
              <p:cNvPr id="1401" name="Google Shape;1401;p82"/>
              <p:cNvCxnSpPr/>
              <p:nvPr/>
            </p:nvCxnSpPr>
            <p:spPr>
              <a:xfrm>
                <a:off x="6175967" y="3703451"/>
                <a:ext cx="0" cy="786000"/>
              </a:xfrm>
              <a:prstGeom prst="straightConnector1">
                <a:avLst/>
              </a:prstGeom>
              <a:noFill/>
              <a:ln cap="flat" cmpd="sng" w="28575">
                <a:solidFill>
                  <a:srgbClr val="000000"/>
                </a:solidFill>
                <a:prstDash val="solid"/>
                <a:round/>
                <a:headEnd len="med" w="med" type="triangle"/>
                <a:tailEnd len="med" w="med" type="triangle"/>
              </a:ln>
            </p:spPr>
          </p:cxnSp>
          <p:cxnSp>
            <p:nvCxnSpPr>
              <p:cNvPr id="1402" name="Google Shape;1402;p82"/>
              <p:cNvCxnSpPr/>
              <p:nvPr/>
            </p:nvCxnSpPr>
            <p:spPr>
              <a:xfrm>
                <a:off x="4718423" y="3763028"/>
                <a:ext cx="1293600" cy="756600"/>
              </a:xfrm>
              <a:prstGeom prst="straightConnector1">
                <a:avLst/>
              </a:prstGeom>
              <a:noFill/>
              <a:ln cap="flat" cmpd="sng" w="28575">
                <a:solidFill>
                  <a:srgbClr val="000000"/>
                </a:solidFill>
                <a:prstDash val="solid"/>
                <a:round/>
                <a:headEnd len="med" w="med" type="triangle"/>
                <a:tailEnd len="med" w="med" type="triangle"/>
              </a:ln>
            </p:spPr>
          </p:cxnSp>
        </p:grpSp>
      </p:grpSp>
      <p:sp>
        <p:nvSpPr>
          <p:cNvPr id="1403" name="Google Shape;1403;p82"/>
          <p:cNvSpPr txBox="1"/>
          <p:nvPr/>
        </p:nvSpPr>
        <p:spPr>
          <a:xfrm>
            <a:off x="7940266" y="1676218"/>
            <a:ext cx="432300" cy="299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6</a:t>
            </a:r>
            <a:r>
              <a:rPr lang="en-GB" sz="1600">
                <a:solidFill>
                  <a:srgbClr val="000000"/>
                </a:solidFill>
                <a:latin typeface="Lexend"/>
                <a:ea typeface="Lexend"/>
                <a:cs typeface="Lexend"/>
                <a:sym typeface="Lexend"/>
              </a:rPr>
              <a:t> m </a:t>
            </a:r>
            <a:endParaRPr sz="1600">
              <a:solidFill>
                <a:srgbClr val="000000"/>
              </a:solidFill>
              <a:latin typeface="Lexend"/>
              <a:ea typeface="Lexend"/>
              <a:cs typeface="Lexend"/>
              <a:sym typeface="Lexend"/>
            </a:endParaRPr>
          </a:p>
        </p:txBody>
      </p:sp>
      <p:sp>
        <p:nvSpPr>
          <p:cNvPr id="1404" name="Google Shape;1404;p82"/>
          <p:cNvSpPr txBox="1"/>
          <p:nvPr/>
        </p:nvSpPr>
        <p:spPr>
          <a:xfrm>
            <a:off x="6669030" y="1427446"/>
            <a:ext cx="574500" cy="367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12</a:t>
            </a:r>
            <a:r>
              <a:rPr lang="en-GB" sz="1600">
                <a:solidFill>
                  <a:srgbClr val="000000"/>
                </a:solidFill>
                <a:latin typeface="Lexend"/>
                <a:ea typeface="Lexend"/>
                <a:cs typeface="Lexend"/>
                <a:sym typeface="Lexend"/>
              </a:rPr>
              <a:t> m </a:t>
            </a:r>
            <a:endParaRPr sz="1600">
              <a:solidFill>
                <a:srgbClr val="000000"/>
              </a:solidFill>
              <a:latin typeface="Lexend"/>
              <a:ea typeface="Lexend"/>
              <a:cs typeface="Lexend"/>
              <a:sym typeface="Lexend"/>
            </a:endParaRPr>
          </a:p>
        </p:txBody>
      </p:sp>
      <p:grpSp>
        <p:nvGrpSpPr>
          <p:cNvPr id="1405" name="Google Shape;1405;p82"/>
          <p:cNvGrpSpPr/>
          <p:nvPr/>
        </p:nvGrpSpPr>
        <p:grpSpPr>
          <a:xfrm rot="10800000">
            <a:off x="6042407" y="2916121"/>
            <a:ext cx="2765613" cy="1606197"/>
            <a:chOff x="720862" y="1725791"/>
            <a:chExt cx="1492505" cy="866762"/>
          </a:xfrm>
        </p:grpSpPr>
        <p:sp>
          <p:nvSpPr>
            <p:cNvPr id="1406" name="Google Shape;1406;p82"/>
            <p:cNvSpPr/>
            <p:nvPr/>
          </p:nvSpPr>
          <p:spPr>
            <a:xfrm flipH="1">
              <a:off x="784871" y="1794805"/>
              <a:ext cx="1361100" cy="796200"/>
            </a:xfrm>
            <a:prstGeom prst="rtTriangle">
              <a:avLst/>
            </a:prstGeom>
            <a:solidFill>
              <a:srgbClr val="F3EEFB"/>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07" name="Google Shape;1407;p82"/>
            <p:cNvSpPr/>
            <p:nvPr/>
          </p:nvSpPr>
          <p:spPr>
            <a:xfrm>
              <a:off x="2039330" y="2491153"/>
              <a:ext cx="101400" cy="1014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1408" name="Google Shape;1408;p82"/>
            <p:cNvGrpSpPr/>
            <p:nvPr/>
          </p:nvGrpSpPr>
          <p:grpSpPr>
            <a:xfrm flipH="1" rot="10800000">
              <a:off x="720862" y="1725791"/>
              <a:ext cx="1492505" cy="858781"/>
              <a:chOff x="4718423" y="3703451"/>
              <a:chExt cx="1418462" cy="816177"/>
            </a:xfrm>
          </p:grpSpPr>
          <p:cxnSp>
            <p:nvCxnSpPr>
              <p:cNvPr id="1409" name="Google Shape;1409;p82"/>
              <p:cNvCxnSpPr/>
              <p:nvPr/>
            </p:nvCxnSpPr>
            <p:spPr>
              <a:xfrm>
                <a:off x="6136885" y="3703451"/>
                <a:ext cx="0" cy="786000"/>
              </a:xfrm>
              <a:prstGeom prst="straightConnector1">
                <a:avLst/>
              </a:prstGeom>
              <a:noFill/>
              <a:ln cap="flat" cmpd="sng" w="28575">
                <a:solidFill>
                  <a:srgbClr val="000000"/>
                </a:solidFill>
                <a:prstDash val="solid"/>
                <a:round/>
                <a:headEnd len="med" w="med" type="triangle"/>
                <a:tailEnd len="med" w="med" type="triangle"/>
              </a:ln>
            </p:spPr>
          </p:cxnSp>
          <p:cxnSp>
            <p:nvCxnSpPr>
              <p:cNvPr id="1410" name="Google Shape;1410;p82"/>
              <p:cNvCxnSpPr/>
              <p:nvPr/>
            </p:nvCxnSpPr>
            <p:spPr>
              <a:xfrm>
                <a:off x="4718423" y="3763028"/>
                <a:ext cx="1293600" cy="756600"/>
              </a:xfrm>
              <a:prstGeom prst="straightConnector1">
                <a:avLst/>
              </a:prstGeom>
              <a:noFill/>
              <a:ln cap="flat" cmpd="sng" w="28575">
                <a:solidFill>
                  <a:srgbClr val="000000"/>
                </a:solidFill>
                <a:prstDash val="solid"/>
                <a:round/>
                <a:headEnd len="med" w="med" type="triangle"/>
                <a:tailEnd len="med" w="med" type="triangle"/>
              </a:ln>
            </p:spPr>
          </p:cxnSp>
        </p:grpSp>
      </p:grpSp>
      <p:sp>
        <p:nvSpPr>
          <p:cNvPr id="1411" name="Google Shape;1411;p82"/>
          <p:cNvSpPr txBox="1"/>
          <p:nvPr/>
        </p:nvSpPr>
        <p:spPr>
          <a:xfrm flipH="1">
            <a:off x="5618099" y="3542490"/>
            <a:ext cx="735000" cy="510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9</a:t>
            </a:r>
            <a:r>
              <a:rPr lang="en-GB" sz="1600">
                <a:solidFill>
                  <a:srgbClr val="000000"/>
                </a:solidFill>
                <a:latin typeface="Lexend"/>
                <a:ea typeface="Lexend"/>
                <a:cs typeface="Lexend"/>
                <a:sym typeface="Lexend"/>
              </a:rPr>
              <a:t> m </a:t>
            </a:r>
            <a:endParaRPr sz="1600">
              <a:solidFill>
                <a:srgbClr val="000000"/>
              </a:solidFill>
              <a:latin typeface="Lexend"/>
              <a:ea typeface="Lexend"/>
              <a:cs typeface="Lexend"/>
              <a:sym typeface="Lexend"/>
            </a:endParaRPr>
          </a:p>
        </p:txBody>
      </p:sp>
      <p:sp>
        <p:nvSpPr>
          <p:cNvPr id="1412" name="Google Shape;1412;p82"/>
          <p:cNvSpPr txBox="1"/>
          <p:nvPr/>
        </p:nvSpPr>
        <p:spPr>
          <a:xfrm flipH="1">
            <a:off x="7528801" y="3825018"/>
            <a:ext cx="976800" cy="624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18</a:t>
            </a:r>
            <a:r>
              <a:rPr lang="en-GB" sz="1600">
                <a:solidFill>
                  <a:srgbClr val="000000"/>
                </a:solidFill>
                <a:latin typeface="Lexend"/>
                <a:ea typeface="Lexend"/>
                <a:cs typeface="Lexend"/>
                <a:sym typeface="Lexend"/>
              </a:rPr>
              <a:t> m </a:t>
            </a:r>
            <a:endParaRPr sz="1600">
              <a:solidFill>
                <a:srgbClr val="000000"/>
              </a:solidFill>
              <a:latin typeface="Lexend"/>
              <a:ea typeface="Lexend"/>
              <a:cs typeface="Lexend"/>
              <a:sym typeface="Lexend"/>
            </a:endParaRPr>
          </a:p>
        </p:txBody>
      </p:sp>
      <p:pic>
        <p:nvPicPr>
          <p:cNvPr id="1413" name="Google Shape;1413;p82"/>
          <p:cNvPicPr preferRelativeResize="0"/>
          <p:nvPr/>
        </p:nvPicPr>
        <p:blipFill>
          <a:blip r:embed="rId3">
            <a:alphaModFix/>
          </a:blip>
          <a:stretch>
            <a:fillRect/>
          </a:stretch>
        </p:blipFill>
        <p:spPr>
          <a:xfrm>
            <a:off x="4122008" y="1806763"/>
            <a:ext cx="396000" cy="419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1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7" name="Shape 1417"/>
        <p:cNvGrpSpPr/>
        <p:nvPr/>
      </p:nvGrpSpPr>
      <p:grpSpPr>
        <a:xfrm>
          <a:off x="0" y="0"/>
          <a:ext cx="0" cy="0"/>
          <a:chOff x="0" y="0"/>
          <a:chExt cx="0" cy="0"/>
        </a:xfrm>
      </p:grpSpPr>
      <p:sp>
        <p:nvSpPr>
          <p:cNvPr id="1418" name="Google Shape;1418;p83"/>
          <p:cNvSpPr txBox="1"/>
          <p:nvPr>
            <p:ph type="title"/>
          </p:nvPr>
        </p:nvSpPr>
        <p:spPr>
          <a:xfrm>
            <a:off x="324000" y="748763"/>
            <a:ext cx="8179200" cy="489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Which statement is true?</a:t>
            </a:r>
            <a:endParaRPr/>
          </a:p>
        </p:txBody>
      </p:sp>
      <p:sp>
        <p:nvSpPr>
          <p:cNvPr id="1419" name="Google Shape;1419;p83"/>
          <p:cNvSpPr txBox="1"/>
          <p:nvPr>
            <p:ph idx="2"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Identifying similar triangles</a:t>
            </a:r>
            <a:endParaRPr/>
          </a:p>
        </p:txBody>
      </p:sp>
      <p:sp>
        <p:nvSpPr>
          <p:cNvPr id="1420" name="Google Shape;1420;p83"/>
          <p:cNvSpPr txBox="1"/>
          <p:nvPr>
            <p:ph idx="1" type="subTitle"/>
          </p:nvPr>
        </p:nvSpPr>
        <p:spPr>
          <a:xfrm>
            <a:off x="1034425" y="1837775"/>
            <a:ext cx="4038300" cy="324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The triangles are similar.</a:t>
            </a:r>
            <a:endParaRPr sz="2000"/>
          </a:p>
        </p:txBody>
      </p:sp>
      <p:sp>
        <p:nvSpPr>
          <p:cNvPr id="1421" name="Google Shape;1421;p83"/>
          <p:cNvSpPr txBox="1"/>
          <p:nvPr>
            <p:ph idx="3" type="subTitle"/>
          </p:nvPr>
        </p:nvSpPr>
        <p:spPr>
          <a:xfrm>
            <a:off x="1034425" y="2794252"/>
            <a:ext cx="4038300" cy="389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The triangles are not similar.</a:t>
            </a:r>
            <a:endParaRPr sz="2000"/>
          </a:p>
        </p:txBody>
      </p:sp>
      <p:sp>
        <p:nvSpPr>
          <p:cNvPr id="1422" name="Google Shape;1422;p83"/>
          <p:cNvSpPr txBox="1"/>
          <p:nvPr>
            <p:ph idx="4" type="subTitle"/>
          </p:nvPr>
        </p:nvSpPr>
        <p:spPr>
          <a:xfrm>
            <a:off x="1034425" y="3766975"/>
            <a:ext cx="4015800" cy="324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There is not enough information to determine similarity.</a:t>
            </a:r>
            <a:endParaRPr sz="2000"/>
          </a:p>
        </p:txBody>
      </p:sp>
      <p:grpSp>
        <p:nvGrpSpPr>
          <p:cNvPr id="1423" name="Google Shape;1423;p83"/>
          <p:cNvGrpSpPr/>
          <p:nvPr/>
        </p:nvGrpSpPr>
        <p:grpSpPr>
          <a:xfrm>
            <a:off x="6297548" y="1300155"/>
            <a:ext cx="1601444" cy="908385"/>
            <a:chOff x="784871" y="1757472"/>
            <a:chExt cx="1469619" cy="833534"/>
          </a:xfrm>
        </p:grpSpPr>
        <p:sp>
          <p:nvSpPr>
            <p:cNvPr id="1424" name="Google Shape;1424;p83"/>
            <p:cNvSpPr/>
            <p:nvPr/>
          </p:nvSpPr>
          <p:spPr>
            <a:xfrm flipH="1">
              <a:off x="784871" y="1794805"/>
              <a:ext cx="1361100" cy="796200"/>
            </a:xfrm>
            <a:prstGeom prst="rtTriangle">
              <a:avLst/>
            </a:prstGeom>
            <a:solidFill>
              <a:srgbClr val="F3EEFB"/>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425" name="Google Shape;1425;p83"/>
            <p:cNvCxnSpPr/>
            <p:nvPr/>
          </p:nvCxnSpPr>
          <p:spPr>
            <a:xfrm rot="10800000">
              <a:off x="2254490" y="1757472"/>
              <a:ext cx="0" cy="827100"/>
            </a:xfrm>
            <a:prstGeom prst="straightConnector1">
              <a:avLst/>
            </a:prstGeom>
            <a:noFill/>
            <a:ln cap="flat" cmpd="sng" w="28575">
              <a:solidFill>
                <a:srgbClr val="000000"/>
              </a:solidFill>
              <a:prstDash val="solid"/>
              <a:round/>
              <a:headEnd len="med" w="med" type="triangle"/>
              <a:tailEnd len="med" w="med" type="triangle"/>
            </a:ln>
          </p:spPr>
        </p:cxnSp>
      </p:grpSp>
      <p:sp>
        <p:nvSpPr>
          <p:cNvPr id="1426" name="Google Shape;1426;p83"/>
          <p:cNvSpPr txBox="1"/>
          <p:nvPr/>
        </p:nvSpPr>
        <p:spPr>
          <a:xfrm>
            <a:off x="7940266" y="1676218"/>
            <a:ext cx="432300" cy="299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6</a:t>
            </a:r>
            <a:r>
              <a:rPr lang="en-GB" sz="1600">
                <a:solidFill>
                  <a:srgbClr val="000000"/>
                </a:solidFill>
                <a:latin typeface="Lexend"/>
                <a:ea typeface="Lexend"/>
                <a:cs typeface="Lexend"/>
                <a:sym typeface="Lexend"/>
              </a:rPr>
              <a:t> m </a:t>
            </a:r>
            <a:endParaRPr sz="1600">
              <a:solidFill>
                <a:srgbClr val="000000"/>
              </a:solidFill>
              <a:latin typeface="Lexend"/>
              <a:ea typeface="Lexend"/>
              <a:cs typeface="Lexend"/>
              <a:sym typeface="Lexend"/>
            </a:endParaRPr>
          </a:p>
        </p:txBody>
      </p:sp>
      <p:grpSp>
        <p:nvGrpSpPr>
          <p:cNvPr id="1427" name="Google Shape;1427;p83"/>
          <p:cNvGrpSpPr/>
          <p:nvPr/>
        </p:nvGrpSpPr>
        <p:grpSpPr>
          <a:xfrm rot="10800000">
            <a:off x="6042407" y="2918989"/>
            <a:ext cx="2647005" cy="1544621"/>
            <a:chOff x="784871" y="1757472"/>
            <a:chExt cx="1428497" cy="833534"/>
          </a:xfrm>
        </p:grpSpPr>
        <p:sp>
          <p:nvSpPr>
            <p:cNvPr id="1428" name="Google Shape;1428;p83"/>
            <p:cNvSpPr/>
            <p:nvPr/>
          </p:nvSpPr>
          <p:spPr>
            <a:xfrm flipH="1">
              <a:off x="784871" y="1794805"/>
              <a:ext cx="1361100" cy="796200"/>
            </a:xfrm>
            <a:prstGeom prst="rtTriangle">
              <a:avLst/>
            </a:prstGeom>
            <a:solidFill>
              <a:srgbClr val="F3EEFB"/>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429" name="Google Shape;1429;p83"/>
            <p:cNvCxnSpPr/>
            <p:nvPr/>
          </p:nvCxnSpPr>
          <p:spPr>
            <a:xfrm rot="10800000">
              <a:off x="2213367" y="1757472"/>
              <a:ext cx="0" cy="827100"/>
            </a:xfrm>
            <a:prstGeom prst="straightConnector1">
              <a:avLst/>
            </a:prstGeom>
            <a:noFill/>
            <a:ln cap="flat" cmpd="sng" w="28575">
              <a:solidFill>
                <a:srgbClr val="000000"/>
              </a:solidFill>
              <a:prstDash val="solid"/>
              <a:round/>
              <a:headEnd len="med" w="med" type="triangle"/>
              <a:tailEnd len="med" w="med" type="triangle"/>
            </a:ln>
          </p:spPr>
        </p:cxnSp>
      </p:grpSp>
      <p:sp>
        <p:nvSpPr>
          <p:cNvPr id="1430" name="Google Shape;1430;p83"/>
          <p:cNvSpPr txBox="1"/>
          <p:nvPr/>
        </p:nvSpPr>
        <p:spPr>
          <a:xfrm flipH="1">
            <a:off x="5618099" y="3542490"/>
            <a:ext cx="735000" cy="510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9</a:t>
            </a:r>
            <a:r>
              <a:rPr lang="en-GB" sz="1600">
                <a:solidFill>
                  <a:srgbClr val="000000"/>
                </a:solidFill>
                <a:latin typeface="Lexend"/>
                <a:ea typeface="Lexend"/>
                <a:cs typeface="Lexend"/>
                <a:sym typeface="Lexend"/>
              </a:rPr>
              <a:t> m </a:t>
            </a:r>
            <a:endParaRPr sz="1600">
              <a:solidFill>
                <a:srgbClr val="000000"/>
              </a:solidFill>
              <a:latin typeface="Lexend"/>
              <a:ea typeface="Lexend"/>
              <a:cs typeface="Lexend"/>
              <a:sym typeface="Lexend"/>
            </a:endParaRPr>
          </a:p>
        </p:txBody>
      </p:sp>
      <p:pic>
        <p:nvPicPr>
          <p:cNvPr id="1431" name="Google Shape;1431;p83"/>
          <p:cNvPicPr preferRelativeResize="0"/>
          <p:nvPr/>
        </p:nvPicPr>
        <p:blipFill>
          <a:blip r:embed="rId3">
            <a:alphaModFix/>
          </a:blip>
          <a:stretch>
            <a:fillRect/>
          </a:stretch>
        </p:blipFill>
        <p:spPr>
          <a:xfrm>
            <a:off x="4122008" y="4110450"/>
            <a:ext cx="396000" cy="419100"/>
          </a:xfrm>
          <a:prstGeom prst="rect">
            <a:avLst/>
          </a:prstGeom>
          <a:noFill/>
          <a:ln>
            <a:noFill/>
          </a:ln>
        </p:spPr>
      </p:pic>
      <p:sp>
        <p:nvSpPr>
          <p:cNvPr id="1432" name="Google Shape;1432;p83"/>
          <p:cNvSpPr/>
          <p:nvPr/>
        </p:nvSpPr>
        <p:spPr>
          <a:xfrm rot="-5400000">
            <a:off x="5798122" y="1741626"/>
            <a:ext cx="907500" cy="907500"/>
          </a:xfrm>
          <a:prstGeom prst="arc">
            <a:avLst>
              <a:gd fmla="val 3867844" name="adj1"/>
              <a:gd fmla="val 5570496"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33" name="Google Shape;1433;p83"/>
          <p:cNvSpPr/>
          <p:nvPr/>
        </p:nvSpPr>
        <p:spPr>
          <a:xfrm rot="-5400000">
            <a:off x="8297249" y="2617325"/>
            <a:ext cx="666300" cy="666300"/>
          </a:xfrm>
          <a:prstGeom prst="arc">
            <a:avLst>
              <a:gd fmla="val 14355800" name="adj1"/>
              <a:gd fmla="val 16499916"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34" name="Google Shape;1434;p83"/>
          <p:cNvSpPr txBox="1"/>
          <p:nvPr>
            <p:ph idx="4294967295" type="body"/>
          </p:nvPr>
        </p:nvSpPr>
        <p:spPr>
          <a:xfrm>
            <a:off x="6744138" y="1951793"/>
            <a:ext cx="350100" cy="272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30°</a:t>
            </a:r>
            <a:endParaRPr sz="1600"/>
          </a:p>
        </p:txBody>
      </p:sp>
      <p:sp>
        <p:nvSpPr>
          <p:cNvPr id="1435" name="Google Shape;1435;p83"/>
          <p:cNvSpPr txBox="1"/>
          <p:nvPr>
            <p:ph idx="4294967295" type="body"/>
          </p:nvPr>
        </p:nvSpPr>
        <p:spPr>
          <a:xfrm>
            <a:off x="7947010" y="2942393"/>
            <a:ext cx="350100" cy="272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30°</a:t>
            </a:r>
            <a:endParaRPr sz="1600"/>
          </a:p>
        </p:txBody>
      </p:sp>
      <p:grpSp>
        <p:nvGrpSpPr>
          <p:cNvPr id="1436" name="Google Shape;1436;p83"/>
          <p:cNvGrpSpPr/>
          <p:nvPr/>
        </p:nvGrpSpPr>
        <p:grpSpPr>
          <a:xfrm>
            <a:off x="6227798" y="1265629"/>
            <a:ext cx="1552941" cy="942911"/>
            <a:chOff x="720862" y="1725791"/>
            <a:chExt cx="1425109" cy="865215"/>
          </a:xfrm>
        </p:grpSpPr>
        <p:sp>
          <p:nvSpPr>
            <p:cNvPr id="1437" name="Google Shape;1437;p83"/>
            <p:cNvSpPr/>
            <p:nvPr/>
          </p:nvSpPr>
          <p:spPr>
            <a:xfrm flipH="1">
              <a:off x="784871" y="1794805"/>
              <a:ext cx="1361100" cy="796200"/>
            </a:xfrm>
            <a:prstGeom prst="rtTriangle">
              <a:avLst/>
            </a:prstGeom>
            <a:solidFill>
              <a:srgbClr val="F3EEFB"/>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438" name="Google Shape;1438;p83"/>
            <p:cNvCxnSpPr/>
            <p:nvPr/>
          </p:nvCxnSpPr>
          <p:spPr>
            <a:xfrm flipH="1" rot="10800000">
              <a:off x="720862" y="1725791"/>
              <a:ext cx="1361126" cy="796095"/>
            </a:xfrm>
            <a:prstGeom prst="straightConnector1">
              <a:avLst/>
            </a:prstGeom>
            <a:noFill/>
            <a:ln cap="flat" cmpd="sng" w="28575">
              <a:solidFill>
                <a:srgbClr val="000000"/>
              </a:solidFill>
              <a:prstDash val="solid"/>
              <a:round/>
              <a:headEnd len="med" w="med" type="triangle"/>
              <a:tailEnd len="med" w="med" type="triangle"/>
            </a:ln>
          </p:spPr>
        </p:cxnSp>
      </p:grpSp>
      <p:sp>
        <p:nvSpPr>
          <p:cNvPr id="1439" name="Google Shape;1439;p83"/>
          <p:cNvSpPr txBox="1"/>
          <p:nvPr/>
        </p:nvSpPr>
        <p:spPr>
          <a:xfrm>
            <a:off x="6669030" y="1427446"/>
            <a:ext cx="574500" cy="367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12</a:t>
            </a:r>
            <a:r>
              <a:rPr lang="en-GB" sz="1600">
                <a:solidFill>
                  <a:srgbClr val="000000"/>
                </a:solidFill>
                <a:latin typeface="Lexend"/>
                <a:ea typeface="Lexend"/>
                <a:cs typeface="Lexend"/>
                <a:sym typeface="Lexend"/>
              </a:rPr>
              <a:t> m </a:t>
            </a:r>
            <a:endParaRPr sz="1600">
              <a:solidFill>
                <a:srgbClr val="000000"/>
              </a:solidFill>
              <a:latin typeface="Lexend"/>
              <a:ea typeface="Lexend"/>
              <a:cs typeface="Lexend"/>
              <a:sym typeface="Lexend"/>
            </a:endParaRPr>
          </a:p>
        </p:txBody>
      </p:sp>
      <p:grpSp>
        <p:nvGrpSpPr>
          <p:cNvPr id="1440" name="Google Shape;1440;p83"/>
          <p:cNvGrpSpPr/>
          <p:nvPr/>
        </p:nvGrpSpPr>
        <p:grpSpPr>
          <a:xfrm rot="10800000">
            <a:off x="6167293" y="2918989"/>
            <a:ext cx="2640726" cy="1603329"/>
            <a:chOff x="720862" y="1725791"/>
            <a:chExt cx="1425109" cy="865215"/>
          </a:xfrm>
        </p:grpSpPr>
        <p:sp>
          <p:nvSpPr>
            <p:cNvPr id="1441" name="Google Shape;1441;p83"/>
            <p:cNvSpPr/>
            <p:nvPr/>
          </p:nvSpPr>
          <p:spPr>
            <a:xfrm flipH="1">
              <a:off x="784871" y="1794805"/>
              <a:ext cx="1361100" cy="796200"/>
            </a:xfrm>
            <a:prstGeom prst="rtTriangle">
              <a:avLst/>
            </a:prstGeom>
            <a:solidFill>
              <a:srgbClr val="F3EEFB"/>
            </a:solid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442" name="Google Shape;1442;p83"/>
            <p:cNvCxnSpPr/>
            <p:nvPr/>
          </p:nvCxnSpPr>
          <p:spPr>
            <a:xfrm flipH="1" rot="10800000">
              <a:off x="720862" y="1725791"/>
              <a:ext cx="1361126" cy="796095"/>
            </a:xfrm>
            <a:prstGeom prst="straightConnector1">
              <a:avLst/>
            </a:prstGeom>
            <a:noFill/>
            <a:ln cap="flat" cmpd="sng" w="28575">
              <a:solidFill>
                <a:srgbClr val="000000"/>
              </a:solidFill>
              <a:prstDash val="solid"/>
              <a:round/>
              <a:headEnd len="med" w="med" type="triangle"/>
              <a:tailEnd len="med" w="med" type="triangle"/>
            </a:ln>
          </p:spPr>
        </p:cxnSp>
      </p:grpSp>
      <p:sp>
        <p:nvSpPr>
          <p:cNvPr id="1443" name="Google Shape;1443;p83"/>
          <p:cNvSpPr txBox="1"/>
          <p:nvPr/>
        </p:nvSpPr>
        <p:spPr>
          <a:xfrm flipH="1">
            <a:off x="7528801" y="3825018"/>
            <a:ext cx="976800" cy="624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18</a:t>
            </a:r>
            <a:r>
              <a:rPr lang="en-GB" sz="1600">
                <a:solidFill>
                  <a:srgbClr val="000000"/>
                </a:solidFill>
                <a:latin typeface="Lexend"/>
                <a:ea typeface="Lexend"/>
                <a:cs typeface="Lexend"/>
                <a:sym typeface="Lexend"/>
              </a:rPr>
              <a:t> m </a:t>
            </a:r>
            <a:endParaRPr sz="1600">
              <a:solidFill>
                <a:srgbClr val="000000"/>
              </a:solidFill>
              <a:latin typeface="Lexend"/>
              <a:ea typeface="Lexend"/>
              <a:cs typeface="Lexend"/>
              <a:sym typeface="Lexend"/>
            </a:endParaRPr>
          </a:p>
        </p:txBody>
      </p:sp>
      <p:sp>
        <p:nvSpPr>
          <p:cNvPr id="1444" name="Google Shape;1444;p83"/>
          <p:cNvSpPr/>
          <p:nvPr/>
        </p:nvSpPr>
        <p:spPr>
          <a:xfrm rot="-5400000">
            <a:off x="5798122" y="1741626"/>
            <a:ext cx="907500" cy="907500"/>
          </a:xfrm>
          <a:prstGeom prst="arc">
            <a:avLst>
              <a:gd fmla="val 3867844" name="adj1"/>
              <a:gd fmla="val 5570496"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45" name="Google Shape;1445;p83"/>
          <p:cNvSpPr/>
          <p:nvPr/>
        </p:nvSpPr>
        <p:spPr>
          <a:xfrm rot="-5400000">
            <a:off x="8297249" y="2617325"/>
            <a:ext cx="666300" cy="666300"/>
          </a:xfrm>
          <a:prstGeom prst="arc">
            <a:avLst>
              <a:gd fmla="val 14355800" name="adj1"/>
              <a:gd fmla="val 16499916"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46" name="Google Shape;1446;p83"/>
          <p:cNvSpPr txBox="1"/>
          <p:nvPr>
            <p:ph idx="4294967295" type="body"/>
          </p:nvPr>
        </p:nvSpPr>
        <p:spPr>
          <a:xfrm>
            <a:off x="6744138" y="1951793"/>
            <a:ext cx="350100" cy="272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30°</a:t>
            </a:r>
            <a:endParaRPr sz="1600"/>
          </a:p>
        </p:txBody>
      </p:sp>
      <p:sp>
        <p:nvSpPr>
          <p:cNvPr id="1447" name="Google Shape;1447;p83"/>
          <p:cNvSpPr txBox="1"/>
          <p:nvPr>
            <p:ph idx="4294967295" type="body"/>
          </p:nvPr>
        </p:nvSpPr>
        <p:spPr>
          <a:xfrm>
            <a:off x="7947010" y="2942393"/>
            <a:ext cx="350100" cy="272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30°</a:t>
            </a:r>
            <a:endParaRPr sz="16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3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1" name="Shape 1451"/>
        <p:cNvGrpSpPr/>
        <p:nvPr/>
      </p:nvGrpSpPr>
      <p:grpSpPr>
        <a:xfrm>
          <a:off x="0" y="0"/>
          <a:ext cx="0" cy="0"/>
          <a:chOff x="0" y="0"/>
          <a:chExt cx="0" cy="0"/>
        </a:xfrm>
      </p:grpSpPr>
      <p:sp>
        <p:nvSpPr>
          <p:cNvPr id="1452" name="Google Shape;1452;p84"/>
          <p:cNvSpPr/>
          <p:nvPr/>
        </p:nvSpPr>
        <p:spPr>
          <a:xfrm>
            <a:off x="685175" y="1900450"/>
            <a:ext cx="1349400" cy="797100"/>
          </a:xfrm>
          <a:prstGeom prst="rtTriangle">
            <a:avLst/>
          </a:prstGeom>
          <a:solidFill>
            <a:srgbClr val="F3EEFB"/>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53" name="Google Shape;1453;p84"/>
          <p:cNvSpPr/>
          <p:nvPr/>
        </p:nvSpPr>
        <p:spPr>
          <a:xfrm rot="-5400000">
            <a:off x="6986723" y="3398597"/>
            <a:ext cx="1414500" cy="835800"/>
          </a:xfrm>
          <a:prstGeom prst="rtTriangle">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54" name="Google Shape;1454;p84"/>
          <p:cNvSpPr/>
          <p:nvPr/>
        </p:nvSpPr>
        <p:spPr>
          <a:xfrm>
            <a:off x="5505520" y="2039906"/>
            <a:ext cx="1108800" cy="654900"/>
          </a:xfrm>
          <a:prstGeom prst="rtTriangle">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55" name="Google Shape;1455;p84"/>
          <p:cNvSpPr/>
          <p:nvPr/>
        </p:nvSpPr>
        <p:spPr>
          <a:xfrm>
            <a:off x="2867744" y="1763023"/>
            <a:ext cx="1592700" cy="940800"/>
          </a:xfrm>
          <a:prstGeom prst="rtTriangle">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56" name="Google Shape;1456;p84"/>
          <p:cNvSpPr/>
          <p:nvPr/>
        </p:nvSpPr>
        <p:spPr>
          <a:xfrm>
            <a:off x="691975" y="2561543"/>
            <a:ext cx="136200" cy="1362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57" name="Google Shape;1457;p84"/>
          <p:cNvSpPr txBox="1"/>
          <p:nvPr>
            <p:ph idx="1" type="body"/>
          </p:nvPr>
        </p:nvSpPr>
        <p:spPr>
          <a:xfrm>
            <a:off x="324000" y="759300"/>
            <a:ext cx="8496000" cy="1109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1) For each triangle, write a tick if it is similar to </a:t>
            </a:r>
            <a:r>
              <a:rPr lang="en-GB" sz="1600">
                <a:solidFill>
                  <a:srgbClr val="040C28"/>
                </a:solidFill>
              </a:rPr>
              <a:t>△ABC, a cross if it is not similar and a </a:t>
            </a:r>
            <a:br>
              <a:rPr lang="en-GB" sz="1600">
                <a:solidFill>
                  <a:srgbClr val="040C28"/>
                </a:solidFill>
              </a:rPr>
            </a:br>
            <a:r>
              <a:rPr lang="en-GB" sz="1600">
                <a:solidFill>
                  <a:srgbClr val="040C28"/>
                </a:solidFill>
              </a:rPr>
              <a:t>    question mark if there is not enough information to determine similarity.</a:t>
            </a:r>
            <a:br>
              <a:rPr lang="en-GB" sz="1600">
                <a:solidFill>
                  <a:srgbClr val="040C28"/>
                </a:solidFill>
              </a:rPr>
            </a:br>
            <a:r>
              <a:rPr lang="en-GB" sz="1600">
                <a:solidFill>
                  <a:srgbClr val="040C28"/>
                </a:solidFill>
              </a:rPr>
              <a:t>    Diagrams are not drawn accurately and all lengths are given in the same units.</a:t>
            </a:r>
            <a:endParaRPr sz="1700"/>
          </a:p>
        </p:txBody>
      </p:sp>
      <p:sp>
        <p:nvSpPr>
          <p:cNvPr id="1458" name="Google Shape;1458;p84"/>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Identifying similar triangles</a:t>
            </a:r>
            <a:endParaRPr/>
          </a:p>
        </p:txBody>
      </p:sp>
      <p:sp>
        <p:nvSpPr>
          <p:cNvPr id="1459" name="Google Shape;1459;p84"/>
          <p:cNvSpPr/>
          <p:nvPr/>
        </p:nvSpPr>
        <p:spPr>
          <a:xfrm>
            <a:off x="1667650" y="2307150"/>
            <a:ext cx="763200" cy="763200"/>
          </a:xfrm>
          <a:prstGeom prst="arc">
            <a:avLst>
              <a:gd fmla="val 10713113" name="adj1"/>
              <a:gd fmla="val 12531299"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60" name="Google Shape;1460;p84"/>
          <p:cNvSpPr txBox="1"/>
          <p:nvPr>
            <p:ph idx="1" type="body"/>
          </p:nvPr>
        </p:nvSpPr>
        <p:spPr>
          <a:xfrm>
            <a:off x="1348439" y="2462090"/>
            <a:ext cx="375300" cy="264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37°</a:t>
            </a:r>
            <a:endParaRPr sz="1700"/>
          </a:p>
        </p:txBody>
      </p:sp>
      <p:cxnSp>
        <p:nvCxnSpPr>
          <p:cNvPr id="1461" name="Google Shape;1461;p84"/>
          <p:cNvCxnSpPr/>
          <p:nvPr/>
        </p:nvCxnSpPr>
        <p:spPr>
          <a:xfrm>
            <a:off x="653229" y="2777886"/>
            <a:ext cx="1367400" cy="0"/>
          </a:xfrm>
          <a:prstGeom prst="straightConnector1">
            <a:avLst/>
          </a:prstGeom>
          <a:noFill/>
          <a:ln cap="flat" cmpd="sng" w="19050">
            <a:solidFill>
              <a:schemeClr val="dk1"/>
            </a:solidFill>
            <a:prstDash val="solid"/>
            <a:round/>
            <a:headEnd len="med" w="med" type="triangle"/>
            <a:tailEnd len="med" w="med" type="triangle"/>
          </a:ln>
        </p:spPr>
      </p:cxnSp>
      <p:cxnSp>
        <p:nvCxnSpPr>
          <p:cNvPr id="1462" name="Google Shape;1462;p84"/>
          <p:cNvCxnSpPr/>
          <p:nvPr/>
        </p:nvCxnSpPr>
        <p:spPr>
          <a:xfrm rot="10800000">
            <a:off x="595368" y="1900450"/>
            <a:ext cx="6900" cy="797400"/>
          </a:xfrm>
          <a:prstGeom prst="straightConnector1">
            <a:avLst/>
          </a:prstGeom>
          <a:noFill/>
          <a:ln cap="flat" cmpd="sng" w="19050">
            <a:solidFill>
              <a:schemeClr val="dk1"/>
            </a:solidFill>
            <a:prstDash val="solid"/>
            <a:round/>
            <a:headEnd len="med" w="med" type="triangle"/>
            <a:tailEnd len="med" w="med" type="triangle"/>
          </a:ln>
        </p:spPr>
      </p:cxnSp>
      <p:cxnSp>
        <p:nvCxnSpPr>
          <p:cNvPr id="1463" name="Google Shape;1463;p84"/>
          <p:cNvCxnSpPr/>
          <p:nvPr/>
        </p:nvCxnSpPr>
        <p:spPr>
          <a:xfrm rot="10800000">
            <a:off x="747875" y="1817446"/>
            <a:ext cx="1362900" cy="797100"/>
          </a:xfrm>
          <a:prstGeom prst="straightConnector1">
            <a:avLst/>
          </a:prstGeom>
          <a:noFill/>
          <a:ln cap="flat" cmpd="sng" w="19050">
            <a:solidFill>
              <a:schemeClr val="dk1"/>
            </a:solidFill>
            <a:prstDash val="solid"/>
            <a:round/>
            <a:headEnd len="med" w="med" type="triangle"/>
            <a:tailEnd len="med" w="med" type="triangle"/>
          </a:ln>
        </p:spPr>
      </p:cxnSp>
      <p:sp>
        <p:nvSpPr>
          <p:cNvPr id="1464" name="Google Shape;1464;p84"/>
          <p:cNvSpPr txBox="1"/>
          <p:nvPr>
            <p:ph idx="1" type="body"/>
          </p:nvPr>
        </p:nvSpPr>
        <p:spPr>
          <a:xfrm>
            <a:off x="1377014" y="1964069"/>
            <a:ext cx="375300" cy="264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50</a:t>
            </a:r>
            <a:endParaRPr sz="1700"/>
          </a:p>
        </p:txBody>
      </p:sp>
      <p:sp>
        <p:nvSpPr>
          <p:cNvPr id="1465" name="Google Shape;1465;p84"/>
          <p:cNvSpPr txBox="1"/>
          <p:nvPr>
            <p:ph idx="1" type="body"/>
          </p:nvPr>
        </p:nvSpPr>
        <p:spPr>
          <a:xfrm>
            <a:off x="1099428" y="2781858"/>
            <a:ext cx="375300" cy="264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40</a:t>
            </a:r>
            <a:endParaRPr sz="1700"/>
          </a:p>
        </p:txBody>
      </p:sp>
      <p:sp>
        <p:nvSpPr>
          <p:cNvPr id="1466" name="Google Shape;1466;p84"/>
          <p:cNvSpPr txBox="1"/>
          <p:nvPr>
            <p:ph idx="1" type="body"/>
          </p:nvPr>
        </p:nvSpPr>
        <p:spPr>
          <a:xfrm>
            <a:off x="337428" y="2172258"/>
            <a:ext cx="375300" cy="264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30</a:t>
            </a:r>
            <a:endParaRPr sz="1700"/>
          </a:p>
        </p:txBody>
      </p:sp>
      <p:sp>
        <p:nvSpPr>
          <p:cNvPr id="1467" name="Google Shape;1467;p84"/>
          <p:cNvSpPr/>
          <p:nvPr/>
        </p:nvSpPr>
        <p:spPr>
          <a:xfrm>
            <a:off x="4027407" y="2243066"/>
            <a:ext cx="900900" cy="900900"/>
          </a:xfrm>
          <a:prstGeom prst="arc">
            <a:avLst>
              <a:gd fmla="val 10713113" name="adj1"/>
              <a:gd fmla="val 12531299"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68" name="Google Shape;1468;p84"/>
          <p:cNvSpPr txBox="1"/>
          <p:nvPr>
            <p:ph idx="1" type="body"/>
          </p:nvPr>
        </p:nvSpPr>
        <p:spPr>
          <a:xfrm>
            <a:off x="3650627" y="2425949"/>
            <a:ext cx="443100" cy="312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37°</a:t>
            </a:r>
            <a:endParaRPr sz="1700"/>
          </a:p>
        </p:txBody>
      </p:sp>
      <p:cxnSp>
        <p:nvCxnSpPr>
          <p:cNvPr id="1469" name="Google Shape;1469;p84"/>
          <p:cNvCxnSpPr/>
          <p:nvPr/>
        </p:nvCxnSpPr>
        <p:spPr>
          <a:xfrm>
            <a:off x="2830036" y="2798694"/>
            <a:ext cx="1614000" cy="0"/>
          </a:xfrm>
          <a:prstGeom prst="straightConnector1">
            <a:avLst/>
          </a:prstGeom>
          <a:noFill/>
          <a:ln cap="flat" cmpd="sng" w="19050">
            <a:solidFill>
              <a:schemeClr val="dk1"/>
            </a:solidFill>
            <a:prstDash val="solid"/>
            <a:round/>
            <a:headEnd len="med" w="med" type="triangle"/>
            <a:tailEnd len="med" w="med" type="triangle"/>
          </a:ln>
        </p:spPr>
      </p:cxnSp>
      <p:cxnSp>
        <p:nvCxnSpPr>
          <p:cNvPr id="1470" name="Google Shape;1470;p84"/>
          <p:cNvCxnSpPr/>
          <p:nvPr/>
        </p:nvCxnSpPr>
        <p:spPr>
          <a:xfrm rot="10800000">
            <a:off x="2941850" y="1665098"/>
            <a:ext cx="1608600" cy="940800"/>
          </a:xfrm>
          <a:prstGeom prst="straightConnector1">
            <a:avLst/>
          </a:prstGeom>
          <a:noFill/>
          <a:ln cap="flat" cmpd="sng" w="19050">
            <a:solidFill>
              <a:schemeClr val="dk1"/>
            </a:solidFill>
            <a:prstDash val="solid"/>
            <a:round/>
            <a:headEnd len="med" w="med" type="triangle"/>
            <a:tailEnd len="med" w="med" type="triangle"/>
          </a:ln>
        </p:spPr>
      </p:cxnSp>
      <p:sp>
        <p:nvSpPr>
          <p:cNvPr id="1471" name="Google Shape;1471;p84"/>
          <p:cNvSpPr txBox="1"/>
          <p:nvPr>
            <p:ph idx="1" type="body"/>
          </p:nvPr>
        </p:nvSpPr>
        <p:spPr>
          <a:xfrm>
            <a:off x="3684356" y="1838115"/>
            <a:ext cx="443100" cy="312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55</a:t>
            </a:r>
            <a:endParaRPr sz="1700"/>
          </a:p>
        </p:txBody>
      </p:sp>
      <p:sp>
        <p:nvSpPr>
          <p:cNvPr id="1472" name="Google Shape;1472;p84"/>
          <p:cNvSpPr txBox="1"/>
          <p:nvPr>
            <p:ph idx="1" type="body"/>
          </p:nvPr>
        </p:nvSpPr>
        <p:spPr>
          <a:xfrm>
            <a:off x="3446650" y="2803383"/>
            <a:ext cx="443100" cy="312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44</a:t>
            </a:r>
            <a:endParaRPr sz="1700"/>
          </a:p>
        </p:txBody>
      </p:sp>
      <p:cxnSp>
        <p:nvCxnSpPr>
          <p:cNvPr id="1473" name="Google Shape;1473;p84"/>
          <p:cNvCxnSpPr/>
          <p:nvPr/>
        </p:nvCxnSpPr>
        <p:spPr>
          <a:xfrm>
            <a:off x="5479273" y="2760775"/>
            <a:ext cx="1123500" cy="0"/>
          </a:xfrm>
          <a:prstGeom prst="straightConnector1">
            <a:avLst/>
          </a:prstGeom>
          <a:noFill/>
          <a:ln cap="flat" cmpd="sng" w="19050">
            <a:solidFill>
              <a:schemeClr val="dk1"/>
            </a:solidFill>
            <a:prstDash val="solid"/>
            <a:round/>
            <a:headEnd len="med" w="med" type="triangle"/>
            <a:tailEnd len="med" w="med" type="triangle"/>
          </a:ln>
        </p:spPr>
      </p:cxnSp>
      <p:cxnSp>
        <p:nvCxnSpPr>
          <p:cNvPr id="1474" name="Google Shape;1474;p84"/>
          <p:cNvCxnSpPr/>
          <p:nvPr/>
        </p:nvCxnSpPr>
        <p:spPr>
          <a:xfrm rot="10800000">
            <a:off x="5431706" y="2040121"/>
            <a:ext cx="5700" cy="654900"/>
          </a:xfrm>
          <a:prstGeom prst="straightConnector1">
            <a:avLst/>
          </a:prstGeom>
          <a:noFill/>
          <a:ln cap="flat" cmpd="sng" w="19050">
            <a:solidFill>
              <a:schemeClr val="dk1"/>
            </a:solidFill>
            <a:prstDash val="solid"/>
            <a:round/>
            <a:headEnd len="med" w="med" type="triangle"/>
            <a:tailEnd len="med" w="med" type="triangle"/>
          </a:ln>
        </p:spPr>
      </p:cxnSp>
      <p:cxnSp>
        <p:nvCxnSpPr>
          <p:cNvPr id="1475" name="Google Shape;1475;p84"/>
          <p:cNvCxnSpPr/>
          <p:nvPr/>
        </p:nvCxnSpPr>
        <p:spPr>
          <a:xfrm rot="10800000">
            <a:off x="5556850" y="1971681"/>
            <a:ext cx="1119900" cy="654900"/>
          </a:xfrm>
          <a:prstGeom prst="straightConnector1">
            <a:avLst/>
          </a:prstGeom>
          <a:noFill/>
          <a:ln cap="flat" cmpd="sng" w="19050">
            <a:solidFill>
              <a:schemeClr val="dk1"/>
            </a:solidFill>
            <a:prstDash val="solid"/>
            <a:round/>
            <a:headEnd len="med" w="med" type="triangle"/>
            <a:tailEnd len="med" w="med" type="triangle"/>
          </a:ln>
        </p:spPr>
      </p:cxnSp>
      <p:sp>
        <p:nvSpPr>
          <p:cNvPr id="1476" name="Google Shape;1476;p84"/>
          <p:cNvSpPr txBox="1"/>
          <p:nvPr>
            <p:ph idx="1" type="body"/>
          </p:nvPr>
        </p:nvSpPr>
        <p:spPr>
          <a:xfrm>
            <a:off x="6114735" y="2071763"/>
            <a:ext cx="308400" cy="217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35</a:t>
            </a:r>
            <a:endParaRPr sz="1700"/>
          </a:p>
        </p:txBody>
      </p:sp>
      <p:sp>
        <p:nvSpPr>
          <p:cNvPr id="1477" name="Google Shape;1477;p84"/>
          <p:cNvSpPr txBox="1"/>
          <p:nvPr>
            <p:ph idx="1" type="body"/>
          </p:nvPr>
        </p:nvSpPr>
        <p:spPr>
          <a:xfrm>
            <a:off x="5908461" y="2764039"/>
            <a:ext cx="308400" cy="217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28</a:t>
            </a:r>
            <a:endParaRPr sz="1700"/>
          </a:p>
        </p:txBody>
      </p:sp>
      <p:sp>
        <p:nvSpPr>
          <p:cNvPr id="1478" name="Google Shape;1478;p84"/>
          <p:cNvSpPr txBox="1"/>
          <p:nvPr>
            <p:ph idx="1" type="body"/>
          </p:nvPr>
        </p:nvSpPr>
        <p:spPr>
          <a:xfrm>
            <a:off x="5178850" y="2263214"/>
            <a:ext cx="308400" cy="217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21</a:t>
            </a:r>
            <a:endParaRPr sz="1700"/>
          </a:p>
        </p:txBody>
      </p:sp>
      <p:sp>
        <p:nvSpPr>
          <p:cNvPr id="1479" name="Google Shape;1479;p84"/>
          <p:cNvSpPr/>
          <p:nvPr/>
        </p:nvSpPr>
        <p:spPr>
          <a:xfrm rot="-5400000">
            <a:off x="7727423" y="2820004"/>
            <a:ext cx="680700" cy="680700"/>
          </a:xfrm>
          <a:prstGeom prst="arc">
            <a:avLst>
              <a:gd fmla="val 10395350" name="adj1"/>
              <a:gd fmla="val 12531299"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80" name="Google Shape;1480;p84"/>
          <p:cNvSpPr txBox="1"/>
          <p:nvPr>
            <p:ph idx="1" type="body"/>
          </p:nvPr>
        </p:nvSpPr>
        <p:spPr>
          <a:xfrm>
            <a:off x="7793591" y="3596528"/>
            <a:ext cx="393600" cy="277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37°</a:t>
            </a:r>
            <a:endParaRPr sz="1700"/>
          </a:p>
        </p:txBody>
      </p:sp>
      <p:cxnSp>
        <p:nvCxnSpPr>
          <p:cNvPr id="1481" name="Google Shape;1481;p84"/>
          <p:cNvCxnSpPr/>
          <p:nvPr/>
        </p:nvCxnSpPr>
        <p:spPr>
          <a:xfrm rot="-5400000">
            <a:off x="7479117" y="3840534"/>
            <a:ext cx="1433400" cy="0"/>
          </a:xfrm>
          <a:prstGeom prst="straightConnector1">
            <a:avLst/>
          </a:prstGeom>
          <a:noFill/>
          <a:ln cap="flat" cmpd="sng" w="19050">
            <a:solidFill>
              <a:schemeClr val="dk1"/>
            </a:solidFill>
            <a:prstDash val="solid"/>
            <a:round/>
            <a:headEnd len="med" w="med" type="triangle"/>
            <a:tailEnd len="med" w="med" type="triangle"/>
          </a:ln>
        </p:spPr>
      </p:cxnSp>
      <p:cxnSp>
        <p:nvCxnSpPr>
          <p:cNvPr id="1482" name="Google Shape;1482;p84"/>
          <p:cNvCxnSpPr/>
          <p:nvPr/>
        </p:nvCxnSpPr>
        <p:spPr>
          <a:xfrm rot="5400000">
            <a:off x="7690422" y="4196352"/>
            <a:ext cx="7200" cy="835800"/>
          </a:xfrm>
          <a:prstGeom prst="straightConnector1">
            <a:avLst/>
          </a:prstGeom>
          <a:noFill/>
          <a:ln cap="flat" cmpd="sng" w="19050">
            <a:solidFill>
              <a:schemeClr val="dk1"/>
            </a:solidFill>
            <a:prstDash val="solid"/>
            <a:round/>
            <a:headEnd len="med" w="med" type="triangle"/>
            <a:tailEnd len="med" w="med" type="triangle"/>
          </a:ln>
        </p:spPr>
      </p:cxnSp>
      <p:sp>
        <p:nvSpPr>
          <p:cNvPr id="1483" name="Google Shape;1483;p84"/>
          <p:cNvSpPr txBox="1"/>
          <p:nvPr>
            <p:ph idx="1" type="body"/>
          </p:nvPr>
        </p:nvSpPr>
        <p:spPr>
          <a:xfrm>
            <a:off x="8224989" y="3750586"/>
            <a:ext cx="393600" cy="277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52</a:t>
            </a:r>
            <a:endParaRPr sz="1700"/>
          </a:p>
        </p:txBody>
      </p:sp>
      <p:sp>
        <p:nvSpPr>
          <p:cNvPr id="1484" name="Google Shape;1484;p84"/>
          <p:cNvSpPr txBox="1"/>
          <p:nvPr>
            <p:ph idx="1" type="body"/>
          </p:nvPr>
        </p:nvSpPr>
        <p:spPr>
          <a:xfrm>
            <a:off x="7584481" y="4612544"/>
            <a:ext cx="393600" cy="277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39</a:t>
            </a:r>
            <a:endParaRPr sz="1700"/>
          </a:p>
        </p:txBody>
      </p:sp>
      <p:sp>
        <p:nvSpPr>
          <p:cNvPr id="1485" name="Google Shape;1485;p84"/>
          <p:cNvSpPr/>
          <p:nvPr/>
        </p:nvSpPr>
        <p:spPr>
          <a:xfrm flipH="1">
            <a:off x="4139876" y="4352125"/>
            <a:ext cx="151200" cy="1512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86" name="Google Shape;1486;p84"/>
          <p:cNvSpPr/>
          <p:nvPr/>
        </p:nvSpPr>
        <p:spPr>
          <a:xfrm flipH="1">
            <a:off x="2800724" y="3618283"/>
            <a:ext cx="1497900" cy="884700"/>
          </a:xfrm>
          <a:prstGeom prst="rtTriangle">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487" name="Google Shape;1487;p84"/>
          <p:cNvCxnSpPr/>
          <p:nvPr/>
        </p:nvCxnSpPr>
        <p:spPr>
          <a:xfrm rot="10800000">
            <a:off x="2816086" y="4592275"/>
            <a:ext cx="1518000" cy="0"/>
          </a:xfrm>
          <a:prstGeom prst="straightConnector1">
            <a:avLst/>
          </a:prstGeom>
          <a:noFill/>
          <a:ln cap="flat" cmpd="sng" w="19050">
            <a:solidFill>
              <a:schemeClr val="dk1"/>
            </a:solidFill>
            <a:prstDash val="solid"/>
            <a:round/>
            <a:headEnd len="med" w="med" type="triangle"/>
            <a:tailEnd len="med" w="med" type="triangle"/>
          </a:ln>
        </p:spPr>
      </p:cxnSp>
      <p:cxnSp>
        <p:nvCxnSpPr>
          <p:cNvPr id="1488" name="Google Shape;1488;p84"/>
          <p:cNvCxnSpPr/>
          <p:nvPr/>
        </p:nvCxnSpPr>
        <p:spPr>
          <a:xfrm flipH="1" rot="10800000">
            <a:off x="4390654" y="3618432"/>
            <a:ext cx="7500" cy="885000"/>
          </a:xfrm>
          <a:prstGeom prst="straightConnector1">
            <a:avLst/>
          </a:prstGeom>
          <a:noFill/>
          <a:ln cap="flat" cmpd="sng" w="19050">
            <a:solidFill>
              <a:schemeClr val="dk1"/>
            </a:solidFill>
            <a:prstDash val="solid"/>
            <a:round/>
            <a:headEnd len="med" w="med" type="triangle"/>
            <a:tailEnd len="med" w="med" type="triangle"/>
          </a:ln>
        </p:spPr>
      </p:cxnSp>
      <p:sp>
        <p:nvSpPr>
          <p:cNvPr id="1489" name="Google Shape;1489;p84"/>
          <p:cNvSpPr txBox="1"/>
          <p:nvPr>
            <p:ph idx="1" type="body"/>
          </p:nvPr>
        </p:nvSpPr>
        <p:spPr>
          <a:xfrm flipH="1">
            <a:off x="3489901" y="4596685"/>
            <a:ext cx="416700" cy="294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60</a:t>
            </a:r>
            <a:endParaRPr sz="1700"/>
          </a:p>
        </p:txBody>
      </p:sp>
      <p:sp>
        <p:nvSpPr>
          <p:cNvPr id="1490" name="Google Shape;1490;p84"/>
          <p:cNvSpPr txBox="1"/>
          <p:nvPr>
            <p:ph idx="1" type="body"/>
          </p:nvPr>
        </p:nvSpPr>
        <p:spPr>
          <a:xfrm flipH="1">
            <a:off x="4430327" y="3991664"/>
            <a:ext cx="416700" cy="294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48</a:t>
            </a:r>
            <a:endParaRPr sz="1700"/>
          </a:p>
        </p:txBody>
      </p:sp>
      <p:sp>
        <p:nvSpPr>
          <p:cNvPr id="1491" name="Google Shape;1491;p84"/>
          <p:cNvSpPr/>
          <p:nvPr/>
        </p:nvSpPr>
        <p:spPr>
          <a:xfrm flipH="1" rot="-8962118">
            <a:off x="1069502" y="3861368"/>
            <a:ext cx="141900" cy="1419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92" name="Google Shape;1492;p84"/>
          <p:cNvSpPr/>
          <p:nvPr/>
        </p:nvSpPr>
        <p:spPr>
          <a:xfrm flipH="1" rot="-8962922">
            <a:off x="799604" y="4132015"/>
            <a:ext cx="1406606" cy="830927"/>
          </a:xfrm>
          <a:prstGeom prst="rtTriangle">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93" name="Google Shape;1493;p84"/>
          <p:cNvSpPr/>
          <p:nvPr/>
        </p:nvSpPr>
        <p:spPr>
          <a:xfrm flipH="1" rot="-8963066">
            <a:off x="1930961" y="4165797"/>
            <a:ext cx="795837" cy="795837"/>
          </a:xfrm>
          <a:prstGeom prst="arc">
            <a:avLst>
              <a:gd fmla="val 10713113" name="adj1"/>
              <a:gd fmla="val 12531299"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94" name="Google Shape;1494;p84"/>
          <p:cNvSpPr txBox="1"/>
          <p:nvPr>
            <p:ph idx="1" type="body"/>
          </p:nvPr>
        </p:nvSpPr>
        <p:spPr>
          <a:xfrm flipH="1">
            <a:off x="1603175" y="4306775"/>
            <a:ext cx="332400" cy="27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37°</a:t>
            </a:r>
            <a:endParaRPr sz="1700"/>
          </a:p>
        </p:txBody>
      </p:sp>
      <p:sp>
        <p:nvSpPr>
          <p:cNvPr id="1495" name="Google Shape;1495;p84"/>
          <p:cNvSpPr/>
          <p:nvPr/>
        </p:nvSpPr>
        <p:spPr>
          <a:xfrm rot="-3390289">
            <a:off x="5716988" y="4452588"/>
            <a:ext cx="146775" cy="146775"/>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496" name="Google Shape;1496;p84"/>
          <p:cNvSpPr/>
          <p:nvPr/>
        </p:nvSpPr>
        <p:spPr>
          <a:xfrm rot="-3390411">
            <a:off x="5123400" y="3361900"/>
            <a:ext cx="1452602" cy="858348"/>
          </a:xfrm>
          <a:prstGeom prst="rtTriangle">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497" name="Google Shape;1497;p84"/>
          <p:cNvCxnSpPr/>
          <p:nvPr/>
        </p:nvCxnSpPr>
        <p:spPr>
          <a:xfrm rot="-3390830">
            <a:off x="5529773" y="4095780"/>
            <a:ext cx="1472988" cy="0"/>
          </a:xfrm>
          <a:prstGeom prst="straightConnector1">
            <a:avLst/>
          </a:prstGeom>
          <a:noFill/>
          <a:ln cap="flat" cmpd="sng" w="19050">
            <a:solidFill>
              <a:schemeClr val="dk1"/>
            </a:solidFill>
            <a:prstDash val="solid"/>
            <a:round/>
            <a:headEnd len="med" w="med" type="triangle"/>
            <a:tailEnd len="med" w="med" type="triangle"/>
          </a:ln>
        </p:spPr>
      </p:cxnSp>
      <p:cxnSp>
        <p:nvCxnSpPr>
          <p:cNvPr id="1498" name="Google Shape;1498;p84"/>
          <p:cNvCxnSpPr/>
          <p:nvPr/>
        </p:nvCxnSpPr>
        <p:spPr>
          <a:xfrm rot="7411271">
            <a:off x="5084132" y="3280960"/>
            <a:ext cx="1467826" cy="858348"/>
          </a:xfrm>
          <a:prstGeom prst="straightConnector1">
            <a:avLst/>
          </a:prstGeom>
          <a:noFill/>
          <a:ln cap="flat" cmpd="sng" w="19050">
            <a:solidFill>
              <a:schemeClr val="dk1"/>
            </a:solidFill>
            <a:prstDash val="solid"/>
            <a:round/>
            <a:headEnd len="med" w="med" type="triangle"/>
            <a:tailEnd len="med" w="med" type="triangle"/>
          </a:ln>
        </p:spPr>
      </p:cxnSp>
      <p:sp>
        <p:nvSpPr>
          <p:cNvPr id="1499" name="Google Shape;1499;p84"/>
          <p:cNvSpPr txBox="1"/>
          <p:nvPr>
            <p:ph idx="1" type="body"/>
          </p:nvPr>
        </p:nvSpPr>
        <p:spPr>
          <a:xfrm rot="-2550">
            <a:off x="5564929" y="3498393"/>
            <a:ext cx="404400" cy="285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60</a:t>
            </a:r>
            <a:endParaRPr sz="1700"/>
          </a:p>
        </p:txBody>
      </p:sp>
      <p:sp>
        <p:nvSpPr>
          <p:cNvPr id="1500" name="Google Shape;1500;p84"/>
          <p:cNvSpPr txBox="1"/>
          <p:nvPr>
            <p:ph idx="1" type="body"/>
          </p:nvPr>
        </p:nvSpPr>
        <p:spPr>
          <a:xfrm rot="-2550">
            <a:off x="6292306" y="4010886"/>
            <a:ext cx="404400" cy="285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48</a:t>
            </a:r>
            <a:endParaRPr sz="1700"/>
          </a:p>
        </p:txBody>
      </p:sp>
      <p:sp>
        <p:nvSpPr>
          <p:cNvPr id="1501" name="Google Shape;1501;p84"/>
          <p:cNvSpPr txBox="1"/>
          <p:nvPr>
            <p:ph idx="1" type="body"/>
          </p:nvPr>
        </p:nvSpPr>
        <p:spPr>
          <a:xfrm>
            <a:off x="559225" y="1638858"/>
            <a:ext cx="375300" cy="264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A</a:t>
            </a:r>
            <a:endParaRPr sz="1700"/>
          </a:p>
        </p:txBody>
      </p:sp>
      <p:sp>
        <p:nvSpPr>
          <p:cNvPr id="1502" name="Google Shape;1502;p84"/>
          <p:cNvSpPr txBox="1"/>
          <p:nvPr>
            <p:ph idx="1" type="body"/>
          </p:nvPr>
        </p:nvSpPr>
        <p:spPr>
          <a:xfrm>
            <a:off x="2047846" y="2663476"/>
            <a:ext cx="375300" cy="264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B</a:t>
            </a:r>
            <a:endParaRPr sz="1700"/>
          </a:p>
        </p:txBody>
      </p:sp>
      <p:sp>
        <p:nvSpPr>
          <p:cNvPr id="1503" name="Google Shape;1503;p84"/>
          <p:cNvSpPr txBox="1"/>
          <p:nvPr>
            <p:ph idx="1" type="body"/>
          </p:nvPr>
        </p:nvSpPr>
        <p:spPr>
          <a:xfrm>
            <a:off x="510239" y="2663476"/>
            <a:ext cx="375300" cy="264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C</a:t>
            </a:r>
            <a:endParaRPr sz="1700"/>
          </a:p>
        </p:txBody>
      </p:sp>
      <p:sp>
        <p:nvSpPr>
          <p:cNvPr id="1504" name="Google Shape;1504;p84"/>
          <p:cNvSpPr/>
          <p:nvPr/>
        </p:nvSpPr>
        <p:spPr>
          <a:xfrm>
            <a:off x="7300962" y="1894990"/>
            <a:ext cx="1263300" cy="746100"/>
          </a:xfrm>
          <a:prstGeom prst="rtTriangle">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05" name="Google Shape;1505;p84"/>
          <p:cNvSpPr/>
          <p:nvPr/>
        </p:nvSpPr>
        <p:spPr>
          <a:xfrm>
            <a:off x="8220860" y="2275777"/>
            <a:ext cx="714600" cy="714600"/>
          </a:xfrm>
          <a:prstGeom prst="arc">
            <a:avLst>
              <a:gd fmla="val 10713113" name="adj1"/>
              <a:gd fmla="val 12531299"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06" name="Google Shape;1506;p84"/>
          <p:cNvSpPr txBox="1"/>
          <p:nvPr>
            <p:ph idx="1" type="body"/>
          </p:nvPr>
        </p:nvSpPr>
        <p:spPr>
          <a:xfrm>
            <a:off x="7921980" y="2420845"/>
            <a:ext cx="351300" cy="248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37°</a:t>
            </a:r>
            <a:endParaRPr sz="1700"/>
          </a:p>
        </p:txBody>
      </p:sp>
      <p:cxnSp>
        <p:nvCxnSpPr>
          <p:cNvPr id="1507" name="Google Shape;1507;p84"/>
          <p:cNvCxnSpPr/>
          <p:nvPr/>
        </p:nvCxnSpPr>
        <p:spPr>
          <a:xfrm>
            <a:off x="7271050" y="2716519"/>
            <a:ext cx="1280400" cy="0"/>
          </a:xfrm>
          <a:prstGeom prst="straightConnector1">
            <a:avLst/>
          </a:prstGeom>
          <a:noFill/>
          <a:ln cap="flat" cmpd="sng" w="19050">
            <a:solidFill>
              <a:schemeClr val="dk1"/>
            </a:solidFill>
            <a:prstDash val="solid"/>
            <a:round/>
            <a:headEnd len="med" w="med" type="triangle"/>
            <a:tailEnd len="med" w="med" type="triangle"/>
          </a:ln>
        </p:spPr>
      </p:cxnSp>
      <p:cxnSp>
        <p:nvCxnSpPr>
          <p:cNvPr id="1508" name="Google Shape;1508;p84"/>
          <p:cNvCxnSpPr/>
          <p:nvPr/>
        </p:nvCxnSpPr>
        <p:spPr>
          <a:xfrm rot="10800000">
            <a:off x="7359861" y="1817487"/>
            <a:ext cx="1275900" cy="746100"/>
          </a:xfrm>
          <a:prstGeom prst="straightConnector1">
            <a:avLst/>
          </a:prstGeom>
          <a:noFill/>
          <a:ln cap="flat" cmpd="sng" w="19050">
            <a:solidFill>
              <a:schemeClr val="dk1"/>
            </a:solidFill>
            <a:prstDash val="solid"/>
            <a:round/>
            <a:headEnd len="med" w="med" type="triangle"/>
            <a:tailEnd len="med" w="med" type="triangle"/>
          </a:ln>
        </p:spPr>
      </p:cxnSp>
      <p:sp>
        <p:nvSpPr>
          <p:cNvPr id="1509" name="Google Shape;1509;p84"/>
          <p:cNvSpPr txBox="1"/>
          <p:nvPr>
            <p:ph idx="1" type="body"/>
          </p:nvPr>
        </p:nvSpPr>
        <p:spPr>
          <a:xfrm>
            <a:off x="7948735" y="1954556"/>
            <a:ext cx="351300" cy="248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4</a:t>
            </a:r>
            <a:r>
              <a:rPr lang="en-GB" sz="1600"/>
              <a:t>5</a:t>
            </a:r>
            <a:endParaRPr sz="1700"/>
          </a:p>
        </p:txBody>
      </p:sp>
      <p:sp>
        <p:nvSpPr>
          <p:cNvPr id="1510" name="Google Shape;1510;p84"/>
          <p:cNvSpPr txBox="1"/>
          <p:nvPr>
            <p:ph idx="1" type="body"/>
          </p:nvPr>
        </p:nvSpPr>
        <p:spPr>
          <a:xfrm>
            <a:off x="7760176" y="2720239"/>
            <a:ext cx="351300" cy="248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32</a:t>
            </a:r>
            <a:endParaRPr sz="1700"/>
          </a:p>
        </p:txBody>
      </p:sp>
      <p:sp>
        <p:nvSpPr>
          <p:cNvPr id="1511" name="Google Shape;1511;p84"/>
          <p:cNvSpPr txBox="1"/>
          <p:nvPr/>
        </p:nvSpPr>
        <p:spPr>
          <a:xfrm>
            <a:off x="2432550" y="1620100"/>
            <a:ext cx="332400" cy="276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600">
                <a:solidFill>
                  <a:schemeClr val="dk1"/>
                </a:solidFill>
                <a:latin typeface="Lexend"/>
                <a:ea typeface="Lexend"/>
                <a:cs typeface="Lexend"/>
                <a:sym typeface="Lexend"/>
              </a:rPr>
              <a:t>a)</a:t>
            </a:r>
            <a:endParaRPr sz="1600">
              <a:solidFill>
                <a:schemeClr val="dk1"/>
              </a:solidFill>
              <a:latin typeface="Lexend"/>
              <a:ea typeface="Lexend"/>
              <a:cs typeface="Lexend"/>
              <a:sym typeface="Lexend"/>
            </a:endParaRPr>
          </a:p>
        </p:txBody>
      </p:sp>
      <p:sp>
        <p:nvSpPr>
          <p:cNvPr id="1512" name="Google Shape;1512;p84"/>
          <p:cNvSpPr txBox="1"/>
          <p:nvPr/>
        </p:nvSpPr>
        <p:spPr>
          <a:xfrm>
            <a:off x="4928300" y="1620100"/>
            <a:ext cx="332400" cy="276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600">
                <a:solidFill>
                  <a:schemeClr val="dk1"/>
                </a:solidFill>
                <a:latin typeface="Lexend"/>
                <a:ea typeface="Lexend"/>
                <a:cs typeface="Lexend"/>
                <a:sym typeface="Lexend"/>
              </a:rPr>
              <a:t>b</a:t>
            </a:r>
            <a:r>
              <a:rPr lang="en-GB" sz="1600">
                <a:solidFill>
                  <a:schemeClr val="dk1"/>
                </a:solidFill>
                <a:latin typeface="Lexend"/>
                <a:ea typeface="Lexend"/>
                <a:cs typeface="Lexend"/>
                <a:sym typeface="Lexend"/>
              </a:rPr>
              <a:t>)</a:t>
            </a:r>
            <a:endParaRPr sz="1600">
              <a:solidFill>
                <a:schemeClr val="dk1"/>
              </a:solidFill>
              <a:latin typeface="Lexend"/>
              <a:ea typeface="Lexend"/>
              <a:cs typeface="Lexend"/>
              <a:sym typeface="Lexend"/>
            </a:endParaRPr>
          </a:p>
        </p:txBody>
      </p:sp>
      <p:sp>
        <p:nvSpPr>
          <p:cNvPr id="1513" name="Google Shape;1513;p84"/>
          <p:cNvSpPr txBox="1"/>
          <p:nvPr/>
        </p:nvSpPr>
        <p:spPr>
          <a:xfrm>
            <a:off x="6953475" y="1620100"/>
            <a:ext cx="332400" cy="276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600">
                <a:solidFill>
                  <a:schemeClr val="dk1"/>
                </a:solidFill>
                <a:latin typeface="Lexend"/>
                <a:ea typeface="Lexend"/>
                <a:cs typeface="Lexend"/>
                <a:sym typeface="Lexend"/>
              </a:rPr>
              <a:t>c</a:t>
            </a:r>
            <a:r>
              <a:rPr lang="en-GB" sz="1600">
                <a:solidFill>
                  <a:schemeClr val="dk1"/>
                </a:solidFill>
                <a:latin typeface="Lexend"/>
                <a:ea typeface="Lexend"/>
                <a:cs typeface="Lexend"/>
                <a:sym typeface="Lexend"/>
              </a:rPr>
              <a:t>)</a:t>
            </a:r>
            <a:endParaRPr sz="1600">
              <a:solidFill>
                <a:schemeClr val="dk1"/>
              </a:solidFill>
              <a:latin typeface="Lexend"/>
              <a:ea typeface="Lexend"/>
              <a:cs typeface="Lexend"/>
              <a:sym typeface="Lexend"/>
            </a:endParaRPr>
          </a:p>
        </p:txBody>
      </p:sp>
      <p:sp>
        <p:nvSpPr>
          <p:cNvPr id="1514" name="Google Shape;1514;p84"/>
          <p:cNvSpPr txBox="1"/>
          <p:nvPr/>
        </p:nvSpPr>
        <p:spPr>
          <a:xfrm>
            <a:off x="636525" y="3386213"/>
            <a:ext cx="332400" cy="276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600">
                <a:solidFill>
                  <a:schemeClr val="dk1"/>
                </a:solidFill>
                <a:latin typeface="Lexend"/>
                <a:ea typeface="Lexend"/>
                <a:cs typeface="Lexend"/>
                <a:sym typeface="Lexend"/>
              </a:rPr>
              <a:t>d</a:t>
            </a:r>
            <a:r>
              <a:rPr lang="en-GB" sz="1600">
                <a:solidFill>
                  <a:schemeClr val="dk1"/>
                </a:solidFill>
                <a:latin typeface="Lexend"/>
                <a:ea typeface="Lexend"/>
                <a:cs typeface="Lexend"/>
                <a:sym typeface="Lexend"/>
              </a:rPr>
              <a:t>)</a:t>
            </a:r>
            <a:endParaRPr sz="1600">
              <a:solidFill>
                <a:schemeClr val="dk1"/>
              </a:solidFill>
              <a:latin typeface="Lexend"/>
              <a:ea typeface="Lexend"/>
              <a:cs typeface="Lexend"/>
              <a:sym typeface="Lexend"/>
            </a:endParaRPr>
          </a:p>
        </p:txBody>
      </p:sp>
      <p:sp>
        <p:nvSpPr>
          <p:cNvPr id="1515" name="Google Shape;1515;p84"/>
          <p:cNvSpPr txBox="1"/>
          <p:nvPr/>
        </p:nvSpPr>
        <p:spPr>
          <a:xfrm>
            <a:off x="3132275" y="3386213"/>
            <a:ext cx="332400" cy="276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600">
                <a:solidFill>
                  <a:schemeClr val="dk1"/>
                </a:solidFill>
                <a:latin typeface="Lexend"/>
                <a:ea typeface="Lexend"/>
                <a:cs typeface="Lexend"/>
                <a:sym typeface="Lexend"/>
              </a:rPr>
              <a:t>e</a:t>
            </a:r>
            <a:r>
              <a:rPr lang="en-GB" sz="1600">
                <a:solidFill>
                  <a:schemeClr val="dk1"/>
                </a:solidFill>
                <a:latin typeface="Lexend"/>
                <a:ea typeface="Lexend"/>
                <a:cs typeface="Lexend"/>
                <a:sym typeface="Lexend"/>
              </a:rPr>
              <a:t>)</a:t>
            </a:r>
            <a:endParaRPr sz="1600">
              <a:solidFill>
                <a:schemeClr val="dk1"/>
              </a:solidFill>
              <a:latin typeface="Lexend"/>
              <a:ea typeface="Lexend"/>
              <a:cs typeface="Lexend"/>
              <a:sym typeface="Lexend"/>
            </a:endParaRPr>
          </a:p>
        </p:txBody>
      </p:sp>
      <p:sp>
        <p:nvSpPr>
          <p:cNvPr id="1516" name="Google Shape;1516;p84"/>
          <p:cNvSpPr txBox="1"/>
          <p:nvPr/>
        </p:nvSpPr>
        <p:spPr>
          <a:xfrm>
            <a:off x="5081250" y="3386213"/>
            <a:ext cx="332400" cy="276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600">
                <a:solidFill>
                  <a:schemeClr val="dk1"/>
                </a:solidFill>
                <a:latin typeface="Lexend"/>
                <a:ea typeface="Lexend"/>
                <a:cs typeface="Lexend"/>
                <a:sym typeface="Lexend"/>
              </a:rPr>
              <a:t>f</a:t>
            </a:r>
            <a:r>
              <a:rPr lang="en-GB" sz="1600">
                <a:solidFill>
                  <a:schemeClr val="dk1"/>
                </a:solidFill>
                <a:latin typeface="Lexend"/>
                <a:ea typeface="Lexend"/>
                <a:cs typeface="Lexend"/>
                <a:sym typeface="Lexend"/>
              </a:rPr>
              <a:t>)</a:t>
            </a:r>
            <a:endParaRPr sz="1600">
              <a:solidFill>
                <a:schemeClr val="dk1"/>
              </a:solidFill>
              <a:latin typeface="Lexend"/>
              <a:ea typeface="Lexend"/>
              <a:cs typeface="Lexend"/>
              <a:sym typeface="Lexend"/>
            </a:endParaRPr>
          </a:p>
        </p:txBody>
      </p:sp>
      <p:sp>
        <p:nvSpPr>
          <p:cNvPr id="1517" name="Google Shape;1517;p84"/>
          <p:cNvSpPr txBox="1"/>
          <p:nvPr/>
        </p:nvSpPr>
        <p:spPr>
          <a:xfrm>
            <a:off x="7110025" y="3386213"/>
            <a:ext cx="332400" cy="276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600">
                <a:solidFill>
                  <a:schemeClr val="dk1"/>
                </a:solidFill>
                <a:latin typeface="Lexend"/>
                <a:ea typeface="Lexend"/>
                <a:cs typeface="Lexend"/>
                <a:sym typeface="Lexend"/>
              </a:rPr>
              <a:t>g</a:t>
            </a:r>
            <a:r>
              <a:rPr lang="en-GB" sz="1600">
                <a:solidFill>
                  <a:schemeClr val="dk1"/>
                </a:solidFill>
                <a:latin typeface="Lexend"/>
                <a:ea typeface="Lexend"/>
                <a:cs typeface="Lexend"/>
                <a:sym typeface="Lexend"/>
              </a:rPr>
              <a:t>)</a:t>
            </a:r>
            <a:endParaRPr sz="1600">
              <a:solidFill>
                <a:schemeClr val="dk1"/>
              </a:solidFill>
              <a:latin typeface="Lexend"/>
              <a:ea typeface="Lexend"/>
              <a:cs typeface="Lexend"/>
              <a:sym typeface="Lexend"/>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1" name="Shape 1521"/>
        <p:cNvGrpSpPr/>
        <p:nvPr/>
      </p:nvGrpSpPr>
      <p:grpSpPr>
        <a:xfrm>
          <a:off x="0" y="0"/>
          <a:ext cx="0" cy="0"/>
          <a:chOff x="0" y="0"/>
          <a:chExt cx="0" cy="0"/>
        </a:xfrm>
      </p:grpSpPr>
      <p:sp>
        <p:nvSpPr>
          <p:cNvPr id="1522" name="Google Shape;1522;p85"/>
          <p:cNvSpPr/>
          <p:nvPr/>
        </p:nvSpPr>
        <p:spPr>
          <a:xfrm>
            <a:off x="685175" y="1900450"/>
            <a:ext cx="1349400" cy="797100"/>
          </a:xfrm>
          <a:prstGeom prst="rtTriangle">
            <a:avLst/>
          </a:prstGeom>
          <a:solidFill>
            <a:srgbClr val="F3EEFB"/>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23" name="Google Shape;1523;p85"/>
          <p:cNvSpPr/>
          <p:nvPr/>
        </p:nvSpPr>
        <p:spPr>
          <a:xfrm rot="-5400000">
            <a:off x="6986723" y="3398597"/>
            <a:ext cx="1414500" cy="835800"/>
          </a:xfrm>
          <a:prstGeom prst="rtTriangle">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24" name="Google Shape;1524;p85"/>
          <p:cNvSpPr/>
          <p:nvPr/>
        </p:nvSpPr>
        <p:spPr>
          <a:xfrm>
            <a:off x="5505520" y="2039906"/>
            <a:ext cx="1108800" cy="654900"/>
          </a:xfrm>
          <a:prstGeom prst="rtTriangle">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25" name="Google Shape;1525;p85"/>
          <p:cNvSpPr/>
          <p:nvPr/>
        </p:nvSpPr>
        <p:spPr>
          <a:xfrm>
            <a:off x="2867744" y="1763023"/>
            <a:ext cx="1592700" cy="940800"/>
          </a:xfrm>
          <a:prstGeom prst="rtTriangle">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26" name="Google Shape;1526;p85"/>
          <p:cNvSpPr/>
          <p:nvPr/>
        </p:nvSpPr>
        <p:spPr>
          <a:xfrm>
            <a:off x="691975" y="2561543"/>
            <a:ext cx="136200" cy="1362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27" name="Google Shape;1527;p85"/>
          <p:cNvSpPr txBox="1"/>
          <p:nvPr>
            <p:ph idx="1" type="body"/>
          </p:nvPr>
        </p:nvSpPr>
        <p:spPr>
          <a:xfrm>
            <a:off x="324000" y="759300"/>
            <a:ext cx="8496000" cy="86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1) For each triangle, write a tick if it is similar to </a:t>
            </a:r>
            <a:r>
              <a:rPr lang="en-GB" sz="1600">
                <a:solidFill>
                  <a:srgbClr val="040C28"/>
                </a:solidFill>
              </a:rPr>
              <a:t>△ABC, a cross if it is not similar and a </a:t>
            </a:r>
            <a:br>
              <a:rPr lang="en-GB" sz="1600">
                <a:solidFill>
                  <a:srgbClr val="040C28"/>
                </a:solidFill>
              </a:rPr>
            </a:br>
            <a:r>
              <a:rPr lang="en-GB" sz="1600">
                <a:solidFill>
                  <a:srgbClr val="040C28"/>
                </a:solidFill>
              </a:rPr>
              <a:t>    question mark if there is not enough information to determine similarity.</a:t>
            </a:r>
            <a:br>
              <a:rPr lang="en-GB" sz="1600">
                <a:solidFill>
                  <a:srgbClr val="040C28"/>
                </a:solidFill>
              </a:rPr>
            </a:br>
            <a:r>
              <a:rPr lang="en-GB" sz="1600">
                <a:solidFill>
                  <a:srgbClr val="040C28"/>
                </a:solidFill>
              </a:rPr>
              <a:t>    Diagrams are not drawn accurately and all lengths are given in the same units.</a:t>
            </a:r>
            <a:endParaRPr sz="1700"/>
          </a:p>
        </p:txBody>
      </p:sp>
      <p:sp>
        <p:nvSpPr>
          <p:cNvPr id="1528" name="Google Shape;1528;p85"/>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Identifying similar triangles</a:t>
            </a:r>
            <a:endParaRPr/>
          </a:p>
        </p:txBody>
      </p:sp>
      <p:sp>
        <p:nvSpPr>
          <p:cNvPr id="1529" name="Google Shape;1529;p85"/>
          <p:cNvSpPr/>
          <p:nvPr/>
        </p:nvSpPr>
        <p:spPr>
          <a:xfrm>
            <a:off x="1667650" y="2307150"/>
            <a:ext cx="763200" cy="763200"/>
          </a:xfrm>
          <a:prstGeom prst="arc">
            <a:avLst>
              <a:gd fmla="val 10713113" name="adj1"/>
              <a:gd fmla="val 12531299"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30" name="Google Shape;1530;p85"/>
          <p:cNvSpPr txBox="1"/>
          <p:nvPr>
            <p:ph idx="1" type="body"/>
          </p:nvPr>
        </p:nvSpPr>
        <p:spPr>
          <a:xfrm>
            <a:off x="1348439" y="2462090"/>
            <a:ext cx="375300" cy="264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37°</a:t>
            </a:r>
            <a:endParaRPr sz="1700"/>
          </a:p>
        </p:txBody>
      </p:sp>
      <p:cxnSp>
        <p:nvCxnSpPr>
          <p:cNvPr id="1531" name="Google Shape;1531;p85"/>
          <p:cNvCxnSpPr/>
          <p:nvPr/>
        </p:nvCxnSpPr>
        <p:spPr>
          <a:xfrm>
            <a:off x="653229" y="2777886"/>
            <a:ext cx="1367400" cy="0"/>
          </a:xfrm>
          <a:prstGeom prst="straightConnector1">
            <a:avLst/>
          </a:prstGeom>
          <a:noFill/>
          <a:ln cap="flat" cmpd="sng" w="19050">
            <a:solidFill>
              <a:schemeClr val="dk1"/>
            </a:solidFill>
            <a:prstDash val="solid"/>
            <a:round/>
            <a:headEnd len="med" w="med" type="triangle"/>
            <a:tailEnd len="med" w="med" type="triangle"/>
          </a:ln>
        </p:spPr>
      </p:cxnSp>
      <p:cxnSp>
        <p:nvCxnSpPr>
          <p:cNvPr id="1532" name="Google Shape;1532;p85"/>
          <p:cNvCxnSpPr/>
          <p:nvPr/>
        </p:nvCxnSpPr>
        <p:spPr>
          <a:xfrm rot="10800000">
            <a:off x="595368" y="1900450"/>
            <a:ext cx="6900" cy="797400"/>
          </a:xfrm>
          <a:prstGeom prst="straightConnector1">
            <a:avLst/>
          </a:prstGeom>
          <a:noFill/>
          <a:ln cap="flat" cmpd="sng" w="19050">
            <a:solidFill>
              <a:schemeClr val="dk1"/>
            </a:solidFill>
            <a:prstDash val="solid"/>
            <a:round/>
            <a:headEnd len="med" w="med" type="triangle"/>
            <a:tailEnd len="med" w="med" type="triangle"/>
          </a:ln>
        </p:spPr>
      </p:cxnSp>
      <p:cxnSp>
        <p:nvCxnSpPr>
          <p:cNvPr id="1533" name="Google Shape;1533;p85"/>
          <p:cNvCxnSpPr/>
          <p:nvPr/>
        </p:nvCxnSpPr>
        <p:spPr>
          <a:xfrm rot="10800000">
            <a:off x="747875" y="1817446"/>
            <a:ext cx="1362900" cy="797100"/>
          </a:xfrm>
          <a:prstGeom prst="straightConnector1">
            <a:avLst/>
          </a:prstGeom>
          <a:noFill/>
          <a:ln cap="flat" cmpd="sng" w="19050">
            <a:solidFill>
              <a:schemeClr val="dk1"/>
            </a:solidFill>
            <a:prstDash val="solid"/>
            <a:round/>
            <a:headEnd len="med" w="med" type="triangle"/>
            <a:tailEnd len="med" w="med" type="triangle"/>
          </a:ln>
        </p:spPr>
      </p:cxnSp>
      <p:sp>
        <p:nvSpPr>
          <p:cNvPr id="1534" name="Google Shape;1534;p85"/>
          <p:cNvSpPr txBox="1"/>
          <p:nvPr>
            <p:ph idx="1" type="body"/>
          </p:nvPr>
        </p:nvSpPr>
        <p:spPr>
          <a:xfrm>
            <a:off x="1377014" y="1964069"/>
            <a:ext cx="375300" cy="264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50</a:t>
            </a:r>
            <a:endParaRPr sz="1700"/>
          </a:p>
        </p:txBody>
      </p:sp>
      <p:sp>
        <p:nvSpPr>
          <p:cNvPr id="1535" name="Google Shape;1535;p85"/>
          <p:cNvSpPr txBox="1"/>
          <p:nvPr>
            <p:ph idx="1" type="body"/>
          </p:nvPr>
        </p:nvSpPr>
        <p:spPr>
          <a:xfrm>
            <a:off x="1099428" y="2781858"/>
            <a:ext cx="375300" cy="264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40</a:t>
            </a:r>
            <a:endParaRPr sz="1700"/>
          </a:p>
        </p:txBody>
      </p:sp>
      <p:sp>
        <p:nvSpPr>
          <p:cNvPr id="1536" name="Google Shape;1536;p85"/>
          <p:cNvSpPr txBox="1"/>
          <p:nvPr>
            <p:ph idx="1" type="body"/>
          </p:nvPr>
        </p:nvSpPr>
        <p:spPr>
          <a:xfrm>
            <a:off x="337428" y="2172258"/>
            <a:ext cx="375300" cy="264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30</a:t>
            </a:r>
            <a:endParaRPr sz="1700"/>
          </a:p>
        </p:txBody>
      </p:sp>
      <p:sp>
        <p:nvSpPr>
          <p:cNvPr id="1537" name="Google Shape;1537;p85"/>
          <p:cNvSpPr/>
          <p:nvPr/>
        </p:nvSpPr>
        <p:spPr>
          <a:xfrm>
            <a:off x="4027407" y="2243066"/>
            <a:ext cx="900900" cy="900900"/>
          </a:xfrm>
          <a:prstGeom prst="arc">
            <a:avLst>
              <a:gd fmla="val 10713113" name="adj1"/>
              <a:gd fmla="val 12531299"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38" name="Google Shape;1538;p85"/>
          <p:cNvSpPr txBox="1"/>
          <p:nvPr>
            <p:ph idx="1" type="body"/>
          </p:nvPr>
        </p:nvSpPr>
        <p:spPr>
          <a:xfrm>
            <a:off x="3650627" y="2425949"/>
            <a:ext cx="443100" cy="312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37°</a:t>
            </a:r>
            <a:endParaRPr sz="1700"/>
          </a:p>
        </p:txBody>
      </p:sp>
      <p:cxnSp>
        <p:nvCxnSpPr>
          <p:cNvPr id="1539" name="Google Shape;1539;p85"/>
          <p:cNvCxnSpPr/>
          <p:nvPr/>
        </p:nvCxnSpPr>
        <p:spPr>
          <a:xfrm>
            <a:off x="2830036" y="2798694"/>
            <a:ext cx="1614000" cy="0"/>
          </a:xfrm>
          <a:prstGeom prst="straightConnector1">
            <a:avLst/>
          </a:prstGeom>
          <a:noFill/>
          <a:ln cap="flat" cmpd="sng" w="19050">
            <a:solidFill>
              <a:schemeClr val="dk1"/>
            </a:solidFill>
            <a:prstDash val="solid"/>
            <a:round/>
            <a:headEnd len="med" w="med" type="triangle"/>
            <a:tailEnd len="med" w="med" type="triangle"/>
          </a:ln>
        </p:spPr>
      </p:cxnSp>
      <p:cxnSp>
        <p:nvCxnSpPr>
          <p:cNvPr id="1540" name="Google Shape;1540;p85"/>
          <p:cNvCxnSpPr/>
          <p:nvPr/>
        </p:nvCxnSpPr>
        <p:spPr>
          <a:xfrm rot="10800000">
            <a:off x="2941850" y="1665098"/>
            <a:ext cx="1608600" cy="940800"/>
          </a:xfrm>
          <a:prstGeom prst="straightConnector1">
            <a:avLst/>
          </a:prstGeom>
          <a:noFill/>
          <a:ln cap="flat" cmpd="sng" w="19050">
            <a:solidFill>
              <a:schemeClr val="dk1"/>
            </a:solidFill>
            <a:prstDash val="solid"/>
            <a:round/>
            <a:headEnd len="med" w="med" type="triangle"/>
            <a:tailEnd len="med" w="med" type="triangle"/>
          </a:ln>
        </p:spPr>
      </p:cxnSp>
      <p:sp>
        <p:nvSpPr>
          <p:cNvPr id="1541" name="Google Shape;1541;p85"/>
          <p:cNvSpPr txBox="1"/>
          <p:nvPr>
            <p:ph idx="1" type="body"/>
          </p:nvPr>
        </p:nvSpPr>
        <p:spPr>
          <a:xfrm>
            <a:off x="3684356" y="1838115"/>
            <a:ext cx="443100" cy="312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55</a:t>
            </a:r>
            <a:endParaRPr sz="1700"/>
          </a:p>
        </p:txBody>
      </p:sp>
      <p:sp>
        <p:nvSpPr>
          <p:cNvPr id="1542" name="Google Shape;1542;p85"/>
          <p:cNvSpPr txBox="1"/>
          <p:nvPr>
            <p:ph idx="1" type="body"/>
          </p:nvPr>
        </p:nvSpPr>
        <p:spPr>
          <a:xfrm>
            <a:off x="3446650" y="2803383"/>
            <a:ext cx="443100" cy="312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44</a:t>
            </a:r>
            <a:endParaRPr sz="1700"/>
          </a:p>
        </p:txBody>
      </p:sp>
      <p:cxnSp>
        <p:nvCxnSpPr>
          <p:cNvPr id="1543" name="Google Shape;1543;p85"/>
          <p:cNvCxnSpPr/>
          <p:nvPr/>
        </p:nvCxnSpPr>
        <p:spPr>
          <a:xfrm>
            <a:off x="5479273" y="2760775"/>
            <a:ext cx="1123500" cy="0"/>
          </a:xfrm>
          <a:prstGeom prst="straightConnector1">
            <a:avLst/>
          </a:prstGeom>
          <a:noFill/>
          <a:ln cap="flat" cmpd="sng" w="19050">
            <a:solidFill>
              <a:schemeClr val="dk1"/>
            </a:solidFill>
            <a:prstDash val="solid"/>
            <a:round/>
            <a:headEnd len="med" w="med" type="triangle"/>
            <a:tailEnd len="med" w="med" type="triangle"/>
          </a:ln>
        </p:spPr>
      </p:cxnSp>
      <p:cxnSp>
        <p:nvCxnSpPr>
          <p:cNvPr id="1544" name="Google Shape;1544;p85"/>
          <p:cNvCxnSpPr/>
          <p:nvPr/>
        </p:nvCxnSpPr>
        <p:spPr>
          <a:xfrm rot="10800000">
            <a:off x="5431706" y="2040121"/>
            <a:ext cx="5700" cy="654900"/>
          </a:xfrm>
          <a:prstGeom prst="straightConnector1">
            <a:avLst/>
          </a:prstGeom>
          <a:noFill/>
          <a:ln cap="flat" cmpd="sng" w="19050">
            <a:solidFill>
              <a:schemeClr val="dk1"/>
            </a:solidFill>
            <a:prstDash val="solid"/>
            <a:round/>
            <a:headEnd len="med" w="med" type="triangle"/>
            <a:tailEnd len="med" w="med" type="triangle"/>
          </a:ln>
        </p:spPr>
      </p:cxnSp>
      <p:cxnSp>
        <p:nvCxnSpPr>
          <p:cNvPr id="1545" name="Google Shape;1545;p85"/>
          <p:cNvCxnSpPr/>
          <p:nvPr/>
        </p:nvCxnSpPr>
        <p:spPr>
          <a:xfrm rot="10800000">
            <a:off x="5556850" y="1971681"/>
            <a:ext cx="1119900" cy="654900"/>
          </a:xfrm>
          <a:prstGeom prst="straightConnector1">
            <a:avLst/>
          </a:prstGeom>
          <a:noFill/>
          <a:ln cap="flat" cmpd="sng" w="19050">
            <a:solidFill>
              <a:schemeClr val="dk1"/>
            </a:solidFill>
            <a:prstDash val="solid"/>
            <a:round/>
            <a:headEnd len="med" w="med" type="triangle"/>
            <a:tailEnd len="med" w="med" type="triangle"/>
          </a:ln>
        </p:spPr>
      </p:cxnSp>
      <p:sp>
        <p:nvSpPr>
          <p:cNvPr id="1546" name="Google Shape;1546;p85"/>
          <p:cNvSpPr txBox="1"/>
          <p:nvPr>
            <p:ph idx="1" type="body"/>
          </p:nvPr>
        </p:nvSpPr>
        <p:spPr>
          <a:xfrm>
            <a:off x="6114735" y="2071763"/>
            <a:ext cx="308400" cy="217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35</a:t>
            </a:r>
            <a:endParaRPr sz="1700"/>
          </a:p>
        </p:txBody>
      </p:sp>
      <p:sp>
        <p:nvSpPr>
          <p:cNvPr id="1547" name="Google Shape;1547;p85"/>
          <p:cNvSpPr txBox="1"/>
          <p:nvPr>
            <p:ph idx="1" type="body"/>
          </p:nvPr>
        </p:nvSpPr>
        <p:spPr>
          <a:xfrm>
            <a:off x="5908461" y="2764039"/>
            <a:ext cx="308400" cy="217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28</a:t>
            </a:r>
            <a:endParaRPr sz="1700"/>
          </a:p>
        </p:txBody>
      </p:sp>
      <p:sp>
        <p:nvSpPr>
          <p:cNvPr id="1548" name="Google Shape;1548;p85"/>
          <p:cNvSpPr txBox="1"/>
          <p:nvPr>
            <p:ph idx="1" type="body"/>
          </p:nvPr>
        </p:nvSpPr>
        <p:spPr>
          <a:xfrm>
            <a:off x="5178850" y="2263214"/>
            <a:ext cx="308400" cy="217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21</a:t>
            </a:r>
            <a:endParaRPr sz="1700"/>
          </a:p>
        </p:txBody>
      </p:sp>
      <p:sp>
        <p:nvSpPr>
          <p:cNvPr id="1549" name="Google Shape;1549;p85"/>
          <p:cNvSpPr/>
          <p:nvPr/>
        </p:nvSpPr>
        <p:spPr>
          <a:xfrm rot="-5400000">
            <a:off x="7727423" y="2820004"/>
            <a:ext cx="680700" cy="680700"/>
          </a:xfrm>
          <a:prstGeom prst="arc">
            <a:avLst>
              <a:gd fmla="val 10395350" name="adj1"/>
              <a:gd fmla="val 12531299"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50" name="Google Shape;1550;p85"/>
          <p:cNvSpPr txBox="1"/>
          <p:nvPr>
            <p:ph idx="1" type="body"/>
          </p:nvPr>
        </p:nvSpPr>
        <p:spPr>
          <a:xfrm>
            <a:off x="7793591" y="3596528"/>
            <a:ext cx="393600" cy="277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37°</a:t>
            </a:r>
            <a:endParaRPr sz="1700"/>
          </a:p>
        </p:txBody>
      </p:sp>
      <p:cxnSp>
        <p:nvCxnSpPr>
          <p:cNvPr id="1551" name="Google Shape;1551;p85"/>
          <p:cNvCxnSpPr/>
          <p:nvPr/>
        </p:nvCxnSpPr>
        <p:spPr>
          <a:xfrm rot="-5400000">
            <a:off x="7479117" y="3840534"/>
            <a:ext cx="1433400" cy="0"/>
          </a:xfrm>
          <a:prstGeom prst="straightConnector1">
            <a:avLst/>
          </a:prstGeom>
          <a:noFill/>
          <a:ln cap="flat" cmpd="sng" w="19050">
            <a:solidFill>
              <a:schemeClr val="dk1"/>
            </a:solidFill>
            <a:prstDash val="solid"/>
            <a:round/>
            <a:headEnd len="med" w="med" type="triangle"/>
            <a:tailEnd len="med" w="med" type="triangle"/>
          </a:ln>
        </p:spPr>
      </p:cxnSp>
      <p:cxnSp>
        <p:nvCxnSpPr>
          <p:cNvPr id="1552" name="Google Shape;1552;p85"/>
          <p:cNvCxnSpPr/>
          <p:nvPr/>
        </p:nvCxnSpPr>
        <p:spPr>
          <a:xfrm rot="5400000">
            <a:off x="7690422" y="4196352"/>
            <a:ext cx="7200" cy="835800"/>
          </a:xfrm>
          <a:prstGeom prst="straightConnector1">
            <a:avLst/>
          </a:prstGeom>
          <a:noFill/>
          <a:ln cap="flat" cmpd="sng" w="19050">
            <a:solidFill>
              <a:schemeClr val="dk1"/>
            </a:solidFill>
            <a:prstDash val="solid"/>
            <a:round/>
            <a:headEnd len="med" w="med" type="triangle"/>
            <a:tailEnd len="med" w="med" type="triangle"/>
          </a:ln>
        </p:spPr>
      </p:cxnSp>
      <p:sp>
        <p:nvSpPr>
          <p:cNvPr id="1553" name="Google Shape;1553;p85"/>
          <p:cNvSpPr txBox="1"/>
          <p:nvPr>
            <p:ph idx="1" type="body"/>
          </p:nvPr>
        </p:nvSpPr>
        <p:spPr>
          <a:xfrm>
            <a:off x="8224989" y="3750586"/>
            <a:ext cx="393600" cy="277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52</a:t>
            </a:r>
            <a:endParaRPr sz="1700"/>
          </a:p>
        </p:txBody>
      </p:sp>
      <p:sp>
        <p:nvSpPr>
          <p:cNvPr id="1554" name="Google Shape;1554;p85"/>
          <p:cNvSpPr txBox="1"/>
          <p:nvPr>
            <p:ph idx="1" type="body"/>
          </p:nvPr>
        </p:nvSpPr>
        <p:spPr>
          <a:xfrm>
            <a:off x="7584481" y="4612544"/>
            <a:ext cx="393600" cy="277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39</a:t>
            </a:r>
            <a:endParaRPr sz="1700"/>
          </a:p>
        </p:txBody>
      </p:sp>
      <p:sp>
        <p:nvSpPr>
          <p:cNvPr id="1555" name="Google Shape;1555;p85"/>
          <p:cNvSpPr/>
          <p:nvPr/>
        </p:nvSpPr>
        <p:spPr>
          <a:xfrm flipH="1">
            <a:off x="4139876" y="4352125"/>
            <a:ext cx="151200" cy="1512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56" name="Google Shape;1556;p85"/>
          <p:cNvSpPr/>
          <p:nvPr/>
        </p:nvSpPr>
        <p:spPr>
          <a:xfrm flipH="1">
            <a:off x="2800724" y="3618283"/>
            <a:ext cx="1497900" cy="884700"/>
          </a:xfrm>
          <a:prstGeom prst="rtTriangle">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557" name="Google Shape;1557;p85"/>
          <p:cNvCxnSpPr/>
          <p:nvPr/>
        </p:nvCxnSpPr>
        <p:spPr>
          <a:xfrm rot="10800000">
            <a:off x="2816086" y="4592275"/>
            <a:ext cx="1518000" cy="0"/>
          </a:xfrm>
          <a:prstGeom prst="straightConnector1">
            <a:avLst/>
          </a:prstGeom>
          <a:noFill/>
          <a:ln cap="flat" cmpd="sng" w="19050">
            <a:solidFill>
              <a:schemeClr val="dk1"/>
            </a:solidFill>
            <a:prstDash val="solid"/>
            <a:round/>
            <a:headEnd len="med" w="med" type="triangle"/>
            <a:tailEnd len="med" w="med" type="triangle"/>
          </a:ln>
        </p:spPr>
      </p:cxnSp>
      <p:cxnSp>
        <p:nvCxnSpPr>
          <p:cNvPr id="1558" name="Google Shape;1558;p85"/>
          <p:cNvCxnSpPr/>
          <p:nvPr/>
        </p:nvCxnSpPr>
        <p:spPr>
          <a:xfrm flipH="1" rot="10800000">
            <a:off x="4390654" y="3618432"/>
            <a:ext cx="7500" cy="885000"/>
          </a:xfrm>
          <a:prstGeom prst="straightConnector1">
            <a:avLst/>
          </a:prstGeom>
          <a:noFill/>
          <a:ln cap="flat" cmpd="sng" w="19050">
            <a:solidFill>
              <a:schemeClr val="dk1"/>
            </a:solidFill>
            <a:prstDash val="solid"/>
            <a:round/>
            <a:headEnd len="med" w="med" type="triangle"/>
            <a:tailEnd len="med" w="med" type="triangle"/>
          </a:ln>
        </p:spPr>
      </p:cxnSp>
      <p:sp>
        <p:nvSpPr>
          <p:cNvPr id="1559" name="Google Shape;1559;p85"/>
          <p:cNvSpPr txBox="1"/>
          <p:nvPr>
            <p:ph idx="1" type="body"/>
          </p:nvPr>
        </p:nvSpPr>
        <p:spPr>
          <a:xfrm flipH="1">
            <a:off x="3489901" y="4596685"/>
            <a:ext cx="416700" cy="294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60</a:t>
            </a:r>
            <a:endParaRPr sz="1700"/>
          </a:p>
        </p:txBody>
      </p:sp>
      <p:sp>
        <p:nvSpPr>
          <p:cNvPr id="1560" name="Google Shape;1560;p85"/>
          <p:cNvSpPr txBox="1"/>
          <p:nvPr>
            <p:ph idx="1" type="body"/>
          </p:nvPr>
        </p:nvSpPr>
        <p:spPr>
          <a:xfrm flipH="1">
            <a:off x="4430327" y="3991664"/>
            <a:ext cx="416700" cy="294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48</a:t>
            </a:r>
            <a:endParaRPr sz="1700"/>
          </a:p>
        </p:txBody>
      </p:sp>
      <p:sp>
        <p:nvSpPr>
          <p:cNvPr id="1561" name="Google Shape;1561;p85"/>
          <p:cNvSpPr/>
          <p:nvPr/>
        </p:nvSpPr>
        <p:spPr>
          <a:xfrm flipH="1" rot="-8962118">
            <a:off x="1069502" y="3861368"/>
            <a:ext cx="141900" cy="1419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62" name="Google Shape;1562;p85"/>
          <p:cNvSpPr/>
          <p:nvPr/>
        </p:nvSpPr>
        <p:spPr>
          <a:xfrm flipH="1" rot="-8962922">
            <a:off x="799604" y="4132015"/>
            <a:ext cx="1406606" cy="830927"/>
          </a:xfrm>
          <a:prstGeom prst="rtTriangle">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63" name="Google Shape;1563;p85"/>
          <p:cNvSpPr/>
          <p:nvPr/>
        </p:nvSpPr>
        <p:spPr>
          <a:xfrm flipH="1" rot="-8963066">
            <a:off x="1930961" y="4165797"/>
            <a:ext cx="795837" cy="795837"/>
          </a:xfrm>
          <a:prstGeom prst="arc">
            <a:avLst>
              <a:gd fmla="val 10713113" name="adj1"/>
              <a:gd fmla="val 12531299"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64" name="Google Shape;1564;p85"/>
          <p:cNvSpPr txBox="1"/>
          <p:nvPr>
            <p:ph idx="1" type="body"/>
          </p:nvPr>
        </p:nvSpPr>
        <p:spPr>
          <a:xfrm flipH="1">
            <a:off x="1603175" y="4306775"/>
            <a:ext cx="332400" cy="276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37°</a:t>
            </a:r>
            <a:endParaRPr sz="1700"/>
          </a:p>
        </p:txBody>
      </p:sp>
      <p:sp>
        <p:nvSpPr>
          <p:cNvPr id="1565" name="Google Shape;1565;p85"/>
          <p:cNvSpPr/>
          <p:nvPr/>
        </p:nvSpPr>
        <p:spPr>
          <a:xfrm rot="-3390289">
            <a:off x="5716988" y="4452588"/>
            <a:ext cx="146775" cy="146775"/>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66" name="Google Shape;1566;p85"/>
          <p:cNvSpPr/>
          <p:nvPr/>
        </p:nvSpPr>
        <p:spPr>
          <a:xfrm rot="-3390411">
            <a:off x="5123400" y="3361900"/>
            <a:ext cx="1452602" cy="858348"/>
          </a:xfrm>
          <a:prstGeom prst="rtTriangle">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567" name="Google Shape;1567;p85"/>
          <p:cNvCxnSpPr/>
          <p:nvPr/>
        </p:nvCxnSpPr>
        <p:spPr>
          <a:xfrm rot="-3390830">
            <a:off x="5529773" y="4095780"/>
            <a:ext cx="1472988" cy="0"/>
          </a:xfrm>
          <a:prstGeom prst="straightConnector1">
            <a:avLst/>
          </a:prstGeom>
          <a:noFill/>
          <a:ln cap="flat" cmpd="sng" w="19050">
            <a:solidFill>
              <a:schemeClr val="dk1"/>
            </a:solidFill>
            <a:prstDash val="solid"/>
            <a:round/>
            <a:headEnd len="med" w="med" type="triangle"/>
            <a:tailEnd len="med" w="med" type="triangle"/>
          </a:ln>
        </p:spPr>
      </p:cxnSp>
      <p:cxnSp>
        <p:nvCxnSpPr>
          <p:cNvPr id="1568" name="Google Shape;1568;p85"/>
          <p:cNvCxnSpPr/>
          <p:nvPr/>
        </p:nvCxnSpPr>
        <p:spPr>
          <a:xfrm rot="7411271">
            <a:off x="5084132" y="3280960"/>
            <a:ext cx="1467826" cy="858348"/>
          </a:xfrm>
          <a:prstGeom prst="straightConnector1">
            <a:avLst/>
          </a:prstGeom>
          <a:noFill/>
          <a:ln cap="flat" cmpd="sng" w="19050">
            <a:solidFill>
              <a:schemeClr val="dk1"/>
            </a:solidFill>
            <a:prstDash val="solid"/>
            <a:round/>
            <a:headEnd len="med" w="med" type="triangle"/>
            <a:tailEnd len="med" w="med" type="triangle"/>
          </a:ln>
        </p:spPr>
      </p:cxnSp>
      <p:sp>
        <p:nvSpPr>
          <p:cNvPr id="1569" name="Google Shape;1569;p85"/>
          <p:cNvSpPr txBox="1"/>
          <p:nvPr>
            <p:ph idx="1" type="body"/>
          </p:nvPr>
        </p:nvSpPr>
        <p:spPr>
          <a:xfrm rot="-2550">
            <a:off x="5564929" y="3498393"/>
            <a:ext cx="404400" cy="285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60</a:t>
            </a:r>
            <a:endParaRPr sz="1700"/>
          </a:p>
        </p:txBody>
      </p:sp>
      <p:sp>
        <p:nvSpPr>
          <p:cNvPr id="1570" name="Google Shape;1570;p85"/>
          <p:cNvSpPr txBox="1"/>
          <p:nvPr>
            <p:ph idx="1" type="body"/>
          </p:nvPr>
        </p:nvSpPr>
        <p:spPr>
          <a:xfrm rot="-2550">
            <a:off x="6292306" y="4010886"/>
            <a:ext cx="404400" cy="285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48</a:t>
            </a:r>
            <a:endParaRPr sz="1700"/>
          </a:p>
        </p:txBody>
      </p:sp>
      <p:sp>
        <p:nvSpPr>
          <p:cNvPr id="1571" name="Google Shape;1571;p85"/>
          <p:cNvSpPr txBox="1"/>
          <p:nvPr>
            <p:ph idx="1" type="body"/>
          </p:nvPr>
        </p:nvSpPr>
        <p:spPr>
          <a:xfrm>
            <a:off x="559225" y="1638858"/>
            <a:ext cx="375300" cy="264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A</a:t>
            </a:r>
            <a:endParaRPr sz="1700"/>
          </a:p>
        </p:txBody>
      </p:sp>
      <p:sp>
        <p:nvSpPr>
          <p:cNvPr id="1572" name="Google Shape;1572;p85"/>
          <p:cNvSpPr txBox="1"/>
          <p:nvPr>
            <p:ph idx="1" type="body"/>
          </p:nvPr>
        </p:nvSpPr>
        <p:spPr>
          <a:xfrm>
            <a:off x="2047846" y="2663476"/>
            <a:ext cx="375300" cy="264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B</a:t>
            </a:r>
            <a:endParaRPr sz="1700"/>
          </a:p>
        </p:txBody>
      </p:sp>
      <p:sp>
        <p:nvSpPr>
          <p:cNvPr id="1573" name="Google Shape;1573;p85"/>
          <p:cNvSpPr txBox="1"/>
          <p:nvPr>
            <p:ph idx="1" type="body"/>
          </p:nvPr>
        </p:nvSpPr>
        <p:spPr>
          <a:xfrm>
            <a:off x="510239" y="2663476"/>
            <a:ext cx="375300" cy="264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C</a:t>
            </a:r>
            <a:endParaRPr sz="1700"/>
          </a:p>
        </p:txBody>
      </p:sp>
      <p:sp>
        <p:nvSpPr>
          <p:cNvPr id="1574" name="Google Shape;1574;p85"/>
          <p:cNvSpPr/>
          <p:nvPr/>
        </p:nvSpPr>
        <p:spPr>
          <a:xfrm>
            <a:off x="7300962" y="1894990"/>
            <a:ext cx="1263300" cy="746100"/>
          </a:xfrm>
          <a:prstGeom prst="rtTriangle">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75" name="Google Shape;1575;p85"/>
          <p:cNvSpPr/>
          <p:nvPr/>
        </p:nvSpPr>
        <p:spPr>
          <a:xfrm>
            <a:off x="8220860" y="2275777"/>
            <a:ext cx="714600" cy="714600"/>
          </a:xfrm>
          <a:prstGeom prst="arc">
            <a:avLst>
              <a:gd fmla="val 10713113" name="adj1"/>
              <a:gd fmla="val 12531299"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576" name="Google Shape;1576;p85"/>
          <p:cNvSpPr txBox="1"/>
          <p:nvPr>
            <p:ph idx="1" type="body"/>
          </p:nvPr>
        </p:nvSpPr>
        <p:spPr>
          <a:xfrm>
            <a:off x="7921980" y="2420845"/>
            <a:ext cx="351300" cy="248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37°</a:t>
            </a:r>
            <a:endParaRPr sz="1700"/>
          </a:p>
        </p:txBody>
      </p:sp>
      <p:cxnSp>
        <p:nvCxnSpPr>
          <p:cNvPr id="1577" name="Google Shape;1577;p85"/>
          <p:cNvCxnSpPr/>
          <p:nvPr/>
        </p:nvCxnSpPr>
        <p:spPr>
          <a:xfrm>
            <a:off x="7271050" y="2716519"/>
            <a:ext cx="1280400" cy="0"/>
          </a:xfrm>
          <a:prstGeom prst="straightConnector1">
            <a:avLst/>
          </a:prstGeom>
          <a:noFill/>
          <a:ln cap="flat" cmpd="sng" w="19050">
            <a:solidFill>
              <a:schemeClr val="dk1"/>
            </a:solidFill>
            <a:prstDash val="solid"/>
            <a:round/>
            <a:headEnd len="med" w="med" type="triangle"/>
            <a:tailEnd len="med" w="med" type="triangle"/>
          </a:ln>
        </p:spPr>
      </p:cxnSp>
      <p:cxnSp>
        <p:nvCxnSpPr>
          <p:cNvPr id="1578" name="Google Shape;1578;p85"/>
          <p:cNvCxnSpPr/>
          <p:nvPr/>
        </p:nvCxnSpPr>
        <p:spPr>
          <a:xfrm rot="10800000">
            <a:off x="7359861" y="1817487"/>
            <a:ext cx="1275900" cy="746100"/>
          </a:xfrm>
          <a:prstGeom prst="straightConnector1">
            <a:avLst/>
          </a:prstGeom>
          <a:noFill/>
          <a:ln cap="flat" cmpd="sng" w="19050">
            <a:solidFill>
              <a:schemeClr val="dk1"/>
            </a:solidFill>
            <a:prstDash val="solid"/>
            <a:round/>
            <a:headEnd len="med" w="med" type="triangle"/>
            <a:tailEnd len="med" w="med" type="triangle"/>
          </a:ln>
        </p:spPr>
      </p:cxnSp>
      <p:sp>
        <p:nvSpPr>
          <p:cNvPr id="1579" name="Google Shape;1579;p85"/>
          <p:cNvSpPr txBox="1"/>
          <p:nvPr>
            <p:ph idx="1" type="body"/>
          </p:nvPr>
        </p:nvSpPr>
        <p:spPr>
          <a:xfrm>
            <a:off x="7948735" y="1954556"/>
            <a:ext cx="351300" cy="248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45</a:t>
            </a:r>
            <a:endParaRPr sz="1700"/>
          </a:p>
        </p:txBody>
      </p:sp>
      <p:sp>
        <p:nvSpPr>
          <p:cNvPr id="1580" name="Google Shape;1580;p85"/>
          <p:cNvSpPr txBox="1"/>
          <p:nvPr>
            <p:ph idx="1" type="body"/>
          </p:nvPr>
        </p:nvSpPr>
        <p:spPr>
          <a:xfrm>
            <a:off x="7760176" y="2720239"/>
            <a:ext cx="351300" cy="248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32</a:t>
            </a:r>
            <a:endParaRPr sz="1700"/>
          </a:p>
        </p:txBody>
      </p:sp>
      <p:pic>
        <p:nvPicPr>
          <p:cNvPr id="1581" name="Google Shape;1581;p85"/>
          <p:cNvPicPr preferRelativeResize="0"/>
          <p:nvPr/>
        </p:nvPicPr>
        <p:blipFill>
          <a:blip r:embed="rId3">
            <a:alphaModFix/>
          </a:blip>
          <a:stretch>
            <a:fillRect/>
          </a:stretch>
        </p:blipFill>
        <p:spPr>
          <a:xfrm>
            <a:off x="3031133" y="2228963"/>
            <a:ext cx="396000" cy="419100"/>
          </a:xfrm>
          <a:prstGeom prst="rect">
            <a:avLst/>
          </a:prstGeom>
          <a:noFill/>
          <a:ln>
            <a:noFill/>
          </a:ln>
        </p:spPr>
      </p:pic>
      <p:pic>
        <p:nvPicPr>
          <p:cNvPr id="1582" name="Google Shape;1582;p85"/>
          <p:cNvPicPr preferRelativeResize="0"/>
          <p:nvPr/>
        </p:nvPicPr>
        <p:blipFill>
          <a:blip r:embed="rId4">
            <a:alphaModFix/>
          </a:blip>
          <a:stretch>
            <a:fillRect/>
          </a:stretch>
        </p:blipFill>
        <p:spPr>
          <a:xfrm>
            <a:off x="7397588" y="2193292"/>
            <a:ext cx="396000" cy="419760"/>
          </a:xfrm>
          <a:prstGeom prst="rect">
            <a:avLst/>
          </a:prstGeom>
          <a:noFill/>
          <a:ln>
            <a:noFill/>
          </a:ln>
        </p:spPr>
      </p:pic>
      <p:pic>
        <p:nvPicPr>
          <p:cNvPr id="1583" name="Google Shape;1583;p85"/>
          <p:cNvPicPr preferRelativeResize="0"/>
          <p:nvPr/>
        </p:nvPicPr>
        <p:blipFill>
          <a:blip r:embed="rId3">
            <a:alphaModFix/>
          </a:blip>
          <a:stretch>
            <a:fillRect/>
          </a:stretch>
        </p:blipFill>
        <p:spPr>
          <a:xfrm>
            <a:off x="5602983" y="2213813"/>
            <a:ext cx="396000" cy="419100"/>
          </a:xfrm>
          <a:prstGeom prst="rect">
            <a:avLst/>
          </a:prstGeom>
          <a:noFill/>
          <a:ln>
            <a:noFill/>
          </a:ln>
        </p:spPr>
      </p:pic>
      <p:pic>
        <p:nvPicPr>
          <p:cNvPr id="1584" name="Google Shape;1584;p85"/>
          <p:cNvPicPr preferRelativeResize="0"/>
          <p:nvPr/>
        </p:nvPicPr>
        <p:blipFill>
          <a:blip r:embed="rId3">
            <a:alphaModFix/>
          </a:blip>
          <a:stretch>
            <a:fillRect/>
          </a:stretch>
        </p:blipFill>
        <p:spPr>
          <a:xfrm>
            <a:off x="1116733" y="4083888"/>
            <a:ext cx="396000" cy="419100"/>
          </a:xfrm>
          <a:prstGeom prst="rect">
            <a:avLst/>
          </a:prstGeom>
          <a:noFill/>
          <a:ln>
            <a:noFill/>
          </a:ln>
        </p:spPr>
      </p:pic>
      <p:pic>
        <p:nvPicPr>
          <p:cNvPr id="1585" name="Google Shape;1585;p85"/>
          <p:cNvPicPr preferRelativeResize="0"/>
          <p:nvPr/>
        </p:nvPicPr>
        <p:blipFill>
          <a:blip r:embed="rId3">
            <a:alphaModFix/>
          </a:blip>
          <a:stretch>
            <a:fillRect/>
          </a:stretch>
        </p:blipFill>
        <p:spPr>
          <a:xfrm>
            <a:off x="5589358" y="3894513"/>
            <a:ext cx="396000" cy="419100"/>
          </a:xfrm>
          <a:prstGeom prst="rect">
            <a:avLst/>
          </a:prstGeom>
          <a:noFill/>
          <a:ln>
            <a:noFill/>
          </a:ln>
        </p:spPr>
      </p:pic>
      <p:pic>
        <p:nvPicPr>
          <p:cNvPr id="1586" name="Google Shape;1586;p85"/>
          <p:cNvPicPr preferRelativeResize="0"/>
          <p:nvPr/>
        </p:nvPicPr>
        <p:blipFill>
          <a:blip r:embed="rId4">
            <a:alphaModFix/>
          </a:blip>
          <a:stretch>
            <a:fillRect/>
          </a:stretch>
        </p:blipFill>
        <p:spPr>
          <a:xfrm>
            <a:off x="3564450" y="4044392"/>
            <a:ext cx="396000" cy="419760"/>
          </a:xfrm>
          <a:prstGeom prst="rect">
            <a:avLst/>
          </a:prstGeom>
          <a:noFill/>
          <a:ln>
            <a:noFill/>
          </a:ln>
        </p:spPr>
      </p:pic>
      <p:sp>
        <p:nvSpPr>
          <p:cNvPr id="1587" name="Google Shape;1587;p85"/>
          <p:cNvSpPr txBox="1"/>
          <p:nvPr/>
        </p:nvSpPr>
        <p:spPr>
          <a:xfrm>
            <a:off x="7609325" y="3974929"/>
            <a:ext cx="3084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GB" sz="2200">
                <a:solidFill>
                  <a:schemeClr val="dk1"/>
                </a:solidFill>
                <a:latin typeface="Kalam"/>
                <a:ea typeface="Kalam"/>
                <a:cs typeface="Kalam"/>
                <a:sym typeface="Kalam"/>
              </a:rPr>
              <a:t>?</a:t>
            </a:r>
            <a:endParaRPr b="1" sz="2200">
              <a:solidFill>
                <a:schemeClr val="dk1"/>
              </a:solidFill>
              <a:latin typeface="Kalam"/>
              <a:ea typeface="Kalam"/>
              <a:cs typeface="Kalam"/>
              <a:sym typeface="Kalam"/>
            </a:endParaRPr>
          </a:p>
        </p:txBody>
      </p:sp>
      <p:sp>
        <p:nvSpPr>
          <p:cNvPr id="1588" name="Google Shape;1588;p85"/>
          <p:cNvSpPr txBox="1"/>
          <p:nvPr/>
        </p:nvSpPr>
        <p:spPr>
          <a:xfrm>
            <a:off x="2432550" y="1620100"/>
            <a:ext cx="332400" cy="276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600">
                <a:solidFill>
                  <a:schemeClr val="dk1"/>
                </a:solidFill>
                <a:latin typeface="Lexend"/>
                <a:ea typeface="Lexend"/>
                <a:cs typeface="Lexend"/>
                <a:sym typeface="Lexend"/>
              </a:rPr>
              <a:t>a)</a:t>
            </a:r>
            <a:endParaRPr sz="1600">
              <a:solidFill>
                <a:schemeClr val="dk1"/>
              </a:solidFill>
              <a:latin typeface="Lexend"/>
              <a:ea typeface="Lexend"/>
              <a:cs typeface="Lexend"/>
              <a:sym typeface="Lexend"/>
            </a:endParaRPr>
          </a:p>
        </p:txBody>
      </p:sp>
      <p:sp>
        <p:nvSpPr>
          <p:cNvPr id="1589" name="Google Shape;1589;p85"/>
          <p:cNvSpPr txBox="1"/>
          <p:nvPr/>
        </p:nvSpPr>
        <p:spPr>
          <a:xfrm>
            <a:off x="4928300" y="1620100"/>
            <a:ext cx="332400" cy="276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600">
                <a:solidFill>
                  <a:schemeClr val="dk1"/>
                </a:solidFill>
                <a:latin typeface="Lexend"/>
                <a:ea typeface="Lexend"/>
                <a:cs typeface="Lexend"/>
                <a:sym typeface="Lexend"/>
              </a:rPr>
              <a:t>b)</a:t>
            </a:r>
            <a:endParaRPr sz="1600">
              <a:solidFill>
                <a:schemeClr val="dk1"/>
              </a:solidFill>
              <a:latin typeface="Lexend"/>
              <a:ea typeface="Lexend"/>
              <a:cs typeface="Lexend"/>
              <a:sym typeface="Lexend"/>
            </a:endParaRPr>
          </a:p>
        </p:txBody>
      </p:sp>
      <p:sp>
        <p:nvSpPr>
          <p:cNvPr id="1590" name="Google Shape;1590;p85"/>
          <p:cNvSpPr txBox="1"/>
          <p:nvPr/>
        </p:nvSpPr>
        <p:spPr>
          <a:xfrm>
            <a:off x="6953475" y="1620100"/>
            <a:ext cx="332400" cy="276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600">
                <a:solidFill>
                  <a:schemeClr val="dk1"/>
                </a:solidFill>
                <a:latin typeface="Lexend"/>
                <a:ea typeface="Lexend"/>
                <a:cs typeface="Lexend"/>
                <a:sym typeface="Lexend"/>
              </a:rPr>
              <a:t>c)</a:t>
            </a:r>
            <a:endParaRPr sz="1600">
              <a:solidFill>
                <a:schemeClr val="dk1"/>
              </a:solidFill>
              <a:latin typeface="Lexend"/>
              <a:ea typeface="Lexend"/>
              <a:cs typeface="Lexend"/>
              <a:sym typeface="Lexend"/>
            </a:endParaRPr>
          </a:p>
        </p:txBody>
      </p:sp>
      <p:sp>
        <p:nvSpPr>
          <p:cNvPr id="1591" name="Google Shape;1591;p85"/>
          <p:cNvSpPr txBox="1"/>
          <p:nvPr/>
        </p:nvSpPr>
        <p:spPr>
          <a:xfrm>
            <a:off x="636525" y="3386213"/>
            <a:ext cx="332400" cy="276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600">
                <a:solidFill>
                  <a:schemeClr val="dk1"/>
                </a:solidFill>
                <a:latin typeface="Lexend"/>
                <a:ea typeface="Lexend"/>
                <a:cs typeface="Lexend"/>
                <a:sym typeface="Lexend"/>
              </a:rPr>
              <a:t>d)</a:t>
            </a:r>
            <a:endParaRPr sz="1600">
              <a:solidFill>
                <a:schemeClr val="dk1"/>
              </a:solidFill>
              <a:latin typeface="Lexend"/>
              <a:ea typeface="Lexend"/>
              <a:cs typeface="Lexend"/>
              <a:sym typeface="Lexend"/>
            </a:endParaRPr>
          </a:p>
        </p:txBody>
      </p:sp>
      <p:sp>
        <p:nvSpPr>
          <p:cNvPr id="1592" name="Google Shape;1592;p85"/>
          <p:cNvSpPr txBox="1"/>
          <p:nvPr/>
        </p:nvSpPr>
        <p:spPr>
          <a:xfrm>
            <a:off x="3132275" y="3386213"/>
            <a:ext cx="332400" cy="276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600">
                <a:solidFill>
                  <a:schemeClr val="dk1"/>
                </a:solidFill>
                <a:latin typeface="Lexend"/>
                <a:ea typeface="Lexend"/>
                <a:cs typeface="Lexend"/>
                <a:sym typeface="Lexend"/>
              </a:rPr>
              <a:t>e)</a:t>
            </a:r>
            <a:endParaRPr sz="1600">
              <a:solidFill>
                <a:schemeClr val="dk1"/>
              </a:solidFill>
              <a:latin typeface="Lexend"/>
              <a:ea typeface="Lexend"/>
              <a:cs typeface="Lexend"/>
              <a:sym typeface="Lexend"/>
            </a:endParaRPr>
          </a:p>
        </p:txBody>
      </p:sp>
      <p:sp>
        <p:nvSpPr>
          <p:cNvPr id="1593" name="Google Shape;1593;p85"/>
          <p:cNvSpPr txBox="1"/>
          <p:nvPr/>
        </p:nvSpPr>
        <p:spPr>
          <a:xfrm>
            <a:off x="5081250" y="3386213"/>
            <a:ext cx="332400" cy="276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600">
                <a:solidFill>
                  <a:schemeClr val="dk1"/>
                </a:solidFill>
                <a:latin typeface="Lexend"/>
                <a:ea typeface="Lexend"/>
                <a:cs typeface="Lexend"/>
                <a:sym typeface="Lexend"/>
              </a:rPr>
              <a:t>f)</a:t>
            </a:r>
            <a:endParaRPr sz="1600">
              <a:solidFill>
                <a:schemeClr val="dk1"/>
              </a:solidFill>
              <a:latin typeface="Lexend"/>
              <a:ea typeface="Lexend"/>
              <a:cs typeface="Lexend"/>
              <a:sym typeface="Lexend"/>
            </a:endParaRPr>
          </a:p>
        </p:txBody>
      </p:sp>
      <p:sp>
        <p:nvSpPr>
          <p:cNvPr id="1594" name="Google Shape;1594;p85"/>
          <p:cNvSpPr txBox="1"/>
          <p:nvPr/>
        </p:nvSpPr>
        <p:spPr>
          <a:xfrm>
            <a:off x="7110025" y="3386213"/>
            <a:ext cx="332400" cy="276300"/>
          </a:xfrm>
          <a:prstGeom prst="rect">
            <a:avLst/>
          </a:prstGeom>
          <a:noFill/>
          <a:ln>
            <a:noFill/>
          </a:ln>
        </p:spPr>
        <p:txBody>
          <a:bodyPr anchorCtr="0" anchor="t" bIns="0" lIns="0" spcFirstLastPara="1" rIns="0" wrap="square" tIns="0">
            <a:noAutofit/>
          </a:bodyPr>
          <a:lstStyle/>
          <a:p>
            <a:pPr indent="0" lvl="0" marL="0" rtl="0" algn="l">
              <a:spcBef>
                <a:spcPts val="0"/>
              </a:spcBef>
              <a:spcAft>
                <a:spcPts val="0"/>
              </a:spcAft>
              <a:buNone/>
            </a:pPr>
            <a:r>
              <a:rPr lang="en-GB" sz="1600">
                <a:solidFill>
                  <a:schemeClr val="dk1"/>
                </a:solidFill>
                <a:latin typeface="Lexend"/>
                <a:ea typeface="Lexend"/>
                <a:cs typeface="Lexend"/>
                <a:sym typeface="Lexend"/>
              </a:rPr>
              <a:t>g)</a:t>
            </a:r>
            <a:endParaRPr sz="1600">
              <a:solidFill>
                <a:schemeClr val="dk1"/>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8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8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8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8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8" name="Shape 1598"/>
        <p:cNvGrpSpPr/>
        <p:nvPr/>
      </p:nvGrpSpPr>
      <p:grpSpPr>
        <a:xfrm>
          <a:off x="0" y="0"/>
          <a:ext cx="0" cy="0"/>
          <a:chOff x="0" y="0"/>
          <a:chExt cx="0" cy="0"/>
        </a:xfrm>
      </p:grpSpPr>
      <p:sp>
        <p:nvSpPr>
          <p:cNvPr id="1599" name="Google Shape;1599;p86"/>
          <p:cNvSpPr txBox="1"/>
          <p:nvPr>
            <p:ph type="title"/>
          </p:nvPr>
        </p:nvSpPr>
        <p:spPr>
          <a:xfrm>
            <a:off x="1225225" y="2090813"/>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Identifying similar triangles</a:t>
            </a:r>
            <a:endParaRPr/>
          </a:p>
        </p:txBody>
      </p:sp>
      <p:sp>
        <p:nvSpPr>
          <p:cNvPr id="1600" name="Google Shape;1600;p86"/>
          <p:cNvSpPr txBox="1"/>
          <p:nvPr>
            <p:ph idx="2" type="title"/>
          </p:nvPr>
        </p:nvSpPr>
        <p:spPr>
          <a:xfrm>
            <a:off x="1225225" y="3027088"/>
            <a:ext cx="6852300" cy="3693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Finding missing lengths with similar triangles</a:t>
            </a:r>
            <a:endParaRPr/>
          </a:p>
        </p:txBody>
      </p:sp>
      <p:sp>
        <p:nvSpPr>
          <p:cNvPr id="1601" name="Google Shape;1601;p86"/>
          <p:cNvSpPr txBox="1"/>
          <p:nvPr>
            <p:ph idx="3" type="title"/>
          </p:nvPr>
        </p:nvSpPr>
        <p:spPr>
          <a:xfrm>
            <a:off x="324000" y="657600"/>
            <a:ext cx="5741400" cy="6156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t>Checking and securing understanding of similar triangles</a:t>
            </a:r>
            <a:endParaRPr/>
          </a:p>
        </p:txBody>
      </p:sp>
      <p:pic>
        <p:nvPicPr>
          <p:cNvPr id="1602" name="Google Shape;1602;p86"/>
          <p:cNvPicPr preferRelativeResize="0"/>
          <p:nvPr/>
        </p:nvPicPr>
        <p:blipFill>
          <a:blip r:embed="rId3">
            <a:alphaModFix/>
          </a:blip>
          <a:stretch>
            <a:fillRect/>
          </a:stretch>
        </p:blipFill>
        <p:spPr>
          <a:xfrm>
            <a:off x="418793" y="2988375"/>
            <a:ext cx="450575" cy="4467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6" name="Shape 1606"/>
        <p:cNvGrpSpPr/>
        <p:nvPr/>
      </p:nvGrpSpPr>
      <p:grpSpPr>
        <a:xfrm>
          <a:off x="0" y="0"/>
          <a:ext cx="0" cy="0"/>
          <a:chOff x="0" y="0"/>
          <a:chExt cx="0" cy="0"/>
        </a:xfrm>
      </p:grpSpPr>
      <p:pic>
        <p:nvPicPr>
          <p:cNvPr descr="&lt;math xmlns=&quot;http://www.w3.org/1998/Math/MathML&quot; display=&quot;block&quot; data-is-equatio=&quot;1&quot; data-latex=&quot;\begin{array}{l}\frac{20}{16}\\&amp;#13;&amp;#10;\end{array}&quot;&gt;&lt;mtable columnalign=&quot;left&quot; columnspacing=&quot;1em&quot; rowspacing=&quot;4pt&quot;&gt;&lt;mtr&gt;&lt;mtd&gt;&lt;mfrac&gt;&lt;mn&gt;20&lt;/mn&gt;&lt;mn&gt;16&lt;/mn&gt;&lt;/mfrac&gt;&lt;/mtd&gt;&lt;/mtr&gt;&lt;/mtable&gt;&lt;/math&gt;" id="1607" name="Google Shape;1607;p87" title="1 lines Line 1: 20 over 16"/>
          <p:cNvPicPr preferRelativeResize="0"/>
          <p:nvPr/>
        </p:nvPicPr>
        <p:blipFill>
          <a:blip r:embed="rId3">
            <a:alphaModFix/>
          </a:blip>
          <a:stretch>
            <a:fillRect/>
          </a:stretch>
        </p:blipFill>
        <p:spPr>
          <a:xfrm>
            <a:off x="6673350" y="2908625"/>
            <a:ext cx="295350" cy="481594"/>
          </a:xfrm>
          <a:prstGeom prst="rect">
            <a:avLst/>
          </a:prstGeom>
          <a:noFill/>
          <a:ln>
            <a:noFill/>
          </a:ln>
        </p:spPr>
      </p:pic>
      <p:sp>
        <p:nvSpPr>
          <p:cNvPr id="1608" name="Google Shape;1608;p87"/>
          <p:cNvSpPr/>
          <p:nvPr/>
        </p:nvSpPr>
        <p:spPr>
          <a:xfrm flipH="1" rot="10800000">
            <a:off x="1192235" y="3311317"/>
            <a:ext cx="1317718" cy="989457"/>
          </a:xfrm>
          <a:custGeom>
            <a:rect b="b" l="l" r="r" t="t"/>
            <a:pathLst>
              <a:path extrusionOk="0" h="38100" w="50740">
                <a:moveTo>
                  <a:pt x="0" y="0"/>
                </a:moveTo>
                <a:lnTo>
                  <a:pt x="50740" y="0"/>
                </a:lnTo>
                <a:lnTo>
                  <a:pt x="50740" y="38100"/>
                </a:lnTo>
                <a:close/>
              </a:path>
            </a:pathLst>
          </a:custGeom>
          <a:noFill/>
          <a:ln cap="flat" cmpd="sng" w="38100">
            <a:solidFill>
              <a:srgbClr val="000000"/>
            </a:solidFill>
            <a:prstDash val="solid"/>
            <a:round/>
            <a:headEnd len="med" w="med" type="none"/>
            <a:tailEnd len="med" w="med" type="none"/>
          </a:ln>
        </p:spPr>
      </p:sp>
      <p:sp>
        <p:nvSpPr>
          <p:cNvPr id="1609" name="Google Shape;1609;p87"/>
          <p:cNvSpPr txBox="1"/>
          <p:nvPr>
            <p:ph idx="1" type="body"/>
          </p:nvPr>
        </p:nvSpPr>
        <p:spPr>
          <a:xfrm>
            <a:off x="324000" y="759300"/>
            <a:ext cx="8237700" cy="376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The two triangle below are similar.</a:t>
            </a:r>
            <a:endParaRPr sz="2000"/>
          </a:p>
        </p:txBody>
      </p:sp>
      <p:sp>
        <p:nvSpPr>
          <p:cNvPr id="1610" name="Google Shape;1610;p87"/>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Finding missing lengths with similar triangles</a:t>
            </a:r>
            <a:endParaRPr/>
          </a:p>
        </p:txBody>
      </p:sp>
      <p:sp>
        <p:nvSpPr>
          <p:cNvPr id="1611" name="Google Shape;1611;p87"/>
          <p:cNvSpPr/>
          <p:nvPr/>
        </p:nvSpPr>
        <p:spPr>
          <a:xfrm>
            <a:off x="2344773" y="4140497"/>
            <a:ext cx="160200" cy="1602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12" name="Google Shape;1612;p87"/>
          <p:cNvSpPr/>
          <p:nvPr/>
        </p:nvSpPr>
        <p:spPr>
          <a:xfrm>
            <a:off x="962925" y="4004867"/>
            <a:ext cx="564000" cy="564000"/>
          </a:xfrm>
          <a:prstGeom prst="arc">
            <a:avLst>
              <a:gd fmla="val 19277215" name="adj1"/>
              <a:gd fmla="val 272184"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13" name="Google Shape;1613;p87"/>
          <p:cNvSpPr txBox="1"/>
          <p:nvPr>
            <p:ph idx="1" type="body"/>
          </p:nvPr>
        </p:nvSpPr>
        <p:spPr>
          <a:xfrm>
            <a:off x="1578874" y="4046122"/>
            <a:ext cx="350100" cy="272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30°</a:t>
            </a:r>
            <a:endParaRPr sz="1600"/>
          </a:p>
        </p:txBody>
      </p:sp>
      <p:cxnSp>
        <p:nvCxnSpPr>
          <p:cNvPr id="1614" name="Google Shape;1614;p87"/>
          <p:cNvCxnSpPr/>
          <p:nvPr/>
        </p:nvCxnSpPr>
        <p:spPr>
          <a:xfrm rot="10800000">
            <a:off x="2639538" y="3310465"/>
            <a:ext cx="0" cy="980771"/>
          </a:xfrm>
          <a:prstGeom prst="straightConnector1">
            <a:avLst/>
          </a:prstGeom>
          <a:noFill/>
          <a:ln cap="flat" cmpd="sng" w="28575">
            <a:solidFill>
              <a:srgbClr val="000000"/>
            </a:solidFill>
            <a:prstDash val="solid"/>
            <a:round/>
            <a:headEnd len="med" w="med" type="triangle"/>
            <a:tailEnd len="med" w="med" type="triangle"/>
          </a:ln>
        </p:spPr>
      </p:cxnSp>
      <p:cxnSp>
        <p:nvCxnSpPr>
          <p:cNvPr id="1615" name="Google Shape;1615;p87"/>
          <p:cNvCxnSpPr/>
          <p:nvPr/>
        </p:nvCxnSpPr>
        <p:spPr>
          <a:xfrm flipH="1" rot="10800000">
            <a:off x="1125202" y="3226800"/>
            <a:ext cx="1303078" cy="974781"/>
          </a:xfrm>
          <a:prstGeom prst="straightConnector1">
            <a:avLst/>
          </a:prstGeom>
          <a:noFill/>
          <a:ln cap="flat" cmpd="sng" w="28575">
            <a:solidFill>
              <a:srgbClr val="000000"/>
            </a:solidFill>
            <a:prstDash val="solid"/>
            <a:round/>
            <a:headEnd len="med" w="med" type="triangle"/>
            <a:tailEnd len="med" w="med" type="triangle"/>
          </a:ln>
        </p:spPr>
      </p:cxnSp>
      <p:sp>
        <p:nvSpPr>
          <p:cNvPr id="1616" name="Google Shape;1616;p87"/>
          <p:cNvSpPr txBox="1"/>
          <p:nvPr/>
        </p:nvSpPr>
        <p:spPr>
          <a:xfrm>
            <a:off x="2684575" y="3719600"/>
            <a:ext cx="439800" cy="326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8</a:t>
            </a:r>
            <a:r>
              <a:rPr lang="en-GB" sz="1600">
                <a:solidFill>
                  <a:srgbClr val="000000"/>
                </a:solidFill>
                <a:latin typeface="Lexend"/>
                <a:ea typeface="Lexend"/>
                <a:cs typeface="Lexend"/>
                <a:sym typeface="Lexend"/>
              </a:rPr>
              <a:t> m </a:t>
            </a:r>
            <a:endParaRPr sz="1600">
              <a:solidFill>
                <a:srgbClr val="000000"/>
              </a:solidFill>
              <a:latin typeface="Lexend"/>
              <a:ea typeface="Lexend"/>
              <a:cs typeface="Lexend"/>
              <a:sym typeface="Lexend"/>
            </a:endParaRPr>
          </a:p>
        </p:txBody>
      </p:sp>
      <p:sp>
        <p:nvSpPr>
          <p:cNvPr id="1617" name="Google Shape;1617;p87"/>
          <p:cNvSpPr txBox="1"/>
          <p:nvPr/>
        </p:nvSpPr>
        <p:spPr>
          <a:xfrm>
            <a:off x="1313483" y="3480840"/>
            <a:ext cx="625200" cy="399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16</a:t>
            </a:r>
            <a:r>
              <a:rPr lang="en-GB" sz="1600">
                <a:solidFill>
                  <a:srgbClr val="000000"/>
                </a:solidFill>
                <a:latin typeface="Lexend"/>
                <a:ea typeface="Lexend"/>
                <a:cs typeface="Lexend"/>
                <a:sym typeface="Lexend"/>
              </a:rPr>
              <a:t> m </a:t>
            </a:r>
            <a:endParaRPr sz="1600">
              <a:solidFill>
                <a:srgbClr val="000000"/>
              </a:solidFill>
              <a:latin typeface="Lexend"/>
              <a:ea typeface="Lexend"/>
              <a:cs typeface="Lexend"/>
              <a:sym typeface="Lexend"/>
            </a:endParaRPr>
          </a:p>
        </p:txBody>
      </p:sp>
      <p:sp>
        <p:nvSpPr>
          <p:cNvPr id="1618" name="Google Shape;1618;p87"/>
          <p:cNvSpPr/>
          <p:nvPr/>
        </p:nvSpPr>
        <p:spPr>
          <a:xfrm flipH="1" rot="10800000">
            <a:off x="4205746" y="3147029"/>
            <a:ext cx="1557464" cy="1169479"/>
          </a:xfrm>
          <a:custGeom>
            <a:rect b="b" l="l" r="r" t="t"/>
            <a:pathLst>
              <a:path extrusionOk="0" h="38100" w="50740">
                <a:moveTo>
                  <a:pt x="0" y="0"/>
                </a:moveTo>
                <a:lnTo>
                  <a:pt x="50740" y="0"/>
                </a:lnTo>
                <a:lnTo>
                  <a:pt x="50740" y="38100"/>
                </a:lnTo>
                <a:close/>
              </a:path>
            </a:pathLst>
          </a:custGeom>
          <a:noFill/>
          <a:ln cap="flat" cmpd="sng" w="38100">
            <a:solidFill>
              <a:srgbClr val="000000"/>
            </a:solidFill>
            <a:prstDash val="solid"/>
            <a:round/>
            <a:headEnd len="med" w="med" type="none"/>
            <a:tailEnd len="med" w="med" type="none"/>
          </a:ln>
        </p:spPr>
      </p:sp>
      <p:sp>
        <p:nvSpPr>
          <p:cNvPr id="1619" name="Google Shape;1619;p87"/>
          <p:cNvSpPr/>
          <p:nvPr/>
        </p:nvSpPr>
        <p:spPr>
          <a:xfrm>
            <a:off x="5567931" y="4127075"/>
            <a:ext cx="189300" cy="1893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20" name="Google Shape;1620;p87"/>
          <p:cNvSpPr/>
          <p:nvPr/>
        </p:nvSpPr>
        <p:spPr>
          <a:xfrm>
            <a:off x="3934725" y="3966772"/>
            <a:ext cx="666600" cy="666600"/>
          </a:xfrm>
          <a:prstGeom prst="arc">
            <a:avLst>
              <a:gd fmla="val 19277215" name="adj1"/>
              <a:gd fmla="val 272184"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21" name="Google Shape;1621;p87"/>
          <p:cNvSpPr txBox="1"/>
          <p:nvPr>
            <p:ph idx="1" type="body"/>
          </p:nvPr>
        </p:nvSpPr>
        <p:spPr>
          <a:xfrm>
            <a:off x="4662715" y="4015532"/>
            <a:ext cx="413700" cy="322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30°</a:t>
            </a:r>
            <a:endParaRPr sz="1600"/>
          </a:p>
        </p:txBody>
      </p:sp>
      <p:cxnSp>
        <p:nvCxnSpPr>
          <p:cNvPr id="1622" name="Google Shape;1622;p87"/>
          <p:cNvCxnSpPr/>
          <p:nvPr/>
        </p:nvCxnSpPr>
        <p:spPr>
          <a:xfrm rot="10800000">
            <a:off x="5916468" y="3146022"/>
            <a:ext cx="0" cy="1159193"/>
          </a:xfrm>
          <a:prstGeom prst="straightConnector1">
            <a:avLst/>
          </a:prstGeom>
          <a:noFill/>
          <a:ln cap="flat" cmpd="sng" w="28575">
            <a:solidFill>
              <a:srgbClr val="000000"/>
            </a:solidFill>
            <a:prstDash val="solid"/>
            <a:round/>
            <a:headEnd len="med" w="med" type="triangle"/>
            <a:tailEnd len="med" w="med" type="triangle"/>
          </a:ln>
        </p:spPr>
      </p:cxnSp>
      <p:cxnSp>
        <p:nvCxnSpPr>
          <p:cNvPr id="1623" name="Google Shape;1623;p87"/>
          <p:cNvCxnSpPr/>
          <p:nvPr/>
        </p:nvCxnSpPr>
        <p:spPr>
          <a:xfrm flipH="1" rot="10800000">
            <a:off x="4126644" y="3047136"/>
            <a:ext cx="1540134" cy="1152114"/>
          </a:xfrm>
          <a:prstGeom prst="straightConnector1">
            <a:avLst/>
          </a:prstGeom>
          <a:noFill/>
          <a:ln cap="flat" cmpd="sng" w="28575">
            <a:solidFill>
              <a:srgbClr val="000000"/>
            </a:solidFill>
            <a:prstDash val="solid"/>
            <a:round/>
            <a:headEnd len="med" w="med" type="triangle"/>
            <a:tailEnd len="med" w="med" type="triangle"/>
          </a:ln>
        </p:spPr>
      </p:cxnSp>
      <p:sp>
        <p:nvSpPr>
          <p:cNvPr id="1624" name="Google Shape;1624;p87"/>
          <p:cNvSpPr txBox="1"/>
          <p:nvPr/>
        </p:nvSpPr>
        <p:spPr>
          <a:xfrm>
            <a:off x="5969548" y="3629586"/>
            <a:ext cx="496800" cy="3858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i="1" lang="en-GB" sz="1800">
                <a:latin typeface="Times New Roman"/>
                <a:ea typeface="Times New Roman"/>
                <a:cs typeface="Times New Roman"/>
                <a:sym typeface="Times New Roman"/>
              </a:rPr>
              <a:t>y</a:t>
            </a:r>
            <a:r>
              <a:rPr lang="en-GB" sz="1600">
                <a:solidFill>
                  <a:srgbClr val="000000"/>
                </a:solidFill>
                <a:latin typeface="Lexend"/>
                <a:ea typeface="Lexend"/>
                <a:cs typeface="Lexend"/>
                <a:sym typeface="Lexend"/>
              </a:rPr>
              <a:t> m </a:t>
            </a:r>
            <a:endParaRPr sz="1600">
              <a:solidFill>
                <a:srgbClr val="000000"/>
              </a:solidFill>
              <a:latin typeface="Lexend"/>
              <a:ea typeface="Lexend"/>
              <a:cs typeface="Lexend"/>
              <a:sym typeface="Lexend"/>
            </a:endParaRPr>
          </a:p>
        </p:txBody>
      </p:sp>
      <p:sp>
        <p:nvSpPr>
          <p:cNvPr id="1625" name="Google Shape;1625;p87"/>
          <p:cNvSpPr txBox="1"/>
          <p:nvPr/>
        </p:nvSpPr>
        <p:spPr>
          <a:xfrm>
            <a:off x="4496176" y="3343409"/>
            <a:ext cx="648900" cy="415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20</a:t>
            </a:r>
            <a:r>
              <a:rPr lang="en-GB" sz="1600">
                <a:solidFill>
                  <a:srgbClr val="000000"/>
                </a:solidFill>
                <a:latin typeface="Lexend"/>
                <a:ea typeface="Lexend"/>
                <a:cs typeface="Lexend"/>
                <a:sym typeface="Lexend"/>
              </a:rPr>
              <a:t> m </a:t>
            </a:r>
            <a:endParaRPr sz="1600">
              <a:solidFill>
                <a:srgbClr val="000000"/>
              </a:solidFill>
              <a:latin typeface="Lexend"/>
              <a:ea typeface="Lexend"/>
              <a:cs typeface="Lexend"/>
              <a:sym typeface="Lexend"/>
            </a:endParaRPr>
          </a:p>
        </p:txBody>
      </p:sp>
      <p:sp>
        <p:nvSpPr>
          <p:cNvPr id="1626" name="Google Shape;1626;p87"/>
          <p:cNvSpPr txBox="1"/>
          <p:nvPr>
            <p:ph idx="1" type="body"/>
          </p:nvPr>
        </p:nvSpPr>
        <p:spPr>
          <a:xfrm>
            <a:off x="324000" y="1162071"/>
            <a:ext cx="8237700" cy="399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This could be proven by finding the remaining angle.</a:t>
            </a:r>
            <a:endParaRPr sz="2000"/>
          </a:p>
        </p:txBody>
      </p:sp>
      <p:sp>
        <p:nvSpPr>
          <p:cNvPr id="1627" name="Google Shape;1627;p87"/>
          <p:cNvSpPr/>
          <p:nvPr/>
        </p:nvSpPr>
        <p:spPr>
          <a:xfrm>
            <a:off x="2299544" y="3153463"/>
            <a:ext cx="416100" cy="416400"/>
          </a:xfrm>
          <a:prstGeom prst="arc">
            <a:avLst>
              <a:gd fmla="val 5250655" name="adj1"/>
              <a:gd fmla="val 899974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28" name="Google Shape;1628;p87"/>
          <p:cNvSpPr txBox="1"/>
          <p:nvPr>
            <p:ph idx="1" type="body"/>
          </p:nvPr>
        </p:nvSpPr>
        <p:spPr>
          <a:xfrm>
            <a:off x="2134045" y="3588922"/>
            <a:ext cx="350100" cy="272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60°</a:t>
            </a:r>
            <a:endParaRPr sz="1600"/>
          </a:p>
        </p:txBody>
      </p:sp>
      <p:sp>
        <p:nvSpPr>
          <p:cNvPr id="1629" name="Google Shape;1629;p87"/>
          <p:cNvSpPr/>
          <p:nvPr/>
        </p:nvSpPr>
        <p:spPr>
          <a:xfrm>
            <a:off x="5559816" y="2984734"/>
            <a:ext cx="416100" cy="416400"/>
          </a:xfrm>
          <a:prstGeom prst="arc">
            <a:avLst>
              <a:gd fmla="val 5250655" name="adj1"/>
              <a:gd fmla="val 899974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30" name="Google Shape;1630;p87"/>
          <p:cNvSpPr txBox="1"/>
          <p:nvPr>
            <p:ph idx="1" type="body"/>
          </p:nvPr>
        </p:nvSpPr>
        <p:spPr>
          <a:xfrm>
            <a:off x="5388874" y="3409307"/>
            <a:ext cx="350100" cy="272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60°</a:t>
            </a:r>
            <a:endParaRPr sz="1600"/>
          </a:p>
        </p:txBody>
      </p:sp>
      <p:sp>
        <p:nvSpPr>
          <p:cNvPr id="1631" name="Google Shape;1631;p87"/>
          <p:cNvSpPr txBox="1"/>
          <p:nvPr>
            <p:ph idx="1" type="body"/>
          </p:nvPr>
        </p:nvSpPr>
        <p:spPr>
          <a:xfrm>
            <a:off x="324000" y="1597500"/>
            <a:ext cx="8496000" cy="733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If a second length is known on one triangle, its corresponding length on the other triangle can be found by using proportional reasoning.</a:t>
            </a:r>
            <a:endParaRPr sz="2000"/>
          </a:p>
        </p:txBody>
      </p:sp>
      <p:sp>
        <p:nvSpPr>
          <p:cNvPr id="1632" name="Google Shape;1632;p87"/>
          <p:cNvSpPr txBox="1"/>
          <p:nvPr/>
        </p:nvSpPr>
        <p:spPr>
          <a:xfrm>
            <a:off x="3012949" y="3283103"/>
            <a:ext cx="670200" cy="376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solidFill>
                  <a:schemeClr val="accent5"/>
                </a:solidFill>
                <a:latin typeface="Lexend"/>
                <a:ea typeface="Lexend"/>
                <a:cs typeface="Lexend"/>
                <a:sym typeface="Lexend"/>
              </a:rPr>
              <a:t>× 1.25</a:t>
            </a:r>
            <a:endParaRPr sz="1600">
              <a:solidFill>
                <a:schemeClr val="accent5"/>
              </a:solidFill>
              <a:latin typeface="Lexend"/>
              <a:ea typeface="Lexend"/>
              <a:cs typeface="Lexend"/>
              <a:sym typeface="Lexend"/>
            </a:endParaRPr>
          </a:p>
        </p:txBody>
      </p:sp>
      <p:sp>
        <p:nvSpPr>
          <p:cNvPr id="1633" name="Google Shape;1633;p87"/>
          <p:cNvSpPr txBox="1"/>
          <p:nvPr>
            <p:ph idx="1" type="body"/>
          </p:nvPr>
        </p:nvSpPr>
        <p:spPr>
          <a:xfrm>
            <a:off x="324000" y="2435700"/>
            <a:ext cx="1606200" cy="361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Method 1:</a:t>
            </a:r>
            <a:endParaRPr sz="1800"/>
          </a:p>
        </p:txBody>
      </p:sp>
      <p:sp>
        <p:nvSpPr>
          <p:cNvPr id="1634" name="Google Shape;1634;p87"/>
          <p:cNvSpPr txBox="1"/>
          <p:nvPr>
            <p:ph idx="1" type="body"/>
          </p:nvPr>
        </p:nvSpPr>
        <p:spPr>
          <a:xfrm>
            <a:off x="6801000" y="3654900"/>
            <a:ext cx="1673700" cy="676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a:latin typeface="Times New Roman"/>
                <a:ea typeface="Times New Roman"/>
                <a:cs typeface="Times New Roman"/>
                <a:sym typeface="Times New Roman"/>
              </a:rPr>
              <a:t>y</a:t>
            </a:r>
            <a:r>
              <a:rPr lang="en-GB">
                <a:latin typeface="Times New Roman"/>
                <a:ea typeface="Times New Roman"/>
                <a:cs typeface="Times New Roman"/>
                <a:sym typeface="Times New Roman"/>
              </a:rPr>
              <a:t> = 8 × 1.25 </a:t>
            </a:r>
            <a:br>
              <a:rPr lang="en-GB">
                <a:latin typeface="Times New Roman"/>
                <a:ea typeface="Times New Roman"/>
                <a:cs typeface="Times New Roman"/>
                <a:sym typeface="Times New Roman"/>
              </a:rPr>
            </a:br>
            <a:r>
              <a:rPr lang="en-GB">
                <a:latin typeface="Times New Roman"/>
                <a:ea typeface="Times New Roman"/>
                <a:cs typeface="Times New Roman"/>
                <a:sym typeface="Times New Roman"/>
              </a:rPr>
              <a:t>  = 10</a:t>
            </a:r>
            <a:endParaRPr>
              <a:latin typeface="Times New Roman"/>
              <a:ea typeface="Times New Roman"/>
              <a:cs typeface="Times New Roman"/>
              <a:sym typeface="Times New Roman"/>
            </a:endParaRPr>
          </a:p>
        </p:txBody>
      </p:sp>
      <p:sp>
        <p:nvSpPr>
          <p:cNvPr id="1635" name="Google Shape;1635;p87"/>
          <p:cNvSpPr txBox="1"/>
          <p:nvPr>
            <p:ph idx="1" type="body"/>
          </p:nvPr>
        </p:nvSpPr>
        <p:spPr>
          <a:xfrm>
            <a:off x="7062257" y="2969100"/>
            <a:ext cx="1673700" cy="361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latin typeface="Times New Roman"/>
                <a:ea typeface="Times New Roman"/>
                <a:cs typeface="Times New Roman"/>
                <a:sym typeface="Times New Roman"/>
              </a:rPr>
              <a:t>= 1.25</a:t>
            </a:r>
            <a:endParaRPr>
              <a:latin typeface="Times New Roman"/>
              <a:ea typeface="Times New Roman"/>
              <a:cs typeface="Times New Roman"/>
              <a:sym typeface="Times New Roman"/>
            </a:endParaRPr>
          </a:p>
        </p:txBody>
      </p:sp>
      <p:cxnSp>
        <p:nvCxnSpPr>
          <p:cNvPr id="1636" name="Google Shape;1636;p87"/>
          <p:cNvCxnSpPr/>
          <p:nvPr/>
        </p:nvCxnSpPr>
        <p:spPr>
          <a:xfrm flipH="1" rot="10800000">
            <a:off x="1798950" y="3463288"/>
            <a:ext cx="2702400" cy="116700"/>
          </a:xfrm>
          <a:prstGeom prst="straightConnector1">
            <a:avLst/>
          </a:prstGeom>
          <a:noFill/>
          <a:ln cap="flat" cmpd="sng" w="38100">
            <a:solidFill>
              <a:schemeClr val="accent5"/>
            </a:solidFill>
            <a:prstDash val="solid"/>
            <a:round/>
            <a:headEnd len="med" w="med" type="none"/>
            <a:tailEnd len="med" w="med" type="triangle"/>
          </a:ln>
        </p:spPr>
      </p:cxnSp>
      <p:sp>
        <p:nvSpPr>
          <p:cNvPr id="1637" name="Google Shape;1637;p87"/>
          <p:cNvSpPr txBox="1"/>
          <p:nvPr/>
        </p:nvSpPr>
        <p:spPr>
          <a:xfrm>
            <a:off x="3317749" y="3642332"/>
            <a:ext cx="670200" cy="376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solidFill>
                  <a:schemeClr val="accent5"/>
                </a:solidFill>
                <a:latin typeface="Lexend"/>
                <a:ea typeface="Lexend"/>
                <a:cs typeface="Lexend"/>
                <a:sym typeface="Lexend"/>
              </a:rPr>
              <a:t>× 1.25</a:t>
            </a:r>
            <a:endParaRPr sz="1600">
              <a:solidFill>
                <a:schemeClr val="accent5"/>
              </a:solidFill>
              <a:latin typeface="Lexend"/>
              <a:ea typeface="Lexend"/>
              <a:cs typeface="Lexend"/>
              <a:sym typeface="Lexend"/>
            </a:endParaRPr>
          </a:p>
        </p:txBody>
      </p:sp>
      <p:cxnSp>
        <p:nvCxnSpPr>
          <p:cNvPr id="1638" name="Google Shape;1638;p87"/>
          <p:cNvCxnSpPr/>
          <p:nvPr/>
        </p:nvCxnSpPr>
        <p:spPr>
          <a:xfrm flipH="1" rot="10800000">
            <a:off x="3170550" y="3816988"/>
            <a:ext cx="2786700" cy="67800"/>
          </a:xfrm>
          <a:prstGeom prst="straightConnector1">
            <a:avLst/>
          </a:prstGeom>
          <a:noFill/>
          <a:ln cap="flat" cmpd="sng" w="38100">
            <a:solidFill>
              <a:schemeClr val="accent5"/>
            </a:solidFill>
            <a:prstDash val="solid"/>
            <a:round/>
            <a:headEnd len="med" w="med"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2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2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2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3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627"/>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628"/>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630"/>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629"/>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63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1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1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2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2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3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3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0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3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3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3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2" name="Shape 1642"/>
        <p:cNvGrpSpPr/>
        <p:nvPr/>
      </p:nvGrpSpPr>
      <p:grpSpPr>
        <a:xfrm>
          <a:off x="0" y="0"/>
          <a:ext cx="0" cy="0"/>
          <a:chOff x="0" y="0"/>
          <a:chExt cx="0" cy="0"/>
        </a:xfrm>
      </p:grpSpPr>
      <p:sp>
        <p:nvSpPr>
          <p:cNvPr id="1643" name="Google Shape;1643;p88"/>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The two triangle below are similar.</a:t>
            </a:r>
            <a:endParaRPr sz="2000"/>
          </a:p>
        </p:txBody>
      </p:sp>
      <p:sp>
        <p:nvSpPr>
          <p:cNvPr id="1644" name="Google Shape;1644;p88"/>
          <p:cNvSpPr/>
          <p:nvPr/>
        </p:nvSpPr>
        <p:spPr>
          <a:xfrm flipH="1" rot="10800000">
            <a:off x="1192235" y="3311317"/>
            <a:ext cx="1317718" cy="989457"/>
          </a:xfrm>
          <a:custGeom>
            <a:rect b="b" l="l" r="r" t="t"/>
            <a:pathLst>
              <a:path extrusionOk="0" h="38100" w="50740">
                <a:moveTo>
                  <a:pt x="0" y="0"/>
                </a:moveTo>
                <a:lnTo>
                  <a:pt x="50740" y="0"/>
                </a:lnTo>
                <a:lnTo>
                  <a:pt x="50740" y="38100"/>
                </a:lnTo>
                <a:close/>
              </a:path>
            </a:pathLst>
          </a:custGeom>
          <a:noFill/>
          <a:ln cap="flat" cmpd="sng" w="38100">
            <a:solidFill>
              <a:srgbClr val="000000"/>
            </a:solidFill>
            <a:prstDash val="solid"/>
            <a:round/>
            <a:headEnd len="med" w="med" type="none"/>
            <a:tailEnd len="med" w="med" type="none"/>
          </a:ln>
        </p:spPr>
      </p:sp>
      <p:sp>
        <p:nvSpPr>
          <p:cNvPr id="1645" name="Google Shape;1645;p88"/>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Finding missing lengths with similar triangles</a:t>
            </a:r>
            <a:endParaRPr/>
          </a:p>
        </p:txBody>
      </p:sp>
      <p:sp>
        <p:nvSpPr>
          <p:cNvPr id="1646" name="Google Shape;1646;p88"/>
          <p:cNvSpPr/>
          <p:nvPr/>
        </p:nvSpPr>
        <p:spPr>
          <a:xfrm>
            <a:off x="2344773" y="4140497"/>
            <a:ext cx="160200" cy="1602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47" name="Google Shape;1647;p88"/>
          <p:cNvSpPr/>
          <p:nvPr/>
        </p:nvSpPr>
        <p:spPr>
          <a:xfrm>
            <a:off x="962925" y="4004867"/>
            <a:ext cx="564000" cy="564000"/>
          </a:xfrm>
          <a:prstGeom prst="arc">
            <a:avLst>
              <a:gd fmla="val 19277215" name="adj1"/>
              <a:gd fmla="val 272184"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48" name="Google Shape;1648;p88"/>
          <p:cNvSpPr txBox="1"/>
          <p:nvPr>
            <p:ph idx="1" type="body"/>
          </p:nvPr>
        </p:nvSpPr>
        <p:spPr>
          <a:xfrm>
            <a:off x="1578874" y="4046122"/>
            <a:ext cx="350100" cy="272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30°</a:t>
            </a:r>
            <a:endParaRPr sz="1600"/>
          </a:p>
        </p:txBody>
      </p:sp>
      <p:grpSp>
        <p:nvGrpSpPr>
          <p:cNvPr id="1649" name="Google Shape;1649;p88"/>
          <p:cNvGrpSpPr/>
          <p:nvPr/>
        </p:nvGrpSpPr>
        <p:grpSpPr>
          <a:xfrm flipH="1" rot="10800000">
            <a:off x="1125202" y="3226800"/>
            <a:ext cx="1514335" cy="1064437"/>
            <a:chOff x="4962363" y="3703451"/>
            <a:chExt cx="1213604" cy="853051"/>
          </a:xfrm>
        </p:grpSpPr>
        <p:cxnSp>
          <p:nvCxnSpPr>
            <p:cNvPr id="1650" name="Google Shape;1650;p88"/>
            <p:cNvCxnSpPr/>
            <p:nvPr/>
          </p:nvCxnSpPr>
          <p:spPr>
            <a:xfrm>
              <a:off x="6175967" y="3703451"/>
              <a:ext cx="0" cy="786000"/>
            </a:xfrm>
            <a:prstGeom prst="straightConnector1">
              <a:avLst/>
            </a:prstGeom>
            <a:noFill/>
            <a:ln cap="flat" cmpd="sng" w="28575">
              <a:solidFill>
                <a:srgbClr val="000000"/>
              </a:solidFill>
              <a:prstDash val="solid"/>
              <a:round/>
              <a:headEnd len="med" w="med" type="triangle"/>
              <a:tailEnd len="med" w="med" type="triangle"/>
            </a:ln>
          </p:spPr>
        </p:cxnSp>
        <p:cxnSp>
          <p:nvCxnSpPr>
            <p:cNvPr id="1651" name="Google Shape;1651;p88"/>
            <p:cNvCxnSpPr/>
            <p:nvPr/>
          </p:nvCxnSpPr>
          <p:spPr>
            <a:xfrm>
              <a:off x="4962363" y="3775302"/>
              <a:ext cx="1044300" cy="781200"/>
            </a:xfrm>
            <a:prstGeom prst="straightConnector1">
              <a:avLst/>
            </a:prstGeom>
            <a:noFill/>
            <a:ln cap="flat" cmpd="sng" w="28575">
              <a:solidFill>
                <a:srgbClr val="000000"/>
              </a:solidFill>
              <a:prstDash val="solid"/>
              <a:round/>
              <a:headEnd len="med" w="med" type="triangle"/>
              <a:tailEnd len="med" w="med" type="triangle"/>
            </a:ln>
          </p:spPr>
        </p:cxnSp>
      </p:grpSp>
      <p:sp>
        <p:nvSpPr>
          <p:cNvPr id="1652" name="Google Shape;1652;p88"/>
          <p:cNvSpPr txBox="1"/>
          <p:nvPr/>
        </p:nvSpPr>
        <p:spPr>
          <a:xfrm>
            <a:off x="2684575" y="3719600"/>
            <a:ext cx="439800" cy="326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8</a:t>
            </a:r>
            <a:r>
              <a:rPr lang="en-GB" sz="1600">
                <a:solidFill>
                  <a:srgbClr val="000000"/>
                </a:solidFill>
                <a:latin typeface="Lexend"/>
                <a:ea typeface="Lexend"/>
                <a:cs typeface="Lexend"/>
                <a:sym typeface="Lexend"/>
              </a:rPr>
              <a:t> m </a:t>
            </a:r>
            <a:endParaRPr sz="1600">
              <a:solidFill>
                <a:srgbClr val="000000"/>
              </a:solidFill>
              <a:latin typeface="Lexend"/>
              <a:ea typeface="Lexend"/>
              <a:cs typeface="Lexend"/>
              <a:sym typeface="Lexend"/>
            </a:endParaRPr>
          </a:p>
        </p:txBody>
      </p:sp>
      <p:sp>
        <p:nvSpPr>
          <p:cNvPr id="1653" name="Google Shape;1653;p88"/>
          <p:cNvSpPr txBox="1"/>
          <p:nvPr/>
        </p:nvSpPr>
        <p:spPr>
          <a:xfrm>
            <a:off x="1313483" y="3480840"/>
            <a:ext cx="625200" cy="399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16</a:t>
            </a:r>
            <a:r>
              <a:rPr lang="en-GB" sz="1600">
                <a:solidFill>
                  <a:srgbClr val="000000"/>
                </a:solidFill>
                <a:latin typeface="Lexend"/>
                <a:ea typeface="Lexend"/>
                <a:cs typeface="Lexend"/>
                <a:sym typeface="Lexend"/>
              </a:rPr>
              <a:t> m </a:t>
            </a:r>
            <a:endParaRPr sz="1600">
              <a:solidFill>
                <a:srgbClr val="000000"/>
              </a:solidFill>
              <a:latin typeface="Lexend"/>
              <a:ea typeface="Lexend"/>
              <a:cs typeface="Lexend"/>
              <a:sym typeface="Lexend"/>
            </a:endParaRPr>
          </a:p>
        </p:txBody>
      </p:sp>
      <p:sp>
        <p:nvSpPr>
          <p:cNvPr id="1654" name="Google Shape;1654;p88"/>
          <p:cNvSpPr/>
          <p:nvPr/>
        </p:nvSpPr>
        <p:spPr>
          <a:xfrm flipH="1" rot="10800000">
            <a:off x="4205746" y="3147029"/>
            <a:ext cx="1557464" cy="1169479"/>
          </a:xfrm>
          <a:custGeom>
            <a:rect b="b" l="l" r="r" t="t"/>
            <a:pathLst>
              <a:path extrusionOk="0" h="38100" w="50740">
                <a:moveTo>
                  <a:pt x="0" y="0"/>
                </a:moveTo>
                <a:lnTo>
                  <a:pt x="50740" y="0"/>
                </a:lnTo>
                <a:lnTo>
                  <a:pt x="50740" y="38100"/>
                </a:lnTo>
                <a:close/>
              </a:path>
            </a:pathLst>
          </a:custGeom>
          <a:noFill/>
          <a:ln cap="flat" cmpd="sng" w="38100">
            <a:solidFill>
              <a:srgbClr val="000000"/>
            </a:solidFill>
            <a:prstDash val="solid"/>
            <a:round/>
            <a:headEnd len="med" w="med" type="none"/>
            <a:tailEnd len="med" w="med" type="none"/>
          </a:ln>
        </p:spPr>
      </p:sp>
      <p:sp>
        <p:nvSpPr>
          <p:cNvPr id="1655" name="Google Shape;1655;p88"/>
          <p:cNvSpPr/>
          <p:nvPr/>
        </p:nvSpPr>
        <p:spPr>
          <a:xfrm>
            <a:off x="5567931" y="4127075"/>
            <a:ext cx="189300" cy="1893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56" name="Google Shape;1656;p88"/>
          <p:cNvSpPr/>
          <p:nvPr/>
        </p:nvSpPr>
        <p:spPr>
          <a:xfrm>
            <a:off x="3934725" y="3966772"/>
            <a:ext cx="666600" cy="666600"/>
          </a:xfrm>
          <a:prstGeom prst="arc">
            <a:avLst>
              <a:gd fmla="val 19277215" name="adj1"/>
              <a:gd fmla="val 272184"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57" name="Google Shape;1657;p88"/>
          <p:cNvSpPr txBox="1"/>
          <p:nvPr>
            <p:ph idx="1" type="body"/>
          </p:nvPr>
        </p:nvSpPr>
        <p:spPr>
          <a:xfrm>
            <a:off x="4662715" y="4015532"/>
            <a:ext cx="413700" cy="322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30°</a:t>
            </a:r>
            <a:endParaRPr sz="1600"/>
          </a:p>
        </p:txBody>
      </p:sp>
      <p:grpSp>
        <p:nvGrpSpPr>
          <p:cNvPr id="1658" name="Google Shape;1658;p88"/>
          <p:cNvGrpSpPr/>
          <p:nvPr/>
        </p:nvGrpSpPr>
        <p:grpSpPr>
          <a:xfrm flipH="1" rot="10800000">
            <a:off x="4126644" y="3047136"/>
            <a:ext cx="1789823" cy="1258079"/>
            <a:chOff x="4962363" y="3703451"/>
            <a:chExt cx="1213604" cy="853051"/>
          </a:xfrm>
        </p:grpSpPr>
        <p:cxnSp>
          <p:nvCxnSpPr>
            <p:cNvPr id="1659" name="Google Shape;1659;p88"/>
            <p:cNvCxnSpPr/>
            <p:nvPr/>
          </p:nvCxnSpPr>
          <p:spPr>
            <a:xfrm>
              <a:off x="6175967" y="3703451"/>
              <a:ext cx="0" cy="786000"/>
            </a:xfrm>
            <a:prstGeom prst="straightConnector1">
              <a:avLst/>
            </a:prstGeom>
            <a:noFill/>
            <a:ln cap="flat" cmpd="sng" w="28575">
              <a:solidFill>
                <a:srgbClr val="000000"/>
              </a:solidFill>
              <a:prstDash val="solid"/>
              <a:round/>
              <a:headEnd len="med" w="med" type="triangle"/>
              <a:tailEnd len="med" w="med" type="triangle"/>
            </a:ln>
          </p:spPr>
        </p:cxnSp>
        <p:cxnSp>
          <p:nvCxnSpPr>
            <p:cNvPr id="1660" name="Google Shape;1660;p88"/>
            <p:cNvCxnSpPr/>
            <p:nvPr/>
          </p:nvCxnSpPr>
          <p:spPr>
            <a:xfrm>
              <a:off x="4962363" y="3775302"/>
              <a:ext cx="1044300" cy="781200"/>
            </a:xfrm>
            <a:prstGeom prst="straightConnector1">
              <a:avLst/>
            </a:prstGeom>
            <a:noFill/>
            <a:ln cap="flat" cmpd="sng" w="28575">
              <a:solidFill>
                <a:srgbClr val="000000"/>
              </a:solidFill>
              <a:prstDash val="solid"/>
              <a:round/>
              <a:headEnd len="med" w="med" type="triangle"/>
              <a:tailEnd len="med" w="med" type="triangle"/>
            </a:ln>
          </p:spPr>
        </p:cxnSp>
      </p:grpSp>
      <p:sp>
        <p:nvSpPr>
          <p:cNvPr id="1661" name="Google Shape;1661;p88"/>
          <p:cNvSpPr txBox="1"/>
          <p:nvPr/>
        </p:nvSpPr>
        <p:spPr>
          <a:xfrm>
            <a:off x="5969548" y="3629586"/>
            <a:ext cx="496800" cy="3858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i="1" lang="en-GB" sz="1800">
                <a:latin typeface="Times New Roman"/>
                <a:ea typeface="Times New Roman"/>
                <a:cs typeface="Times New Roman"/>
                <a:sym typeface="Times New Roman"/>
              </a:rPr>
              <a:t>y</a:t>
            </a:r>
            <a:r>
              <a:rPr lang="en-GB" sz="1600">
                <a:solidFill>
                  <a:srgbClr val="000000"/>
                </a:solidFill>
                <a:latin typeface="Lexend"/>
                <a:ea typeface="Lexend"/>
                <a:cs typeface="Lexend"/>
                <a:sym typeface="Lexend"/>
              </a:rPr>
              <a:t> m </a:t>
            </a:r>
            <a:endParaRPr sz="1600">
              <a:solidFill>
                <a:srgbClr val="000000"/>
              </a:solidFill>
              <a:latin typeface="Lexend"/>
              <a:ea typeface="Lexend"/>
              <a:cs typeface="Lexend"/>
              <a:sym typeface="Lexend"/>
            </a:endParaRPr>
          </a:p>
        </p:txBody>
      </p:sp>
      <p:sp>
        <p:nvSpPr>
          <p:cNvPr id="1662" name="Google Shape;1662;p88"/>
          <p:cNvSpPr txBox="1"/>
          <p:nvPr>
            <p:ph idx="1" type="body"/>
          </p:nvPr>
        </p:nvSpPr>
        <p:spPr>
          <a:xfrm>
            <a:off x="324000" y="1162071"/>
            <a:ext cx="8237700" cy="399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This could be proven by finding the remaining angle.</a:t>
            </a:r>
            <a:endParaRPr sz="2000"/>
          </a:p>
        </p:txBody>
      </p:sp>
      <p:sp>
        <p:nvSpPr>
          <p:cNvPr id="1663" name="Google Shape;1663;p88"/>
          <p:cNvSpPr txBox="1"/>
          <p:nvPr>
            <p:ph idx="1" type="body"/>
          </p:nvPr>
        </p:nvSpPr>
        <p:spPr>
          <a:xfrm>
            <a:off x="324000" y="1597500"/>
            <a:ext cx="8496000" cy="733500"/>
          </a:xfrm>
          <a:prstGeom prst="rect">
            <a:avLst/>
          </a:prstGeom>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lang="en-GB" sz="2000"/>
              <a:t>If a second length is known on one triangle, its corresponding length on the other triangle can be found by using proportional reasoning.</a:t>
            </a:r>
            <a:endParaRPr sz="2000"/>
          </a:p>
        </p:txBody>
      </p:sp>
      <p:cxnSp>
        <p:nvCxnSpPr>
          <p:cNvPr id="1664" name="Google Shape;1664;p88"/>
          <p:cNvCxnSpPr>
            <a:stCxn id="1652" idx="0"/>
            <a:endCxn id="1653" idx="0"/>
          </p:cNvCxnSpPr>
          <p:nvPr/>
        </p:nvCxnSpPr>
        <p:spPr>
          <a:xfrm flipH="1" rot="5400000">
            <a:off x="2145925" y="2961050"/>
            <a:ext cx="238800" cy="1278300"/>
          </a:xfrm>
          <a:prstGeom prst="curvedConnector3">
            <a:avLst>
              <a:gd fmla="val 199701" name="adj1"/>
            </a:avLst>
          </a:prstGeom>
          <a:noFill/>
          <a:ln cap="flat" cmpd="sng" w="38100">
            <a:solidFill>
              <a:schemeClr val="accent5"/>
            </a:solidFill>
            <a:prstDash val="solid"/>
            <a:round/>
            <a:headEnd len="med" w="med" type="triangle"/>
            <a:tailEnd len="med" w="med" type="none"/>
          </a:ln>
        </p:spPr>
      </p:cxnSp>
      <p:sp>
        <p:nvSpPr>
          <p:cNvPr id="1665" name="Google Shape;1665;p88"/>
          <p:cNvSpPr txBox="1"/>
          <p:nvPr/>
        </p:nvSpPr>
        <p:spPr>
          <a:xfrm>
            <a:off x="1978459" y="2999103"/>
            <a:ext cx="670200" cy="376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solidFill>
                  <a:schemeClr val="accent5"/>
                </a:solidFill>
                <a:latin typeface="Lexend"/>
                <a:ea typeface="Lexend"/>
                <a:cs typeface="Lexend"/>
                <a:sym typeface="Lexend"/>
              </a:rPr>
              <a:t>× 0.5</a:t>
            </a:r>
            <a:endParaRPr sz="1600">
              <a:solidFill>
                <a:schemeClr val="accent5"/>
              </a:solidFill>
              <a:latin typeface="Lexend"/>
              <a:ea typeface="Lexend"/>
              <a:cs typeface="Lexend"/>
              <a:sym typeface="Lexend"/>
            </a:endParaRPr>
          </a:p>
        </p:txBody>
      </p:sp>
      <p:cxnSp>
        <p:nvCxnSpPr>
          <p:cNvPr id="1666" name="Google Shape;1666;p88"/>
          <p:cNvCxnSpPr>
            <a:stCxn id="1661" idx="0"/>
            <a:endCxn id="1667" idx="0"/>
          </p:cNvCxnSpPr>
          <p:nvPr/>
        </p:nvCxnSpPr>
        <p:spPr>
          <a:xfrm flipH="1" rot="5400000">
            <a:off x="5376148" y="2787786"/>
            <a:ext cx="286200" cy="1397400"/>
          </a:xfrm>
          <a:prstGeom prst="curvedConnector3">
            <a:avLst>
              <a:gd fmla="val 183194" name="adj1"/>
            </a:avLst>
          </a:prstGeom>
          <a:noFill/>
          <a:ln cap="flat" cmpd="sng" w="38100">
            <a:solidFill>
              <a:schemeClr val="accent5"/>
            </a:solidFill>
            <a:prstDash val="solid"/>
            <a:round/>
            <a:headEnd len="med" w="med" type="triangle"/>
            <a:tailEnd len="med" w="med" type="none"/>
          </a:ln>
        </p:spPr>
      </p:cxnSp>
      <p:sp>
        <p:nvSpPr>
          <p:cNvPr id="1668" name="Google Shape;1668;p88"/>
          <p:cNvSpPr txBox="1"/>
          <p:nvPr/>
        </p:nvSpPr>
        <p:spPr>
          <a:xfrm>
            <a:off x="5093449" y="2872170"/>
            <a:ext cx="670200" cy="376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solidFill>
                  <a:schemeClr val="accent5"/>
                </a:solidFill>
                <a:latin typeface="Lexend"/>
                <a:ea typeface="Lexend"/>
                <a:cs typeface="Lexend"/>
                <a:sym typeface="Lexend"/>
              </a:rPr>
              <a:t>× 0.5</a:t>
            </a:r>
            <a:endParaRPr sz="1600">
              <a:solidFill>
                <a:schemeClr val="accent5"/>
              </a:solidFill>
              <a:latin typeface="Lexend"/>
              <a:ea typeface="Lexend"/>
              <a:cs typeface="Lexend"/>
              <a:sym typeface="Lexend"/>
            </a:endParaRPr>
          </a:p>
        </p:txBody>
      </p:sp>
      <p:sp>
        <p:nvSpPr>
          <p:cNvPr id="1669" name="Google Shape;1669;p88"/>
          <p:cNvSpPr txBox="1"/>
          <p:nvPr>
            <p:ph idx="1" type="body"/>
          </p:nvPr>
        </p:nvSpPr>
        <p:spPr>
          <a:xfrm>
            <a:off x="324000" y="2435700"/>
            <a:ext cx="1606200" cy="361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Method 2:</a:t>
            </a:r>
            <a:endParaRPr sz="1800"/>
          </a:p>
        </p:txBody>
      </p:sp>
      <p:sp>
        <p:nvSpPr>
          <p:cNvPr id="1670" name="Google Shape;1670;p88"/>
          <p:cNvSpPr txBox="1"/>
          <p:nvPr>
            <p:ph idx="1" type="body"/>
          </p:nvPr>
        </p:nvSpPr>
        <p:spPr>
          <a:xfrm>
            <a:off x="6801000" y="3654900"/>
            <a:ext cx="1673700" cy="676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a:latin typeface="Times New Roman"/>
                <a:ea typeface="Times New Roman"/>
                <a:cs typeface="Times New Roman"/>
                <a:sym typeface="Times New Roman"/>
              </a:rPr>
              <a:t>y</a:t>
            </a:r>
            <a:r>
              <a:rPr lang="en-GB">
                <a:latin typeface="Times New Roman"/>
                <a:ea typeface="Times New Roman"/>
                <a:cs typeface="Times New Roman"/>
                <a:sym typeface="Times New Roman"/>
              </a:rPr>
              <a:t> = 20 × 0.5 </a:t>
            </a:r>
            <a:br>
              <a:rPr lang="en-GB">
                <a:latin typeface="Times New Roman"/>
                <a:ea typeface="Times New Roman"/>
                <a:cs typeface="Times New Roman"/>
                <a:sym typeface="Times New Roman"/>
              </a:rPr>
            </a:br>
            <a:r>
              <a:rPr lang="en-GB">
                <a:latin typeface="Times New Roman"/>
                <a:ea typeface="Times New Roman"/>
                <a:cs typeface="Times New Roman"/>
                <a:sym typeface="Times New Roman"/>
              </a:rPr>
              <a:t>  = 10</a:t>
            </a:r>
            <a:endParaRPr>
              <a:latin typeface="Times New Roman"/>
              <a:ea typeface="Times New Roman"/>
              <a:cs typeface="Times New Roman"/>
              <a:sym typeface="Times New Roman"/>
            </a:endParaRPr>
          </a:p>
        </p:txBody>
      </p:sp>
      <p:sp>
        <p:nvSpPr>
          <p:cNvPr id="1671" name="Google Shape;1671;p88"/>
          <p:cNvSpPr txBox="1"/>
          <p:nvPr>
            <p:ph idx="1" type="body"/>
          </p:nvPr>
        </p:nvSpPr>
        <p:spPr>
          <a:xfrm>
            <a:off x="6999374" y="2969100"/>
            <a:ext cx="1673700" cy="361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latin typeface="Times New Roman"/>
                <a:ea typeface="Times New Roman"/>
                <a:cs typeface="Times New Roman"/>
                <a:sym typeface="Times New Roman"/>
              </a:rPr>
              <a:t>= 0.5</a:t>
            </a:r>
            <a:endParaRPr>
              <a:latin typeface="Times New Roman"/>
              <a:ea typeface="Times New Roman"/>
              <a:cs typeface="Times New Roman"/>
              <a:sym typeface="Times New Roman"/>
            </a:endParaRPr>
          </a:p>
        </p:txBody>
      </p:sp>
      <p:sp>
        <p:nvSpPr>
          <p:cNvPr id="1667" name="Google Shape;1667;p88"/>
          <p:cNvSpPr txBox="1"/>
          <p:nvPr/>
        </p:nvSpPr>
        <p:spPr>
          <a:xfrm>
            <a:off x="4496176" y="3343409"/>
            <a:ext cx="648900" cy="415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20</a:t>
            </a:r>
            <a:r>
              <a:rPr lang="en-GB" sz="1600">
                <a:solidFill>
                  <a:srgbClr val="000000"/>
                </a:solidFill>
                <a:latin typeface="Lexend"/>
                <a:ea typeface="Lexend"/>
                <a:cs typeface="Lexend"/>
                <a:sym typeface="Lexend"/>
              </a:rPr>
              <a:t> m </a:t>
            </a:r>
            <a:endParaRPr sz="1600">
              <a:solidFill>
                <a:srgbClr val="000000"/>
              </a:solidFill>
              <a:latin typeface="Lexend"/>
              <a:ea typeface="Lexend"/>
              <a:cs typeface="Lexend"/>
              <a:sym typeface="Lexend"/>
            </a:endParaRPr>
          </a:p>
        </p:txBody>
      </p:sp>
      <p:pic>
        <p:nvPicPr>
          <p:cNvPr descr="&lt;math xmlns=&quot;http://www.w3.org/1998/Math/MathML&quot; display=&quot;block&quot; data-is-equatio=&quot;1&quot; data-latex=&quot;\frac{8}{16}&quot;&gt;&lt;mfrac&gt;&lt;mn&gt;8&lt;/mn&gt;&lt;mn&gt;16&lt;/mn&gt;&lt;/mfrac&gt;&lt;/math&gt;" id="1672" name="Google Shape;1672;p88" title="8 over 16"/>
          <p:cNvPicPr preferRelativeResize="0"/>
          <p:nvPr/>
        </p:nvPicPr>
        <p:blipFill>
          <a:blip r:embed="rId3">
            <a:alphaModFix/>
          </a:blip>
          <a:stretch>
            <a:fillRect/>
          </a:stretch>
        </p:blipFill>
        <p:spPr>
          <a:xfrm>
            <a:off x="6679966" y="2893311"/>
            <a:ext cx="263520" cy="4807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7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7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6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6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6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7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6" name="Shape 1676"/>
        <p:cNvGrpSpPr/>
        <p:nvPr/>
      </p:nvGrpSpPr>
      <p:grpSpPr>
        <a:xfrm>
          <a:off x="0" y="0"/>
          <a:ext cx="0" cy="0"/>
          <a:chOff x="0" y="0"/>
          <a:chExt cx="0" cy="0"/>
        </a:xfrm>
      </p:grpSpPr>
      <p:sp>
        <p:nvSpPr>
          <p:cNvPr id="1677" name="Google Shape;1677;p89"/>
          <p:cNvSpPr txBox="1"/>
          <p:nvPr>
            <p:ph idx="1" type="body"/>
          </p:nvPr>
        </p:nvSpPr>
        <p:spPr>
          <a:xfrm>
            <a:off x="324000" y="759300"/>
            <a:ext cx="8237700" cy="765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Scale factors and multipliers within triangles can be easier to find when there is an edge with a length of </a:t>
            </a:r>
            <a:r>
              <a:rPr lang="en-GB" sz="2000">
                <a:solidFill>
                  <a:schemeClr val="accent5"/>
                </a:solidFill>
              </a:rPr>
              <a:t>1 unit</a:t>
            </a:r>
            <a:r>
              <a:rPr lang="en-GB" sz="2000"/>
              <a:t>.</a:t>
            </a:r>
            <a:endParaRPr sz="2000"/>
          </a:p>
        </p:txBody>
      </p:sp>
      <p:sp>
        <p:nvSpPr>
          <p:cNvPr id="1678" name="Google Shape;1678;p8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Finding missing lengths with similar triangles</a:t>
            </a:r>
            <a:endParaRPr/>
          </a:p>
        </p:txBody>
      </p:sp>
      <p:sp>
        <p:nvSpPr>
          <p:cNvPr id="1679" name="Google Shape;1679;p89"/>
          <p:cNvSpPr/>
          <p:nvPr/>
        </p:nvSpPr>
        <p:spPr>
          <a:xfrm flipH="1" rot="10800000">
            <a:off x="1085633" y="3249425"/>
            <a:ext cx="1143045" cy="858298"/>
          </a:xfrm>
          <a:custGeom>
            <a:rect b="b" l="l" r="r" t="t"/>
            <a:pathLst>
              <a:path extrusionOk="0" h="38100" w="50740">
                <a:moveTo>
                  <a:pt x="0" y="0"/>
                </a:moveTo>
                <a:lnTo>
                  <a:pt x="50740" y="0"/>
                </a:lnTo>
                <a:lnTo>
                  <a:pt x="50740" y="38100"/>
                </a:lnTo>
                <a:close/>
              </a:path>
            </a:pathLst>
          </a:custGeom>
          <a:noFill/>
          <a:ln cap="flat" cmpd="sng" w="38100">
            <a:solidFill>
              <a:srgbClr val="000000"/>
            </a:solidFill>
            <a:prstDash val="solid"/>
            <a:round/>
            <a:headEnd len="med" w="med" type="none"/>
            <a:tailEnd len="med" w="med" type="none"/>
          </a:ln>
        </p:spPr>
      </p:sp>
      <p:sp>
        <p:nvSpPr>
          <p:cNvPr id="1680" name="Google Shape;1680;p89"/>
          <p:cNvSpPr/>
          <p:nvPr/>
        </p:nvSpPr>
        <p:spPr>
          <a:xfrm>
            <a:off x="2085365" y="3968695"/>
            <a:ext cx="138900" cy="1389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81" name="Google Shape;1681;p89"/>
          <p:cNvSpPr/>
          <p:nvPr/>
        </p:nvSpPr>
        <p:spPr>
          <a:xfrm>
            <a:off x="886725" y="3851045"/>
            <a:ext cx="489300" cy="489300"/>
          </a:xfrm>
          <a:prstGeom prst="arc">
            <a:avLst>
              <a:gd fmla="val 19277215" name="adj1"/>
              <a:gd fmla="val 272184"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82" name="Google Shape;1682;p89"/>
          <p:cNvSpPr txBox="1"/>
          <p:nvPr>
            <p:ph idx="1" type="body"/>
          </p:nvPr>
        </p:nvSpPr>
        <p:spPr>
          <a:xfrm>
            <a:off x="1420996" y="3873218"/>
            <a:ext cx="416100" cy="236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30°</a:t>
            </a:r>
            <a:endParaRPr sz="1600"/>
          </a:p>
        </p:txBody>
      </p:sp>
      <p:grpSp>
        <p:nvGrpSpPr>
          <p:cNvPr id="1683" name="Google Shape;1683;p89"/>
          <p:cNvGrpSpPr/>
          <p:nvPr/>
        </p:nvGrpSpPr>
        <p:grpSpPr>
          <a:xfrm flipH="1" rot="10800000">
            <a:off x="1027665" y="3176013"/>
            <a:ext cx="1313605" cy="923342"/>
            <a:chOff x="4962363" y="3703451"/>
            <a:chExt cx="1213604" cy="853051"/>
          </a:xfrm>
        </p:grpSpPr>
        <p:cxnSp>
          <p:nvCxnSpPr>
            <p:cNvPr id="1684" name="Google Shape;1684;p89"/>
            <p:cNvCxnSpPr/>
            <p:nvPr/>
          </p:nvCxnSpPr>
          <p:spPr>
            <a:xfrm>
              <a:off x="6175967" y="3703451"/>
              <a:ext cx="0" cy="786000"/>
            </a:xfrm>
            <a:prstGeom prst="straightConnector1">
              <a:avLst/>
            </a:prstGeom>
            <a:noFill/>
            <a:ln cap="flat" cmpd="sng" w="28575">
              <a:solidFill>
                <a:srgbClr val="000000"/>
              </a:solidFill>
              <a:prstDash val="solid"/>
              <a:round/>
              <a:headEnd len="med" w="med" type="triangle"/>
              <a:tailEnd len="med" w="med" type="triangle"/>
            </a:ln>
          </p:spPr>
        </p:cxnSp>
        <p:cxnSp>
          <p:nvCxnSpPr>
            <p:cNvPr id="1685" name="Google Shape;1685;p89"/>
            <p:cNvCxnSpPr/>
            <p:nvPr/>
          </p:nvCxnSpPr>
          <p:spPr>
            <a:xfrm>
              <a:off x="4962363" y="3775302"/>
              <a:ext cx="1044300" cy="781200"/>
            </a:xfrm>
            <a:prstGeom prst="straightConnector1">
              <a:avLst/>
            </a:prstGeom>
            <a:noFill/>
            <a:ln cap="flat" cmpd="sng" w="28575">
              <a:solidFill>
                <a:srgbClr val="000000"/>
              </a:solidFill>
              <a:prstDash val="solid"/>
              <a:round/>
              <a:headEnd len="med" w="med" type="triangle"/>
              <a:tailEnd len="med" w="med" type="triangle"/>
            </a:ln>
          </p:spPr>
        </p:cxnSp>
      </p:grpSp>
      <p:sp>
        <p:nvSpPr>
          <p:cNvPr id="1686" name="Google Shape;1686;p89"/>
          <p:cNvSpPr txBox="1"/>
          <p:nvPr/>
        </p:nvSpPr>
        <p:spPr>
          <a:xfrm>
            <a:off x="2456325" y="3603600"/>
            <a:ext cx="374700" cy="283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0.5</a:t>
            </a:r>
            <a:endParaRPr sz="1600">
              <a:solidFill>
                <a:srgbClr val="000000"/>
              </a:solidFill>
              <a:latin typeface="Lexend"/>
              <a:ea typeface="Lexend"/>
              <a:cs typeface="Lexend"/>
              <a:sym typeface="Lexend"/>
            </a:endParaRPr>
          </a:p>
        </p:txBody>
      </p:sp>
      <p:sp>
        <p:nvSpPr>
          <p:cNvPr id="1687" name="Google Shape;1687;p89"/>
          <p:cNvSpPr txBox="1"/>
          <p:nvPr/>
        </p:nvSpPr>
        <p:spPr>
          <a:xfrm>
            <a:off x="1381500" y="3396500"/>
            <a:ext cx="189300" cy="272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1</a:t>
            </a:r>
            <a:r>
              <a:rPr lang="en-GB" sz="1600">
                <a:solidFill>
                  <a:srgbClr val="000000"/>
                </a:solidFill>
                <a:latin typeface="Lexend"/>
                <a:ea typeface="Lexend"/>
                <a:cs typeface="Lexend"/>
                <a:sym typeface="Lexend"/>
              </a:rPr>
              <a:t> </a:t>
            </a:r>
            <a:endParaRPr sz="1600">
              <a:solidFill>
                <a:srgbClr val="000000"/>
              </a:solidFill>
              <a:latin typeface="Lexend"/>
              <a:ea typeface="Lexend"/>
              <a:cs typeface="Lexend"/>
              <a:sym typeface="Lexend"/>
            </a:endParaRPr>
          </a:p>
        </p:txBody>
      </p:sp>
      <p:sp>
        <p:nvSpPr>
          <p:cNvPr id="1688" name="Google Shape;1688;p89"/>
          <p:cNvSpPr/>
          <p:nvPr/>
        </p:nvSpPr>
        <p:spPr>
          <a:xfrm flipH="1" rot="10800000">
            <a:off x="4055832" y="2764454"/>
            <a:ext cx="1787697" cy="1342358"/>
          </a:xfrm>
          <a:custGeom>
            <a:rect b="b" l="l" r="r" t="t"/>
            <a:pathLst>
              <a:path extrusionOk="0" h="38100" w="50740">
                <a:moveTo>
                  <a:pt x="0" y="0"/>
                </a:moveTo>
                <a:lnTo>
                  <a:pt x="50740" y="0"/>
                </a:lnTo>
                <a:lnTo>
                  <a:pt x="50740" y="38100"/>
                </a:lnTo>
                <a:close/>
              </a:path>
            </a:pathLst>
          </a:custGeom>
          <a:noFill/>
          <a:ln cap="flat" cmpd="sng" w="38100">
            <a:solidFill>
              <a:srgbClr val="000000"/>
            </a:solidFill>
            <a:prstDash val="solid"/>
            <a:round/>
            <a:headEnd len="med" w="med" type="none"/>
            <a:tailEnd len="med" w="med" type="none"/>
          </a:ln>
        </p:spPr>
      </p:sp>
      <p:sp>
        <p:nvSpPr>
          <p:cNvPr id="1689" name="Google Shape;1689;p89"/>
          <p:cNvSpPr/>
          <p:nvPr/>
        </p:nvSpPr>
        <p:spPr>
          <a:xfrm>
            <a:off x="5619475" y="3889362"/>
            <a:ext cx="217200" cy="2172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690" name="Google Shape;1690;p89"/>
          <p:cNvSpPr/>
          <p:nvPr/>
        </p:nvSpPr>
        <p:spPr>
          <a:xfrm>
            <a:off x="3744728" y="3705349"/>
            <a:ext cx="765300" cy="765300"/>
          </a:xfrm>
          <a:prstGeom prst="arc">
            <a:avLst>
              <a:gd fmla="val 19277215" name="adj1"/>
              <a:gd fmla="val 272184"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691" name="Google Shape;1691;p89"/>
          <p:cNvCxnSpPr/>
          <p:nvPr/>
        </p:nvCxnSpPr>
        <p:spPr>
          <a:xfrm rot="10800000">
            <a:off x="6019474" y="2763314"/>
            <a:ext cx="0" cy="1330619"/>
          </a:xfrm>
          <a:prstGeom prst="straightConnector1">
            <a:avLst/>
          </a:prstGeom>
          <a:noFill/>
          <a:ln cap="flat" cmpd="sng" w="28575">
            <a:solidFill>
              <a:srgbClr val="000000"/>
            </a:solidFill>
            <a:prstDash val="solid"/>
            <a:round/>
            <a:headEnd len="med" w="med" type="triangle"/>
            <a:tailEnd len="med" w="med" type="triangle"/>
          </a:ln>
        </p:spPr>
      </p:cxnSp>
      <p:cxnSp>
        <p:nvCxnSpPr>
          <p:cNvPr id="1692" name="Google Shape;1692;p89"/>
          <p:cNvCxnSpPr/>
          <p:nvPr/>
        </p:nvCxnSpPr>
        <p:spPr>
          <a:xfrm flipH="1" rot="10800000">
            <a:off x="3964964" y="2649803"/>
            <a:ext cx="1767895" cy="1322493"/>
          </a:xfrm>
          <a:prstGeom prst="straightConnector1">
            <a:avLst/>
          </a:prstGeom>
          <a:noFill/>
          <a:ln cap="flat" cmpd="sng" w="28575">
            <a:solidFill>
              <a:srgbClr val="000000"/>
            </a:solidFill>
            <a:prstDash val="solid"/>
            <a:round/>
            <a:headEnd len="med" w="med" type="triangle"/>
            <a:tailEnd len="med" w="med" type="triangle"/>
          </a:ln>
        </p:spPr>
      </p:cxnSp>
      <p:sp>
        <p:nvSpPr>
          <p:cNvPr id="1693" name="Google Shape;1693;p89"/>
          <p:cNvSpPr txBox="1"/>
          <p:nvPr/>
        </p:nvSpPr>
        <p:spPr>
          <a:xfrm>
            <a:off x="6080500" y="3318300"/>
            <a:ext cx="474900" cy="326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i="1" lang="en-GB" sz="1800">
                <a:latin typeface="Times New Roman"/>
                <a:ea typeface="Times New Roman"/>
                <a:cs typeface="Times New Roman"/>
                <a:sym typeface="Times New Roman"/>
              </a:rPr>
              <a:t>y</a:t>
            </a:r>
            <a:r>
              <a:rPr lang="en-GB" sz="1600">
                <a:solidFill>
                  <a:srgbClr val="000000"/>
                </a:solidFill>
                <a:latin typeface="Lexend"/>
                <a:ea typeface="Lexend"/>
                <a:cs typeface="Lexend"/>
                <a:sym typeface="Lexend"/>
              </a:rPr>
              <a:t> m </a:t>
            </a:r>
            <a:endParaRPr sz="1600">
              <a:solidFill>
                <a:srgbClr val="000000"/>
              </a:solidFill>
              <a:latin typeface="Lexend"/>
              <a:ea typeface="Lexend"/>
              <a:cs typeface="Lexend"/>
              <a:sym typeface="Lexend"/>
            </a:endParaRPr>
          </a:p>
        </p:txBody>
      </p:sp>
      <p:sp>
        <p:nvSpPr>
          <p:cNvPr id="1694" name="Google Shape;1694;p89"/>
          <p:cNvSpPr txBox="1"/>
          <p:nvPr/>
        </p:nvSpPr>
        <p:spPr>
          <a:xfrm>
            <a:off x="4339232" y="3014783"/>
            <a:ext cx="744900" cy="476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20</a:t>
            </a:r>
            <a:r>
              <a:rPr lang="en-GB" sz="1600">
                <a:solidFill>
                  <a:srgbClr val="000000"/>
                </a:solidFill>
                <a:latin typeface="Lexend"/>
                <a:ea typeface="Lexend"/>
                <a:cs typeface="Lexend"/>
                <a:sym typeface="Lexend"/>
              </a:rPr>
              <a:t> m </a:t>
            </a:r>
            <a:endParaRPr sz="1600">
              <a:solidFill>
                <a:srgbClr val="000000"/>
              </a:solidFill>
              <a:latin typeface="Lexend"/>
              <a:ea typeface="Lexend"/>
              <a:cs typeface="Lexend"/>
              <a:sym typeface="Lexend"/>
            </a:endParaRPr>
          </a:p>
        </p:txBody>
      </p:sp>
      <p:sp>
        <p:nvSpPr>
          <p:cNvPr id="1695" name="Google Shape;1695;p89"/>
          <p:cNvSpPr txBox="1"/>
          <p:nvPr>
            <p:ph idx="1" type="body"/>
          </p:nvPr>
        </p:nvSpPr>
        <p:spPr>
          <a:xfrm>
            <a:off x="324000" y="1597500"/>
            <a:ext cx="8496000" cy="476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E.g. find the value of </a:t>
            </a:r>
            <a:r>
              <a:rPr i="1" lang="en-GB">
                <a:latin typeface="Times New Roman"/>
                <a:ea typeface="Times New Roman"/>
                <a:cs typeface="Times New Roman"/>
                <a:sym typeface="Times New Roman"/>
              </a:rPr>
              <a:t>x</a:t>
            </a:r>
            <a:r>
              <a:rPr lang="en-GB" sz="2000"/>
              <a:t> and </a:t>
            </a:r>
            <a:r>
              <a:rPr i="1" lang="en-GB">
                <a:latin typeface="Times New Roman"/>
                <a:ea typeface="Times New Roman"/>
                <a:cs typeface="Times New Roman"/>
                <a:sym typeface="Times New Roman"/>
              </a:rPr>
              <a:t>y</a:t>
            </a:r>
            <a:r>
              <a:rPr lang="en-GB" sz="2000"/>
              <a:t>.</a:t>
            </a:r>
            <a:endParaRPr sz="2000"/>
          </a:p>
        </p:txBody>
      </p:sp>
      <p:sp>
        <p:nvSpPr>
          <p:cNvPr id="1696" name="Google Shape;1696;p89"/>
          <p:cNvSpPr txBox="1"/>
          <p:nvPr/>
        </p:nvSpPr>
        <p:spPr>
          <a:xfrm>
            <a:off x="2761441" y="3041988"/>
            <a:ext cx="581400" cy="326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solidFill>
                  <a:schemeClr val="accent5"/>
                </a:solidFill>
                <a:latin typeface="Lexend"/>
                <a:ea typeface="Lexend"/>
                <a:cs typeface="Lexend"/>
                <a:sym typeface="Lexend"/>
              </a:rPr>
              <a:t>× 20</a:t>
            </a:r>
            <a:endParaRPr sz="1600">
              <a:solidFill>
                <a:schemeClr val="accent5"/>
              </a:solidFill>
              <a:latin typeface="Lexend"/>
              <a:ea typeface="Lexend"/>
              <a:cs typeface="Lexend"/>
              <a:sym typeface="Lexend"/>
            </a:endParaRPr>
          </a:p>
        </p:txBody>
      </p:sp>
      <p:sp>
        <p:nvSpPr>
          <p:cNvPr id="1697" name="Google Shape;1697;p89"/>
          <p:cNvSpPr txBox="1"/>
          <p:nvPr/>
        </p:nvSpPr>
        <p:spPr>
          <a:xfrm>
            <a:off x="1449396" y="4213200"/>
            <a:ext cx="496800" cy="283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0.87</a:t>
            </a:r>
            <a:endParaRPr sz="1600">
              <a:solidFill>
                <a:srgbClr val="000000"/>
              </a:solidFill>
              <a:latin typeface="Lexend"/>
              <a:ea typeface="Lexend"/>
              <a:cs typeface="Lexend"/>
              <a:sym typeface="Lexend"/>
            </a:endParaRPr>
          </a:p>
        </p:txBody>
      </p:sp>
      <p:cxnSp>
        <p:nvCxnSpPr>
          <p:cNvPr id="1698" name="Google Shape;1698;p89"/>
          <p:cNvCxnSpPr/>
          <p:nvPr/>
        </p:nvCxnSpPr>
        <p:spPr>
          <a:xfrm rot="10800000">
            <a:off x="1083270" y="4213205"/>
            <a:ext cx="1145400" cy="0"/>
          </a:xfrm>
          <a:prstGeom prst="straightConnector1">
            <a:avLst/>
          </a:prstGeom>
          <a:noFill/>
          <a:ln cap="flat" cmpd="sng" w="28575">
            <a:solidFill>
              <a:srgbClr val="000000"/>
            </a:solidFill>
            <a:prstDash val="solid"/>
            <a:round/>
            <a:headEnd len="med" w="med" type="triangle"/>
            <a:tailEnd len="med" w="med" type="triangle"/>
          </a:ln>
        </p:spPr>
      </p:cxnSp>
      <p:cxnSp>
        <p:nvCxnSpPr>
          <p:cNvPr id="1699" name="Google Shape;1699;p89"/>
          <p:cNvCxnSpPr/>
          <p:nvPr/>
        </p:nvCxnSpPr>
        <p:spPr>
          <a:xfrm rot="10800000">
            <a:off x="4070281" y="4214398"/>
            <a:ext cx="1778700" cy="0"/>
          </a:xfrm>
          <a:prstGeom prst="straightConnector1">
            <a:avLst/>
          </a:prstGeom>
          <a:noFill/>
          <a:ln cap="flat" cmpd="sng" w="28575">
            <a:solidFill>
              <a:srgbClr val="000000"/>
            </a:solidFill>
            <a:prstDash val="solid"/>
            <a:round/>
            <a:headEnd len="med" w="med" type="triangle"/>
            <a:tailEnd len="med" w="med" type="triangle"/>
          </a:ln>
        </p:spPr>
      </p:cxnSp>
      <p:sp>
        <p:nvSpPr>
          <p:cNvPr id="1700" name="Google Shape;1700;p89"/>
          <p:cNvSpPr txBox="1"/>
          <p:nvPr/>
        </p:nvSpPr>
        <p:spPr>
          <a:xfrm>
            <a:off x="4855916" y="4157308"/>
            <a:ext cx="570300" cy="4428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i="1" lang="en-GB" sz="1800">
                <a:latin typeface="Times New Roman"/>
                <a:ea typeface="Times New Roman"/>
                <a:cs typeface="Times New Roman"/>
                <a:sym typeface="Times New Roman"/>
              </a:rPr>
              <a:t>x</a:t>
            </a:r>
            <a:r>
              <a:rPr lang="en-GB" sz="1600">
                <a:solidFill>
                  <a:srgbClr val="000000"/>
                </a:solidFill>
                <a:latin typeface="Lexend"/>
                <a:ea typeface="Lexend"/>
                <a:cs typeface="Lexend"/>
                <a:sym typeface="Lexend"/>
              </a:rPr>
              <a:t> m </a:t>
            </a:r>
            <a:endParaRPr sz="1600">
              <a:solidFill>
                <a:srgbClr val="000000"/>
              </a:solidFill>
              <a:latin typeface="Lexend"/>
              <a:ea typeface="Lexend"/>
              <a:cs typeface="Lexend"/>
              <a:sym typeface="Lexend"/>
            </a:endParaRPr>
          </a:p>
        </p:txBody>
      </p:sp>
      <p:sp>
        <p:nvSpPr>
          <p:cNvPr id="1701" name="Google Shape;1701;p89"/>
          <p:cNvSpPr txBox="1"/>
          <p:nvPr>
            <p:ph idx="1" type="body"/>
          </p:nvPr>
        </p:nvSpPr>
        <p:spPr>
          <a:xfrm>
            <a:off x="324000" y="2130900"/>
            <a:ext cx="1606200" cy="361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Method 1:</a:t>
            </a:r>
            <a:endParaRPr sz="1800"/>
          </a:p>
        </p:txBody>
      </p:sp>
      <p:cxnSp>
        <p:nvCxnSpPr>
          <p:cNvPr id="1702" name="Google Shape;1702;p89"/>
          <p:cNvCxnSpPr>
            <a:stCxn id="1687" idx="3"/>
          </p:cNvCxnSpPr>
          <p:nvPr/>
        </p:nvCxnSpPr>
        <p:spPr>
          <a:xfrm flipH="1" rot="10800000">
            <a:off x="1570800" y="3136550"/>
            <a:ext cx="2707200" cy="396300"/>
          </a:xfrm>
          <a:prstGeom prst="straightConnector1">
            <a:avLst/>
          </a:prstGeom>
          <a:noFill/>
          <a:ln cap="flat" cmpd="sng" w="38100">
            <a:solidFill>
              <a:schemeClr val="accent5"/>
            </a:solidFill>
            <a:prstDash val="solid"/>
            <a:round/>
            <a:headEnd len="med" w="med" type="none"/>
            <a:tailEnd len="med" w="med" type="triangle"/>
          </a:ln>
        </p:spPr>
      </p:cxnSp>
      <p:cxnSp>
        <p:nvCxnSpPr>
          <p:cNvPr id="1703" name="Google Shape;1703;p89"/>
          <p:cNvCxnSpPr/>
          <p:nvPr/>
        </p:nvCxnSpPr>
        <p:spPr>
          <a:xfrm flipH="1" rot="10800000">
            <a:off x="2773775" y="3501250"/>
            <a:ext cx="3137100" cy="234300"/>
          </a:xfrm>
          <a:prstGeom prst="straightConnector1">
            <a:avLst/>
          </a:prstGeom>
          <a:noFill/>
          <a:ln cap="flat" cmpd="sng" w="38100">
            <a:solidFill>
              <a:schemeClr val="accent5"/>
            </a:solidFill>
            <a:prstDash val="solid"/>
            <a:round/>
            <a:headEnd len="med" w="med" type="none"/>
            <a:tailEnd len="med" w="med" type="triangle"/>
          </a:ln>
        </p:spPr>
      </p:cxnSp>
      <p:sp>
        <p:nvSpPr>
          <p:cNvPr id="1704" name="Google Shape;1704;p89"/>
          <p:cNvSpPr txBox="1"/>
          <p:nvPr/>
        </p:nvSpPr>
        <p:spPr>
          <a:xfrm>
            <a:off x="2908398" y="3466531"/>
            <a:ext cx="581400" cy="326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solidFill>
                  <a:schemeClr val="accent5"/>
                </a:solidFill>
                <a:latin typeface="Lexend"/>
                <a:ea typeface="Lexend"/>
                <a:cs typeface="Lexend"/>
                <a:sym typeface="Lexend"/>
              </a:rPr>
              <a:t>× 20</a:t>
            </a:r>
            <a:endParaRPr sz="1600">
              <a:solidFill>
                <a:schemeClr val="accent5"/>
              </a:solidFill>
              <a:latin typeface="Lexend"/>
              <a:ea typeface="Lexend"/>
              <a:cs typeface="Lexend"/>
              <a:sym typeface="Lexend"/>
            </a:endParaRPr>
          </a:p>
        </p:txBody>
      </p:sp>
      <p:cxnSp>
        <p:nvCxnSpPr>
          <p:cNvPr id="1705" name="Google Shape;1705;p89"/>
          <p:cNvCxnSpPr/>
          <p:nvPr/>
        </p:nvCxnSpPr>
        <p:spPr>
          <a:xfrm>
            <a:off x="1935716" y="4345108"/>
            <a:ext cx="2815800" cy="0"/>
          </a:xfrm>
          <a:prstGeom prst="straightConnector1">
            <a:avLst/>
          </a:prstGeom>
          <a:noFill/>
          <a:ln cap="flat" cmpd="sng" w="38100">
            <a:solidFill>
              <a:schemeClr val="accent5"/>
            </a:solidFill>
            <a:prstDash val="solid"/>
            <a:round/>
            <a:headEnd len="med" w="med" type="none"/>
            <a:tailEnd len="med" w="med" type="triangle"/>
          </a:ln>
        </p:spPr>
      </p:cxnSp>
      <p:sp>
        <p:nvSpPr>
          <p:cNvPr id="1706" name="Google Shape;1706;p89"/>
          <p:cNvSpPr txBox="1"/>
          <p:nvPr/>
        </p:nvSpPr>
        <p:spPr>
          <a:xfrm>
            <a:off x="2864855" y="4114231"/>
            <a:ext cx="581400" cy="326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solidFill>
                  <a:schemeClr val="accent5"/>
                </a:solidFill>
                <a:latin typeface="Lexend"/>
                <a:ea typeface="Lexend"/>
                <a:cs typeface="Lexend"/>
                <a:sym typeface="Lexend"/>
              </a:rPr>
              <a:t>× 20</a:t>
            </a:r>
            <a:endParaRPr sz="1600">
              <a:solidFill>
                <a:schemeClr val="accent5"/>
              </a:solidFill>
              <a:latin typeface="Lexend"/>
              <a:ea typeface="Lexend"/>
              <a:cs typeface="Lexend"/>
              <a:sym typeface="Lexend"/>
            </a:endParaRPr>
          </a:p>
        </p:txBody>
      </p:sp>
      <p:sp>
        <p:nvSpPr>
          <p:cNvPr id="1707" name="Google Shape;1707;p89"/>
          <p:cNvSpPr txBox="1"/>
          <p:nvPr>
            <p:ph idx="1" type="body"/>
          </p:nvPr>
        </p:nvSpPr>
        <p:spPr>
          <a:xfrm>
            <a:off x="6801000" y="2664300"/>
            <a:ext cx="1673700" cy="676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a:latin typeface="Times New Roman"/>
                <a:ea typeface="Times New Roman"/>
                <a:cs typeface="Times New Roman"/>
                <a:sym typeface="Times New Roman"/>
              </a:rPr>
              <a:t>x</a:t>
            </a:r>
            <a:r>
              <a:rPr lang="en-GB">
                <a:latin typeface="Times New Roman"/>
                <a:ea typeface="Times New Roman"/>
                <a:cs typeface="Times New Roman"/>
                <a:sym typeface="Times New Roman"/>
              </a:rPr>
              <a:t> = 0.87 × 20 </a:t>
            </a:r>
            <a:br>
              <a:rPr lang="en-GB">
                <a:latin typeface="Times New Roman"/>
                <a:ea typeface="Times New Roman"/>
                <a:cs typeface="Times New Roman"/>
                <a:sym typeface="Times New Roman"/>
              </a:rPr>
            </a:br>
            <a:r>
              <a:rPr lang="en-GB">
                <a:latin typeface="Times New Roman"/>
                <a:ea typeface="Times New Roman"/>
                <a:cs typeface="Times New Roman"/>
                <a:sym typeface="Times New Roman"/>
              </a:rPr>
              <a:t>  = 17.4</a:t>
            </a:r>
            <a:endParaRPr>
              <a:latin typeface="Times New Roman"/>
              <a:ea typeface="Times New Roman"/>
              <a:cs typeface="Times New Roman"/>
              <a:sym typeface="Times New Roman"/>
            </a:endParaRPr>
          </a:p>
        </p:txBody>
      </p:sp>
      <p:sp>
        <p:nvSpPr>
          <p:cNvPr id="1708" name="Google Shape;1708;p89"/>
          <p:cNvSpPr txBox="1"/>
          <p:nvPr>
            <p:ph idx="1" type="body"/>
          </p:nvPr>
        </p:nvSpPr>
        <p:spPr>
          <a:xfrm>
            <a:off x="6801000" y="3654900"/>
            <a:ext cx="1673700" cy="676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a:latin typeface="Times New Roman"/>
                <a:ea typeface="Times New Roman"/>
                <a:cs typeface="Times New Roman"/>
                <a:sym typeface="Times New Roman"/>
              </a:rPr>
              <a:t>y</a:t>
            </a:r>
            <a:r>
              <a:rPr lang="en-GB">
                <a:latin typeface="Times New Roman"/>
                <a:ea typeface="Times New Roman"/>
                <a:cs typeface="Times New Roman"/>
                <a:sym typeface="Times New Roman"/>
              </a:rPr>
              <a:t> = 0.5 × 20 </a:t>
            </a:r>
            <a:br>
              <a:rPr lang="en-GB">
                <a:latin typeface="Times New Roman"/>
                <a:ea typeface="Times New Roman"/>
                <a:cs typeface="Times New Roman"/>
                <a:sym typeface="Times New Roman"/>
              </a:rPr>
            </a:br>
            <a:r>
              <a:rPr lang="en-GB">
                <a:latin typeface="Times New Roman"/>
                <a:ea typeface="Times New Roman"/>
                <a:cs typeface="Times New Roman"/>
                <a:sym typeface="Times New Roman"/>
              </a:rPr>
              <a:t>  = 10</a:t>
            </a:r>
            <a:endParaRPr>
              <a:latin typeface="Times New Roman"/>
              <a:ea typeface="Times New Roman"/>
              <a:cs typeface="Times New Roman"/>
              <a:sym typeface="Times New Roman"/>
            </a:endParaRPr>
          </a:p>
        </p:txBody>
      </p:sp>
      <p:sp>
        <p:nvSpPr>
          <p:cNvPr id="1709" name="Google Shape;1709;p89"/>
          <p:cNvSpPr txBox="1"/>
          <p:nvPr>
            <p:ph idx="1" type="body"/>
          </p:nvPr>
        </p:nvSpPr>
        <p:spPr>
          <a:xfrm>
            <a:off x="4553169" y="3837521"/>
            <a:ext cx="474900" cy="370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30°</a:t>
            </a:r>
            <a:endParaRPr sz="16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9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9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9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0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9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0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0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9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0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0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0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0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0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0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3" name="Shape 1713"/>
        <p:cNvGrpSpPr/>
        <p:nvPr/>
      </p:nvGrpSpPr>
      <p:grpSpPr>
        <a:xfrm>
          <a:off x="0" y="0"/>
          <a:ext cx="0" cy="0"/>
          <a:chOff x="0" y="0"/>
          <a:chExt cx="0" cy="0"/>
        </a:xfrm>
      </p:grpSpPr>
      <p:sp>
        <p:nvSpPr>
          <p:cNvPr id="1714" name="Google Shape;1714;p90"/>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Scale factors and multipliers within triangles can be easier to find when there is an edge with a length of </a:t>
            </a:r>
            <a:r>
              <a:rPr lang="en-GB" sz="2000">
                <a:solidFill>
                  <a:schemeClr val="accent5"/>
                </a:solidFill>
              </a:rPr>
              <a:t>1 unit</a:t>
            </a:r>
            <a:r>
              <a:rPr lang="en-GB" sz="2000"/>
              <a:t>.</a:t>
            </a:r>
            <a:endParaRPr sz="2000"/>
          </a:p>
        </p:txBody>
      </p:sp>
      <p:sp>
        <p:nvSpPr>
          <p:cNvPr id="1715" name="Google Shape;1715;p9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Finding missing lengths with similar triangles</a:t>
            </a:r>
            <a:endParaRPr/>
          </a:p>
        </p:txBody>
      </p:sp>
      <p:sp>
        <p:nvSpPr>
          <p:cNvPr id="1716" name="Google Shape;1716;p90"/>
          <p:cNvSpPr/>
          <p:nvPr/>
        </p:nvSpPr>
        <p:spPr>
          <a:xfrm flipH="1" rot="10800000">
            <a:off x="1085633" y="3249425"/>
            <a:ext cx="1143045" cy="858298"/>
          </a:xfrm>
          <a:custGeom>
            <a:rect b="b" l="l" r="r" t="t"/>
            <a:pathLst>
              <a:path extrusionOk="0" h="38100" w="50740">
                <a:moveTo>
                  <a:pt x="0" y="0"/>
                </a:moveTo>
                <a:lnTo>
                  <a:pt x="50740" y="0"/>
                </a:lnTo>
                <a:lnTo>
                  <a:pt x="50740" y="38100"/>
                </a:lnTo>
                <a:close/>
              </a:path>
            </a:pathLst>
          </a:custGeom>
          <a:noFill/>
          <a:ln cap="flat" cmpd="sng" w="38100">
            <a:solidFill>
              <a:srgbClr val="000000"/>
            </a:solidFill>
            <a:prstDash val="solid"/>
            <a:round/>
            <a:headEnd len="med" w="med" type="none"/>
            <a:tailEnd len="med" w="med" type="none"/>
          </a:ln>
        </p:spPr>
      </p:sp>
      <p:sp>
        <p:nvSpPr>
          <p:cNvPr id="1717" name="Google Shape;1717;p90"/>
          <p:cNvSpPr/>
          <p:nvPr/>
        </p:nvSpPr>
        <p:spPr>
          <a:xfrm>
            <a:off x="2085365" y="3968695"/>
            <a:ext cx="138900" cy="1389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18" name="Google Shape;1718;p90"/>
          <p:cNvSpPr/>
          <p:nvPr/>
        </p:nvSpPr>
        <p:spPr>
          <a:xfrm>
            <a:off x="886725" y="3851045"/>
            <a:ext cx="489300" cy="489300"/>
          </a:xfrm>
          <a:prstGeom prst="arc">
            <a:avLst>
              <a:gd fmla="val 19277215" name="adj1"/>
              <a:gd fmla="val 272184"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19" name="Google Shape;1719;p90"/>
          <p:cNvSpPr txBox="1"/>
          <p:nvPr>
            <p:ph idx="1" type="body"/>
          </p:nvPr>
        </p:nvSpPr>
        <p:spPr>
          <a:xfrm>
            <a:off x="1420996" y="3873218"/>
            <a:ext cx="416100" cy="236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30°</a:t>
            </a:r>
            <a:endParaRPr sz="1600"/>
          </a:p>
        </p:txBody>
      </p:sp>
      <p:grpSp>
        <p:nvGrpSpPr>
          <p:cNvPr id="1720" name="Google Shape;1720;p90"/>
          <p:cNvGrpSpPr/>
          <p:nvPr/>
        </p:nvGrpSpPr>
        <p:grpSpPr>
          <a:xfrm flipH="1" rot="10800000">
            <a:off x="1027665" y="3176013"/>
            <a:ext cx="1313605" cy="923342"/>
            <a:chOff x="4962363" y="3703451"/>
            <a:chExt cx="1213604" cy="853051"/>
          </a:xfrm>
        </p:grpSpPr>
        <p:cxnSp>
          <p:nvCxnSpPr>
            <p:cNvPr id="1721" name="Google Shape;1721;p90"/>
            <p:cNvCxnSpPr/>
            <p:nvPr/>
          </p:nvCxnSpPr>
          <p:spPr>
            <a:xfrm>
              <a:off x="6175967" y="3703451"/>
              <a:ext cx="0" cy="786000"/>
            </a:xfrm>
            <a:prstGeom prst="straightConnector1">
              <a:avLst/>
            </a:prstGeom>
            <a:noFill/>
            <a:ln cap="flat" cmpd="sng" w="28575">
              <a:solidFill>
                <a:srgbClr val="000000"/>
              </a:solidFill>
              <a:prstDash val="solid"/>
              <a:round/>
              <a:headEnd len="med" w="med" type="triangle"/>
              <a:tailEnd len="med" w="med" type="triangle"/>
            </a:ln>
          </p:spPr>
        </p:cxnSp>
        <p:cxnSp>
          <p:nvCxnSpPr>
            <p:cNvPr id="1722" name="Google Shape;1722;p90"/>
            <p:cNvCxnSpPr/>
            <p:nvPr/>
          </p:nvCxnSpPr>
          <p:spPr>
            <a:xfrm>
              <a:off x="4962363" y="3775302"/>
              <a:ext cx="1044300" cy="781200"/>
            </a:xfrm>
            <a:prstGeom prst="straightConnector1">
              <a:avLst/>
            </a:prstGeom>
            <a:noFill/>
            <a:ln cap="flat" cmpd="sng" w="28575">
              <a:solidFill>
                <a:srgbClr val="000000"/>
              </a:solidFill>
              <a:prstDash val="solid"/>
              <a:round/>
              <a:headEnd len="med" w="med" type="triangle"/>
              <a:tailEnd len="med" w="med" type="triangle"/>
            </a:ln>
          </p:spPr>
        </p:cxnSp>
      </p:grpSp>
      <p:sp>
        <p:nvSpPr>
          <p:cNvPr id="1723" name="Google Shape;1723;p90"/>
          <p:cNvSpPr txBox="1"/>
          <p:nvPr/>
        </p:nvSpPr>
        <p:spPr>
          <a:xfrm>
            <a:off x="2456325" y="3603600"/>
            <a:ext cx="374700" cy="283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0.5</a:t>
            </a:r>
            <a:endParaRPr sz="1600">
              <a:solidFill>
                <a:srgbClr val="000000"/>
              </a:solidFill>
              <a:latin typeface="Lexend"/>
              <a:ea typeface="Lexend"/>
              <a:cs typeface="Lexend"/>
              <a:sym typeface="Lexend"/>
            </a:endParaRPr>
          </a:p>
        </p:txBody>
      </p:sp>
      <p:sp>
        <p:nvSpPr>
          <p:cNvPr id="1724" name="Google Shape;1724;p90"/>
          <p:cNvSpPr txBox="1"/>
          <p:nvPr/>
        </p:nvSpPr>
        <p:spPr>
          <a:xfrm>
            <a:off x="1381500" y="3396500"/>
            <a:ext cx="189300" cy="272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1</a:t>
            </a:r>
            <a:r>
              <a:rPr lang="en-GB" sz="1600">
                <a:solidFill>
                  <a:srgbClr val="000000"/>
                </a:solidFill>
                <a:latin typeface="Lexend"/>
                <a:ea typeface="Lexend"/>
                <a:cs typeface="Lexend"/>
                <a:sym typeface="Lexend"/>
              </a:rPr>
              <a:t> </a:t>
            </a:r>
            <a:endParaRPr sz="1600">
              <a:solidFill>
                <a:srgbClr val="000000"/>
              </a:solidFill>
              <a:latin typeface="Lexend"/>
              <a:ea typeface="Lexend"/>
              <a:cs typeface="Lexend"/>
              <a:sym typeface="Lexend"/>
            </a:endParaRPr>
          </a:p>
        </p:txBody>
      </p:sp>
      <p:sp>
        <p:nvSpPr>
          <p:cNvPr id="1725" name="Google Shape;1725;p90"/>
          <p:cNvSpPr/>
          <p:nvPr/>
        </p:nvSpPr>
        <p:spPr>
          <a:xfrm flipH="1" rot="10800000">
            <a:off x="4055832" y="2764454"/>
            <a:ext cx="1787697" cy="1342358"/>
          </a:xfrm>
          <a:custGeom>
            <a:rect b="b" l="l" r="r" t="t"/>
            <a:pathLst>
              <a:path extrusionOk="0" h="38100" w="50740">
                <a:moveTo>
                  <a:pt x="0" y="0"/>
                </a:moveTo>
                <a:lnTo>
                  <a:pt x="50740" y="0"/>
                </a:lnTo>
                <a:lnTo>
                  <a:pt x="50740" y="38100"/>
                </a:lnTo>
                <a:close/>
              </a:path>
            </a:pathLst>
          </a:custGeom>
          <a:noFill/>
          <a:ln cap="flat" cmpd="sng" w="38100">
            <a:solidFill>
              <a:srgbClr val="000000"/>
            </a:solidFill>
            <a:prstDash val="solid"/>
            <a:round/>
            <a:headEnd len="med" w="med" type="none"/>
            <a:tailEnd len="med" w="med" type="none"/>
          </a:ln>
        </p:spPr>
      </p:sp>
      <p:sp>
        <p:nvSpPr>
          <p:cNvPr id="1726" name="Google Shape;1726;p90"/>
          <p:cNvSpPr/>
          <p:nvPr/>
        </p:nvSpPr>
        <p:spPr>
          <a:xfrm>
            <a:off x="5619475" y="3889362"/>
            <a:ext cx="217200" cy="2172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27" name="Google Shape;1727;p90"/>
          <p:cNvSpPr/>
          <p:nvPr/>
        </p:nvSpPr>
        <p:spPr>
          <a:xfrm>
            <a:off x="3744728" y="3705349"/>
            <a:ext cx="765300" cy="765300"/>
          </a:xfrm>
          <a:prstGeom prst="arc">
            <a:avLst>
              <a:gd fmla="val 19277215" name="adj1"/>
              <a:gd fmla="val 272184"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1728" name="Google Shape;1728;p90"/>
          <p:cNvGrpSpPr/>
          <p:nvPr/>
        </p:nvGrpSpPr>
        <p:grpSpPr>
          <a:xfrm flipH="1" rot="10800000">
            <a:off x="3964964" y="2649803"/>
            <a:ext cx="2054511" cy="1444130"/>
            <a:chOff x="4962363" y="3703451"/>
            <a:chExt cx="1213604" cy="853051"/>
          </a:xfrm>
        </p:grpSpPr>
        <p:cxnSp>
          <p:nvCxnSpPr>
            <p:cNvPr id="1729" name="Google Shape;1729;p90"/>
            <p:cNvCxnSpPr/>
            <p:nvPr/>
          </p:nvCxnSpPr>
          <p:spPr>
            <a:xfrm>
              <a:off x="6175967" y="3703451"/>
              <a:ext cx="0" cy="786000"/>
            </a:xfrm>
            <a:prstGeom prst="straightConnector1">
              <a:avLst/>
            </a:prstGeom>
            <a:noFill/>
            <a:ln cap="flat" cmpd="sng" w="28575">
              <a:solidFill>
                <a:srgbClr val="000000"/>
              </a:solidFill>
              <a:prstDash val="solid"/>
              <a:round/>
              <a:headEnd len="med" w="med" type="triangle"/>
              <a:tailEnd len="med" w="med" type="triangle"/>
            </a:ln>
          </p:spPr>
        </p:cxnSp>
        <p:cxnSp>
          <p:nvCxnSpPr>
            <p:cNvPr id="1730" name="Google Shape;1730;p90"/>
            <p:cNvCxnSpPr/>
            <p:nvPr/>
          </p:nvCxnSpPr>
          <p:spPr>
            <a:xfrm>
              <a:off x="4962363" y="3775302"/>
              <a:ext cx="1044300" cy="781200"/>
            </a:xfrm>
            <a:prstGeom prst="straightConnector1">
              <a:avLst/>
            </a:prstGeom>
            <a:noFill/>
            <a:ln cap="flat" cmpd="sng" w="28575">
              <a:solidFill>
                <a:srgbClr val="000000"/>
              </a:solidFill>
              <a:prstDash val="solid"/>
              <a:round/>
              <a:headEnd len="med" w="med" type="triangle"/>
              <a:tailEnd len="med" w="med" type="triangle"/>
            </a:ln>
          </p:spPr>
        </p:cxnSp>
      </p:grpSp>
      <p:sp>
        <p:nvSpPr>
          <p:cNvPr id="1731" name="Google Shape;1731;p90"/>
          <p:cNvSpPr txBox="1"/>
          <p:nvPr/>
        </p:nvSpPr>
        <p:spPr>
          <a:xfrm>
            <a:off x="6080500" y="3318300"/>
            <a:ext cx="474900" cy="326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i="1" lang="en-GB" sz="1800">
                <a:latin typeface="Times New Roman"/>
                <a:ea typeface="Times New Roman"/>
                <a:cs typeface="Times New Roman"/>
                <a:sym typeface="Times New Roman"/>
              </a:rPr>
              <a:t>y</a:t>
            </a:r>
            <a:r>
              <a:rPr lang="en-GB" sz="1600">
                <a:solidFill>
                  <a:srgbClr val="000000"/>
                </a:solidFill>
                <a:latin typeface="Lexend"/>
                <a:ea typeface="Lexend"/>
                <a:cs typeface="Lexend"/>
                <a:sym typeface="Lexend"/>
              </a:rPr>
              <a:t> m </a:t>
            </a:r>
            <a:endParaRPr sz="1600">
              <a:solidFill>
                <a:srgbClr val="000000"/>
              </a:solidFill>
              <a:latin typeface="Lexend"/>
              <a:ea typeface="Lexend"/>
              <a:cs typeface="Lexend"/>
              <a:sym typeface="Lexend"/>
            </a:endParaRPr>
          </a:p>
        </p:txBody>
      </p:sp>
      <p:sp>
        <p:nvSpPr>
          <p:cNvPr id="1732" name="Google Shape;1732;p90"/>
          <p:cNvSpPr txBox="1"/>
          <p:nvPr/>
        </p:nvSpPr>
        <p:spPr>
          <a:xfrm>
            <a:off x="4339232" y="3014783"/>
            <a:ext cx="744900" cy="476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20</a:t>
            </a:r>
            <a:r>
              <a:rPr lang="en-GB" sz="1600">
                <a:solidFill>
                  <a:srgbClr val="000000"/>
                </a:solidFill>
                <a:latin typeface="Lexend"/>
                <a:ea typeface="Lexend"/>
                <a:cs typeface="Lexend"/>
                <a:sym typeface="Lexend"/>
              </a:rPr>
              <a:t> m </a:t>
            </a:r>
            <a:endParaRPr sz="1600">
              <a:solidFill>
                <a:srgbClr val="000000"/>
              </a:solidFill>
              <a:latin typeface="Lexend"/>
              <a:ea typeface="Lexend"/>
              <a:cs typeface="Lexend"/>
              <a:sym typeface="Lexend"/>
            </a:endParaRPr>
          </a:p>
        </p:txBody>
      </p:sp>
      <p:sp>
        <p:nvSpPr>
          <p:cNvPr id="1733" name="Google Shape;1733;p90"/>
          <p:cNvSpPr txBox="1"/>
          <p:nvPr>
            <p:ph idx="1" type="body"/>
          </p:nvPr>
        </p:nvSpPr>
        <p:spPr>
          <a:xfrm>
            <a:off x="324000" y="1597500"/>
            <a:ext cx="8496000" cy="733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E.g. find the value of </a:t>
            </a:r>
            <a:r>
              <a:rPr i="1" lang="en-GB">
                <a:latin typeface="Times New Roman"/>
                <a:ea typeface="Times New Roman"/>
                <a:cs typeface="Times New Roman"/>
                <a:sym typeface="Times New Roman"/>
              </a:rPr>
              <a:t>x</a:t>
            </a:r>
            <a:r>
              <a:rPr lang="en-GB" sz="2000"/>
              <a:t> and </a:t>
            </a:r>
            <a:r>
              <a:rPr i="1" lang="en-GB">
                <a:latin typeface="Times New Roman"/>
                <a:ea typeface="Times New Roman"/>
                <a:cs typeface="Times New Roman"/>
                <a:sym typeface="Times New Roman"/>
              </a:rPr>
              <a:t>y</a:t>
            </a:r>
            <a:r>
              <a:rPr lang="en-GB" sz="2000"/>
              <a:t>.</a:t>
            </a:r>
            <a:endParaRPr sz="2000"/>
          </a:p>
        </p:txBody>
      </p:sp>
      <p:cxnSp>
        <p:nvCxnSpPr>
          <p:cNvPr id="1734" name="Google Shape;1734;p90"/>
          <p:cNvCxnSpPr>
            <a:stCxn id="1723" idx="0"/>
            <a:endCxn id="1724" idx="0"/>
          </p:cNvCxnSpPr>
          <p:nvPr/>
        </p:nvCxnSpPr>
        <p:spPr>
          <a:xfrm flipH="1" rot="5400000">
            <a:off x="1956375" y="2916300"/>
            <a:ext cx="207000" cy="1167600"/>
          </a:xfrm>
          <a:prstGeom prst="curvedConnector3">
            <a:avLst>
              <a:gd fmla="val 215085" name="adj1"/>
            </a:avLst>
          </a:prstGeom>
          <a:noFill/>
          <a:ln cap="flat" cmpd="sng" w="38100">
            <a:solidFill>
              <a:schemeClr val="accent5"/>
            </a:solidFill>
            <a:prstDash val="solid"/>
            <a:round/>
            <a:headEnd len="med" w="med" type="triangle"/>
            <a:tailEnd len="med" w="med" type="none"/>
          </a:ln>
        </p:spPr>
      </p:cxnSp>
      <p:sp>
        <p:nvSpPr>
          <p:cNvPr id="1735" name="Google Shape;1735;p90"/>
          <p:cNvSpPr txBox="1"/>
          <p:nvPr/>
        </p:nvSpPr>
        <p:spPr>
          <a:xfrm>
            <a:off x="1989516" y="2918424"/>
            <a:ext cx="581400" cy="326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solidFill>
                  <a:schemeClr val="accent5"/>
                </a:solidFill>
                <a:latin typeface="Lexend"/>
                <a:ea typeface="Lexend"/>
                <a:cs typeface="Lexend"/>
                <a:sym typeface="Lexend"/>
              </a:rPr>
              <a:t>× 0.5</a:t>
            </a:r>
            <a:endParaRPr sz="1600">
              <a:solidFill>
                <a:schemeClr val="accent5"/>
              </a:solidFill>
              <a:latin typeface="Lexend"/>
              <a:ea typeface="Lexend"/>
              <a:cs typeface="Lexend"/>
              <a:sym typeface="Lexend"/>
            </a:endParaRPr>
          </a:p>
        </p:txBody>
      </p:sp>
      <p:cxnSp>
        <p:nvCxnSpPr>
          <p:cNvPr id="1736" name="Google Shape;1736;p90"/>
          <p:cNvCxnSpPr>
            <a:stCxn id="1731" idx="0"/>
            <a:endCxn id="1732" idx="0"/>
          </p:cNvCxnSpPr>
          <p:nvPr/>
        </p:nvCxnSpPr>
        <p:spPr>
          <a:xfrm flipH="1" rot="5400000">
            <a:off x="5363050" y="2363400"/>
            <a:ext cx="303600" cy="1606200"/>
          </a:xfrm>
          <a:prstGeom prst="curvedConnector3">
            <a:avLst>
              <a:gd fmla="val 178406" name="adj1"/>
            </a:avLst>
          </a:prstGeom>
          <a:noFill/>
          <a:ln cap="flat" cmpd="sng" w="38100">
            <a:solidFill>
              <a:schemeClr val="accent5"/>
            </a:solidFill>
            <a:prstDash val="solid"/>
            <a:round/>
            <a:headEnd len="med" w="med" type="triangle"/>
            <a:tailEnd len="med" w="med" type="none"/>
          </a:ln>
        </p:spPr>
      </p:cxnSp>
      <p:sp>
        <p:nvSpPr>
          <p:cNvPr id="1737" name="Google Shape;1737;p90"/>
          <p:cNvSpPr txBox="1"/>
          <p:nvPr/>
        </p:nvSpPr>
        <p:spPr>
          <a:xfrm>
            <a:off x="5108628" y="2513786"/>
            <a:ext cx="769500" cy="431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solidFill>
                  <a:schemeClr val="accent5"/>
                </a:solidFill>
                <a:latin typeface="Lexend"/>
                <a:ea typeface="Lexend"/>
                <a:cs typeface="Lexend"/>
                <a:sym typeface="Lexend"/>
              </a:rPr>
              <a:t>× 0.5</a:t>
            </a:r>
            <a:endParaRPr sz="1600">
              <a:solidFill>
                <a:schemeClr val="accent5"/>
              </a:solidFill>
              <a:latin typeface="Lexend"/>
              <a:ea typeface="Lexend"/>
              <a:cs typeface="Lexend"/>
              <a:sym typeface="Lexend"/>
            </a:endParaRPr>
          </a:p>
        </p:txBody>
      </p:sp>
      <p:sp>
        <p:nvSpPr>
          <p:cNvPr id="1738" name="Google Shape;1738;p90"/>
          <p:cNvSpPr txBox="1"/>
          <p:nvPr/>
        </p:nvSpPr>
        <p:spPr>
          <a:xfrm>
            <a:off x="1449396" y="4213200"/>
            <a:ext cx="496800" cy="283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0.87</a:t>
            </a:r>
            <a:endParaRPr sz="1600">
              <a:solidFill>
                <a:srgbClr val="000000"/>
              </a:solidFill>
              <a:latin typeface="Lexend"/>
              <a:ea typeface="Lexend"/>
              <a:cs typeface="Lexend"/>
              <a:sym typeface="Lexend"/>
            </a:endParaRPr>
          </a:p>
        </p:txBody>
      </p:sp>
      <p:cxnSp>
        <p:nvCxnSpPr>
          <p:cNvPr id="1739" name="Google Shape;1739;p90"/>
          <p:cNvCxnSpPr/>
          <p:nvPr/>
        </p:nvCxnSpPr>
        <p:spPr>
          <a:xfrm rot="10800000">
            <a:off x="1083270" y="4213205"/>
            <a:ext cx="1145400" cy="0"/>
          </a:xfrm>
          <a:prstGeom prst="straightConnector1">
            <a:avLst/>
          </a:prstGeom>
          <a:noFill/>
          <a:ln cap="flat" cmpd="sng" w="28575">
            <a:solidFill>
              <a:srgbClr val="000000"/>
            </a:solidFill>
            <a:prstDash val="solid"/>
            <a:round/>
            <a:headEnd len="med" w="med" type="triangle"/>
            <a:tailEnd len="med" w="med" type="triangle"/>
          </a:ln>
        </p:spPr>
      </p:cxnSp>
      <p:cxnSp>
        <p:nvCxnSpPr>
          <p:cNvPr id="1740" name="Google Shape;1740;p90"/>
          <p:cNvCxnSpPr>
            <a:stCxn id="1738" idx="1"/>
            <a:endCxn id="1724" idx="1"/>
          </p:cNvCxnSpPr>
          <p:nvPr/>
        </p:nvCxnSpPr>
        <p:spPr>
          <a:xfrm rot="10800000">
            <a:off x="1381596" y="3532800"/>
            <a:ext cx="67800" cy="822000"/>
          </a:xfrm>
          <a:prstGeom prst="curvedConnector3">
            <a:avLst>
              <a:gd fmla="val 451359" name="adj1"/>
            </a:avLst>
          </a:prstGeom>
          <a:noFill/>
          <a:ln cap="flat" cmpd="sng" w="38100">
            <a:solidFill>
              <a:schemeClr val="accent5"/>
            </a:solidFill>
            <a:prstDash val="solid"/>
            <a:round/>
            <a:headEnd len="med" w="med" type="triangle"/>
            <a:tailEnd len="med" w="med" type="none"/>
          </a:ln>
        </p:spPr>
      </p:cxnSp>
      <p:sp>
        <p:nvSpPr>
          <p:cNvPr id="1741" name="Google Shape;1741;p90"/>
          <p:cNvSpPr txBox="1"/>
          <p:nvPr/>
        </p:nvSpPr>
        <p:spPr>
          <a:xfrm>
            <a:off x="541716" y="3680424"/>
            <a:ext cx="581400" cy="326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solidFill>
                  <a:schemeClr val="accent5"/>
                </a:solidFill>
                <a:latin typeface="Lexend"/>
                <a:ea typeface="Lexend"/>
                <a:cs typeface="Lexend"/>
                <a:sym typeface="Lexend"/>
              </a:rPr>
              <a:t>× 0.87</a:t>
            </a:r>
            <a:endParaRPr sz="1600">
              <a:solidFill>
                <a:schemeClr val="accent5"/>
              </a:solidFill>
              <a:latin typeface="Lexend"/>
              <a:ea typeface="Lexend"/>
              <a:cs typeface="Lexend"/>
              <a:sym typeface="Lexend"/>
            </a:endParaRPr>
          </a:p>
        </p:txBody>
      </p:sp>
      <p:cxnSp>
        <p:nvCxnSpPr>
          <p:cNvPr id="1742" name="Google Shape;1742;p90"/>
          <p:cNvCxnSpPr/>
          <p:nvPr/>
        </p:nvCxnSpPr>
        <p:spPr>
          <a:xfrm rot="10800000">
            <a:off x="4070281" y="4214398"/>
            <a:ext cx="1778700" cy="0"/>
          </a:xfrm>
          <a:prstGeom prst="straightConnector1">
            <a:avLst/>
          </a:prstGeom>
          <a:noFill/>
          <a:ln cap="flat" cmpd="sng" w="28575">
            <a:solidFill>
              <a:srgbClr val="000000"/>
            </a:solidFill>
            <a:prstDash val="solid"/>
            <a:round/>
            <a:headEnd len="med" w="med" type="triangle"/>
            <a:tailEnd len="med" w="med" type="triangle"/>
          </a:ln>
        </p:spPr>
      </p:cxnSp>
      <p:sp>
        <p:nvSpPr>
          <p:cNvPr id="1743" name="Google Shape;1743;p90"/>
          <p:cNvSpPr txBox="1"/>
          <p:nvPr/>
        </p:nvSpPr>
        <p:spPr>
          <a:xfrm>
            <a:off x="4855916" y="4157308"/>
            <a:ext cx="570300" cy="4428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i="1" lang="en-GB" sz="1800">
                <a:latin typeface="Times New Roman"/>
                <a:ea typeface="Times New Roman"/>
                <a:cs typeface="Times New Roman"/>
                <a:sym typeface="Times New Roman"/>
              </a:rPr>
              <a:t>x</a:t>
            </a:r>
            <a:r>
              <a:rPr lang="en-GB" sz="1600">
                <a:solidFill>
                  <a:srgbClr val="000000"/>
                </a:solidFill>
                <a:latin typeface="Lexend"/>
                <a:ea typeface="Lexend"/>
                <a:cs typeface="Lexend"/>
                <a:sym typeface="Lexend"/>
              </a:rPr>
              <a:t> m </a:t>
            </a:r>
            <a:endParaRPr sz="1600">
              <a:solidFill>
                <a:srgbClr val="000000"/>
              </a:solidFill>
              <a:latin typeface="Lexend"/>
              <a:ea typeface="Lexend"/>
              <a:cs typeface="Lexend"/>
              <a:sym typeface="Lexend"/>
            </a:endParaRPr>
          </a:p>
        </p:txBody>
      </p:sp>
      <p:cxnSp>
        <p:nvCxnSpPr>
          <p:cNvPr id="1744" name="Google Shape;1744;p90"/>
          <p:cNvCxnSpPr>
            <a:stCxn id="1743" idx="1"/>
            <a:endCxn id="1732" idx="1"/>
          </p:cNvCxnSpPr>
          <p:nvPr/>
        </p:nvCxnSpPr>
        <p:spPr>
          <a:xfrm rot="10800000">
            <a:off x="4339316" y="3253108"/>
            <a:ext cx="516600" cy="1125600"/>
          </a:xfrm>
          <a:prstGeom prst="curvedConnector3">
            <a:avLst>
              <a:gd fmla="val 146111" name="adj1"/>
            </a:avLst>
          </a:prstGeom>
          <a:noFill/>
          <a:ln cap="flat" cmpd="sng" w="38100">
            <a:solidFill>
              <a:schemeClr val="accent5"/>
            </a:solidFill>
            <a:prstDash val="solid"/>
            <a:round/>
            <a:headEnd len="med" w="med" type="triangle"/>
            <a:tailEnd len="med" w="med" type="none"/>
          </a:ln>
        </p:spPr>
      </p:cxnSp>
      <p:sp>
        <p:nvSpPr>
          <p:cNvPr id="1745" name="Google Shape;1745;p90"/>
          <p:cNvSpPr txBox="1"/>
          <p:nvPr/>
        </p:nvSpPr>
        <p:spPr>
          <a:xfrm>
            <a:off x="3469627" y="3515374"/>
            <a:ext cx="581400" cy="326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solidFill>
                  <a:schemeClr val="accent5"/>
                </a:solidFill>
                <a:latin typeface="Lexend"/>
                <a:ea typeface="Lexend"/>
                <a:cs typeface="Lexend"/>
                <a:sym typeface="Lexend"/>
              </a:rPr>
              <a:t>× 0.87</a:t>
            </a:r>
            <a:endParaRPr sz="1600">
              <a:solidFill>
                <a:schemeClr val="accent5"/>
              </a:solidFill>
              <a:latin typeface="Lexend"/>
              <a:ea typeface="Lexend"/>
              <a:cs typeface="Lexend"/>
              <a:sym typeface="Lexend"/>
            </a:endParaRPr>
          </a:p>
        </p:txBody>
      </p:sp>
      <p:sp>
        <p:nvSpPr>
          <p:cNvPr id="1746" name="Google Shape;1746;p90"/>
          <p:cNvSpPr txBox="1"/>
          <p:nvPr>
            <p:ph idx="1" type="body"/>
          </p:nvPr>
        </p:nvSpPr>
        <p:spPr>
          <a:xfrm>
            <a:off x="324000" y="2130900"/>
            <a:ext cx="1606200" cy="361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800"/>
              <a:t>Method 2:</a:t>
            </a:r>
            <a:endParaRPr sz="1800"/>
          </a:p>
        </p:txBody>
      </p:sp>
      <p:sp>
        <p:nvSpPr>
          <p:cNvPr id="1747" name="Google Shape;1747;p90"/>
          <p:cNvSpPr txBox="1"/>
          <p:nvPr>
            <p:ph idx="1" type="body"/>
          </p:nvPr>
        </p:nvSpPr>
        <p:spPr>
          <a:xfrm>
            <a:off x="6801000" y="2664300"/>
            <a:ext cx="1673700" cy="676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a:latin typeface="Times New Roman"/>
                <a:ea typeface="Times New Roman"/>
                <a:cs typeface="Times New Roman"/>
                <a:sym typeface="Times New Roman"/>
              </a:rPr>
              <a:t>x</a:t>
            </a:r>
            <a:r>
              <a:rPr lang="en-GB">
                <a:latin typeface="Times New Roman"/>
                <a:ea typeface="Times New Roman"/>
                <a:cs typeface="Times New Roman"/>
                <a:sym typeface="Times New Roman"/>
              </a:rPr>
              <a:t> = 20 × 0.87 </a:t>
            </a:r>
            <a:br>
              <a:rPr lang="en-GB">
                <a:latin typeface="Times New Roman"/>
                <a:ea typeface="Times New Roman"/>
                <a:cs typeface="Times New Roman"/>
                <a:sym typeface="Times New Roman"/>
              </a:rPr>
            </a:br>
            <a:r>
              <a:rPr lang="en-GB">
                <a:latin typeface="Times New Roman"/>
                <a:ea typeface="Times New Roman"/>
                <a:cs typeface="Times New Roman"/>
                <a:sym typeface="Times New Roman"/>
              </a:rPr>
              <a:t>  = 17.4</a:t>
            </a:r>
            <a:endParaRPr>
              <a:latin typeface="Times New Roman"/>
              <a:ea typeface="Times New Roman"/>
              <a:cs typeface="Times New Roman"/>
              <a:sym typeface="Times New Roman"/>
            </a:endParaRPr>
          </a:p>
        </p:txBody>
      </p:sp>
      <p:sp>
        <p:nvSpPr>
          <p:cNvPr id="1748" name="Google Shape;1748;p90"/>
          <p:cNvSpPr txBox="1"/>
          <p:nvPr>
            <p:ph idx="1" type="body"/>
          </p:nvPr>
        </p:nvSpPr>
        <p:spPr>
          <a:xfrm>
            <a:off x="6801000" y="3654900"/>
            <a:ext cx="1673700" cy="676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a:latin typeface="Times New Roman"/>
                <a:ea typeface="Times New Roman"/>
                <a:cs typeface="Times New Roman"/>
                <a:sym typeface="Times New Roman"/>
              </a:rPr>
              <a:t>y</a:t>
            </a:r>
            <a:r>
              <a:rPr lang="en-GB">
                <a:latin typeface="Times New Roman"/>
                <a:ea typeface="Times New Roman"/>
                <a:cs typeface="Times New Roman"/>
                <a:sym typeface="Times New Roman"/>
              </a:rPr>
              <a:t> = 20 × 0.5 </a:t>
            </a:r>
            <a:br>
              <a:rPr lang="en-GB">
                <a:latin typeface="Times New Roman"/>
                <a:ea typeface="Times New Roman"/>
                <a:cs typeface="Times New Roman"/>
                <a:sym typeface="Times New Roman"/>
              </a:rPr>
            </a:br>
            <a:r>
              <a:rPr lang="en-GB">
                <a:latin typeface="Times New Roman"/>
                <a:ea typeface="Times New Roman"/>
                <a:cs typeface="Times New Roman"/>
                <a:sym typeface="Times New Roman"/>
              </a:rPr>
              <a:t>  = 10</a:t>
            </a:r>
            <a:endParaRPr>
              <a:latin typeface="Times New Roman"/>
              <a:ea typeface="Times New Roman"/>
              <a:cs typeface="Times New Roman"/>
              <a:sym typeface="Times New Roman"/>
            </a:endParaRPr>
          </a:p>
        </p:txBody>
      </p:sp>
      <p:sp>
        <p:nvSpPr>
          <p:cNvPr id="1749" name="Google Shape;1749;p90"/>
          <p:cNvSpPr txBox="1"/>
          <p:nvPr>
            <p:ph idx="1" type="body"/>
          </p:nvPr>
        </p:nvSpPr>
        <p:spPr>
          <a:xfrm>
            <a:off x="4553169" y="3837521"/>
            <a:ext cx="474900" cy="370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30°</a:t>
            </a:r>
            <a:endParaRPr sz="16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4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3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3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3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4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3" name="Shape 1753"/>
        <p:cNvGrpSpPr/>
        <p:nvPr/>
      </p:nvGrpSpPr>
      <p:grpSpPr>
        <a:xfrm>
          <a:off x="0" y="0"/>
          <a:ext cx="0" cy="0"/>
          <a:chOff x="0" y="0"/>
          <a:chExt cx="0" cy="0"/>
        </a:xfrm>
      </p:grpSpPr>
      <p:sp>
        <p:nvSpPr>
          <p:cNvPr id="1754" name="Google Shape;1754;p91"/>
          <p:cNvSpPr txBox="1"/>
          <p:nvPr>
            <p:ph idx="1" type="body"/>
          </p:nvPr>
        </p:nvSpPr>
        <p:spPr>
          <a:xfrm>
            <a:off x="324000" y="759300"/>
            <a:ext cx="8496000" cy="1311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As one of the triangles has an edge with length </a:t>
            </a:r>
            <a:r>
              <a:rPr lang="en-GB" sz="2000">
                <a:solidFill>
                  <a:schemeClr val="accent5"/>
                </a:solidFill>
              </a:rPr>
              <a:t>1 unit</a:t>
            </a:r>
            <a:r>
              <a:rPr lang="en-GB" sz="2000"/>
              <a:t>, it may be easier to spot </a:t>
            </a:r>
            <a:r>
              <a:rPr lang="en-GB" sz="2000"/>
              <a:t>proportional relationships </a:t>
            </a:r>
            <a:r>
              <a:rPr lang="en-GB" sz="2000">
                <a:solidFill>
                  <a:schemeClr val="accent5"/>
                </a:solidFill>
              </a:rPr>
              <a:t>within the triangles</a:t>
            </a:r>
            <a:r>
              <a:rPr lang="en-GB" sz="2000"/>
              <a:t> rather than calculating the scale factor between the triangles</a:t>
            </a:r>
            <a:r>
              <a:rPr lang="en-GB" sz="2000"/>
              <a:t>.</a:t>
            </a:r>
            <a:endParaRPr sz="2000"/>
          </a:p>
        </p:txBody>
      </p:sp>
      <p:sp>
        <p:nvSpPr>
          <p:cNvPr id="1755" name="Google Shape;1755;p91"/>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Finding missing lengths with similar triangles</a:t>
            </a:r>
            <a:endParaRPr/>
          </a:p>
        </p:txBody>
      </p:sp>
      <p:sp>
        <p:nvSpPr>
          <p:cNvPr id="1756" name="Google Shape;1756;p91"/>
          <p:cNvSpPr/>
          <p:nvPr/>
        </p:nvSpPr>
        <p:spPr>
          <a:xfrm flipH="1" rot="10800000">
            <a:off x="1085633" y="3401825"/>
            <a:ext cx="1143045" cy="858298"/>
          </a:xfrm>
          <a:custGeom>
            <a:rect b="b" l="l" r="r" t="t"/>
            <a:pathLst>
              <a:path extrusionOk="0" h="38100" w="50740">
                <a:moveTo>
                  <a:pt x="0" y="0"/>
                </a:moveTo>
                <a:lnTo>
                  <a:pt x="50740" y="0"/>
                </a:lnTo>
                <a:lnTo>
                  <a:pt x="50740" y="38100"/>
                </a:lnTo>
                <a:close/>
              </a:path>
            </a:pathLst>
          </a:custGeom>
          <a:noFill/>
          <a:ln cap="flat" cmpd="sng" w="38100">
            <a:solidFill>
              <a:srgbClr val="000000"/>
            </a:solidFill>
            <a:prstDash val="solid"/>
            <a:round/>
            <a:headEnd len="med" w="med" type="none"/>
            <a:tailEnd len="med" w="med" type="none"/>
          </a:ln>
        </p:spPr>
      </p:sp>
      <p:sp>
        <p:nvSpPr>
          <p:cNvPr id="1757" name="Google Shape;1757;p91"/>
          <p:cNvSpPr/>
          <p:nvPr/>
        </p:nvSpPr>
        <p:spPr>
          <a:xfrm>
            <a:off x="2085365" y="4121095"/>
            <a:ext cx="138900" cy="1389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58" name="Google Shape;1758;p91"/>
          <p:cNvSpPr/>
          <p:nvPr/>
        </p:nvSpPr>
        <p:spPr>
          <a:xfrm>
            <a:off x="886725" y="4003445"/>
            <a:ext cx="489300" cy="489300"/>
          </a:xfrm>
          <a:prstGeom prst="arc">
            <a:avLst>
              <a:gd fmla="val 19277215" name="adj1"/>
              <a:gd fmla="val 272184"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59" name="Google Shape;1759;p91"/>
          <p:cNvSpPr txBox="1"/>
          <p:nvPr>
            <p:ph idx="1" type="body"/>
          </p:nvPr>
        </p:nvSpPr>
        <p:spPr>
          <a:xfrm>
            <a:off x="1420996" y="4025618"/>
            <a:ext cx="416100" cy="236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30°</a:t>
            </a:r>
            <a:endParaRPr sz="1600"/>
          </a:p>
        </p:txBody>
      </p:sp>
      <p:grpSp>
        <p:nvGrpSpPr>
          <p:cNvPr id="1760" name="Google Shape;1760;p91"/>
          <p:cNvGrpSpPr/>
          <p:nvPr/>
        </p:nvGrpSpPr>
        <p:grpSpPr>
          <a:xfrm flipH="1" rot="10800000">
            <a:off x="1027665" y="3328413"/>
            <a:ext cx="1313605" cy="923342"/>
            <a:chOff x="4962363" y="3703451"/>
            <a:chExt cx="1213604" cy="853051"/>
          </a:xfrm>
        </p:grpSpPr>
        <p:cxnSp>
          <p:nvCxnSpPr>
            <p:cNvPr id="1761" name="Google Shape;1761;p91"/>
            <p:cNvCxnSpPr/>
            <p:nvPr/>
          </p:nvCxnSpPr>
          <p:spPr>
            <a:xfrm>
              <a:off x="6175967" y="3703451"/>
              <a:ext cx="0" cy="786000"/>
            </a:xfrm>
            <a:prstGeom prst="straightConnector1">
              <a:avLst/>
            </a:prstGeom>
            <a:noFill/>
            <a:ln cap="flat" cmpd="sng" w="28575">
              <a:solidFill>
                <a:srgbClr val="000000"/>
              </a:solidFill>
              <a:prstDash val="solid"/>
              <a:round/>
              <a:headEnd len="med" w="med" type="triangle"/>
              <a:tailEnd len="med" w="med" type="triangle"/>
            </a:ln>
          </p:spPr>
        </p:cxnSp>
        <p:cxnSp>
          <p:nvCxnSpPr>
            <p:cNvPr id="1762" name="Google Shape;1762;p91"/>
            <p:cNvCxnSpPr/>
            <p:nvPr/>
          </p:nvCxnSpPr>
          <p:spPr>
            <a:xfrm>
              <a:off x="4962363" y="3775302"/>
              <a:ext cx="1044300" cy="781200"/>
            </a:xfrm>
            <a:prstGeom prst="straightConnector1">
              <a:avLst/>
            </a:prstGeom>
            <a:noFill/>
            <a:ln cap="flat" cmpd="sng" w="28575">
              <a:solidFill>
                <a:srgbClr val="000000"/>
              </a:solidFill>
              <a:prstDash val="solid"/>
              <a:round/>
              <a:headEnd len="med" w="med" type="triangle"/>
              <a:tailEnd len="med" w="med" type="triangle"/>
            </a:ln>
          </p:spPr>
        </p:cxnSp>
      </p:grpSp>
      <p:sp>
        <p:nvSpPr>
          <p:cNvPr id="1763" name="Google Shape;1763;p91"/>
          <p:cNvSpPr txBox="1"/>
          <p:nvPr/>
        </p:nvSpPr>
        <p:spPr>
          <a:xfrm>
            <a:off x="2456325" y="3756000"/>
            <a:ext cx="374700" cy="283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0.5</a:t>
            </a:r>
            <a:endParaRPr sz="1600">
              <a:solidFill>
                <a:srgbClr val="000000"/>
              </a:solidFill>
              <a:latin typeface="Lexend"/>
              <a:ea typeface="Lexend"/>
              <a:cs typeface="Lexend"/>
              <a:sym typeface="Lexend"/>
            </a:endParaRPr>
          </a:p>
        </p:txBody>
      </p:sp>
      <p:sp>
        <p:nvSpPr>
          <p:cNvPr id="1764" name="Google Shape;1764;p91"/>
          <p:cNvSpPr txBox="1"/>
          <p:nvPr/>
        </p:nvSpPr>
        <p:spPr>
          <a:xfrm>
            <a:off x="1381500" y="3548900"/>
            <a:ext cx="189300" cy="2727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1</a:t>
            </a:r>
            <a:r>
              <a:rPr lang="en-GB" sz="1600">
                <a:solidFill>
                  <a:srgbClr val="000000"/>
                </a:solidFill>
                <a:latin typeface="Lexend"/>
                <a:ea typeface="Lexend"/>
                <a:cs typeface="Lexend"/>
                <a:sym typeface="Lexend"/>
              </a:rPr>
              <a:t> </a:t>
            </a:r>
            <a:endParaRPr sz="1600">
              <a:solidFill>
                <a:srgbClr val="000000"/>
              </a:solidFill>
              <a:latin typeface="Lexend"/>
              <a:ea typeface="Lexend"/>
              <a:cs typeface="Lexend"/>
              <a:sym typeface="Lexend"/>
            </a:endParaRPr>
          </a:p>
        </p:txBody>
      </p:sp>
      <p:sp>
        <p:nvSpPr>
          <p:cNvPr id="1765" name="Google Shape;1765;p91"/>
          <p:cNvSpPr/>
          <p:nvPr/>
        </p:nvSpPr>
        <p:spPr>
          <a:xfrm flipH="1" rot="10800000">
            <a:off x="3411668" y="2751107"/>
            <a:ext cx="2026936" cy="1522000"/>
          </a:xfrm>
          <a:custGeom>
            <a:rect b="b" l="l" r="r" t="t"/>
            <a:pathLst>
              <a:path extrusionOk="0" h="38100" w="50740">
                <a:moveTo>
                  <a:pt x="0" y="0"/>
                </a:moveTo>
                <a:lnTo>
                  <a:pt x="50740" y="0"/>
                </a:lnTo>
                <a:lnTo>
                  <a:pt x="50740" y="38100"/>
                </a:lnTo>
                <a:close/>
              </a:path>
            </a:pathLst>
          </a:custGeom>
          <a:noFill/>
          <a:ln cap="flat" cmpd="sng" w="38100">
            <a:solidFill>
              <a:srgbClr val="000000"/>
            </a:solidFill>
            <a:prstDash val="solid"/>
            <a:round/>
            <a:headEnd len="med" w="med" type="none"/>
            <a:tailEnd len="med" w="med" type="none"/>
          </a:ln>
        </p:spPr>
      </p:sp>
      <p:sp>
        <p:nvSpPr>
          <p:cNvPr id="1766" name="Google Shape;1766;p91"/>
          <p:cNvSpPr/>
          <p:nvPr/>
        </p:nvSpPr>
        <p:spPr>
          <a:xfrm>
            <a:off x="5291998" y="4133950"/>
            <a:ext cx="138900" cy="1389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67" name="Google Shape;1767;p91"/>
          <p:cNvSpPr/>
          <p:nvPr/>
        </p:nvSpPr>
        <p:spPr>
          <a:xfrm>
            <a:off x="3125975" y="3884962"/>
            <a:ext cx="733500" cy="733500"/>
          </a:xfrm>
          <a:prstGeom prst="arc">
            <a:avLst>
              <a:gd fmla="val 19277215" name="adj1"/>
              <a:gd fmla="val 272184"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68" name="Google Shape;1768;p91"/>
          <p:cNvSpPr txBox="1"/>
          <p:nvPr>
            <p:ph idx="1" type="body"/>
          </p:nvPr>
        </p:nvSpPr>
        <p:spPr>
          <a:xfrm>
            <a:off x="3899370" y="4008592"/>
            <a:ext cx="538500" cy="419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30°</a:t>
            </a:r>
            <a:endParaRPr sz="1600"/>
          </a:p>
        </p:txBody>
      </p:sp>
      <p:grpSp>
        <p:nvGrpSpPr>
          <p:cNvPr id="1769" name="Google Shape;1769;p91"/>
          <p:cNvGrpSpPr/>
          <p:nvPr/>
        </p:nvGrpSpPr>
        <p:grpSpPr>
          <a:xfrm flipH="1" rot="10800000">
            <a:off x="3308716" y="2621046"/>
            <a:ext cx="2329513" cy="1637431"/>
            <a:chOff x="4962363" y="3703451"/>
            <a:chExt cx="1213604" cy="853051"/>
          </a:xfrm>
        </p:grpSpPr>
        <p:cxnSp>
          <p:nvCxnSpPr>
            <p:cNvPr id="1770" name="Google Shape;1770;p91"/>
            <p:cNvCxnSpPr/>
            <p:nvPr/>
          </p:nvCxnSpPr>
          <p:spPr>
            <a:xfrm>
              <a:off x="6175967" y="3703451"/>
              <a:ext cx="0" cy="786000"/>
            </a:xfrm>
            <a:prstGeom prst="straightConnector1">
              <a:avLst/>
            </a:prstGeom>
            <a:noFill/>
            <a:ln cap="flat" cmpd="sng" w="28575">
              <a:solidFill>
                <a:srgbClr val="000000"/>
              </a:solidFill>
              <a:prstDash val="solid"/>
              <a:round/>
              <a:headEnd len="med" w="med" type="triangle"/>
              <a:tailEnd len="med" w="med" type="triangle"/>
            </a:ln>
          </p:spPr>
        </p:cxnSp>
        <p:cxnSp>
          <p:nvCxnSpPr>
            <p:cNvPr id="1771" name="Google Shape;1771;p91"/>
            <p:cNvCxnSpPr/>
            <p:nvPr/>
          </p:nvCxnSpPr>
          <p:spPr>
            <a:xfrm>
              <a:off x="4962363" y="3775302"/>
              <a:ext cx="1044300" cy="781200"/>
            </a:xfrm>
            <a:prstGeom prst="straightConnector1">
              <a:avLst/>
            </a:prstGeom>
            <a:noFill/>
            <a:ln cap="flat" cmpd="sng" w="28575">
              <a:solidFill>
                <a:srgbClr val="000000"/>
              </a:solidFill>
              <a:prstDash val="solid"/>
              <a:round/>
              <a:headEnd len="med" w="med" type="triangle"/>
              <a:tailEnd len="med" w="med" type="triangle"/>
            </a:ln>
          </p:spPr>
        </p:cxnSp>
      </p:grpSp>
      <p:sp>
        <p:nvSpPr>
          <p:cNvPr id="1772" name="Google Shape;1772;p91"/>
          <p:cNvSpPr txBox="1"/>
          <p:nvPr/>
        </p:nvSpPr>
        <p:spPr>
          <a:xfrm>
            <a:off x="5707325" y="3379053"/>
            <a:ext cx="538500" cy="370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12</a:t>
            </a:r>
            <a:r>
              <a:rPr lang="en-GB" sz="1600">
                <a:solidFill>
                  <a:srgbClr val="000000"/>
                </a:solidFill>
                <a:latin typeface="Lexend"/>
                <a:ea typeface="Lexend"/>
                <a:cs typeface="Lexend"/>
                <a:sym typeface="Lexend"/>
              </a:rPr>
              <a:t> m </a:t>
            </a:r>
            <a:endParaRPr sz="1600">
              <a:solidFill>
                <a:srgbClr val="000000"/>
              </a:solidFill>
              <a:latin typeface="Lexend"/>
              <a:ea typeface="Lexend"/>
              <a:cs typeface="Lexend"/>
              <a:sym typeface="Lexend"/>
            </a:endParaRPr>
          </a:p>
        </p:txBody>
      </p:sp>
      <p:sp>
        <p:nvSpPr>
          <p:cNvPr id="1773" name="Google Shape;1773;p91"/>
          <p:cNvSpPr txBox="1"/>
          <p:nvPr/>
        </p:nvSpPr>
        <p:spPr>
          <a:xfrm>
            <a:off x="3971799" y="3034900"/>
            <a:ext cx="489300" cy="540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i="1" lang="en-GB" sz="1800">
                <a:solidFill>
                  <a:schemeClr val="dk1"/>
                </a:solidFill>
                <a:latin typeface="Times New Roman"/>
                <a:ea typeface="Times New Roman"/>
                <a:cs typeface="Times New Roman"/>
                <a:sym typeface="Times New Roman"/>
              </a:rPr>
              <a:t>x</a:t>
            </a:r>
            <a:r>
              <a:rPr lang="en-GB" sz="1600">
                <a:solidFill>
                  <a:srgbClr val="000000"/>
                </a:solidFill>
                <a:latin typeface="Lexend"/>
                <a:ea typeface="Lexend"/>
                <a:cs typeface="Lexend"/>
                <a:sym typeface="Lexend"/>
              </a:rPr>
              <a:t> m </a:t>
            </a:r>
            <a:endParaRPr sz="1600">
              <a:solidFill>
                <a:srgbClr val="000000"/>
              </a:solidFill>
              <a:latin typeface="Lexend"/>
              <a:ea typeface="Lexend"/>
              <a:cs typeface="Lexend"/>
              <a:sym typeface="Lexend"/>
            </a:endParaRPr>
          </a:p>
        </p:txBody>
      </p:sp>
      <p:sp>
        <p:nvSpPr>
          <p:cNvPr id="1774" name="Google Shape;1774;p91"/>
          <p:cNvSpPr txBox="1"/>
          <p:nvPr>
            <p:ph idx="1" type="body"/>
          </p:nvPr>
        </p:nvSpPr>
        <p:spPr>
          <a:xfrm>
            <a:off x="324000" y="1902300"/>
            <a:ext cx="8496000" cy="419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Inverse operations can be used to find the value of </a:t>
            </a:r>
            <a:r>
              <a:rPr i="1" lang="en-GB">
                <a:latin typeface="Times New Roman"/>
                <a:ea typeface="Times New Roman"/>
                <a:cs typeface="Times New Roman"/>
                <a:sym typeface="Times New Roman"/>
              </a:rPr>
              <a:t>x</a:t>
            </a:r>
            <a:r>
              <a:rPr lang="en-GB" sz="2000"/>
              <a:t>.</a:t>
            </a:r>
            <a:endParaRPr sz="2000"/>
          </a:p>
        </p:txBody>
      </p:sp>
      <p:cxnSp>
        <p:nvCxnSpPr>
          <p:cNvPr id="1775" name="Google Shape;1775;p91"/>
          <p:cNvCxnSpPr>
            <a:stCxn id="1763" idx="0"/>
            <a:endCxn id="1764" idx="0"/>
          </p:cNvCxnSpPr>
          <p:nvPr/>
        </p:nvCxnSpPr>
        <p:spPr>
          <a:xfrm flipH="1" rot="5400000">
            <a:off x="1956375" y="3068700"/>
            <a:ext cx="207000" cy="1167600"/>
          </a:xfrm>
          <a:prstGeom prst="curvedConnector3">
            <a:avLst>
              <a:gd fmla="val 215085" name="adj1"/>
            </a:avLst>
          </a:prstGeom>
          <a:noFill/>
          <a:ln cap="flat" cmpd="sng" w="38100">
            <a:solidFill>
              <a:schemeClr val="accent5"/>
            </a:solidFill>
            <a:prstDash val="solid"/>
            <a:round/>
            <a:headEnd len="med" w="med" type="triangle"/>
            <a:tailEnd len="med" w="med" type="none"/>
          </a:ln>
        </p:spPr>
      </p:cxnSp>
      <p:sp>
        <p:nvSpPr>
          <p:cNvPr id="1776" name="Google Shape;1776;p91"/>
          <p:cNvSpPr txBox="1"/>
          <p:nvPr/>
        </p:nvSpPr>
        <p:spPr>
          <a:xfrm>
            <a:off x="1989516" y="3070824"/>
            <a:ext cx="581400" cy="326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solidFill>
                  <a:schemeClr val="accent5"/>
                </a:solidFill>
                <a:latin typeface="Lexend"/>
                <a:ea typeface="Lexend"/>
                <a:cs typeface="Lexend"/>
                <a:sym typeface="Lexend"/>
              </a:rPr>
              <a:t>× 0.5</a:t>
            </a:r>
            <a:endParaRPr sz="1600">
              <a:solidFill>
                <a:schemeClr val="accent5"/>
              </a:solidFill>
              <a:latin typeface="Lexend"/>
              <a:ea typeface="Lexend"/>
              <a:cs typeface="Lexend"/>
              <a:sym typeface="Lexend"/>
            </a:endParaRPr>
          </a:p>
        </p:txBody>
      </p:sp>
      <p:cxnSp>
        <p:nvCxnSpPr>
          <p:cNvPr id="1777" name="Google Shape;1777;p91"/>
          <p:cNvCxnSpPr>
            <a:stCxn id="1772" idx="0"/>
            <a:endCxn id="1773" idx="0"/>
          </p:cNvCxnSpPr>
          <p:nvPr/>
        </p:nvCxnSpPr>
        <p:spPr>
          <a:xfrm flipH="1" rot="5400000">
            <a:off x="4924475" y="2326953"/>
            <a:ext cx="344100" cy="1760100"/>
          </a:xfrm>
          <a:prstGeom prst="curvedConnector3">
            <a:avLst>
              <a:gd fmla="val 169218" name="adj1"/>
            </a:avLst>
          </a:prstGeom>
          <a:noFill/>
          <a:ln cap="flat" cmpd="sng" w="38100">
            <a:solidFill>
              <a:schemeClr val="accent5"/>
            </a:solidFill>
            <a:prstDash val="solid"/>
            <a:round/>
            <a:headEnd len="med" w="med" type="triangle"/>
            <a:tailEnd len="med" w="med" type="none"/>
          </a:ln>
        </p:spPr>
      </p:cxnSp>
      <p:sp>
        <p:nvSpPr>
          <p:cNvPr id="1778" name="Google Shape;1778;p91"/>
          <p:cNvSpPr txBox="1"/>
          <p:nvPr/>
        </p:nvSpPr>
        <p:spPr>
          <a:xfrm>
            <a:off x="4605374" y="2466855"/>
            <a:ext cx="872400" cy="489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solidFill>
                  <a:schemeClr val="accent5"/>
                </a:solidFill>
                <a:latin typeface="Lexend"/>
                <a:ea typeface="Lexend"/>
                <a:cs typeface="Lexend"/>
                <a:sym typeface="Lexend"/>
              </a:rPr>
              <a:t>× 0.5</a:t>
            </a:r>
            <a:endParaRPr sz="1600">
              <a:solidFill>
                <a:schemeClr val="accent5"/>
              </a:solidFill>
              <a:latin typeface="Lexend"/>
              <a:ea typeface="Lexend"/>
              <a:cs typeface="Lexend"/>
              <a:sym typeface="Lexend"/>
            </a:endParaRPr>
          </a:p>
        </p:txBody>
      </p:sp>
      <p:sp>
        <p:nvSpPr>
          <p:cNvPr id="1779" name="Google Shape;1779;p91"/>
          <p:cNvSpPr txBox="1"/>
          <p:nvPr>
            <p:ph idx="1" type="body"/>
          </p:nvPr>
        </p:nvSpPr>
        <p:spPr>
          <a:xfrm>
            <a:off x="6953400" y="3731100"/>
            <a:ext cx="1673700" cy="676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a:latin typeface="Times New Roman"/>
                <a:ea typeface="Times New Roman"/>
                <a:cs typeface="Times New Roman"/>
                <a:sym typeface="Times New Roman"/>
              </a:rPr>
              <a:t>x</a:t>
            </a:r>
            <a:r>
              <a:rPr lang="en-GB">
                <a:latin typeface="Times New Roman"/>
                <a:ea typeface="Times New Roman"/>
                <a:cs typeface="Times New Roman"/>
                <a:sym typeface="Times New Roman"/>
              </a:rPr>
              <a:t> = 12 ÷ 0.5</a:t>
            </a:r>
            <a:br>
              <a:rPr lang="en-GB">
                <a:latin typeface="Times New Roman"/>
                <a:ea typeface="Times New Roman"/>
                <a:cs typeface="Times New Roman"/>
                <a:sym typeface="Times New Roman"/>
              </a:rPr>
            </a:br>
            <a:r>
              <a:rPr lang="en-GB">
                <a:latin typeface="Times New Roman"/>
                <a:ea typeface="Times New Roman"/>
                <a:cs typeface="Times New Roman"/>
                <a:sym typeface="Times New Roman"/>
              </a:rPr>
              <a:t>  = 24</a:t>
            </a:r>
            <a:endParaRPr>
              <a:latin typeface="Times New Roman"/>
              <a:ea typeface="Times New Roman"/>
              <a:cs typeface="Times New Roman"/>
              <a:sym typeface="Times New Roman"/>
            </a:endParaRPr>
          </a:p>
        </p:txBody>
      </p:sp>
      <p:cxnSp>
        <p:nvCxnSpPr>
          <p:cNvPr id="1780" name="Google Shape;1780;p91"/>
          <p:cNvCxnSpPr/>
          <p:nvPr/>
        </p:nvCxnSpPr>
        <p:spPr>
          <a:xfrm flipH="1" rot="-5400000">
            <a:off x="4889347" y="2621473"/>
            <a:ext cx="344100" cy="1734900"/>
          </a:xfrm>
          <a:prstGeom prst="curvedConnector3">
            <a:avLst>
              <a:gd fmla="val 178406" name="adj1"/>
            </a:avLst>
          </a:prstGeom>
          <a:noFill/>
          <a:ln cap="flat" cmpd="sng" w="38100">
            <a:solidFill>
              <a:schemeClr val="accent5"/>
            </a:solidFill>
            <a:prstDash val="solid"/>
            <a:round/>
            <a:headEnd len="med" w="med" type="triangle"/>
            <a:tailEnd len="med" w="med" type="none"/>
          </a:ln>
        </p:spPr>
      </p:cxnSp>
      <p:sp>
        <p:nvSpPr>
          <p:cNvPr id="1781" name="Google Shape;1781;p91"/>
          <p:cNvSpPr txBox="1"/>
          <p:nvPr/>
        </p:nvSpPr>
        <p:spPr>
          <a:xfrm>
            <a:off x="4744167" y="3650677"/>
            <a:ext cx="872400" cy="489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solidFill>
                  <a:schemeClr val="accent5"/>
                </a:solidFill>
                <a:latin typeface="Lexend"/>
                <a:ea typeface="Lexend"/>
                <a:cs typeface="Lexend"/>
                <a:sym typeface="Lexend"/>
              </a:rPr>
              <a:t>÷ 0.5</a:t>
            </a:r>
            <a:endParaRPr sz="1600">
              <a:solidFill>
                <a:schemeClr val="accent5"/>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7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7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7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8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7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77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5" name="Shape 1785"/>
        <p:cNvGrpSpPr/>
        <p:nvPr/>
      </p:nvGrpSpPr>
      <p:grpSpPr>
        <a:xfrm>
          <a:off x="0" y="0"/>
          <a:ext cx="0" cy="0"/>
          <a:chOff x="0" y="0"/>
          <a:chExt cx="0" cy="0"/>
        </a:xfrm>
      </p:grpSpPr>
      <p:grpSp>
        <p:nvGrpSpPr>
          <p:cNvPr id="1786" name="Google Shape;1786;p92"/>
          <p:cNvGrpSpPr/>
          <p:nvPr/>
        </p:nvGrpSpPr>
        <p:grpSpPr>
          <a:xfrm>
            <a:off x="744198" y="1844462"/>
            <a:ext cx="4791265" cy="2014822"/>
            <a:chOff x="1125202" y="3047250"/>
            <a:chExt cx="4791265" cy="1269259"/>
          </a:xfrm>
        </p:grpSpPr>
        <p:sp>
          <p:nvSpPr>
            <p:cNvPr id="1787" name="Google Shape;1787;p92"/>
            <p:cNvSpPr/>
            <p:nvPr/>
          </p:nvSpPr>
          <p:spPr>
            <a:xfrm flipH="1" rot="10800000">
              <a:off x="1192235" y="3311317"/>
              <a:ext cx="1317718" cy="989457"/>
            </a:xfrm>
            <a:custGeom>
              <a:rect b="b" l="l" r="r" t="t"/>
              <a:pathLst>
                <a:path extrusionOk="0" h="38100" w="50740">
                  <a:moveTo>
                    <a:pt x="0" y="0"/>
                  </a:moveTo>
                  <a:lnTo>
                    <a:pt x="50740" y="0"/>
                  </a:lnTo>
                  <a:lnTo>
                    <a:pt x="50740" y="38100"/>
                  </a:lnTo>
                  <a:close/>
                </a:path>
              </a:pathLst>
            </a:custGeom>
            <a:noFill/>
            <a:ln cap="flat" cmpd="sng" w="38100">
              <a:solidFill>
                <a:srgbClr val="000000"/>
              </a:solidFill>
              <a:prstDash val="solid"/>
              <a:round/>
              <a:headEnd len="med" w="med" type="none"/>
              <a:tailEnd len="med" w="med" type="none"/>
            </a:ln>
          </p:spPr>
        </p:sp>
        <p:cxnSp>
          <p:nvCxnSpPr>
            <p:cNvPr id="1788" name="Google Shape;1788;p92"/>
            <p:cNvCxnSpPr/>
            <p:nvPr/>
          </p:nvCxnSpPr>
          <p:spPr>
            <a:xfrm rot="10800000">
              <a:off x="2639538" y="3310536"/>
              <a:ext cx="0" cy="980700"/>
            </a:xfrm>
            <a:prstGeom prst="straightConnector1">
              <a:avLst/>
            </a:prstGeom>
            <a:noFill/>
            <a:ln cap="flat" cmpd="sng" w="28575">
              <a:solidFill>
                <a:srgbClr val="000000"/>
              </a:solidFill>
              <a:prstDash val="solid"/>
              <a:round/>
              <a:headEnd len="med" w="med" type="triangle"/>
              <a:tailEnd len="med" w="med" type="triangle"/>
            </a:ln>
          </p:spPr>
        </p:cxnSp>
        <p:cxnSp>
          <p:nvCxnSpPr>
            <p:cNvPr id="1789" name="Google Shape;1789;p92"/>
            <p:cNvCxnSpPr/>
            <p:nvPr/>
          </p:nvCxnSpPr>
          <p:spPr>
            <a:xfrm flipH="1" rot="10800000">
              <a:off x="1125202" y="3226881"/>
              <a:ext cx="1303200" cy="974700"/>
            </a:xfrm>
            <a:prstGeom prst="straightConnector1">
              <a:avLst/>
            </a:prstGeom>
            <a:noFill/>
            <a:ln cap="flat" cmpd="sng" w="28575">
              <a:solidFill>
                <a:srgbClr val="000000"/>
              </a:solidFill>
              <a:prstDash val="solid"/>
              <a:round/>
              <a:headEnd len="med" w="med" type="triangle"/>
              <a:tailEnd len="med" w="med" type="triangle"/>
            </a:ln>
          </p:spPr>
        </p:cxnSp>
        <p:sp>
          <p:nvSpPr>
            <p:cNvPr id="1790" name="Google Shape;1790;p92"/>
            <p:cNvSpPr/>
            <p:nvPr/>
          </p:nvSpPr>
          <p:spPr>
            <a:xfrm flipH="1" rot="10800000">
              <a:off x="4205746" y="3147029"/>
              <a:ext cx="1557464" cy="1169479"/>
            </a:xfrm>
            <a:custGeom>
              <a:rect b="b" l="l" r="r" t="t"/>
              <a:pathLst>
                <a:path extrusionOk="0" h="38100" w="50740">
                  <a:moveTo>
                    <a:pt x="0" y="0"/>
                  </a:moveTo>
                  <a:lnTo>
                    <a:pt x="50740" y="0"/>
                  </a:lnTo>
                  <a:lnTo>
                    <a:pt x="50740" y="38100"/>
                  </a:lnTo>
                  <a:close/>
                </a:path>
              </a:pathLst>
            </a:custGeom>
            <a:noFill/>
            <a:ln cap="flat" cmpd="sng" w="38100">
              <a:solidFill>
                <a:srgbClr val="000000"/>
              </a:solidFill>
              <a:prstDash val="solid"/>
              <a:round/>
              <a:headEnd len="med" w="med" type="none"/>
              <a:tailEnd len="med" w="med" type="none"/>
            </a:ln>
          </p:spPr>
        </p:sp>
        <p:cxnSp>
          <p:nvCxnSpPr>
            <p:cNvPr id="1791" name="Google Shape;1791;p92"/>
            <p:cNvCxnSpPr/>
            <p:nvPr/>
          </p:nvCxnSpPr>
          <p:spPr>
            <a:xfrm rot="10800000">
              <a:off x="5916468" y="3146015"/>
              <a:ext cx="0" cy="1159200"/>
            </a:xfrm>
            <a:prstGeom prst="straightConnector1">
              <a:avLst/>
            </a:prstGeom>
            <a:noFill/>
            <a:ln cap="flat" cmpd="sng" w="28575">
              <a:solidFill>
                <a:srgbClr val="000000"/>
              </a:solidFill>
              <a:prstDash val="solid"/>
              <a:round/>
              <a:headEnd len="med" w="med" type="triangle"/>
              <a:tailEnd len="med" w="med" type="triangle"/>
            </a:ln>
          </p:spPr>
        </p:cxnSp>
        <p:cxnSp>
          <p:nvCxnSpPr>
            <p:cNvPr id="1792" name="Google Shape;1792;p92"/>
            <p:cNvCxnSpPr/>
            <p:nvPr/>
          </p:nvCxnSpPr>
          <p:spPr>
            <a:xfrm flipH="1" rot="10800000">
              <a:off x="4126644" y="3047250"/>
              <a:ext cx="1540200" cy="1152000"/>
            </a:xfrm>
            <a:prstGeom prst="straightConnector1">
              <a:avLst/>
            </a:prstGeom>
            <a:noFill/>
            <a:ln cap="flat" cmpd="sng" w="28575">
              <a:solidFill>
                <a:srgbClr val="000000"/>
              </a:solidFill>
              <a:prstDash val="solid"/>
              <a:round/>
              <a:headEnd len="med" w="med" type="triangle"/>
              <a:tailEnd len="med" w="med" type="triangle"/>
            </a:ln>
          </p:spPr>
        </p:cxnSp>
      </p:grpSp>
      <p:sp>
        <p:nvSpPr>
          <p:cNvPr id="1793" name="Google Shape;1793;p92"/>
          <p:cNvSpPr txBox="1"/>
          <p:nvPr>
            <p:ph idx="1" type="body"/>
          </p:nvPr>
        </p:nvSpPr>
        <p:spPr>
          <a:xfrm>
            <a:off x="324000" y="759300"/>
            <a:ext cx="8237700" cy="521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Find the value of </a:t>
            </a:r>
            <a:r>
              <a:rPr i="1" lang="en-GB" sz="2400">
                <a:latin typeface="Times New Roman"/>
                <a:ea typeface="Times New Roman"/>
                <a:cs typeface="Times New Roman"/>
                <a:sym typeface="Times New Roman"/>
              </a:rPr>
              <a:t>y</a:t>
            </a:r>
            <a:r>
              <a:rPr lang="en-GB"/>
              <a:t>.</a:t>
            </a:r>
            <a:endParaRPr/>
          </a:p>
        </p:txBody>
      </p:sp>
      <p:sp>
        <p:nvSpPr>
          <p:cNvPr id="1794" name="Google Shape;1794;p92"/>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Finding missing lengths with similar triangles</a:t>
            </a:r>
            <a:endParaRPr/>
          </a:p>
        </p:txBody>
      </p:sp>
      <p:sp>
        <p:nvSpPr>
          <p:cNvPr id="1795" name="Google Shape;1795;p92"/>
          <p:cNvSpPr/>
          <p:nvPr/>
        </p:nvSpPr>
        <p:spPr>
          <a:xfrm>
            <a:off x="1963773" y="3683297"/>
            <a:ext cx="160200" cy="1602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96" name="Google Shape;1796;p92"/>
          <p:cNvSpPr/>
          <p:nvPr/>
        </p:nvSpPr>
        <p:spPr>
          <a:xfrm>
            <a:off x="581925" y="3547667"/>
            <a:ext cx="564000" cy="564000"/>
          </a:xfrm>
          <a:prstGeom prst="arc">
            <a:avLst>
              <a:gd fmla="val 18112584" name="adj1"/>
              <a:gd fmla="val 272184"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797" name="Google Shape;1797;p92"/>
          <p:cNvSpPr txBox="1"/>
          <p:nvPr>
            <p:ph idx="1" type="body"/>
          </p:nvPr>
        </p:nvSpPr>
        <p:spPr>
          <a:xfrm>
            <a:off x="1121674" y="3512722"/>
            <a:ext cx="350100" cy="272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49</a:t>
            </a:r>
            <a:r>
              <a:rPr lang="en-GB" sz="1600"/>
              <a:t>°</a:t>
            </a:r>
            <a:endParaRPr sz="1600"/>
          </a:p>
        </p:txBody>
      </p:sp>
      <p:sp>
        <p:nvSpPr>
          <p:cNvPr id="1798" name="Google Shape;1798;p92"/>
          <p:cNvSpPr txBox="1"/>
          <p:nvPr/>
        </p:nvSpPr>
        <p:spPr>
          <a:xfrm>
            <a:off x="2303575" y="2957600"/>
            <a:ext cx="564000" cy="326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7.5</a:t>
            </a:r>
            <a:r>
              <a:rPr lang="en-GB" sz="1600">
                <a:solidFill>
                  <a:srgbClr val="000000"/>
                </a:solidFill>
                <a:latin typeface="Lexend"/>
                <a:ea typeface="Lexend"/>
                <a:cs typeface="Lexend"/>
                <a:sym typeface="Lexend"/>
              </a:rPr>
              <a:t> m </a:t>
            </a:r>
            <a:endParaRPr sz="1600">
              <a:solidFill>
                <a:srgbClr val="000000"/>
              </a:solidFill>
              <a:latin typeface="Lexend"/>
              <a:ea typeface="Lexend"/>
              <a:cs typeface="Lexend"/>
              <a:sym typeface="Lexend"/>
            </a:endParaRPr>
          </a:p>
        </p:txBody>
      </p:sp>
      <p:sp>
        <p:nvSpPr>
          <p:cNvPr id="1799" name="Google Shape;1799;p92"/>
          <p:cNvSpPr txBox="1"/>
          <p:nvPr/>
        </p:nvSpPr>
        <p:spPr>
          <a:xfrm>
            <a:off x="780083" y="2718840"/>
            <a:ext cx="625200" cy="399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10</a:t>
            </a:r>
            <a:r>
              <a:rPr lang="en-GB" sz="1600">
                <a:solidFill>
                  <a:srgbClr val="000000"/>
                </a:solidFill>
                <a:latin typeface="Lexend"/>
                <a:ea typeface="Lexend"/>
                <a:cs typeface="Lexend"/>
                <a:sym typeface="Lexend"/>
              </a:rPr>
              <a:t> </a:t>
            </a:r>
            <a:r>
              <a:rPr lang="en-GB" sz="1600">
                <a:latin typeface="Lexend"/>
                <a:ea typeface="Lexend"/>
                <a:cs typeface="Lexend"/>
                <a:sym typeface="Lexend"/>
              </a:rPr>
              <a:t>cm</a:t>
            </a:r>
            <a:r>
              <a:rPr lang="en-GB" sz="1600">
                <a:solidFill>
                  <a:srgbClr val="000000"/>
                </a:solidFill>
                <a:latin typeface="Lexend"/>
                <a:ea typeface="Lexend"/>
                <a:cs typeface="Lexend"/>
                <a:sym typeface="Lexend"/>
              </a:rPr>
              <a:t> </a:t>
            </a:r>
            <a:endParaRPr sz="1600">
              <a:solidFill>
                <a:srgbClr val="000000"/>
              </a:solidFill>
              <a:latin typeface="Lexend"/>
              <a:ea typeface="Lexend"/>
              <a:cs typeface="Lexend"/>
              <a:sym typeface="Lexend"/>
            </a:endParaRPr>
          </a:p>
        </p:txBody>
      </p:sp>
      <p:sp>
        <p:nvSpPr>
          <p:cNvPr id="1800" name="Google Shape;1800;p92"/>
          <p:cNvSpPr/>
          <p:nvPr/>
        </p:nvSpPr>
        <p:spPr>
          <a:xfrm>
            <a:off x="5186931" y="3669875"/>
            <a:ext cx="189300" cy="1893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01" name="Google Shape;1801;p92"/>
          <p:cNvSpPr/>
          <p:nvPr/>
        </p:nvSpPr>
        <p:spPr>
          <a:xfrm>
            <a:off x="3553725" y="3509572"/>
            <a:ext cx="666600" cy="666600"/>
          </a:xfrm>
          <a:prstGeom prst="arc">
            <a:avLst>
              <a:gd fmla="val 18414750" name="adj1"/>
              <a:gd fmla="val 272184"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02" name="Google Shape;1802;p92"/>
          <p:cNvSpPr txBox="1"/>
          <p:nvPr>
            <p:ph idx="1" type="body"/>
          </p:nvPr>
        </p:nvSpPr>
        <p:spPr>
          <a:xfrm>
            <a:off x="4281715" y="3558332"/>
            <a:ext cx="413700" cy="322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49</a:t>
            </a:r>
            <a:r>
              <a:rPr lang="en-GB" sz="1600"/>
              <a:t>°</a:t>
            </a:r>
            <a:endParaRPr sz="1600"/>
          </a:p>
        </p:txBody>
      </p:sp>
      <p:sp>
        <p:nvSpPr>
          <p:cNvPr id="1803" name="Google Shape;1803;p92"/>
          <p:cNvSpPr txBox="1"/>
          <p:nvPr/>
        </p:nvSpPr>
        <p:spPr>
          <a:xfrm>
            <a:off x="5588548" y="2791386"/>
            <a:ext cx="496800" cy="3858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i="1" lang="en-GB" sz="1800">
                <a:latin typeface="Times New Roman"/>
                <a:ea typeface="Times New Roman"/>
                <a:cs typeface="Times New Roman"/>
                <a:sym typeface="Times New Roman"/>
              </a:rPr>
              <a:t>y</a:t>
            </a:r>
            <a:r>
              <a:rPr lang="en-GB" sz="1600">
                <a:solidFill>
                  <a:srgbClr val="000000"/>
                </a:solidFill>
                <a:latin typeface="Lexend"/>
                <a:ea typeface="Lexend"/>
                <a:cs typeface="Lexend"/>
                <a:sym typeface="Lexend"/>
              </a:rPr>
              <a:t> m </a:t>
            </a:r>
            <a:endParaRPr sz="1600">
              <a:solidFill>
                <a:srgbClr val="000000"/>
              </a:solidFill>
              <a:latin typeface="Lexend"/>
              <a:ea typeface="Lexend"/>
              <a:cs typeface="Lexend"/>
              <a:sym typeface="Lexend"/>
            </a:endParaRPr>
          </a:p>
        </p:txBody>
      </p:sp>
      <p:sp>
        <p:nvSpPr>
          <p:cNvPr id="1804" name="Google Shape;1804;p92"/>
          <p:cNvSpPr txBox="1"/>
          <p:nvPr/>
        </p:nvSpPr>
        <p:spPr>
          <a:xfrm>
            <a:off x="3962776" y="2581409"/>
            <a:ext cx="648900" cy="415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12</a:t>
            </a:r>
            <a:r>
              <a:rPr lang="en-GB" sz="1600">
                <a:solidFill>
                  <a:srgbClr val="000000"/>
                </a:solidFill>
                <a:latin typeface="Lexend"/>
                <a:ea typeface="Lexend"/>
                <a:cs typeface="Lexend"/>
                <a:sym typeface="Lexend"/>
              </a:rPr>
              <a:t> m </a:t>
            </a:r>
            <a:endParaRPr sz="1600">
              <a:solidFill>
                <a:srgbClr val="000000"/>
              </a:solidFill>
              <a:latin typeface="Lexend"/>
              <a:ea typeface="Lexend"/>
              <a:cs typeface="Lexend"/>
              <a:sym typeface="Lexend"/>
            </a:endParaRPr>
          </a:p>
        </p:txBody>
      </p:sp>
      <p:sp>
        <p:nvSpPr>
          <p:cNvPr id="1805" name="Google Shape;1805;p92"/>
          <p:cNvSpPr txBox="1"/>
          <p:nvPr>
            <p:ph idx="1" type="body"/>
          </p:nvPr>
        </p:nvSpPr>
        <p:spPr>
          <a:xfrm>
            <a:off x="6572400" y="1292700"/>
            <a:ext cx="1673700" cy="1198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latin typeface="Times New Roman"/>
                <a:ea typeface="Times New Roman"/>
                <a:cs typeface="Times New Roman"/>
                <a:sym typeface="Times New Roman"/>
              </a:rPr>
              <a:t>12 ÷ 10 = 1.2</a:t>
            </a:r>
            <a:endParaRPr>
              <a:latin typeface="Times New Roman"/>
              <a:ea typeface="Times New Roman"/>
              <a:cs typeface="Times New Roman"/>
              <a:sym typeface="Times New Roman"/>
            </a:endParaRPr>
          </a:p>
          <a:p>
            <a:pPr indent="0" lvl="0" marL="0" rtl="0" algn="l">
              <a:spcBef>
                <a:spcPts val="1000"/>
              </a:spcBef>
              <a:spcAft>
                <a:spcPts val="1000"/>
              </a:spcAft>
              <a:buNone/>
            </a:pPr>
            <a:r>
              <a:rPr i="1" lang="en-GB">
                <a:latin typeface="Times New Roman"/>
                <a:ea typeface="Times New Roman"/>
                <a:cs typeface="Times New Roman"/>
                <a:sym typeface="Times New Roman"/>
              </a:rPr>
              <a:t>y</a:t>
            </a:r>
            <a:r>
              <a:rPr lang="en-GB">
                <a:latin typeface="Times New Roman"/>
                <a:ea typeface="Times New Roman"/>
                <a:cs typeface="Times New Roman"/>
                <a:sym typeface="Times New Roman"/>
              </a:rPr>
              <a:t> = 7.5 × 1.2</a:t>
            </a:r>
            <a:br>
              <a:rPr lang="en-GB">
                <a:latin typeface="Times New Roman"/>
                <a:ea typeface="Times New Roman"/>
                <a:cs typeface="Times New Roman"/>
                <a:sym typeface="Times New Roman"/>
              </a:rPr>
            </a:br>
            <a:r>
              <a:rPr lang="en-GB">
                <a:latin typeface="Times New Roman"/>
                <a:ea typeface="Times New Roman"/>
                <a:cs typeface="Times New Roman"/>
                <a:sym typeface="Times New Roman"/>
              </a:rPr>
              <a:t>  = 9</a:t>
            </a:r>
            <a:endParaRPr>
              <a:latin typeface="Times New Roman"/>
              <a:ea typeface="Times New Roman"/>
              <a:cs typeface="Times New Roman"/>
              <a:sym typeface="Times New Roman"/>
            </a:endParaRPr>
          </a:p>
        </p:txBody>
      </p:sp>
      <p:sp>
        <p:nvSpPr>
          <p:cNvPr id="1806" name="Google Shape;1806;p92"/>
          <p:cNvSpPr txBox="1"/>
          <p:nvPr>
            <p:ph idx="1" type="body"/>
          </p:nvPr>
        </p:nvSpPr>
        <p:spPr>
          <a:xfrm>
            <a:off x="6572400" y="3197700"/>
            <a:ext cx="1903800" cy="1198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a:latin typeface="Times New Roman"/>
                <a:ea typeface="Times New Roman"/>
                <a:cs typeface="Times New Roman"/>
                <a:sym typeface="Times New Roman"/>
              </a:rPr>
              <a:t>7.5 ÷ 10 = 0.75</a:t>
            </a:r>
            <a:endParaRPr>
              <a:latin typeface="Times New Roman"/>
              <a:ea typeface="Times New Roman"/>
              <a:cs typeface="Times New Roman"/>
              <a:sym typeface="Times New Roman"/>
            </a:endParaRPr>
          </a:p>
          <a:p>
            <a:pPr indent="0" lvl="0" marL="0" rtl="0" algn="l">
              <a:spcBef>
                <a:spcPts val="1000"/>
              </a:spcBef>
              <a:spcAft>
                <a:spcPts val="1000"/>
              </a:spcAft>
              <a:buNone/>
            </a:pPr>
            <a:r>
              <a:rPr i="1" lang="en-GB">
                <a:latin typeface="Times New Roman"/>
                <a:ea typeface="Times New Roman"/>
                <a:cs typeface="Times New Roman"/>
                <a:sym typeface="Times New Roman"/>
              </a:rPr>
              <a:t>y</a:t>
            </a:r>
            <a:r>
              <a:rPr lang="en-GB">
                <a:latin typeface="Times New Roman"/>
                <a:ea typeface="Times New Roman"/>
                <a:cs typeface="Times New Roman"/>
                <a:sym typeface="Times New Roman"/>
              </a:rPr>
              <a:t> = 12 × 0.75</a:t>
            </a:r>
            <a:br>
              <a:rPr lang="en-GB">
                <a:latin typeface="Times New Roman"/>
                <a:ea typeface="Times New Roman"/>
                <a:cs typeface="Times New Roman"/>
                <a:sym typeface="Times New Roman"/>
              </a:rPr>
            </a:br>
            <a:r>
              <a:rPr lang="en-GB">
                <a:latin typeface="Times New Roman"/>
                <a:ea typeface="Times New Roman"/>
                <a:cs typeface="Times New Roman"/>
                <a:sym typeface="Times New Roman"/>
              </a:rPr>
              <a:t>  = 9</a:t>
            </a:r>
            <a:endParaRPr>
              <a:latin typeface="Times New Roman"/>
              <a:ea typeface="Times New Roman"/>
              <a:cs typeface="Times New Roman"/>
              <a:sym typeface="Times New Roman"/>
            </a:endParaRPr>
          </a:p>
        </p:txBody>
      </p:sp>
      <p:sp>
        <p:nvSpPr>
          <p:cNvPr id="1807" name="Google Shape;1807;p92"/>
          <p:cNvSpPr txBox="1"/>
          <p:nvPr>
            <p:ph idx="1" type="body"/>
          </p:nvPr>
        </p:nvSpPr>
        <p:spPr>
          <a:xfrm>
            <a:off x="6572400" y="2664300"/>
            <a:ext cx="413700" cy="322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or</a:t>
            </a:r>
            <a:endParaRPr sz="2000">
              <a:latin typeface="Kalam"/>
              <a:ea typeface="Kalam"/>
              <a:cs typeface="Kalam"/>
              <a:sym typeface="Kalam"/>
            </a:endParaRPr>
          </a:p>
        </p:txBody>
      </p:sp>
      <p:cxnSp>
        <p:nvCxnSpPr>
          <p:cNvPr id="1808" name="Google Shape;1808;p92"/>
          <p:cNvCxnSpPr/>
          <p:nvPr/>
        </p:nvCxnSpPr>
        <p:spPr>
          <a:xfrm flipH="1" rot="5400000">
            <a:off x="1803975" y="2230500"/>
            <a:ext cx="207000" cy="1167600"/>
          </a:xfrm>
          <a:prstGeom prst="curvedConnector3">
            <a:avLst>
              <a:gd fmla="val 215085" name="adj1"/>
            </a:avLst>
          </a:prstGeom>
          <a:noFill/>
          <a:ln cap="flat" cmpd="sng" w="38100">
            <a:solidFill>
              <a:schemeClr val="accent5"/>
            </a:solidFill>
            <a:prstDash val="solid"/>
            <a:round/>
            <a:headEnd len="med" w="med" type="triangle"/>
            <a:tailEnd len="med" w="med" type="none"/>
          </a:ln>
        </p:spPr>
      </p:cxnSp>
      <p:sp>
        <p:nvSpPr>
          <p:cNvPr id="1809" name="Google Shape;1809;p92"/>
          <p:cNvSpPr txBox="1"/>
          <p:nvPr/>
        </p:nvSpPr>
        <p:spPr>
          <a:xfrm>
            <a:off x="1227516" y="2232624"/>
            <a:ext cx="581400" cy="326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solidFill>
                  <a:schemeClr val="accent5"/>
                </a:solidFill>
                <a:latin typeface="Lexend"/>
                <a:ea typeface="Lexend"/>
                <a:cs typeface="Lexend"/>
                <a:sym typeface="Lexend"/>
              </a:rPr>
              <a:t>× 0.75</a:t>
            </a:r>
            <a:endParaRPr sz="1600">
              <a:solidFill>
                <a:schemeClr val="accent5"/>
              </a:solidFill>
              <a:latin typeface="Lexend"/>
              <a:ea typeface="Lexend"/>
              <a:cs typeface="Lexend"/>
              <a:sym typeface="Lexend"/>
            </a:endParaRPr>
          </a:p>
        </p:txBody>
      </p:sp>
      <p:cxnSp>
        <p:nvCxnSpPr>
          <p:cNvPr id="1810" name="Google Shape;1810;p92"/>
          <p:cNvCxnSpPr/>
          <p:nvPr/>
        </p:nvCxnSpPr>
        <p:spPr>
          <a:xfrm flipH="1" rot="5400000">
            <a:off x="4860875" y="1806153"/>
            <a:ext cx="344100" cy="1734900"/>
          </a:xfrm>
          <a:prstGeom prst="curvedConnector3">
            <a:avLst>
              <a:gd fmla="val 178406" name="adj1"/>
            </a:avLst>
          </a:prstGeom>
          <a:noFill/>
          <a:ln cap="flat" cmpd="sng" w="38100">
            <a:solidFill>
              <a:schemeClr val="accent5"/>
            </a:solidFill>
            <a:prstDash val="solid"/>
            <a:round/>
            <a:headEnd len="med" w="med" type="triangle"/>
            <a:tailEnd len="med" w="med" type="none"/>
          </a:ln>
        </p:spPr>
      </p:cxnSp>
      <p:sp>
        <p:nvSpPr>
          <p:cNvPr id="1811" name="Google Shape;1811;p92"/>
          <p:cNvSpPr txBox="1"/>
          <p:nvPr/>
        </p:nvSpPr>
        <p:spPr>
          <a:xfrm>
            <a:off x="4452974" y="1933455"/>
            <a:ext cx="872400" cy="489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solidFill>
                  <a:schemeClr val="accent5"/>
                </a:solidFill>
                <a:latin typeface="Lexend"/>
                <a:ea typeface="Lexend"/>
                <a:cs typeface="Lexend"/>
                <a:sym typeface="Lexend"/>
              </a:rPr>
              <a:t>× 0.75</a:t>
            </a:r>
            <a:endParaRPr sz="1600">
              <a:solidFill>
                <a:schemeClr val="accent5"/>
              </a:solidFill>
              <a:latin typeface="Lexend"/>
              <a:ea typeface="Lexend"/>
              <a:cs typeface="Lexend"/>
              <a:sym typeface="Lexend"/>
            </a:endParaRPr>
          </a:p>
        </p:txBody>
      </p:sp>
      <p:sp>
        <p:nvSpPr>
          <p:cNvPr id="1812" name="Google Shape;1812;p92"/>
          <p:cNvSpPr txBox="1"/>
          <p:nvPr/>
        </p:nvSpPr>
        <p:spPr>
          <a:xfrm>
            <a:off x="2694862" y="2470873"/>
            <a:ext cx="581400" cy="326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solidFill>
                  <a:schemeClr val="accent5"/>
                </a:solidFill>
                <a:latin typeface="Lexend"/>
                <a:ea typeface="Lexend"/>
                <a:cs typeface="Lexend"/>
                <a:sym typeface="Lexend"/>
              </a:rPr>
              <a:t>× 1.2</a:t>
            </a:r>
            <a:endParaRPr sz="1600">
              <a:solidFill>
                <a:schemeClr val="accent5"/>
              </a:solidFill>
              <a:latin typeface="Lexend"/>
              <a:ea typeface="Lexend"/>
              <a:cs typeface="Lexend"/>
              <a:sym typeface="Lexend"/>
            </a:endParaRPr>
          </a:p>
        </p:txBody>
      </p:sp>
      <p:cxnSp>
        <p:nvCxnSpPr>
          <p:cNvPr id="1813" name="Google Shape;1813;p92"/>
          <p:cNvCxnSpPr/>
          <p:nvPr/>
        </p:nvCxnSpPr>
        <p:spPr>
          <a:xfrm flipH="1" rot="10800000">
            <a:off x="1395076" y="2685809"/>
            <a:ext cx="2530500" cy="120300"/>
          </a:xfrm>
          <a:prstGeom prst="straightConnector1">
            <a:avLst/>
          </a:prstGeom>
          <a:noFill/>
          <a:ln cap="flat" cmpd="sng" w="38100">
            <a:solidFill>
              <a:schemeClr val="accent5"/>
            </a:solidFill>
            <a:prstDash val="solid"/>
            <a:round/>
            <a:headEnd len="med" w="med" type="none"/>
            <a:tailEnd len="med" w="med" type="triangle"/>
          </a:ln>
        </p:spPr>
      </p:cxnSp>
      <p:cxnSp>
        <p:nvCxnSpPr>
          <p:cNvPr id="1814" name="Google Shape;1814;p92"/>
          <p:cNvCxnSpPr>
            <a:stCxn id="1798" idx="3"/>
            <a:endCxn id="1803" idx="1"/>
          </p:cNvCxnSpPr>
          <p:nvPr/>
        </p:nvCxnSpPr>
        <p:spPr>
          <a:xfrm flipH="1" rot="10800000">
            <a:off x="2867575" y="2984300"/>
            <a:ext cx="2721000" cy="136500"/>
          </a:xfrm>
          <a:prstGeom prst="straightConnector1">
            <a:avLst/>
          </a:prstGeom>
          <a:noFill/>
          <a:ln cap="flat" cmpd="sng" w="38100">
            <a:solidFill>
              <a:schemeClr val="accent5"/>
            </a:solidFill>
            <a:prstDash val="solid"/>
            <a:round/>
            <a:headEnd len="med" w="med" type="none"/>
            <a:tailEnd len="med" w="med" type="triangle"/>
          </a:ln>
        </p:spPr>
      </p:cxnSp>
      <p:sp>
        <p:nvSpPr>
          <p:cNvPr id="1815" name="Google Shape;1815;p92"/>
          <p:cNvSpPr txBox="1"/>
          <p:nvPr/>
        </p:nvSpPr>
        <p:spPr>
          <a:xfrm>
            <a:off x="3136998" y="2856931"/>
            <a:ext cx="581400" cy="326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solidFill>
                  <a:schemeClr val="accent5"/>
                </a:solidFill>
                <a:latin typeface="Lexend"/>
                <a:ea typeface="Lexend"/>
                <a:cs typeface="Lexend"/>
                <a:sym typeface="Lexend"/>
              </a:rPr>
              <a:t>× 1.2</a:t>
            </a:r>
            <a:endParaRPr sz="1600">
              <a:solidFill>
                <a:schemeClr val="accent5"/>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1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1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1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1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0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812"/>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813"/>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815"/>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814"/>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80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0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0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1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1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0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9" name="Shape 1819"/>
        <p:cNvGrpSpPr/>
        <p:nvPr/>
      </p:nvGrpSpPr>
      <p:grpSpPr>
        <a:xfrm>
          <a:off x="0" y="0"/>
          <a:ext cx="0" cy="0"/>
          <a:chOff x="0" y="0"/>
          <a:chExt cx="0" cy="0"/>
        </a:xfrm>
      </p:grpSpPr>
      <p:sp>
        <p:nvSpPr>
          <p:cNvPr id="1820" name="Google Shape;1820;p93"/>
          <p:cNvSpPr/>
          <p:nvPr/>
        </p:nvSpPr>
        <p:spPr>
          <a:xfrm flipH="1" rot="10800000">
            <a:off x="1165002" y="2924544"/>
            <a:ext cx="770233" cy="918020"/>
          </a:xfrm>
          <a:custGeom>
            <a:rect b="b" l="l" r="r" t="t"/>
            <a:pathLst>
              <a:path extrusionOk="0" h="38100" w="50740">
                <a:moveTo>
                  <a:pt x="0" y="0"/>
                </a:moveTo>
                <a:lnTo>
                  <a:pt x="50740" y="0"/>
                </a:lnTo>
                <a:lnTo>
                  <a:pt x="50740" y="38100"/>
                </a:lnTo>
                <a:close/>
              </a:path>
            </a:pathLst>
          </a:custGeom>
          <a:noFill/>
          <a:ln cap="flat" cmpd="sng" w="38100">
            <a:solidFill>
              <a:srgbClr val="000000"/>
            </a:solidFill>
            <a:prstDash val="solid"/>
            <a:round/>
            <a:headEnd len="med" w="med" type="none"/>
            <a:tailEnd len="med" w="med" type="none"/>
          </a:ln>
        </p:spPr>
      </p:sp>
      <p:cxnSp>
        <p:nvCxnSpPr>
          <p:cNvPr id="1821" name="Google Shape;1821;p93"/>
          <p:cNvCxnSpPr/>
          <p:nvPr/>
        </p:nvCxnSpPr>
        <p:spPr>
          <a:xfrm rot="10800000">
            <a:off x="1159414" y="3975851"/>
            <a:ext cx="775800" cy="0"/>
          </a:xfrm>
          <a:prstGeom prst="straightConnector1">
            <a:avLst/>
          </a:prstGeom>
          <a:noFill/>
          <a:ln cap="flat" cmpd="sng" w="28575">
            <a:solidFill>
              <a:srgbClr val="000000"/>
            </a:solidFill>
            <a:prstDash val="solid"/>
            <a:round/>
            <a:headEnd len="med" w="med" type="triangle"/>
            <a:tailEnd len="med" w="med" type="triangle"/>
          </a:ln>
        </p:spPr>
      </p:cxnSp>
      <p:cxnSp>
        <p:nvCxnSpPr>
          <p:cNvPr id="1822" name="Google Shape;1822;p93"/>
          <p:cNvCxnSpPr/>
          <p:nvPr/>
        </p:nvCxnSpPr>
        <p:spPr>
          <a:xfrm flipH="1" rot="10800000">
            <a:off x="1111390" y="2855953"/>
            <a:ext cx="761700" cy="904200"/>
          </a:xfrm>
          <a:prstGeom prst="straightConnector1">
            <a:avLst/>
          </a:prstGeom>
          <a:noFill/>
          <a:ln cap="flat" cmpd="sng" w="28575">
            <a:solidFill>
              <a:srgbClr val="000000"/>
            </a:solidFill>
            <a:prstDash val="solid"/>
            <a:round/>
            <a:headEnd len="med" w="med" type="triangle"/>
            <a:tailEnd len="med" w="med" type="triangle"/>
          </a:ln>
        </p:spPr>
      </p:cxnSp>
      <p:sp>
        <p:nvSpPr>
          <p:cNvPr id="1823" name="Google Shape;1823;p93"/>
          <p:cNvSpPr/>
          <p:nvPr/>
        </p:nvSpPr>
        <p:spPr>
          <a:xfrm flipH="1" rot="10800000">
            <a:off x="3824742" y="2002853"/>
            <a:ext cx="1557464" cy="1856432"/>
          </a:xfrm>
          <a:custGeom>
            <a:rect b="b" l="l" r="r" t="t"/>
            <a:pathLst>
              <a:path extrusionOk="0" h="38100" w="50740">
                <a:moveTo>
                  <a:pt x="0" y="0"/>
                </a:moveTo>
                <a:lnTo>
                  <a:pt x="50740" y="0"/>
                </a:lnTo>
                <a:lnTo>
                  <a:pt x="50740" y="38100"/>
                </a:lnTo>
                <a:close/>
              </a:path>
            </a:pathLst>
          </a:custGeom>
          <a:noFill/>
          <a:ln cap="flat" cmpd="sng" w="38100">
            <a:solidFill>
              <a:srgbClr val="000000"/>
            </a:solidFill>
            <a:prstDash val="solid"/>
            <a:round/>
            <a:headEnd len="med" w="med" type="none"/>
            <a:tailEnd len="med" w="med" type="none"/>
          </a:ln>
        </p:spPr>
      </p:sp>
      <p:cxnSp>
        <p:nvCxnSpPr>
          <p:cNvPr id="1824" name="Google Shape;1824;p93"/>
          <p:cNvCxnSpPr/>
          <p:nvPr/>
        </p:nvCxnSpPr>
        <p:spPr>
          <a:xfrm rot="10800000">
            <a:off x="3834150" y="3974850"/>
            <a:ext cx="1529700" cy="0"/>
          </a:xfrm>
          <a:prstGeom prst="straightConnector1">
            <a:avLst/>
          </a:prstGeom>
          <a:noFill/>
          <a:ln cap="flat" cmpd="sng" w="28575">
            <a:solidFill>
              <a:srgbClr val="000000"/>
            </a:solidFill>
            <a:prstDash val="solid"/>
            <a:round/>
            <a:headEnd len="med" w="med" type="triangle"/>
            <a:tailEnd len="med" w="med" type="triangle"/>
          </a:ln>
        </p:spPr>
      </p:cxnSp>
      <p:cxnSp>
        <p:nvCxnSpPr>
          <p:cNvPr id="1825" name="Google Shape;1825;p93"/>
          <p:cNvCxnSpPr/>
          <p:nvPr/>
        </p:nvCxnSpPr>
        <p:spPr>
          <a:xfrm flipH="1" rot="10800000">
            <a:off x="3745640" y="1844462"/>
            <a:ext cx="1540200" cy="1828685"/>
          </a:xfrm>
          <a:prstGeom prst="straightConnector1">
            <a:avLst/>
          </a:prstGeom>
          <a:noFill/>
          <a:ln cap="flat" cmpd="sng" w="28575">
            <a:solidFill>
              <a:srgbClr val="000000"/>
            </a:solidFill>
            <a:prstDash val="solid"/>
            <a:round/>
            <a:headEnd len="med" w="med" type="triangle"/>
            <a:tailEnd len="med" w="med" type="triangle"/>
          </a:ln>
        </p:spPr>
      </p:cxnSp>
      <p:sp>
        <p:nvSpPr>
          <p:cNvPr id="1826" name="Google Shape;1826;p93"/>
          <p:cNvSpPr txBox="1"/>
          <p:nvPr>
            <p:ph idx="1" type="body"/>
          </p:nvPr>
        </p:nvSpPr>
        <p:spPr>
          <a:xfrm>
            <a:off x="324000" y="759300"/>
            <a:ext cx="8237700" cy="521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Find the value of </a:t>
            </a:r>
            <a:r>
              <a:rPr i="1" lang="en-GB" sz="2400">
                <a:latin typeface="Times New Roman"/>
                <a:ea typeface="Times New Roman"/>
                <a:cs typeface="Times New Roman"/>
                <a:sym typeface="Times New Roman"/>
              </a:rPr>
              <a:t>x</a:t>
            </a:r>
            <a:r>
              <a:rPr lang="en-GB"/>
              <a:t>.</a:t>
            </a:r>
            <a:endParaRPr/>
          </a:p>
        </p:txBody>
      </p:sp>
      <p:sp>
        <p:nvSpPr>
          <p:cNvPr id="1827" name="Google Shape;1827;p93"/>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Finding missing lengths with similar triangles</a:t>
            </a:r>
            <a:endParaRPr/>
          </a:p>
        </p:txBody>
      </p:sp>
      <p:sp>
        <p:nvSpPr>
          <p:cNvPr id="1828" name="Google Shape;1828;p93"/>
          <p:cNvSpPr/>
          <p:nvPr/>
        </p:nvSpPr>
        <p:spPr>
          <a:xfrm>
            <a:off x="1838654" y="3754301"/>
            <a:ext cx="93600" cy="936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29" name="Google Shape;1829;p93"/>
          <p:cNvSpPr/>
          <p:nvPr/>
        </p:nvSpPr>
        <p:spPr>
          <a:xfrm>
            <a:off x="1030975" y="3675028"/>
            <a:ext cx="329700" cy="329700"/>
          </a:xfrm>
          <a:prstGeom prst="arc">
            <a:avLst>
              <a:gd fmla="val 18112584" name="adj1"/>
              <a:gd fmla="val 272184"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30" name="Google Shape;1830;p93"/>
          <p:cNvSpPr txBox="1"/>
          <p:nvPr>
            <p:ph idx="1" type="body"/>
          </p:nvPr>
        </p:nvSpPr>
        <p:spPr>
          <a:xfrm>
            <a:off x="1346446" y="3602453"/>
            <a:ext cx="413700" cy="159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49°</a:t>
            </a:r>
            <a:endParaRPr sz="1600"/>
          </a:p>
        </p:txBody>
      </p:sp>
      <p:sp>
        <p:nvSpPr>
          <p:cNvPr id="1831" name="Google Shape;1831;p93"/>
          <p:cNvSpPr txBox="1"/>
          <p:nvPr/>
        </p:nvSpPr>
        <p:spPr>
          <a:xfrm>
            <a:off x="1392186" y="3985146"/>
            <a:ext cx="358800" cy="1908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0.7</a:t>
            </a:r>
            <a:endParaRPr sz="1600">
              <a:solidFill>
                <a:srgbClr val="000000"/>
              </a:solidFill>
              <a:latin typeface="Lexend"/>
              <a:ea typeface="Lexend"/>
              <a:cs typeface="Lexend"/>
              <a:sym typeface="Lexend"/>
            </a:endParaRPr>
          </a:p>
        </p:txBody>
      </p:sp>
      <p:sp>
        <p:nvSpPr>
          <p:cNvPr id="1832" name="Google Shape;1832;p93"/>
          <p:cNvSpPr txBox="1"/>
          <p:nvPr/>
        </p:nvSpPr>
        <p:spPr>
          <a:xfrm>
            <a:off x="1361178" y="3118441"/>
            <a:ext cx="135900" cy="159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1</a:t>
            </a:r>
            <a:r>
              <a:rPr lang="en-GB" sz="1600">
                <a:solidFill>
                  <a:srgbClr val="000000"/>
                </a:solidFill>
                <a:latin typeface="Lexend"/>
                <a:ea typeface="Lexend"/>
                <a:cs typeface="Lexend"/>
                <a:sym typeface="Lexend"/>
              </a:rPr>
              <a:t> </a:t>
            </a:r>
            <a:endParaRPr sz="1600">
              <a:solidFill>
                <a:srgbClr val="000000"/>
              </a:solidFill>
              <a:latin typeface="Lexend"/>
              <a:ea typeface="Lexend"/>
              <a:cs typeface="Lexend"/>
              <a:sym typeface="Lexend"/>
            </a:endParaRPr>
          </a:p>
        </p:txBody>
      </p:sp>
      <p:sp>
        <p:nvSpPr>
          <p:cNvPr id="1833" name="Google Shape;1833;p93"/>
          <p:cNvSpPr/>
          <p:nvPr/>
        </p:nvSpPr>
        <p:spPr>
          <a:xfrm>
            <a:off x="5186931" y="3669875"/>
            <a:ext cx="189300" cy="1893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34" name="Google Shape;1834;p93"/>
          <p:cNvSpPr/>
          <p:nvPr/>
        </p:nvSpPr>
        <p:spPr>
          <a:xfrm>
            <a:off x="3553725" y="3509572"/>
            <a:ext cx="666600" cy="666600"/>
          </a:xfrm>
          <a:prstGeom prst="arc">
            <a:avLst>
              <a:gd fmla="val 18414750" name="adj1"/>
              <a:gd fmla="val 272184"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35" name="Google Shape;1835;p93"/>
          <p:cNvSpPr txBox="1"/>
          <p:nvPr>
            <p:ph idx="1" type="body"/>
          </p:nvPr>
        </p:nvSpPr>
        <p:spPr>
          <a:xfrm>
            <a:off x="4281715" y="3558332"/>
            <a:ext cx="413700" cy="322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49°</a:t>
            </a:r>
            <a:endParaRPr sz="1600"/>
          </a:p>
        </p:txBody>
      </p:sp>
      <p:sp>
        <p:nvSpPr>
          <p:cNvPr id="1836" name="Google Shape;1836;p93"/>
          <p:cNvSpPr txBox="1"/>
          <p:nvPr/>
        </p:nvSpPr>
        <p:spPr>
          <a:xfrm>
            <a:off x="4423609" y="3934211"/>
            <a:ext cx="496800" cy="3858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i="1" lang="en-GB" sz="1800">
                <a:latin typeface="Times New Roman"/>
                <a:ea typeface="Times New Roman"/>
                <a:cs typeface="Times New Roman"/>
                <a:sym typeface="Times New Roman"/>
              </a:rPr>
              <a:t>x</a:t>
            </a:r>
            <a:r>
              <a:rPr lang="en-GB" sz="1600">
                <a:solidFill>
                  <a:srgbClr val="000000"/>
                </a:solidFill>
                <a:latin typeface="Lexend"/>
                <a:ea typeface="Lexend"/>
                <a:cs typeface="Lexend"/>
                <a:sym typeface="Lexend"/>
              </a:rPr>
              <a:t> m </a:t>
            </a:r>
            <a:endParaRPr sz="1600">
              <a:solidFill>
                <a:srgbClr val="000000"/>
              </a:solidFill>
              <a:latin typeface="Lexend"/>
              <a:ea typeface="Lexend"/>
              <a:cs typeface="Lexend"/>
              <a:sym typeface="Lexend"/>
            </a:endParaRPr>
          </a:p>
        </p:txBody>
      </p:sp>
      <p:sp>
        <p:nvSpPr>
          <p:cNvPr id="1837" name="Google Shape;1837;p93"/>
          <p:cNvSpPr txBox="1"/>
          <p:nvPr/>
        </p:nvSpPr>
        <p:spPr>
          <a:xfrm>
            <a:off x="3962776" y="2581409"/>
            <a:ext cx="648900" cy="4152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12</a:t>
            </a:r>
            <a:r>
              <a:rPr lang="en-GB" sz="1600">
                <a:solidFill>
                  <a:srgbClr val="000000"/>
                </a:solidFill>
                <a:latin typeface="Lexend"/>
                <a:ea typeface="Lexend"/>
                <a:cs typeface="Lexend"/>
                <a:sym typeface="Lexend"/>
              </a:rPr>
              <a:t> m </a:t>
            </a:r>
            <a:endParaRPr sz="1600">
              <a:solidFill>
                <a:srgbClr val="000000"/>
              </a:solidFill>
              <a:latin typeface="Lexend"/>
              <a:ea typeface="Lexend"/>
              <a:cs typeface="Lexend"/>
              <a:sym typeface="Lexend"/>
            </a:endParaRPr>
          </a:p>
        </p:txBody>
      </p:sp>
      <p:sp>
        <p:nvSpPr>
          <p:cNvPr id="1838" name="Google Shape;1838;p93"/>
          <p:cNvSpPr txBox="1"/>
          <p:nvPr>
            <p:ph idx="1" type="body"/>
          </p:nvPr>
        </p:nvSpPr>
        <p:spPr>
          <a:xfrm>
            <a:off x="6572400" y="1770975"/>
            <a:ext cx="1673700" cy="720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a:latin typeface="Times New Roman"/>
                <a:ea typeface="Times New Roman"/>
                <a:cs typeface="Times New Roman"/>
                <a:sym typeface="Times New Roman"/>
              </a:rPr>
              <a:t>x</a:t>
            </a:r>
            <a:r>
              <a:rPr lang="en-GB">
                <a:latin typeface="Times New Roman"/>
                <a:ea typeface="Times New Roman"/>
                <a:cs typeface="Times New Roman"/>
                <a:sym typeface="Times New Roman"/>
              </a:rPr>
              <a:t> = 0.7 × 12</a:t>
            </a:r>
            <a:br>
              <a:rPr lang="en-GB">
                <a:latin typeface="Times New Roman"/>
                <a:ea typeface="Times New Roman"/>
                <a:cs typeface="Times New Roman"/>
                <a:sym typeface="Times New Roman"/>
              </a:rPr>
            </a:br>
            <a:r>
              <a:rPr lang="en-GB">
                <a:latin typeface="Times New Roman"/>
                <a:ea typeface="Times New Roman"/>
                <a:cs typeface="Times New Roman"/>
                <a:sym typeface="Times New Roman"/>
              </a:rPr>
              <a:t>  = 8.4</a:t>
            </a:r>
            <a:endParaRPr>
              <a:latin typeface="Times New Roman"/>
              <a:ea typeface="Times New Roman"/>
              <a:cs typeface="Times New Roman"/>
              <a:sym typeface="Times New Roman"/>
            </a:endParaRPr>
          </a:p>
        </p:txBody>
      </p:sp>
      <p:sp>
        <p:nvSpPr>
          <p:cNvPr id="1839" name="Google Shape;1839;p93"/>
          <p:cNvSpPr txBox="1"/>
          <p:nvPr>
            <p:ph idx="1" type="body"/>
          </p:nvPr>
        </p:nvSpPr>
        <p:spPr>
          <a:xfrm>
            <a:off x="6572400" y="3286175"/>
            <a:ext cx="1673700" cy="794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a:latin typeface="Times New Roman"/>
                <a:ea typeface="Times New Roman"/>
                <a:cs typeface="Times New Roman"/>
                <a:sym typeface="Times New Roman"/>
              </a:rPr>
              <a:t>x</a:t>
            </a:r>
            <a:r>
              <a:rPr lang="en-GB">
                <a:latin typeface="Times New Roman"/>
                <a:ea typeface="Times New Roman"/>
                <a:cs typeface="Times New Roman"/>
                <a:sym typeface="Times New Roman"/>
              </a:rPr>
              <a:t> = 0.7 × 12</a:t>
            </a:r>
            <a:br>
              <a:rPr lang="en-GB">
                <a:latin typeface="Times New Roman"/>
                <a:ea typeface="Times New Roman"/>
                <a:cs typeface="Times New Roman"/>
                <a:sym typeface="Times New Roman"/>
              </a:rPr>
            </a:br>
            <a:r>
              <a:rPr lang="en-GB">
                <a:latin typeface="Times New Roman"/>
                <a:ea typeface="Times New Roman"/>
                <a:cs typeface="Times New Roman"/>
                <a:sym typeface="Times New Roman"/>
              </a:rPr>
              <a:t>  = 8.4</a:t>
            </a:r>
            <a:endParaRPr>
              <a:latin typeface="Times New Roman"/>
              <a:ea typeface="Times New Roman"/>
              <a:cs typeface="Times New Roman"/>
              <a:sym typeface="Times New Roman"/>
            </a:endParaRPr>
          </a:p>
        </p:txBody>
      </p:sp>
      <p:sp>
        <p:nvSpPr>
          <p:cNvPr id="1840" name="Google Shape;1840;p93"/>
          <p:cNvSpPr txBox="1"/>
          <p:nvPr>
            <p:ph idx="1" type="body"/>
          </p:nvPr>
        </p:nvSpPr>
        <p:spPr>
          <a:xfrm>
            <a:off x="6572400" y="2664300"/>
            <a:ext cx="413700" cy="322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or</a:t>
            </a:r>
            <a:endParaRPr sz="2000">
              <a:latin typeface="Kalam"/>
              <a:ea typeface="Kalam"/>
              <a:cs typeface="Kalam"/>
              <a:sym typeface="Kalam"/>
            </a:endParaRPr>
          </a:p>
        </p:txBody>
      </p:sp>
      <p:cxnSp>
        <p:nvCxnSpPr>
          <p:cNvPr id="1841" name="Google Shape;1841;p93"/>
          <p:cNvCxnSpPr>
            <a:stCxn id="1831" idx="1"/>
            <a:endCxn id="1832" idx="1"/>
          </p:cNvCxnSpPr>
          <p:nvPr/>
        </p:nvCxnSpPr>
        <p:spPr>
          <a:xfrm rot="10800000">
            <a:off x="1361286" y="3197946"/>
            <a:ext cx="30900" cy="882600"/>
          </a:xfrm>
          <a:prstGeom prst="curvedConnector3">
            <a:avLst>
              <a:gd fmla="val 870978" name="adj1"/>
            </a:avLst>
          </a:prstGeom>
          <a:noFill/>
          <a:ln cap="flat" cmpd="sng" w="38100">
            <a:solidFill>
              <a:schemeClr val="accent5"/>
            </a:solidFill>
            <a:prstDash val="solid"/>
            <a:round/>
            <a:headEnd len="med" w="med" type="triangle"/>
            <a:tailEnd len="med" w="med" type="none"/>
          </a:ln>
        </p:spPr>
      </p:cxnSp>
      <p:sp>
        <p:nvSpPr>
          <p:cNvPr id="1842" name="Google Shape;1842;p93"/>
          <p:cNvSpPr txBox="1"/>
          <p:nvPr/>
        </p:nvSpPr>
        <p:spPr>
          <a:xfrm>
            <a:off x="633776" y="3485522"/>
            <a:ext cx="556200" cy="1908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solidFill>
                  <a:schemeClr val="accent5"/>
                </a:solidFill>
                <a:latin typeface="Lexend"/>
                <a:ea typeface="Lexend"/>
                <a:cs typeface="Lexend"/>
                <a:sym typeface="Lexend"/>
              </a:rPr>
              <a:t>× 0.7</a:t>
            </a:r>
            <a:endParaRPr sz="1600">
              <a:solidFill>
                <a:schemeClr val="accent5"/>
              </a:solidFill>
              <a:latin typeface="Lexend"/>
              <a:ea typeface="Lexend"/>
              <a:cs typeface="Lexend"/>
              <a:sym typeface="Lexend"/>
            </a:endParaRPr>
          </a:p>
        </p:txBody>
      </p:sp>
      <p:cxnSp>
        <p:nvCxnSpPr>
          <p:cNvPr id="1843" name="Google Shape;1843;p93"/>
          <p:cNvCxnSpPr>
            <a:stCxn id="1836" idx="1"/>
            <a:endCxn id="1837" idx="1"/>
          </p:cNvCxnSpPr>
          <p:nvPr/>
        </p:nvCxnSpPr>
        <p:spPr>
          <a:xfrm rot="10800000">
            <a:off x="3962809" y="2789111"/>
            <a:ext cx="460800" cy="1338000"/>
          </a:xfrm>
          <a:prstGeom prst="curvedConnector3">
            <a:avLst>
              <a:gd fmla="val 151684" name="adj1"/>
            </a:avLst>
          </a:prstGeom>
          <a:noFill/>
          <a:ln cap="flat" cmpd="sng" w="38100">
            <a:solidFill>
              <a:schemeClr val="accent5"/>
            </a:solidFill>
            <a:prstDash val="solid"/>
            <a:round/>
            <a:headEnd len="med" w="med" type="triangle"/>
            <a:tailEnd len="med" w="med" type="none"/>
          </a:ln>
        </p:spPr>
      </p:cxnSp>
      <p:sp>
        <p:nvSpPr>
          <p:cNvPr id="1844" name="Google Shape;1844;p93"/>
          <p:cNvSpPr txBox="1"/>
          <p:nvPr/>
        </p:nvSpPr>
        <p:spPr>
          <a:xfrm>
            <a:off x="3228830" y="3286187"/>
            <a:ext cx="872400" cy="489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solidFill>
                  <a:schemeClr val="accent5"/>
                </a:solidFill>
                <a:latin typeface="Lexend"/>
                <a:ea typeface="Lexend"/>
                <a:cs typeface="Lexend"/>
                <a:sym typeface="Lexend"/>
              </a:rPr>
              <a:t>× 0.7</a:t>
            </a:r>
            <a:endParaRPr sz="1600">
              <a:solidFill>
                <a:schemeClr val="accent5"/>
              </a:solidFill>
              <a:latin typeface="Lexend"/>
              <a:ea typeface="Lexend"/>
              <a:cs typeface="Lexend"/>
              <a:sym typeface="Lexend"/>
            </a:endParaRPr>
          </a:p>
        </p:txBody>
      </p:sp>
      <p:sp>
        <p:nvSpPr>
          <p:cNvPr id="1845" name="Google Shape;1845;p93"/>
          <p:cNvSpPr txBox="1"/>
          <p:nvPr/>
        </p:nvSpPr>
        <p:spPr>
          <a:xfrm>
            <a:off x="2542462" y="2680231"/>
            <a:ext cx="581400" cy="326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solidFill>
                  <a:schemeClr val="accent5"/>
                </a:solidFill>
                <a:latin typeface="Lexend"/>
                <a:ea typeface="Lexend"/>
                <a:cs typeface="Lexend"/>
                <a:sym typeface="Lexend"/>
              </a:rPr>
              <a:t>× 12</a:t>
            </a:r>
            <a:endParaRPr sz="1600">
              <a:solidFill>
                <a:schemeClr val="accent5"/>
              </a:solidFill>
              <a:latin typeface="Lexend"/>
              <a:ea typeface="Lexend"/>
              <a:cs typeface="Lexend"/>
              <a:sym typeface="Lexend"/>
            </a:endParaRPr>
          </a:p>
        </p:txBody>
      </p:sp>
      <p:cxnSp>
        <p:nvCxnSpPr>
          <p:cNvPr id="1846" name="Google Shape;1846;p93"/>
          <p:cNvCxnSpPr/>
          <p:nvPr/>
        </p:nvCxnSpPr>
        <p:spPr>
          <a:xfrm flipH="1" rot="10800000">
            <a:off x="1497063" y="2685834"/>
            <a:ext cx="2433300" cy="515700"/>
          </a:xfrm>
          <a:prstGeom prst="straightConnector1">
            <a:avLst/>
          </a:prstGeom>
          <a:noFill/>
          <a:ln cap="flat" cmpd="sng" w="38100">
            <a:solidFill>
              <a:schemeClr val="accent5"/>
            </a:solidFill>
            <a:prstDash val="solid"/>
            <a:round/>
            <a:headEnd len="med" w="med" type="none"/>
            <a:tailEnd len="med" w="med" type="triangle"/>
          </a:ln>
        </p:spPr>
      </p:cxnSp>
      <p:cxnSp>
        <p:nvCxnSpPr>
          <p:cNvPr id="1847" name="Google Shape;1847;p93"/>
          <p:cNvCxnSpPr>
            <a:endCxn id="1836" idx="1"/>
          </p:cNvCxnSpPr>
          <p:nvPr/>
        </p:nvCxnSpPr>
        <p:spPr>
          <a:xfrm>
            <a:off x="1715509" y="4118411"/>
            <a:ext cx="2708100" cy="8700"/>
          </a:xfrm>
          <a:prstGeom prst="straightConnector1">
            <a:avLst/>
          </a:prstGeom>
          <a:noFill/>
          <a:ln cap="flat" cmpd="sng" w="38100">
            <a:solidFill>
              <a:schemeClr val="accent5"/>
            </a:solidFill>
            <a:prstDash val="solid"/>
            <a:round/>
            <a:headEnd len="med" w="med" type="none"/>
            <a:tailEnd len="med" w="med" type="triangle"/>
          </a:ln>
        </p:spPr>
      </p:cxnSp>
      <p:sp>
        <p:nvSpPr>
          <p:cNvPr id="1848" name="Google Shape;1848;p93"/>
          <p:cNvSpPr txBox="1"/>
          <p:nvPr/>
        </p:nvSpPr>
        <p:spPr>
          <a:xfrm>
            <a:off x="2771048" y="3858006"/>
            <a:ext cx="581400" cy="326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solidFill>
                  <a:schemeClr val="accent5"/>
                </a:solidFill>
                <a:latin typeface="Lexend"/>
                <a:ea typeface="Lexend"/>
                <a:cs typeface="Lexend"/>
                <a:sym typeface="Lexend"/>
              </a:rPr>
              <a:t>× 12</a:t>
            </a:r>
            <a:endParaRPr sz="1600">
              <a:solidFill>
                <a:schemeClr val="accent5"/>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4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4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4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4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3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845"/>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846"/>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848"/>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847"/>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84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4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4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4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4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3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2" name="Shape 1852"/>
        <p:cNvGrpSpPr/>
        <p:nvPr/>
      </p:nvGrpSpPr>
      <p:grpSpPr>
        <a:xfrm>
          <a:off x="0" y="0"/>
          <a:ext cx="0" cy="0"/>
          <a:chOff x="0" y="0"/>
          <a:chExt cx="0" cy="0"/>
        </a:xfrm>
      </p:grpSpPr>
      <p:sp>
        <p:nvSpPr>
          <p:cNvPr id="1853" name="Google Shape;1853;p94"/>
          <p:cNvSpPr/>
          <p:nvPr/>
        </p:nvSpPr>
        <p:spPr>
          <a:xfrm flipH="1" rot="10800000">
            <a:off x="1165002" y="2924544"/>
            <a:ext cx="770233" cy="918020"/>
          </a:xfrm>
          <a:custGeom>
            <a:rect b="b" l="l" r="r" t="t"/>
            <a:pathLst>
              <a:path extrusionOk="0" h="38100" w="50740">
                <a:moveTo>
                  <a:pt x="0" y="0"/>
                </a:moveTo>
                <a:lnTo>
                  <a:pt x="50740" y="0"/>
                </a:lnTo>
                <a:lnTo>
                  <a:pt x="50740" y="38100"/>
                </a:lnTo>
                <a:close/>
              </a:path>
            </a:pathLst>
          </a:custGeom>
          <a:noFill/>
          <a:ln cap="flat" cmpd="sng" w="38100">
            <a:solidFill>
              <a:srgbClr val="000000"/>
            </a:solidFill>
            <a:prstDash val="solid"/>
            <a:round/>
            <a:headEnd len="med" w="med" type="none"/>
            <a:tailEnd len="med" w="med" type="none"/>
          </a:ln>
        </p:spPr>
      </p:sp>
      <p:cxnSp>
        <p:nvCxnSpPr>
          <p:cNvPr id="1854" name="Google Shape;1854;p94"/>
          <p:cNvCxnSpPr/>
          <p:nvPr/>
        </p:nvCxnSpPr>
        <p:spPr>
          <a:xfrm rot="10800000">
            <a:off x="1159414" y="3975851"/>
            <a:ext cx="775800" cy="0"/>
          </a:xfrm>
          <a:prstGeom prst="straightConnector1">
            <a:avLst/>
          </a:prstGeom>
          <a:noFill/>
          <a:ln cap="flat" cmpd="sng" w="28575">
            <a:solidFill>
              <a:srgbClr val="000000"/>
            </a:solidFill>
            <a:prstDash val="solid"/>
            <a:round/>
            <a:headEnd len="med" w="med" type="triangle"/>
            <a:tailEnd len="med" w="med" type="triangle"/>
          </a:ln>
        </p:spPr>
      </p:cxnSp>
      <p:cxnSp>
        <p:nvCxnSpPr>
          <p:cNvPr id="1855" name="Google Shape;1855;p94"/>
          <p:cNvCxnSpPr/>
          <p:nvPr/>
        </p:nvCxnSpPr>
        <p:spPr>
          <a:xfrm flipH="1" rot="10800000">
            <a:off x="1111390" y="2855953"/>
            <a:ext cx="761700" cy="904200"/>
          </a:xfrm>
          <a:prstGeom prst="straightConnector1">
            <a:avLst/>
          </a:prstGeom>
          <a:noFill/>
          <a:ln cap="flat" cmpd="sng" w="28575">
            <a:solidFill>
              <a:srgbClr val="000000"/>
            </a:solidFill>
            <a:prstDash val="solid"/>
            <a:round/>
            <a:headEnd len="med" w="med" type="triangle"/>
            <a:tailEnd len="med" w="med" type="triangle"/>
          </a:ln>
        </p:spPr>
      </p:cxnSp>
      <p:sp>
        <p:nvSpPr>
          <p:cNvPr id="1856" name="Google Shape;1856;p94"/>
          <p:cNvSpPr/>
          <p:nvPr/>
        </p:nvSpPr>
        <p:spPr>
          <a:xfrm flipH="1" rot="10800000">
            <a:off x="3836401" y="1722873"/>
            <a:ext cx="1786809" cy="2129790"/>
          </a:xfrm>
          <a:custGeom>
            <a:rect b="b" l="l" r="r" t="t"/>
            <a:pathLst>
              <a:path extrusionOk="0" h="38100" w="50740">
                <a:moveTo>
                  <a:pt x="0" y="0"/>
                </a:moveTo>
                <a:lnTo>
                  <a:pt x="50740" y="0"/>
                </a:lnTo>
                <a:lnTo>
                  <a:pt x="50740" y="38100"/>
                </a:lnTo>
                <a:close/>
              </a:path>
            </a:pathLst>
          </a:custGeom>
          <a:noFill/>
          <a:ln cap="flat" cmpd="sng" w="38100">
            <a:solidFill>
              <a:srgbClr val="000000"/>
            </a:solidFill>
            <a:prstDash val="solid"/>
            <a:round/>
            <a:headEnd len="med" w="med" type="none"/>
            <a:tailEnd len="med" w="med" type="none"/>
          </a:ln>
        </p:spPr>
      </p:sp>
      <p:cxnSp>
        <p:nvCxnSpPr>
          <p:cNvPr id="1857" name="Google Shape;1857;p94"/>
          <p:cNvCxnSpPr/>
          <p:nvPr/>
        </p:nvCxnSpPr>
        <p:spPr>
          <a:xfrm rot="10800000">
            <a:off x="3847142" y="3985246"/>
            <a:ext cx="1755000" cy="0"/>
          </a:xfrm>
          <a:prstGeom prst="straightConnector1">
            <a:avLst/>
          </a:prstGeom>
          <a:noFill/>
          <a:ln cap="flat" cmpd="sng" w="28575">
            <a:solidFill>
              <a:srgbClr val="000000"/>
            </a:solidFill>
            <a:prstDash val="solid"/>
            <a:round/>
            <a:headEnd len="med" w="med" type="triangle"/>
            <a:tailEnd len="med" w="med" type="triangle"/>
          </a:ln>
        </p:spPr>
      </p:cxnSp>
      <p:cxnSp>
        <p:nvCxnSpPr>
          <p:cNvPr id="1858" name="Google Shape;1858;p94"/>
          <p:cNvCxnSpPr/>
          <p:nvPr/>
        </p:nvCxnSpPr>
        <p:spPr>
          <a:xfrm flipH="1" rot="10800000">
            <a:off x="3745652" y="1540918"/>
            <a:ext cx="1767000" cy="2098200"/>
          </a:xfrm>
          <a:prstGeom prst="straightConnector1">
            <a:avLst/>
          </a:prstGeom>
          <a:noFill/>
          <a:ln cap="flat" cmpd="sng" w="28575">
            <a:solidFill>
              <a:srgbClr val="000000"/>
            </a:solidFill>
            <a:prstDash val="solid"/>
            <a:round/>
            <a:headEnd len="med" w="med" type="triangle"/>
            <a:tailEnd len="med" w="med" type="triangle"/>
          </a:ln>
        </p:spPr>
      </p:cxnSp>
      <p:sp>
        <p:nvSpPr>
          <p:cNvPr id="1859" name="Google Shape;1859;p94"/>
          <p:cNvSpPr txBox="1"/>
          <p:nvPr>
            <p:ph idx="1" type="body"/>
          </p:nvPr>
        </p:nvSpPr>
        <p:spPr>
          <a:xfrm>
            <a:off x="324000" y="759300"/>
            <a:ext cx="8237700" cy="521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Find the value of </a:t>
            </a:r>
            <a:r>
              <a:rPr i="1" lang="en-GB" sz="2400">
                <a:latin typeface="Times New Roman"/>
                <a:ea typeface="Times New Roman"/>
                <a:cs typeface="Times New Roman"/>
                <a:sym typeface="Times New Roman"/>
              </a:rPr>
              <a:t>x</a:t>
            </a:r>
            <a:r>
              <a:rPr lang="en-GB"/>
              <a:t>.</a:t>
            </a:r>
            <a:endParaRPr/>
          </a:p>
        </p:txBody>
      </p:sp>
      <p:sp>
        <p:nvSpPr>
          <p:cNvPr id="1860" name="Google Shape;1860;p94"/>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Finding missing lengths with similar triangles</a:t>
            </a:r>
            <a:endParaRPr/>
          </a:p>
        </p:txBody>
      </p:sp>
      <p:sp>
        <p:nvSpPr>
          <p:cNvPr id="1861" name="Google Shape;1861;p94"/>
          <p:cNvSpPr/>
          <p:nvPr/>
        </p:nvSpPr>
        <p:spPr>
          <a:xfrm>
            <a:off x="1838654" y="3754301"/>
            <a:ext cx="93600" cy="936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62" name="Google Shape;1862;p94"/>
          <p:cNvSpPr/>
          <p:nvPr/>
        </p:nvSpPr>
        <p:spPr>
          <a:xfrm>
            <a:off x="1030975" y="3675028"/>
            <a:ext cx="329700" cy="329700"/>
          </a:xfrm>
          <a:prstGeom prst="arc">
            <a:avLst>
              <a:gd fmla="val 18112584" name="adj1"/>
              <a:gd fmla="val 272184"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63" name="Google Shape;1863;p94"/>
          <p:cNvSpPr txBox="1"/>
          <p:nvPr>
            <p:ph idx="1" type="body"/>
          </p:nvPr>
        </p:nvSpPr>
        <p:spPr>
          <a:xfrm>
            <a:off x="1346446" y="3602453"/>
            <a:ext cx="413700" cy="159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49°</a:t>
            </a:r>
            <a:endParaRPr sz="1600"/>
          </a:p>
        </p:txBody>
      </p:sp>
      <p:sp>
        <p:nvSpPr>
          <p:cNvPr id="1864" name="Google Shape;1864;p94"/>
          <p:cNvSpPr txBox="1"/>
          <p:nvPr/>
        </p:nvSpPr>
        <p:spPr>
          <a:xfrm>
            <a:off x="1392186" y="3985146"/>
            <a:ext cx="358800" cy="1908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0.7</a:t>
            </a:r>
            <a:endParaRPr sz="1600">
              <a:solidFill>
                <a:srgbClr val="000000"/>
              </a:solidFill>
              <a:latin typeface="Lexend"/>
              <a:ea typeface="Lexend"/>
              <a:cs typeface="Lexend"/>
              <a:sym typeface="Lexend"/>
            </a:endParaRPr>
          </a:p>
        </p:txBody>
      </p:sp>
      <p:sp>
        <p:nvSpPr>
          <p:cNvPr id="1865" name="Google Shape;1865;p94"/>
          <p:cNvSpPr txBox="1"/>
          <p:nvPr/>
        </p:nvSpPr>
        <p:spPr>
          <a:xfrm>
            <a:off x="1361178" y="3118441"/>
            <a:ext cx="135900" cy="1593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1</a:t>
            </a:r>
            <a:r>
              <a:rPr lang="en-GB" sz="1600">
                <a:solidFill>
                  <a:srgbClr val="000000"/>
                </a:solidFill>
                <a:latin typeface="Lexend"/>
                <a:ea typeface="Lexend"/>
                <a:cs typeface="Lexend"/>
                <a:sym typeface="Lexend"/>
              </a:rPr>
              <a:t> </a:t>
            </a:r>
            <a:endParaRPr sz="1600">
              <a:solidFill>
                <a:srgbClr val="000000"/>
              </a:solidFill>
              <a:latin typeface="Lexend"/>
              <a:ea typeface="Lexend"/>
              <a:cs typeface="Lexend"/>
              <a:sym typeface="Lexend"/>
            </a:endParaRPr>
          </a:p>
        </p:txBody>
      </p:sp>
      <p:sp>
        <p:nvSpPr>
          <p:cNvPr id="1866" name="Google Shape;1866;p94"/>
          <p:cNvSpPr/>
          <p:nvPr/>
        </p:nvSpPr>
        <p:spPr>
          <a:xfrm>
            <a:off x="5399172" y="3635364"/>
            <a:ext cx="217200" cy="2172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67" name="Google Shape;1867;p94"/>
          <p:cNvSpPr/>
          <p:nvPr/>
        </p:nvSpPr>
        <p:spPr>
          <a:xfrm>
            <a:off x="3553725" y="3487800"/>
            <a:ext cx="666600" cy="666600"/>
          </a:xfrm>
          <a:prstGeom prst="arc">
            <a:avLst>
              <a:gd fmla="val 18414750" name="adj1"/>
              <a:gd fmla="val 272184"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68" name="Google Shape;1868;p94"/>
          <p:cNvSpPr txBox="1"/>
          <p:nvPr>
            <p:ph idx="1" type="body"/>
          </p:nvPr>
        </p:nvSpPr>
        <p:spPr>
          <a:xfrm>
            <a:off x="4360664" y="3507396"/>
            <a:ext cx="474600" cy="369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49°</a:t>
            </a:r>
            <a:endParaRPr sz="1600"/>
          </a:p>
        </p:txBody>
      </p:sp>
      <p:sp>
        <p:nvSpPr>
          <p:cNvPr id="1869" name="Google Shape;1869;p94"/>
          <p:cNvSpPr txBox="1"/>
          <p:nvPr/>
        </p:nvSpPr>
        <p:spPr>
          <a:xfrm>
            <a:off x="4523450" y="4014824"/>
            <a:ext cx="570000" cy="2598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solidFill>
                  <a:srgbClr val="000000"/>
                </a:solidFill>
                <a:latin typeface="Lexend"/>
                <a:ea typeface="Lexend"/>
                <a:cs typeface="Lexend"/>
                <a:sym typeface="Lexend"/>
              </a:rPr>
              <a:t>12 m </a:t>
            </a:r>
            <a:endParaRPr sz="1600">
              <a:solidFill>
                <a:srgbClr val="000000"/>
              </a:solidFill>
              <a:latin typeface="Lexend"/>
              <a:ea typeface="Lexend"/>
              <a:cs typeface="Lexend"/>
              <a:sym typeface="Lexend"/>
            </a:endParaRPr>
          </a:p>
        </p:txBody>
      </p:sp>
      <p:sp>
        <p:nvSpPr>
          <p:cNvPr id="1870" name="Google Shape;1870;p94"/>
          <p:cNvSpPr txBox="1"/>
          <p:nvPr/>
        </p:nvSpPr>
        <p:spPr>
          <a:xfrm>
            <a:off x="4223361" y="2386623"/>
            <a:ext cx="744600" cy="4764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i="1" lang="en-GB" sz="1800">
                <a:latin typeface="Times New Roman"/>
                <a:ea typeface="Times New Roman"/>
                <a:cs typeface="Times New Roman"/>
                <a:sym typeface="Times New Roman"/>
              </a:rPr>
              <a:t>x</a:t>
            </a:r>
            <a:r>
              <a:rPr lang="en-GB" sz="1600">
                <a:solidFill>
                  <a:srgbClr val="000000"/>
                </a:solidFill>
                <a:latin typeface="Lexend"/>
                <a:ea typeface="Lexend"/>
                <a:cs typeface="Lexend"/>
                <a:sym typeface="Lexend"/>
              </a:rPr>
              <a:t> m </a:t>
            </a:r>
            <a:endParaRPr sz="1600">
              <a:solidFill>
                <a:srgbClr val="000000"/>
              </a:solidFill>
              <a:latin typeface="Lexend"/>
              <a:ea typeface="Lexend"/>
              <a:cs typeface="Lexend"/>
              <a:sym typeface="Lexend"/>
            </a:endParaRPr>
          </a:p>
        </p:txBody>
      </p:sp>
      <p:sp>
        <p:nvSpPr>
          <p:cNvPr id="1871" name="Google Shape;1871;p94"/>
          <p:cNvSpPr txBox="1"/>
          <p:nvPr>
            <p:ph idx="1" type="body"/>
          </p:nvPr>
        </p:nvSpPr>
        <p:spPr>
          <a:xfrm>
            <a:off x="6572400" y="1685975"/>
            <a:ext cx="1673700" cy="794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a:latin typeface="Times New Roman"/>
                <a:ea typeface="Times New Roman"/>
                <a:cs typeface="Times New Roman"/>
                <a:sym typeface="Times New Roman"/>
              </a:rPr>
              <a:t>x</a:t>
            </a:r>
            <a:r>
              <a:rPr lang="en-GB">
                <a:latin typeface="Times New Roman"/>
                <a:ea typeface="Times New Roman"/>
                <a:cs typeface="Times New Roman"/>
                <a:sym typeface="Times New Roman"/>
              </a:rPr>
              <a:t> = 12 ÷ 0.7</a:t>
            </a:r>
            <a:br>
              <a:rPr lang="en-GB">
                <a:latin typeface="Times New Roman"/>
                <a:ea typeface="Times New Roman"/>
                <a:cs typeface="Times New Roman"/>
                <a:sym typeface="Times New Roman"/>
              </a:rPr>
            </a:br>
            <a:r>
              <a:rPr lang="en-GB">
                <a:latin typeface="Times New Roman"/>
                <a:ea typeface="Times New Roman"/>
                <a:cs typeface="Times New Roman"/>
                <a:sym typeface="Times New Roman"/>
              </a:rPr>
              <a:t>  = 17.1</a:t>
            </a:r>
            <a:endParaRPr>
              <a:latin typeface="Times New Roman"/>
              <a:ea typeface="Times New Roman"/>
              <a:cs typeface="Times New Roman"/>
              <a:sym typeface="Times New Roman"/>
            </a:endParaRPr>
          </a:p>
        </p:txBody>
      </p:sp>
      <p:cxnSp>
        <p:nvCxnSpPr>
          <p:cNvPr id="1872" name="Google Shape;1872;p94"/>
          <p:cNvCxnSpPr>
            <a:stCxn id="1864" idx="1"/>
            <a:endCxn id="1865" idx="1"/>
          </p:cNvCxnSpPr>
          <p:nvPr/>
        </p:nvCxnSpPr>
        <p:spPr>
          <a:xfrm rot="10800000">
            <a:off x="1361286" y="3197946"/>
            <a:ext cx="30900" cy="882600"/>
          </a:xfrm>
          <a:prstGeom prst="curvedConnector3">
            <a:avLst>
              <a:gd fmla="val 870978" name="adj1"/>
            </a:avLst>
          </a:prstGeom>
          <a:noFill/>
          <a:ln cap="flat" cmpd="sng" w="38100">
            <a:solidFill>
              <a:schemeClr val="accent5"/>
            </a:solidFill>
            <a:prstDash val="solid"/>
            <a:round/>
            <a:headEnd len="med" w="med" type="triangle"/>
            <a:tailEnd len="med" w="med" type="none"/>
          </a:ln>
        </p:spPr>
      </p:cxnSp>
      <p:sp>
        <p:nvSpPr>
          <p:cNvPr id="1873" name="Google Shape;1873;p94"/>
          <p:cNvSpPr txBox="1"/>
          <p:nvPr/>
        </p:nvSpPr>
        <p:spPr>
          <a:xfrm>
            <a:off x="633776" y="3485522"/>
            <a:ext cx="556200" cy="1908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solidFill>
                  <a:schemeClr val="accent5"/>
                </a:solidFill>
                <a:latin typeface="Lexend"/>
                <a:ea typeface="Lexend"/>
                <a:cs typeface="Lexend"/>
                <a:sym typeface="Lexend"/>
              </a:rPr>
              <a:t>× 0.7</a:t>
            </a:r>
            <a:endParaRPr sz="1600">
              <a:solidFill>
                <a:schemeClr val="accent5"/>
              </a:solidFill>
              <a:latin typeface="Lexend"/>
              <a:ea typeface="Lexend"/>
              <a:cs typeface="Lexend"/>
              <a:sym typeface="Lexend"/>
            </a:endParaRPr>
          </a:p>
        </p:txBody>
      </p:sp>
      <p:cxnSp>
        <p:nvCxnSpPr>
          <p:cNvPr id="1874" name="Google Shape;1874;p94"/>
          <p:cNvCxnSpPr>
            <a:stCxn id="1869" idx="1"/>
            <a:endCxn id="1870" idx="1"/>
          </p:cNvCxnSpPr>
          <p:nvPr/>
        </p:nvCxnSpPr>
        <p:spPr>
          <a:xfrm rot="10800000">
            <a:off x="4223450" y="2624924"/>
            <a:ext cx="300000" cy="1519800"/>
          </a:xfrm>
          <a:prstGeom prst="curvedConnector3">
            <a:avLst>
              <a:gd fmla="val 179405" name="adj1"/>
            </a:avLst>
          </a:prstGeom>
          <a:noFill/>
          <a:ln cap="flat" cmpd="sng" w="38100">
            <a:solidFill>
              <a:schemeClr val="accent5"/>
            </a:solidFill>
            <a:prstDash val="solid"/>
            <a:round/>
            <a:headEnd len="med" w="med" type="triangle"/>
            <a:tailEnd len="med" w="med" type="none"/>
          </a:ln>
        </p:spPr>
      </p:cxnSp>
      <p:sp>
        <p:nvSpPr>
          <p:cNvPr id="1875" name="Google Shape;1875;p94"/>
          <p:cNvSpPr txBox="1"/>
          <p:nvPr/>
        </p:nvSpPr>
        <p:spPr>
          <a:xfrm>
            <a:off x="3442462" y="3112015"/>
            <a:ext cx="872400" cy="489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solidFill>
                  <a:schemeClr val="accent5"/>
                </a:solidFill>
                <a:latin typeface="Lexend"/>
                <a:ea typeface="Lexend"/>
                <a:cs typeface="Lexend"/>
                <a:sym typeface="Lexend"/>
              </a:rPr>
              <a:t>× 0.7</a:t>
            </a:r>
            <a:endParaRPr sz="1600">
              <a:solidFill>
                <a:schemeClr val="accent5"/>
              </a:solidFill>
              <a:latin typeface="Lexend"/>
              <a:ea typeface="Lexend"/>
              <a:cs typeface="Lexend"/>
              <a:sym typeface="Lexend"/>
            </a:endParaRPr>
          </a:p>
        </p:txBody>
      </p:sp>
      <p:cxnSp>
        <p:nvCxnSpPr>
          <p:cNvPr id="1876" name="Google Shape;1876;p94"/>
          <p:cNvCxnSpPr/>
          <p:nvPr/>
        </p:nvCxnSpPr>
        <p:spPr>
          <a:xfrm>
            <a:off x="4672847" y="2573111"/>
            <a:ext cx="300000" cy="1519800"/>
          </a:xfrm>
          <a:prstGeom prst="curvedConnector3">
            <a:avLst>
              <a:gd fmla="val 179405" name="adj1"/>
            </a:avLst>
          </a:prstGeom>
          <a:noFill/>
          <a:ln cap="flat" cmpd="sng" w="38100">
            <a:solidFill>
              <a:schemeClr val="accent5"/>
            </a:solidFill>
            <a:prstDash val="solid"/>
            <a:round/>
            <a:headEnd len="med" w="med" type="triangle"/>
            <a:tailEnd len="med" w="med" type="none"/>
          </a:ln>
        </p:spPr>
      </p:cxnSp>
      <p:sp>
        <p:nvSpPr>
          <p:cNvPr id="1877" name="Google Shape;1877;p94"/>
          <p:cNvSpPr txBox="1"/>
          <p:nvPr/>
        </p:nvSpPr>
        <p:spPr>
          <a:xfrm>
            <a:off x="5118862" y="2731015"/>
            <a:ext cx="872400" cy="489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solidFill>
                  <a:schemeClr val="accent5"/>
                </a:solidFill>
                <a:latin typeface="Lexend"/>
                <a:ea typeface="Lexend"/>
                <a:cs typeface="Lexend"/>
                <a:sym typeface="Lexend"/>
              </a:rPr>
              <a:t>÷</a:t>
            </a:r>
            <a:r>
              <a:rPr lang="en-GB" sz="1600">
                <a:solidFill>
                  <a:schemeClr val="accent5"/>
                </a:solidFill>
                <a:latin typeface="Lexend"/>
                <a:ea typeface="Lexend"/>
                <a:cs typeface="Lexend"/>
                <a:sym typeface="Lexend"/>
              </a:rPr>
              <a:t> 0.7</a:t>
            </a:r>
            <a:endParaRPr sz="1600">
              <a:solidFill>
                <a:schemeClr val="accent5"/>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7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7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7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7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7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1" name="Shape 1881"/>
        <p:cNvGrpSpPr/>
        <p:nvPr/>
      </p:nvGrpSpPr>
      <p:grpSpPr>
        <a:xfrm>
          <a:off x="0" y="0"/>
          <a:ext cx="0" cy="0"/>
          <a:chOff x="0" y="0"/>
          <a:chExt cx="0" cy="0"/>
        </a:xfrm>
      </p:grpSpPr>
      <p:sp>
        <p:nvSpPr>
          <p:cNvPr id="1882" name="Google Shape;1882;p9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When a triangle is enlarged, the multipliers between pairs of lengths remain the same.</a:t>
            </a:r>
            <a:endParaRPr sz="2000"/>
          </a:p>
        </p:txBody>
      </p:sp>
      <p:sp>
        <p:nvSpPr>
          <p:cNvPr id="1883" name="Google Shape;1883;p95"/>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Finding missing lengths with similar triangles</a:t>
            </a:r>
            <a:endParaRPr/>
          </a:p>
        </p:txBody>
      </p:sp>
      <p:sp>
        <p:nvSpPr>
          <p:cNvPr id="1884" name="Google Shape;1884;p95"/>
          <p:cNvSpPr/>
          <p:nvPr/>
        </p:nvSpPr>
        <p:spPr>
          <a:xfrm flipH="1" rot="10800000">
            <a:off x="547380" y="4214310"/>
            <a:ext cx="742707" cy="557689"/>
          </a:xfrm>
          <a:custGeom>
            <a:rect b="b" l="l" r="r" t="t"/>
            <a:pathLst>
              <a:path extrusionOk="0" h="38100" w="50740">
                <a:moveTo>
                  <a:pt x="0" y="0"/>
                </a:moveTo>
                <a:lnTo>
                  <a:pt x="50740" y="0"/>
                </a:lnTo>
                <a:lnTo>
                  <a:pt x="50740" y="38100"/>
                </a:lnTo>
                <a:close/>
              </a:path>
            </a:pathLst>
          </a:custGeom>
          <a:noFill/>
          <a:ln cap="flat" cmpd="sng" w="38100">
            <a:solidFill>
              <a:srgbClr val="000000"/>
            </a:solidFill>
            <a:prstDash val="solid"/>
            <a:round/>
            <a:headEnd len="med" w="med" type="none"/>
            <a:tailEnd len="med" w="med" type="none"/>
          </a:ln>
        </p:spPr>
      </p:sp>
      <p:sp>
        <p:nvSpPr>
          <p:cNvPr id="1885" name="Google Shape;1885;p95"/>
          <p:cNvSpPr/>
          <p:nvPr/>
        </p:nvSpPr>
        <p:spPr>
          <a:xfrm>
            <a:off x="1186827" y="4658498"/>
            <a:ext cx="108600" cy="1086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86" name="Google Shape;1886;p95"/>
          <p:cNvSpPr/>
          <p:nvPr/>
        </p:nvSpPr>
        <p:spPr>
          <a:xfrm>
            <a:off x="391425" y="4566256"/>
            <a:ext cx="383700" cy="383700"/>
          </a:xfrm>
          <a:prstGeom prst="arc">
            <a:avLst>
              <a:gd fmla="val 19277215" name="adj1"/>
              <a:gd fmla="val 272184"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887" name="Google Shape;1887;p95"/>
          <p:cNvSpPr txBox="1"/>
          <p:nvPr>
            <p:ph idx="1" type="body"/>
          </p:nvPr>
        </p:nvSpPr>
        <p:spPr>
          <a:xfrm>
            <a:off x="805218" y="4552671"/>
            <a:ext cx="383700" cy="185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30°</a:t>
            </a:r>
            <a:endParaRPr sz="1600"/>
          </a:p>
        </p:txBody>
      </p:sp>
      <p:grpSp>
        <p:nvGrpSpPr>
          <p:cNvPr id="1888" name="Google Shape;1888;p95"/>
          <p:cNvGrpSpPr/>
          <p:nvPr/>
        </p:nvGrpSpPr>
        <p:grpSpPr>
          <a:xfrm flipH="1" rot="10800000">
            <a:off x="501695" y="4140081"/>
            <a:ext cx="903446" cy="621048"/>
            <a:chOff x="4962363" y="3703451"/>
            <a:chExt cx="1064631" cy="731851"/>
          </a:xfrm>
        </p:grpSpPr>
        <p:cxnSp>
          <p:nvCxnSpPr>
            <p:cNvPr id="1889" name="Google Shape;1889;p95"/>
            <p:cNvCxnSpPr/>
            <p:nvPr/>
          </p:nvCxnSpPr>
          <p:spPr>
            <a:xfrm>
              <a:off x="6026994" y="3703451"/>
              <a:ext cx="0" cy="654000"/>
            </a:xfrm>
            <a:prstGeom prst="straightConnector1">
              <a:avLst/>
            </a:prstGeom>
            <a:noFill/>
            <a:ln cap="flat" cmpd="sng" w="28575">
              <a:solidFill>
                <a:srgbClr val="000000"/>
              </a:solidFill>
              <a:prstDash val="solid"/>
              <a:round/>
              <a:headEnd len="med" w="med" type="triangle"/>
              <a:tailEnd len="med" w="med" type="triangle"/>
            </a:ln>
          </p:spPr>
        </p:cxnSp>
        <p:cxnSp>
          <p:nvCxnSpPr>
            <p:cNvPr id="1890" name="Google Shape;1890;p95"/>
            <p:cNvCxnSpPr/>
            <p:nvPr/>
          </p:nvCxnSpPr>
          <p:spPr>
            <a:xfrm>
              <a:off x="4962363" y="3775302"/>
              <a:ext cx="867300" cy="660000"/>
            </a:xfrm>
            <a:prstGeom prst="straightConnector1">
              <a:avLst/>
            </a:prstGeom>
            <a:noFill/>
            <a:ln cap="flat" cmpd="sng" w="28575">
              <a:solidFill>
                <a:srgbClr val="000000"/>
              </a:solidFill>
              <a:prstDash val="solid"/>
              <a:round/>
              <a:headEnd len="med" w="med" type="triangle"/>
              <a:tailEnd len="med" w="med" type="triangle"/>
            </a:ln>
          </p:spPr>
        </p:cxnSp>
      </p:grpSp>
      <p:sp>
        <p:nvSpPr>
          <p:cNvPr id="1891" name="Google Shape;1891;p95"/>
          <p:cNvSpPr txBox="1"/>
          <p:nvPr/>
        </p:nvSpPr>
        <p:spPr>
          <a:xfrm>
            <a:off x="1482165" y="4372247"/>
            <a:ext cx="293700" cy="222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0.5</a:t>
            </a:r>
            <a:endParaRPr sz="1600">
              <a:solidFill>
                <a:srgbClr val="000000"/>
              </a:solidFill>
              <a:latin typeface="Lexend"/>
              <a:ea typeface="Lexend"/>
              <a:cs typeface="Lexend"/>
              <a:sym typeface="Lexend"/>
            </a:endParaRPr>
          </a:p>
        </p:txBody>
      </p:sp>
      <p:sp>
        <p:nvSpPr>
          <p:cNvPr id="1892" name="Google Shape;1892;p95"/>
          <p:cNvSpPr txBox="1"/>
          <p:nvPr/>
        </p:nvSpPr>
        <p:spPr>
          <a:xfrm>
            <a:off x="779349" y="4209872"/>
            <a:ext cx="148500" cy="213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1</a:t>
            </a:r>
            <a:r>
              <a:rPr lang="en-GB" sz="1600">
                <a:solidFill>
                  <a:srgbClr val="000000"/>
                </a:solidFill>
                <a:latin typeface="Lexend"/>
                <a:ea typeface="Lexend"/>
                <a:cs typeface="Lexend"/>
                <a:sym typeface="Lexend"/>
              </a:rPr>
              <a:t> </a:t>
            </a:r>
            <a:endParaRPr sz="1600">
              <a:solidFill>
                <a:srgbClr val="000000"/>
              </a:solidFill>
              <a:latin typeface="Lexend"/>
              <a:ea typeface="Lexend"/>
              <a:cs typeface="Lexend"/>
              <a:sym typeface="Lexend"/>
            </a:endParaRPr>
          </a:p>
        </p:txBody>
      </p:sp>
      <p:sp>
        <p:nvSpPr>
          <p:cNvPr id="1893" name="Google Shape;1893;p95"/>
          <p:cNvSpPr txBox="1"/>
          <p:nvPr/>
        </p:nvSpPr>
        <p:spPr>
          <a:xfrm>
            <a:off x="2215220" y="4056177"/>
            <a:ext cx="108600" cy="222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1</a:t>
            </a:r>
            <a:endParaRPr sz="1600">
              <a:solidFill>
                <a:srgbClr val="000000"/>
              </a:solidFill>
              <a:latin typeface="Lexend"/>
              <a:ea typeface="Lexend"/>
              <a:cs typeface="Lexend"/>
              <a:sym typeface="Lexend"/>
            </a:endParaRPr>
          </a:p>
        </p:txBody>
      </p:sp>
      <p:sp>
        <p:nvSpPr>
          <p:cNvPr id="1894" name="Google Shape;1894;p95"/>
          <p:cNvSpPr txBox="1"/>
          <p:nvPr/>
        </p:nvSpPr>
        <p:spPr>
          <a:xfrm>
            <a:off x="2923296" y="3803339"/>
            <a:ext cx="293700" cy="222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1.5</a:t>
            </a:r>
            <a:endParaRPr sz="1600">
              <a:solidFill>
                <a:srgbClr val="000000"/>
              </a:solidFill>
              <a:latin typeface="Lexend"/>
              <a:ea typeface="Lexend"/>
              <a:cs typeface="Lexend"/>
              <a:sym typeface="Lexend"/>
            </a:endParaRPr>
          </a:p>
        </p:txBody>
      </p:sp>
      <p:sp>
        <p:nvSpPr>
          <p:cNvPr id="1895" name="Google Shape;1895;p95"/>
          <p:cNvSpPr txBox="1"/>
          <p:nvPr/>
        </p:nvSpPr>
        <p:spPr>
          <a:xfrm>
            <a:off x="3681846" y="3657804"/>
            <a:ext cx="165300" cy="222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2</a:t>
            </a:r>
            <a:endParaRPr sz="1600">
              <a:solidFill>
                <a:srgbClr val="000000"/>
              </a:solidFill>
              <a:latin typeface="Lexend"/>
              <a:ea typeface="Lexend"/>
              <a:cs typeface="Lexend"/>
              <a:sym typeface="Lexend"/>
            </a:endParaRPr>
          </a:p>
        </p:txBody>
      </p:sp>
      <p:sp>
        <p:nvSpPr>
          <p:cNvPr id="1896" name="Google Shape;1896;p95"/>
          <p:cNvSpPr txBox="1"/>
          <p:nvPr/>
        </p:nvSpPr>
        <p:spPr>
          <a:xfrm>
            <a:off x="1190992" y="3539008"/>
            <a:ext cx="148500" cy="213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2</a:t>
            </a:r>
            <a:r>
              <a:rPr lang="en-GB" sz="1600">
                <a:solidFill>
                  <a:srgbClr val="000000"/>
                </a:solidFill>
                <a:latin typeface="Lexend"/>
                <a:ea typeface="Lexend"/>
                <a:cs typeface="Lexend"/>
                <a:sym typeface="Lexend"/>
              </a:rPr>
              <a:t> </a:t>
            </a:r>
            <a:endParaRPr sz="1600">
              <a:solidFill>
                <a:srgbClr val="000000"/>
              </a:solidFill>
              <a:latin typeface="Lexend"/>
              <a:ea typeface="Lexend"/>
              <a:cs typeface="Lexend"/>
              <a:sym typeface="Lexend"/>
            </a:endParaRPr>
          </a:p>
        </p:txBody>
      </p:sp>
      <p:sp>
        <p:nvSpPr>
          <p:cNvPr id="1897" name="Google Shape;1897;p95"/>
          <p:cNvSpPr txBox="1"/>
          <p:nvPr/>
        </p:nvSpPr>
        <p:spPr>
          <a:xfrm>
            <a:off x="1570774" y="3235182"/>
            <a:ext cx="148500" cy="213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3</a:t>
            </a:r>
            <a:r>
              <a:rPr lang="en-GB" sz="1600">
                <a:solidFill>
                  <a:srgbClr val="000000"/>
                </a:solidFill>
                <a:latin typeface="Lexend"/>
                <a:ea typeface="Lexend"/>
                <a:cs typeface="Lexend"/>
                <a:sym typeface="Lexend"/>
              </a:rPr>
              <a:t> </a:t>
            </a:r>
            <a:endParaRPr sz="1600">
              <a:solidFill>
                <a:srgbClr val="000000"/>
              </a:solidFill>
              <a:latin typeface="Lexend"/>
              <a:ea typeface="Lexend"/>
              <a:cs typeface="Lexend"/>
              <a:sym typeface="Lexend"/>
            </a:endParaRPr>
          </a:p>
        </p:txBody>
      </p:sp>
      <p:sp>
        <p:nvSpPr>
          <p:cNvPr id="1898" name="Google Shape;1898;p95"/>
          <p:cNvSpPr txBox="1"/>
          <p:nvPr/>
        </p:nvSpPr>
        <p:spPr>
          <a:xfrm>
            <a:off x="1934806" y="2966356"/>
            <a:ext cx="148500" cy="213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4</a:t>
            </a:r>
            <a:r>
              <a:rPr lang="en-GB" sz="1600">
                <a:solidFill>
                  <a:srgbClr val="000000"/>
                </a:solidFill>
                <a:latin typeface="Lexend"/>
                <a:ea typeface="Lexend"/>
                <a:cs typeface="Lexend"/>
                <a:sym typeface="Lexend"/>
              </a:rPr>
              <a:t> </a:t>
            </a:r>
            <a:endParaRPr sz="1600">
              <a:solidFill>
                <a:srgbClr val="000000"/>
              </a:solidFill>
              <a:latin typeface="Lexend"/>
              <a:ea typeface="Lexend"/>
              <a:cs typeface="Lexend"/>
              <a:sym typeface="Lexend"/>
            </a:endParaRPr>
          </a:p>
        </p:txBody>
      </p:sp>
      <p:cxnSp>
        <p:nvCxnSpPr>
          <p:cNvPr id="1899" name="Google Shape;1899;p95"/>
          <p:cNvCxnSpPr>
            <a:stCxn id="1891" idx="0"/>
            <a:endCxn id="1892" idx="0"/>
          </p:cNvCxnSpPr>
          <p:nvPr/>
        </p:nvCxnSpPr>
        <p:spPr>
          <a:xfrm flipH="1" rot="5400000">
            <a:off x="1160115" y="3903347"/>
            <a:ext cx="162300" cy="775500"/>
          </a:xfrm>
          <a:prstGeom prst="curvedConnector3">
            <a:avLst>
              <a:gd fmla="val 173051" name="adj1"/>
            </a:avLst>
          </a:prstGeom>
          <a:noFill/>
          <a:ln cap="flat" cmpd="sng" w="38100">
            <a:solidFill>
              <a:schemeClr val="accent5"/>
            </a:solidFill>
            <a:prstDash val="solid"/>
            <a:round/>
            <a:headEnd len="med" w="med" type="triangle"/>
            <a:tailEnd len="med" w="med" type="none"/>
          </a:ln>
        </p:spPr>
      </p:cxnSp>
      <p:sp>
        <p:nvSpPr>
          <p:cNvPr id="1900" name="Google Shape;1900;p95"/>
          <p:cNvSpPr txBox="1"/>
          <p:nvPr/>
        </p:nvSpPr>
        <p:spPr>
          <a:xfrm>
            <a:off x="1054646" y="3863892"/>
            <a:ext cx="482400" cy="270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solidFill>
                  <a:schemeClr val="accent5"/>
                </a:solidFill>
                <a:latin typeface="Lexend"/>
                <a:ea typeface="Lexend"/>
                <a:cs typeface="Lexend"/>
                <a:sym typeface="Lexend"/>
              </a:rPr>
              <a:t>× 0.5</a:t>
            </a:r>
            <a:endParaRPr sz="1600">
              <a:solidFill>
                <a:schemeClr val="accent5"/>
              </a:solidFill>
              <a:latin typeface="Lexend"/>
              <a:ea typeface="Lexend"/>
              <a:cs typeface="Lexend"/>
              <a:sym typeface="Lexend"/>
            </a:endParaRPr>
          </a:p>
        </p:txBody>
      </p:sp>
      <p:grpSp>
        <p:nvGrpSpPr>
          <p:cNvPr id="1901" name="Google Shape;1901;p95"/>
          <p:cNvGrpSpPr/>
          <p:nvPr/>
        </p:nvGrpSpPr>
        <p:grpSpPr>
          <a:xfrm>
            <a:off x="502063" y="3233601"/>
            <a:ext cx="1767456" cy="1538400"/>
            <a:chOff x="502063" y="3233601"/>
            <a:chExt cx="1767456" cy="1538400"/>
          </a:xfrm>
        </p:grpSpPr>
        <p:grpSp>
          <p:nvGrpSpPr>
            <p:cNvPr id="1902" name="Google Shape;1902;p95"/>
            <p:cNvGrpSpPr/>
            <p:nvPr/>
          </p:nvGrpSpPr>
          <p:grpSpPr>
            <a:xfrm>
              <a:off x="502063" y="3233601"/>
              <a:ext cx="1656249" cy="1538400"/>
              <a:chOff x="502063" y="3233601"/>
              <a:chExt cx="1656249" cy="1538400"/>
            </a:xfrm>
          </p:grpSpPr>
          <p:sp>
            <p:nvSpPr>
              <p:cNvPr id="1903" name="Google Shape;1903;p95"/>
              <p:cNvSpPr/>
              <p:nvPr/>
            </p:nvSpPr>
            <p:spPr>
              <a:xfrm flipH="1" rot="10800000">
                <a:off x="547382" y="3657481"/>
                <a:ext cx="1484272" cy="1114520"/>
              </a:xfrm>
              <a:custGeom>
                <a:rect b="b" l="l" r="r" t="t"/>
                <a:pathLst>
                  <a:path extrusionOk="0" h="38100" w="50740">
                    <a:moveTo>
                      <a:pt x="0" y="0"/>
                    </a:moveTo>
                    <a:lnTo>
                      <a:pt x="50740" y="0"/>
                    </a:lnTo>
                    <a:lnTo>
                      <a:pt x="50740" y="38100"/>
                    </a:lnTo>
                    <a:close/>
                  </a:path>
                </a:pathLst>
              </a:custGeom>
              <a:noFill/>
              <a:ln cap="flat" cmpd="sng" w="38100">
                <a:solidFill>
                  <a:srgbClr val="000000"/>
                </a:solidFill>
                <a:prstDash val="solid"/>
                <a:round/>
                <a:headEnd len="med" w="med" type="none"/>
                <a:tailEnd len="med" w="med" type="none"/>
              </a:ln>
            </p:spPr>
          </p:sp>
          <p:sp>
            <p:nvSpPr>
              <p:cNvPr id="1904" name="Google Shape;1904;p95"/>
              <p:cNvSpPr/>
              <p:nvPr/>
            </p:nvSpPr>
            <p:spPr>
              <a:xfrm>
                <a:off x="1919882" y="4658498"/>
                <a:ext cx="108600" cy="1086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905" name="Google Shape;1905;p95"/>
              <p:cNvCxnSpPr/>
              <p:nvPr/>
            </p:nvCxnSpPr>
            <p:spPr>
              <a:xfrm rot="10800000">
                <a:off x="2158312" y="3631937"/>
                <a:ext cx="0" cy="1131000"/>
              </a:xfrm>
              <a:prstGeom prst="straightConnector1">
                <a:avLst/>
              </a:prstGeom>
              <a:noFill/>
              <a:ln cap="flat" cmpd="sng" w="28575">
                <a:solidFill>
                  <a:srgbClr val="000000"/>
                </a:solidFill>
                <a:prstDash val="solid"/>
                <a:round/>
                <a:headEnd len="med" w="med" type="triangle"/>
                <a:tailEnd len="med" w="med" type="triangle"/>
              </a:ln>
            </p:spPr>
          </p:cxnSp>
          <p:cxnSp>
            <p:nvCxnSpPr>
              <p:cNvPr id="1906" name="Google Shape;1906;p95"/>
              <p:cNvCxnSpPr/>
              <p:nvPr/>
            </p:nvCxnSpPr>
            <p:spPr>
              <a:xfrm flipH="1" rot="10800000">
                <a:off x="502063" y="3233601"/>
                <a:ext cx="1478700" cy="1108200"/>
              </a:xfrm>
              <a:prstGeom prst="straightConnector1">
                <a:avLst/>
              </a:prstGeom>
              <a:noFill/>
              <a:ln cap="flat" cmpd="sng" w="28575">
                <a:solidFill>
                  <a:srgbClr val="000000"/>
                </a:solidFill>
                <a:prstDash val="solid"/>
                <a:round/>
                <a:headEnd len="med" w="med" type="triangle"/>
                <a:tailEnd len="med" w="med" type="triangle"/>
              </a:ln>
            </p:spPr>
          </p:cxnSp>
        </p:grpSp>
        <p:cxnSp>
          <p:nvCxnSpPr>
            <p:cNvPr id="1907" name="Google Shape;1907;p95"/>
            <p:cNvCxnSpPr>
              <a:stCxn id="1893" idx="0"/>
              <a:endCxn id="1896" idx="3"/>
            </p:cNvCxnSpPr>
            <p:nvPr/>
          </p:nvCxnSpPr>
          <p:spPr>
            <a:xfrm flipH="1" rot="5400000">
              <a:off x="1599470" y="3386127"/>
              <a:ext cx="410100" cy="930000"/>
            </a:xfrm>
            <a:prstGeom prst="curvedConnector2">
              <a:avLst/>
            </a:prstGeom>
            <a:noFill/>
            <a:ln cap="flat" cmpd="sng" w="38100">
              <a:solidFill>
                <a:schemeClr val="accent5"/>
              </a:solidFill>
              <a:prstDash val="solid"/>
              <a:round/>
              <a:headEnd len="med" w="med" type="triangle"/>
              <a:tailEnd len="med" w="med" type="none"/>
            </a:ln>
          </p:spPr>
        </p:cxnSp>
      </p:grpSp>
      <p:sp>
        <p:nvSpPr>
          <p:cNvPr id="1908" name="Google Shape;1908;p95"/>
          <p:cNvSpPr txBox="1"/>
          <p:nvPr/>
        </p:nvSpPr>
        <p:spPr>
          <a:xfrm>
            <a:off x="1582294" y="3474453"/>
            <a:ext cx="482400" cy="270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solidFill>
                  <a:schemeClr val="accent5"/>
                </a:solidFill>
                <a:latin typeface="Lexend"/>
                <a:ea typeface="Lexend"/>
                <a:cs typeface="Lexend"/>
                <a:sym typeface="Lexend"/>
              </a:rPr>
              <a:t>× 0.5</a:t>
            </a:r>
            <a:endParaRPr sz="1600">
              <a:solidFill>
                <a:schemeClr val="accent5"/>
              </a:solidFill>
              <a:latin typeface="Lexend"/>
              <a:ea typeface="Lexend"/>
              <a:cs typeface="Lexend"/>
              <a:sym typeface="Lexend"/>
            </a:endParaRPr>
          </a:p>
        </p:txBody>
      </p:sp>
      <p:grpSp>
        <p:nvGrpSpPr>
          <p:cNvPr id="1909" name="Google Shape;1909;p95"/>
          <p:cNvGrpSpPr/>
          <p:nvPr/>
        </p:nvGrpSpPr>
        <p:grpSpPr>
          <a:xfrm>
            <a:off x="502063" y="2680101"/>
            <a:ext cx="2568083" cy="2091898"/>
            <a:chOff x="502063" y="2680101"/>
            <a:chExt cx="2568083" cy="2091898"/>
          </a:xfrm>
        </p:grpSpPr>
        <p:sp>
          <p:nvSpPr>
            <p:cNvPr id="1910" name="Google Shape;1910;p95"/>
            <p:cNvSpPr/>
            <p:nvPr/>
          </p:nvSpPr>
          <p:spPr>
            <a:xfrm flipH="1" rot="10800000">
              <a:off x="547381" y="3097695"/>
              <a:ext cx="2229769" cy="1674305"/>
            </a:xfrm>
            <a:custGeom>
              <a:rect b="b" l="l" r="r" t="t"/>
              <a:pathLst>
                <a:path extrusionOk="0" h="38100" w="50740">
                  <a:moveTo>
                    <a:pt x="0" y="0"/>
                  </a:moveTo>
                  <a:lnTo>
                    <a:pt x="50740" y="0"/>
                  </a:lnTo>
                  <a:lnTo>
                    <a:pt x="50740" y="38100"/>
                  </a:lnTo>
                  <a:close/>
                </a:path>
              </a:pathLst>
            </a:custGeom>
            <a:noFill/>
            <a:ln cap="flat" cmpd="sng" w="38100">
              <a:solidFill>
                <a:srgbClr val="000000"/>
              </a:solidFill>
              <a:prstDash val="solid"/>
              <a:round/>
              <a:headEnd len="med" w="med" type="none"/>
              <a:tailEnd len="med" w="med" type="none"/>
            </a:ln>
          </p:spPr>
        </p:sp>
        <p:sp>
          <p:nvSpPr>
            <p:cNvPr id="1911" name="Google Shape;1911;p95"/>
            <p:cNvSpPr/>
            <p:nvPr/>
          </p:nvSpPr>
          <p:spPr>
            <a:xfrm>
              <a:off x="2672054" y="4658498"/>
              <a:ext cx="108600" cy="1086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912" name="Google Shape;1912;p95"/>
            <p:cNvCxnSpPr/>
            <p:nvPr/>
          </p:nvCxnSpPr>
          <p:spPr>
            <a:xfrm rot="10800000">
              <a:off x="2885505" y="3080837"/>
              <a:ext cx="0" cy="1682100"/>
            </a:xfrm>
            <a:prstGeom prst="straightConnector1">
              <a:avLst/>
            </a:prstGeom>
            <a:noFill/>
            <a:ln cap="flat" cmpd="sng" w="28575">
              <a:solidFill>
                <a:srgbClr val="000000"/>
              </a:solidFill>
              <a:prstDash val="solid"/>
              <a:round/>
              <a:headEnd len="med" w="med" type="triangle"/>
              <a:tailEnd len="med" w="med" type="triangle"/>
            </a:ln>
          </p:spPr>
        </p:cxnSp>
        <p:cxnSp>
          <p:nvCxnSpPr>
            <p:cNvPr id="1913" name="Google Shape;1913;p95"/>
            <p:cNvCxnSpPr/>
            <p:nvPr/>
          </p:nvCxnSpPr>
          <p:spPr>
            <a:xfrm flipH="1" rot="10800000">
              <a:off x="502063" y="2680101"/>
              <a:ext cx="2212200" cy="1661700"/>
            </a:xfrm>
            <a:prstGeom prst="straightConnector1">
              <a:avLst/>
            </a:prstGeom>
            <a:noFill/>
            <a:ln cap="flat" cmpd="sng" w="28575">
              <a:solidFill>
                <a:srgbClr val="000000"/>
              </a:solidFill>
              <a:prstDash val="solid"/>
              <a:round/>
              <a:headEnd len="med" w="med" type="triangle"/>
              <a:tailEnd len="med" w="med" type="triangle"/>
            </a:ln>
          </p:spPr>
        </p:cxnSp>
        <p:cxnSp>
          <p:nvCxnSpPr>
            <p:cNvPr id="1914" name="Google Shape;1914;p95"/>
            <p:cNvCxnSpPr>
              <a:stCxn id="1894" idx="0"/>
            </p:cNvCxnSpPr>
            <p:nvPr/>
          </p:nvCxnSpPr>
          <p:spPr>
            <a:xfrm flipH="1" rot="5400000">
              <a:off x="2157546" y="2890739"/>
              <a:ext cx="473700" cy="1351500"/>
            </a:xfrm>
            <a:prstGeom prst="curvedConnector2">
              <a:avLst/>
            </a:prstGeom>
            <a:noFill/>
            <a:ln cap="flat" cmpd="sng" w="38100">
              <a:solidFill>
                <a:schemeClr val="accent5"/>
              </a:solidFill>
              <a:prstDash val="solid"/>
              <a:round/>
              <a:headEnd len="med" w="med" type="triangle"/>
              <a:tailEnd len="med" w="med" type="none"/>
            </a:ln>
          </p:spPr>
        </p:cxnSp>
      </p:grpSp>
      <p:sp>
        <p:nvSpPr>
          <p:cNvPr id="1915" name="Google Shape;1915;p95"/>
          <p:cNvSpPr txBox="1"/>
          <p:nvPr/>
        </p:nvSpPr>
        <p:spPr>
          <a:xfrm>
            <a:off x="1996501" y="3151124"/>
            <a:ext cx="482400" cy="270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solidFill>
                  <a:schemeClr val="accent5"/>
                </a:solidFill>
                <a:latin typeface="Lexend"/>
                <a:ea typeface="Lexend"/>
                <a:cs typeface="Lexend"/>
                <a:sym typeface="Lexend"/>
              </a:rPr>
              <a:t>× 0.5</a:t>
            </a:r>
            <a:endParaRPr sz="1600">
              <a:solidFill>
                <a:schemeClr val="accent5"/>
              </a:solidFill>
              <a:latin typeface="Lexend"/>
              <a:ea typeface="Lexend"/>
              <a:cs typeface="Lexend"/>
              <a:sym typeface="Lexend"/>
            </a:endParaRPr>
          </a:p>
        </p:txBody>
      </p:sp>
      <p:grpSp>
        <p:nvGrpSpPr>
          <p:cNvPr id="1916" name="Google Shape;1916;p95"/>
          <p:cNvGrpSpPr/>
          <p:nvPr/>
        </p:nvGrpSpPr>
        <p:grpSpPr>
          <a:xfrm>
            <a:off x="502063" y="2080701"/>
            <a:ext cx="3262432" cy="2691299"/>
            <a:chOff x="502063" y="2080701"/>
            <a:chExt cx="3262432" cy="2691299"/>
          </a:xfrm>
        </p:grpSpPr>
        <p:sp>
          <p:nvSpPr>
            <p:cNvPr id="1917" name="Google Shape;1917;p95"/>
            <p:cNvSpPr/>
            <p:nvPr/>
          </p:nvSpPr>
          <p:spPr>
            <a:xfrm flipH="1" rot="10800000">
              <a:off x="547381" y="2533053"/>
              <a:ext cx="2981736" cy="2238947"/>
            </a:xfrm>
            <a:custGeom>
              <a:rect b="b" l="l" r="r" t="t"/>
              <a:pathLst>
                <a:path extrusionOk="0" h="38100" w="50740">
                  <a:moveTo>
                    <a:pt x="0" y="0"/>
                  </a:moveTo>
                  <a:lnTo>
                    <a:pt x="50740" y="0"/>
                  </a:lnTo>
                  <a:lnTo>
                    <a:pt x="50740" y="38100"/>
                  </a:lnTo>
                  <a:close/>
                </a:path>
              </a:pathLst>
            </a:custGeom>
            <a:noFill/>
            <a:ln cap="flat" cmpd="sng" w="38100">
              <a:solidFill>
                <a:srgbClr val="000000"/>
              </a:solidFill>
              <a:prstDash val="solid"/>
              <a:round/>
              <a:headEnd len="med" w="med" type="none"/>
              <a:tailEnd len="med" w="med" type="none"/>
            </a:ln>
          </p:spPr>
        </p:sp>
        <p:sp>
          <p:nvSpPr>
            <p:cNvPr id="1918" name="Google Shape;1918;p95"/>
            <p:cNvSpPr/>
            <p:nvPr/>
          </p:nvSpPr>
          <p:spPr>
            <a:xfrm>
              <a:off x="3417853" y="4658498"/>
              <a:ext cx="108600" cy="1086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919" name="Google Shape;1919;p95"/>
            <p:cNvCxnSpPr/>
            <p:nvPr/>
          </p:nvCxnSpPr>
          <p:spPr>
            <a:xfrm rot="10800000">
              <a:off x="3644049" y="2571137"/>
              <a:ext cx="0" cy="2191800"/>
            </a:xfrm>
            <a:prstGeom prst="straightConnector1">
              <a:avLst/>
            </a:prstGeom>
            <a:noFill/>
            <a:ln cap="flat" cmpd="sng" w="28575">
              <a:solidFill>
                <a:srgbClr val="000000"/>
              </a:solidFill>
              <a:prstDash val="solid"/>
              <a:round/>
              <a:headEnd len="med" w="med" type="triangle"/>
              <a:tailEnd len="med" w="med" type="triangle"/>
            </a:ln>
          </p:spPr>
        </p:cxnSp>
        <p:cxnSp>
          <p:nvCxnSpPr>
            <p:cNvPr id="1920" name="Google Shape;1920;p95"/>
            <p:cNvCxnSpPr/>
            <p:nvPr/>
          </p:nvCxnSpPr>
          <p:spPr>
            <a:xfrm flipH="1" rot="10800000">
              <a:off x="502063" y="2080701"/>
              <a:ext cx="3012000" cy="2261100"/>
            </a:xfrm>
            <a:prstGeom prst="straightConnector1">
              <a:avLst/>
            </a:prstGeom>
            <a:noFill/>
            <a:ln cap="flat" cmpd="sng" w="28575">
              <a:solidFill>
                <a:srgbClr val="000000"/>
              </a:solidFill>
              <a:prstDash val="solid"/>
              <a:round/>
              <a:headEnd len="med" w="med" type="triangle"/>
              <a:tailEnd len="med" w="med" type="triangle"/>
            </a:ln>
          </p:spPr>
        </p:cxnSp>
        <p:cxnSp>
          <p:nvCxnSpPr>
            <p:cNvPr id="1921" name="Google Shape;1921;p95"/>
            <p:cNvCxnSpPr>
              <a:stCxn id="1895" idx="0"/>
            </p:cNvCxnSpPr>
            <p:nvPr/>
          </p:nvCxnSpPr>
          <p:spPr>
            <a:xfrm flipH="1" rot="5400000">
              <a:off x="2656896" y="2550204"/>
              <a:ext cx="545400" cy="1669800"/>
            </a:xfrm>
            <a:prstGeom prst="curvedConnector2">
              <a:avLst/>
            </a:prstGeom>
            <a:noFill/>
            <a:ln cap="flat" cmpd="sng" w="38100">
              <a:solidFill>
                <a:schemeClr val="accent5"/>
              </a:solidFill>
              <a:prstDash val="solid"/>
              <a:round/>
              <a:headEnd len="med" w="med" type="triangle"/>
              <a:tailEnd len="med" w="med" type="none"/>
            </a:ln>
          </p:spPr>
        </p:cxnSp>
      </p:grpSp>
      <p:sp>
        <p:nvSpPr>
          <p:cNvPr id="1922" name="Google Shape;1922;p95"/>
          <p:cNvSpPr txBox="1"/>
          <p:nvPr/>
        </p:nvSpPr>
        <p:spPr>
          <a:xfrm>
            <a:off x="2323945" y="2908912"/>
            <a:ext cx="482400" cy="270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solidFill>
                  <a:schemeClr val="accent5"/>
                </a:solidFill>
                <a:latin typeface="Lexend"/>
                <a:ea typeface="Lexend"/>
                <a:cs typeface="Lexend"/>
                <a:sym typeface="Lexend"/>
              </a:rPr>
              <a:t>× 0.5</a:t>
            </a:r>
            <a:endParaRPr sz="1600">
              <a:solidFill>
                <a:schemeClr val="accent5"/>
              </a:solidFill>
              <a:latin typeface="Lexend"/>
              <a:ea typeface="Lexend"/>
              <a:cs typeface="Lexend"/>
              <a:sym typeface="Lexend"/>
            </a:endParaRPr>
          </a:p>
        </p:txBody>
      </p:sp>
      <p:sp>
        <p:nvSpPr>
          <p:cNvPr id="1923" name="Google Shape;1923;p95"/>
          <p:cNvSpPr/>
          <p:nvPr/>
        </p:nvSpPr>
        <p:spPr>
          <a:xfrm flipH="1" rot="10800000">
            <a:off x="5193016" y="2385510"/>
            <a:ext cx="742707" cy="557689"/>
          </a:xfrm>
          <a:custGeom>
            <a:rect b="b" l="l" r="r" t="t"/>
            <a:pathLst>
              <a:path extrusionOk="0" h="38100" w="50740">
                <a:moveTo>
                  <a:pt x="0" y="0"/>
                </a:moveTo>
                <a:lnTo>
                  <a:pt x="50740" y="0"/>
                </a:lnTo>
                <a:lnTo>
                  <a:pt x="50740" y="38100"/>
                </a:lnTo>
                <a:close/>
              </a:path>
            </a:pathLst>
          </a:custGeom>
          <a:noFill/>
          <a:ln cap="flat" cmpd="sng" w="38100">
            <a:solidFill>
              <a:srgbClr val="000000"/>
            </a:solidFill>
            <a:prstDash val="solid"/>
            <a:round/>
            <a:headEnd len="med" w="med" type="none"/>
            <a:tailEnd len="med" w="med" type="none"/>
          </a:ln>
        </p:spPr>
      </p:sp>
      <p:sp>
        <p:nvSpPr>
          <p:cNvPr id="1924" name="Google Shape;1924;p95"/>
          <p:cNvSpPr/>
          <p:nvPr/>
        </p:nvSpPr>
        <p:spPr>
          <a:xfrm>
            <a:off x="5832462" y="2829698"/>
            <a:ext cx="108600" cy="1086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grpSp>
        <p:nvGrpSpPr>
          <p:cNvPr id="1925" name="Google Shape;1925;p95"/>
          <p:cNvGrpSpPr/>
          <p:nvPr/>
        </p:nvGrpSpPr>
        <p:grpSpPr>
          <a:xfrm flipH="1" rot="10800000">
            <a:off x="5147331" y="2311281"/>
            <a:ext cx="903446" cy="621048"/>
            <a:chOff x="4962363" y="3703451"/>
            <a:chExt cx="1064631" cy="731851"/>
          </a:xfrm>
        </p:grpSpPr>
        <p:cxnSp>
          <p:nvCxnSpPr>
            <p:cNvPr id="1926" name="Google Shape;1926;p95"/>
            <p:cNvCxnSpPr/>
            <p:nvPr/>
          </p:nvCxnSpPr>
          <p:spPr>
            <a:xfrm>
              <a:off x="6026994" y="3703451"/>
              <a:ext cx="0" cy="654000"/>
            </a:xfrm>
            <a:prstGeom prst="straightConnector1">
              <a:avLst/>
            </a:prstGeom>
            <a:noFill/>
            <a:ln cap="flat" cmpd="sng" w="28575">
              <a:solidFill>
                <a:srgbClr val="000000"/>
              </a:solidFill>
              <a:prstDash val="solid"/>
              <a:round/>
              <a:headEnd len="med" w="med" type="triangle"/>
              <a:tailEnd len="med" w="med" type="triangle"/>
            </a:ln>
          </p:spPr>
        </p:cxnSp>
        <p:cxnSp>
          <p:nvCxnSpPr>
            <p:cNvPr id="1927" name="Google Shape;1927;p95"/>
            <p:cNvCxnSpPr/>
            <p:nvPr/>
          </p:nvCxnSpPr>
          <p:spPr>
            <a:xfrm>
              <a:off x="4962363" y="3775302"/>
              <a:ext cx="867300" cy="660000"/>
            </a:xfrm>
            <a:prstGeom prst="straightConnector1">
              <a:avLst/>
            </a:prstGeom>
            <a:noFill/>
            <a:ln cap="flat" cmpd="sng" w="28575">
              <a:solidFill>
                <a:srgbClr val="000000"/>
              </a:solidFill>
              <a:prstDash val="solid"/>
              <a:round/>
              <a:headEnd len="med" w="med" type="triangle"/>
              <a:tailEnd len="med" w="med" type="triangle"/>
            </a:ln>
          </p:spPr>
        </p:cxnSp>
      </p:grpSp>
      <p:sp>
        <p:nvSpPr>
          <p:cNvPr id="1928" name="Google Shape;1928;p95"/>
          <p:cNvSpPr txBox="1"/>
          <p:nvPr/>
        </p:nvSpPr>
        <p:spPr>
          <a:xfrm>
            <a:off x="6127800" y="2543447"/>
            <a:ext cx="293700" cy="222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0.5</a:t>
            </a:r>
            <a:endParaRPr sz="1600">
              <a:solidFill>
                <a:srgbClr val="000000"/>
              </a:solidFill>
              <a:latin typeface="Lexend"/>
              <a:ea typeface="Lexend"/>
              <a:cs typeface="Lexend"/>
              <a:sym typeface="Lexend"/>
            </a:endParaRPr>
          </a:p>
        </p:txBody>
      </p:sp>
      <p:sp>
        <p:nvSpPr>
          <p:cNvPr id="1929" name="Google Shape;1929;p95"/>
          <p:cNvSpPr/>
          <p:nvPr/>
        </p:nvSpPr>
        <p:spPr>
          <a:xfrm flipH="1" rot="10800000">
            <a:off x="5148869" y="2533053"/>
            <a:ext cx="2981736" cy="2238947"/>
          </a:xfrm>
          <a:custGeom>
            <a:rect b="b" l="l" r="r" t="t"/>
            <a:pathLst>
              <a:path extrusionOk="0" h="38100" w="50740">
                <a:moveTo>
                  <a:pt x="0" y="0"/>
                </a:moveTo>
                <a:lnTo>
                  <a:pt x="50740" y="0"/>
                </a:lnTo>
                <a:lnTo>
                  <a:pt x="50740" y="38100"/>
                </a:lnTo>
                <a:close/>
              </a:path>
            </a:pathLst>
          </a:custGeom>
          <a:noFill/>
          <a:ln cap="flat" cmpd="sng" w="38100">
            <a:solidFill>
              <a:srgbClr val="000000"/>
            </a:solidFill>
            <a:prstDash val="solid"/>
            <a:round/>
            <a:headEnd len="med" w="med" type="none"/>
            <a:tailEnd len="med" w="med" type="none"/>
          </a:ln>
        </p:spPr>
      </p:sp>
      <p:sp>
        <p:nvSpPr>
          <p:cNvPr id="1930" name="Google Shape;1930;p95"/>
          <p:cNvSpPr txBox="1"/>
          <p:nvPr>
            <p:ph idx="1" type="body"/>
          </p:nvPr>
        </p:nvSpPr>
        <p:spPr>
          <a:xfrm>
            <a:off x="324000" y="1521300"/>
            <a:ext cx="8496000" cy="410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This can be seen when triangles are nested and when they are drawn separately.</a:t>
            </a:r>
            <a:endParaRPr sz="2000"/>
          </a:p>
        </p:txBody>
      </p:sp>
      <p:cxnSp>
        <p:nvCxnSpPr>
          <p:cNvPr id="1931" name="Google Shape;1931;p95"/>
          <p:cNvCxnSpPr/>
          <p:nvPr/>
        </p:nvCxnSpPr>
        <p:spPr>
          <a:xfrm rot="10800000">
            <a:off x="8292249" y="2571137"/>
            <a:ext cx="0" cy="2191800"/>
          </a:xfrm>
          <a:prstGeom prst="straightConnector1">
            <a:avLst/>
          </a:prstGeom>
          <a:noFill/>
          <a:ln cap="flat" cmpd="sng" w="28575">
            <a:solidFill>
              <a:srgbClr val="000000"/>
            </a:solidFill>
            <a:prstDash val="solid"/>
            <a:round/>
            <a:headEnd len="med" w="med" type="triangle"/>
            <a:tailEnd len="med" w="med" type="triangle"/>
          </a:ln>
        </p:spPr>
      </p:cxnSp>
      <p:sp>
        <p:nvSpPr>
          <p:cNvPr id="1932" name="Google Shape;1932;p95"/>
          <p:cNvSpPr txBox="1"/>
          <p:nvPr/>
        </p:nvSpPr>
        <p:spPr>
          <a:xfrm>
            <a:off x="8330046" y="3581604"/>
            <a:ext cx="165300" cy="222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2</a:t>
            </a:r>
            <a:endParaRPr sz="1600">
              <a:solidFill>
                <a:srgbClr val="000000"/>
              </a:solidFill>
              <a:latin typeface="Lexend"/>
              <a:ea typeface="Lexend"/>
              <a:cs typeface="Lexend"/>
              <a:sym typeface="Lexend"/>
            </a:endParaRPr>
          </a:p>
        </p:txBody>
      </p:sp>
      <p:cxnSp>
        <p:nvCxnSpPr>
          <p:cNvPr id="1933" name="Google Shape;1933;p95"/>
          <p:cNvCxnSpPr/>
          <p:nvPr/>
        </p:nvCxnSpPr>
        <p:spPr>
          <a:xfrm flipH="1" rot="10800000">
            <a:off x="5013103" y="2423601"/>
            <a:ext cx="3012000" cy="2261100"/>
          </a:xfrm>
          <a:prstGeom prst="straightConnector1">
            <a:avLst/>
          </a:prstGeom>
          <a:noFill/>
          <a:ln cap="flat" cmpd="sng" w="28575">
            <a:solidFill>
              <a:srgbClr val="000000"/>
            </a:solidFill>
            <a:prstDash val="solid"/>
            <a:round/>
            <a:headEnd len="med" w="med" type="triangle"/>
            <a:tailEnd len="med" w="med" type="triangle"/>
          </a:ln>
        </p:spPr>
      </p:cxnSp>
      <p:sp>
        <p:nvSpPr>
          <p:cNvPr id="1934" name="Google Shape;1934;p95"/>
          <p:cNvSpPr txBox="1"/>
          <p:nvPr/>
        </p:nvSpPr>
        <p:spPr>
          <a:xfrm>
            <a:off x="6438226" y="3278776"/>
            <a:ext cx="148500" cy="213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4</a:t>
            </a:r>
            <a:r>
              <a:rPr lang="en-GB" sz="1600">
                <a:solidFill>
                  <a:srgbClr val="000000"/>
                </a:solidFill>
                <a:latin typeface="Lexend"/>
                <a:ea typeface="Lexend"/>
                <a:cs typeface="Lexend"/>
                <a:sym typeface="Lexend"/>
              </a:rPr>
              <a:t> </a:t>
            </a:r>
            <a:endParaRPr sz="1600">
              <a:solidFill>
                <a:srgbClr val="000000"/>
              </a:solidFill>
              <a:latin typeface="Lexend"/>
              <a:ea typeface="Lexend"/>
              <a:cs typeface="Lexend"/>
              <a:sym typeface="Lexend"/>
            </a:endParaRPr>
          </a:p>
        </p:txBody>
      </p:sp>
      <p:sp>
        <p:nvSpPr>
          <p:cNvPr id="1935" name="Google Shape;1935;p95"/>
          <p:cNvSpPr/>
          <p:nvPr/>
        </p:nvSpPr>
        <p:spPr>
          <a:xfrm>
            <a:off x="8011782" y="4658498"/>
            <a:ext cx="108600" cy="1086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936" name="Google Shape;1936;p95"/>
          <p:cNvSpPr/>
          <p:nvPr/>
        </p:nvSpPr>
        <p:spPr>
          <a:xfrm>
            <a:off x="5034950" y="2729423"/>
            <a:ext cx="383700" cy="383700"/>
          </a:xfrm>
          <a:prstGeom prst="arc">
            <a:avLst>
              <a:gd fmla="val 19277215" name="adj1"/>
              <a:gd fmla="val 272184"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937" name="Google Shape;1937;p95"/>
          <p:cNvSpPr txBox="1"/>
          <p:nvPr>
            <p:ph idx="1" type="body"/>
          </p:nvPr>
        </p:nvSpPr>
        <p:spPr>
          <a:xfrm>
            <a:off x="5448743" y="2715838"/>
            <a:ext cx="383700" cy="185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30°</a:t>
            </a:r>
            <a:endParaRPr sz="1600"/>
          </a:p>
        </p:txBody>
      </p:sp>
      <p:sp>
        <p:nvSpPr>
          <p:cNvPr id="1938" name="Google Shape;1938;p95"/>
          <p:cNvSpPr/>
          <p:nvPr/>
        </p:nvSpPr>
        <p:spPr>
          <a:xfrm>
            <a:off x="5019710" y="4558223"/>
            <a:ext cx="383700" cy="383700"/>
          </a:xfrm>
          <a:prstGeom prst="arc">
            <a:avLst>
              <a:gd fmla="val 19277215" name="adj1"/>
              <a:gd fmla="val 272184"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939" name="Google Shape;1939;p95"/>
          <p:cNvSpPr txBox="1"/>
          <p:nvPr>
            <p:ph idx="1" type="body"/>
          </p:nvPr>
        </p:nvSpPr>
        <p:spPr>
          <a:xfrm>
            <a:off x="5433503" y="4544638"/>
            <a:ext cx="383700" cy="185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30°</a:t>
            </a:r>
            <a:endParaRPr sz="1600"/>
          </a:p>
        </p:txBody>
      </p:sp>
      <p:sp>
        <p:nvSpPr>
          <p:cNvPr id="1940" name="Google Shape;1940;p95"/>
          <p:cNvSpPr txBox="1"/>
          <p:nvPr/>
        </p:nvSpPr>
        <p:spPr>
          <a:xfrm>
            <a:off x="5403399" y="2377877"/>
            <a:ext cx="148500" cy="2139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1</a:t>
            </a:r>
            <a:r>
              <a:rPr lang="en-GB" sz="1600">
                <a:solidFill>
                  <a:srgbClr val="000000"/>
                </a:solidFill>
                <a:latin typeface="Lexend"/>
                <a:ea typeface="Lexend"/>
                <a:cs typeface="Lexend"/>
                <a:sym typeface="Lexend"/>
              </a:rPr>
              <a:t> </a:t>
            </a:r>
            <a:endParaRPr sz="1600">
              <a:solidFill>
                <a:srgbClr val="000000"/>
              </a:solidFill>
              <a:latin typeface="Lexend"/>
              <a:ea typeface="Lexend"/>
              <a:cs typeface="Lexend"/>
              <a:sym typeface="Lexend"/>
            </a:endParaRPr>
          </a:p>
        </p:txBody>
      </p:sp>
      <p:cxnSp>
        <p:nvCxnSpPr>
          <p:cNvPr id="1941" name="Google Shape;1941;p95"/>
          <p:cNvCxnSpPr/>
          <p:nvPr/>
        </p:nvCxnSpPr>
        <p:spPr>
          <a:xfrm flipH="1" rot="5400000">
            <a:off x="5813383" y="2103516"/>
            <a:ext cx="162300" cy="775500"/>
          </a:xfrm>
          <a:prstGeom prst="curvedConnector3">
            <a:avLst>
              <a:gd fmla="val 173051" name="adj1"/>
            </a:avLst>
          </a:prstGeom>
          <a:noFill/>
          <a:ln cap="flat" cmpd="sng" w="38100">
            <a:solidFill>
              <a:schemeClr val="accent5"/>
            </a:solidFill>
            <a:prstDash val="solid"/>
            <a:round/>
            <a:headEnd len="med" w="med" type="triangle"/>
            <a:tailEnd len="med" w="med" type="none"/>
          </a:ln>
        </p:spPr>
      </p:cxnSp>
      <p:sp>
        <p:nvSpPr>
          <p:cNvPr id="1942" name="Google Shape;1942;p95"/>
          <p:cNvSpPr txBox="1"/>
          <p:nvPr/>
        </p:nvSpPr>
        <p:spPr>
          <a:xfrm>
            <a:off x="5707915" y="2064060"/>
            <a:ext cx="482400" cy="270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solidFill>
                  <a:schemeClr val="accent5"/>
                </a:solidFill>
                <a:latin typeface="Lexend"/>
                <a:ea typeface="Lexend"/>
                <a:cs typeface="Lexend"/>
                <a:sym typeface="Lexend"/>
              </a:rPr>
              <a:t>× 0.5</a:t>
            </a:r>
            <a:endParaRPr sz="1600">
              <a:solidFill>
                <a:schemeClr val="accent5"/>
              </a:solidFill>
              <a:latin typeface="Lexend"/>
              <a:ea typeface="Lexend"/>
              <a:cs typeface="Lexend"/>
              <a:sym typeface="Lexend"/>
            </a:endParaRPr>
          </a:p>
        </p:txBody>
      </p:sp>
      <p:cxnSp>
        <p:nvCxnSpPr>
          <p:cNvPr id="1943" name="Google Shape;1943;p95"/>
          <p:cNvCxnSpPr>
            <a:stCxn id="1932" idx="0"/>
          </p:cNvCxnSpPr>
          <p:nvPr/>
        </p:nvCxnSpPr>
        <p:spPr>
          <a:xfrm flipH="1" rot="5400000">
            <a:off x="7435896" y="2604804"/>
            <a:ext cx="196800" cy="1756800"/>
          </a:xfrm>
          <a:prstGeom prst="curvedConnector2">
            <a:avLst/>
          </a:prstGeom>
          <a:noFill/>
          <a:ln cap="flat" cmpd="sng" w="38100">
            <a:solidFill>
              <a:schemeClr val="accent5"/>
            </a:solidFill>
            <a:prstDash val="solid"/>
            <a:round/>
            <a:headEnd len="med" w="med" type="triangle"/>
            <a:tailEnd len="med" w="med" type="none"/>
          </a:ln>
        </p:spPr>
      </p:cxnSp>
      <p:sp>
        <p:nvSpPr>
          <p:cNvPr id="1944" name="Google Shape;1944;p95"/>
          <p:cNvSpPr txBox="1"/>
          <p:nvPr/>
        </p:nvSpPr>
        <p:spPr>
          <a:xfrm>
            <a:off x="7379245" y="3186805"/>
            <a:ext cx="482400" cy="270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solidFill>
                  <a:schemeClr val="accent5"/>
                </a:solidFill>
                <a:latin typeface="Lexend"/>
                <a:ea typeface="Lexend"/>
                <a:cs typeface="Lexend"/>
                <a:sym typeface="Lexend"/>
              </a:rPr>
              <a:t>× 0.5</a:t>
            </a:r>
            <a:endParaRPr sz="1600">
              <a:solidFill>
                <a:schemeClr val="accent5"/>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9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0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0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9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893"/>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901"/>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908"/>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896"/>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89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0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1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9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894"/>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909"/>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915"/>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897"/>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89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89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2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1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2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2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2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2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2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3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3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3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3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3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3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3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3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3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4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4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4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4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4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3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8" name="Shape 1948"/>
        <p:cNvGrpSpPr/>
        <p:nvPr/>
      </p:nvGrpSpPr>
      <p:grpSpPr>
        <a:xfrm>
          <a:off x="0" y="0"/>
          <a:ext cx="0" cy="0"/>
          <a:chOff x="0" y="0"/>
          <a:chExt cx="0" cy="0"/>
        </a:xfrm>
      </p:grpSpPr>
      <p:sp>
        <p:nvSpPr>
          <p:cNvPr id="1949" name="Google Shape;1949;p96"/>
          <p:cNvSpPr/>
          <p:nvPr/>
        </p:nvSpPr>
        <p:spPr>
          <a:xfrm flipH="1" rot="10800000">
            <a:off x="4356125" y="3145599"/>
            <a:ext cx="791290" cy="800576"/>
          </a:xfrm>
          <a:custGeom>
            <a:rect b="b" l="l" r="r" t="t"/>
            <a:pathLst>
              <a:path extrusionOk="0" h="38100" w="50740">
                <a:moveTo>
                  <a:pt x="0" y="0"/>
                </a:moveTo>
                <a:lnTo>
                  <a:pt x="50740" y="0"/>
                </a:lnTo>
                <a:lnTo>
                  <a:pt x="50740" y="38100"/>
                </a:lnTo>
                <a:close/>
              </a:path>
            </a:pathLst>
          </a:custGeom>
          <a:noFill/>
          <a:ln cap="flat" cmpd="sng" w="38100">
            <a:solidFill>
              <a:srgbClr val="000000"/>
            </a:solidFill>
            <a:prstDash val="solid"/>
            <a:round/>
            <a:headEnd len="med" w="med" type="none"/>
            <a:tailEnd len="med" w="med" type="none"/>
          </a:ln>
        </p:spPr>
      </p:sp>
      <p:sp>
        <p:nvSpPr>
          <p:cNvPr id="1950" name="Google Shape;1950;p96"/>
          <p:cNvSpPr/>
          <p:nvPr/>
        </p:nvSpPr>
        <p:spPr>
          <a:xfrm flipH="1" rot="10800000">
            <a:off x="850925" y="1686516"/>
            <a:ext cx="2233955" cy="2260092"/>
          </a:xfrm>
          <a:custGeom>
            <a:rect b="b" l="l" r="r" t="t"/>
            <a:pathLst>
              <a:path extrusionOk="0" h="38100" w="50740">
                <a:moveTo>
                  <a:pt x="0" y="0"/>
                </a:moveTo>
                <a:lnTo>
                  <a:pt x="50740" y="0"/>
                </a:lnTo>
                <a:lnTo>
                  <a:pt x="50740" y="38100"/>
                </a:lnTo>
                <a:close/>
              </a:path>
            </a:pathLst>
          </a:custGeom>
          <a:noFill/>
          <a:ln cap="flat" cmpd="sng" w="38100">
            <a:solidFill>
              <a:srgbClr val="000000"/>
            </a:solidFill>
            <a:prstDash val="solid"/>
            <a:round/>
            <a:headEnd len="med" w="med" type="none"/>
            <a:tailEnd len="med" w="med" type="none"/>
          </a:ln>
        </p:spPr>
      </p:sp>
      <p:sp>
        <p:nvSpPr>
          <p:cNvPr id="1951" name="Google Shape;1951;p96"/>
          <p:cNvSpPr txBox="1"/>
          <p:nvPr>
            <p:ph idx="1" type="body"/>
          </p:nvPr>
        </p:nvSpPr>
        <p:spPr>
          <a:xfrm>
            <a:off x="324000" y="759300"/>
            <a:ext cx="8237700" cy="676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A pair of similar triangles can be made from a single triangle by taking measurements part-way along some of its edges.</a:t>
            </a:r>
            <a:endParaRPr sz="2000"/>
          </a:p>
        </p:txBody>
      </p:sp>
      <p:sp>
        <p:nvSpPr>
          <p:cNvPr id="1952" name="Google Shape;1952;p96"/>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Finding missing lengths with similar triangles</a:t>
            </a:r>
            <a:endParaRPr/>
          </a:p>
        </p:txBody>
      </p:sp>
      <p:cxnSp>
        <p:nvCxnSpPr>
          <p:cNvPr id="1953" name="Google Shape;1953;p96"/>
          <p:cNvCxnSpPr/>
          <p:nvPr/>
        </p:nvCxnSpPr>
        <p:spPr>
          <a:xfrm flipH="1" rot="10800000">
            <a:off x="760094" y="2784051"/>
            <a:ext cx="815700" cy="815700"/>
          </a:xfrm>
          <a:prstGeom prst="straightConnector1">
            <a:avLst/>
          </a:prstGeom>
          <a:noFill/>
          <a:ln cap="flat" cmpd="sng" w="28575">
            <a:solidFill>
              <a:srgbClr val="000000"/>
            </a:solidFill>
            <a:prstDash val="solid"/>
            <a:round/>
            <a:headEnd len="med" w="med" type="triangle"/>
            <a:tailEnd len="med" w="med" type="triangle"/>
          </a:ln>
        </p:spPr>
      </p:cxnSp>
      <p:sp>
        <p:nvSpPr>
          <p:cNvPr id="1954" name="Google Shape;1954;p96"/>
          <p:cNvSpPr txBox="1"/>
          <p:nvPr/>
        </p:nvSpPr>
        <p:spPr>
          <a:xfrm>
            <a:off x="929524" y="2865888"/>
            <a:ext cx="383700" cy="273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1 m</a:t>
            </a:r>
            <a:r>
              <a:rPr lang="en-GB" sz="1600">
                <a:solidFill>
                  <a:srgbClr val="000000"/>
                </a:solidFill>
                <a:latin typeface="Lexend"/>
                <a:ea typeface="Lexend"/>
                <a:cs typeface="Lexend"/>
                <a:sym typeface="Lexend"/>
              </a:rPr>
              <a:t> </a:t>
            </a:r>
            <a:endParaRPr sz="1600">
              <a:solidFill>
                <a:srgbClr val="000000"/>
              </a:solidFill>
              <a:latin typeface="Lexend"/>
              <a:ea typeface="Lexend"/>
              <a:cs typeface="Lexend"/>
              <a:sym typeface="Lexend"/>
            </a:endParaRPr>
          </a:p>
        </p:txBody>
      </p:sp>
      <p:cxnSp>
        <p:nvCxnSpPr>
          <p:cNvPr id="1955" name="Google Shape;1955;p96"/>
          <p:cNvCxnSpPr/>
          <p:nvPr/>
        </p:nvCxnSpPr>
        <p:spPr>
          <a:xfrm flipH="1" rot="10800000">
            <a:off x="769837" y="1650558"/>
            <a:ext cx="2221800" cy="2221800"/>
          </a:xfrm>
          <a:prstGeom prst="straightConnector1">
            <a:avLst/>
          </a:prstGeom>
          <a:noFill/>
          <a:ln cap="flat" cmpd="sng" w="28575">
            <a:solidFill>
              <a:srgbClr val="000000"/>
            </a:solidFill>
            <a:prstDash val="solid"/>
            <a:round/>
            <a:headEnd len="med" w="med" type="triangle"/>
            <a:tailEnd len="med" w="med" type="triangle"/>
          </a:ln>
        </p:spPr>
      </p:cxnSp>
      <p:sp>
        <p:nvSpPr>
          <p:cNvPr id="1956" name="Google Shape;1956;p96"/>
          <p:cNvSpPr txBox="1"/>
          <p:nvPr/>
        </p:nvSpPr>
        <p:spPr>
          <a:xfrm>
            <a:off x="1726116" y="2306988"/>
            <a:ext cx="383700" cy="273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i="1" lang="en-GB" sz="1800">
                <a:latin typeface="Times New Roman"/>
                <a:ea typeface="Times New Roman"/>
                <a:cs typeface="Times New Roman"/>
                <a:sym typeface="Times New Roman"/>
              </a:rPr>
              <a:t>x</a:t>
            </a:r>
            <a:r>
              <a:rPr lang="en-GB" sz="1600">
                <a:latin typeface="Lexend"/>
                <a:ea typeface="Lexend"/>
                <a:cs typeface="Lexend"/>
                <a:sym typeface="Lexend"/>
              </a:rPr>
              <a:t> m</a:t>
            </a:r>
            <a:r>
              <a:rPr lang="en-GB" sz="1600">
                <a:solidFill>
                  <a:srgbClr val="000000"/>
                </a:solidFill>
                <a:latin typeface="Lexend"/>
                <a:ea typeface="Lexend"/>
                <a:cs typeface="Lexend"/>
                <a:sym typeface="Lexend"/>
              </a:rPr>
              <a:t> </a:t>
            </a:r>
            <a:endParaRPr sz="1600">
              <a:solidFill>
                <a:srgbClr val="000000"/>
              </a:solidFill>
              <a:latin typeface="Lexend"/>
              <a:ea typeface="Lexend"/>
              <a:cs typeface="Lexend"/>
              <a:sym typeface="Lexend"/>
            </a:endParaRPr>
          </a:p>
        </p:txBody>
      </p:sp>
      <p:sp>
        <p:nvSpPr>
          <p:cNvPr id="1957" name="Google Shape;1957;p96"/>
          <p:cNvSpPr/>
          <p:nvPr/>
        </p:nvSpPr>
        <p:spPr>
          <a:xfrm>
            <a:off x="1535538" y="3820731"/>
            <a:ext cx="108600" cy="1086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958" name="Google Shape;1958;p96"/>
          <p:cNvCxnSpPr/>
          <p:nvPr/>
        </p:nvCxnSpPr>
        <p:spPr>
          <a:xfrm>
            <a:off x="881439" y="4053985"/>
            <a:ext cx="749400" cy="0"/>
          </a:xfrm>
          <a:prstGeom prst="straightConnector1">
            <a:avLst/>
          </a:prstGeom>
          <a:noFill/>
          <a:ln cap="flat" cmpd="sng" w="28575">
            <a:solidFill>
              <a:srgbClr val="000000"/>
            </a:solidFill>
            <a:prstDash val="solid"/>
            <a:round/>
            <a:headEnd len="med" w="med" type="triangle"/>
            <a:tailEnd len="med" w="med" type="triangle"/>
          </a:ln>
        </p:spPr>
      </p:cxnSp>
      <p:sp>
        <p:nvSpPr>
          <p:cNvPr id="1959" name="Google Shape;1959;p96"/>
          <p:cNvSpPr txBox="1"/>
          <p:nvPr/>
        </p:nvSpPr>
        <p:spPr>
          <a:xfrm>
            <a:off x="926770" y="4100358"/>
            <a:ext cx="661200" cy="283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0.75 m</a:t>
            </a:r>
            <a:endParaRPr sz="1600">
              <a:solidFill>
                <a:srgbClr val="000000"/>
              </a:solidFill>
              <a:latin typeface="Lexend"/>
              <a:ea typeface="Lexend"/>
              <a:cs typeface="Lexend"/>
              <a:sym typeface="Lexend"/>
            </a:endParaRPr>
          </a:p>
        </p:txBody>
      </p:sp>
      <p:sp>
        <p:nvSpPr>
          <p:cNvPr id="1960" name="Google Shape;1960;p96"/>
          <p:cNvSpPr txBox="1"/>
          <p:nvPr/>
        </p:nvSpPr>
        <p:spPr>
          <a:xfrm>
            <a:off x="2125398" y="4063550"/>
            <a:ext cx="791400" cy="283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3.15 m</a:t>
            </a:r>
            <a:endParaRPr sz="1600">
              <a:solidFill>
                <a:srgbClr val="000000"/>
              </a:solidFill>
              <a:latin typeface="Lexend"/>
              <a:ea typeface="Lexend"/>
              <a:cs typeface="Lexend"/>
              <a:sym typeface="Lexend"/>
            </a:endParaRPr>
          </a:p>
        </p:txBody>
      </p:sp>
      <p:cxnSp>
        <p:nvCxnSpPr>
          <p:cNvPr id="1961" name="Google Shape;1961;p96"/>
          <p:cNvCxnSpPr/>
          <p:nvPr/>
        </p:nvCxnSpPr>
        <p:spPr>
          <a:xfrm>
            <a:off x="1648821" y="4053985"/>
            <a:ext cx="1419900" cy="0"/>
          </a:xfrm>
          <a:prstGeom prst="straightConnector1">
            <a:avLst/>
          </a:prstGeom>
          <a:noFill/>
          <a:ln cap="flat" cmpd="sng" w="28575">
            <a:solidFill>
              <a:srgbClr val="000000"/>
            </a:solidFill>
            <a:prstDash val="solid"/>
            <a:round/>
            <a:headEnd len="med" w="med" type="triangle"/>
            <a:tailEnd len="med" w="med" type="triangle"/>
          </a:ln>
        </p:spPr>
      </p:cxnSp>
      <p:sp>
        <p:nvSpPr>
          <p:cNvPr id="1962" name="Google Shape;1962;p96"/>
          <p:cNvSpPr/>
          <p:nvPr/>
        </p:nvSpPr>
        <p:spPr>
          <a:xfrm>
            <a:off x="2984200" y="3820731"/>
            <a:ext cx="108600" cy="1086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963" name="Google Shape;1963;p96"/>
          <p:cNvCxnSpPr/>
          <p:nvPr/>
        </p:nvCxnSpPr>
        <p:spPr>
          <a:xfrm>
            <a:off x="1640200" y="2549658"/>
            <a:ext cx="0" cy="1397100"/>
          </a:xfrm>
          <a:prstGeom prst="straightConnector1">
            <a:avLst/>
          </a:prstGeom>
          <a:noFill/>
          <a:ln cap="flat" cmpd="sng" w="38100">
            <a:solidFill>
              <a:schemeClr val="accent5"/>
            </a:solidFill>
            <a:prstDash val="dash"/>
            <a:round/>
            <a:headEnd len="med" w="med" type="none"/>
            <a:tailEnd len="med" w="med" type="none"/>
          </a:ln>
        </p:spPr>
      </p:cxnSp>
      <p:sp>
        <p:nvSpPr>
          <p:cNvPr id="1964" name="Google Shape;1964;p96"/>
          <p:cNvSpPr/>
          <p:nvPr/>
        </p:nvSpPr>
        <p:spPr>
          <a:xfrm flipH="1" rot="10800000">
            <a:off x="5880125" y="1686083"/>
            <a:ext cx="2233955" cy="2260092"/>
          </a:xfrm>
          <a:custGeom>
            <a:rect b="b" l="l" r="r" t="t"/>
            <a:pathLst>
              <a:path extrusionOk="0" h="38100" w="50740">
                <a:moveTo>
                  <a:pt x="0" y="0"/>
                </a:moveTo>
                <a:lnTo>
                  <a:pt x="50740" y="0"/>
                </a:lnTo>
                <a:lnTo>
                  <a:pt x="50740" y="38100"/>
                </a:lnTo>
                <a:close/>
              </a:path>
            </a:pathLst>
          </a:custGeom>
          <a:noFill/>
          <a:ln cap="flat" cmpd="sng" w="38100">
            <a:solidFill>
              <a:srgbClr val="000000"/>
            </a:solidFill>
            <a:prstDash val="solid"/>
            <a:round/>
            <a:headEnd len="med" w="med" type="none"/>
            <a:tailEnd len="med" w="med" type="none"/>
          </a:ln>
        </p:spPr>
      </p:sp>
      <p:cxnSp>
        <p:nvCxnSpPr>
          <p:cNvPr id="1965" name="Google Shape;1965;p96"/>
          <p:cNvCxnSpPr/>
          <p:nvPr/>
        </p:nvCxnSpPr>
        <p:spPr>
          <a:xfrm flipH="1" rot="10800000">
            <a:off x="4265294" y="3012218"/>
            <a:ext cx="815700" cy="815700"/>
          </a:xfrm>
          <a:prstGeom prst="straightConnector1">
            <a:avLst/>
          </a:prstGeom>
          <a:noFill/>
          <a:ln cap="flat" cmpd="sng" w="28575">
            <a:solidFill>
              <a:srgbClr val="000000"/>
            </a:solidFill>
            <a:prstDash val="solid"/>
            <a:round/>
            <a:headEnd len="med" w="med" type="triangle"/>
            <a:tailEnd len="med" w="med" type="triangle"/>
          </a:ln>
        </p:spPr>
      </p:cxnSp>
      <p:sp>
        <p:nvSpPr>
          <p:cNvPr id="1966" name="Google Shape;1966;p96"/>
          <p:cNvSpPr txBox="1"/>
          <p:nvPr/>
        </p:nvSpPr>
        <p:spPr>
          <a:xfrm>
            <a:off x="4434724" y="3094055"/>
            <a:ext cx="383700" cy="273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1 m</a:t>
            </a:r>
            <a:r>
              <a:rPr lang="en-GB" sz="1600">
                <a:solidFill>
                  <a:srgbClr val="000000"/>
                </a:solidFill>
                <a:latin typeface="Lexend"/>
                <a:ea typeface="Lexend"/>
                <a:cs typeface="Lexend"/>
                <a:sym typeface="Lexend"/>
              </a:rPr>
              <a:t> </a:t>
            </a:r>
            <a:endParaRPr sz="1600">
              <a:solidFill>
                <a:srgbClr val="000000"/>
              </a:solidFill>
              <a:latin typeface="Lexend"/>
              <a:ea typeface="Lexend"/>
              <a:cs typeface="Lexend"/>
              <a:sym typeface="Lexend"/>
            </a:endParaRPr>
          </a:p>
        </p:txBody>
      </p:sp>
      <p:cxnSp>
        <p:nvCxnSpPr>
          <p:cNvPr id="1967" name="Google Shape;1967;p96"/>
          <p:cNvCxnSpPr/>
          <p:nvPr/>
        </p:nvCxnSpPr>
        <p:spPr>
          <a:xfrm flipH="1" rot="10800000">
            <a:off x="5799037" y="1650125"/>
            <a:ext cx="2221800" cy="2221800"/>
          </a:xfrm>
          <a:prstGeom prst="straightConnector1">
            <a:avLst/>
          </a:prstGeom>
          <a:noFill/>
          <a:ln cap="flat" cmpd="sng" w="28575">
            <a:solidFill>
              <a:srgbClr val="000000"/>
            </a:solidFill>
            <a:prstDash val="solid"/>
            <a:round/>
            <a:headEnd len="med" w="med" type="triangle"/>
            <a:tailEnd len="med" w="med" type="triangle"/>
          </a:ln>
        </p:spPr>
      </p:cxnSp>
      <p:sp>
        <p:nvSpPr>
          <p:cNvPr id="1968" name="Google Shape;1968;p96"/>
          <p:cNvSpPr txBox="1"/>
          <p:nvPr/>
        </p:nvSpPr>
        <p:spPr>
          <a:xfrm>
            <a:off x="6755316" y="2306555"/>
            <a:ext cx="383700" cy="273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i="1" lang="en-GB" sz="1800">
                <a:latin typeface="Times New Roman"/>
                <a:ea typeface="Times New Roman"/>
                <a:cs typeface="Times New Roman"/>
                <a:sym typeface="Times New Roman"/>
              </a:rPr>
              <a:t>x</a:t>
            </a:r>
            <a:r>
              <a:rPr lang="en-GB" sz="1600">
                <a:latin typeface="Lexend"/>
                <a:ea typeface="Lexend"/>
                <a:cs typeface="Lexend"/>
                <a:sym typeface="Lexend"/>
              </a:rPr>
              <a:t> m</a:t>
            </a:r>
            <a:r>
              <a:rPr lang="en-GB" sz="1600">
                <a:solidFill>
                  <a:srgbClr val="000000"/>
                </a:solidFill>
                <a:latin typeface="Lexend"/>
                <a:ea typeface="Lexend"/>
                <a:cs typeface="Lexend"/>
                <a:sym typeface="Lexend"/>
              </a:rPr>
              <a:t> </a:t>
            </a:r>
            <a:endParaRPr sz="1600">
              <a:solidFill>
                <a:srgbClr val="000000"/>
              </a:solidFill>
              <a:latin typeface="Lexend"/>
              <a:ea typeface="Lexend"/>
              <a:cs typeface="Lexend"/>
              <a:sym typeface="Lexend"/>
            </a:endParaRPr>
          </a:p>
        </p:txBody>
      </p:sp>
      <p:sp>
        <p:nvSpPr>
          <p:cNvPr id="1969" name="Google Shape;1969;p96"/>
          <p:cNvSpPr/>
          <p:nvPr/>
        </p:nvSpPr>
        <p:spPr>
          <a:xfrm>
            <a:off x="5040738" y="3831000"/>
            <a:ext cx="108600" cy="1086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970" name="Google Shape;1970;p96"/>
          <p:cNvCxnSpPr/>
          <p:nvPr/>
        </p:nvCxnSpPr>
        <p:spPr>
          <a:xfrm>
            <a:off x="4386639" y="4053552"/>
            <a:ext cx="749400" cy="0"/>
          </a:xfrm>
          <a:prstGeom prst="straightConnector1">
            <a:avLst/>
          </a:prstGeom>
          <a:noFill/>
          <a:ln cap="flat" cmpd="sng" w="28575">
            <a:solidFill>
              <a:srgbClr val="000000"/>
            </a:solidFill>
            <a:prstDash val="solid"/>
            <a:round/>
            <a:headEnd len="med" w="med" type="triangle"/>
            <a:tailEnd len="med" w="med" type="triangle"/>
          </a:ln>
        </p:spPr>
      </p:cxnSp>
      <p:sp>
        <p:nvSpPr>
          <p:cNvPr id="1971" name="Google Shape;1971;p96"/>
          <p:cNvSpPr txBox="1"/>
          <p:nvPr/>
        </p:nvSpPr>
        <p:spPr>
          <a:xfrm>
            <a:off x="4431970" y="4099925"/>
            <a:ext cx="661200" cy="283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0.75 m</a:t>
            </a:r>
            <a:endParaRPr sz="1600">
              <a:solidFill>
                <a:srgbClr val="000000"/>
              </a:solidFill>
              <a:latin typeface="Lexend"/>
              <a:ea typeface="Lexend"/>
              <a:cs typeface="Lexend"/>
              <a:sym typeface="Lexend"/>
            </a:endParaRPr>
          </a:p>
        </p:txBody>
      </p:sp>
      <p:cxnSp>
        <p:nvCxnSpPr>
          <p:cNvPr id="1972" name="Google Shape;1972;p96"/>
          <p:cNvCxnSpPr/>
          <p:nvPr/>
        </p:nvCxnSpPr>
        <p:spPr>
          <a:xfrm rot="10800000">
            <a:off x="8214133" y="1733782"/>
            <a:ext cx="0" cy="2172300"/>
          </a:xfrm>
          <a:prstGeom prst="straightConnector1">
            <a:avLst/>
          </a:prstGeom>
          <a:noFill/>
          <a:ln cap="flat" cmpd="sng" w="28575">
            <a:solidFill>
              <a:srgbClr val="000000"/>
            </a:solidFill>
            <a:prstDash val="solid"/>
            <a:round/>
            <a:headEnd len="med" w="med" type="triangle"/>
            <a:tailEnd len="med" w="med" type="triangle"/>
          </a:ln>
        </p:spPr>
      </p:cxnSp>
      <p:sp>
        <p:nvSpPr>
          <p:cNvPr id="1973" name="Google Shape;1973;p96"/>
          <p:cNvSpPr txBox="1"/>
          <p:nvPr/>
        </p:nvSpPr>
        <p:spPr>
          <a:xfrm>
            <a:off x="6717149" y="4063100"/>
            <a:ext cx="661200" cy="283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3.9 m</a:t>
            </a:r>
            <a:endParaRPr sz="1600">
              <a:solidFill>
                <a:srgbClr val="000000"/>
              </a:solidFill>
              <a:latin typeface="Lexend"/>
              <a:ea typeface="Lexend"/>
              <a:cs typeface="Lexend"/>
              <a:sym typeface="Lexend"/>
            </a:endParaRPr>
          </a:p>
        </p:txBody>
      </p:sp>
      <p:cxnSp>
        <p:nvCxnSpPr>
          <p:cNvPr id="1974" name="Google Shape;1974;p96"/>
          <p:cNvCxnSpPr/>
          <p:nvPr/>
        </p:nvCxnSpPr>
        <p:spPr>
          <a:xfrm>
            <a:off x="5894200" y="4053550"/>
            <a:ext cx="2203800" cy="0"/>
          </a:xfrm>
          <a:prstGeom prst="straightConnector1">
            <a:avLst/>
          </a:prstGeom>
          <a:noFill/>
          <a:ln cap="flat" cmpd="sng" w="28575">
            <a:solidFill>
              <a:srgbClr val="000000"/>
            </a:solidFill>
            <a:prstDash val="solid"/>
            <a:round/>
            <a:headEnd len="med" w="med" type="triangle"/>
            <a:tailEnd len="med" w="med" type="triangle"/>
          </a:ln>
        </p:spPr>
      </p:cxnSp>
      <p:sp>
        <p:nvSpPr>
          <p:cNvPr id="1975" name="Google Shape;1975;p96"/>
          <p:cNvSpPr/>
          <p:nvPr/>
        </p:nvSpPr>
        <p:spPr>
          <a:xfrm>
            <a:off x="8013400" y="3820298"/>
            <a:ext cx="108600" cy="1086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1976" name="Google Shape;1976;p96"/>
          <p:cNvCxnSpPr>
            <a:stCxn id="1971" idx="1"/>
            <a:endCxn id="1966" idx="1"/>
          </p:cNvCxnSpPr>
          <p:nvPr/>
        </p:nvCxnSpPr>
        <p:spPr>
          <a:xfrm flipH="1" rot="10800000">
            <a:off x="4431970" y="3230675"/>
            <a:ext cx="2700" cy="1011000"/>
          </a:xfrm>
          <a:prstGeom prst="curvedConnector3">
            <a:avLst>
              <a:gd fmla="val -8819444" name="adj1"/>
            </a:avLst>
          </a:prstGeom>
          <a:noFill/>
          <a:ln cap="flat" cmpd="sng" w="38100">
            <a:solidFill>
              <a:schemeClr val="accent5"/>
            </a:solidFill>
            <a:prstDash val="solid"/>
            <a:round/>
            <a:headEnd len="med" w="med" type="triangle"/>
            <a:tailEnd len="med" w="med" type="none"/>
          </a:ln>
        </p:spPr>
      </p:cxnSp>
      <p:sp>
        <p:nvSpPr>
          <p:cNvPr id="1977" name="Google Shape;1977;p96"/>
          <p:cNvSpPr txBox="1"/>
          <p:nvPr/>
        </p:nvSpPr>
        <p:spPr>
          <a:xfrm>
            <a:off x="3624025" y="3283250"/>
            <a:ext cx="661200" cy="270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solidFill>
                  <a:schemeClr val="accent5"/>
                </a:solidFill>
                <a:latin typeface="Lexend"/>
                <a:ea typeface="Lexend"/>
                <a:cs typeface="Lexend"/>
                <a:sym typeface="Lexend"/>
              </a:rPr>
              <a:t>× 0.75</a:t>
            </a:r>
            <a:endParaRPr sz="1600">
              <a:solidFill>
                <a:schemeClr val="accent5"/>
              </a:solidFill>
              <a:latin typeface="Lexend"/>
              <a:ea typeface="Lexend"/>
              <a:cs typeface="Lexend"/>
              <a:sym typeface="Lexend"/>
            </a:endParaRPr>
          </a:p>
        </p:txBody>
      </p:sp>
      <p:cxnSp>
        <p:nvCxnSpPr>
          <p:cNvPr id="1978" name="Google Shape;1978;p96"/>
          <p:cNvCxnSpPr>
            <a:stCxn id="1973" idx="1"/>
          </p:cNvCxnSpPr>
          <p:nvPr/>
        </p:nvCxnSpPr>
        <p:spPr>
          <a:xfrm flipH="1" rot="10800000">
            <a:off x="6717149" y="2468750"/>
            <a:ext cx="3600" cy="1736100"/>
          </a:xfrm>
          <a:prstGeom prst="curvedConnector4">
            <a:avLst>
              <a:gd fmla="val -6614583" name="adj1"/>
              <a:gd fmla="val 93719" name="adj2"/>
            </a:avLst>
          </a:prstGeom>
          <a:noFill/>
          <a:ln cap="flat" cmpd="sng" w="38100">
            <a:solidFill>
              <a:schemeClr val="accent5"/>
            </a:solidFill>
            <a:prstDash val="solid"/>
            <a:round/>
            <a:headEnd len="med" w="med" type="triangle"/>
            <a:tailEnd len="med" w="med" type="none"/>
          </a:ln>
        </p:spPr>
      </p:cxnSp>
      <p:sp>
        <p:nvSpPr>
          <p:cNvPr id="1979" name="Google Shape;1979;p96"/>
          <p:cNvSpPr txBox="1"/>
          <p:nvPr/>
        </p:nvSpPr>
        <p:spPr>
          <a:xfrm>
            <a:off x="5887944" y="2891859"/>
            <a:ext cx="661200" cy="270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solidFill>
                  <a:schemeClr val="accent5"/>
                </a:solidFill>
                <a:latin typeface="Lexend"/>
                <a:ea typeface="Lexend"/>
                <a:cs typeface="Lexend"/>
                <a:sym typeface="Lexend"/>
              </a:rPr>
              <a:t>× 0.75</a:t>
            </a:r>
            <a:endParaRPr sz="1600">
              <a:solidFill>
                <a:schemeClr val="accent5"/>
              </a:solidFill>
              <a:latin typeface="Lexend"/>
              <a:ea typeface="Lexend"/>
              <a:cs typeface="Lexend"/>
              <a:sym typeface="Lexend"/>
            </a:endParaRPr>
          </a:p>
        </p:txBody>
      </p:sp>
      <p:cxnSp>
        <p:nvCxnSpPr>
          <p:cNvPr id="1980" name="Google Shape;1980;p96"/>
          <p:cNvCxnSpPr>
            <a:stCxn id="1973" idx="3"/>
            <a:endCxn id="1968" idx="3"/>
          </p:cNvCxnSpPr>
          <p:nvPr/>
        </p:nvCxnSpPr>
        <p:spPr>
          <a:xfrm rot="10800000">
            <a:off x="7138949" y="2442950"/>
            <a:ext cx="239400" cy="1761900"/>
          </a:xfrm>
          <a:prstGeom prst="curvedConnector3">
            <a:avLst>
              <a:gd fmla="val -58020" name="adj1"/>
            </a:avLst>
          </a:prstGeom>
          <a:noFill/>
          <a:ln cap="flat" cmpd="sng" w="38100">
            <a:solidFill>
              <a:schemeClr val="accent5"/>
            </a:solidFill>
            <a:prstDash val="solid"/>
            <a:round/>
            <a:headEnd len="med" w="med" type="none"/>
            <a:tailEnd len="med" w="med" type="triangle"/>
          </a:ln>
        </p:spPr>
      </p:cxnSp>
      <p:sp>
        <p:nvSpPr>
          <p:cNvPr id="1981" name="Google Shape;1981;p96"/>
          <p:cNvSpPr txBox="1"/>
          <p:nvPr/>
        </p:nvSpPr>
        <p:spPr>
          <a:xfrm>
            <a:off x="7434025" y="2658410"/>
            <a:ext cx="661200" cy="270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solidFill>
                  <a:schemeClr val="accent5"/>
                </a:solidFill>
                <a:latin typeface="Lexend"/>
                <a:ea typeface="Lexend"/>
                <a:cs typeface="Lexend"/>
                <a:sym typeface="Lexend"/>
              </a:rPr>
              <a:t>÷ 0.75</a:t>
            </a:r>
            <a:endParaRPr sz="1600">
              <a:solidFill>
                <a:schemeClr val="accent5"/>
              </a:solidFill>
              <a:latin typeface="Lexend"/>
              <a:ea typeface="Lexend"/>
              <a:cs typeface="Lexend"/>
              <a:sym typeface="Lexend"/>
            </a:endParaRPr>
          </a:p>
        </p:txBody>
      </p:sp>
      <p:sp>
        <p:nvSpPr>
          <p:cNvPr id="1982" name="Google Shape;1982;p96"/>
          <p:cNvSpPr txBox="1"/>
          <p:nvPr>
            <p:ph idx="1" type="body"/>
          </p:nvPr>
        </p:nvSpPr>
        <p:spPr>
          <a:xfrm>
            <a:off x="5277000" y="4493100"/>
            <a:ext cx="3165600" cy="676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a:latin typeface="Times New Roman"/>
                <a:ea typeface="Times New Roman"/>
                <a:cs typeface="Times New Roman"/>
                <a:sym typeface="Times New Roman"/>
              </a:rPr>
              <a:t>x</a:t>
            </a:r>
            <a:r>
              <a:rPr lang="en-GB">
                <a:latin typeface="Times New Roman"/>
                <a:ea typeface="Times New Roman"/>
                <a:cs typeface="Times New Roman"/>
                <a:sym typeface="Times New Roman"/>
              </a:rPr>
              <a:t> = 3.95 ÷ 0.75 = 5.27</a:t>
            </a:r>
            <a:endParaRPr>
              <a:latin typeface="Times New Roman"/>
              <a:ea typeface="Times New Roman"/>
              <a:cs typeface="Times New Roman"/>
              <a:sym typeface="Times New Roman"/>
            </a:endParaRPr>
          </a:p>
        </p:txBody>
      </p:sp>
      <p:sp>
        <p:nvSpPr>
          <p:cNvPr id="1983" name="Google Shape;1983;p96"/>
          <p:cNvSpPr txBox="1"/>
          <p:nvPr/>
        </p:nvSpPr>
        <p:spPr>
          <a:xfrm>
            <a:off x="1687949" y="4063100"/>
            <a:ext cx="661200" cy="283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3.9 m</a:t>
            </a:r>
            <a:endParaRPr sz="1600">
              <a:solidFill>
                <a:srgbClr val="000000"/>
              </a:solidFill>
              <a:latin typeface="Lexend"/>
              <a:ea typeface="Lexend"/>
              <a:cs typeface="Lexend"/>
              <a:sym typeface="Lexend"/>
            </a:endParaRPr>
          </a:p>
        </p:txBody>
      </p:sp>
      <p:cxnSp>
        <p:nvCxnSpPr>
          <p:cNvPr id="1984" name="Google Shape;1984;p96"/>
          <p:cNvCxnSpPr/>
          <p:nvPr/>
        </p:nvCxnSpPr>
        <p:spPr>
          <a:xfrm>
            <a:off x="865000" y="4053550"/>
            <a:ext cx="2203800" cy="0"/>
          </a:xfrm>
          <a:prstGeom prst="straightConnector1">
            <a:avLst/>
          </a:prstGeom>
          <a:noFill/>
          <a:ln cap="flat" cmpd="sng" w="28575">
            <a:solidFill>
              <a:srgbClr val="000000"/>
            </a:solidFill>
            <a:prstDash val="solid"/>
            <a:round/>
            <a:headEnd len="med" w="med" type="triangle"/>
            <a:tailEnd len="med" w="med" type="triangle"/>
          </a:ln>
        </p:spPr>
      </p:cxnSp>
      <p:sp>
        <p:nvSpPr>
          <p:cNvPr id="1985" name="Google Shape;1985;p96"/>
          <p:cNvSpPr txBox="1"/>
          <p:nvPr/>
        </p:nvSpPr>
        <p:spPr>
          <a:xfrm>
            <a:off x="1687949" y="4520300"/>
            <a:ext cx="661200" cy="2835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3.9 m</a:t>
            </a:r>
            <a:endParaRPr sz="1600">
              <a:solidFill>
                <a:srgbClr val="000000"/>
              </a:solidFill>
              <a:latin typeface="Lexend"/>
              <a:ea typeface="Lexend"/>
              <a:cs typeface="Lexend"/>
              <a:sym typeface="Lexend"/>
            </a:endParaRPr>
          </a:p>
        </p:txBody>
      </p:sp>
      <p:cxnSp>
        <p:nvCxnSpPr>
          <p:cNvPr id="1986" name="Google Shape;1986;p96"/>
          <p:cNvCxnSpPr/>
          <p:nvPr/>
        </p:nvCxnSpPr>
        <p:spPr>
          <a:xfrm>
            <a:off x="865000" y="4510750"/>
            <a:ext cx="2203800" cy="0"/>
          </a:xfrm>
          <a:prstGeom prst="straightConnector1">
            <a:avLst/>
          </a:prstGeom>
          <a:noFill/>
          <a:ln cap="flat" cmpd="sng" w="28575">
            <a:solidFill>
              <a:srgbClr val="000000"/>
            </a:solidFill>
            <a:prstDash val="solid"/>
            <a:round/>
            <a:headEnd len="med" w="med" type="triangl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6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5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5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5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1984"/>
                                        </p:tgtEl>
                                        <p:attrNameLst>
                                          <p:attrName>style.visibility</p:attrName>
                                        </p:attrNameLst>
                                      </p:cBhvr>
                                      <p:to>
                                        <p:strVal val="hidden"/>
                                      </p:to>
                                    </p:set>
                                  </p:childTnLst>
                                </p:cTn>
                              </p:par>
                              <p:par>
                                <p:cTn fill="hold" nodeType="withEffect" presetClass="exit" presetID="1" presetSubtype="0">
                                  <p:stCondLst>
                                    <p:cond delay="0"/>
                                  </p:stCondLst>
                                  <p:childTnLst>
                                    <p:set>
                                      <p:cBhvr>
                                        <p:cTn dur="1" fill="hold">
                                          <p:stCondLst>
                                            <p:cond delay="0"/>
                                          </p:stCondLst>
                                        </p:cTn>
                                        <p:tgtEl>
                                          <p:spTgt spid="1983"/>
                                        </p:tgtEl>
                                        <p:attrNameLst>
                                          <p:attrName>style.visibility</p:attrName>
                                        </p:attrNameLst>
                                      </p:cBhvr>
                                      <p:to>
                                        <p:strVal val="hidden"/>
                                      </p:to>
                                    </p:set>
                                  </p:childTnLst>
                                </p:cTn>
                              </p:par>
                              <p:par>
                                <p:cTn fill="hold" nodeType="withEffect" presetClass="entr" presetID="1" presetSubtype="0">
                                  <p:stCondLst>
                                    <p:cond delay="0"/>
                                  </p:stCondLst>
                                  <p:childTnLst>
                                    <p:set>
                                      <p:cBhvr>
                                        <p:cTn dur="1" fill="hold">
                                          <p:stCondLst>
                                            <p:cond delay="0"/>
                                          </p:stCondLst>
                                        </p:cTn>
                                        <p:tgtEl>
                                          <p:spTgt spid="198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8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5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6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6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5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4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6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6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6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7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7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6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6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6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7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7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7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7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7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7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7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8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8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0" name="Shape 1990"/>
        <p:cNvGrpSpPr/>
        <p:nvPr/>
      </p:nvGrpSpPr>
      <p:grpSpPr>
        <a:xfrm>
          <a:off x="0" y="0"/>
          <a:ext cx="0" cy="0"/>
          <a:chOff x="0" y="0"/>
          <a:chExt cx="0" cy="0"/>
        </a:xfrm>
      </p:grpSpPr>
      <p:cxnSp>
        <p:nvCxnSpPr>
          <p:cNvPr id="1991" name="Google Shape;1991;p97"/>
          <p:cNvCxnSpPr/>
          <p:nvPr/>
        </p:nvCxnSpPr>
        <p:spPr>
          <a:xfrm>
            <a:off x="3800379" y="1805107"/>
            <a:ext cx="2856300" cy="1967700"/>
          </a:xfrm>
          <a:prstGeom prst="straightConnector1">
            <a:avLst/>
          </a:prstGeom>
          <a:noFill/>
          <a:ln cap="flat" cmpd="sng" w="38100">
            <a:solidFill>
              <a:schemeClr val="dk2"/>
            </a:solidFill>
            <a:prstDash val="solid"/>
            <a:round/>
            <a:headEnd len="med" w="med" type="none"/>
            <a:tailEnd len="med" w="med" type="none"/>
          </a:ln>
        </p:spPr>
      </p:cxnSp>
      <p:cxnSp>
        <p:nvCxnSpPr>
          <p:cNvPr id="1992" name="Google Shape;1992;p97"/>
          <p:cNvCxnSpPr/>
          <p:nvPr/>
        </p:nvCxnSpPr>
        <p:spPr>
          <a:xfrm flipH="1">
            <a:off x="3020975" y="1805875"/>
            <a:ext cx="716400" cy="1962000"/>
          </a:xfrm>
          <a:prstGeom prst="straightConnector1">
            <a:avLst/>
          </a:prstGeom>
          <a:noFill/>
          <a:ln cap="flat" cmpd="sng" w="19050">
            <a:solidFill>
              <a:schemeClr val="dk2"/>
            </a:solidFill>
            <a:prstDash val="solid"/>
            <a:round/>
            <a:headEnd len="med" w="med" type="none"/>
            <a:tailEnd len="med" w="med" type="none"/>
          </a:ln>
        </p:spPr>
      </p:cxnSp>
      <p:cxnSp>
        <p:nvCxnSpPr>
          <p:cNvPr id="1993" name="Google Shape;1993;p97"/>
          <p:cNvCxnSpPr/>
          <p:nvPr/>
        </p:nvCxnSpPr>
        <p:spPr>
          <a:xfrm>
            <a:off x="3813800" y="1799525"/>
            <a:ext cx="696900" cy="1965600"/>
          </a:xfrm>
          <a:prstGeom prst="straightConnector1">
            <a:avLst/>
          </a:prstGeom>
          <a:noFill/>
          <a:ln cap="flat" cmpd="sng" w="19050">
            <a:solidFill>
              <a:schemeClr val="dk2"/>
            </a:solidFill>
            <a:prstDash val="solid"/>
            <a:round/>
            <a:headEnd len="med" w="med" type="none"/>
            <a:tailEnd len="med" w="med" type="none"/>
          </a:ln>
        </p:spPr>
      </p:cxnSp>
      <p:cxnSp>
        <p:nvCxnSpPr>
          <p:cNvPr id="1994" name="Google Shape;1994;p97"/>
          <p:cNvCxnSpPr/>
          <p:nvPr/>
        </p:nvCxnSpPr>
        <p:spPr>
          <a:xfrm flipH="1">
            <a:off x="523500" y="1812600"/>
            <a:ext cx="3210300" cy="1966800"/>
          </a:xfrm>
          <a:prstGeom prst="straightConnector1">
            <a:avLst/>
          </a:prstGeom>
          <a:noFill/>
          <a:ln cap="flat" cmpd="sng" w="38100">
            <a:solidFill>
              <a:schemeClr val="dk2"/>
            </a:solidFill>
            <a:prstDash val="solid"/>
            <a:round/>
            <a:headEnd len="med" w="med" type="none"/>
            <a:tailEnd len="med" w="med" type="none"/>
          </a:ln>
        </p:spPr>
      </p:cxnSp>
      <p:sp>
        <p:nvSpPr>
          <p:cNvPr id="1995" name="Google Shape;1995;p97"/>
          <p:cNvSpPr/>
          <p:nvPr/>
        </p:nvSpPr>
        <p:spPr>
          <a:xfrm>
            <a:off x="445725" y="3795650"/>
            <a:ext cx="6238200" cy="273000"/>
          </a:xfrm>
          <a:prstGeom prst="rect">
            <a:avLst/>
          </a:prstGeom>
          <a:solidFill>
            <a:srgbClr val="BEF2BD"/>
          </a:solidFill>
          <a:ln cap="flat" cmpd="sng" w="9525">
            <a:solidFill>
              <a:srgbClr val="BEF2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1996" name="Google Shape;1996;p97"/>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Finding missing lengths with similar triangles</a:t>
            </a:r>
            <a:endParaRPr/>
          </a:p>
        </p:txBody>
      </p:sp>
      <p:cxnSp>
        <p:nvCxnSpPr>
          <p:cNvPr id="1997" name="Google Shape;1997;p97"/>
          <p:cNvCxnSpPr/>
          <p:nvPr/>
        </p:nvCxnSpPr>
        <p:spPr>
          <a:xfrm>
            <a:off x="430275" y="3788925"/>
            <a:ext cx="6266100" cy="0"/>
          </a:xfrm>
          <a:prstGeom prst="straightConnector1">
            <a:avLst/>
          </a:prstGeom>
          <a:noFill/>
          <a:ln cap="flat" cmpd="sng" w="38100">
            <a:solidFill>
              <a:schemeClr val="dk1"/>
            </a:solidFill>
            <a:prstDash val="solid"/>
            <a:round/>
            <a:headEnd len="med" w="med" type="none"/>
            <a:tailEnd len="med" w="med" type="none"/>
          </a:ln>
        </p:spPr>
      </p:cxnSp>
      <p:cxnSp>
        <p:nvCxnSpPr>
          <p:cNvPr id="1998" name="Google Shape;1998;p97"/>
          <p:cNvCxnSpPr/>
          <p:nvPr/>
        </p:nvCxnSpPr>
        <p:spPr>
          <a:xfrm rot="10800000">
            <a:off x="3736150" y="1787100"/>
            <a:ext cx="0" cy="1991400"/>
          </a:xfrm>
          <a:prstGeom prst="straightConnector1">
            <a:avLst/>
          </a:prstGeom>
          <a:noFill/>
          <a:ln cap="flat" cmpd="sng" w="28575">
            <a:solidFill>
              <a:schemeClr val="dk1"/>
            </a:solidFill>
            <a:prstDash val="solid"/>
            <a:round/>
            <a:headEnd len="med" w="med" type="none"/>
            <a:tailEnd len="med" w="med" type="none"/>
          </a:ln>
        </p:spPr>
      </p:cxnSp>
      <p:cxnSp>
        <p:nvCxnSpPr>
          <p:cNvPr id="1999" name="Google Shape;1999;p97"/>
          <p:cNvCxnSpPr/>
          <p:nvPr/>
        </p:nvCxnSpPr>
        <p:spPr>
          <a:xfrm rot="10800000">
            <a:off x="3806969" y="1781719"/>
            <a:ext cx="0" cy="1991400"/>
          </a:xfrm>
          <a:prstGeom prst="straightConnector1">
            <a:avLst/>
          </a:prstGeom>
          <a:noFill/>
          <a:ln cap="flat" cmpd="sng" w="28575">
            <a:solidFill>
              <a:schemeClr val="dk1"/>
            </a:solidFill>
            <a:prstDash val="solid"/>
            <a:round/>
            <a:headEnd len="med" w="med" type="none"/>
            <a:tailEnd len="med" w="med" type="none"/>
          </a:ln>
        </p:spPr>
      </p:cxnSp>
      <p:sp>
        <p:nvSpPr>
          <p:cNvPr id="2000" name="Google Shape;2000;p97"/>
          <p:cNvSpPr/>
          <p:nvPr/>
        </p:nvSpPr>
        <p:spPr>
          <a:xfrm>
            <a:off x="3699545" y="1656324"/>
            <a:ext cx="140100" cy="140100"/>
          </a:xfrm>
          <a:prstGeom prst="ellipse">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id="2001" name="Google Shape;2001;p97"/>
          <p:cNvPicPr preferRelativeResize="0"/>
          <p:nvPr/>
        </p:nvPicPr>
        <p:blipFill>
          <a:blip r:embed="rId3">
            <a:alphaModFix/>
          </a:blip>
          <a:stretch>
            <a:fillRect/>
          </a:stretch>
        </p:blipFill>
        <p:spPr>
          <a:xfrm flipH="1">
            <a:off x="8209198" y="3239425"/>
            <a:ext cx="538725" cy="775775"/>
          </a:xfrm>
          <a:prstGeom prst="rect">
            <a:avLst/>
          </a:prstGeom>
          <a:noFill/>
          <a:ln>
            <a:noFill/>
          </a:ln>
        </p:spPr>
      </p:pic>
      <p:pic>
        <p:nvPicPr>
          <p:cNvPr id="2002" name="Google Shape;2002;p97"/>
          <p:cNvPicPr preferRelativeResize="0"/>
          <p:nvPr/>
        </p:nvPicPr>
        <p:blipFill rotWithShape="1">
          <a:blip r:embed="rId4">
            <a:alphaModFix/>
          </a:blip>
          <a:srcRect b="43690" l="0" r="57905" t="0"/>
          <a:stretch/>
        </p:blipFill>
        <p:spPr>
          <a:xfrm>
            <a:off x="5752713" y="1523675"/>
            <a:ext cx="2938849" cy="1871576"/>
          </a:xfrm>
          <a:prstGeom prst="rect">
            <a:avLst/>
          </a:prstGeom>
          <a:noFill/>
          <a:ln>
            <a:noFill/>
          </a:ln>
        </p:spPr>
      </p:pic>
      <p:sp>
        <p:nvSpPr>
          <p:cNvPr id="2003" name="Google Shape;2003;p97"/>
          <p:cNvSpPr txBox="1"/>
          <p:nvPr>
            <p:ph idx="1" type="body"/>
          </p:nvPr>
        </p:nvSpPr>
        <p:spPr>
          <a:xfrm>
            <a:off x="5946700" y="1729650"/>
            <a:ext cx="2661900" cy="86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I can’t measure all the way up the pole or all the way along a rope.</a:t>
            </a:r>
            <a:endParaRPr sz="1600"/>
          </a:p>
        </p:txBody>
      </p:sp>
      <p:sp>
        <p:nvSpPr>
          <p:cNvPr id="2004" name="Google Shape;2004;p97"/>
          <p:cNvSpPr txBox="1"/>
          <p:nvPr>
            <p:ph idx="1" type="body"/>
          </p:nvPr>
        </p:nvSpPr>
        <p:spPr>
          <a:xfrm>
            <a:off x="324000" y="759300"/>
            <a:ext cx="8237700" cy="663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A tall pole is held upright by some ropes. </a:t>
            </a:r>
            <a:br>
              <a:rPr lang="en-GB" sz="2000"/>
            </a:br>
            <a:r>
              <a:rPr lang="en-GB" sz="2000"/>
              <a:t>Sam wants to work out the height of the pole. </a:t>
            </a:r>
            <a:endParaRPr sz="2000"/>
          </a:p>
        </p:txBody>
      </p:sp>
      <p:sp>
        <p:nvSpPr>
          <p:cNvPr id="2005" name="Google Shape;2005;p97"/>
          <p:cNvSpPr txBox="1"/>
          <p:nvPr/>
        </p:nvSpPr>
        <p:spPr>
          <a:xfrm>
            <a:off x="3973631" y="2602503"/>
            <a:ext cx="383700" cy="273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i="1" lang="en-GB" sz="1800">
                <a:latin typeface="Times New Roman"/>
                <a:ea typeface="Times New Roman"/>
                <a:cs typeface="Times New Roman"/>
                <a:sym typeface="Times New Roman"/>
              </a:rPr>
              <a:t>x</a:t>
            </a:r>
            <a:r>
              <a:rPr lang="en-GB" sz="1600">
                <a:latin typeface="Lexend"/>
                <a:ea typeface="Lexend"/>
                <a:cs typeface="Lexend"/>
                <a:sym typeface="Lexend"/>
              </a:rPr>
              <a:t> m</a:t>
            </a:r>
            <a:r>
              <a:rPr lang="en-GB" sz="1600">
                <a:solidFill>
                  <a:srgbClr val="000000"/>
                </a:solidFill>
                <a:latin typeface="Lexend"/>
                <a:ea typeface="Lexend"/>
                <a:cs typeface="Lexend"/>
                <a:sym typeface="Lexend"/>
              </a:rPr>
              <a:t> </a:t>
            </a:r>
            <a:endParaRPr sz="1600">
              <a:solidFill>
                <a:srgbClr val="000000"/>
              </a:solidFill>
              <a:latin typeface="Lexend"/>
              <a:ea typeface="Lexend"/>
              <a:cs typeface="Lexend"/>
              <a:sym typeface="Lexend"/>
            </a:endParaRPr>
          </a:p>
        </p:txBody>
      </p:sp>
      <p:cxnSp>
        <p:nvCxnSpPr>
          <p:cNvPr id="2006" name="Google Shape;2006;p97"/>
          <p:cNvCxnSpPr/>
          <p:nvPr/>
        </p:nvCxnSpPr>
        <p:spPr>
          <a:xfrm>
            <a:off x="3910207" y="1832850"/>
            <a:ext cx="0" cy="1931700"/>
          </a:xfrm>
          <a:prstGeom prst="straightConnector1">
            <a:avLst/>
          </a:prstGeom>
          <a:noFill/>
          <a:ln cap="flat" cmpd="sng" w="28575">
            <a:solidFill>
              <a:schemeClr val="dk1"/>
            </a:solidFill>
            <a:prstDash val="solid"/>
            <a:round/>
            <a:headEnd len="med" w="med" type="triangl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0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0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0" name="Shape 2010"/>
        <p:cNvGrpSpPr/>
        <p:nvPr/>
      </p:nvGrpSpPr>
      <p:grpSpPr>
        <a:xfrm>
          <a:off x="0" y="0"/>
          <a:ext cx="0" cy="0"/>
          <a:chOff x="0" y="0"/>
          <a:chExt cx="0" cy="0"/>
        </a:xfrm>
      </p:grpSpPr>
      <p:sp>
        <p:nvSpPr>
          <p:cNvPr id="2011" name="Google Shape;2011;p98"/>
          <p:cNvSpPr/>
          <p:nvPr/>
        </p:nvSpPr>
        <p:spPr>
          <a:xfrm>
            <a:off x="3640425" y="3682575"/>
            <a:ext cx="99600" cy="996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012" name="Google Shape;2012;p98"/>
          <p:cNvSpPr/>
          <p:nvPr/>
        </p:nvSpPr>
        <p:spPr>
          <a:xfrm>
            <a:off x="439275" y="3795650"/>
            <a:ext cx="3633000" cy="273000"/>
          </a:xfrm>
          <a:prstGeom prst="rect">
            <a:avLst/>
          </a:prstGeom>
          <a:solidFill>
            <a:srgbClr val="BEF2BD"/>
          </a:solidFill>
          <a:ln cap="flat" cmpd="sng" w="9525">
            <a:solidFill>
              <a:srgbClr val="BEF2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013" name="Google Shape;2013;p98"/>
          <p:cNvCxnSpPr/>
          <p:nvPr/>
        </p:nvCxnSpPr>
        <p:spPr>
          <a:xfrm flipH="1">
            <a:off x="523500" y="1812600"/>
            <a:ext cx="3210300" cy="1966800"/>
          </a:xfrm>
          <a:prstGeom prst="straightConnector1">
            <a:avLst/>
          </a:prstGeom>
          <a:noFill/>
          <a:ln cap="flat" cmpd="sng" w="38100">
            <a:solidFill>
              <a:schemeClr val="dk2"/>
            </a:solidFill>
            <a:prstDash val="solid"/>
            <a:round/>
            <a:headEnd len="med" w="med" type="none"/>
            <a:tailEnd len="med" w="med" type="none"/>
          </a:ln>
        </p:spPr>
      </p:cxnSp>
      <p:sp>
        <p:nvSpPr>
          <p:cNvPr id="2014" name="Google Shape;2014;p98"/>
          <p:cNvSpPr txBox="1"/>
          <p:nvPr>
            <p:ph idx="1" type="body"/>
          </p:nvPr>
        </p:nvSpPr>
        <p:spPr>
          <a:xfrm>
            <a:off x="324000" y="759300"/>
            <a:ext cx="8237700" cy="663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A tall pole is </a:t>
            </a:r>
            <a:r>
              <a:rPr lang="en-GB" sz="2000"/>
              <a:t>held</a:t>
            </a:r>
            <a:r>
              <a:rPr lang="en-GB" sz="2000"/>
              <a:t> upright by some ropes. </a:t>
            </a:r>
            <a:br>
              <a:rPr lang="en-GB" sz="2000"/>
            </a:br>
            <a:r>
              <a:rPr lang="en-GB" sz="2000"/>
              <a:t>Sam wants to work out the height of the pole. </a:t>
            </a:r>
            <a:endParaRPr sz="2000"/>
          </a:p>
        </p:txBody>
      </p:sp>
      <p:sp>
        <p:nvSpPr>
          <p:cNvPr id="2015" name="Google Shape;2015;p98"/>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Finding missing lengths with similar triangles</a:t>
            </a:r>
            <a:endParaRPr/>
          </a:p>
        </p:txBody>
      </p:sp>
      <p:cxnSp>
        <p:nvCxnSpPr>
          <p:cNvPr id="2016" name="Google Shape;2016;p98"/>
          <p:cNvCxnSpPr/>
          <p:nvPr/>
        </p:nvCxnSpPr>
        <p:spPr>
          <a:xfrm>
            <a:off x="430275" y="3788925"/>
            <a:ext cx="3649200" cy="0"/>
          </a:xfrm>
          <a:prstGeom prst="straightConnector1">
            <a:avLst/>
          </a:prstGeom>
          <a:noFill/>
          <a:ln cap="flat" cmpd="sng" w="38100">
            <a:solidFill>
              <a:schemeClr val="dk1"/>
            </a:solidFill>
            <a:prstDash val="solid"/>
            <a:round/>
            <a:headEnd len="med" w="med" type="none"/>
            <a:tailEnd len="med" w="med" type="none"/>
          </a:ln>
        </p:spPr>
      </p:cxnSp>
      <p:cxnSp>
        <p:nvCxnSpPr>
          <p:cNvPr id="2017" name="Google Shape;2017;p98"/>
          <p:cNvCxnSpPr/>
          <p:nvPr/>
        </p:nvCxnSpPr>
        <p:spPr>
          <a:xfrm rot="10800000">
            <a:off x="3736150" y="1787100"/>
            <a:ext cx="0" cy="1991400"/>
          </a:xfrm>
          <a:prstGeom prst="straightConnector1">
            <a:avLst/>
          </a:prstGeom>
          <a:noFill/>
          <a:ln cap="flat" cmpd="sng" w="28575">
            <a:solidFill>
              <a:schemeClr val="dk1"/>
            </a:solidFill>
            <a:prstDash val="solid"/>
            <a:round/>
            <a:headEnd len="med" w="med" type="none"/>
            <a:tailEnd len="med" w="med" type="none"/>
          </a:ln>
        </p:spPr>
      </p:cxnSp>
      <p:cxnSp>
        <p:nvCxnSpPr>
          <p:cNvPr id="2018" name="Google Shape;2018;p98"/>
          <p:cNvCxnSpPr/>
          <p:nvPr/>
        </p:nvCxnSpPr>
        <p:spPr>
          <a:xfrm rot="10800000">
            <a:off x="3806969" y="1781719"/>
            <a:ext cx="0" cy="1991400"/>
          </a:xfrm>
          <a:prstGeom prst="straightConnector1">
            <a:avLst/>
          </a:prstGeom>
          <a:noFill/>
          <a:ln cap="flat" cmpd="sng" w="28575">
            <a:solidFill>
              <a:schemeClr val="dk1"/>
            </a:solidFill>
            <a:prstDash val="solid"/>
            <a:round/>
            <a:headEnd len="med" w="med" type="none"/>
            <a:tailEnd len="med" w="med" type="none"/>
          </a:ln>
        </p:spPr>
      </p:cxnSp>
      <p:sp>
        <p:nvSpPr>
          <p:cNvPr id="2019" name="Google Shape;2019;p98"/>
          <p:cNvSpPr/>
          <p:nvPr/>
        </p:nvSpPr>
        <p:spPr>
          <a:xfrm>
            <a:off x="3699545" y="1656324"/>
            <a:ext cx="140100" cy="140100"/>
          </a:xfrm>
          <a:prstGeom prst="ellipse">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020" name="Google Shape;2020;p98"/>
          <p:cNvSpPr txBox="1"/>
          <p:nvPr/>
        </p:nvSpPr>
        <p:spPr>
          <a:xfrm>
            <a:off x="3973631" y="2602503"/>
            <a:ext cx="383700" cy="273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i="1" lang="en-GB" sz="1800">
                <a:latin typeface="Times New Roman"/>
                <a:ea typeface="Times New Roman"/>
                <a:cs typeface="Times New Roman"/>
                <a:sym typeface="Times New Roman"/>
              </a:rPr>
              <a:t>x</a:t>
            </a:r>
            <a:r>
              <a:rPr lang="en-GB" sz="1600">
                <a:latin typeface="Lexend"/>
                <a:ea typeface="Lexend"/>
                <a:cs typeface="Lexend"/>
                <a:sym typeface="Lexend"/>
              </a:rPr>
              <a:t> m</a:t>
            </a:r>
            <a:r>
              <a:rPr lang="en-GB" sz="1600">
                <a:solidFill>
                  <a:srgbClr val="000000"/>
                </a:solidFill>
                <a:latin typeface="Lexend"/>
                <a:ea typeface="Lexend"/>
                <a:cs typeface="Lexend"/>
                <a:sym typeface="Lexend"/>
              </a:rPr>
              <a:t> </a:t>
            </a:r>
            <a:endParaRPr sz="1600">
              <a:solidFill>
                <a:srgbClr val="000000"/>
              </a:solidFill>
              <a:latin typeface="Lexend"/>
              <a:ea typeface="Lexend"/>
              <a:cs typeface="Lexend"/>
              <a:sym typeface="Lexend"/>
            </a:endParaRPr>
          </a:p>
        </p:txBody>
      </p:sp>
      <p:pic>
        <p:nvPicPr>
          <p:cNvPr id="2021" name="Google Shape;2021;p98"/>
          <p:cNvPicPr preferRelativeResize="0"/>
          <p:nvPr/>
        </p:nvPicPr>
        <p:blipFill>
          <a:blip r:embed="rId3">
            <a:alphaModFix/>
          </a:blip>
          <a:stretch>
            <a:fillRect/>
          </a:stretch>
        </p:blipFill>
        <p:spPr>
          <a:xfrm flipH="1">
            <a:off x="8209198" y="3239425"/>
            <a:ext cx="538725" cy="775775"/>
          </a:xfrm>
          <a:prstGeom prst="rect">
            <a:avLst/>
          </a:prstGeom>
          <a:noFill/>
          <a:ln>
            <a:noFill/>
          </a:ln>
        </p:spPr>
      </p:pic>
      <p:pic>
        <p:nvPicPr>
          <p:cNvPr id="2022" name="Google Shape;2022;p98"/>
          <p:cNvPicPr preferRelativeResize="0"/>
          <p:nvPr/>
        </p:nvPicPr>
        <p:blipFill rotWithShape="1">
          <a:blip r:embed="rId4">
            <a:alphaModFix/>
          </a:blip>
          <a:srcRect b="43690" l="0" r="57905" t="0"/>
          <a:stretch/>
        </p:blipFill>
        <p:spPr>
          <a:xfrm>
            <a:off x="5752713" y="1523675"/>
            <a:ext cx="2938849" cy="1871576"/>
          </a:xfrm>
          <a:prstGeom prst="rect">
            <a:avLst/>
          </a:prstGeom>
          <a:noFill/>
          <a:ln>
            <a:noFill/>
          </a:ln>
        </p:spPr>
      </p:pic>
      <p:sp>
        <p:nvSpPr>
          <p:cNvPr id="2023" name="Google Shape;2023;p98"/>
          <p:cNvSpPr txBox="1"/>
          <p:nvPr>
            <p:ph idx="1" type="body"/>
          </p:nvPr>
        </p:nvSpPr>
        <p:spPr>
          <a:xfrm>
            <a:off x="5946700" y="1547550"/>
            <a:ext cx="2661900" cy="8607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rPr lang="en-GB" sz="1600"/>
              <a:t>I can’t measure all the way up the pole or all the way along a rope. </a:t>
            </a:r>
            <a:endParaRPr sz="1600"/>
          </a:p>
          <a:p>
            <a:pPr indent="0" lvl="0" marL="0" rtl="0" algn="l">
              <a:spcBef>
                <a:spcPts val="1000"/>
              </a:spcBef>
              <a:spcAft>
                <a:spcPts val="1000"/>
              </a:spcAft>
              <a:buNone/>
            </a:pPr>
            <a:r>
              <a:rPr lang="en-GB" sz="1600"/>
              <a:t>But I can measure the distance along the floor.</a:t>
            </a:r>
            <a:endParaRPr sz="1600"/>
          </a:p>
        </p:txBody>
      </p:sp>
      <p:sp>
        <p:nvSpPr>
          <p:cNvPr id="2024" name="Google Shape;2024;p98"/>
          <p:cNvSpPr txBox="1"/>
          <p:nvPr>
            <p:ph idx="1" type="body"/>
          </p:nvPr>
        </p:nvSpPr>
        <p:spPr>
          <a:xfrm>
            <a:off x="300600" y="4505400"/>
            <a:ext cx="7319400" cy="513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How could </a:t>
            </a:r>
            <a:r>
              <a:rPr lang="en-GB" sz="2000">
                <a:solidFill>
                  <a:schemeClr val="accent5"/>
                </a:solidFill>
              </a:rPr>
              <a:t>similar triangles</a:t>
            </a:r>
            <a:r>
              <a:rPr lang="en-GB" sz="2000"/>
              <a:t> help Sam with this problem? </a:t>
            </a:r>
            <a:endParaRPr sz="2000"/>
          </a:p>
        </p:txBody>
      </p:sp>
      <p:cxnSp>
        <p:nvCxnSpPr>
          <p:cNvPr id="2025" name="Google Shape;2025;p98"/>
          <p:cNvCxnSpPr/>
          <p:nvPr/>
        </p:nvCxnSpPr>
        <p:spPr>
          <a:xfrm>
            <a:off x="3910207" y="1832850"/>
            <a:ext cx="0" cy="1931700"/>
          </a:xfrm>
          <a:prstGeom prst="straightConnector1">
            <a:avLst/>
          </a:prstGeom>
          <a:noFill/>
          <a:ln cap="flat" cmpd="sng" w="28575">
            <a:solidFill>
              <a:schemeClr val="dk1"/>
            </a:solidFill>
            <a:prstDash val="solid"/>
            <a:round/>
            <a:headEnd len="med" w="med" type="triangle"/>
            <a:tailEnd len="med" w="med" type="triangle"/>
          </a:ln>
        </p:spPr>
      </p:cxnSp>
      <p:cxnSp>
        <p:nvCxnSpPr>
          <p:cNvPr id="2026" name="Google Shape;2026;p98"/>
          <p:cNvCxnSpPr/>
          <p:nvPr/>
        </p:nvCxnSpPr>
        <p:spPr>
          <a:xfrm rot="10800000">
            <a:off x="533000" y="4150783"/>
            <a:ext cx="3228900" cy="0"/>
          </a:xfrm>
          <a:prstGeom prst="straightConnector1">
            <a:avLst/>
          </a:prstGeom>
          <a:noFill/>
          <a:ln cap="flat" cmpd="sng" w="28575">
            <a:solidFill>
              <a:schemeClr val="dk1"/>
            </a:solidFill>
            <a:prstDash val="solid"/>
            <a:round/>
            <a:headEnd len="med" w="med" type="triangle"/>
            <a:tailEnd len="med" w="med" type="triangle"/>
          </a:ln>
        </p:spPr>
      </p:cxnSp>
      <p:sp>
        <p:nvSpPr>
          <p:cNvPr id="2027" name="Google Shape;2027;p98"/>
          <p:cNvSpPr txBox="1"/>
          <p:nvPr/>
        </p:nvSpPr>
        <p:spPr>
          <a:xfrm>
            <a:off x="1845371" y="4129902"/>
            <a:ext cx="426300" cy="273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8 m</a:t>
            </a:r>
            <a:r>
              <a:rPr lang="en-GB" sz="1600">
                <a:solidFill>
                  <a:srgbClr val="000000"/>
                </a:solidFill>
                <a:latin typeface="Lexend"/>
                <a:ea typeface="Lexend"/>
                <a:cs typeface="Lexend"/>
                <a:sym typeface="Lexend"/>
              </a:rPr>
              <a:t> </a:t>
            </a:r>
            <a:endParaRPr sz="1600">
              <a:solidFill>
                <a:srgbClr val="000000"/>
              </a:solidFill>
              <a:latin typeface="Lexend"/>
              <a:ea typeface="Lexend"/>
              <a:cs typeface="Lexend"/>
              <a:sym typeface="Lexen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2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1" name="Shape 2031"/>
        <p:cNvGrpSpPr/>
        <p:nvPr/>
      </p:nvGrpSpPr>
      <p:grpSpPr>
        <a:xfrm>
          <a:off x="0" y="0"/>
          <a:ext cx="0" cy="0"/>
          <a:chOff x="0" y="0"/>
          <a:chExt cx="0" cy="0"/>
        </a:xfrm>
      </p:grpSpPr>
      <p:sp>
        <p:nvSpPr>
          <p:cNvPr id="2032" name="Google Shape;2032;p99"/>
          <p:cNvSpPr/>
          <p:nvPr/>
        </p:nvSpPr>
        <p:spPr>
          <a:xfrm>
            <a:off x="3640425" y="3682575"/>
            <a:ext cx="99600" cy="996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033" name="Google Shape;2033;p99"/>
          <p:cNvSpPr/>
          <p:nvPr/>
        </p:nvSpPr>
        <p:spPr>
          <a:xfrm>
            <a:off x="1049625" y="3682575"/>
            <a:ext cx="99600" cy="996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id="2034" name="Google Shape;2034;p99"/>
          <p:cNvPicPr preferRelativeResize="0"/>
          <p:nvPr/>
        </p:nvPicPr>
        <p:blipFill rotWithShape="1">
          <a:blip r:embed="rId3">
            <a:alphaModFix/>
          </a:blip>
          <a:srcRect b="4760" l="40550" r="0" t="13015"/>
          <a:stretch/>
        </p:blipFill>
        <p:spPr>
          <a:xfrm flipH="1">
            <a:off x="5075913" y="1466029"/>
            <a:ext cx="3429898" cy="2258334"/>
          </a:xfrm>
          <a:prstGeom prst="rect">
            <a:avLst/>
          </a:prstGeom>
          <a:noFill/>
          <a:ln>
            <a:noFill/>
          </a:ln>
        </p:spPr>
      </p:pic>
      <p:cxnSp>
        <p:nvCxnSpPr>
          <p:cNvPr id="2035" name="Google Shape;2035;p99"/>
          <p:cNvCxnSpPr/>
          <p:nvPr/>
        </p:nvCxnSpPr>
        <p:spPr>
          <a:xfrm flipH="1">
            <a:off x="523500" y="1812600"/>
            <a:ext cx="3210300" cy="1966800"/>
          </a:xfrm>
          <a:prstGeom prst="straightConnector1">
            <a:avLst/>
          </a:prstGeom>
          <a:noFill/>
          <a:ln cap="flat" cmpd="sng" w="38100">
            <a:solidFill>
              <a:schemeClr val="dk2"/>
            </a:solidFill>
            <a:prstDash val="solid"/>
            <a:round/>
            <a:headEnd len="med" w="med" type="none"/>
            <a:tailEnd len="med" w="med" type="none"/>
          </a:ln>
        </p:spPr>
      </p:cxnSp>
      <p:sp>
        <p:nvSpPr>
          <p:cNvPr id="2036" name="Google Shape;2036;p99"/>
          <p:cNvSpPr/>
          <p:nvPr/>
        </p:nvSpPr>
        <p:spPr>
          <a:xfrm>
            <a:off x="439275" y="3795650"/>
            <a:ext cx="3633000" cy="273000"/>
          </a:xfrm>
          <a:prstGeom prst="rect">
            <a:avLst/>
          </a:prstGeom>
          <a:solidFill>
            <a:srgbClr val="BEF2BD"/>
          </a:solidFill>
          <a:ln cap="flat" cmpd="sng" w="9525">
            <a:solidFill>
              <a:srgbClr val="BEF2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037" name="Google Shape;2037;p99"/>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Finding missing lengths with similar triangles</a:t>
            </a:r>
            <a:endParaRPr/>
          </a:p>
        </p:txBody>
      </p:sp>
      <p:cxnSp>
        <p:nvCxnSpPr>
          <p:cNvPr id="2038" name="Google Shape;2038;p99"/>
          <p:cNvCxnSpPr/>
          <p:nvPr/>
        </p:nvCxnSpPr>
        <p:spPr>
          <a:xfrm>
            <a:off x="430275" y="3788925"/>
            <a:ext cx="3649200" cy="0"/>
          </a:xfrm>
          <a:prstGeom prst="straightConnector1">
            <a:avLst/>
          </a:prstGeom>
          <a:noFill/>
          <a:ln cap="flat" cmpd="sng" w="38100">
            <a:solidFill>
              <a:schemeClr val="dk1"/>
            </a:solidFill>
            <a:prstDash val="solid"/>
            <a:round/>
            <a:headEnd len="med" w="med" type="none"/>
            <a:tailEnd len="med" w="med" type="none"/>
          </a:ln>
        </p:spPr>
      </p:cxnSp>
      <p:cxnSp>
        <p:nvCxnSpPr>
          <p:cNvPr id="2039" name="Google Shape;2039;p99"/>
          <p:cNvCxnSpPr/>
          <p:nvPr/>
        </p:nvCxnSpPr>
        <p:spPr>
          <a:xfrm rot="10800000">
            <a:off x="3736150" y="1787100"/>
            <a:ext cx="0" cy="1991400"/>
          </a:xfrm>
          <a:prstGeom prst="straightConnector1">
            <a:avLst/>
          </a:prstGeom>
          <a:noFill/>
          <a:ln cap="flat" cmpd="sng" w="28575">
            <a:solidFill>
              <a:schemeClr val="dk1"/>
            </a:solidFill>
            <a:prstDash val="solid"/>
            <a:round/>
            <a:headEnd len="med" w="med" type="none"/>
            <a:tailEnd len="med" w="med" type="none"/>
          </a:ln>
        </p:spPr>
      </p:cxnSp>
      <p:cxnSp>
        <p:nvCxnSpPr>
          <p:cNvPr id="2040" name="Google Shape;2040;p99"/>
          <p:cNvCxnSpPr/>
          <p:nvPr/>
        </p:nvCxnSpPr>
        <p:spPr>
          <a:xfrm rot="10800000">
            <a:off x="3806969" y="1781719"/>
            <a:ext cx="0" cy="1991400"/>
          </a:xfrm>
          <a:prstGeom prst="straightConnector1">
            <a:avLst/>
          </a:prstGeom>
          <a:noFill/>
          <a:ln cap="flat" cmpd="sng" w="28575">
            <a:solidFill>
              <a:schemeClr val="dk1"/>
            </a:solidFill>
            <a:prstDash val="solid"/>
            <a:round/>
            <a:headEnd len="med" w="med" type="none"/>
            <a:tailEnd len="med" w="med" type="none"/>
          </a:ln>
        </p:spPr>
      </p:cxnSp>
      <p:sp>
        <p:nvSpPr>
          <p:cNvPr id="2041" name="Google Shape;2041;p99"/>
          <p:cNvSpPr/>
          <p:nvPr/>
        </p:nvSpPr>
        <p:spPr>
          <a:xfrm>
            <a:off x="3699545" y="1656324"/>
            <a:ext cx="140100" cy="140100"/>
          </a:xfrm>
          <a:prstGeom prst="ellipse">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042" name="Google Shape;2042;p99"/>
          <p:cNvCxnSpPr/>
          <p:nvPr/>
        </p:nvCxnSpPr>
        <p:spPr>
          <a:xfrm rot="10800000">
            <a:off x="533000" y="4150783"/>
            <a:ext cx="3228900" cy="0"/>
          </a:xfrm>
          <a:prstGeom prst="straightConnector1">
            <a:avLst/>
          </a:prstGeom>
          <a:noFill/>
          <a:ln cap="flat" cmpd="sng" w="28575">
            <a:solidFill>
              <a:schemeClr val="dk1"/>
            </a:solidFill>
            <a:prstDash val="solid"/>
            <a:round/>
            <a:headEnd len="med" w="med" type="triangle"/>
            <a:tailEnd len="med" w="med" type="triangle"/>
          </a:ln>
        </p:spPr>
      </p:cxnSp>
      <p:sp>
        <p:nvSpPr>
          <p:cNvPr id="2043" name="Google Shape;2043;p99"/>
          <p:cNvSpPr txBox="1"/>
          <p:nvPr/>
        </p:nvSpPr>
        <p:spPr>
          <a:xfrm>
            <a:off x="3973631" y="2602503"/>
            <a:ext cx="383700" cy="273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i="1" lang="en-GB" sz="1800">
                <a:latin typeface="Times New Roman"/>
                <a:ea typeface="Times New Roman"/>
                <a:cs typeface="Times New Roman"/>
                <a:sym typeface="Times New Roman"/>
              </a:rPr>
              <a:t>x</a:t>
            </a:r>
            <a:r>
              <a:rPr lang="en-GB" sz="1600">
                <a:latin typeface="Lexend"/>
                <a:ea typeface="Lexend"/>
                <a:cs typeface="Lexend"/>
                <a:sym typeface="Lexend"/>
              </a:rPr>
              <a:t> m</a:t>
            </a:r>
            <a:r>
              <a:rPr lang="en-GB" sz="1600">
                <a:solidFill>
                  <a:srgbClr val="000000"/>
                </a:solidFill>
                <a:latin typeface="Lexend"/>
                <a:ea typeface="Lexend"/>
                <a:cs typeface="Lexend"/>
                <a:sym typeface="Lexend"/>
              </a:rPr>
              <a:t> </a:t>
            </a:r>
            <a:endParaRPr sz="1600">
              <a:solidFill>
                <a:srgbClr val="000000"/>
              </a:solidFill>
              <a:latin typeface="Lexend"/>
              <a:ea typeface="Lexend"/>
              <a:cs typeface="Lexend"/>
              <a:sym typeface="Lexend"/>
            </a:endParaRPr>
          </a:p>
        </p:txBody>
      </p:sp>
      <p:pic>
        <p:nvPicPr>
          <p:cNvPr id="2044" name="Google Shape;2044;p99"/>
          <p:cNvPicPr preferRelativeResize="0"/>
          <p:nvPr/>
        </p:nvPicPr>
        <p:blipFill>
          <a:blip r:embed="rId4">
            <a:alphaModFix/>
          </a:blip>
          <a:stretch>
            <a:fillRect/>
          </a:stretch>
        </p:blipFill>
        <p:spPr>
          <a:xfrm flipH="1">
            <a:off x="8209198" y="3239425"/>
            <a:ext cx="538725" cy="775775"/>
          </a:xfrm>
          <a:prstGeom prst="rect">
            <a:avLst/>
          </a:prstGeom>
          <a:noFill/>
          <a:ln>
            <a:noFill/>
          </a:ln>
        </p:spPr>
      </p:pic>
      <p:sp>
        <p:nvSpPr>
          <p:cNvPr id="2045" name="Google Shape;2045;p99"/>
          <p:cNvSpPr txBox="1"/>
          <p:nvPr>
            <p:ph idx="1" type="body"/>
          </p:nvPr>
        </p:nvSpPr>
        <p:spPr>
          <a:xfrm>
            <a:off x="5202339" y="1581568"/>
            <a:ext cx="2938800" cy="891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I could measure 1 m along ground from where the rope meets the floor. </a:t>
            </a:r>
            <a:endParaRPr sz="1600"/>
          </a:p>
        </p:txBody>
      </p:sp>
      <p:sp>
        <p:nvSpPr>
          <p:cNvPr id="2046" name="Google Shape;2046;p99"/>
          <p:cNvSpPr txBox="1"/>
          <p:nvPr/>
        </p:nvSpPr>
        <p:spPr>
          <a:xfrm>
            <a:off x="1845371" y="4129902"/>
            <a:ext cx="426300" cy="273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8 m</a:t>
            </a:r>
            <a:r>
              <a:rPr lang="en-GB" sz="1600">
                <a:solidFill>
                  <a:srgbClr val="000000"/>
                </a:solidFill>
                <a:latin typeface="Lexend"/>
                <a:ea typeface="Lexend"/>
                <a:cs typeface="Lexend"/>
                <a:sym typeface="Lexend"/>
              </a:rPr>
              <a:t> </a:t>
            </a:r>
            <a:endParaRPr sz="1600">
              <a:solidFill>
                <a:srgbClr val="000000"/>
              </a:solidFill>
              <a:latin typeface="Lexend"/>
              <a:ea typeface="Lexend"/>
              <a:cs typeface="Lexend"/>
              <a:sym typeface="Lexend"/>
            </a:endParaRPr>
          </a:p>
        </p:txBody>
      </p:sp>
      <p:cxnSp>
        <p:nvCxnSpPr>
          <p:cNvPr id="2047" name="Google Shape;2047;p99"/>
          <p:cNvCxnSpPr/>
          <p:nvPr/>
        </p:nvCxnSpPr>
        <p:spPr>
          <a:xfrm>
            <a:off x="3910207" y="1832850"/>
            <a:ext cx="0" cy="1931700"/>
          </a:xfrm>
          <a:prstGeom prst="straightConnector1">
            <a:avLst/>
          </a:prstGeom>
          <a:noFill/>
          <a:ln cap="flat" cmpd="sng" w="28575">
            <a:solidFill>
              <a:schemeClr val="dk1"/>
            </a:solidFill>
            <a:prstDash val="solid"/>
            <a:round/>
            <a:headEnd len="med" w="med" type="triangle"/>
            <a:tailEnd len="med" w="med" type="triangle"/>
          </a:ln>
        </p:spPr>
      </p:cxnSp>
      <p:cxnSp>
        <p:nvCxnSpPr>
          <p:cNvPr id="2048" name="Google Shape;2048;p99"/>
          <p:cNvCxnSpPr/>
          <p:nvPr/>
        </p:nvCxnSpPr>
        <p:spPr>
          <a:xfrm rot="10800000">
            <a:off x="533050" y="3857461"/>
            <a:ext cx="616200" cy="0"/>
          </a:xfrm>
          <a:prstGeom prst="straightConnector1">
            <a:avLst/>
          </a:prstGeom>
          <a:noFill/>
          <a:ln cap="flat" cmpd="sng" w="19050">
            <a:solidFill>
              <a:schemeClr val="dk1"/>
            </a:solidFill>
            <a:prstDash val="solid"/>
            <a:round/>
            <a:headEnd len="med" w="med" type="triangle"/>
            <a:tailEnd len="med" w="med" type="triangle"/>
          </a:ln>
        </p:spPr>
      </p:cxnSp>
      <p:sp>
        <p:nvSpPr>
          <p:cNvPr id="2049" name="Google Shape;2049;p99"/>
          <p:cNvSpPr txBox="1"/>
          <p:nvPr/>
        </p:nvSpPr>
        <p:spPr>
          <a:xfrm>
            <a:off x="666965" y="3827962"/>
            <a:ext cx="426300" cy="273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1 m</a:t>
            </a:r>
            <a:r>
              <a:rPr lang="en-GB" sz="1600">
                <a:solidFill>
                  <a:srgbClr val="000000"/>
                </a:solidFill>
                <a:latin typeface="Lexend"/>
                <a:ea typeface="Lexend"/>
                <a:cs typeface="Lexend"/>
                <a:sym typeface="Lexend"/>
              </a:rPr>
              <a:t> </a:t>
            </a:r>
            <a:endParaRPr sz="1600">
              <a:solidFill>
                <a:srgbClr val="000000"/>
              </a:solidFill>
              <a:latin typeface="Lexend"/>
              <a:ea typeface="Lexend"/>
              <a:cs typeface="Lexend"/>
              <a:sym typeface="Lexend"/>
            </a:endParaRPr>
          </a:p>
        </p:txBody>
      </p:sp>
      <p:cxnSp>
        <p:nvCxnSpPr>
          <p:cNvPr id="2050" name="Google Shape;2050;p99"/>
          <p:cNvCxnSpPr/>
          <p:nvPr/>
        </p:nvCxnSpPr>
        <p:spPr>
          <a:xfrm>
            <a:off x="1149250" y="3383275"/>
            <a:ext cx="0" cy="391500"/>
          </a:xfrm>
          <a:prstGeom prst="straightConnector1">
            <a:avLst/>
          </a:prstGeom>
          <a:noFill/>
          <a:ln cap="flat" cmpd="sng" w="28575">
            <a:solidFill>
              <a:schemeClr val="accent5"/>
            </a:solidFill>
            <a:prstDash val="solid"/>
            <a:round/>
            <a:headEnd len="med" w="med" type="none"/>
            <a:tailEnd len="med" w="med" type="none"/>
          </a:ln>
        </p:spPr>
      </p:cxnSp>
      <p:cxnSp>
        <p:nvCxnSpPr>
          <p:cNvPr id="2051" name="Google Shape;2051;p99"/>
          <p:cNvCxnSpPr/>
          <p:nvPr/>
        </p:nvCxnSpPr>
        <p:spPr>
          <a:xfrm>
            <a:off x="1225450" y="3383275"/>
            <a:ext cx="0" cy="391500"/>
          </a:xfrm>
          <a:prstGeom prst="straightConnector1">
            <a:avLst/>
          </a:prstGeom>
          <a:noFill/>
          <a:ln cap="flat" cmpd="sng" w="19050">
            <a:solidFill>
              <a:schemeClr val="dk1"/>
            </a:solidFill>
            <a:prstDash val="solid"/>
            <a:round/>
            <a:headEnd len="med" w="med" type="triangle"/>
            <a:tailEnd len="med" w="med" type="triangle"/>
          </a:ln>
        </p:spPr>
      </p:cxnSp>
      <p:sp>
        <p:nvSpPr>
          <p:cNvPr id="2052" name="Google Shape;2052;p99"/>
          <p:cNvSpPr txBox="1"/>
          <p:nvPr/>
        </p:nvSpPr>
        <p:spPr>
          <a:xfrm>
            <a:off x="1276574" y="3451775"/>
            <a:ext cx="647700" cy="273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0.75 m</a:t>
            </a:r>
            <a:r>
              <a:rPr lang="en-GB" sz="1600">
                <a:solidFill>
                  <a:srgbClr val="000000"/>
                </a:solidFill>
                <a:latin typeface="Lexend"/>
                <a:ea typeface="Lexend"/>
                <a:cs typeface="Lexend"/>
                <a:sym typeface="Lexend"/>
              </a:rPr>
              <a:t> </a:t>
            </a:r>
            <a:endParaRPr sz="1600">
              <a:solidFill>
                <a:srgbClr val="000000"/>
              </a:solidFill>
              <a:latin typeface="Lexend"/>
              <a:ea typeface="Lexend"/>
              <a:cs typeface="Lexend"/>
              <a:sym typeface="Lexend"/>
            </a:endParaRPr>
          </a:p>
        </p:txBody>
      </p:sp>
      <p:sp>
        <p:nvSpPr>
          <p:cNvPr id="2053" name="Google Shape;2053;p99"/>
          <p:cNvSpPr txBox="1"/>
          <p:nvPr>
            <p:ph idx="1" type="body"/>
          </p:nvPr>
        </p:nvSpPr>
        <p:spPr>
          <a:xfrm>
            <a:off x="5222814" y="2461950"/>
            <a:ext cx="3060600" cy="1106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At that point, I could measure the vertical distance between the rope and the floor.</a:t>
            </a:r>
            <a:endParaRPr sz="1600"/>
          </a:p>
        </p:txBody>
      </p:sp>
      <p:sp>
        <p:nvSpPr>
          <p:cNvPr id="2054" name="Google Shape;2054;p99"/>
          <p:cNvSpPr txBox="1"/>
          <p:nvPr>
            <p:ph idx="1" type="body"/>
          </p:nvPr>
        </p:nvSpPr>
        <p:spPr>
          <a:xfrm>
            <a:off x="324000" y="759300"/>
            <a:ext cx="8237700" cy="663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A tall pole is held upright by some ropes. </a:t>
            </a:r>
            <a:br>
              <a:rPr lang="en-GB" sz="2000"/>
            </a:br>
            <a:r>
              <a:rPr lang="en-GB" sz="2000"/>
              <a:t>Sam wants to work out the height of the pole. </a:t>
            </a:r>
            <a:endParaRPr sz="2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3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5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5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5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5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8" name="Shape 2058"/>
        <p:cNvGrpSpPr/>
        <p:nvPr/>
      </p:nvGrpSpPr>
      <p:grpSpPr>
        <a:xfrm>
          <a:off x="0" y="0"/>
          <a:ext cx="0" cy="0"/>
          <a:chOff x="0" y="0"/>
          <a:chExt cx="0" cy="0"/>
        </a:xfrm>
      </p:grpSpPr>
      <p:sp>
        <p:nvSpPr>
          <p:cNvPr id="2059" name="Google Shape;2059;p100"/>
          <p:cNvSpPr/>
          <p:nvPr/>
        </p:nvSpPr>
        <p:spPr>
          <a:xfrm>
            <a:off x="3640425" y="3682575"/>
            <a:ext cx="99600" cy="996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060" name="Google Shape;2060;p100"/>
          <p:cNvSpPr/>
          <p:nvPr/>
        </p:nvSpPr>
        <p:spPr>
          <a:xfrm>
            <a:off x="1049625" y="3682575"/>
            <a:ext cx="99600" cy="996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pic>
        <p:nvPicPr>
          <p:cNvPr id="2061" name="Google Shape;2061;p100"/>
          <p:cNvPicPr preferRelativeResize="0"/>
          <p:nvPr/>
        </p:nvPicPr>
        <p:blipFill rotWithShape="1">
          <a:blip r:embed="rId3">
            <a:alphaModFix/>
          </a:blip>
          <a:srcRect b="4760" l="40550" r="0" t="13015"/>
          <a:stretch/>
        </p:blipFill>
        <p:spPr>
          <a:xfrm flipH="1">
            <a:off x="5075927" y="1920575"/>
            <a:ext cx="3429873" cy="1494075"/>
          </a:xfrm>
          <a:prstGeom prst="rect">
            <a:avLst/>
          </a:prstGeom>
          <a:noFill/>
          <a:ln>
            <a:noFill/>
          </a:ln>
        </p:spPr>
      </p:pic>
      <p:cxnSp>
        <p:nvCxnSpPr>
          <p:cNvPr id="2062" name="Google Shape;2062;p100"/>
          <p:cNvCxnSpPr/>
          <p:nvPr/>
        </p:nvCxnSpPr>
        <p:spPr>
          <a:xfrm flipH="1">
            <a:off x="523500" y="1812600"/>
            <a:ext cx="3210300" cy="1966800"/>
          </a:xfrm>
          <a:prstGeom prst="straightConnector1">
            <a:avLst/>
          </a:prstGeom>
          <a:noFill/>
          <a:ln cap="flat" cmpd="sng" w="38100">
            <a:solidFill>
              <a:schemeClr val="dk2"/>
            </a:solidFill>
            <a:prstDash val="solid"/>
            <a:round/>
            <a:headEnd len="med" w="med" type="none"/>
            <a:tailEnd len="med" w="med" type="none"/>
          </a:ln>
        </p:spPr>
      </p:cxnSp>
      <p:sp>
        <p:nvSpPr>
          <p:cNvPr id="2063" name="Google Shape;2063;p100"/>
          <p:cNvSpPr txBox="1"/>
          <p:nvPr>
            <p:ph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Finding missing lengths with similar triangles</a:t>
            </a:r>
            <a:endParaRPr/>
          </a:p>
        </p:txBody>
      </p:sp>
      <p:cxnSp>
        <p:nvCxnSpPr>
          <p:cNvPr id="2064" name="Google Shape;2064;p100"/>
          <p:cNvCxnSpPr/>
          <p:nvPr/>
        </p:nvCxnSpPr>
        <p:spPr>
          <a:xfrm>
            <a:off x="430275" y="3788925"/>
            <a:ext cx="3649200" cy="0"/>
          </a:xfrm>
          <a:prstGeom prst="straightConnector1">
            <a:avLst/>
          </a:prstGeom>
          <a:noFill/>
          <a:ln cap="flat" cmpd="sng" w="38100">
            <a:solidFill>
              <a:schemeClr val="dk1"/>
            </a:solidFill>
            <a:prstDash val="solid"/>
            <a:round/>
            <a:headEnd len="med" w="med" type="none"/>
            <a:tailEnd len="med" w="med" type="none"/>
          </a:ln>
        </p:spPr>
      </p:cxnSp>
      <p:cxnSp>
        <p:nvCxnSpPr>
          <p:cNvPr id="2065" name="Google Shape;2065;p100"/>
          <p:cNvCxnSpPr/>
          <p:nvPr/>
        </p:nvCxnSpPr>
        <p:spPr>
          <a:xfrm rot="10800000">
            <a:off x="3736150" y="1787100"/>
            <a:ext cx="0" cy="1991400"/>
          </a:xfrm>
          <a:prstGeom prst="straightConnector1">
            <a:avLst/>
          </a:prstGeom>
          <a:noFill/>
          <a:ln cap="flat" cmpd="sng" w="28575">
            <a:solidFill>
              <a:schemeClr val="dk1"/>
            </a:solidFill>
            <a:prstDash val="solid"/>
            <a:round/>
            <a:headEnd len="med" w="med" type="none"/>
            <a:tailEnd len="med" w="med" type="none"/>
          </a:ln>
        </p:spPr>
      </p:cxnSp>
      <p:cxnSp>
        <p:nvCxnSpPr>
          <p:cNvPr id="2066" name="Google Shape;2066;p100"/>
          <p:cNvCxnSpPr/>
          <p:nvPr/>
        </p:nvCxnSpPr>
        <p:spPr>
          <a:xfrm rot="10800000">
            <a:off x="3806969" y="1781719"/>
            <a:ext cx="0" cy="1991400"/>
          </a:xfrm>
          <a:prstGeom prst="straightConnector1">
            <a:avLst/>
          </a:prstGeom>
          <a:noFill/>
          <a:ln cap="flat" cmpd="sng" w="28575">
            <a:solidFill>
              <a:schemeClr val="dk1"/>
            </a:solidFill>
            <a:prstDash val="solid"/>
            <a:round/>
            <a:headEnd len="med" w="med" type="none"/>
            <a:tailEnd len="med" w="med" type="none"/>
          </a:ln>
        </p:spPr>
      </p:cxnSp>
      <p:sp>
        <p:nvSpPr>
          <p:cNvPr id="2067" name="Google Shape;2067;p100"/>
          <p:cNvSpPr/>
          <p:nvPr/>
        </p:nvSpPr>
        <p:spPr>
          <a:xfrm>
            <a:off x="3699545" y="1656324"/>
            <a:ext cx="140100" cy="140100"/>
          </a:xfrm>
          <a:prstGeom prst="ellipse">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068" name="Google Shape;2068;p100"/>
          <p:cNvCxnSpPr/>
          <p:nvPr/>
        </p:nvCxnSpPr>
        <p:spPr>
          <a:xfrm rot="10800000">
            <a:off x="533000" y="4150783"/>
            <a:ext cx="3228900" cy="0"/>
          </a:xfrm>
          <a:prstGeom prst="straightConnector1">
            <a:avLst/>
          </a:prstGeom>
          <a:noFill/>
          <a:ln cap="flat" cmpd="sng" w="28575">
            <a:solidFill>
              <a:schemeClr val="dk1"/>
            </a:solidFill>
            <a:prstDash val="solid"/>
            <a:round/>
            <a:headEnd len="med" w="med" type="triangle"/>
            <a:tailEnd len="med" w="med" type="triangle"/>
          </a:ln>
        </p:spPr>
      </p:cxnSp>
      <p:sp>
        <p:nvSpPr>
          <p:cNvPr id="2069" name="Google Shape;2069;p100"/>
          <p:cNvSpPr txBox="1"/>
          <p:nvPr/>
        </p:nvSpPr>
        <p:spPr>
          <a:xfrm>
            <a:off x="3973631" y="2602503"/>
            <a:ext cx="383700" cy="273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i="1" lang="en-GB" sz="1800">
                <a:latin typeface="Times New Roman"/>
                <a:ea typeface="Times New Roman"/>
                <a:cs typeface="Times New Roman"/>
                <a:sym typeface="Times New Roman"/>
              </a:rPr>
              <a:t>x</a:t>
            </a:r>
            <a:r>
              <a:rPr lang="en-GB" sz="1600">
                <a:latin typeface="Lexend"/>
                <a:ea typeface="Lexend"/>
                <a:cs typeface="Lexend"/>
                <a:sym typeface="Lexend"/>
              </a:rPr>
              <a:t> m</a:t>
            </a:r>
            <a:r>
              <a:rPr lang="en-GB" sz="1600">
                <a:solidFill>
                  <a:srgbClr val="000000"/>
                </a:solidFill>
                <a:latin typeface="Lexend"/>
                <a:ea typeface="Lexend"/>
                <a:cs typeface="Lexend"/>
                <a:sym typeface="Lexend"/>
              </a:rPr>
              <a:t> </a:t>
            </a:r>
            <a:endParaRPr sz="1600">
              <a:solidFill>
                <a:srgbClr val="000000"/>
              </a:solidFill>
              <a:latin typeface="Lexend"/>
              <a:ea typeface="Lexend"/>
              <a:cs typeface="Lexend"/>
              <a:sym typeface="Lexend"/>
            </a:endParaRPr>
          </a:p>
        </p:txBody>
      </p:sp>
      <p:pic>
        <p:nvPicPr>
          <p:cNvPr id="2070" name="Google Shape;2070;p100"/>
          <p:cNvPicPr preferRelativeResize="0"/>
          <p:nvPr/>
        </p:nvPicPr>
        <p:blipFill>
          <a:blip r:embed="rId4">
            <a:alphaModFix/>
          </a:blip>
          <a:stretch>
            <a:fillRect/>
          </a:stretch>
        </p:blipFill>
        <p:spPr>
          <a:xfrm flipH="1">
            <a:off x="8209198" y="3239425"/>
            <a:ext cx="538725" cy="775775"/>
          </a:xfrm>
          <a:prstGeom prst="rect">
            <a:avLst/>
          </a:prstGeom>
          <a:noFill/>
          <a:ln>
            <a:noFill/>
          </a:ln>
        </p:spPr>
      </p:pic>
      <p:sp>
        <p:nvSpPr>
          <p:cNvPr id="2071" name="Google Shape;2071;p100"/>
          <p:cNvSpPr txBox="1"/>
          <p:nvPr>
            <p:ph idx="1" type="body"/>
          </p:nvPr>
        </p:nvSpPr>
        <p:spPr>
          <a:xfrm>
            <a:off x="5202350" y="2038775"/>
            <a:ext cx="2815800" cy="8919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I then have a pair of nested similar triangles, which I can use to find the height of the pole.</a:t>
            </a:r>
            <a:endParaRPr sz="1600"/>
          </a:p>
        </p:txBody>
      </p:sp>
      <p:sp>
        <p:nvSpPr>
          <p:cNvPr id="2072" name="Google Shape;2072;p100"/>
          <p:cNvSpPr txBox="1"/>
          <p:nvPr/>
        </p:nvSpPr>
        <p:spPr>
          <a:xfrm>
            <a:off x="1845371" y="4129902"/>
            <a:ext cx="426300" cy="273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8 m</a:t>
            </a:r>
            <a:r>
              <a:rPr lang="en-GB" sz="1600">
                <a:solidFill>
                  <a:srgbClr val="000000"/>
                </a:solidFill>
                <a:latin typeface="Lexend"/>
                <a:ea typeface="Lexend"/>
                <a:cs typeface="Lexend"/>
                <a:sym typeface="Lexend"/>
              </a:rPr>
              <a:t> </a:t>
            </a:r>
            <a:endParaRPr sz="1600">
              <a:solidFill>
                <a:srgbClr val="000000"/>
              </a:solidFill>
              <a:latin typeface="Lexend"/>
              <a:ea typeface="Lexend"/>
              <a:cs typeface="Lexend"/>
              <a:sym typeface="Lexend"/>
            </a:endParaRPr>
          </a:p>
        </p:txBody>
      </p:sp>
      <p:cxnSp>
        <p:nvCxnSpPr>
          <p:cNvPr id="2073" name="Google Shape;2073;p100"/>
          <p:cNvCxnSpPr/>
          <p:nvPr/>
        </p:nvCxnSpPr>
        <p:spPr>
          <a:xfrm>
            <a:off x="3910207" y="1832850"/>
            <a:ext cx="0" cy="1931700"/>
          </a:xfrm>
          <a:prstGeom prst="straightConnector1">
            <a:avLst/>
          </a:prstGeom>
          <a:noFill/>
          <a:ln cap="flat" cmpd="sng" w="28575">
            <a:solidFill>
              <a:schemeClr val="dk1"/>
            </a:solidFill>
            <a:prstDash val="solid"/>
            <a:round/>
            <a:headEnd len="med" w="med" type="triangle"/>
            <a:tailEnd len="med" w="med" type="triangle"/>
          </a:ln>
        </p:spPr>
      </p:cxnSp>
      <p:cxnSp>
        <p:nvCxnSpPr>
          <p:cNvPr id="2074" name="Google Shape;2074;p100"/>
          <p:cNvCxnSpPr/>
          <p:nvPr/>
        </p:nvCxnSpPr>
        <p:spPr>
          <a:xfrm rot="10800000">
            <a:off x="533050" y="3857461"/>
            <a:ext cx="616200" cy="0"/>
          </a:xfrm>
          <a:prstGeom prst="straightConnector1">
            <a:avLst/>
          </a:prstGeom>
          <a:noFill/>
          <a:ln cap="flat" cmpd="sng" w="19050">
            <a:solidFill>
              <a:schemeClr val="dk1"/>
            </a:solidFill>
            <a:prstDash val="solid"/>
            <a:round/>
            <a:headEnd len="med" w="med" type="triangle"/>
            <a:tailEnd len="med" w="med" type="triangle"/>
          </a:ln>
        </p:spPr>
      </p:cxnSp>
      <p:sp>
        <p:nvSpPr>
          <p:cNvPr id="2075" name="Google Shape;2075;p100"/>
          <p:cNvSpPr txBox="1"/>
          <p:nvPr/>
        </p:nvSpPr>
        <p:spPr>
          <a:xfrm>
            <a:off x="666965" y="3827962"/>
            <a:ext cx="426300" cy="273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1 m</a:t>
            </a:r>
            <a:r>
              <a:rPr lang="en-GB" sz="1600">
                <a:solidFill>
                  <a:srgbClr val="000000"/>
                </a:solidFill>
                <a:latin typeface="Lexend"/>
                <a:ea typeface="Lexend"/>
                <a:cs typeface="Lexend"/>
                <a:sym typeface="Lexend"/>
              </a:rPr>
              <a:t> </a:t>
            </a:r>
            <a:endParaRPr sz="1600">
              <a:solidFill>
                <a:srgbClr val="000000"/>
              </a:solidFill>
              <a:latin typeface="Lexend"/>
              <a:ea typeface="Lexend"/>
              <a:cs typeface="Lexend"/>
              <a:sym typeface="Lexend"/>
            </a:endParaRPr>
          </a:p>
        </p:txBody>
      </p:sp>
      <p:cxnSp>
        <p:nvCxnSpPr>
          <p:cNvPr id="2076" name="Google Shape;2076;p100"/>
          <p:cNvCxnSpPr/>
          <p:nvPr/>
        </p:nvCxnSpPr>
        <p:spPr>
          <a:xfrm>
            <a:off x="1149250" y="3383275"/>
            <a:ext cx="0" cy="391500"/>
          </a:xfrm>
          <a:prstGeom prst="straightConnector1">
            <a:avLst/>
          </a:prstGeom>
          <a:noFill/>
          <a:ln cap="flat" cmpd="sng" w="28575">
            <a:solidFill>
              <a:schemeClr val="accent5"/>
            </a:solidFill>
            <a:prstDash val="solid"/>
            <a:round/>
            <a:headEnd len="med" w="med" type="none"/>
            <a:tailEnd len="med" w="med" type="none"/>
          </a:ln>
        </p:spPr>
      </p:cxnSp>
      <p:cxnSp>
        <p:nvCxnSpPr>
          <p:cNvPr id="2077" name="Google Shape;2077;p100"/>
          <p:cNvCxnSpPr/>
          <p:nvPr/>
        </p:nvCxnSpPr>
        <p:spPr>
          <a:xfrm>
            <a:off x="1225450" y="3383275"/>
            <a:ext cx="0" cy="391500"/>
          </a:xfrm>
          <a:prstGeom prst="straightConnector1">
            <a:avLst/>
          </a:prstGeom>
          <a:noFill/>
          <a:ln cap="flat" cmpd="sng" w="19050">
            <a:solidFill>
              <a:schemeClr val="dk1"/>
            </a:solidFill>
            <a:prstDash val="solid"/>
            <a:round/>
            <a:headEnd len="med" w="med" type="triangle"/>
            <a:tailEnd len="med" w="med" type="triangle"/>
          </a:ln>
        </p:spPr>
      </p:cxnSp>
      <p:sp>
        <p:nvSpPr>
          <p:cNvPr id="2078" name="Google Shape;2078;p100"/>
          <p:cNvSpPr txBox="1"/>
          <p:nvPr/>
        </p:nvSpPr>
        <p:spPr>
          <a:xfrm>
            <a:off x="1276574" y="3451775"/>
            <a:ext cx="647700" cy="273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0.75 m</a:t>
            </a:r>
            <a:r>
              <a:rPr lang="en-GB" sz="1600">
                <a:solidFill>
                  <a:srgbClr val="000000"/>
                </a:solidFill>
                <a:latin typeface="Lexend"/>
                <a:ea typeface="Lexend"/>
                <a:cs typeface="Lexend"/>
                <a:sym typeface="Lexend"/>
              </a:rPr>
              <a:t> </a:t>
            </a:r>
            <a:endParaRPr sz="1600">
              <a:solidFill>
                <a:srgbClr val="000000"/>
              </a:solidFill>
              <a:latin typeface="Lexend"/>
              <a:ea typeface="Lexend"/>
              <a:cs typeface="Lexend"/>
              <a:sym typeface="Lexend"/>
            </a:endParaRPr>
          </a:p>
        </p:txBody>
      </p:sp>
      <p:cxnSp>
        <p:nvCxnSpPr>
          <p:cNvPr id="2079" name="Google Shape;2079;p100"/>
          <p:cNvCxnSpPr>
            <a:endCxn id="2075" idx="3"/>
          </p:cNvCxnSpPr>
          <p:nvPr/>
        </p:nvCxnSpPr>
        <p:spPr>
          <a:xfrm flipH="1">
            <a:off x="1093265" y="3707362"/>
            <a:ext cx="373200" cy="257100"/>
          </a:xfrm>
          <a:prstGeom prst="curvedConnector3">
            <a:avLst>
              <a:gd fmla="val 8284" name="adj1"/>
            </a:avLst>
          </a:prstGeom>
          <a:noFill/>
          <a:ln cap="flat" cmpd="sng" w="38100">
            <a:solidFill>
              <a:schemeClr val="accent5"/>
            </a:solidFill>
            <a:prstDash val="solid"/>
            <a:round/>
            <a:headEnd len="med" w="med" type="triangle"/>
            <a:tailEnd len="med" w="med" type="none"/>
          </a:ln>
        </p:spPr>
      </p:cxnSp>
      <p:sp>
        <p:nvSpPr>
          <p:cNvPr id="2080" name="Google Shape;2080;p100"/>
          <p:cNvSpPr txBox="1"/>
          <p:nvPr/>
        </p:nvSpPr>
        <p:spPr>
          <a:xfrm>
            <a:off x="1461935" y="3800313"/>
            <a:ext cx="616200" cy="270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solidFill>
                  <a:schemeClr val="accent5"/>
                </a:solidFill>
                <a:latin typeface="Lexend"/>
                <a:ea typeface="Lexend"/>
                <a:cs typeface="Lexend"/>
                <a:sym typeface="Lexend"/>
              </a:rPr>
              <a:t>× 0.75</a:t>
            </a:r>
            <a:endParaRPr sz="1600">
              <a:solidFill>
                <a:schemeClr val="accent5"/>
              </a:solidFill>
              <a:latin typeface="Lexend"/>
              <a:ea typeface="Lexend"/>
              <a:cs typeface="Lexend"/>
              <a:sym typeface="Lexend"/>
            </a:endParaRPr>
          </a:p>
        </p:txBody>
      </p:sp>
      <p:cxnSp>
        <p:nvCxnSpPr>
          <p:cNvPr id="2081" name="Google Shape;2081;p100"/>
          <p:cNvCxnSpPr/>
          <p:nvPr/>
        </p:nvCxnSpPr>
        <p:spPr>
          <a:xfrm flipH="1">
            <a:off x="2230813" y="2861896"/>
            <a:ext cx="1995900" cy="1421700"/>
          </a:xfrm>
          <a:prstGeom prst="curvedConnector3">
            <a:avLst>
              <a:gd fmla="val 7752" name="adj1"/>
            </a:avLst>
          </a:prstGeom>
          <a:noFill/>
          <a:ln cap="flat" cmpd="sng" w="38100">
            <a:solidFill>
              <a:schemeClr val="accent5"/>
            </a:solidFill>
            <a:prstDash val="solid"/>
            <a:round/>
            <a:headEnd len="med" w="med" type="triangle"/>
            <a:tailEnd len="med" w="med" type="none"/>
          </a:ln>
        </p:spPr>
      </p:cxnSp>
      <p:sp>
        <p:nvSpPr>
          <p:cNvPr id="2082" name="Google Shape;2082;p100"/>
          <p:cNvSpPr txBox="1"/>
          <p:nvPr/>
        </p:nvSpPr>
        <p:spPr>
          <a:xfrm>
            <a:off x="2794755" y="4177911"/>
            <a:ext cx="616200" cy="2706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solidFill>
                  <a:schemeClr val="accent5"/>
                </a:solidFill>
                <a:latin typeface="Lexend"/>
                <a:ea typeface="Lexend"/>
                <a:cs typeface="Lexend"/>
                <a:sym typeface="Lexend"/>
              </a:rPr>
              <a:t>× 0.75</a:t>
            </a:r>
            <a:endParaRPr sz="1600">
              <a:solidFill>
                <a:schemeClr val="accent5"/>
              </a:solidFill>
              <a:latin typeface="Lexend"/>
              <a:ea typeface="Lexend"/>
              <a:cs typeface="Lexend"/>
              <a:sym typeface="Lexend"/>
            </a:endParaRPr>
          </a:p>
        </p:txBody>
      </p:sp>
      <p:sp>
        <p:nvSpPr>
          <p:cNvPr id="2083" name="Google Shape;2083;p100"/>
          <p:cNvSpPr txBox="1"/>
          <p:nvPr>
            <p:ph idx="1" type="body"/>
          </p:nvPr>
        </p:nvSpPr>
        <p:spPr>
          <a:xfrm>
            <a:off x="5124600" y="3654900"/>
            <a:ext cx="1673700" cy="676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a:latin typeface="Times New Roman"/>
                <a:ea typeface="Times New Roman"/>
                <a:cs typeface="Times New Roman"/>
                <a:sym typeface="Times New Roman"/>
              </a:rPr>
              <a:t>x</a:t>
            </a:r>
            <a:r>
              <a:rPr lang="en-GB">
                <a:latin typeface="Times New Roman"/>
                <a:ea typeface="Times New Roman"/>
                <a:cs typeface="Times New Roman"/>
                <a:sym typeface="Times New Roman"/>
              </a:rPr>
              <a:t> = 8 × 0.75 </a:t>
            </a:r>
            <a:br>
              <a:rPr lang="en-GB">
                <a:latin typeface="Times New Roman"/>
                <a:ea typeface="Times New Roman"/>
                <a:cs typeface="Times New Roman"/>
                <a:sym typeface="Times New Roman"/>
              </a:rPr>
            </a:br>
            <a:r>
              <a:rPr lang="en-GB">
                <a:latin typeface="Times New Roman"/>
                <a:ea typeface="Times New Roman"/>
                <a:cs typeface="Times New Roman"/>
                <a:sym typeface="Times New Roman"/>
              </a:rPr>
              <a:t>  = 6</a:t>
            </a:r>
            <a:endParaRPr>
              <a:latin typeface="Times New Roman"/>
              <a:ea typeface="Times New Roman"/>
              <a:cs typeface="Times New Roman"/>
              <a:sym typeface="Times New Roman"/>
            </a:endParaRPr>
          </a:p>
        </p:txBody>
      </p:sp>
      <p:sp>
        <p:nvSpPr>
          <p:cNvPr id="2084" name="Google Shape;2084;p100"/>
          <p:cNvSpPr txBox="1"/>
          <p:nvPr>
            <p:ph idx="1" type="body"/>
          </p:nvPr>
        </p:nvSpPr>
        <p:spPr>
          <a:xfrm>
            <a:off x="5048400" y="4493100"/>
            <a:ext cx="2386500" cy="479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latin typeface="Kalam"/>
                <a:ea typeface="Kalam"/>
                <a:cs typeface="Kalam"/>
                <a:sym typeface="Kalam"/>
              </a:rPr>
              <a:t>The pole is 6 m tall. </a:t>
            </a:r>
            <a:endParaRPr sz="2000">
              <a:latin typeface="Kalam"/>
              <a:ea typeface="Kalam"/>
              <a:cs typeface="Kalam"/>
              <a:sym typeface="Kalam"/>
            </a:endParaRPr>
          </a:p>
        </p:txBody>
      </p:sp>
      <p:sp>
        <p:nvSpPr>
          <p:cNvPr id="2085" name="Google Shape;2085;p100"/>
          <p:cNvSpPr txBox="1"/>
          <p:nvPr>
            <p:ph idx="1" type="body"/>
          </p:nvPr>
        </p:nvSpPr>
        <p:spPr>
          <a:xfrm>
            <a:off x="324000" y="759300"/>
            <a:ext cx="8237700" cy="663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2000"/>
              <a:t>A tall pole is held upright by some ropes. </a:t>
            </a:r>
            <a:br>
              <a:rPr lang="en-GB" sz="2000"/>
            </a:br>
            <a:r>
              <a:rPr lang="en-GB" sz="2000"/>
              <a:t>Sam wants to work out the height of the pole. </a:t>
            </a:r>
            <a:endParaRPr sz="2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7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8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08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8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08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89" name="Shape 2089"/>
        <p:cNvGrpSpPr/>
        <p:nvPr/>
      </p:nvGrpSpPr>
      <p:grpSpPr>
        <a:xfrm>
          <a:off x="0" y="0"/>
          <a:ext cx="0" cy="0"/>
          <a:chOff x="0" y="0"/>
          <a:chExt cx="0" cy="0"/>
        </a:xfrm>
      </p:grpSpPr>
      <p:sp>
        <p:nvSpPr>
          <p:cNvPr id="2090" name="Google Shape;2090;p101"/>
          <p:cNvSpPr txBox="1"/>
          <p:nvPr>
            <p:ph type="title"/>
          </p:nvPr>
        </p:nvSpPr>
        <p:spPr>
          <a:xfrm>
            <a:off x="324000" y="809988"/>
            <a:ext cx="8179200" cy="489600"/>
          </a:xfrm>
          <a:prstGeom prst="rect">
            <a:avLst/>
          </a:prstGeom>
        </p:spPr>
        <p:txBody>
          <a:bodyPr anchorCtr="0" anchor="t" bIns="0" lIns="0" spcFirstLastPara="1" rIns="0" wrap="square" tIns="0">
            <a:noAutofit/>
          </a:bodyPr>
          <a:lstStyle/>
          <a:p>
            <a:pPr indent="0" lvl="0" marL="0" rtl="0" algn="l">
              <a:spcBef>
                <a:spcPts val="0"/>
              </a:spcBef>
              <a:spcAft>
                <a:spcPts val="1000"/>
              </a:spcAft>
              <a:buClr>
                <a:schemeClr val="dk1"/>
              </a:buClr>
              <a:buSzPts val="1100"/>
              <a:buFont typeface="Arial"/>
              <a:buNone/>
            </a:pPr>
            <a:r>
              <a:rPr lang="en-GB"/>
              <a:t>What is the value of </a:t>
            </a:r>
            <a:r>
              <a:rPr i="1" lang="en-GB" sz="2400">
                <a:latin typeface="Times New Roman"/>
                <a:ea typeface="Times New Roman"/>
                <a:cs typeface="Times New Roman"/>
                <a:sym typeface="Times New Roman"/>
              </a:rPr>
              <a:t>x</a:t>
            </a:r>
            <a:r>
              <a:rPr lang="en-GB"/>
              <a:t>?</a:t>
            </a:r>
            <a:endParaRPr/>
          </a:p>
        </p:txBody>
      </p:sp>
      <p:sp>
        <p:nvSpPr>
          <p:cNvPr id="2091" name="Google Shape;2091;p101"/>
          <p:cNvSpPr txBox="1"/>
          <p:nvPr>
            <p:ph idx="2" type="title"/>
          </p:nvPr>
        </p:nvSpPr>
        <p:spPr>
          <a:xfrm>
            <a:off x="324000" y="0"/>
            <a:ext cx="7885200" cy="613500"/>
          </a:xfrm>
          <a:prstGeom prst="rect">
            <a:avLst/>
          </a:prstGeom>
        </p:spPr>
        <p:txBody>
          <a:bodyPr anchorCtr="0" anchor="ctr" bIns="0" lIns="0" spcFirstLastPara="1" rIns="0" wrap="square" tIns="0">
            <a:noAutofit/>
          </a:bodyPr>
          <a:lstStyle/>
          <a:p>
            <a:pPr indent="0" lvl="0" marL="0" rtl="0" algn="l">
              <a:spcBef>
                <a:spcPts val="0"/>
              </a:spcBef>
              <a:spcAft>
                <a:spcPts val="0"/>
              </a:spcAft>
              <a:buClr>
                <a:schemeClr val="dk1"/>
              </a:buClr>
              <a:buSzPts val="1100"/>
              <a:buFont typeface="Arial"/>
              <a:buNone/>
            </a:pPr>
            <a:r>
              <a:rPr lang="en-GB"/>
              <a:t>Finding missing lengths with similar triangles</a:t>
            </a:r>
            <a:endParaRPr/>
          </a:p>
        </p:txBody>
      </p:sp>
      <p:sp>
        <p:nvSpPr>
          <p:cNvPr id="2092" name="Google Shape;2092;p101"/>
          <p:cNvSpPr txBox="1"/>
          <p:nvPr>
            <p:ph idx="1" type="subTitle"/>
          </p:nvPr>
        </p:nvSpPr>
        <p:spPr>
          <a:xfrm>
            <a:off x="1034425" y="1685375"/>
            <a:ext cx="2149800" cy="324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2.2</a:t>
            </a:r>
            <a:endParaRPr/>
          </a:p>
        </p:txBody>
      </p:sp>
      <p:sp>
        <p:nvSpPr>
          <p:cNvPr id="2093" name="Google Shape;2093;p101"/>
          <p:cNvSpPr txBox="1"/>
          <p:nvPr>
            <p:ph idx="3" type="subTitle"/>
          </p:nvPr>
        </p:nvSpPr>
        <p:spPr>
          <a:xfrm>
            <a:off x="1034425" y="2489443"/>
            <a:ext cx="2149800" cy="389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3.2</a:t>
            </a:r>
            <a:endParaRPr/>
          </a:p>
        </p:txBody>
      </p:sp>
      <p:sp>
        <p:nvSpPr>
          <p:cNvPr id="2094" name="Google Shape;2094;p101"/>
          <p:cNvSpPr txBox="1"/>
          <p:nvPr>
            <p:ph idx="4" type="subTitle"/>
          </p:nvPr>
        </p:nvSpPr>
        <p:spPr>
          <a:xfrm>
            <a:off x="1034425" y="3309758"/>
            <a:ext cx="2137500" cy="3246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4</a:t>
            </a:r>
            <a:endParaRPr/>
          </a:p>
        </p:txBody>
      </p:sp>
      <p:sp>
        <p:nvSpPr>
          <p:cNvPr id="2095" name="Google Shape;2095;p101"/>
          <p:cNvSpPr txBox="1"/>
          <p:nvPr>
            <p:ph idx="5" type="subTitle"/>
          </p:nvPr>
        </p:nvSpPr>
        <p:spPr>
          <a:xfrm>
            <a:off x="1034425" y="4113827"/>
            <a:ext cx="2149800" cy="3603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a:t>5</a:t>
            </a:r>
            <a:endParaRPr/>
          </a:p>
        </p:txBody>
      </p:sp>
      <p:sp>
        <p:nvSpPr>
          <p:cNvPr id="2096" name="Google Shape;2096;p101"/>
          <p:cNvSpPr/>
          <p:nvPr/>
        </p:nvSpPr>
        <p:spPr>
          <a:xfrm flipH="1" rot="10800000">
            <a:off x="4827835" y="1311548"/>
            <a:ext cx="2820510" cy="2853500"/>
          </a:xfrm>
          <a:custGeom>
            <a:rect b="b" l="l" r="r" t="t"/>
            <a:pathLst>
              <a:path extrusionOk="0" h="38100" w="50740">
                <a:moveTo>
                  <a:pt x="0" y="0"/>
                </a:moveTo>
                <a:lnTo>
                  <a:pt x="50740" y="0"/>
                </a:lnTo>
                <a:lnTo>
                  <a:pt x="50740" y="38100"/>
                </a:lnTo>
                <a:close/>
              </a:path>
            </a:pathLst>
          </a:custGeom>
          <a:noFill/>
          <a:ln cap="flat" cmpd="sng" w="38100">
            <a:solidFill>
              <a:srgbClr val="000000"/>
            </a:solidFill>
            <a:prstDash val="solid"/>
            <a:round/>
            <a:headEnd len="med" w="med" type="none"/>
            <a:tailEnd len="med" w="med" type="none"/>
          </a:ln>
        </p:spPr>
      </p:sp>
      <p:cxnSp>
        <p:nvCxnSpPr>
          <p:cNvPr id="2097" name="Google Shape;2097;p101"/>
          <p:cNvCxnSpPr/>
          <p:nvPr/>
        </p:nvCxnSpPr>
        <p:spPr>
          <a:xfrm flipH="1" rot="10800000">
            <a:off x="4722494" y="3012651"/>
            <a:ext cx="815700" cy="815700"/>
          </a:xfrm>
          <a:prstGeom prst="straightConnector1">
            <a:avLst/>
          </a:prstGeom>
          <a:noFill/>
          <a:ln cap="flat" cmpd="sng" w="28575">
            <a:solidFill>
              <a:srgbClr val="000000"/>
            </a:solidFill>
            <a:prstDash val="solid"/>
            <a:round/>
            <a:headEnd len="med" w="med" type="triangle"/>
            <a:tailEnd len="med" w="med" type="triangle"/>
          </a:ln>
        </p:spPr>
      </p:cxnSp>
      <p:sp>
        <p:nvSpPr>
          <p:cNvPr id="2098" name="Google Shape;2098;p101"/>
          <p:cNvSpPr txBox="1"/>
          <p:nvPr/>
        </p:nvSpPr>
        <p:spPr>
          <a:xfrm>
            <a:off x="4891924" y="3094488"/>
            <a:ext cx="383700" cy="273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1 m</a:t>
            </a:r>
            <a:r>
              <a:rPr lang="en-GB" sz="1600">
                <a:solidFill>
                  <a:srgbClr val="000000"/>
                </a:solidFill>
                <a:latin typeface="Lexend"/>
                <a:ea typeface="Lexend"/>
                <a:cs typeface="Lexend"/>
                <a:sym typeface="Lexend"/>
              </a:rPr>
              <a:t> </a:t>
            </a:r>
            <a:endParaRPr sz="1600">
              <a:solidFill>
                <a:srgbClr val="000000"/>
              </a:solidFill>
              <a:latin typeface="Lexend"/>
              <a:ea typeface="Lexend"/>
              <a:cs typeface="Lexend"/>
              <a:sym typeface="Lexend"/>
            </a:endParaRPr>
          </a:p>
        </p:txBody>
      </p:sp>
      <p:cxnSp>
        <p:nvCxnSpPr>
          <p:cNvPr id="2099" name="Google Shape;2099;p101"/>
          <p:cNvCxnSpPr/>
          <p:nvPr/>
        </p:nvCxnSpPr>
        <p:spPr>
          <a:xfrm flipH="1" rot="10800000">
            <a:off x="4725456" y="1266002"/>
            <a:ext cx="2805300" cy="2805300"/>
          </a:xfrm>
          <a:prstGeom prst="straightConnector1">
            <a:avLst/>
          </a:prstGeom>
          <a:noFill/>
          <a:ln cap="flat" cmpd="sng" w="28575">
            <a:solidFill>
              <a:srgbClr val="000000"/>
            </a:solidFill>
            <a:prstDash val="solid"/>
            <a:round/>
            <a:headEnd len="med" w="med" type="triangle"/>
            <a:tailEnd len="med" w="med" type="triangle"/>
          </a:ln>
        </p:spPr>
      </p:cxnSp>
      <p:sp>
        <p:nvSpPr>
          <p:cNvPr id="2100" name="Google Shape;2100;p101"/>
          <p:cNvSpPr txBox="1"/>
          <p:nvPr/>
        </p:nvSpPr>
        <p:spPr>
          <a:xfrm>
            <a:off x="5840916" y="2306988"/>
            <a:ext cx="383700" cy="273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i="1" lang="en-GB" sz="1800">
                <a:latin typeface="Times New Roman"/>
                <a:ea typeface="Times New Roman"/>
                <a:cs typeface="Times New Roman"/>
                <a:sym typeface="Times New Roman"/>
              </a:rPr>
              <a:t>x</a:t>
            </a:r>
            <a:r>
              <a:rPr lang="en-GB" sz="1600">
                <a:latin typeface="Lexend"/>
                <a:ea typeface="Lexend"/>
                <a:cs typeface="Lexend"/>
                <a:sym typeface="Lexend"/>
              </a:rPr>
              <a:t> m</a:t>
            </a:r>
            <a:r>
              <a:rPr lang="en-GB" sz="1600">
                <a:solidFill>
                  <a:srgbClr val="000000"/>
                </a:solidFill>
                <a:latin typeface="Lexend"/>
                <a:ea typeface="Lexend"/>
                <a:cs typeface="Lexend"/>
                <a:sym typeface="Lexend"/>
              </a:rPr>
              <a:t> </a:t>
            </a:r>
            <a:endParaRPr sz="1600">
              <a:solidFill>
                <a:srgbClr val="000000"/>
              </a:solidFill>
              <a:latin typeface="Lexend"/>
              <a:ea typeface="Lexend"/>
              <a:cs typeface="Lexend"/>
              <a:sym typeface="Lexend"/>
            </a:endParaRPr>
          </a:p>
        </p:txBody>
      </p:sp>
      <p:sp>
        <p:nvSpPr>
          <p:cNvPr id="2101" name="Google Shape;2101;p101"/>
          <p:cNvSpPr/>
          <p:nvPr/>
        </p:nvSpPr>
        <p:spPr>
          <a:xfrm>
            <a:off x="5497938" y="4049331"/>
            <a:ext cx="108600" cy="1086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102" name="Google Shape;2102;p101"/>
          <p:cNvCxnSpPr/>
          <p:nvPr/>
        </p:nvCxnSpPr>
        <p:spPr>
          <a:xfrm rot="10800000">
            <a:off x="5698754" y="3360257"/>
            <a:ext cx="0" cy="802800"/>
          </a:xfrm>
          <a:prstGeom prst="straightConnector1">
            <a:avLst/>
          </a:prstGeom>
          <a:noFill/>
          <a:ln cap="flat" cmpd="sng" w="28575">
            <a:solidFill>
              <a:srgbClr val="000000"/>
            </a:solidFill>
            <a:prstDash val="solid"/>
            <a:round/>
            <a:headEnd len="med" w="med" type="triangle"/>
            <a:tailEnd len="med" w="med" type="triangle"/>
          </a:ln>
        </p:spPr>
      </p:cxnSp>
      <p:sp>
        <p:nvSpPr>
          <p:cNvPr id="2103" name="Google Shape;2103;p101"/>
          <p:cNvSpPr/>
          <p:nvPr/>
        </p:nvSpPr>
        <p:spPr>
          <a:xfrm>
            <a:off x="7535789" y="4049331"/>
            <a:ext cx="108600" cy="1086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104" name="Google Shape;2104;p101"/>
          <p:cNvCxnSpPr/>
          <p:nvPr/>
        </p:nvCxnSpPr>
        <p:spPr>
          <a:xfrm>
            <a:off x="5602600" y="2778258"/>
            <a:ext cx="0" cy="1795800"/>
          </a:xfrm>
          <a:prstGeom prst="straightConnector1">
            <a:avLst/>
          </a:prstGeom>
          <a:noFill/>
          <a:ln cap="flat" cmpd="sng" w="38100">
            <a:solidFill>
              <a:schemeClr val="accent5"/>
            </a:solidFill>
            <a:prstDash val="dash"/>
            <a:round/>
            <a:headEnd len="med" w="med" type="none"/>
            <a:tailEnd len="med" w="med" type="none"/>
          </a:ln>
        </p:spPr>
      </p:cxnSp>
      <p:cxnSp>
        <p:nvCxnSpPr>
          <p:cNvPr id="2105" name="Google Shape;2105;p101"/>
          <p:cNvCxnSpPr/>
          <p:nvPr/>
        </p:nvCxnSpPr>
        <p:spPr>
          <a:xfrm rot="10800000">
            <a:off x="7776531" y="1349506"/>
            <a:ext cx="0" cy="2800200"/>
          </a:xfrm>
          <a:prstGeom prst="straightConnector1">
            <a:avLst/>
          </a:prstGeom>
          <a:noFill/>
          <a:ln cap="flat" cmpd="sng" w="28575">
            <a:solidFill>
              <a:srgbClr val="000000"/>
            </a:solidFill>
            <a:prstDash val="solid"/>
            <a:round/>
            <a:headEnd len="med" w="med" type="triangle"/>
            <a:tailEnd len="med" w="med" type="triangle"/>
          </a:ln>
        </p:spPr>
      </p:cxnSp>
      <p:sp>
        <p:nvSpPr>
          <p:cNvPr id="2106" name="Google Shape;2106;p101"/>
          <p:cNvSpPr txBox="1"/>
          <p:nvPr/>
        </p:nvSpPr>
        <p:spPr>
          <a:xfrm>
            <a:off x="5794900" y="3625150"/>
            <a:ext cx="603300" cy="273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0.8 m</a:t>
            </a:r>
            <a:r>
              <a:rPr lang="en-GB" sz="1600">
                <a:solidFill>
                  <a:srgbClr val="000000"/>
                </a:solidFill>
                <a:latin typeface="Lexend"/>
                <a:ea typeface="Lexend"/>
                <a:cs typeface="Lexend"/>
                <a:sym typeface="Lexend"/>
              </a:rPr>
              <a:t> </a:t>
            </a:r>
            <a:endParaRPr sz="1600">
              <a:solidFill>
                <a:srgbClr val="000000"/>
              </a:solidFill>
              <a:latin typeface="Lexend"/>
              <a:ea typeface="Lexend"/>
              <a:cs typeface="Lexend"/>
              <a:sym typeface="Lexend"/>
            </a:endParaRPr>
          </a:p>
        </p:txBody>
      </p:sp>
      <p:sp>
        <p:nvSpPr>
          <p:cNvPr id="2107" name="Google Shape;2107;p101"/>
          <p:cNvSpPr txBox="1"/>
          <p:nvPr/>
        </p:nvSpPr>
        <p:spPr>
          <a:xfrm>
            <a:off x="7852300" y="2710750"/>
            <a:ext cx="603300" cy="273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4 m</a:t>
            </a:r>
            <a:r>
              <a:rPr lang="en-GB" sz="1600">
                <a:solidFill>
                  <a:srgbClr val="000000"/>
                </a:solidFill>
                <a:latin typeface="Lexend"/>
                <a:ea typeface="Lexend"/>
                <a:cs typeface="Lexend"/>
                <a:sym typeface="Lexend"/>
              </a:rPr>
              <a:t> </a:t>
            </a:r>
            <a:endParaRPr sz="1600">
              <a:solidFill>
                <a:srgbClr val="000000"/>
              </a:solidFill>
              <a:latin typeface="Lexend"/>
              <a:ea typeface="Lexend"/>
              <a:cs typeface="Lexend"/>
              <a:sym typeface="Lexend"/>
            </a:endParaRPr>
          </a:p>
        </p:txBody>
      </p:sp>
      <p:pic>
        <p:nvPicPr>
          <p:cNvPr id="2108" name="Google Shape;2108;p101"/>
          <p:cNvPicPr preferRelativeResize="0"/>
          <p:nvPr/>
        </p:nvPicPr>
        <p:blipFill>
          <a:blip r:embed="rId3">
            <a:alphaModFix/>
          </a:blip>
          <a:stretch>
            <a:fillRect/>
          </a:stretch>
        </p:blipFill>
        <p:spPr>
          <a:xfrm>
            <a:off x="1288808" y="4065550"/>
            <a:ext cx="396000" cy="4191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10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2" name="Shape 2112"/>
        <p:cNvGrpSpPr/>
        <p:nvPr/>
      </p:nvGrpSpPr>
      <p:grpSpPr>
        <a:xfrm>
          <a:off x="0" y="0"/>
          <a:ext cx="0" cy="0"/>
          <a:chOff x="0" y="0"/>
          <a:chExt cx="0" cy="0"/>
        </a:xfrm>
      </p:grpSpPr>
      <p:grpSp>
        <p:nvGrpSpPr>
          <p:cNvPr id="2113" name="Google Shape;2113;p102"/>
          <p:cNvGrpSpPr/>
          <p:nvPr/>
        </p:nvGrpSpPr>
        <p:grpSpPr>
          <a:xfrm flipH="1">
            <a:off x="4896628" y="1096786"/>
            <a:ext cx="1912959" cy="1397641"/>
            <a:chOff x="429064" y="1322646"/>
            <a:chExt cx="1101618" cy="804861"/>
          </a:xfrm>
        </p:grpSpPr>
        <p:sp>
          <p:nvSpPr>
            <p:cNvPr id="2114" name="Google Shape;2114;p102"/>
            <p:cNvSpPr/>
            <p:nvPr/>
          </p:nvSpPr>
          <p:spPr>
            <a:xfrm flipH="1">
              <a:off x="609576" y="1355404"/>
              <a:ext cx="918600" cy="585300"/>
            </a:xfrm>
            <a:prstGeom prst="rtTriangle">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115" name="Google Shape;2115;p102"/>
            <p:cNvSpPr/>
            <p:nvPr/>
          </p:nvSpPr>
          <p:spPr>
            <a:xfrm>
              <a:off x="1462282" y="1864992"/>
              <a:ext cx="68400" cy="684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116" name="Google Shape;2116;p102"/>
            <p:cNvSpPr/>
            <p:nvPr/>
          </p:nvSpPr>
          <p:spPr>
            <a:xfrm>
              <a:off x="429064" y="1754006"/>
              <a:ext cx="373500" cy="373500"/>
            </a:xfrm>
            <a:prstGeom prst="arc">
              <a:avLst>
                <a:gd fmla="val 19568997" name="adj1"/>
                <a:gd fmla="val 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117" name="Google Shape;2117;p102"/>
            <p:cNvCxnSpPr/>
            <p:nvPr/>
          </p:nvCxnSpPr>
          <p:spPr>
            <a:xfrm>
              <a:off x="614225" y="1993604"/>
              <a:ext cx="909300" cy="0"/>
            </a:xfrm>
            <a:prstGeom prst="straightConnector1">
              <a:avLst/>
            </a:prstGeom>
            <a:noFill/>
            <a:ln cap="flat" cmpd="sng" w="19050">
              <a:solidFill>
                <a:schemeClr val="dk1"/>
              </a:solidFill>
              <a:prstDash val="solid"/>
              <a:round/>
              <a:headEnd len="med" w="med" type="triangle"/>
              <a:tailEnd len="med" w="med" type="triangle"/>
            </a:ln>
          </p:spPr>
        </p:cxnSp>
        <p:cxnSp>
          <p:nvCxnSpPr>
            <p:cNvPr id="2118" name="Google Shape;2118;p102"/>
            <p:cNvCxnSpPr/>
            <p:nvPr/>
          </p:nvCxnSpPr>
          <p:spPr>
            <a:xfrm flipH="1" rot="10800000">
              <a:off x="580464" y="1322646"/>
              <a:ext cx="918600" cy="585300"/>
            </a:xfrm>
            <a:prstGeom prst="straightConnector1">
              <a:avLst/>
            </a:prstGeom>
            <a:noFill/>
            <a:ln cap="flat" cmpd="sng" w="19050">
              <a:solidFill>
                <a:schemeClr val="dk1"/>
              </a:solidFill>
              <a:prstDash val="solid"/>
              <a:round/>
              <a:headEnd len="med" w="med" type="triangle"/>
              <a:tailEnd len="med" w="med" type="triangle"/>
            </a:ln>
          </p:spPr>
        </p:cxnSp>
      </p:grpSp>
      <p:grpSp>
        <p:nvGrpSpPr>
          <p:cNvPr id="2119" name="Google Shape;2119;p102"/>
          <p:cNvGrpSpPr/>
          <p:nvPr/>
        </p:nvGrpSpPr>
        <p:grpSpPr>
          <a:xfrm>
            <a:off x="2248257" y="1311878"/>
            <a:ext cx="1427696" cy="1043100"/>
            <a:chOff x="429064" y="1322646"/>
            <a:chExt cx="1101618" cy="804861"/>
          </a:xfrm>
        </p:grpSpPr>
        <p:sp>
          <p:nvSpPr>
            <p:cNvPr id="2120" name="Google Shape;2120;p102"/>
            <p:cNvSpPr/>
            <p:nvPr/>
          </p:nvSpPr>
          <p:spPr>
            <a:xfrm flipH="1">
              <a:off x="609576" y="1355404"/>
              <a:ext cx="918600" cy="585300"/>
            </a:xfrm>
            <a:prstGeom prst="rtTriangle">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121" name="Google Shape;2121;p102"/>
            <p:cNvSpPr/>
            <p:nvPr/>
          </p:nvSpPr>
          <p:spPr>
            <a:xfrm>
              <a:off x="1462282" y="1864992"/>
              <a:ext cx="68400" cy="684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122" name="Google Shape;2122;p102"/>
            <p:cNvSpPr/>
            <p:nvPr/>
          </p:nvSpPr>
          <p:spPr>
            <a:xfrm>
              <a:off x="429064" y="1754006"/>
              <a:ext cx="373500" cy="373500"/>
            </a:xfrm>
            <a:prstGeom prst="arc">
              <a:avLst>
                <a:gd fmla="val 19568997" name="adj1"/>
                <a:gd fmla="val 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123" name="Google Shape;2123;p102"/>
            <p:cNvCxnSpPr/>
            <p:nvPr/>
          </p:nvCxnSpPr>
          <p:spPr>
            <a:xfrm>
              <a:off x="614225" y="1993604"/>
              <a:ext cx="909300" cy="0"/>
            </a:xfrm>
            <a:prstGeom prst="straightConnector1">
              <a:avLst/>
            </a:prstGeom>
            <a:noFill/>
            <a:ln cap="flat" cmpd="sng" w="19050">
              <a:solidFill>
                <a:schemeClr val="dk1"/>
              </a:solidFill>
              <a:prstDash val="solid"/>
              <a:round/>
              <a:headEnd len="med" w="med" type="triangle"/>
              <a:tailEnd len="med" w="med" type="triangle"/>
            </a:ln>
          </p:spPr>
        </p:cxnSp>
        <p:cxnSp>
          <p:nvCxnSpPr>
            <p:cNvPr id="2124" name="Google Shape;2124;p102"/>
            <p:cNvCxnSpPr/>
            <p:nvPr/>
          </p:nvCxnSpPr>
          <p:spPr>
            <a:xfrm flipH="1" rot="10800000">
              <a:off x="580464" y="1322646"/>
              <a:ext cx="918600" cy="585300"/>
            </a:xfrm>
            <a:prstGeom prst="straightConnector1">
              <a:avLst/>
            </a:prstGeom>
            <a:noFill/>
            <a:ln cap="flat" cmpd="sng" w="19050">
              <a:solidFill>
                <a:schemeClr val="dk1"/>
              </a:solidFill>
              <a:prstDash val="solid"/>
              <a:round/>
              <a:headEnd len="med" w="med" type="triangle"/>
              <a:tailEnd len="med" w="med" type="triangle"/>
            </a:ln>
          </p:spPr>
        </p:cxnSp>
      </p:grpSp>
      <p:sp>
        <p:nvSpPr>
          <p:cNvPr id="2125" name="Google Shape;2125;p102"/>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1) All lengths are given in cm. Find the values of the unknowns.</a:t>
            </a:r>
            <a:endParaRPr sz="1600"/>
          </a:p>
        </p:txBody>
      </p:sp>
      <p:sp>
        <p:nvSpPr>
          <p:cNvPr id="2126" name="Google Shape;2126;p102"/>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Finding missing lengths with similar triangles</a:t>
            </a:r>
            <a:endParaRPr/>
          </a:p>
        </p:txBody>
      </p:sp>
      <p:sp>
        <p:nvSpPr>
          <p:cNvPr id="2127" name="Google Shape;2127;p102"/>
          <p:cNvSpPr txBox="1"/>
          <p:nvPr>
            <p:ph idx="1" type="body"/>
          </p:nvPr>
        </p:nvSpPr>
        <p:spPr>
          <a:xfrm>
            <a:off x="1648627" y="1533451"/>
            <a:ext cx="4245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0.4</a:t>
            </a:r>
            <a:endParaRPr sz="1600"/>
          </a:p>
        </p:txBody>
      </p:sp>
      <p:sp>
        <p:nvSpPr>
          <p:cNvPr id="2128" name="Google Shape;2128;p102"/>
          <p:cNvSpPr txBox="1"/>
          <p:nvPr>
            <p:ph idx="1" type="body"/>
          </p:nvPr>
        </p:nvSpPr>
        <p:spPr>
          <a:xfrm>
            <a:off x="873804" y="1719865"/>
            <a:ext cx="4245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24°</a:t>
            </a:r>
            <a:endParaRPr sz="1600"/>
          </a:p>
        </p:txBody>
      </p:sp>
      <p:sp>
        <p:nvSpPr>
          <p:cNvPr id="2129" name="Google Shape;2129;p102"/>
          <p:cNvSpPr txBox="1"/>
          <p:nvPr>
            <p:ph idx="1" type="body"/>
          </p:nvPr>
        </p:nvSpPr>
        <p:spPr>
          <a:xfrm>
            <a:off x="941254" y="1999650"/>
            <a:ext cx="4245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0.9</a:t>
            </a:r>
            <a:endParaRPr sz="1600"/>
          </a:p>
        </p:txBody>
      </p:sp>
      <p:grpSp>
        <p:nvGrpSpPr>
          <p:cNvPr id="2130" name="Google Shape;2130;p102"/>
          <p:cNvGrpSpPr/>
          <p:nvPr/>
        </p:nvGrpSpPr>
        <p:grpSpPr>
          <a:xfrm>
            <a:off x="386400" y="1279700"/>
            <a:ext cx="1219946" cy="890351"/>
            <a:chOff x="386400" y="1279700"/>
            <a:chExt cx="1219946" cy="890351"/>
          </a:xfrm>
        </p:grpSpPr>
        <p:sp>
          <p:nvSpPr>
            <p:cNvPr id="2131" name="Google Shape;2131;p102"/>
            <p:cNvSpPr/>
            <p:nvPr/>
          </p:nvSpPr>
          <p:spPr>
            <a:xfrm flipH="1">
              <a:off x="612275" y="1355900"/>
              <a:ext cx="918600" cy="585300"/>
            </a:xfrm>
            <a:prstGeom prst="rtTriangle">
              <a:avLst/>
            </a:prstGeom>
            <a:solidFill>
              <a:srgbClr val="037B7D">
                <a:alpha val="42140"/>
              </a:srgbClr>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132" name="Google Shape;2132;p102"/>
            <p:cNvSpPr/>
            <p:nvPr/>
          </p:nvSpPr>
          <p:spPr>
            <a:xfrm>
              <a:off x="1422150" y="1820525"/>
              <a:ext cx="112800" cy="1128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133" name="Google Shape;2133;p102"/>
            <p:cNvSpPr/>
            <p:nvPr/>
          </p:nvSpPr>
          <p:spPr>
            <a:xfrm>
              <a:off x="386400" y="1711351"/>
              <a:ext cx="458700" cy="458700"/>
            </a:xfrm>
            <a:prstGeom prst="arc">
              <a:avLst>
                <a:gd fmla="val 19568997" name="adj1"/>
                <a:gd fmla="val 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134" name="Google Shape;2134;p102"/>
            <p:cNvCxnSpPr/>
            <p:nvPr/>
          </p:nvCxnSpPr>
          <p:spPr>
            <a:xfrm>
              <a:off x="614225" y="2022075"/>
              <a:ext cx="909300" cy="0"/>
            </a:xfrm>
            <a:prstGeom prst="straightConnector1">
              <a:avLst/>
            </a:prstGeom>
            <a:noFill/>
            <a:ln cap="flat" cmpd="sng" w="19050">
              <a:solidFill>
                <a:schemeClr val="dk1"/>
              </a:solidFill>
              <a:prstDash val="solid"/>
              <a:round/>
              <a:headEnd len="med" w="med" type="triangle"/>
              <a:tailEnd len="med" w="med" type="triangle"/>
            </a:ln>
          </p:spPr>
        </p:cxnSp>
        <p:cxnSp>
          <p:nvCxnSpPr>
            <p:cNvPr id="2135" name="Google Shape;2135;p102"/>
            <p:cNvCxnSpPr/>
            <p:nvPr/>
          </p:nvCxnSpPr>
          <p:spPr>
            <a:xfrm rot="10800000">
              <a:off x="1606346" y="1355100"/>
              <a:ext cx="0" cy="585600"/>
            </a:xfrm>
            <a:prstGeom prst="straightConnector1">
              <a:avLst/>
            </a:prstGeom>
            <a:noFill/>
            <a:ln cap="flat" cmpd="sng" w="19050">
              <a:solidFill>
                <a:schemeClr val="dk1"/>
              </a:solidFill>
              <a:prstDash val="solid"/>
              <a:round/>
              <a:headEnd len="med" w="med" type="triangle"/>
              <a:tailEnd len="med" w="med" type="triangle"/>
            </a:ln>
          </p:spPr>
        </p:cxnSp>
        <p:cxnSp>
          <p:nvCxnSpPr>
            <p:cNvPr id="2136" name="Google Shape;2136;p102"/>
            <p:cNvCxnSpPr/>
            <p:nvPr/>
          </p:nvCxnSpPr>
          <p:spPr>
            <a:xfrm flipH="1" rot="10800000">
              <a:off x="536075" y="1279700"/>
              <a:ext cx="918600" cy="585300"/>
            </a:xfrm>
            <a:prstGeom prst="straightConnector1">
              <a:avLst/>
            </a:prstGeom>
            <a:noFill/>
            <a:ln cap="flat" cmpd="sng" w="19050">
              <a:solidFill>
                <a:schemeClr val="dk1"/>
              </a:solidFill>
              <a:prstDash val="solid"/>
              <a:round/>
              <a:headEnd len="med" w="med" type="triangle"/>
              <a:tailEnd len="med" w="med" type="triangle"/>
            </a:ln>
          </p:spPr>
        </p:cxnSp>
      </p:grpSp>
      <p:sp>
        <p:nvSpPr>
          <p:cNvPr id="2137" name="Google Shape;2137;p102"/>
          <p:cNvSpPr txBox="1"/>
          <p:nvPr>
            <p:ph idx="1" type="body"/>
          </p:nvPr>
        </p:nvSpPr>
        <p:spPr>
          <a:xfrm>
            <a:off x="874651" y="1349839"/>
            <a:ext cx="4245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1</a:t>
            </a:r>
            <a:endParaRPr sz="1600"/>
          </a:p>
        </p:txBody>
      </p:sp>
      <p:grpSp>
        <p:nvGrpSpPr>
          <p:cNvPr id="2138" name="Google Shape;2138;p102"/>
          <p:cNvGrpSpPr/>
          <p:nvPr/>
        </p:nvGrpSpPr>
        <p:grpSpPr>
          <a:xfrm rot="-5400000">
            <a:off x="225699" y="3302719"/>
            <a:ext cx="1702750" cy="1283141"/>
            <a:chOff x="343131" y="1318134"/>
            <a:chExt cx="1187744" cy="895048"/>
          </a:xfrm>
        </p:grpSpPr>
        <p:sp>
          <p:nvSpPr>
            <p:cNvPr id="2139" name="Google Shape;2139;p102"/>
            <p:cNvSpPr/>
            <p:nvPr/>
          </p:nvSpPr>
          <p:spPr>
            <a:xfrm flipH="1">
              <a:off x="612275" y="1355900"/>
              <a:ext cx="918600" cy="585300"/>
            </a:xfrm>
            <a:prstGeom prst="rtTriangle">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140" name="Google Shape;2140;p102"/>
            <p:cNvSpPr/>
            <p:nvPr/>
          </p:nvSpPr>
          <p:spPr>
            <a:xfrm>
              <a:off x="1466225" y="1872948"/>
              <a:ext cx="60300" cy="603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141" name="Google Shape;2141;p102"/>
            <p:cNvSpPr/>
            <p:nvPr/>
          </p:nvSpPr>
          <p:spPr>
            <a:xfrm>
              <a:off x="343131" y="1668081"/>
              <a:ext cx="545100" cy="545100"/>
            </a:xfrm>
            <a:prstGeom prst="arc">
              <a:avLst>
                <a:gd fmla="val 19568997" name="adj1"/>
                <a:gd fmla="val 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142" name="Google Shape;2142;p102"/>
            <p:cNvCxnSpPr/>
            <p:nvPr/>
          </p:nvCxnSpPr>
          <p:spPr>
            <a:xfrm>
              <a:off x="614225" y="1987819"/>
              <a:ext cx="909300" cy="0"/>
            </a:xfrm>
            <a:prstGeom prst="straightConnector1">
              <a:avLst/>
            </a:prstGeom>
            <a:noFill/>
            <a:ln cap="flat" cmpd="sng" w="19050">
              <a:solidFill>
                <a:schemeClr val="dk1"/>
              </a:solidFill>
              <a:prstDash val="solid"/>
              <a:round/>
              <a:headEnd len="med" w="med" type="triangle"/>
              <a:tailEnd len="med" w="med" type="triangle"/>
            </a:ln>
          </p:spPr>
        </p:cxnSp>
        <p:cxnSp>
          <p:nvCxnSpPr>
            <p:cNvPr id="2143" name="Google Shape;2143;p102"/>
            <p:cNvCxnSpPr/>
            <p:nvPr/>
          </p:nvCxnSpPr>
          <p:spPr>
            <a:xfrm flipH="1" rot="10800000">
              <a:off x="578686" y="1318134"/>
              <a:ext cx="918600" cy="585300"/>
            </a:xfrm>
            <a:prstGeom prst="straightConnector1">
              <a:avLst/>
            </a:prstGeom>
            <a:noFill/>
            <a:ln cap="flat" cmpd="sng" w="19050">
              <a:solidFill>
                <a:schemeClr val="dk1"/>
              </a:solidFill>
              <a:prstDash val="solid"/>
              <a:round/>
              <a:headEnd len="med" w="med" type="triangle"/>
              <a:tailEnd len="med" w="med" type="triangle"/>
            </a:ln>
          </p:spPr>
        </p:cxnSp>
      </p:grpSp>
      <p:grpSp>
        <p:nvGrpSpPr>
          <p:cNvPr id="2144" name="Google Shape;2144;p102"/>
          <p:cNvGrpSpPr/>
          <p:nvPr/>
        </p:nvGrpSpPr>
        <p:grpSpPr>
          <a:xfrm flipH="1" rot="8899297">
            <a:off x="1707740" y="3459646"/>
            <a:ext cx="1864417" cy="1360522"/>
            <a:chOff x="461036" y="1314352"/>
            <a:chExt cx="1070171" cy="780937"/>
          </a:xfrm>
        </p:grpSpPr>
        <p:sp>
          <p:nvSpPr>
            <p:cNvPr id="2145" name="Google Shape;2145;p102"/>
            <p:cNvSpPr/>
            <p:nvPr/>
          </p:nvSpPr>
          <p:spPr>
            <a:xfrm flipH="1">
              <a:off x="612275" y="1355900"/>
              <a:ext cx="918600" cy="585300"/>
            </a:xfrm>
            <a:prstGeom prst="rtTriangle">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146" name="Google Shape;2146;p102"/>
            <p:cNvSpPr/>
            <p:nvPr/>
          </p:nvSpPr>
          <p:spPr>
            <a:xfrm>
              <a:off x="1472408" y="1883156"/>
              <a:ext cx="58800" cy="588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147" name="Google Shape;2147;p102"/>
            <p:cNvSpPr/>
            <p:nvPr/>
          </p:nvSpPr>
          <p:spPr>
            <a:xfrm>
              <a:off x="461036" y="1785989"/>
              <a:ext cx="309300" cy="309300"/>
            </a:xfrm>
            <a:prstGeom prst="arc">
              <a:avLst>
                <a:gd fmla="val 19568997" name="adj1"/>
                <a:gd fmla="val 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148" name="Google Shape;2148;p102"/>
            <p:cNvCxnSpPr/>
            <p:nvPr/>
          </p:nvCxnSpPr>
          <p:spPr>
            <a:xfrm>
              <a:off x="614687" y="1977070"/>
              <a:ext cx="909300" cy="0"/>
            </a:xfrm>
            <a:prstGeom prst="straightConnector1">
              <a:avLst/>
            </a:prstGeom>
            <a:noFill/>
            <a:ln cap="flat" cmpd="sng" w="19050">
              <a:solidFill>
                <a:schemeClr val="dk1"/>
              </a:solidFill>
              <a:prstDash val="solid"/>
              <a:round/>
              <a:headEnd len="med" w="med" type="triangle"/>
              <a:tailEnd len="med" w="med" type="triangle"/>
            </a:ln>
          </p:spPr>
        </p:cxnSp>
        <p:cxnSp>
          <p:nvCxnSpPr>
            <p:cNvPr id="2149" name="Google Shape;2149;p102"/>
            <p:cNvCxnSpPr/>
            <p:nvPr/>
          </p:nvCxnSpPr>
          <p:spPr>
            <a:xfrm flipH="1" rot="10800000">
              <a:off x="589978" y="1314352"/>
              <a:ext cx="918600" cy="585300"/>
            </a:xfrm>
            <a:prstGeom prst="straightConnector1">
              <a:avLst/>
            </a:prstGeom>
            <a:noFill/>
            <a:ln cap="flat" cmpd="sng" w="19050">
              <a:solidFill>
                <a:schemeClr val="dk1"/>
              </a:solidFill>
              <a:prstDash val="solid"/>
              <a:round/>
              <a:headEnd len="med" w="med" type="triangle"/>
              <a:tailEnd len="med" w="med" type="triangle"/>
            </a:ln>
          </p:spPr>
        </p:cxnSp>
      </p:grpSp>
      <p:grpSp>
        <p:nvGrpSpPr>
          <p:cNvPr id="2150" name="Google Shape;2150;p102"/>
          <p:cNvGrpSpPr/>
          <p:nvPr/>
        </p:nvGrpSpPr>
        <p:grpSpPr>
          <a:xfrm flipH="1" rot="-9574437">
            <a:off x="3677819" y="2940276"/>
            <a:ext cx="2081351" cy="1489444"/>
            <a:chOff x="443699" y="1306209"/>
            <a:chExt cx="1127056" cy="806537"/>
          </a:xfrm>
        </p:grpSpPr>
        <p:sp>
          <p:nvSpPr>
            <p:cNvPr id="2151" name="Google Shape;2151;p102"/>
            <p:cNvSpPr/>
            <p:nvPr/>
          </p:nvSpPr>
          <p:spPr>
            <a:xfrm flipH="1">
              <a:off x="612275" y="1355900"/>
              <a:ext cx="918600" cy="585300"/>
            </a:xfrm>
            <a:prstGeom prst="rtTriangle">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152" name="Google Shape;2152;p102"/>
            <p:cNvSpPr/>
            <p:nvPr/>
          </p:nvSpPr>
          <p:spPr>
            <a:xfrm>
              <a:off x="1460300" y="1858674"/>
              <a:ext cx="74700" cy="747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153" name="Google Shape;2153;p102"/>
            <p:cNvSpPr/>
            <p:nvPr/>
          </p:nvSpPr>
          <p:spPr>
            <a:xfrm>
              <a:off x="443699" y="1768646"/>
              <a:ext cx="344100" cy="344100"/>
            </a:xfrm>
            <a:prstGeom prst="arc">
              <a:avLst>
                <a:gd fmla="val 19568997" name="adj1"/>
                <a:gd fmla="val 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154" name="Google Shape;2154;p102"/>
            <p:cNvCxnSpPr/>
            <p:nvPr/>
          </p:nvCxnSpPr>
          <p:spPr>
            <a:xfrm rot="10800000">
              <a:off x="1570755" y="1341845"/>
              <a:ext cx="0" cy="585600"/>
            </a:xfrm>
            <a:prstGeom prst="straightConnector1">
              <a:avLst/>
            </a:prstGeom>
            <a:noFill/>
            <a:ln cap="flat" cmpd="sng" w="19050">
              <a:solidFill>
                <a:schemeClr val="dk1"/>
              </a:solidFill>
              <a:prstDash val="solid"/>
              <a:round/>
              <a:headEnd len="med" w="med" type="triangle"/>
              <a:tailEnd len="med" w="med" type="triangle"/>
            </a:ln>
          </p:spPr>
        </p:cxnSp>
        <p:cxnSp>
          <p:nvCxnSpPr>
            <p:cNvPr id="2155" name="Google Shape;2155;p102"/>
            <p:cNvCxnSpPr/>
            <p:nvPr/>
          </p:nvCxnSpPr>
          <p:spPr>
            <a:xfrm flipH="1" rot="10800000">
              <a:off x="607258" y="1306209"/>
              <a:ext cx="918600" cy="585300"/>
            </a:xfrm>
            <a:prstGeom prst="straightConnector1">
              <a:avLst/>
            </a:prstGeom>
            <a:noFill/>
            <a:ln cap="flat" cmpd="sng" w="19050">
              <a:solidFill>
                <a:schemeClr val="dk1"/>
              </a:solidFill>
              <a:prstDash val="solid"/>
              <a:round/>
              <a:headEnd len="med" w="med" type="triangle"/>
              <a:tailEnd len="med" w="med" type="triangle"/>
            </a:ln>
          </p:spPr>
        </p:cxnSp>
      </p:grpSp>
      <p:sp>
        <p:nvSpPr>
          <p:cNvPr id="2156" name="Google Shape;2156;p102"/>
          <p:cNvSpPr txBox="1"/>
          <p:nvPr>
            <p:ph idx="1" type="body"/>
          </p:nvPr>
        </p:nvSpPr>
        <p:spPr>
          <a:xfrm>
            <a:off x="2783807" y="1879221"/>
            <a:ext cx="386400" cy="182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24°</a:t>
            </a:r>
            <a:endParaRPr sz="1600"/>
          </a:p>
        </p:txBody>
      </p:sp>
      <p:sp>
        <p:nvSpPr>
          <p:cNvPr id="2157" name="Google Shape;2157;p102"/>
          <p:cNvSpPr txBox="1"/>
          <p:nvPr>
            <p:ph idx="1" type="body"/>
          </p:nvPr>
        </p:nvSpPr>
        <p:spPr>
          <a:xfrm>
            <a:off x="3036658" y="2131769"/>
            <a:ext cx="424500" cy="214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1800">
                <a:latin typeface="Times New Roman"/>
                <a:ea typeface="Times New Roman"/>
                <a:cs typeface="Times New Roman"/>
                <a:sym typeface="Times New Roman"/>
              </a:rPr>
              <a:t>a</a:t>
            </a:r>
            <a:endParaRPr i="1" sz="1800">
              <a:latin typeface="Times New Roman"/>
              <a:ea typeface="Times New Roman"/>
              <a:cs typeface="Times New Roman"/>
              <a:sym typeface="Times New Roman"/>
            </a:endParaRPr>
          </a:p>
        </p:txBody>
      </p:sp>
      <p:sp>
        <p:nvSpPr>
          <p:cNvPr id="2158" name="Google Shape;2158;p102"/>
          <p:cNvSpPr txBox="1"/>
          <p:nvPr>
            <p:ph idx="1" type="body"/>
          </p:nvPr>
        </p:nvSpPr>
        <p:spPr>
          <a:xfrm>
            <a:off x="2810777" y="1460275"/>
            <a:ext cx="348000" cy="182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1.5</a:t>
            </a:r>
            <a:endParaRPr sz="1600"/>
          </a:p>
        </p:txBody>
      </p:sp>
      <p:sp>
        <p:nvSpPr>
          <p:cNvPr id="2159" name="Google Shape;2159;p102"/>
          <p:cNvSpPr txBox="1"/>
          <p:nvPr>
            <p:ph idx="1" type="body"/>
          </p:nvPr>
        </p:nvSpPr>
        <p:spPr>
          <a:xfrm flipH="1">
            <a:off x="5824843" y="1928888"/>
            <a:ext cx="364800" cy="244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24°</a:t>
            </a:r>
            <a:endParaRPr sz="1600"/>
          </a:p>
        </p:txBody>
      </p:sp>
      <p:sp>
        <p:nvSpPr>
          <p:cNvPr id="2160" name="Google Shape;2160;p102"/>
          <p:cNvSpPr txBox="1"/>
          <p:nvPr>
            <p:ph idx="1" type="body"/>
          </p:nvPr>
        </p:nvSpPr>
        <p:spPr>
          <a:xfrm flipH="1">
            <a:off x="5712665" y="1345650"/>
            <a:ext cx="184500" cy="287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2</a:t>
            </a:r>
            <a:endParaRPr sz="1600"/>
          </a:p>
        </p:txBody>
      </p:sp>
      <p:sp>
        <p:nvSpPr>
          <p:cNvPr id="2161" name="Google Shape;2161;p102"/>
          <p:cNvSpPr txBox="1"/>
          <p:nvPr>
            <p:ph idx="1" type="body"/>
          </p:nvPr>
        </p:nvSpPr>
        <p:spPr>
          <a:xfrm flipH="1">
            <a:off x="5567392" y="2223201"/>
            <a:ext cx="323100" cy="244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1800">
                <a:latin typeface="Times New Roman"/>
                <a:ea typeface="Times New Roman"/>
                <a:cs typeface="Times New Roman"/>
                <a:sym typeface="Times New Roman"/>
              </a:rPr>
              <a:t>c</a:t>
            </a:r>
            <a:endParaRPr i="1" sz="1800">
              <a:latin typeface="Times New Roman"/>
              <a:ea typeface="Times New Roman"/>
              <a:cs typeface="Times New Roman"/>
              <a:sym typeface="Times New Roman"/>
            </a:endParaRPr>
          </a:p>
        </p:txBody>
      </p:sp>
      <p:cxnSp>
        <p:nvCxnSpPr>
          <p:cNvPr id="2162" name="Google Shape;2162;p102"/>
          <p:cNvCxnSpPr/>
          <p:nvPr/>
        </p:nvCxnSpPr>
        <p:spPr>
          <a:xfrm rot="10800000">
            <a:off x="3761364" y="1387765"/>
            <a:ext cx="0" cy="729600"/>
          </a:xfrm>
          <a:prstGeom prst="straightConnector1">
            <a:avLst/>
          </a:prstGeom>
          <a:noFill/>
          <a:ln cap="flat" cmpd="sng" w="19050">
            <a:solidFill>
              <a:schemeClr val="dk1"/>
            </a:solidFill>
            <a:prstDash val="solid"/>
            <a:round/>
            <a:headEnd len="med" w="med" type="triangle"/>
            <a:tailEnd len="med" w="med" type="triangle"/>
          </a:ln>
        </p:spPr>
      </p:cxnSp>
      <p:sp>
        <p:nvSpPr>
          <p:cNvPr id="2163" name="Google Shape;2163;p102"/>
          <p:cNvSpPr txBox="1"/>
          <p:nvPr>
            <p:ph idx="1" type="body"/>
          </p:nvPr>
        </p:nvSpPr>
        <p:spPr>
          <a:xfrm>
            <a:off x="3808279" y="1636084"/>
            <a:ext cx="424500" cy="214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1800">
                <a:latin typeface="Times New Roman"/>
                <a:ea typeface="Times New Roman"/>
                <a:cs typeface="Times New Roman"/>
                <a:sym typeface="Times New Roman"/>
              </a:rPr>
              <a:t>b</a:t>
            </a:r>
            <a:endParaRPr i="1" sz="1800">
              <a:latin typeface="Times New Roman"/>
              <a:ea typeface="Times New Roman"/>
              <a:cs typeface="Times New Roman"/>
              <a:sym typeface="Times New Roman"/>
            </a:endParaRPr>
          </a:p>
        </p:txBody>
      </p:sp>
      <p:grpSp>
        <p:nvGrpSpPr>
          <p:cNvPr id="2164" name="Google Shape;2164;p102"/>
          <p:cNvGrpSpPr/>
          <p:nvPr/>
        </p:nvGrpSpPr>
        <p:grpSpPr>
          <a:xfrm flipH="1" rot="10800000">
            <a:off x="6373311" y="944427"/>
            <a:ext cx="2232185" cy="1564718"/>
            <a:chOff x="438513" y="1315237"/>
            <a:chExt cx="1145298" cy="802831"/>
          </a:xfrm>
        </p:grpSpPr>
        <p:sp>
          <p:nvSpPr>
            <p:cNvPr id="2165" name="Google Shape;2165;p102"/>
            <p:cNvSpPr/>
            <p:nvPr/>
          </p:nvSpPr>
          <p:spPr>
            <a:xfrm flipH="1">
              <a:off x="612275" y="1355900"/>
              <a:ext cx="918600" cy="585300"/>
            </a:xfrm>
            <a:prstGeom prst="rtTriangle">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166" name="Google Shape;2166;p102"/>
            <p:cNvSpPr/>
            <p:nvPr/>
          </p:nvSpPr>
          <p:spPr>
            <a:xfrm>
              <a:off x="1457632" y="1866886"/>
              <a:ext cx="73800" cy="738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167" name="Google Shape;2167;p102"/>
            <p:cNvSpPr/>
            <p:nvPr/>
          </p:nvSpPr>
          <p:spPr>
            <a:xfrm>
              <a:off x="438513" y="1763468"/>
              <a:ext cx="354600" cy="354600"/>
            </a:xfrm>
            <a:prstGeom prst="arc">
              <a:avLst>
                <a:gd fmla="val 19568997" name="adj1"/>
                <a:gd fmla="val 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168" name="Google Shape;2168;p102"/>
            <p:cNvCxnSpPr/>
            <p:nvPr/>
          </p:nvCxnSpPr>
          <p:spPr>
            <a:xfrm flipH="1" rot="10800000">
              <a:off x="584613" y="1315237"/>
              <a:ext cx="918600" cy="585300"/>
            </a:xfrm>
            <a:prstGeom prst="straightConnector1">
              <a:avLst/>
            </a:prstGeom>
            <a:noFill/>
            <a:ln cap="flat" cmpd="sng" w="19050">
              <a:solidFill>
                <a:schemeClr val="dk1"/>
              </a:solidFill>
              <a:prstDash val="solid"/>
              <a:round/>
              <a:headEnd len="med" w="med" type="triangle"/>
              <a:tailEnd len="med" w="med" type="triangle"/>
            </a:ln>
          </p:spPr>
        </p:cxnSp>
        <p:cxnSp>
          <p:nvCxnSpPr>
            <p:cNvPr id="2169" name="Google Shape;2169;p102"/>
            <p:cNvCxnSpPr/>
            <p:nvPr/>
          </p:nvCxnSpPr>
          <p:spPr>
            <a:xfrm rot="10800000">
              <a:off x="1583811" y="1355100"/>
              <a:ext cx="0" cy="585600"/>
            </a:xfrm>
            <a:prstGeom prst="straightConnector1">
              <a:avLst/>
            </a:prstGeom>
            <a:noFill/>
            <a:ln cap="flat" cmpd="sng" w="19050">
              <a:solidFill>
                <a:schemeClr val="dk1"/>
              </a:solidFill>
              <a:prstDash val="solid"/>
              <a:round/>
              <a:headEnd len="med" w="med" type="triangle"/>
              <a:tailEnd len="med" w="med" type="triangle"/>
            </a:ln>
          </p:spPr>
        </p:cxnSp>
      </p:grpSp>
      <p:sp>
        <p:nvSpPr>
          <p:cNvPr id="2170" name="Google Shape;2170;p102"/>
          <p:cNvSpPr txBox="1"/>
          <p:nvPr>
            <p:ph idx="1" type="body"/>
          </p:nvPr>
        </p:nvSpPr>
        <p:spPr>
          <a:xfrm flipH="1">
            <a:off x="7317242" y="1955348"/>
            <a:ext cx="498900" cy="287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2.5</a:t>
            </a:r>
            <a:endParaRPr sz="1600"/>
          </a:p>
        </p:txBody>
      </p:sp>
      <p:sp>
        <p:nvSpPr>
          <p:cNvPr id="2171" name="Google Shape;2171;p102"/>
          <p:cNvSpPr txBox="1"/>
          <p:nvPr>
            <p:ph idx="1" type="body"/>
          </p:nvPr>
        </p:nvSpPr>
        <p:spPr>
          <a:xfrm flipH="1">
            <a:off x="4638024" y="1537401"/>
            <a:ext cx="323100" cy="244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1800">
                <a:latin typeface="Times New Roman"/>
                <a:ea typeface="Times New Roman"/>
                <a:cs typeface="Times New Roman"/>
                <a:sym typeface="Times New Roman"/>
              </a:rPr>
              <a:t>d</a:t>
            </a:r>
            <a:endParaRPr i="1" sz="1800">
              <a:latin typeface="Times New Roman"/>
              <a:ea typeface="Times New Roman"/>
              <a:cs typeface="Times New Roman"/>
              <a:sym typeface="Times New Roman"/>
            </a:endParaRPr>
          </a:p>
        </p:txBody>
      </p:sp>
      <p:sp>
        <p:nvSpPr>
          <p:cNvPr id="2172" name="Google Shape;2172;p102"/>
          <p:cNvSpPr txBox="1"/>
          <p:nvPr>
            <p:ph idx="1" type="body"/>
          </p:nvPr>
        </p:nvSpPr>
        <p:spPr>
          <a:xfrm flipH="1">
            <a:off x="7079422" y="1285270"/>
            <a:ext cx="364800" cy="244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24°</a:t>
            </a:r>
            <a:endParaRPr sz="1600"/>
          </a:p>
        </p:txBody>
      </p:sp>
      <p:cxnSp>
        <p:nvCxnSpPr>
          <p:cNvPr id="2173" name="Google Shape;2173;p102"/>
          <p:cNvCxnSpPr/>
          <p:nvPr/>
        </p:nvCxnSpPr>
        <p:spPr>
          <a:xfrm>
            <a:off x="4799768" y="1149400"/>
            <a:ext cx="0" cy="1023600"/>
          </a:xfrm>
          <a:prstGeom prst="straightConnector1">
            <a:avLst/>
          </a:prstGeom>
          <a:noFill/>
          <a:ln cap="flat" cmpd="sng" w="19050">
            <a:solidFill>
              <a:schemeClr val="dk1"/>
            </a:solidFill>
            <a:prstDash val="solid"/>
            <a:round/>
            <a:headEnd len="med" w="med" type="triangle"/>
            <a:tailEnd len="med" w="med" type="triangle"/>
          </a:ln>
        </p:spPr>
      </p:cxnSp>
      <p:sp>
        <p:nvSpPr>
          <p:cNvPr id="2174" name="Google Shape;2174;p102"/>
          <p:cNvSpPr txBox="1"/>
          <p:nvPr>
            <p:ph idx="1" type="body"/>
          </p:nvPr>
        </p:nvSpPr>
        <p:spPr>
          <a:xfrm flipH="1">
            <a:off x="8649410" y="1669390"/>
            <a:ext cx="323100" cy="244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1800">
                <a:latin typeface="Times New Roman"/>
                <a:ea typeface="Times New Roman"/>
                <a:cs typeface="Times New Roman"/>
                <a:sym typeface="Times New Roman"/>
              </a:rPr>
              <a:t>e</a:t>
            </a:r>
            <a:endParaRPr i="1" sz="1800">
              <a:latin typeface="Times New Roman"/>
              <a:ea typeface="Times New Roman"/>
              <a:cs typeface="Times New Roman"/>
              <a:sym typeface="Times New Roman"/>
            </a:endParaRPr>
          </a:p>
        </p:txBody>
      </p:sp>
      <p:sp>
        <p:nvSpPr>
          <p:cNvPr id="2175" name="Google Shape;2175;p102"/>
          <p:cNvSpPr txBox="1"/>
          <p:nvPr>
            <p:ph idx="1" type="body"/>
          </p:nvPr>
        </p:nvSpPr>
        <p:spPr>
          <a:xfrm flipH="1">
            <a:off x="539994" y="3722580"/>
            <a:ext cx="286500" cy="253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1.8</a:t>
            </a:r>
            <a:endParaRPr sz="1600"/>
          </a:p>
        </p:txBody>
      </p:sp>
      <p:sp>
        <p:nvSpPr>
          <p:cNvPr id="2176" name="Google Shape;2176;p102"/>
          <p:cNvSpPr txBox="1"/>
          <p:nvPr>
            <p:ph idx="1" type="body"/>
          </p:nvPr>
        </p:nvSpPr>
        <p:spPr>
          <a:xfrm flipH="1">
            <a:off x="1477252" y="3579248"/>
            <a:ext cx="284400" cy="214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1800">
                <a:latin typeface="Times New Roman"/>
                <a:ea typeface="Times New Roman"/>
                <a:cs typeface="Times New Roman"/>
                <a:sym typeface="Times New Roman"/>
              </a:rPr>
              <a:t>f</a:t>
            </a:r>
            <a:endParaRPr i="1" sz="1800">
              <a:latin typeface="Times New Roman"/>
              <a:ea typeface="Times New Roman"/>
              <a:cs typeface="Times New Roman"/>
              <a:sym typeface="Times New Roman"/>
            </a:endParaRPr>
          </a:p>
        </p:txBody>
      </p:sp>
      <p:sp>
        <p:nvSpPr>
          <p:cNvPr id="2177" name="Google Shape;2177;p102"/>
          <p:cNvSpPr txBox="1"/>
          <p:nvPr>
            <p:ph idx="1" type="body"/>
          </p:nvPr>
        </p:nvSpPr>
        <p:spPr>
          <a:xfrm>
            <a:off x="990025" y="3687466"/>
            <a:ext cx="390900" cy="143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24°</a:t>
            </a:r>
            <a:endParaRPr sz="1600"/>
          </a:p>
        </p:txBody>
      </p:sp>
      <p:sp>
        <p:nvSpPr>
          <p:cNvPr id="2178" name="Google Shape;2178;p102"/>
          <p:cNvSpPr txBox="1"/>
          <p:nvPr>
            <p:ph idx="1" type="body"/>
          </p:nvPr>
        </p:nvSpPr>
        <p:spPr>
          <a:xfrm flipH="1">
            <a:off x="2798201" y="4168495"/>
            <a:ext cx="265500" cy="200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1800">
                <a:latin typeface="Times New Roman"/>
                <a:ea typeface="Times New Roman"/>
                <a:cs typeface="Times New Roman"/>
                <a:sym typeface="Times New Roman"/>
              </a:rPr>
              <a:t>g</a:t>
            </a:r>
            <a:endParaRPr i="1" sz="1800">
              <a:latin typeface="Times New Roman"/>
              <a:ea typeface="Times New Roman"/>
              <a:cs typeface="Times New Roman"/>
              <a:sym typeface="Times New Roman"/>
            </a:endParaRPr>
          </a:p>
        </p:txBody>
      </p:sp>
      <p:sp>
        <p:nvSpPr>
          <p:cNvPr id="2179" name="Google Shape;2179;p102"/>
          <p:cNvSpPr txBox="1"/>
          <p:nvPr>
            <p:ph idx="1" type="body"/>
          </p:nvPr>
        </p:nvSpPr>
        <p:spPr>
          <a:xfrm flipH="1">
            <a:off x="2261219" y="3471724"/>
            <a:ext cx="267300" cy="236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1.8</a:t>
            </a:r>
            <a:endParaRPr sz="1600"/>
          </a:p>
        </p:txBody>
      </p:sp>
      <p:sp>
        <p:nvSpPr>
          <p:cNvPr id="2180" name="Google Shape;2180;p102"/>
          <p:cNvSpPr txBox="1"/>
          <p:nvPr>
            <p:ph idx="1" type="body"/>
          </p:nvPr>
        </p:nvSpPr>
        <p:spPr>
          <a:xfrm flipH="1">
            <a:off x="5664504" y="4098744"/>
            <a:ext cx="311400" cy="275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1.8</a:t>
            </a:r>
            <a:endParaRPr sz="1600"/>
          </a:p>
        </p:txBody>
      </p:sp>
      <p:sp>
        <p:nvSpPr>
          <p:cNvPr id="2181" name="Google Shape;2181;p102"/>
          <p:cNvSpPr txBox="1"/>
          <p:nvPr>
            <p:ph idx="1" type="body"/>
          </p:nvPr>
        </p:nvSpPr>
        <p:spPr>
          <a:xfrm flipH="1">
            <a:off x="4467681" y="3207829"/>
            <a:ext cx="424500" cy="224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24°</a:t>
            </a:r>
            <a:endParaRPr sz="1600"/>
          </a:p>
        </p:txBody>
      </p:sp>
      <p:sp>
        <p:nvSpPr>
          <p:cNvPr id="2182" name="Google Shape;2182;p102"/>
          <p:cNvSpPr txBox="1"/>
          <p:nvPr>
            <p:ph idx="1" type="body"/>
          </p:nvPr>
        </p:nvSpPr>
        <p:spPr>
          <a:xfrm flipH="1">
            <a:off x="2138300" y="3916657"/>
            <a:ext cx="459300" cy="209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24°</a:t>
            </a:r>
            <a:endParaRPr sz="1600"/>
          </a:p>
        </p:txBody>
      </p:sp>
      <p:sp>
        <p:nvSpPr>
          <p:cNvPr id="2183" name="Google Shape;2183;p102"/>
          <p:cNvSpPr txBox="1"/>
          <p:nvPr>
            <p:ph idx="1" type="body"/>
          </p:nvPr>
        </p:nvSpPr>
        <p:spPr>
          <a:xfrm flipH="1">
            <a:off x="4594116" y="3893340"/>
            <a:ext cx="284400" cy="214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1800">
                <a:latin typeface="Times New Roman"/>
                <a:ea typeface="Times New Roman"/>
                <a:cs typeface="Times New Roman"/>
                <a:sym typeface="Times New Roman"/>
              </a:rPr>
              <a:t>h</a:t>
            </a:r>
            <a:endParaRPr i="1" sz="1800">
              <a:latin typeface="Times New Roman"/>
              <a:ea typeface="Times New Roman"/>
              <a:cs typeface="Times New Roman"/>
              <a:sym typeface="Times New Roman"/>
            </a:endParaRPr>
          </a:p>
        </p:txBody>
      </p:sp>
      <p:grpSp>
        <p:nvGrpSpPr>
          <p:cNvPr id="2184" name="Google Shape;2184;p102"/>
          <p:cNvGrpSpPr/>
          <p:nvPr/>
        </p:nvGrpSpPr>
        <p:grpSpPr>
          <a:xfrm rot="-6853689">
            <a:off x="6538714" y="3401742"/>
            <a:ext cx="2232148" cy="1564692"/>
            <a:chOff x="438513" y="1315237"/>
            <a:chExt cx="1145298" cy="802831"/>
          </a:xfrm>
        </p:grpSpPr>
        <p:sp>
          <p:nvSpPr>
            <p:cNvPr id="2185" name="Google Shape;2185;p102"/>
            <p:cNvSpPr/>
            <p:nvPr/>
          </p:nvSpPr>
          <p:spPr>
            <a:xfrm flipH="1">
              <a:off x="612275" y="1355900"/>
              <a:ext cx="918600" cy="585300"/>
            </a:xfrm>
            <a:prstGeom prst="rtTriangle">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186" name="Google Shape;2186;p102"/>
            <p:cNvSpPr/>
            <p:nvPr/>
          </p:nvSpPr>
          <p:spPr>
            <a:xfrm>
              <a:off x="1457632" y="1866886"/>
              <a:ext cx="73800" cy="738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187" name="Google Shape;2187;p102"/>
            <p:cNvSpPr/>
            <p:nvPr/>
          </p:nvSpPr>
          <p:spPr>
            <a:xfrm>
              <a:off x="438513" y="1763468"/>
              <a:ext cx="354600" cy="354600"/>
            </a:xfrm>
            <a:prstGeom prst="arc">
              <a:avLst>
                <a:gd fmla="val 19568997" name="adj1"/>
                <a:gd fmla="val 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188" name="Google Shape;2188;p102"/>
            <p:cNvCxnSpPr/>
            <p:nvPr/>
          </p:nvCxnSpPr>
          <p:spPr>
            <a:xfrm flipH="1" rot="10800000">
              <a:off x="584613" y="1315237"/>
              <a:ext cx="918600" cy="585300"/>
            </a:xfrm>
            <a:prstGeom prst="straightConnector1">
              <a:avLst/>
            </a:prstGeom>
            <a:noFill/>
            <a:ln cap="flat" cmpd="sng" w="19050">
              <a:solidFill>
                <a:schemeClr val="dk1"/>
              </a:solidFill>
              <a:prstDash val="solid"/>
              <a:round/>
              <a:headEnd len="med" w="med" type="triangle"/>
              <a:tailEnd len="med" w="med" type="triangle"/>
            </a:ln>
          </p:spPr>
        </p:cxnSp>
        <p:cxnSp>
          <p:nvCxnSpPr>
            <p:cNvPr id="2189" name="Google Shape;2189;p102"/>
            <p:cNvCxnSpPr/>
            <p:nvPr/>
          </p:nvCxnSpPr>
          <p:spPr>
            <a:xfrm rot="10800000">
              <a:off x="1583811" y="1355100"/>
              <a:ext cx="0" cy="585600"/>
            </a:xfrm>
            <a:prstGeom prst="straightConnector1">
              <a:avLst/>
            </a:prstGeom>
            <a:noFill/>
            <a:ln cap="flat" cmpd="sng" w="19050">
              <a:solidFill>
                <a:schemeClr val="dk1"/>
              </a:solidFill>
              <a:prstDash val="solid"/>
              <a:round/>
              <a:headEnd len="med" w="med" type="triangle"/>
              <a:tailEnd len="med" w="med" type="triangle"/>
            </a:ln>
          </p:spPr>
        </p:cxnSp>
      </p:grpSp>
      <p:sp>
        <p:nvSpPr>
          <p:cNvPr id="2190" name="Google Shape;2190;p102"/>
          <p:cNvSpPr txBox="1"/>
          <p:nvPr>
            <p:ph idx="1" type="body"/>
          </p:nvPr>
        </p:nvSpPr>
        <p:spPr>
          <a:xfrm>
            <a:off x="6866422" y="3452534"/>
            <a:ext cx="364800" cy="244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66°</a:t>
            </a:r>
            <a:endParaRPr sz="1600"/>
          </a:p>
        </p:txBody>
      </p:sp>
      <p:sp>
        <p:nvSpPr>
          <p:cNvPr id="2191" name="Google Shape;2191;p102"/>
          <p:cNvSpPr txBox="1"/>
          <p:nvPr>
            <p:ph idx="1" type="body"/>
          </p:nvPr>
        </p:nvSpPr>
        <p:spPr>
          <a:xfrm rot="-3195">
            <a:off x="7143612" y="4038904"/>
            <a:ext cx="322800" cy="244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1800">
                <a:latin typeface="Times New Roman"/>
                <a:ea typeface="Times New Roman"/>
                <a:cs typeface="Times New Roman"/>
                <a:sym typeface="Times New Roman"/>
              </a:rPr>
              <a:t>i</a:t>
            </a:r>
            <a:endParaRPr i="1" sz="1800">
              <a:latin typeface="Times New Roman"/>
              <a:ea typeface="Times New Roman"/>
              <a:cs typeface="Times New Roman"/>
              <a:sym typeface="Times New Roman"/>
            </a:endParaRPr>
          </a:p>
        </p:txBody>
      </p:sp>
      <p:sp>
        <p:nvSpPr>
          <p:cNvPr id="2192" name="Google Shape;2192;p102"/>
          <p:cNvSpPr/>
          <p:nvPr/>
        </p:nvSpPr>
        <p:spPr>
          <a:xfrm>
            <a:off x="6326787" y="3316201"/>
            <a:ext cx="516900" cy="516900"/>
          </a:xfrm>
          <a:prstGeom prst="arc">
            <a:avLst>
              <a:gd fmla="val 19967005" name="adj1"/>
              <a:gd fmla="val 1527249"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193" name="Google Shape;2193;p102"/>
          <p:cNvCxnSpPr/>
          <p:nvPr/>
        </p:nvCxnSpPr>
        <p:spPr>
          <a:xfrm rot="10800000">
            <a:off x="7739938" y="3035463"/>
            <a:ext cx="723600" cy="1644300"/>
          </a:xfrm>
          <a:prstGeom prst="straightConnector1">
            <a:avLst/>
          </a:prstGeom>
          <a:noFill/>
          <a:ln cap="flat" cmpd="sng" w="19050">
            <a:solidFill>
              <a:schemeClr val="dk1"/>
            </a:solidFill>
            <a:prstDash val="solid"/>
            <a:round/>
            <a:headEnd len="med" w="med" type="triangle"/>
            <a:tailEnd len="med" w="med" type="triangle"/>
          </a:ln>
        </p:spPr>
      </p:cxnSp>
      <p:sp>
        <p:nvSpPr>
          <p:cNvPr id="2194" name="Google Shape;2194;p102"/>
          <p:cNvSpPr txBox="1"/>
          <p:nvPr>
            <p:ph idx="1" type="body"/>
          </p:nvPr>
        </p:nvSpPr>
        <p:spPr>
          <a:xfrm rot="2067">
            <a:off x="6875564" y="2958786"/>
            <a:ext cx="498900" cy="288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1.2</a:t>
            </a:r>
            <a:endParaRPr sz="1600"/>
          </a:p>
        </p:txBody>
      </p:sp>
      <p:sp>
        <p:nvSpPr>
          <p:cNvPr id="2195" name="Google Shape;2195;p102"/>
          <p:cNvSpPr txBox="1"/>
          <p:nvPr>
            <p:ph idx="1" type="body"/>
          </p:nvPr>
        </p:nvSpPr>
        <p:spPr>
          <a:xfrm rot="-3195">
            <a:off x="8143833" y="3533598"/>
            <a:ext cx="322800" cy="244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1800">
                <a:latin typeface="Times New Roman"/>
                <a:ea typeface="Times New Roman"/>
                <a:cs typeface="Times New Roman"/>
                <a:sym typeface="Times New Roman"/>
              </a:rPr>
              <a:t>j</a:t>
            </a:r>
            <a:endParaRPr i="1" sz="1800">
              <a:latin typeface="Times New Roman"/>
              <a:ea typeface="Times New Roman"/>
              <a:cs typeface="Times New Roman"/>
              <a:sym typeface="Times New Roman"/>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9" name="Shape 2199"/>
        <p:cNvGrpSpPr/>
        <p:nvPr/>
      </p:nvGrpSpPr>
      <p:grpSpPr>
        <a:xfrm>
          <a:off x="0" y="0"/>
          <a:ext cx="0" cy="0"/>
          <a:chOff x="0" y="0"/>
          <a:chExt cx="0" cy="0"/>
        </a:xfrm>
      </p:grpSpPr>
      <p:sp>
        <p:nvSpPr>
          <p:cNvPr id="2200" name="Google Shape;2200;p103"/>
          <p:cNvSpPr/>
          <p:nvPr/>
        </p:nvSpPr>
        <p:spPr>
          <a:xfrm flipH="1">
            <a:off x="5913674" y="3772152"/>
            <a:ext cx="99600" cy="996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201" name="Google Shape;2201;p103"/>
          <p:cNvSpPr/>
          <p:nvPr/>
        </p:nvSpPr>
        <p:spPr>
          <a:xfrm flipH="1">
            <a:off x="6806838" y="3772152"/>
            <a:ext cx="99600" cy="996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202" name="Google Shape;2202;p103"/>
          <p:cNvSpPr/>
          <p:nvPr/>
        </p:nvSpPr>
        <p:spPr>
          <a:xfrm flipH="1">
            <a:off x="8047274" y="3772152"/>
            <a:ext cx="99600" cy="996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203" name="Google Shape;2203;p103"/>
          <p:cNvSpPr/>
          <p:nvPr/>
        </p:nvSpPr>
        <p:spPr>
          <a:xfrm flipH="1">
            <a:off x="3562140" y="3806881"/>
            <a:ext cx="99600" cy="996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204" name="Google Shape;2204;p103"/>
          <p:cNvSpPr txBox="1"/>
          <p:nvPr>
            <p:ph idx="1" type="body"/>
          </p:nvPr>
        </p:nvSpPr>
        <p:spPr>
          <a:xfrm>
            <a:off x="324000" y="759300"/>
            <a:ext cx="8237700" cy="391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2) Find the values of </a:t>
            </a:r>
            <a:r>
              <a:rPr i="1" lang="en-GB" sz="1800">
                <a:latin typeface="Times New Roman"/>
                <a:ea typeface="Times New Roman"/>
                <a:cs typeface="Times New Roman"/>
                <a:sym typeface="Times New Roman"/>
              </a:rPr>
              <a:t>x</a:t>
            </a:r>
            <a:r>
              <a:rPr lang="en-GB" sz="1600"/>
              <a:t>, </a:t>
            </a:r>
            <a:r>
              <a:rPr i="1" lang="en-GB" sz="1800">
                <a:latin typeface="Times New Roman"/>
                <a:ea typeface="Times New Roman"/>
                <a:cs typeface="Times New Roman"/>
                <a:sym typeface="Times New Roman"/>
              </a:rPr>
              <a:t>y</a:t>
            </a:r>
            <a:r>
              <a:rPr lang="en-GB" sz="1600"/>
              <a:t> and </a:t>
            </a:r>
            <a:r>
              <a:rPr i="1" lang="en-GB" sz="1800">
                <a:latin typeface="Times New Roman"/>
                <a:ea typeface="Times New Roman"/>
                <a:cs typeface="Times New Roman"/>
                <a:sym typeface="Times New Roman"/>
              </a:rPr>
              <a:t>z</a:t>
            </a:r>
            <a:r>
              <a:rPr lang="en-GB" sz="1600"/>
              <a:t>.</a:t>
            </a:r>
            <a:endParaRPr sz="1600"/>
          </a:p>
        </p:txBody>
      </p:sp>
      <p:sp>
        <p:nvSpPr>
          <p:cNvPr id="2205" name="Google Shape;2205;p103"/>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Finding missing lengths with similar triangles</a:t>
            </a:r>
            <a:endParaRPr/>
          </a:p>
        </p:txBody>
      </p:sp>
      <p:cxnSp>
        <p:nvCxnSpPr>
          <p:cNvPr id="2206" name="Google Shape;2206;p103"/>
          <p:cNvCxnSpPr/>
          <p:nvPr/>
        </p:nvCxnSpPr>
        <p:spPr>
          <a:xfrm>
            <a:off x="977565" y="1936906"/>
            <a:ext cx="3210300" cy="1966800"/>
          </a:xfrm>
          <a:prstGeom prst="straightConnector1">
            <a:avLst/>
          </a:prstGeom>
          <a:noFill/>
          <a:ln cap="flat" cmpd="sng" w="38100">
            <a:solidFill>
              <a:schemeClr val="dk2"/>
            </a:solidFill>
            <a:prstDash val="solid"/>
            <a:round/>
            <a:headEnd len="med" w="med" type="none"/>
            <a:tailEnd len="med" w="med" type="none"/>
          </a:ln>
        </p:spPr>
      </p:cxnSp>
      <p:grpSp>
        <p:nvGrpSpPr>
          <p:cNvPr id="2207" name="Google Shape;2207;p103"/>
          <p:cNvGrpSpPr/>
          <p:nvPr/>
        </p:nvGrpSpPr>
        <p:grpSpPr>
          <a:xfrm flipH="1">
            <a:off x="738031" y="3913231"/>
            <a:ext cx="3619299" cy="279725"/>
            <a:chOff x="430275" y="3788925"/>
            <a:chExt cx="6266100" cy="279725"/>
          </a:xfrm>
        </p:grpSpPr>
        <p:sp>
          <p:nvSpPr>
            <p:cNvPr id="2208" name="Google Shape;2208;p103"/>
            <p:cNvSpPr/>
            <p:nvPr/>
          </p:nvSpPr>
          <p:spPr>
            <a:xfrm>
              <a:off x="445725" y="3795650"/>
              <a:ext cx="6238200" cy="273000"/>
            </a:xfrm>
            <a:prstGeom prst="rect">
              <a:avLst/>
            </a:prstGeom>
            <a:solidFill>
              <a:srgbClr val="BEF2BD"/>
            </a:solidFill>
            <a:ln cap="flat" cmpd="sng" w="9525">
              <a:solidFill>
                <a:srgbClr val="BEF2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209" name="Google Shape;2209;p103"/>
            <p:cNvCxnSpPr/>
            <p:nvPr/>
          </p:nvCxnSpPr>
          <p:spPr>
            <a:xfrm>
              <a:off x="430275" y="3788925"/>
              <a:ext cx="6266100" cy="0"/>
            </a:xfrm>
            <a:prstGeom prst="straightConnector1">
              <a:avLst/>
            </a:prstGeom>
            <a:noFill/>
            <a:ln cap="flat" cmpd="sng" w="38100">
              <a:solidFill>
                <a:schemeClr val="dk1"/>
              </a:solidFill>
              <a:prstDash val="solid"/>
              <a:round/>
              <a:headEnd len="med" w="med" type="none"/>
              <a:tailEnd len="med" w="med" type="none"/>
            </a:ln>
          </p:spPr>
        </p:cxnSp>
      </p:grpSp>
      <p:cxnSp>
        <p:nvCxnSpPr>
          <p:cNvPr id="2210" name="Google Shape;2210;p103"/>
          <p:cNvCxnSpPr/>
          <p:nvPr/>
        </p:nvCxnSpPr>
        <p:spPr>
          <a:xfrm rot="10800000">
            <a:off x="975215" y="1911406"/>
            <a:ext cx="0" cy="1991400"/>
          </a:xfrm>
          <a:prstGeom prst="straightConnector1">
            <a:avLst/>
          </a:prstGeom>
          <a:noFill/>
          <a:ln cap="flat" cmpd="sng" w="28575">
            <a:solidFill>
              <a:schemeClr val="dk1"/>
            </a:solidFill>
            <a:prstDash val="solid"/>
            <a:round/>
            <a:headEnd len="med" w="med" type="none"/>
            <a:tailEnd len="med" w="med" type="none"/>
          </a:ln>
        </p:spPr>
      </p:cxnSp>
      <p:cxnSp>
        <p:nvCxnSpPr>
          <p:cNvPr id="2211" name="Google Shape;2211;p103"/>
          <p:cNvCxnSpPr/>
          <p:nvPr/>
        </p:nvCxnSpPr>
        <p:spPr>
          <a:xfrm rot="10800000">
            <a:off x="904396" y="1906025"/>
            <a:ext cx="0" cy="1991400"/>
          </a:xfrm>
          <a:prstGeom prst="straightConnector1">
            <a:avLst/>
          </a:prstGeom>
          <a:noFill/>
          <a:ln cap="flat" cmpd="sng" w="28575">
            <a:solidFill>
              <a:schemeClr val="dk1"/>
            </a:solidFill>
            <a:prstDash val="solid"/>
            <a:round/>
            <a:headEnd len="med" w="med" type="none"/>
            <a:tailEnd len="med" w="med" type="none"/>
          </a:ln>
        </p:spPr>
      </p:cxnSp>
      <p:sp>
        <p:nvSpPr>
          <p:cNvPr id="2212" name="Google Shape;2212;p103"/>
          <p:cNvSpPr/>
          <p:nvPr/>
        </p:nvSpPr>
        <p:spPr>
          <a:xfrm flipH="1">
            <a:off x="871720" y="1780630"/>
            <a:ext cx="140100" cy="140100"/>
          </a:xfrm>
          <a:prstGeom prst="ellipse">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213" name="Google Shape;2213;p103"/>
          <p:cNvSpPr txBox="1"/>
          <p:nvPr/>
        </p:nvSpPr>
        <p:spPr>
          <a:xfrm flipH="1">
            <a:off x="354034" y="2726809"/>
            <a:ext cx="383700" cy="273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i="1" lang="en-GB" sz="1800">
                <a:latin typeface="Times New Roman"/>
                <a:ea typeface="Times New Roman"/>
                <a:cs typeface="Times New Roman"/>
                <a:sym typeface="Times New Roman"/>
              </a:rPr>
              <a:t>x</a:t>
            </a:r>
            <a:r>
              <a:rPr lang="en-GB" sz="1600">
                <a:latin typeface="Lexend"/>
                <a:ea typeface="Lexend"/>
                <a:cs typeface="Lexend"/>
                <a:sym typeface="Lexend"/>
              </a:rPr>
              <a:t> m</a:t>
            </a:r>
            <a:r>
              <a:rPr lang="en-GB" sz="1600">
                <a:solidFill>
                  <a:srgbClr val="000000"/>
                </a:solidFill>
                <a:latin typeface="Lexend"/>
                <a:ea typeface="Lexend"/>
                <a:cs typeface="Lexend"/>
                <a:sym typeface="Lexend"/>
              </a:rPr>
              <a:t> </a:t>
            </a:r>
            <a:endParaRPr sz="1600">
              <a:solidFill>
                <a:srgbClr val="000000"/>
              </a:solidFill>
              <a:latin typeface="Lexend"/>
              <a:ea typeface="Lexend"/>
              <a:cs typeface="Lexend"/>
              <a:sym typeface="Lexend"/>
            </a:endParaRPr>
          </a:p>
        </p:txBody>
      </p:sp>
      <p:cxnSp>
        <p:nvCxnSpPr>
          <p:cNvPr id="2214" name="Google Shape;2214;p103"/>
          <p:cNvCxnSpPr/>
          <p:nvPr/>
        </p:nvCxnSpPr>
        <p:spPr>
          <a:xfrm>
            <a:off x="801157" y="1957156"/>
            <a:ext cx="0" cy="1931700"/>
          </a:xfrm>
          <a:prstGeom prst="straightConnector1">
            <a:avLst/>
          </a:prstGeom>
          <a:noFill/>
          <a:ln cap="flat" cmpd="sng" w="28575">
            <a:solidFill>
              <a:schemeClr val="dk1"/>
            </a:solidFill>
            <a:prstDash val="solid"/>
            <a:round/>
            <a:headEnd len="med" w="med" type="triangle"/>
            <a:tailEnd len="med" w="med" type="triangle"/>
          </a:ln>
        </p:spPr>
      </p:cxnSp>
      <p:cxnSp>
        <p:nvCxnSpPr>
          <p:cNvPr id="2215" name="Google Shape;2215;p103"/>
          <p:cNvCxnSpPr/>
          <p:nvPr/>
        </p:nvCxnSpPr>
        <p:spPr>
          <a:xfrm>
            <a:off x="3562115" y="3507581"/>
            <a:ext cx="0" cy="391500"/>
          </a:xfrm>
          <a:prstGeom prst="straightConnector1">
            <a:avLst/>
          </a:prstGeom>
          <a:noFill/>
          <a:ln cap="flat" cmpd="sng" w="28575">
            <a:solidFill>
              <a:schemeClr val="accent5"/>
            </a:solidFill>
            <a:prstDash val="solid"/>
            <a:round/>
            <a:headEnd len="med" w="med" type="none"/>
            <a:tailEnd len="med" w="med" type="none"/>
          </a:ln>
        </p:spPr>
      </p:cxnSp>
      <p:cxnSp>
        <p:nvCxnSpPr>
          <p:cNvPr id="2216" name="Google Shape;2216;p103"/>
          <p:cNvCxnSpPr/>
          <p:nvPr/>
        </p:nvCxnSpPr>
        <p:spPr>
          <a:xfrm>
            <a:off x="3485915" y="3507581"/>
            <a:ext cx="0" cy="391500"/>
          </a:xfrm>
          <a:prstGeom prst="straightConnector1">
            <a:avLst/>
          </a:prstGeom>
          <a:noFill/>
          <a:ln cap="flat" cmpd="sng" w="19050">
            <a:solidFill>
              <a:schemeClr val="dk1"/>
            </a:solidFill>
            <a:prstDash val="solid"/>
            <a:round/>
            <a:headEnd len="med" w="med" type="triangle"/>
            <a:tailEnd len="med" w="med" type="triangle"/>
          </a:ln>
        </p:spPr>
      </p:cxnSp>
      <p:sp>
        <p:nvSpPr>
          <p:cNvPr id="2217" name="Google Shape;2217;p103"/>
          <p:cNvSpPr txBox="1"/>
          <p:nvPr/>
        </p:nvSpPr>
        <p:spPr>
          <a:xfrm flipH="1">
            <a:off x="2770971" y="3562481"/>
            <a:ext cx="681600" cy="273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0.55 m</a:t>
            </a:r>
            <a:r>
              <a:rPr lang="en-GB" sz="1600">
                <a:solidFill>
                  <a:srgbClr val="000000"/>
                </a:solidFill>
                <a:latin typeface="Lexend"/>
                <a:ea typeface="Lexend"/>
                <a:cs typeface="Lexend"/>
                <a:sym typeface="Lexend"/>
              </a:rPr>
              <a:t> </a:t>
            </a:r>
            <a:endParaRPr sz="1600">
              <a:solidFill>
                <a:srgbClr val="000000"/>
              </a:solidFill>
              <a:latin typeface="Lexend"/>
              <a:ea typeface="Lexend"/>
              <a:cs typeface="Lexend"/>
              <a:sym typeface="Lexend"/>
            </a:endParaRPr>
          </a:p>
        </p:txBody>
      </p:sp>
      <p:cxnSp>
        <p:nvCxnSpPr>
          <p:cNvPr id="2218" name="Google Shape;2218;p103"/>
          <p:cNvCxnSpPr/>
          <p:nvPr/>
        </p:nvCxnSpPr>
        <p:spPr>
          <a:xfrm>
            <a:off x="3562115" y="3983897"/>
            <a:ext cx="616200" cy="0"/>
          </a:xfrm>
          <a:prstGeom prst="straightConnector1">
            <a:avLst/>
          </a:prstGeom>
          <a:noFill/>
          <a:ln cap="flat" cmpd="sng" w="19050">
            <a:solidFill>
              <a:schemeClr val="dk1"/>
            </a:solidFill>
            <a:prstDash val="solid"/>
            <a:round/>
            <a:headEnd len="med" w="med" type="triangle"/>
            <a:tailEnd len="med" w="med" type="triangle"/>
          </a:ln>
        </p:spPr>
      </p:cxnSp>
      <p:sp>
        <p:nvSpPr>
          <p:cNvPr id="2219" name="Google Shape;2219;p103"/>
          <p:cNvSpPr txBox="1"/>
          <p:nvPr/>
        </p:nvSpPr>
        <p:spPr>
          <a:xfrm flipH="1">
            <a:off x="3652117" y="3986286"/>
            <a:ext cx="426300" cy="273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1 m</a:t>
            </a:r>
            <a:r>
              <a:rPr lang="en-GB" sz="1600">
                <a:solidFill>
                  <a:srgbClr val="000000"/>
                </a:solidFill>
                <a:latin typeface="Lexend"/>
                <a:ea typeface="Lexend"/>
                <a:cs typeface="Lexend"/>
                <a:sym typeface="Lexend"/>
              </a:rPr>
              <a:t> </a:t>
            </a:r>
            <a:endParaRPr sz="1600">
              <a:solidFill>
                <a:srgbClr val="000000"/>
              </a:solidFill>
              <a:latin typeface="Lexend"/>
              <a:ea typeface="Lexend"/>
              <a:cs typeface="Lexend"/>
              <a:sym typeface="Lexend"/>
            </a:endParaRPr>
          </a:p>
        </p:txBody>
      </p:sp>
      <p:cxnSp>
        <p:nvCxnSpPr>
          <p:cNvPr id="2220" name="Google Shape;2220;p103"/>
          <p:cNvCxnSpPr/>
          <p:nvPr/>
        </p:nvCxnSpPr>
        <p:spPr>
          <a:xfrm>
            <a:off x="949465" y="3983897"/>
            <a:ext cx="2643000" cy="0"/>
          </a:xfrm>
          <a:prstGeom prst="straightConnector1">
            <a:avLst/>
          </a:prstGeom>
          <a:noFill/>
          <a:ln cap="flat" cmpd="sng" w="19050">
            <a:solidFill>
              <a:schemeClr val="dk1"/>
            </a:solidFill>
            <a:prstDash val="solid"/>
            <a:round/>
            <a:headEnd len="med" w="med" type="triangle"/>
            <a:tailEnd len="med" w="med" type="triangle"/>
          </a:ln>
        </p:spPr>
      </p:cxnSp>
      <p:sp>
        <p:nvSpPr>
          <p:cNvPr id="2221" name="Google Shape;2221;p103"/>
          <p:cNvSpPr txBox="1"/>
          <p:nvPr/>
        </p:nvSpPr>
        <p:spPr>
          <a:xfrm flipH="1">
            <a:off x="2058703" y="3986281"/>
            <a:ext cx="616200" cy="273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11</a:t>
            </a:r>
            <a:r>
              <a:rPr lang="en-GB" sz="1600">
                <a:latin typeface="Lexend"/>
                <a:ea typeface="Lexend"/>
                <a:cs typeface="Lexend"/>
                <a:sym typeface="Lexend"/>
              </a:rPr>
              <a:t> m</a:t>
            </a:r>
            <a:r>
              <a:rPr lang="en-GB" sz="1600">
                <a:solidFill>
                  <a:srgbClr val="000000"/>
                </a:solidFill>
                <a:latin typeface="Lexend"/>
                <a:ea typeface="Lexend"/>
                <a:cs typeface="Lexend"/>
                <a:sym typeface="Lexend"/>
              </a:rPr>
              <a:t> </a:t>
            </a:r>
            <a:endParaRPr sz="1600">
              <a:solidFill>
                <a:srgbClr val="000000"/>
              </a:solidFill>
              <a:latin typeface="Lexend"/>
              <a:ea typeface="Lexend"/>
              <a:cs typeface="Lexend"/>
              <a:sym typeface="Lexend"/>
            </a:endParaRPr>
          </a:p>
        </p:txBody>
      </p:sp>
      <p:cxnSp>
        <p:nvCxnSpPr>
          <p:cNvPr id="2222" name="Google Shape;2222;p103"/>
          <p:cNvCxnSpPr/>
          <p:nvPr/>
        </p:nvCxnSpPr>
        <p:spPr>
          <a:xfrm rot="-5400000">
            <a:off x="5212598" y="3493209"/>
            <a:ext cx="1596300" cy="0"/>
          </a:xfrm>
          <a:prstGeom prst="straightConnector1">
            <a:avLst/>
          </a:prstGeom>
          <a:noFill/>
          <a:ln cap="flat" cmpd="sng" w="28575">
            <a:solidFill>
              <a:schemeClr val="dk2"/>
            </a:solidFill>
            <a:prstDash val="solid"/>
            <a:round/>
            <a:headEnd len="med" w="med" type="none"/>
            <a:tailEnd len="med" w="med" type="none"/>
          </a:ln>
        </p:spPr>
      </p:cxnSp>
      <p:cxnSp>
        <p:nvCxnSpPr>
          <p:cNvPr id="2223" name="Google Shape;2223;p103"/>
          <p:cNvCxnSpPr/>
          <p:nvPr/>
        </p:nvCxnSpPr>
        <p:spPr>
          <a:xfrm rot="10800000">
            <a:off x="6905956" y="1949259"/>
            <a:ext cx="0" cy="2342100"/>
          </a:xfrm>
          <a:prstGeom prst="straightConnector1">
            <a:avLst/>
          </a:prstGeom>
          <a:noFill/>
          <a:ln cap="flat" cmpd="sng" w="28575">
            <a:solidFill>
              <a:schemeClr val="dk2"/>
            </a:solidFill>
            <a:prstDash val="solid"/>
            <a:round/>
            <a:headEnd len="med" w="med" type="none"/>
            <a:tailEnd len="med" w="med" type="none"/>
          </a:ln>
        </p:spPr>
      </p:cxnSp>
      <p:cxnSp>
        <p:nvCxnSpPr>
          <p:cNvPr id="2224" name="Google Shape;2224;p103"/>
          <p:cNvCxnSpPr/>
          <p:nvPr/>
        </p:nvCxnSpPr>
        <p:spPr>
          <a:xfrm rot="-5400000">
            <a:off x="6405702" y="2552709"/>
            <a:ext cx="3477300" cy="0"/>
          </a:xfrm>
          <a:prstGeom prst="straightConnector1">
            <a:avLst/>
          </a:prstGeom>
          <a:noFill/>
          <a:ln cap="flat" cmpd="sng" w="28575">
            <a:solidFill>
              <a:schemeClr val="dk2"/>
            </a:solidFill>
            <a:prstDash val="solid"/>
            <a:round/>
            <a:headEnd len="med" w="med" type="none"/>
            <a:tailEnd len="med" w="med" type="none"/>
          </a:ln>
        </p:spPr>
      </p:cxnSp>
      <p:cxnSp>
        <p:nvCxnSpPr>
          <p:cNvPr id="2225" name="Google Shape;2225;p103"/>
          <p:cNvCxnSpPr/>
          <p:nvPr/>
        </p:nvCxnSpPr>
        <p:spPr>
          <a:xfrm flipH="1" rot="10800000">
            <a:off x="5330397" y="1032453"/>
            <a:ext cx="3043500" cy="2841600"/>
          </a:xfrm>
          <a:prstGeom prst="straightConnector1">
            <a:avLst/>
          </a:prstGeom>
          <a:noFill/>
          <a:ln cap="flat" cmpd="sng" w="28575">
            <a:solidFill>
              <a:schemeClr val="dk1"/>
            </a:solidFill>
            <a:prstDash val="solid"/>
            <a:round/>
            <a:headEnd len="med" w="med" type="none"/>
            <a:tailEnd len="med" w="med" type="none"/>
          </a:ln>
        </p:spPr>
      </p:cxnSp>
      <p:cxnSp>
        <p:nvCxnSpPr>
          <p:cNvPr id="2226" name="Google Shape;2226;p103"/>
          <p:cNvCxnSpPr/>
          <p:nvPr/>
        </p:nvCxnSpPr>
        <p:spPr>
          <a:xfrm>
            <a:off x="5330397" y="3874053"/>
            <a:ext cx="3404100" cy="0"/>
          </a:xfrm>
          <a:prstGeom prst="straightConnector1">
            <a:avLst/>
          </a:prstGeom>
          <a:noFill/>
          <a:ln cap="flat" cmpd="sng" w="28575">
            <a:solidFill>
              <a:schemeClr val="dk1"/>
            </a:solidFill>
            <a:prstDash val="solid"/>
            <a:round/>
            <a:headEnd len="med" w="med" type="none"/>
            <a:tailEnd len="med" w="med" type="none"/>
          </a:ln>
        </p:spPr>
      </p:cxnSp>
      <p:cxnSp>
        <p:nvCxnSpPr>
          <p:cNvPr id="2227" name="Google Shape;2227;p103"/>
          <p:cNvCxnSpPr/>
          <p:nvPr/>
        </p:nvCxnSpPr>
        <p:spPr>
          <a:xfrm flipH="1" rot="10800000">
            <a:off x="5272892" y="3154164"/>
            <a:ext cx="681600" cy="646800"/>
          </a:xfrm>
          <a:prstGeom prst="straightConnector1">
            <a:avLst/>
          </a:prstGeom>
          <a:noFill/>
          <a:ln cap="flat" cmpd="sng" w="28575">
            <a:solidFill>
              <a:schemeClr val="accent5"/>
            </a:solidFill>
            <a:prstDash val="solid"/>
            <a:round/>
            <a:headEnd len="med" w="med" type="triangle"/>
            <a:tailEnd len="med" w="med" type="triangle"/>
          </a:ln>
        </p:spPr>
      </p:cxnSp>
      <p:cxnSp>
        <p:nvCxnSpPr>
          <p:cNvPr id="2228" name="Google Shape;2228;p103"/>
          <p:cNvCxnSpPr/>
          <p:nvPr/>
        </p:nvCxnSpPr>
        <p:spPr>
          <a:xfrm flipH="1" rot="10800000">
            <a:off x="6037093" y="2297982"/>
            <a:ext cx="829200" cy="782100"/>
          </a:xfrm>
          <a:prstGeom prst="straightConnector1">
            <a:avLst/>
          </a:prstGeom>
          <a:noFill/>
          <a:ln cap="flat" cmpd="sng" w="28575">
            <a:solidFill>
              <a:schemeClr val="accent5"/>
            </a:solidFill>
            <a:prstDash val="solid"/>
            <a:round/>
            <a:headEnd len="med" w="med" type="triangle"/>
            <a:tailEnd len="med" w="med" type="triangle"/>
          </a:ln>
        </p:spPr>
      </p:cxnSp>
      <p:cxnSp>
        <p:nvCxnSpPr>
          <p:cNvPr id="2229" name="Google Shape;2229;p103"/>
          <p:cNvCxnSpPr/>
          <p:nvPr/>
        </p:nvCxnSpPr>
        <p:spPr>
          <a:xfrm flipH="1" rot="10800000">
            <a:off x="6937887" y="1127536"/>
            <a:ext cx="1150800" cy="1108500"/>
          </a:xfrm>
          <a:prstGeom prst="straightConnector1">
            <a:avLst/>
          </a:prstGeom>
          <a:noFill/>
          <a:ln cap="flat" cmpd="sng" w="28575">
            <a:solidFill>
              <a:schemeClr val="accent5"/>
            </a:solidFill>
            <a:prstDash val="solid"/>
            <a:round/>
            <a:headEnd len="med" w="med" type="triangle"/>
            <a:tailEnd len="med" w="med" type="triangle"/>
          </a:ln>
        </p:spPr>
      </p:cxnSp>
      <p:cxnSp>
        <p:nvCxnSpPr>
          <p:cNvPr id="2230" name="Google Shape;2230;p103"/>
          <p:cNvCxnSpPr/>
          <p:nvPr/>
        </p:nvCxnSpPr>
        <p:spPr>
          <a:xfrm>
            <a:off x="5340122" y="4002706"/>
            <a:ext cx="655800" cy="0"/>
          </a:xfrm>
          <a:prstGeom prst="straightConnector1">
            <a:avLst/>
          </a:prstGeom>
          <a:noFill/>
          <a:ln cap="flat" cmpd="sng" w="28575">
            <a:solidFill>
              <a:schemeClr val="accent5"/>
            </a:solidFill>
            <a:prstDash val="solid"/>
            <a:round/>
            <a:headEnd len="med" w="med" type="triangle"/>
            <a:tailEnd len="med" w="med" type="triangle"/>
          </a:ln>
        </p:spPr>
      </p:cxnSp>
      <p:cxnSp>
        <p:nvCxnSpPr>
          <p:cNvPr id="2231" name="Google Shape;2231;p103"/>
          <p:cNvCxnSpPr/>
          <p:nvPr/>
        </p:nvCxnSpPr>
        <p:spPr>
          <a:xfrm>
            <a:off x="6046334" y="4002706"/>
            <a:ext cx="827400" cy="0"/>
          </a:xfrm>
          <a:prstGeom prst="straightConnector1">
            <a:avLst/>
          </a:prstGeom>
          <a:noFill/>
          <a:ln cap="flat" cmpd="sng" w="28575">
            <a:solidFill>
              <a:schemeClr val="accent5"/>
            </a:solidFill>
            <a:prstDash val="solid"/>
            <a:round/>
            <a:headEnd len="med" w="med" type="triangle"/>
            <a:tailEnd len="med" w="med" type="triangle"/>
          </a:ln>
        </p:spPr>
      </p:cxnSp>
      <p:sp>
        <p:nvSpPr>
          <p:cNvPr id="2232" name="Google Shape;2232;p103"/>
          <p:cNvSpPr txBox="1"/>
          <p:nvPr/>
        </p:nvSpPr>
        <p:spPr>
          <a:xfrm flipH="1">
            <a:off x="5272725" y="3188066"/>
            <a:ext cx="426300" cy="317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1 m</a:t>
            </a:r>
            <a:r>
              <a:rPr lang="en-GB" sz="1600">
                <a:solidFill>
                  <a:srgbClr val="000000"/>
                </a:solidFill>
                <a:latin typeface="Lexend"/>
                <a:ea typeface="Lexend"/>
                <a:cs typeface="Lexend"/>
                <a:sym typeface="Lexend"/>
              </a:rPr>
              <a:t> </a:t>
            </a:r>
            <a:endParaRPr sz="1600">
              <a:solidFill>
                <a:srgbClr val="000000"/>
              </a:solidFill>
              <a:latin typeface="Lexend"/>
              <a:ea typeface="Lexend"/>
              <a:cs typeface="Lexend"/>
              <a:sym typeface="Lexend"/>
            </a:endParaRPr>
          </a:p>
        </p:txBody>
      </p:sp>
      <p:sp>
        <p:nvSpPr>
          <p:cNvPr id="2233" name="Google Shape;2233;p103"/>
          <p:cNvSpPr txBox="1"/>
          <p:nvPr/>
        </p:nvSpPr>
        <p:spPr>
          <a:xfrm flipH="1">
            <a:off x="5410548" y="4073219"/>
            <a:ext cx="647700" cy="317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0.7</a:t>
            </a:r>
            <a:r>
              <a:rPr lang="en-GB" sz="1600">
                <a:latin typeface="Lexend"/>
                <a:ea typeface="Lexend"/>
                <a:cs typeface="Lexend"/>
                <a:sym typeface="Lexend"/>
              </a:rPr>
              <a:t> m</a:t>
            </a:r>
            <a:r>
              <a:rPr lang="en-GB" sz="1600">
                <a:solidFill>
                  <a:srgbClr val="000000"/>
                </a:solidFill>
                <a:latin typeface="Lexend"/>
                <a:ea typeface="Lexend"/>
                <a:cs typeface="Lexend"/>
                <a:sym typeface="Lexend"/>
              </a:rPr>
              <a:t> </a:t>
            </a:r>
            <a:endParaRPr sz="1600">
              <a:solidFill>
                <a:srgbClr val="000000"/>
              </a:solidFill>
              <a:latin typeface="Lexend"/>
              <a:ea typeface="Lexend"/>
              <a:cs typeface="Lexend"/>
              <a:sym typeface="Lexend"/>
            </a:endParaRPr>
          </a:p>
        </p:txBody>
      </p:sp>
      <p:cxnSp>
        <p:nvCxnSpPr>
          <p:cNvPr id="2234" name="Google Shape;2234;p103"/>
          <p:cNvCxnSpPr/>
          <p:nvPr/>
        </p:nvCxnSpPr>
        <p:spPr>
          <a:xfrm>
            <a:off x="6933521" y="4002706"/>
            <a:ext cx="1191900" cy="0"/>
          </a:xfrm>
          <a:prstGeom prst="straightConnector1">
            <a:avLst/>
          </a:prstGeom>
          <a:noFill/>
          <a:ln cap="flat" cmpd="sng" w="28575">
            <a:solidFill>
              <a:schemeClr val="accent5"/>
            </a:solidFill>
            <a:prstDash val="solid"/>
            <a:round/>
            <a:headEnd len="med" w="med" type="triangle"/>
            <a:tailEnd len="med" w="med" type="triangle"/>
          </a:ln>
        </p:spPr>
      </p:cxnSp>
      <p:sp>
        <p:nvSpPr>
          <p:cNvPr id="2235" name="Google Shape;2235;p103"/>
          <p:cNvSpPr txBox="1"/>
          <p:nvPr/>
        </p:nvSpPr>
        <p:spPr>
          <a:xfrm flipH="1">
            <a:off x="6275574" y="4050598"/>
            <a:ext cx="426300" cy="317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i="1" lang="en-GB" sz="1800">
                <a:latin typeface="Times New Roman"/>
                <a:ea typeface="Times New Roman"/>
                <a:cs typeface="Times New Roman"/>
                <a:sym typeface="Times New Roman"/>
              </a:rPr>
              <a:t>y</a:t>
            </a:r>
            <a:r>
              <a:rPr lang="en-GB" sz="1600">
                <a:latin typeface="Lexend"/>
                <a:ea typeface="Lexend"/>
                <a:cs typeface="Lexend"/>
                <a:sym typeface="Lexend"/>
              </a:rPr>
              <a:t> m</a:t>
            </a:r>
            <a:r>
              <a:rPr lang="en-GB" sz="1600">
                <a:solidFill>
                  <a:srgbClr val="000000"/>
                </a:solidFill>
                <a:latin typeface="Lexend"/>
                <a:ea typeface="Lexend"/>
                <a:cs typeface="Lexend"/>
                <a:sym typeface="Lexend"/>
              </a:rPr>
              <a:t> </a:t>
            </a:r>
            <a:endParaRPr sz="1600">
              <a:solidFill>
                <a:srgbClr val="000000"/>
              </a:solidFill>
              <a:latin typeface="Lexend"/>
              <a:ea typeface="Lexend"/>
              <a:cs typeface="Lexend"/>
              <a:sym typeface="Lexend"/>
            </a:endParaRPr>
          </a:p>
        </p:txBody>
      </p:sp>
      <p:sp>
        <p:nvSpPr>
          <p:cNvPr id="2236" name="Google Shape;2236;p103"/>
          <p:cNvSpPr txBox="1"/>
          <p:nvPr/>
        </p:nvSpPr>
        <p:spPr>
          <a:xfrm flipH="1">
            <a:off x="7294750" y="4057400"/>
            <a:ext cx="544200" cy="317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1.4</a:t>
            </a:r>
            <a:r>
              <a:rPr lang="en-GB" sz="1600">
                <a:latin typeface="Lexend"/>
                <a:ea typeface="Lexend"/>
                <a:cs typeface="Lexend"/>
                <a:sym typeface="Lexend"/>
              </a:rPr>
              <a:t> m</a:t>
            </a:r>
            <a:r>
              <a:rPr lang="en-GB" sz="1600">
                <a:solidFill>
                  <a:srgbClr val="000000"/>
                </a:solidFill>
                <a:latin typeface="Lexend"/>
                <a:ea typeface="Lexend"/>
                <a:cs typeface="Lexend"/>
                <a:sym typeface="Lexend"/>
              </a:rPr>
              <a:t> </a:t>
            </a:r>
            <a:endParaRPr sz="1600">
              <a:solidFill>
                <a:srgbClr val="000000"/>
              </a:solidFill>
              <a:latin typeface="Lexend"/>
              <a:ea typeface="Lexend"/>
              <a:cs typeface="Lexend"/>
              <a:sym typeface="Lexend"/>
            </a:endParaRPr>
          </a:p>
        </p:txBody>
      </p:sp>
      <p:sp>
        <p:nvSpPr>
          <p:cNvPr id="2237" name="Google Shape;2237;p103"/>
          <p:cNvSpPr txBox="1"/>
          <p:nvPr/>
        </p:nvSpPr>
        <p:spPr>
          <a:xfrm flipH="1">
            <a:off x="6068235" y="2336103"/>
            <a:ext cx="544200" cy="317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1.4</a:t>
            </a:r>
            <a:r>
              <a:rPr lang="en-GB" sz="1600">
                <a:latin typeface="Lexend"/>
                <a:ea typeface="Lexend"/>
                <a:cs typeface="Lexend"/>
                <a:sym typeface="Lexend"/>
              </a:rPr>
              <a:t> m</a:t>
            </a:r>
            <a:r>
              <a:rPr lang="en-GB" sz="1600">
                <a:solidFill>
                  <a:srgbClr val="000000"/>
                </a:solidFill>
                <a:latin typeface="Lexend"/>
                <a:ea typeface="Lexend"/>
                <a:cs typeface="Lexend"/>
                <a:sym typeface="Lexend"/>
              </a:rPr>
              <a:t> </a:t>
            </a:r>
            <a:endParaRPr sz="1600">
              <a:solidFill>
                <a:srgbClr val="000000"/>
              </a:solidFill>
              <a:latin typeface="Lexend"/>
              <a:ea typeface="Lexend"/>
              <a:cs typeface="Lexend"/>
              <a:sym typeface="Lexend"/>
            </a:endParaRPr>
          </a:p>
        </p:txBody>
      </p:sp>
      <p:sp>
        <p:nvSpPr>
          <p:cNvPr id="2238" name="Google Shape;2238;p103"/>
          <p:cNvSpPr txBox="1"/>
          <p:nvPr/>
        </p:nvSpPr>
        <p:spPr>
          <a:xfrm flipH="1">
            <a:off x="7121939" y="1482588"/>
            <a:ext cx="426300" cy="317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i="1" lang="en-GB" sz="1800">
                <a:latin typeface="Times New Roman"/>
                <a:ea typeface="Times New Roman"/>
                <a:cs typeface="Times New Roman"/>
                <a:sym typeface="Times New Roman"/>
              </a:rPr>
              <a:t>z</a:t>
            </a:r>
            <a:r>
              <a:rPr lang="en-GB" sz="1600">
                <a:latin typeface="Lexend"/>
                <a:ea typeface="Lexend"/>
                <a:cs typeface="Lexend"/>
                <a:sym typeface="Lexend"/>
              </a:rPr>
              <a:t> m</a:t>
            </a:r>
            <a:r>
              <a:rPr lang="en-GB" sz="1600">
                <a:solidFill>
                  <a:srgbClr val="000000"/>
                </a:solidFill>
                <a:latin typeface="Lexend"/>
                <a:ea typeface="Lexend"/>
                <a:cs typeface="Lexend"/>
                <a:sym typeface="Lexend"/>
              </a:rPr>
              <a:t> </a:t>
            </a:r>
            <a:endParaRPr sz="1600">
              <a:solidFill>
                <a:srgbClr val="000000"/>
              </a:solidFill>
              <a:latin typeface="Lexend"/>
              <a:ea typeface="Lexend"/>
              <a:cs typeface="Lexend"/>
              <a:sym typeface="Lexend"/>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2" name="Shape 2242"/>
        <p:cNvGrpSpPr/>
        <p:nvPr/>
      </p:nvGrpSpPr>
      <p:grpSpPr>
        <a:xfrm>
          <a:off x="0" y="0"/>
          <a:ext cx="0" cy="0"/>
          <a:chOff x="0" y="0"/>
          <a:chExt cx="0" cy="0"/>
        </a:xfrm>
      </p:grpSpPr>
      <p:grpSp>
        <p:nvGrpSpPr>
          <p:cNvPr id="2243" name="Google Shape;2243;p104"/>
          <p:cNvGrpSpPr/>
          <p:nvPr/>
        </p:nvGrpSpPr>
        <p:grpSpPr>
          <a:xfrm flipH="1">
            <a:off x="4896628" y="1096786"/>
            <a:ext cx="1912959" cy="1397641"/>
            <a:chOff x="429064" y="1322646"/>
            <a:chExt cx="1101618" cy="804861"/>
          </a:xfrm>
        </p:grpSpPr>
        <p:sp>
          <p:nvSpPr>
            <p:cNvPr id="2244" name="Google Shape;2244;p104"/>
            <p:cNvSpPr/>
            <p:nvPr/>
          </p:nvSpPr>
          <p:spPr>
            <a:xfrm flipH="1">
              <a:off x="609576" y="1355404"/>
              <a:ext cx="918600" cy="585300"/>
            </a:xfrm>
            <a:prstGeom prst="rtTriangle">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245" name="Google Shape;2245;p104"/>
            <p:cNvSpPr/>
            <p:nvPr/>
          </p:nvSpPr>
          <p:spPr>
            <a:xfrm>
              <a:off x="1462282" y="1864992"/>
              <a:ext cx="68400" cy="684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246" name="Google Shape;2246;p104"/>
            <p:cNvSpPr/>
            <p:nvPr/>
          </p:nvSpPr>
          <p:spPr>
            <a:xfrm>
              <a:off x="429064" y="1754006"/>
              <a:ext cx="373500" cy="373500"/>
            </a:xfrm>
            <a:prstGeom prst="arc">
              <a:avLst>
                <a:gd fmla="val 19568997" name="adj1"/>
                <a:gd fmla="val 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247" name="Google Shape;2247;p104"/>
            <p:cNvCxnSpPr/>
            <p:nvPr/>
          </p:nvCxnSpPr>
          <p:spPr>
            <a:xfrm>
              <a:off x="614225" y="1993604"/>
              <a:ext cx="909300" cy="0"/>
            </a:xfrm>
            <a:prstGeom prst="straightConnector1">
              <a:avLst/>
            </a:prstGeom>
            <a:noFill/>
            <a:ln cap="flat" cmpd="sng" w="19050">
              <a:solidFill>
                <a:schemeClr val="dk1"/>
              </a:solidFill>
              <a:prstDash val="solid"/>
              <a:round/>
              <a:headEnd len="med" w="med" type="triangle"/>
              <a:tailEnd len="med" w="med" type="triangle"/>
            </a:ln>
          </p:spPr>
        </p:cxnSp>
        <p:cxnSp>
          <p:nvCxnSpPr>
            <p:cNvPr id="2248" name="Google Shape;2248;p104"/>
            <p:cNvCxnSpPr/>
            <p:nvPr/>
          </p:nvCxnSpPr>
          <p:spPr>
            <a:xfrm flipH="1" rot="10800000">
              <a:off x="580464" y="1322646"/>
              <a:ext cx="918600" cy="585300"/>
            </a:xfrm>
            <a:prstGeom prst="straightConnector1">
              <a:avLst/>
            </a:prstGeom>
            <a:noFill/>
            <a:ln cap="flat" cmpd="sng" w="19050">
              <a:solidFill>
                <a:schemeClr val="dk1"/>
              </a:solidFill>
              <a:prstDash val="solid"/>
              <a:round/>
              <a:headEnd len="med" w="med" type="triangle"/>
              <a:tailEnd len="med" w="med" type="triangle"/>
            </a:ln>
          </p:spPr>
        </p:cxnSp>
      </p:grpSp>
      <p:grpSp>
        <p:nvGrpSpPr>
          <p:cNvPr id="2249" name="Google Shape;2249;p104"/>
          <p:cNvGrpSpPr/>
          <p:nvPr/>
        </p:nvGrpSpPr>
        <p:grpSpPr>
          <a:xfrm>
            <a:off x="2248257" y="1311878"/>
            <a:ext cx="1427696" cy="1043100"/>
            <a:chOff x="429064" y="1322646"/>
            <a:chExt cx="1101618" cy="804861"/>
          </a:xfrm>
        </p:grpSpPr>
        <p:sp>
          <p:nvSpPr>
            <p:cNvPr id="2250" name="Google Shape;2250;p104"/>
            <p:cNvSpPr/>
            <p:nvPr/>
          </p:nvSpPr>
          <p:spPr>
            <a:xfrm flipH="1">
              <a:off x="609576" y="1355404"/>
              <a:ext cx="918600" cy="585300"/>
            </a:xfrm>
            <a:prstGeom prst="rtTriangle">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251" name="Google Shape;2251;p104"/>
            <p:cNvSpPr/>
            <p:nvPr/>
          </p:nvSpPr>
          <p:spPr>
            <a:xfrm>
              <a:off x="1462282" y="1864992"/>
              <a:ext cx="68400" cy="684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252" name="Google Shape;2252;p104"/>
            <p:cNvSpPr/>
            <p:nvPr/>
          </p:nvSpPr>
          <p:spPr>
            <a:xfrm>
              <a:off x="429064" y="1754006"/>
              <a:ext cx="373500" cy="373500"/>
            </a:xfrm>
            <a:prstGeom prst="arc">
              <a:avLst>
                <a:gd fmla="val 19568997" name="adj1"/>
                <a:gd fmla="val 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253" name="Google Shape;2253;p104"/>
            <p:cNvCxnSpPr/>
            <p:nvPr/>
          </p:nvCxnSpPr>
          <p:spPr>
            <a:xfrm>
              <a:off x="614225" y="1993604"/>
              <a:ext cx="909300" cy="0"/>
            </a:xfrm>
            <a:prstGeom prst="straightConnector1">
              <a:avLst/>
            </a:prstGeom>
            <a:noFill/>
            <a:ln cap="flat" cmpd="sng" w="19050">
              <a:solidFill>
                <a:schemeClr val="dk1"/>
              </a:solidFill>
              <a:prstDash val="solid"/>
              <a:round/>
              <a:headEnd len="med" w="med" type="triangle"/>
              <a:tailEnd len="med" w="med" type="triangle"/>
            </a:ln>
          </p:spPr>
        </p:cxnSp>
        <p:cxnSp>
          <p:nvCxnSpPr>
            <p:cNvPr id="2254" name="Google Shape;2254;p104"/>
            <p:cNvCxnSpPr/>
            <p:nvPr/>
          </p:nvCxnSpPr>
          <p:spPr>
            <a:xfrm flipH="1" rot="10800000">
              <a:off x="580464" y="1322646"/>
              <a:ext cx="918600" cy="585300"/>
            </a:xfrm>
            <a:prstGeom prst="straightConnector1">
              <a:avLst/>
            </a:prstGeom>
            <a:noFill/>
            <a:ln cap="flat" cmpd="sng" w="19050">
              <a:solidFill>
                <a:schemeClr val="dk1"/>
              </a:solidFill>
              <a:prstDash val="solid"/>
              <a:round/>
              <a:headEnd len="med" w="med" type="triangle"/>
              <a:tailEnd len="med" w="med" type="triangle"/>
            </a:ln>
          </p:spPr>
        </p:cxnSp>
      </p:grpSp>
      <p:sp>
        <p:nvSpPr>
          <p:cNvPr id="2255" name="Google Shape;2255;p104"/>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1) All lengths are given in cm. Find the values of the unknowns.</a:t>
            </a:r>
            <a:endParaRPr sz="1600"/>
          </a:p>
        </p:txBody>
      </p:sp>
      <p:sp>
        <p:nvSpPr>
          <p:cNvPr id="2256" name="Google Shape;2256;p104"/>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Finding missing lengths with similar triangles</a:t>
            </a:r>
            <a:endParaRPr/>
          </a:p>
        </p:txBody>
      </p:sp>
      <p:sp>
        <p:nvSpPr>
          <p:cNvPr id="2257" name="Google Shape;2257;p104"/>
          <p:cNvSpPr txBox="1"/>
          <p:nvPr>
            <p:ph idx="1" type="body"/>
          </p:nvPr>
        </p:nvSpPr>
        <p:spPr>
          <a:xfrm>
            <a:off x="1648627" y="1533451"/>
            <a:ext cx="4245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0.4</a:t>
            </a:r>
            <a:endParaRPr sz="1600"/>
          </a:p>
        </p:txBody>
      </p:sp>
      <p:sp>
        <p:nvSpPr>
          <p:cNvPr id="2258" name="Google Shape;2258;p104"/>
          <p:cNvSpPr txBox="1"/>
          <p:nvPr>
            <p:ph idx="1" type="body"/>
          </p:nvPr>
        </p:nvSpPr>
        <p:spPr>
          <a:xfrm>
            <a:off x="873804" y="1719865"/>
            <a:ext cx="4245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24°</a:t>
            </a:r>
            <a:endParaRPr sz="1600"/>
          </a:p>
        </p:txBody>
      </p:sp>
      <p:sp>
        <p:nvSpPr>
          <p:cNvPr id="2259" name="Google Shape;2259;p104"/>
          <p:cNvSpPr txBox="1"/>
          <p:nvPr>
            <p:ph idx="1" type="body"/>
          </p:nvPr>
        </p:nvSpPr>
        <p:spPr>
          <a:xfrm>
            <a:off x="941254" y="1999650"/>
            <a:ext cx="4245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0.9</a:t>
            </a:r>
            <a:endParaRPr sz="1600"/>
          </a:p>
        </p:txBody>
      </p:sp>
      <p:grpSp>
        <p:nvGrpSpPr>
          <p:cNvPr id="2260" name="Google Shape;2260;p104"/>
          <p:cNvGrpSpPr/>
          <p:nvPr/>
        </p:nvGrpSpPr>
        <p:grpSpPr>
          <a:xfrm>
            <a:off x="386400" y="1279700"/>
            <a:ext cx="1219946" cy="890351"/>
            <a:chOff x="386400" y="1279700"/>
            <a:chExt cx="1219946" cy="890351"/>
          </a:xfrm>
        </p:grpSpPr>
        <p:sp>
          <p:nvSpPr>
            <p:cNvPr id="2261" name="Google Shape;2261;p104"/>
            <p:cNvSpPr/>
            <p:nvPr/>
          </p:nvSpPr>
          <p:spPr>
            <a:xfrm flipH="1">
              <a:off x="612275" y="1355900"/>
              <a:ext cx="918600" cy="585300"/>
            </a:xfrm>
            <a:prstGeom prst="rtTriangle">
              <a:avLst/>
            </a:prstGeom>
            <a:solidFill>
              <a:srgbClr val="037B7D">
                <a:alpha val="42140"/>
              </a:srgbClr>
            </a:solid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262" name="Google Shape;2262;p104"/>
            <p:cNvSpPr/>
            <p:nvPr/>
          </p:nvSpPr>
          <p:spPr>
            <a:xfrm>
              <a:off x="1422150" y="1820525"/>
              <a:ext cx="112800" cy="1128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263" name="Google Shape;2263;p104"/>
            <p:cNvSpPr/>
            <p:nvPr/>
          </p:nvSpPr>
          <p:spPr>
            <a:xfrm>
              <a:off x="386400" y="1711351"/>
              <a:ext cx="458700" cy="458700"/>
            </a:xfrm>
            <a:prstGeom prst="arc">
              <a:avLst>
                <a:gd fmla="val 19568997" name="adj1"/>
                <a:gd fmla="val 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264" name="Google Shape;2264;p104"/>
            <p:cNvCxnSpPr/>
            <p:nvPr/>
          </p:nvCxnSpPr>
          <p:spPr>
            <a:xfrm>
              <a:off x="614225" y="2022075"/>
              <a:ext cx="909300" cy="0"/>
            </a:xfrm>
            <a:prstGeom prst="straightConnector1">
              <a:avLst/>
            </a:prstGeom>
            <a:noFill/>
            <a:ln cap="flat" cmpd="sng" w="19050">
              <a:solidFill>
                <a:schemeClr val="dk1"/>
              </a:solidFill>
              <a:prstDash val="solid"/>
              <a:round/>
              <a:headEnd len="med" w="med" type="triangle"/>
              <a:tailEnd len="med" w="med" type="triangle"/>
            </a:ln>
          </p:spPr>
        </p:cxnSp>
        <p:cxnSp>
          <p:nvCxnSpPr>
            <p:cNvPr id="2265" name="Google Shape;2265;p104"/>
            <p:cNvCxnSpPr/>
            <p:nvPr/>
          </p:nvCxnSpPr>
          <p:spPr>
            <a:xfrm rot="10800000">
              <a:off x="1606346" y="1355100"/>
              <a:ext cx="0" cy="585600"/>
            </a:xfrm>
            <a:prstGeom prst="straightConnector1">
              <a:avLst/>
            </a:prstGeom>
            <a:noFill/>
            <a:ln cap="flat" cmpd="sng" w="19050">
              <a:solidFill>
                <a:schemeClr val="dk1"/>
              </a:solidFill>
              <a:prstDash val="solid"/>
              <a:round/>
              <a:headEnd len="med" w="med" type="triangle"/>
              <a:tailEnd len="med" w="med" type="triangle"/>
            </a:ln>
          </p:spPr>
        </p:cxnSp>
        <p:cxnSp>
          <p:nvCxnSpPr>
            <p:cNvPr id="2266" name="Google Shape;2266;p104"/>
            <p:cNvCxnSpPr/>
            <p:nvPr/>
          </p:nvCxnSpPr>
          <p:spPr>
            <a:xfrm flipH="1" rot="10800000">
              <a:off x="536075" y="1279700"/>
              <a:ext cx="918600" cy="585300"/>
            </a:xfrm>
            <a:prstGeom prst="straightConnector1">
              <a:avLst/>
            </a:prstGeom>
            <a:noFill/>
            <a:ln cap="flat" cmpd="sng" w="19050">
              <a:solidFill>
                <a:schemeClr val="dk1"/>
              </a:solidFill>
              <a:prstDash val="solid"/>
              <a:round/>
              <a:headEnd len="med" w="med" type="triangle"/>
              <a:tailEnd len="med" w="med" type="triangle"/>
            </a:ln>
          </p:spPr>
        </p:cxnSp>
      </p:grpSp>
      <p:sp>
        <p:nvSpPr>
          <p:cNvPr id="2267" name="Google Shape;2267;p104"/>
          <p:cNvSpPr txBox="1"/>
          <p:nvPr>
            <p:ph idx="1" type="body"/>
          </p:nvPr>
        </p:nvSpPr>
        <p:spPr>
          <a:xfrm>
            <a:off x="874651" y="1349839"/>
            <a:ext cx="424500" cy="3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1</a:t>
            </a:r>
            <a:endParaRPr sz="1600"/>
          </a:p>
        </p:txBody>
      </p:sp>
      <p:grpSp>
        <p:nvGrpSpPr>
          <p:cNvPr id="2268" name="Google Shape;2268;p104"/>
          <p:cNvGrpSpPr/>
          <p:nvPr/>
        </p:nvGrpSpPr>
        <p:grpSpPr>
          <a:xfrm rot="-5400000">
            <a:off x="225699" y="3302719"/>
            <a:ext cx="1702750" cy="1283141"/>
            <a:chOff x="343131" y="1318134"/>
            <a:chExt cx="1187744" cy="895048"/>
          </a:xfrm>
        </p:grpSpPr>
        <p:sp>
          <p:nvSpPr>
            <p:cNvPr id="2269" name="Google Shape;2269;p104"/>
            <p:cNvSpPr/>
            <p:nvPr/>
          </p:nvSpPr>
          <p:spPr>
            <a:xfrm flipH="1">
              <a:off x="612275" y="1355900"/>
              <a:ext cx="918600" cy="585300"/>
            </a:xfrm>
            <a:prstGeom prst="rtTriangle">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270" name="Google Shape;2270;p104"/>
            <p:cNvSpPr/>
            <p:nvPr/>
          </p:nvSpPr>
          <p:spPr>
            <a:xfrm>
              <a:off x="1466225" y="1872948"/>
              <a:ext cx="60300" cy="603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271" name="Google Shape;2271;p104"/>
            <p:cNvSpPr/>
            <p:nvPr/>
          </p:nvSpPr>
          <p:spPr>
            <a:xfrm>
              <a:off x="343131" y="1668081"/>
              <a:ext cx="545100" cy="545100"/>
            </a:xfrm>
            <a:prstGeom prst="arc">
              <a:avLst>
                <a:gd fmla="val 19568997" name="adj1"/>
                <a:gd fmla="val 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272" name="Google Shape;2272;p104"/>
            <p:cNvCxnSpPr/>
            <p:nvPr/>
          </p:nvCxnSpPr>
          <p:spPr>
            <a:xfrm>
              <a:off x="614225" y="1987819"/>
              <a:ext cx="909300" cy="0"/>
            </a:xfrm>
            <a:prstGeom prst="straightConnector1">
              <a:avLst/>
            </a:prstGeom>
            <a:noFill/>
            <a:ln cap="flat" cmpd="sng" w="19050">
              <a:solidFill>
                <a:schemeClr val="dk1"/>
              </a:solidFill>
              <a:prstDash val="solid"/>
              <a:round/>
              <a:headEnd len="med" w="med" type="triangle"/>
              <a:tailEnd len="med" w="med" type="triangle"/>
            </a:ln>
          </p:spPr>
        </p:cxnSp>
        <p:cxnSp>
          <p:nvCxnSpPr>
            <p:cNvPr id="2273" name="Google Shape;2273;p104"/>
            <p:cNvCxnSpPr/>
            <p:nvPr/>
          </p:nvCxnSpPr>
          <p:spPr>
            <a:xfrm flipH="1" rot="10800000">
              <a:off x="578686" y="1318134"/>
              <a:ext cx="918600" cy="585300"/>
            </a:xfrm>
            <a:prstGeom prst="straightConnector1">
              <a:avLst/>
            </a:prstGeom>
            <a:noFill/>
            <a:ln cap="flat" cmpd="sng" w="19050">
              <a:solidFill>
                <a:schemeClr val="dk1"/>
              </a:solidFill>
              <a:prstDash val="solid"/>
              <a:round/>
              <a:headEnd len="med" w="med" type="triangle"/>
              <a:tailEnd len="med" w="med" type="triangle"/>
            </a:ln>
          </p:spPr>
        </p:cxnSp>
      </p:grpSp>
      <p:grpSp>
        <p:nvGrpSpPr>
          <p:cNvPr id="2274" name="Google Shape;2274;p104"/>
          <p:cNvGrpSpPr/>
          <p:nvPr/>
        </p:nvGrpSpPr>
        <p:grpSpPr>
          <a:xfrm flipH="1" rot="8899297">
            <a:off x="1707740" y="3459646"/>
            <a:ext cx="1864417" cy="1360522"/>
            <a:chOff x="461036" y="1314352"/>
            <a:chExt cx="1070171" cy="780937"/>
          </a:xfrm>
        </p:grpSpPr>
        <p:sp>
          <p:nvSpPr>
            <p:cNvPr id="2275" name="Google Shape;2275;p104"/>
            <p:cNvSpPr/>
            <p:nvPr/>
          </p:nvSpPr>
          <p:spPr>
            <a:xfrm flipH="1">
              <a:off x="612275" y="1355900"/>
              <a:ext cx="918600" cy="585300"/>
            </a:xfrm>
            <a:prstGeom prst="rtTriangle">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276" name="Google Shape;2276;p104"/>
            <p:cNvSpPr/>
            <p:nvPr/>
          </p:nvSpPr>
          <p:spPr>
            <a:xfrm>
              <a:off x="1472408" y="1883156"/>
              <a:ext cx="58800" cy="588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277" name="Google Shape;2277;p104"/>
            <p:cNvSpPr/>
            <p:nvPr/>
          </p:nvSpPr>
          <p:spPr>
            <a:xfrm>
              <a:off x="461036" y="1785989"/>
              <a:ext cx="309300" cy="309300"/>
            </a:xfrm>
            <a:prstGeom prst="arc">
              <a:avLst>
                <a:gd fmla="val 19568997" name="adj1"/>
                <a:gd fmla="val 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278" name="Google Shape;2278;p104"/>
            <p:cNvCxnSpPr/>
            <p:nvPr/>
          </p:nvCxnSpPr>
          <p:spPr>
            <a:xfrm>
              <a:off x="614687" y="1977070"/>
              <a:ext cx="909300" cy="0"/>
            </a:xfrm>
            <a:prstGeom prst="straightConnector1">
              <a:avLst/>
            </a:prstGeom>
            <a:noFill/>
            <a:ln cap="flat" cmpd="sng" w="19050">
              <a:solidFill>
                <a:schemeClr val="dk1"/>
              </a:solidFill>
              <a:prstDash val="solid"/>
              <a:round/>
              <a:headEnd len="med" w="med" type="triangle"/>
              <a:tailEnd len="med" w="med" type="triangle"/>
            </a:ln>
          </p:spPr>
        </p:cxnSp>
        <p:cxnSp>
          <p:nvCxnSpPr>
            <p:cNvPr id="2279" name="Google Shape;2279;p104"/>
            <p:cNvCxnSpPr/>
            <p:nvPr/>
          </p:nvCxnSpPr>
          <p:spPr>
            <a:xfrm flipH="1" rot="10800000">
              <a:off x="589978" y="1314352"/>
              <a:ext cx="918600" cy="585300"/>
            </a:xfrm>
            <a:prstGeom prst="straightConnector1">
              <a:avLst/>
            </a:prstGeom>
            <a:noFill/>
            <a:ln cap="flat" cmpd="sng" w="19050">
              <a:solidFill>
                <a:schemeClr val="dk1"/>
              </a:solidFill>
              <a:prstDash val="solid"/>
              <a:round/>
              <a:headEnd len="med" w="med" type="triangle"/>
              <a:tailEnd len="med" w="med" type="triangle"/>
            </a:ln>
          </p:spPr>
        </p:cxnSp>
      </p:grpSp>
      <p:grpSp>
        <p:nvGrpSpPr>
          <p:cNvPr id="2280" name="Google Shape;2280;p104"/>
          <p:cNvGrpSpPr/>
          <p:nvPr/>
        </p:nvGrpSpPr>
        <p:grpSpPr>
          <a:xfrm flipH="1" rot="-9574437">
            <a:off x="3677819" y="2940276"/>
            <a:ext cx="2081351" cy="1489444"/>
            <a:chOff x="443699" y="1306209"/>
            <a:chExt cx="1127056" cy="806537"/>
          </a:xfrm>
        </p:grpSpPr>
        <p:sp>
          <p:nvSpPr>
            <p:cNvPr id="2281" name="Google Shape;2281;p104"/>
            <p:cNvSpPr/>
            <p:nvPr/>
          </p:nvSpPr>
          <p:spPr>
            <a:xfrm flipH="1">
              <a:off x="612275" y="1355900"/>
              <a:ext cx="918600" cy="585300"/>
            </a:xfrm>
            <a:prstGeom prst="rtTriangle">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282" name="Google Shape;2282;p104"/>
            <p:cNvSpPr/>
            <p:nvPr/>
          </p:nvSpPr>
          <p:spPr>
            <a:xfrm>
              <a:off x="1460300" y="1858674"/>
              <a:ext cx="74700" cy="747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283" name="Google Shape;2283;p104"/>
            <p:cNvSpPr/>
            <p:nvPr/>
          </p:nvSpPr>
          <p:spPr>
            <a:xfrm>
              <a:off x="443699" y="1768646"/>
              <a:ext cx="344100" cy="344100"/>
            </a:xfrm>
            <a:prstGeom prst="arc">
              <a:avLst>
                <a:gd fmla="val 19568997" name="adj1"/>
                <a:gd fmla="val 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284" name="Google Shape;2284;p104"/>
            <p:cNvCxnSpPr/>
            <p:nvPr/>
          </p:nvCxnSpPr>
          <p:spPr>
            <a:xfrm rot="10800000">
              <a:off x="1570755" y="1341845"/>
              <a:ext cx="0" cy="585600"/>
            </a:xfrm>
            <a:prstGeom prst="straightConnector1">
              <a:avLst/>
            </a:prstGeom>
            <a:noFill/>
            <a:ln cap="flat" cmpd="sng" w="19050">
              <a:solidFill>
                <a:schemeClr val="dk1"/>
              </a:solidFill>
              <a:prstDash val="solid"/>
              <a:round/>
              <a:headEnd len="med" w="med" type="triangle"/>
              <a:tailEnd len="med" w="med" type="triangle"/>
            </a:ln>
          </p:spPr>
        </p:cxnSp>
        <p:cxnSp>
          <p:nvCxnSpPr>
            <p:cNvPr id="2285" name="Google Shape;2285;p104"/>
            <p:cNvCxnSpPr/>
            <p:nvPr/>
          </p:nvCxnSpPr>
          <p:spPr>
            <a:xfrm flipH="1" rot="10800000">
              <a:off x="607258" y="1306209"/>
              <a:ext cx="918600" cy="585300"/>
            </a:xfrm>
            <a:prstGeom prst="straightConnector1">
              <a:avLst/>
            </a:prstGeom>
            <a:noFill/>
            <a:ln cap="flat" cmpd="sng" w="19050">
              <a:solidFill>
                <a:schemeClr val="dk1"/>
              </a:solidFill>
              <a:prstDash val="solid"/>
              <a:round/>
              <a:headEnd len="med" w="med" type="triangle"/>
              <a:tailEnd len="med" w="med" type="triangle"/>
            </a:ln>
          </p:spPr>
        </p:cxnSp>
      </p:grpSp>
      <p:sp>
        <p:nvSpPr>
          <p:cNvPr id="2286" name="Google Shape;2286;p104"/>
          <p:cNvSpPr txBox="1"/>
          <p:nvPr>
            <p:ph idx="1" type="body"/>
          </p:nvPr>
        </p:nvSpPr>
        <p:spPr>
          <a:xfrm>
            <a:off x="2783807" y="1879221"/>
            <a:ext cx="386400" cy="182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24°</a:t>
            </a:r>
            <a:endParaRPr sz="1600"/>
          </a:p>
        </p:txBody>
      </p:sp>
      <p:sp>
        <p:nvSpPr>
          <p:cNvPr id="2287" name="Google Shape;2287;p104"/>
          <p:cNvSpPr txBox="1"/>
          <p:nvPr>
            <p:ph idx="1" type="body"/>
          </p:nvPr>
        </p:nvSpPr>
        <p:spPr>
          <a:xfrm>
            <a:off x="3036658" y="2131769"/>
            <a:ext cx="424500" cy="214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1800">
                <a:latin typeface="Times New Roman"/>
                <a:ea typeface="Times New Roman"/>
                <a:cs typeface="Times New Roman"/>
                <a:sym typeface="Times New Roman"/>
              </a:rPr>
              <a:t>a</a:t>
            </a:r>
            <a:endParaRPr i="1" sz="1800">
              <a:latin typeface="Times New Roman"/>
              <a:ea typeface="Times New Roman"/>
              <a:cs typeface="Times New Roman"/>
              <a:sym typeface="Times New Roman"/>
            </a:endParaRPr>
          </a:p>
        </p:txBody>
      </p:sp>
      <p:sp>
        <p:nvSpPr>
          <p:cNvPr id="2288" name="Google Shape;2288;p104"/>
          <p:cNvSpPr txBox="1"/>
          <p:nvPr>
            <p:ph idx="1" type="body"/>
          </p:nvPr>
        </p:nvSpPr>
        <p:spPr>
          <a:xfrm>
            <a:off x="2810777" y="1460275"/>
            <a:ext cx="348000" cy="182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1.5</a:t>
            </a:r>
            <a:endParaRPr sz="1600"/>
          </a:p>
        </p:txBody>
      </p:sp>
      <p:sp>
        <p:nvSpPr>
          <p:cNvPr id="2289" name="Google Shape;2289;p104"/>
          <p:cNvSpPr txBox="1"/>
          <p:nvPr>
            <p:ph idx="1" type="body"/>
          </p:nvPr>
        </p:nvSpPr>
        <p:spPr>
          <a:xfrm flipH="1">
            <a:off x="5824843" y="1928888"/>
            <a:ext cx="364800" cy="244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24°</a:t>
            </a:r>
            <a:endParaRPr sz="1600"/>
          </a:p>
        </p:txBody>
      </p:sp>
      <p:sp>
        <p:nvSpPr>
          <p:cNvPr id="2290" name="Google Shape;2290;p104"/>
          <p:cNvSpPr txBox="1"/>
          <p:nvPr>
            <p:ph idx="1" type="body"/>
          </p:nvPr>
        </p:nvSpPr>
        <p:spPr>
          <a:xfrm flipH="1">
            <a:off x="5712665" y="1345650"/>
            <a:ext cx="184500" cy="287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2</a:t>
            </a:r>
            <a:endParaRPr sz="1600"/>
          </a:p>
        </p:txBody>
      </p:sp>
      <p:sp>
        <p:nvSpPr>
          <p:cNvPr id="2291" name="Google Shape;2291;p104"/>
          <p:cNvSpPr txBox="1"/>
          <p:nvPr>
            <p:ph idx="1" type="body"/>
          </p:nvPr>
        </p:nvSpPr>
        <p:spPr>
          <a:xfrm flipH="1">
            <a:off x="5567392" y="2223201"/>
            <a:ext cx="323100" cy="244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1800">
                <a:latin typeface="Times New Roman"/>
                <a:ea typeface="Times New Roman"/>
                <a:cs typeface="Times New Roman"/>
                <a:sym typeface="Times New Roman"/>
              </a:rPr>
              <a:t>c</a:t>
            </a:r>
            <a:endParaRPr i="1" sz="1800">
              <a:latin typeface="Times New Roman"/>
              <a:ea typeface="Times New Roman"/>
              <a:cs typeface="Times New Roman"/>
              <a:sym typeface="Times New Roman"/>
            </a:endParaRPr>
          </a:p>
        </p:txBody>
      </p:sp>
      <p:cxnSp>
        <p:nvCxnSpPr>
          <p:cNvPr id="2292" name="Google Shape;2292;p104"/>
          <p:cNvCxnSpPr/>
          <p:nvPr/>
        </p:nvCxnSpPr>
        <p:spPr>
          <a:xfrm rot="10800000">
            <a:off x="3761364" y="1387765"/>
            <a:ext cx="0" cy="729600"/>
          </a:xfrm>
          <a:prstGeom prst="straightConnector1">
            <a:avLst/>
          </a:prstGeom>
          <a:noFill/>
          <a:ln cap="flat" cmpd="sng" w="19050">
            <a:solidFill>
              <a:schemeClr val="dk1"/>
            </a:solidFill>
            <a:prstDash val="solid"/>
            <a:round/>
            <a:headEnd len="med" w="med" type="triangle"/>
            <a:tailEnd len="med" w="med" type="triangle"/>
          </a:ln>
        </p:spPr>
      </p:cxnSp>
      <p:sp>
        <p:nvSpPr>
          <p:cNvPr id="2293" name="Google Shape;2293;p104"/>
          <p:cNvSpPr txBox="1"/>
          <p:nvPr>
            <p:ph idx="1" type="body"/>
          </p:nvPr>
        </p:nvSpPr>
        <p:spPr>
          <a:xfrm>
            <a:off x="3808279" y="1636084"/>
            <a:ext cx="424500" cy="214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1800">
                <a:latin typeface="Times New Roman"/>
                <a:ea typeface="Times New Roman"/>
                <a:cs typeface="Times New Roman"/>
                <a:sym typeface="Times New Roman"/>
              </a:rPr>
              <a:t>b</a:t>
            </a:r>
            <a:endParaRPr i="1" sz="1800">
              <a:latin typeface="Times New Roman"/>
              <a:ea typeface="Times New Roman"/>
              <a:cs typeface="Times New Roman"/>
              <a:sym typeface="Times New Roman"/>
            </a:endParaRPr>
          </a:p>
        </p:txBody>
      </p:sp>
      <p:grpSp>
        <p:nvGrpSpPr>
          <p:cNvPr id="2294" name="Google Shape;2294;p104"/>
          <p:cNvGrpSpPr/>
          <p:nvPr/>
        </p:nvGrpSpPr>
        <p:grpSpPr>
          <a:xfrm flipH="1" rot="10800000">
            <a:off x="6373311" y="944427"/>
            <a:ext cx="2232185" cy="1564718"/>
            <a:chOff x="438513" y="1315237"/>
            <a:chExt cx="1145298" cy="802831"/>
          </a:xfrm>
        </p:grpSpPr>
        <p:sp>
          <p:nvSpPr>
            <p:cNvPr id="2295" name="Google Shape;2295;p104"/>
            <p:cNvSpPr/>
            <p:nvPr/>
          </p:nvSpPr>
          <p:spPr>
            <a:xfrm flipH="1">
              <a:off x="612275" y="1355900"/>
              <a:ext cx="918600" cy="585300"/>
            </a:xfrm>
            <a:prstGeom prst="rtTriangle">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296" name="Google Shape;2296;p104"/>
            <p:cNvSpPr/>
            <p:nvPr/>
          </p:nvSpPr>
          <p:spPr>
            <a:xfrm>
              <a:off x="1457632" y="1866886"/>
              <a:ext cx="73800" cy="738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297" name="Google Shape;2297;p104"/>
            <p:cNvSpPr/>
            <p:nvPr/>
          </p:nvSpPr>
          <p:spPr>
            <a:xfrm>
              <a:off x="438513" y="1763468"/>
              <a:ext cx="354600" cy="354600"/>
            </a:xfrm>
            <a:prstGeom prst="arc">
              <a:avLst>
                <a:gd fmla="val 19568997" name="adj1"/>
                <a:gd fmla="val 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298" name="Google Shape;2298;p104"/>
            <p:cNvCxnSpPr/>
            <p:nvPr/>
          </p:nvCxnSpPr>
          <p:spPr>
            <a:xfrm flipH="1" rot="10800000">
              <a:off x="584613" y="1315237"/>
              <a:ext cx="918600" cy="585300"/>
            </a:xfrm>
            <a:prstGeom prst="straightConnector1">
              <a:avLst/>
            </a:prstGeom>
            <a:noFill/>
            <a:ln cap="flat" cmpd="sng" w="19050">
              <a:solidFill>
                <a:schemeClr val="dk1"/>
              </a:solidFill>
              <a:prstDash val="solid"/>
              <a:round/>
              <a:headEnd len="med" w="med" type="triangle"/>
              <a:tailEnd len="med" w="med" type="triangle"/>
            </a:ln>
          </p:spPr>
        </p:cxnSp>
        <p:cxnSp>
          <p:nvCxnSpPr>
            <p:cNvPr id="2299" name="Google Shape;2299;p104"/>
            <p:cNvCxnSpPr/>
            <p:nvPr/>
          </p:nvCxnSpPr>
          <p:spPr>
            <a:xfrm rot="10800000">
              <a:off x="1583811" y="1355100"/>
              <a:ext cx="0" cy="585600"/>
            </a:xfrm>
            <a:prstGeom prst="straightConnector1">
              <a:avLst/>
            </a:prstGeom>
            <a:noFill/>
            <a:ln cap="flat" cmpd="sng" w="19050">
              <a:solidFill>
                <a:schemeClr val="dk1"/>
              </a:solidFill>
              <a:prstDash val="solid"/>
              <a:round/>
              <a:headEnd len="med" w="med" type="triangle"/>
              <a:tailEnd len="med" w="med" type="triangle"/>
            </a:ln>
          </p:spPr>
        </p:cxnSp>
      </p:grpSp>
      <p:sp>
        <p:nvSpPr>
          <p:cNvPr id="2300" name="Google Shape;2300;p104"/>
          <p:cNvSpPr txBox="1"/>
          <p:nvPr>
            <p:ph idx="1" type="body"/>
          </p:nvPr>
        </p:nvSpPr>
        <p:spPr>
          <a:xfrm flipH="1">
            <a:off x="7317242" y="1955348"/>
            <a:ext cx="498900" cy="287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2.5</a:t>
            </a:r>
            <a:endParaRPr sz="1600"/>
          </a:p>
        </p:txBody>
      </p:sp>
      <p:sp>
        <p:nvSpPr>
          <p:cNvPr id="2301" name="Google Shape;2301;p104"/>
          <p:cNvSpPr txBox="1"/>
          <p:nvPr>
            <p:ph idx="1" type="body"/>
          </p:nvPr>
        </p:nvSpPr>
        <p:spPr>
          <a:xfrm flipH="1">
            <a:off x="4638024" y="1537401"/>
            <a:ext cx="323100" cy="244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1800">
                <a:latin typeface="Times New Roman"/>
                <a:ea typeface="Times New Roman"/>
                <a:cs typeface="Times New Roman"/>
                <a:sym typeface="Times New Roman"/>
              </a:rPr>
              <a:t>d</a:t>
            </a:r>
            <a:endParaRPr i="1" sz="1800">
              <a:latin typeface="Times New Roman"/>
              <a:ea typeface="Times New Roman"/>
              <a:cs typeface="Times New Roman"/>
              <a:sym typeface="Times New Roman"/>
            </a:endParaRPr>
          </a:p>
        </p:txBody>
      </p:sp>
      <p:sp>
        <p:nvSpPr>
          <p:cNvPr id="2302" name="Google Shape;2302;p104"/>
          <p:cNvSpPr txBox="1"/>
          <p:nvPr>
            <p:ph idx="1" type="body"/>
          </p:nvPr>
        </p:nvSpPr>
        <p:spPr>
          <a:xfrm flipH="1">
            <a:off x="7079422" y="1285270"/>
            <a:ext cx="364800" cy="244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24°</a:t>
            </a:r>
            <a:endParaRPr sz="1600"/>
          </a:p>
        </p:txBody>
      </p:sp>
      <p:cxnSp>
        <p:nvCxnSpPr>
          <p:cNvPr id="2303" name="Google Shape;2303;p104"/>
          <p:cNvCxnSpPr/>
          <p:nvPr/>
        </p:nvCxnSpPr>
        <p:spPr>
          <a:xfrm>
            <a:off x="4799768" y="1149400"/>
            <a:ext cx="0" cy="1023600"/>
          </a:xfrm>
          <a:prstGeom prst="straightConnector1">
            <a:avLst/>
          </a:prstGeom>
          <a:noFill/>
          <a:ln cap="flat" cmpd="sng" w="19050">
            <a:solidFill>
              <a:schemeClr val="dk1"/>
            </a:solidFill>
            <a:prstDash val="solid"/>
            <a:round/>
            <a:headEnd len="med" w="med" type="triangle"/>
            <a:tailEnd len="med" w="med" type="triangle"/>
          </a:ln>
        </p:spPr>
      </p:cxnSp>
      <p:sp>
        <p:nvSpPr>
          <p:cNvPr id="2304" name="Google Shape;2304;p104"/>
          <p:cNvSpPr txBox="1"/>
          <p:nvPr>
            <p:ph idx="1" type="body"/>
          </p:nvPr>
        </p:nvSpPr>
        <p:spPr>
          <a:xfrm flipH="1">
            <a:off x="8649410" y="1669390"/>
            <a:ext cx="323100" cy="244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1800">
                <a:latin typeface="Times New Roman"/>
                <a:ea typeface="Times New Roman"/>
                <a:cs typeface="Times New Roman"/>
                <a:sym typeface="Times New Roman"/>
              </a:rPr>
              <a:t>e</a:t>
            </a:r>
            <a:endParaRPr i="1" sz="1800">
              <a:latin typeface="Times New Roman"/>
              <a:ea typeface="Times New Roman"/>
              <a:cs typeface="Times New Roman"/>
              <a:sym typeface="Times New Roman"/>
            </a:endParaRPr>
          </a:p>
        </p:txBody>
      </p:sp>
      <p:sp>
        <p:nvSpPr>
          <p:cNvPr id="2305" name="Google Shape;2305;p104"/>
          <p:cNvSpPr txBox="1"/>
          <p:nvPr>
            <p:ph idx="1" type="body"/>
          </p:nvPr>
        </p:nvSpPr>
        <p:spPr>
          <a:xfrm flipH="1">
            <a:off x="539994" y="3722580"/>
            <a:ext cx="286500" cy="253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1.8</a:t>
            </a:r>
            <a:endParaRPr sz="1600"/>
          </a:p>
        </p:txBody>
      </p:sp>
      <p:sp>
        <p:nvSpPr>
          <p:cNvPr id="2306" name="Google Shape;2306;p104"/>
          <p:cNvSpPr txBox="1"/>
          <p:nvPr>
            <p:ph idx="1" type="body"/>
          </p:nvPr>
        </p:nvSpPr>
        <p:spPr>
          <a:xfrm flipH="1">
            <a:off x="1477252" y="3579248"/>
            <a:ext cx="284400" cy="214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1800">
                <a:latin typeface="Times New Roman"/>
                <a:ea typeface="Times New Roman"/>
                <a:cs typeface="Times New Roman"/>
                <a:sym typeface="Times New Roman"/>
              </a:rPr>
              <a:t>f</a:t>
            </a:r>
            <a:endParaRPr i="1" sz="1800">
              <a:latin typeface="Times New Roman"/>
              <a:ea typeface="Times New Roman"/>
              <a:cs typeface="Times New Roman"/>
              <a:sym typeface="Times New Roman"/>
            </a:endParaRPr>
          </a:p>
        </p:txBody>
      </p:sp>
      <p:sp>
        <p:nvSpPr>
          <p:cNvPr id="2307" name="Google Shape;2307;p104"/>
          <p:cNvSpPr txBox="1"/>
          <p:nvPr>
            <p:ph idx="1" type="body"/>
          </p:nvPr>
        </p:nvSpPr>
        <p:spPr>
          <a:xfrm>
            <a:off x="990025" y="3687466"/>
            <a:ext cx="390900" cy="143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24°</a:t>
            </a:r>
            <a:endParaRPr sz="1600"/>
          </a:p>
        </p:txBody>
      </p:sp>
      <p:sp>
        <p:nvSpPr>
          <p:cNvPr id="2308" name="Google Shape;2308;p104"/>
          <p:cNvSpPr txBox="1"/>
          <p:nvPr>
            <p:ph idx="1" type="body"/>
          </p:nvPr>
        </p:nvSpPr>
        <p:spPr>
          <a:xfrm flipH="1">
            <a:off x="2798201" y="4168495"/>
            <a:ext cx="265500" cy="200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1800">
                <a:latin typeface="Times New Roman"/>
                <a:ea typeface="Times New Roman"/>
                <a:cs typeface="Times New Roman"/>
                <a:sym typeface="Times New Roman"/>
              </a:rPr>
              <a:t>g</a:t>
            </a:r>
            <a:endParaRPr i="1" sz="1800">
              <a:latin typeface="Times New Roman"/>
              <a:ea typeface="Times New Roman"/>
              <a:cs typeface="Times New Roman"/>
              <a:sym typeface="Times New Roman"/>
            </a:endParaRPr>
          </a:p>
        </p:txBody>
      </p:sp>
      <p:sp>
        <p:nvSpPr>
          <p:cNvPr id="2309" name="Google Shape;2309;p104"/>
          <p:cNvSpPr txBox="1"/>
          <p:nvPr>
            <p:ph idx="1" type="body"/>
          </p:nvPr>
        </p:nvSpPr>
        <p:spPr>
          <a:xfrm flipH="1">
            <a:off x="2261219" y="3471724"/>
            <a:ext cx="267300" cy="236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1.8</a:t>
            </a:r>
            <a:endParaRPr sz="1600"/>
          </a:p>
        </p:txBody>
      </p:sp>
      <p:sp>
        <p:nvSpPr>
          <p:cNvPr id="2310" name="Google Shape;2310;p104"/>
          <p:cNvSpPr txBox="1"/>
          <p:nvPr>
            <p:ph idx="1" type="body"/>
          </p:nvPr>
        </p:nvSpPr>
        <p:spPr>
          <a:xfrm flipH="1">
            <a:off x="5664504" y="4098744"/>
            <a:ext cx="311400" cy="2751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1.8</a:t>
            </a:r>
            <a:endParaRPr sz="1600"/>
          </a:p>
        </p:txBody>
      </p:sp>
      <p:sp>
        <p:nvSpPr>
          <p:cNvPr id="2311" name="Google Shape;2311;p104"/>
          <p:cNvSpPr txBox="1"/>
          <p:nvPr>
            <p:ph idx="1" type="body"/>
          </p:nvPr>
        </p:nvSpPr>
        <p:spPr>
          <a:xfrm flipH="1">
            <a:off x="4467681" y="3207829"/>
            <a:ext cx="424500" cy="224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24°</a:t>
            </a:r>
            <a:endParaRPr sz="1600"/>
          </a:p>
        </p:txBody>
      </p:sp>
      <p:sp>
        <p:nvSpPr>
          <p:cNvPr id="2312" name="Google Shape;2312;p104"/>
          <p:cNvSpPr txBox="1"/>
          <p:nvPr>
            <p:ph idx="1" type="body"/>
          </p:nvPr>
        </p:nvSpPr>
        <p:spPr>
          <a:xfrm flipH="1">
            <a:off x="2138300" y="3916657"/>
            <a:ext cx="459300" cy="209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24°</a:t>
            </a:r>
            <a:endParaRPr sz="1600"/>
          </a:p>
        </p:txBody>
      </p:sp>
      <p:sp>
        <p:nvSpPr>
          <p:cNvPr id="2313" name="Google Shape;2313;p104"/>
          <p:cNvSpPr txBox="1"/>
          <p:nvPr>
            <p:ph idx="1" type="body"/>
          </p:nvPr>
        </p:nvSpPr>
        <p:spPr>
          <a:xfrm flipH="1">
            <a:off x="4594116" y="3893340"/>
            <a:ext cx="284400" cy="2148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1800">
                <a:latin typeface="Times New Roman"/>
                <a:ea typeface="Times New Roman"/>
                <a:cs typeface="Times New Roman"/>
                <a:sym typeface="Times New Roman"/>
              </a:rPr>
              <a:t>h</a:t>
            </a:r>
            <a:endParaRPr i="1" sz="1800">
              <a:latin typeface="Times New Roman"/>
              <a:ea typeface="Times New Roman"/>
              <a:cs typeface="Times New Roman"/>
              <a:sym typeface="Times New Roman"/>
            </a:endParaRPr>
          </a:p>
        </p:txBody>
      </p:sp>
      <p:grpSp>
        <p:nvGrpSpPr>
          <p:cNvPr id="2314" name="Google Shape;2314;p104"/>
          <p:cNvGrpSpPr/>
          <p:nvPr/>
        </p:nvGrpSpPr>
        <p:grpSpPr>
          <a:xfrm rot="-6853689">
            <a:off x="6538714" y="3401742"/>
            <a:ext cx="2232148" cy="1564692"/>
            <a:chOff x="438513" y="1315237"/>
            <a:chExt cx="1145298" cy="802831"/>
          </a:xfrm>
        </p:grpSpPr>
        <p:sp>
          <p:nvSpPr>
            <p:cNvPr id="2315" name="Google Shape;2315;p104"/>
            <p:cNvSpPr/>
            <p:nvPr/>
          </p:nvSpPr>
          <p:spPr>
            <a:xfrm flipH="1">
              <a:off x="612275" y="1355900"/>
              <a:ext cx="918600" cy="585300"/>
            </a:xfrm>
            <a:prstGeom prst="rtTriangle">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316" name="Google Shape;2316;p104"/>
            <p:cNvSpPr/>
            <p:nvPr/>
          </p:nvSpPr>
          <p:spPr>
            <a:xfrm>
              <a:off x="1457632" y="1866886"/>
              <a:ext cx="73800" cy="738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317" name="Google Shape;2317;p104"/>
            <p:cNvSpPr/>
            <p:nvPr/>
          </p:nvSpPr>
          <p:spPr>
            <a:xfrm>
              <a:off x="438513" y="1763468"/>
              <a:ext cx="354600" cy="354600"/>
            </a:xfrm>
            <a:prstGeom prst="arc">
              <a:avLst>
                <a:gd fmla="val 19568997" name="adj1"/>
                <a:gd fmla="val 0"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318" name="Google Shape;2318;p104"/>
            <p:cNvCxnSpPr/>
            <p:nvPr/>
          </p:nvCxnSpPr>
          <p:spPr>
            <a:xfrm flipH="1" rot="10800000">
              <a:off x="584613" y="1315237"/>
              <a:ext cx="918600" cy="585300"/>
            </a:xfrm>
            <a:prstGeom prst="straightConnector1">
              <a:avLst/>
            </a:prstGeom>
            <a:noFill/>
            <a:ln cap="flat" cmpd="sng" w="19050">
              <a:solidFill>
                <a:schemeClr val="dk1"/>
              </a:solidFill>
              <a:prstDash val="solid"/>
              <a:round/>
              <a:headEnd len="med" w="med" type="triangle"/>
              <a:tailEnd len="med" w="med" type="triangle"/>
            </a:ln>
          </p:spPr>
        </p:cxnSp>
        <p:cxnSp>
          <p:nvCxnSpPr>
            <p:cNvPr id="2319" name="Google Shape;2319;p104"/>
            <p:cNvCxnSpPr/>
            <p:nvPr/>
          </p:nvCxnSpPr>
          <p:spPr>
            <a:xfrm rot="10800000">
              <a:off x="1583811" y="1355100"/>
              <a:ext cx="0" cy="585600"/>
            </a:xfrm>
            <a:prstGeom prst="straightConnector1">
              <a:avLst/>
            </a:prstGeom>
            <a:noFill/>
            <a:ln cap="flat" cmpd="sng" w="19050">
              <a:solidFill>
                <a:schemeClr val="dk1"/>
              </a:solidFill>
              <a:prstDash val="solid"/>
              <a:round/>
              <a:headEnd len="med" w="med" type="triangle"/>
              <a:tailEnd len="med" w="med" type="triangle"/>
            </a:ln>
          </p:spPr>
        </p:cxnSp>
      </p:grpSp>
      <p:sp>
        <p:nvSpPr>
          <p:cNvPr id="2320" name="Google Shape;2320;p104"/>
          <p:cNvSpPr txBox="1"/>
          <p:nvPr>
            <p:ph idx="1" type="body"/>
          </p:nvPr>
        </p:nvSpPr>
        <p:spPr>
          <a:xfrm>
            <a:off x="6866422" y="3452534"/>
            <a:ext cx="364800" cy="244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66°</a:t>
            </a:r>
            <a:endParaRPr sz="1600"/>
          </a:p>
        </p:txBody>
      </p:sp>
      <p:sp>
        <p:nvSpPr>
          <p:cNvPr id="2321" name="Google Shape;2321;p104"/>
          <p:cNvSpPr txBox="1"/>
          <p:nvPr>
            <p:ph idx="1" type="body"/>
          </p:nvPr>
        </p:nvSpPr>
        <p:spPr>
          <a:xfrm rot="-3195">
            <a:off x="7143612" y="4038904"/>
            <a:ext cx="322800" cy="244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1800">
                <a:latin typeface="Times New Roman"/>
                <a:ea typeface="Times New Roman"/>
                <a:cs typeface="Times New Roman"/>
                <a:sym typeface="Times New Roman"/>
              </a:rPr>
              <a:t>i</a:t>
            </a:r>
            <a:endParaRPr i="1" sz="1800">
              <a:latin typeface="Times New Roman"/>
              <a:ea typeface="Times New Roman"/>
              <a:cs typeface="Times New Roman"/>
              <a:sym typeface="Times New Roman"/>
            </a:endParaRPr>
          </a:p>
        </p:txBody>
      </p:sp>
      <p:sp>
        <p:nvSpPr>
          <p:cNvPr id="2322" name="Google Shape;2322;p104"/>
          <p:cNvSpPr/>
          <p:nvPr/>
        </p:nvSpPr>
        <p:spPr>
          <a:xfrm>
            <a:off x="6326787" y="3316201"/>
            <a:ext cx="516900" cy="516900"/>
          </a:xfrm>
          <a:prstGeom prst="arc">
            <a:avLst>
              <a:gd fmla="val 19967005" name="adj1"/>
              <a:gd fmla="val 1527249" name="adj2"/>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323" name="Google Shape;2323;p104"/>
          <p:cNvCxnSpPr/>
          <p:nvPr/>
        </p:nvCxnSpPr>
        <p:spPr>
          <a:xfrm rot="10800000">
            <a:off x="7739938" y="3035463"/>
            <a:ext cx="723600" cy="1644300"/>
          </a:xfrm>
          <a:prstGeom prst="straightConnector1">
            <a:avLst/>
          </a:prstGeom>
          <a:noFill/>
          <a:ln cap="flat" cmpd="sng" w="19050">
            <a:solidFill>
              <a:schemeClr val="dk1"/>
            </a:solidFill>
            <a:prstDash val="solid"/>
            <a:round/>
            <a:headEnd len="med" w="med" type="triangle"/>
            <a:tailEnd len="med" w="med" type="triangle"/>
          </a:ln>
        </p:spPr>
      </p:cxnSp>
      <p:sp>
        <p:nvSpPr>
          <p:cNvPr id="2324" name="Google Shape;2324;p104"/>
          <p:cNvSpPr txBox="1"/>
          <p:nvPr>
            <p:ph idx="1" type="body"/>
          </p:nvPr>
        </p:nvSpPr>
        <p:spPr>
          <a:xfrm rot="2067">
            <a:off x="6875564" y="2958786"/>
            <a:ext cx="498900" cy="2880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1.2</a:t>
            </a:r>
            <a:endParaRPr sz="1600"/>
          </a:p>
        </p:txBody>
      </p:sp>
      <p:sp>
        <p:nvSpPr>
          <p:cNvPr id="2325" name="Google Shape;2325;p104"/>
          <p:cNvSpPr txBox="1"/>
          <p:nvPr>
            <p:ph idx="1" type="body"/>
          </p:nvPr>
        </p:nvSpPr>
        <p:spPr>
          <a:xfrm rot="-3195">
            <a:off x="8143833" y="3533598"/>
            <a:ext cx="322800" cy="2442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1800">
                <a:latin typeface="Times New Roman"/>
                <a:ea typeface="Times New Roman"/>
                <a:cs typeface="Times New Roman"/>
                <a:sym typeface="Times New Roman"/>
              </a:rPr>
              <a:t>j</a:t>
            </a:r>
            <a:endParaRPr i="1" sz="1800">
              <a:latin typeface="Times New Roman"/>
              <a:ea typeface="Times New Roman"/>
              <a:cs typeface="Times New Roman"/>
              <a:sym typeface="Times New Roman"/>
            </a:endParaRPr>
          </a:p>
        </p:txBody>
      </p:sp>
      <p:sp>
        <p:nvSpPr>
          <p:cNvPr id="2326" name="Google Shape;2326;p104"/>
          <p:cNvSpPr txBox="1"/>
          <p:nvPr>
            <p:ph idx="1" type="body"/>
          </p:nvPr>
        </p:nvSpPr>
        <p:spPr>
          <a:xfrm>
            <a:off x="2284873" y="2486232"/>
            <a:ext cx="846900" cy="214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1800">
                <a:latin typeface="Times New Roman"/>
                <a:ea typeface="Times New Roman"/>
                <a:cs typeface="Times New Roman"/>
                <a:sym typeface="Times New Roman"/>
              </a:rPr>
              <a:t>a </a:t>
            </a:r>
            <a:r>
              <a:rPr lang="en-GB" sz="1800">
                <a:latin typeface="Kalam"/>
                <a:ea typeface="Kalam"/>
                <a:cs typeface="Kalam"/>
                <a:sym typeface="Kalam"/>
              </a:rPr>
              <a:t>= 1.35</a:t>
            </a:r>
            <a:endParaRPr sz="1800">
              <a:latin typeface="Kalam"/>
              <a:ea typeface="Kalam"/>
              <a:cs typeface="Kalam"/>
              <a:sym typeface="Kalam"/>
            </a:endParaRPr>
          </a:p>
        </p:txBody>
      </p:sp>
      <p:sp>
        <p:nvSpPr>
          <p:cNvPr id="2327" name="Google Shape;2327;p104"/>
          <p:cNvSpPr txBox="1"/>
          <p:nvPr>
            <p:ph idx="1" type="body"/>
          </p:nvPr>
        </p:nvSpPr>
        <p:spPr>
          <a:xfrm>
            <a:off x="3351675" y="2486225"/>
            <a:ext cx="793500" cy="214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1800">
                <a:latin typeface="Times New Roman"/>
                <a:ea typeface="Times New Roman"/>
                <a:cs typeface="Times New Roman"/>
                <a:sym typeface="Times New Roman"/>
              </a:rPr>
              <a:t>b </a:t>
            </a:r>
            <a:r>
              <a:rPr lang="en-GB" sz="1800">
                <a:latin typeface="Kalam"/>
                <a:ea typeface="Kalam"/>
                <a:cs typeface="Kalam"/>
                <a:sym typeface="Kalam"/>
              </a:rPr>
              <a:t>= 0.6</a:t>
            </a:r>
            <a:endParaRPr sz="1800">
              <a:latin typeface="Kalam"/>
              <a:ea typeface="Kalam"/>
              <a:cs typeface="Kalam"/>
              <a:sym typeface="Kalam"/>
            </a:endParaRPr>
          </a:p>
        </p:txBody>
      </p:sp>
      <p:sp>
        <p:nvSpPr>
          <p:cNvPr id="2328" name="Google Shape;2328;p104"/>
          <p:cNvSpPr txBox="1"/>
          <p:nvPr>
            <p:ph idx="1" type="body"/>
          </p:nvPr>
        </p:nvSpPr>
        <p:spPr>
          <a:xfrm>
            <a:off x="4723273" y="2486232"/>
            <a:ext cx="846900" cy="214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1800">
                <a:latin typeface="Times New Roman"/>
                <a:ea typeface="Times New Roman"/>
                <a:cs typeface="Times New Roman"/>
                <a:sym typeface="Times New Roman"/>
              </a:rPr>
              <a:t>c </a:t>
            </a:r>
            <a:r>
              <a:rPr lang="en-GB" sz="1800">
                <a:latin typeface="Kalam"/>
                <a:ea typeface="Kalam"/>
                <a:cs typeface="Kalam"/>
                <a:sym typeface="Kalam"/>
              </a:rPr>
              <a:t>= 1.8</a:t>
            </a:r>
            <a:endParaRPr sz="1800">
              <a:latin typeface="Kalam"/>
              <a:ea typeface="Kalam"/>
              <a:cs typeface="Kalam"/>
              <a:sym typeface="Kalam"/>
            </a:endParaRPr>
          </a:p>
        </p:txBody>
      </p:sp>
      <p:sp>
        <p:nvSpPr>
          <p:cNvPr id="2329" name="Google Shape;2329;p104"/>
          <p:cNvSpPr txBox="1"/>
          <p:nvPr>
            <p:ph idx="1" type="body"/>
          </p:nvPr>
        </p:nvSpPr>
        <p:spPr>
          <a:xfrm>
            <a:off x="5713875" y="2486225"/>
            <a:ext cx="793500" cy="214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1800">
                <a:latin typeface="Times New Roman"/>
                <a:ea typeface="Times New Roman"/>
                <a:cs typeface="Times New Roman"/>
                <a:sym typeface="Times New Roman"/>
              </a:rPr>
              <a:t>d </a:t>
            </a:r>
            <a:r>
              <a:rPr lang="en-GB" sz="1800">
                <a:latin typeface="Kalam"/>
                <a:ea typeface="Kalam"/>
                <a:cs typeface="Kalam"/>
                <a:sym typeface="Kalam"/>
              </a:rPr>
              <a:t>= 0.8</a:t>
            </a:r>
            <a:endParaRPr sz="1800">
              <a:latin typeface="Kalam"/>
              <a:ea typeface="Kalam"/>
              <a:cs typeface="Kalam"/>
              <a:sym typeface="Kalam"/>
            </a:endParaRPr>
          </a:p>
        </p:txBody>
      </p:sp>
      <p:sp>
        <p:nvSpPr>
          <p:cNvPr id="2330" name="Google Shape;2330;p104"/>
          <p:cNvSpPr txBox="1"/>
          <p:nvPr>
            <p:ph idx="1" type="body"/>
          </p:nvPr>
        </p:nvSpPr>
        <p:spPr>
          <a:xfrm>
            <a:off x="7314075" y="2486225"/>
            <a:ext cx="793500" cy="214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1800">
                <a:latin typeface="Times New Roman"/>
                <a:ea typeface="Times New Roman"/>
                <a:cs typeface="Times New Roman"/>
                <a:sym typeface="Times New Roman"/>
              </a:rPr>
              <a:t>e </a:t>
            </a:r>
            <a:r>
              <a:rPr lang="en-GB" sz="1800">
                <a:latin typeface="Kalam"/>
                <a:ea typeface="Kalam"/>
                <a:cs typeface="Kalam"/>
                <a:sym typeface="Kalam"/>
              </a:rPr>
              <a:t>= 1</a:t>
            </a:r>
            <a:endParaRPr sz="1800">
              <a:latin typeface="Kalam"/>
              <a:ea typeface="Kalam"/>
              <a:cs typeface="Kalam"/>
              <a:sym typeface="Kalam"/>
            </a:endParaRPr>
          </a:p>
        </p:txBody>
      </p:sp>
      <p:sp>
        <p:nvSpPr>
          <p:cNvPr id="2331" name="Google Shape;2331;p104"/>
          <p:cNvSpPr txBox="1"/>
          <p:nvPr>
            <p:ph idx="1" type="body"/>
          </p:nvPr>
        </p:nvSpPr>
        <p:spPr>
          <a:xfrm>
            <a:off x="593166" y="4542141"/>
            <a:ext cx="779400" cy="197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1800">
                <a:latin typeface="Times New Roman"/>
                <a:ea typeface="Times New Roman"/>
                <a:cs typeface="Times New Roman"/>
                <a:sym typeface="Times New Roman"/>
              </a:rPr>
              <a:t>f </a:t>
            </a:r>
            <a:r>
              <a:rPr lang="en-GB" sz="1800">
                <a:latin typeface="Kalam"/>
                <a:ea typeface="Kalam"/>
                <a:cs typeface="Kalam"/>
                <a:sym typeface="Kalam"/>
              </a:rPr>
              <a:t>= 1.62</a:t>
            </a:r>
            <a:endParaRPr sz="1800">
              <a:latin typeface="Kalam"/>
              <a:ea typeface="Kalam"/>
              <a:cs typeface="Kalam"/>
              <a:sym typeface="Kalam"/>
            </a:endParaRPr>
          </a:p>
        </p:txBody>
      </p:sp>
      <p:sp>
        <p:nvSpPr>
          <p:cNvPr id="2332" name="Google Shape;2332;p104"/>
          <p:cNvSpPr txBox="1"/>
          <p:nvPr>
            <p:ph idx="1" type="body"/>
          </p:nvPr>
        </p:nvSpPr>
        <p:spPr>
          <a:xfrm>
            <a:off x="2346638" y="4542141"/>
            <a:ext cx="779400" cy="197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1800">
                <a:latin typeface="Times New Roman"/>
                <a:ea typeface="Times New Roman"/>
                <a:cs typeface="Times New Roman"/>
                <a:sym typeface="Times New Roman"/>
              </a:rPr>
              <a:t>g </a:t>
            </a:r>
            <a:r>
              <a:rPr lang="en-GB" sz="1800">
                <a:latin typeface="Kalam"/>
                <a:ea typeface="Kalam"/>
                <a:cs typeface="Kalam"/>
                <a:sym typeface="Kalam"/>
              </a:rPr>
              <a:t>= 2</a:t>
            </a:r>
            <a:endParaRPr sz="1800">
              <a:latin typeface="Kalam"/>
              <a:ea typeface="Kalam"/>
              <a:cs typeface="Kalam"/>
              <a:sym typeface="Kalam"/>
            </a:endParaRPr>
          </a:p>
        </p:txBody>
      </p:sp>
      <p:sp>
        <p:nvSpPr>
          <p:cNvPr id="2333" name="Google Shape;2333;p104"/>
          <p:cNvSpPr txBox="1"/>
          <p:nvPr>
            <p:ph idx="1" type="body"/>
          </p:nvPr>
        </p:nvSpPr>
        <p:spPr>
          <a:xfrm>
            <a:off x="4251638" y="4542141"/>
            <a:ext cx="779400" cy="197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1800">
                <a:latin typeface="Times New Roman"/>
                <a:ea typeface="Times New Roman"/>
                <a:cs typeface="Times New Roman"/>
                <a:sym typeface="Times New Roman"/>
              </a:rPr>
              <a:t>h </a:t>
            </a:r>
            <a:r>
              <a:rPr lang="en-GB" sz="1800">
                <a:latin typeface="Kalam"/>
                <a:ea typeface="Kalam"/>
                <a:cs typeface="Kalam"/>
                <a:sym typeface="Kalam"/>
              </a:rPr>
              <a:t>= 4.5</a:t>
            </a:r>
            <a:endParaRPr sz="1800">
              <a:latin typeface="Kalam"/>
              <a:ea typeface="Kalam"/>
              <a:cs typeface="Kalam"/>
              <a:sym typeface="Kalam"/>
            </a:endParaRPr>
          </a:p>
        </p:txBody>
      </p:sp>
      <p:sp>
        <p:nvSpPr>
          <p:cNvPr id="2334" name="Google Shape;2334;p104"/>
          <p:cNvSpPr txBox="1"/>
          <p:nvPr>
            <p:ph idx="1" type="body"/>
          </p:nvPr>
        </p:nvSpPr>
        <p:spPr>
          <a:xfrm>
            <a:off x="6461438" y="4548944"/>
            <a:ext cx="779400" cy="197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1800">
                <a:latin typeface="Times New Roman"/>
                <a:ea typeface="Times New Roman"/>
                <a:cs typeface="Times New Roman"/>
                <a:sym typeface="Times New Roman"/>
              </a:rPr>
              <a:t>i </a:t>
            </a:r>
            <a:r>
              <a:rPr lang="en-GB" sz="1800">
                <a:latin typeface="Kalam"/>
                <a:ea typeface="Kalam"/>
                <a:cs typeface="Kalam"/>
                <a:sym typeface="Kalam"/>
              </a:rPr>
              <a:t>= 3</a:t>
            </a:r>
            <a:endParaRPr sz="1800">
              <a:latin typeface="Kalam"/>
              <a:ea typeface="Kalam"/>
              <a:cs typeface="Kalam"/>
              <a:sym typeface="Kalam"/>
            </a:endParaRPr>
          </a:p>
        </p:txBody>
      </p:sp>
      <p:sp>
        <p:nvSpPr>
          <p:cNvPr id="2335" name="Google Shape;2335;p104"/>
          <p:cNvSpPr txBox="1"/>
          <p:nvPr>
            <p:ph idx="1" type="body"/>
          </p:nvPr>
        </p:nvSpPr>
        <p:spPr>
          <a:xfrm>
            <a:off x="7223438" y="4548944"/>
            <a:ext cx="779400" cy="1974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1800">
                <a:latin typeface="Times New Roman"/>
                <a:ea typeface="Times New Roman"/>
                <a:cs typeface="Times New Roman"/>
                <a:sym typeface="Times New Roman"/>
              </a:rPr>
              <a:t>j </a:t>
            </a:r>
            <a:r>
              <a:rPr lang="en-GB" sz="1800">
                <a:latin typeface="Kalam"/>
                <a:ea typeface="Kalam"/>
                <a:cs typeface="Kalam"/>
                <a:sym typeface="Kalam"/>
              </a:rPr>
              <a:t>= 2.7</a:t>
            </a:r>
            <a:endParaRPr sz="1800">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2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2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2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2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3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3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32"/>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3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3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3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9" name="Shape 2339"/>
        <p:cNvGrpSpPr/>
        <p:nvPr/>
      </p:nvGrpSpPr>
      <p:grpSpPr>
        <a:xfrm>
          <a:off x="0" y="0"/>
          <a:ext cx="0" cy="0"/>
          <a:chOff x="0" y="0"/>
          <a:chExt cx="0" cy="0"/>
        </a:xfrm>
      </p:grpSpPr>
      <p:sp>
        <p:nvSpPr>
          <p:cNvPr id="2340" name="Google Shape;2340;p105"/>
          <p:cNvSpPr/>
          <p:nvPr/>
        </p:nvSpPr>
        <p:spPr>
          <a:xfrm flipH="1">
            <a:off x="5913674" y="3772152"/>
            <a:ext cx="99600" cy="996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341" name="Google Shape;2341;p105"/>
          <p:cNvSpPr/>
          <p:nvPr/>
        </p:nvSpPr>
        <p:spPr>
          <a:xfrm flipH="1">
            <a:off x="6806838" y="3772152"/>
            <a:ext cx="99600" cy="996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342" name="Google Shape;2342;p105"/>
          <p:cNvSpPr/>
          <p:nvPr/>
        </p:nvSpPr>
        <p:spPr>
          <a:xfrm flipH="1">
            <a:off x="8047274" y="3772152"/>
            <a:ext cx="99600" cy="996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343" name="Google Shape;2343;p105"/>
          <p:cNvSpPr/>
          <p:nvPr/>
        </p:nvSpPr>
        <p:spPr>
          <a:xfrm flipH="1">
            <a:off x="3562140" y="3806881"/>
            <a:ext cx="99600" cy="99600"/>
          </a:xfrm>
          <a:prstGeom prst="rect">
            <a:avLst/>
          </a:prstGeom>
          <a:noFill/>
          <a:ln cap="flat" cmpd="sng" w="1905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344" name="Google Shape;2344;p105"/>
          <p:cNvSpPr txBox="1"/>
          <p:nvPr>
            <p:ph idx="1" type="body"/>
          </p:nvPr>
        </p:nvSpPr>
        <p:spPr>
          <a:xfrm>
            <a:off x="324000" y="759300"/>
            <a:ext cx="8237700" cy="30207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lang="en-GB" sz="1600"/>
              <a:t>2) Find the values of </a:t>
            </a:r>
            <a:r>
              <a:rPr i="1" lang="en-GB" sz="1800">
                <a:latin typeface="Times New Roman"/>
                <a:ea typeface="Times New Roman"/>
                <a:cs typeface="Times New Roman"/>
                <a:sym typeface="Times New Roman"/>
              </a:rPr>
              <a:t>x</a:t>
            </a:r>
            <a:r>
              <a:rPr lang="en-GB" sz="1600"/>
              <a:t>, </a:t>
            </a:r>
            <a:r>
              <a:rPr i="1" lang="en-GB" sz="1800">
                <a:latin typeface="Times New Roman"/>
                <a:ea typeface="Times New Roman"/>
                <a:cs typeface="Times New Roman"/>
                <a:sym typeface="Times New Roman"/>
              </a:rPr>
              <a:t>y</a:t>
            </a:r>
            <a:r>
              <a:rPr lang="en-GB" sz="1600"/>
              <a:t> and </a:t>
            </a:r>
            <a:r>
              <a:rPr i="1" lang="en-GB" sz="1800">
                <a:latin typeface="Times New Roman"/>
                <a:ea typeface="Times New Roman"/>
                <a:cs typeface="Times New Roman"/>
                <a:sym typeface="Times New Roman"/>
              </a:rPr>
              <a:t>z</a:t>
            </a:r>
            <a:r>
              <a:rPr lang="en-GB" sz="1600"/>
              <a:t>.</a:t>
            </a:r>
            <a:endParaRPr sz="1600"/>
          </a:p>
        </p:txBody>
      </p:sp>
      <p:sp>
        <p:nvSpPr>
          <p:cNvPr id="2345" name="Google Shape;2345;p105"/>
          <p:cNvSpPr txBox="1"/>
          <p:nvPr>
            <p:ph type="title"/>
          </p:nvPr>
        </p:nvSpPr>
        <p:spPr>
          <a:xfrm>
            <a:off x="1479300" y="39650"/>
            <a:ext cx="6855300" cy="3828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Finding missing lengths with similar triangles</a:t>
            </a:r>
            <a:endParaRPr/>
          </a:p>
        </p:txBody>
      </p:sp>
      <p:cxnSp>
        <p:nvCxnSpPr>
          <p:cNvPr id="2346" name="Google Shape;2346;p105"/>
          <p:cNvCxnSpPr/>
          <p:nvPr/>
        </p:nvCxnSpPr>
        <p:spPr>
          <a:xfrm>
            <a:off x="977565" y="1936906"/>
            <a:ext cx="3210300" cy="1966800"/>
          </a:xfrm>
          <a:prstGeom prst="straightConnector1">
            <a:avLst/>
          </a:prstGeom>
          <a:noFill/>
          <a:ln cap="flat" cmpd="sng" w="38100">
            <a:solidFill>
              <a:schemeClr val="dk2"/>
            </a:solidFill>
            <a:prstDash val="solid"/>
            <a:round/>
            <a:headEnd len="med" w="med" type="none"/>
            <a:tailEnd len="med" w="med" type="none"/>
          </a:ln>
        </p:spPr>
      </p:cxnSp>
      <p:grpSp>
        <p:nvGrpSpPr>
          <p:cNvPr id="2347" name="Google Shape;2347;p105"/>
          <p:cNvGrpSpPr/>
          <p:nvPr/>
        </p:nvGrpSpPr>
        <p:grpSpPr>
          <a:xfrm flipH="1">
            <a:off x="738031" y="3913231"/>
            <a:ext cx="3619299" cy="279725"/>
            <a:chOff x="430275" y="3788925"/>
            <a:chExt cx="6266100" cy="279725"/>
          </a:xfrm>
        </p:grpSpPr>
        <p:sp>
          <p:nvSpPr>
            <p:cNvPr id="2348" name="Google Shape;2348;p105"/>
            <p:cNvSpPr/>
            <p:nvPr/>
          </p:nvSpPr>
          <p:spPr>
            <a:xfrm>
              <a:off x="445725" y="3795650"/>
              <a:ext cx="6238200" cy="273000"/>
            </a:xfrm>
            <a:prstGeom prst="rect">
              <a:avLst/>
            </a:prstGeom>
            <a:solidFill>
              <a:srgbClr val="BEF2BD"/>
            </a:solidFill>
            <a:ln cap="flat" cmpd="sng" w="9525">
              <a:solidFill>
                <a:srgbClr val="BEF2BD"/>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cxnSp>
          <p:nvCxnSpPr>
            <p:cNvPr id="2349" name="Google Shape;2349;p105"/>
            <p:cNvCxnSpPr/>
            <p:nvPr/>
          </p:nvCxnSpPr>
          <p:spPr>
            <a:xfrm>
              <a:off x="430275" y="3788925"/>
              <a:ext cx="6266100" cy="0"/>
            </a:xfrm>
            <a:prstGeom prst="straightConnector1">
              <a:avLst/>
            </a:prstGeom>
            <a:noFill/>
            <a:ln cap="flat" cmpd="sng" w="38100">
              <a:solidFill>
                <a:schemeClr val="dk1"/>
              </a:solidFill>
              <a:prstDash val="solid"/>
              <a:round/>
              <a:headEnd len="med" w="med" type="none"/>
              <a:tailEnd len="med" w="med" type="none"/>
            </a:ln>
          </p:spPr>
        </p:cxnSp>
      </p:grpSp>
      <p:cxnSp>
        <p:nvCxnSpPr>
          <p:cNvPr id="2350" name="Google Shape;2350;p105"/>
          <p:cNvCxnSpPr/>
          <p:nvPr/>
        </p:nvCxnSpPr>
        <p:spPr>
          <a:xfrm rot="10800000">
            <a:off x="975215" y="1911406"/>
            <a:ext cx="0" cy="1991400"/>
          </a:xfrm>
          <a:prstGeom prst="straightConnector1">
            <a:avLst/>
          </a:prstGeom>
          <a:noFill/>
          <a:ln cap="flat" cmpd="sng" w="28575">
            <a:solidFill>
              <a:schemeClr val="dk1"/>
            </a:solidFill>
            <a:prstDash val="solid"/>
            <a:round/>
            <a:headEnd len="med" w="med" type="none"/>
            <a:tailEnd len="med" w="med" type="none"/>
          </a:ln>
        </p:spPr>
      </p:cxnSp>
      <p:cxnSp>
        <p:nvCxnSpPr>
          <p:cNvPr id="2351" name="Google Shape;2351;p105"/>
          <p:cNvCxnSpPr/>
          <p:nvPr/>
        </p:nvCxnSpPr>
        <p:spPr>
          <a:xfrm rot="10800000">
            <a:off x="904396" y="1906025"/>
            <a:ext cx="0" cy="1991400"/>
          </a:xfrm>
          <a:prstGeom prst="straightConnector1">
            <a:avLst/>
          </a:prstGeom>
          <a:noFill/>
          <a:ln cap="flat" cmpd="sng" w="28575">
            <a:solidFill>
              <a:schemeClr val="dk1"/>
            </a:solidFill>
            <a:prstDash val="solid"/>
            <a:round/>
            <a:headEnd len="med" w="med" type="none"/>
            <a:tailEnd len="med" w="med" type="none"/>
          </a:ln>
        </p:spPr>
      </p:cxnSp>
      <p:sp>
        <p:nvSpPr>
          <p:cNvPr id="2352" name="Google Shape;2352;p105"/>
          <p:cNvSpPr/>
          <p:nvPr/>
        </p:nvSpPr>
        <p:spPr>
          <a:xfrm flipH="1">
            <a:off x="871720" y="1780630"/>
            <a:ext cx="140100" cy="140100"/>
          </a:xfrm>
          <a:prstGeom prst="ellipse">
            <a:avLst/>
          </a:prstGeom>
          <a:noFill/>
          <a:ln cap="flat" cmpd="sng" w="2857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Lexend"/>
              <a:ea typeface="Lexend"/>
              <a:cs typeface="Lexend"/>
              <a:sym typeface="Lexend"/>
            </a:endParaRPr>
          </a:p>
        </p:txBody>
      </p:sp>
      <p:sp>
        <p:nvSpPr>
          <p:cNvPr id="2353" name="Google Shape;2353;p105"/>
          <p:cNvSpPr txBox="1"/>
          <p:nvPr/>
        </p:nvSpPr>
        <p:spPr>
          <a:xfrm flipH="1">
            <a:off x="354034" y="2726809"/>
            <a:ext cx="383700" cy="273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i="1" lang="en-GB" sz="1800">
                <a:latin typeface="Times New Roman"/>
                <a:ea typeface="Times New Roman"/>
                <a:cs typeface="Times New Roman"/>
                <a:sym typeface="Times New Roman"/>
              </a:rPr>
              <a:t>x</a:t>
            </a:r>
            <a:r>
              <a:rPr lang="en-GB" sz="1600">
                <a:latin typeface="Lexend"/>
                <a:ea typeface="Lexend"/>
                <a:cs typeface="Lexend"/>
                <a:sym typeface="Lexend"/>
              </a:rPr>
              <a:t> m</a:t>
            </a:r>
            <a:r>
              <a:rPr lang="en-GB" sz="1600">
                <a:solidFill>
                  <a:srgbClr val="000000"/>
                </a:solidFill>
                <a:latin typeface="Lexend"/>
                <a:ea typeface="Lexend"/>
                <a:cs typeface="Lexend"/>
                <a:sym typeface="Lexend"/>
              </a:rPr>
              <a:t> </a:t>
            </a:r>
            <a:endParaRPr sz="1600">
              <a:solidFill>
                <a:srgbClr val="000000"/>
              </a:solidFill>
              <a:latin typeface="Lexend"/>
              <a:ea typeface="Lexend"/>
              <a:cs typeface="Lexend"/>
              <a:sym typeface="Lexend"/>
            </a:endParaRPr>
          </a:p>
        </p:txBody>
      </p:sp>
      <p:cxnSp>
        <p:nvCxnSpPr>
          <p:cNvPr id="2354" name="Google Shape;2354;p105"/>
          <p:cNvCxnSpPr/>
          <p:nvPr/>
        </p:nvCxnSpPr>
        <p:spPr>
          <a:xfrm>
            <a:off x="801157" y="1957156"/>
            <a:ext cx="0" cy="1931700"/>
          </a:xfrm>
          <a:prstGeom prst="straightConnector1">
            <a:avLst/>
          </a:prstGeom>
          <a:noFill/>
          <a:ln cap="flat" cmpd="sng" w="28575">
            <a:solidFill>
              <a:schemeClr val="dk1"/>
            </a:solidFill>
            <a:prstDash val="solid"/>
            <a:round/>
            <a:headEnd len="med" w="med" type="triangle"/>
            <a:tailEnd len="med" w="med" type="triangle"/>
          </a:ln>
        </p:spPr>
      </p:cxnSp>
      <p:cxnSp>
        <p:nvCxnSpPr>
          <p:cNvPr id="2355" name="Google Shape;2355;p105"/>
          <p:cNvCxnSpPr/>
          <p:nvPr/>
        </p:nvCxnSpPr>
        <p:spPr>
          <a:xfrm>
            <a:off x="3562115" y="3507581"/>
            <a:ext cx="0" cy="391500"/>
          </a:xfrm>
          <a:prstGeom prst="straightConnector1">
            <a:avLst/>
          </a:prstGeom>
          <a:noFill/>
          <a:ln cap="flat" cmpd="sng" w="28575">
            <a:solidFill>
              <a:schemeClr val="accent5"/>
            </a:solidFill>
            <a:prstDash val="solid"/>
            <a:round/>
            <a:headEnd len="med" w="med" type="none"/>
            <a:tailEnd len="med" w="med" type="none"/>
          </a:ln>
        </p:spPr>
      </p:cxnSp>
      <p:cxnSp>
        <p:nvCxnSpPr>
          <p:cNvPr id="2356" name="Google Shape;2356;p105"/>
          <p:cNvCxnSpPr/>
          <p:nvPr/>
        </p:nvCxnSpPr>
        <p:spPr>
          <a:xfrm>
            <a:off x="3485915" y="3507581"/>
            <a:ext cx="0" cy="391500"/>
          </a:xfrm>
          <a:prstGeom prst="straightConnector1">
            <a:avLst/>
          </a:prstGeom>
          <a:noFill/>
          <a:ln cap="flat" cmpd="sng" w="19050">
            <a:solidFill>
              <a:schemeClr val="dk1"/>
            </a:solidFill>
            <a:prstDash val="solid"/>
            <a:round/>
            <a:headEnd len="med" w="med" type="triangle"/>
            <a:tailEnd len="med" w="med" type="triangle"/>
          </a:ln>
        </p:spPr>
      </p:cxnSp>
      <p:sp>
        <p:nvSpPr>
          <p:cNvPr id="2357" name="Google Shape;2357;p105"/>
          <p:cNvSpPr txBox="1"/>
          <p:nvPr/>
        </p:nvSpPr>
        <p:spPr>
          <a:xfrm flipH="1">
            <a:off x="2770971" y="3562481"/>
            <a:ext cx="681600" cy="273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0.55 m</a:t>
            </a:r>
            <a:r>
              <a:rPr lang="en-GB" sz="1600">
                <a:solidFill>
                  <a:srgbClr val="000000"/>
                </a:solidFill>
                <a:latin typeface="Lexend"/>
                <a:ea typeface="Lexend"/>
                <a:cs typeface="Lexend"/>
                <a:sym typeface="Lexend"/>
              </a:rPr>
              <a:t> </a:t>
            </a:r>
            <a:endParaRPr sz="1600">
              <a:solidFill>
                <a:srgbClr val="000000"/>
              </a:solidFill>
              <a:latin typeface="Lexend"/>
              <a:ea typeface="Lexend"/>
              <a:cs typeface="Lexend"/>
              <a:sym typeface="Lexend"/>
            </a:endParaRPr>
          </a:p>
        </p:txBody>
      </p:sp>
      <p:cxnSp>
        <p:nvCxnSpPr>
          <p:cNvPr id="2358" name="Google Shape;2358;p105"/>
          <p:cNvCxnSpPr/>
          <p:nvPr/>
        </p:nvCxnSpPr>
        <p:spPr>
          <a:xfrm>
            <a:off x="3562115" y="3983897"/>
            <a:ext cx="616200" cy="0"/>
          </a:xfrm>
          <a:prstGeom prst="straightConnector1">
            <a:avLst/>
          </a:prstGeom>
          <a:noFill/>
          <a:ln cap="flat" cmpd="sng" w="19050">
            <a:solidFill>
              <a:schemeClr val="dk1"/>
            </a:solidFill>
            <a:prstDash val="solid"/>
            <a:round/>
            <a:headEnd len="med" w="med" type="triangle"/>
            <a:tailEnd len="med" w="med" type="triangle"/>
          </a:ln>
        </p:spPr>
      </p:cxnSp>
      <p:sp>
        <p:nvSpPr>
          <p:cNvPr id="2359" name="Google Shape;2359;p105"/>
          <p:cNvSpPr txBox="1"/>
          <p:nvPr/>
        </p:nvSpPr>
        <p:spPr>
          <a:xfrm flipH="1">
            <a:off x="3652117" y="3986286"/>
            <a:ext cx="426300" cy="273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1 m</a:t>
            </a:r>
            <a:r>
              <a:rPr lang="en-GB" sz="1600">
                <a:solidFill>
                  <a:srgbClr val="000000"/>
                </a:solidFill>
                <a:latin typeface="Lexend"/>
                <a:ea typeface="Lexend"/>
                <a:cs typeface="Lexend"/>
                <a:sym typeface="Lexend"/>
              </a:rPr>
              <a:t> </a:t>
            </a:r>
            <a:endParaRPr sz="1600">
              <a:solidFill>
                <a:srgbClr val="000000"/>
              </a:solidFill>
              <a:latin typeface="Lexend"/>
              <a:ea typeface="Lexend"/>
              <a:cs typeface="Lexend"/>
              <a:sym typeface="Lexend"/>
            </a:endParaRPr>
          </a:p>
        </p:txBody>
      </p:sp>
      <p:cxnSp>
        <p:nvCxnSpPr>
          <p:cNvPr id="2360" name="Google Shape;2360;p105"/>
          <p:cNvCxnSpPr/>
          <p:nvPr/>
        </p:nvCxnSpPr>
        <p:spPr>
          <a:xfrm>
            <a:off x="949465" y="3983897"/>
            <a:ext cx="2643000" cy="0"/>
          </a:xfrm>
          <a:prstGeom prst="straightConnector1">
            <a:avLst/>
          </a:prstGeom>
          <a:noFill/>
          <a:ln cap="flat" cmpd="sng" w="19050">
            <a:solidFill>
              <a:schemeClr val="dk1"/>
            </a:solidFill>
            <a:prstDash val="solid"/>
            <a:round/>
            <a:headEnd len="med" w="med" type="triangle"/>
            <a:tailEnd len="med" w="med" type="triangle"/>
          </a:ln>
        </p:spPr>
      </p:cxnSp>
      <p:sp>
        <p:nvSpPr>
          <p:cNvPr id="2361" name="Google Shape;2361;p105"/>
          <p:cNvSpPr txBox="1"/>
          <p:nvPr/>
        </p:nvSpPr>
        <p:spPr>
          <a:xfrm flipH="1">
            <a:off x="2058703" y="3986281"/>
            <a:ext cx="616200" cy="2730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11 m</a:t>
            </a:r>
            <a:r>
              <a:rPr lang="en-GB" sz="1600">
                <a:solidFill>
                  <a:srgbClr val="000000"/>
                </a:solidFill>
                <a:latin typeface="Lexend"/>
                <a:ea typeface="Lexend"/>
                <a:cs typeface="Lexend"/>
                <a:sym typeface="Lexend"/>
              </a:rPr>
              <a:t> </a:t>
            </a:r>
            <a:endParaRPr sz="1600">
              <a:solidFill>
                <a:srgbClr val="000000"/>
              </a:solidFill>
              <a:latin typeface="Lexend"/>
              <a:ea typeface="Lexend"/>
              <a:cs typeface="Lexend"/>
              <a:sym typeface="Lexend"/>
            </a:endParaRPr>
          </a:p>
        </p:txBody>
      </p:sp>
      <p:cxnSp>
        <p:nvCxnSpPr>
          <p:cNvPr id="2362" name="Google Shape;2362;p105"/>
          <p:cNvCxnSpPr/>
          <p:nvPr/>
        </p:nvCxnSpPr>
        <p:spPr>
          <a:xfrm rot="-5400000">
            <a:off x="5212598" y="3493209"/>
            <a:ext cx="1596300" cy="0"/>
          </a:xfrm>
          <a:prstGeom prst="straightConnector1">
            <a:avLst/>
          </a:prstGeom>
          <a:noFill/>
          <a:ln cap="flat" cmpd="sng" w="28575">
            <a:solidFill>
              <a:schemeClr val="dk2"/>
            </a:solidFill>
            <a:prstDash val="solid"/>
            <a:round/>
            <a:headEnd len="med" w="med" type="none"/>
            <a:tailEnd len="med" w="med" type="none"/>
          </a:ln>
        </p:spPr>
      </p:cxnSp>
      <p:cxnSp>
        <p:nvCxnSpPr>
          <p:cNvPr id="2363" name="Google Shape;2363;p105"/>
          <p:cNvCxnSpPr/>
          <p:nvPr/>
        </p:nvCxnSpPr>
        <p:spPr>
          <a:xfrm rot="10800000">
            <a:off x="6905956" y="1949259"/>
            <a:ext cx="0" cy="2342100"/>
          </a:xfrm>
          <a:prstGeom prst="straightConnector1">
            <a:avLst/>
          </a:prstGeom>
          <a:noFill/>
          <a:ln cap="flat" cmpd="sng" w="28575">
            <a:solidFill>
              <a:schemeClr val="dk2"/>
            </a:solidFill>
            <a:prstDash val="solid"/>
            <a:round/>
            <a:headEnd len="med" w="med" type="none"/>
            <a:tailEnd len="med" w="med" type="none"/>
          </a:ln>
        </p:spPr>
      </p:cxnSp>
      <p:cxnSp>
        <p:nvCxnSpPr>
          <p:cNvPr id="2364" name="Google Shape;2364;p105"/>
          <p:cNvCxnSpPr/>
          <p:nvPr/>
        </p:nvCxnSpPr>
        <p:spPr>
          <a:xfrm rot="-5400000">
            <a:off x="6405702" y="2552709"/>
            <a:ext cx="3477300" cy="0"/>
          </a:xfrm>
          <a:prstGeom prst="straightConnector1">
            <a:avLst/>
          </a:prstGeom>
          <a:noFill/>
          <a:ln cap="flat" cmpd="sng" w="28575">
            <a:solidFill>
              <a:schemeClr val="dk2"/>
            </a:solidFill>
            <a:prstDash val="solid"/>
            <a:round/>
            <a:headEnd len="med" w="med" type="none"/>
            <a:tailEnd len="med" w="med" type="none"/>
          </a:ln>
        </p:spPr>
      </p:cxnSp>
      <p:cxnSp>
        <p:nvCxnSpPr>
          <p:cNvPr id="2365" name="Google Shape;2365;p105"/>
          <p:cNvCxnSpPr/>
          <p:nvPr/>
        </p:nvCxnSpPr>
        <p:spPr>
          <a:xfrm flipH="1" rot="10800000">
            <a:off x="5330397" y="1032453"/>
            <a:ext cx="3043500" cy="2841600"/>
          </a:xfrm>
          <a:prstGeom prst="straightConnector1">
            <a:avLst/>
          </a:prstGeom>
          <a:noFill/>
          <a:ln cap="flat" cmpd="sng" w="28575">
            <a:solidFill>
              <a:schemeClr val="dk1"/>
            </a:solidFill>
            <a:prstDash val="solid"/>
            <a:round/>
            <a:headEnd len="med" w="med" type="none"/>
            <a:tailEnd len="med" w="med" type="none"/>
          </a:ln>
        </p:spPr>
      </p:cxnSp>
      <p:cxnSp>
        <p:nvCxnSpPr>
          <p:cNvPr id="2366" name="Google Shape;2366;p105"/>
          <p:cNvCxnSpPr/>
          <p:nvPr/>
        </p:nvCxnSpPr>
        <p:spPr>
          <a:xfrm>
            <a:off x="5330397" y="3874053"/>
            <a:ext cx="3404100" cy="0"/>
          </a:xfrm>
          <a:prstGeom prst="straightConnector1">
            <a:avLst/>
          </a:prstGeom>
          <a:noFill/>
          <a:ln cap="flat" cmpd="sng" w="28575">
            <a:solidFill>
              <a:schemeClr val="dk1"/>
            </a:solidFill>
            <a:prstDash val="solid"/>
            <a:round/>
            <a:headEnd len="med" w="med" type="none"/>
            <a:tailEnd len="med" w="med" type="none"/>
          </a:ln>
        </p:spPr>
      </p:cxnSp>
      <p:cxnSp>
        <p:nvCxnSpPr>
          <p:cNvPr id="2367" name="Google Shape;2367;p105"/>
          <p:cNvCxnSpPr/>
          <p:nvPr/>
        </p:nvCxnSpPr>
        <p:spPr>
          <a:xfrm flipH="1" rot="10800000">
            <a:off x="5272892" y="3154164"/>
            <a:ext cx="681600" cy="646800"/>
          </a:xfrm>
          <a:prstGeom prst="straightConnector1">
            <a:avLst/>
          </a:prstGeom>
          <a:noFill/>
          <a:ln cap="flat" cmpd="sng" w="28575">
            <a:solidFill>
              <a:schemeClr val="accent5"/>
            </a:solidFill>
            <a:prstDash val="solid"/>
            <a:round/>
            <a:headEnd len="med" w="med" type="triangle"/>
            <a:tailEnd len="med" w="med" type="triangle"/>
          </a:ln>
        </p:spPr>
      </p:cxnSp>
      <p:cxnSp>
        <p:nvCxnSpPr>
          <p:cNvPr id="2368" name="Google Shape;2368;p105"/>
          <p:cNvCxnSpPr/>
          <p:nvPr/>
        </p:nvCxnSpPr>
        <p:spPr>
          <a:xfrm flipH="1" rot="10800000">
            <a:off x="6037093" y="2297982"/>
            <a:ext cx="829200" cy="782100"/>
          </a:xfrm>
          <a:prstGeom prst="straightConnector1">
            <a:avLst/>
          </a:prstGeom>
          <a:noFill/>
          <a:ln cap="flat" cmpd="sng" w="28575">
            <a:solidFill>
              <a:schemeClr val="accent5"/>
            </a:solidFill>
            <a:prstDash val="solid"/>
            <a:round/>
            <a:headEnd len="med" w="med" type="triangle"/>
            <a:tailEnd len="med" w="med" type="triangle"/>
          </a:ln>
        </p:spPr>
      </p:cxnSp>
      <p:cxnSp>
        <p:nvCxnSpPr>
          <p:cNvPr id="2369" name="Google Shape;2369;p105"/>
          <p:cNvCxnSpPr/>
          <p:nvPr/>
        </p:nvCxnSpPr>
        <p:spPr>
          <a:xfrm flipH="1" rot="10800000">
            <a:off x="6937887" y="1127536"/>
            <a:ext cx="1150800" cy="1108500"/>
          </a:xfrm>
          <a:prstGeom prst="straightConnector1">
            <a:avLst/>
          </a:prstGeom>
          <a:noFill/>
          <a:ln cap="flat" cmpd="sng" w="28575">
            <a:solidFill>
              <a:schemeClr val="accent5"/>
            </a:solidFill>
            <a:prstDash val="solid"/>
            <a:round/>
            <a:headEnd len="med" w="med" type="triangle"/>
            <a:tailEnd len="med" w="med" type="triangle"/>
          </a:ln>
        </p:spPr>
      </p:cxnSp>
      <p:cxnSp>
        <p:nvCxnSpPr>
          <p:cNvPr id="2370" name="Google Shape;2370;p105"/>
          <p:cNvCxnSpPr/>
          <p:nvPr/>
        </p:nvCxnSpPr>
        <p:spPr>
          <a:xfrm>
            <a:off x="5340122" y="4002706"/>
            <a:ext cx="655800" cy="0"/>
          </a:xfrm>
          <a:prstGeom prst="straightConnector1">
            <a:avLst/>
          </a:prstGeom>
          <a:noFill/>
          <a:ln cap="flat" cmpd="sng" w="28575">
            <a:solidFill>
              <a:schemeClr val="accent5"/>
            </a:solidFill>
            <a:prstDash val="solid"/>
            <a:round/>
            <a:headEnd len="med" w="med" type="triangle"/>
            <a:tailEnd len="med" w="med" type="triangle"/>
          </a:ln>
        </p:spPr>
      </p:cxnSp>
      <p:cxnSp>
        <p:nvCxnSpPr>
          <p:cNvPr id="2371" name="Google Shape;2371;p105"/>
          <p:cNvCxnSpPr/>
          <p:nvPr/>
        </p:nvCxnSpPr>
        <p:spPr>
          <a:xfrm>
            <a:off x="6046334" y="4002706"/>
            <a:ext cx="827400" cy="0"/>
          </a:xfrm>
          <a:prstGeom prst="straightConnector1">
            <a:avLst/>
          </a:prstGeom>
          <a:noFill/>
          <a:ln cap="flat" cmpd="sng" w="28575">
            <a:solidFill>
              <a:schemeClr val="accent5"/>
            </a:solidFill>
            <a:prstDash val="solid"/>
            <a:round/>
            <a:headEnd len="med" w="med" type="triangle"/>
            <a:tailEnd len="med" w="med" type="triangle"/>
          </a:ln>
        </p:spPr>
      </p:cxnSp>
      <p:sp>
        <p:nvSpPr>
          <p:cNvPr id="2372" name="Google Shape;2372;p105"/>
          <p:cNvSpPr txBox="1"/>
          <p:nvPr/>
        </p:nvSpPr>
        <p:spPr>
          <a:xfrm flipH="1">
            <a:off x="5272725" y="3188066"/>
            <a:ext cx="426300" cy="317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1 m</a:t>
            </a:r>
            <a:r>
              <a:rPr lang="en-GB" sz="1600">
                <a:solidFill>
                  <a:srgbClr val="000000"/>
                </a:solidFill>
                <a:latin typeface="Lexend"/>
                <a:ea typeface="Lexend"/>
                <a:cs typeface="Lexend"/>
                <a:sym typeface="Lexend"/>
              </a:rPr>
              <a:t> </a:t>
            </a:r>
            <a:endParaRPr sz="1600">
              <a:solidFill>
                <a:srgbClr val="000000"/>
              </a:solidFill>
              <a:latin typeface="Lexend"/>
              <a:ea typeface="Lexend"/>
              <a:cs typeface="Lexend"/>
              <a:sym typeface="Lexend"/>
            </a:endParaRPr>
          </a:p>
        </p:txBody>
      </p:sp>
      <p:sp>
        <p:nvSpPr>
          <p:cNvPr id="2373" name="Google Shape;2373;p105"/>
          <p:cNvSpPr txBox="1"/>
          <p:nvPr/>
        </p:nvSpPr>
        <p:spPr>
          <a:xfrm flipH="1">
            <a:off x="5410548" y="4073219"/>
            <a:ext cx="647700" cy="317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0.7 m</a:t>
            </a:r>
            <a:r>
              <a:rPr lang="en-GB" sz="1600">
                <a:solidFill>
                  <a:srgbClr val="000000"/>
                </a:solidFill>
                <a:latin typeface="Lexend"/>
                <a:ea typeface="Lexend"/>
                <a:cs typeface="Lexend"/>
                <a:sym typeface="Lexend"/>
              </a:rPr>
              <a:t> </a:t>
            </a:r>
            <a:endParaRPr sz="1600">
              <a:solidFill>
                <a:srgbClr val="000000"/>
              </a:solidFill>
              <a:latin typeface="Lexend"/>
              <a:ea typeface="Lexend"/>
              <a:cs typeface="Lexend"/>
              <a:sym typeface="Lexend"/>
            </a:endParaRPr>
          </a:p>
        </p:txBody>
      </p:sp>
      <p:cxnSp>
        <p:nvCxnSpPr>
          <p:cNvPr id="2374" name="Google Shape;2374;p105"/>
          <p:cNvCxnSpPr/>
          <p:nvPr/>
        </p:nvCxnSpPr>
        <p:spPr>
          <a:xfrm>
            <a:off x="6933521" y="4002706"/>
            <a:ext cx="1191900" cy="0"/>
          </a:xfrm>
          <a:prstGeom prst="straightConnector1">
            <a:avLst/>
          </a:prstGeom>
          <a:noFill/>
          <a:ln cap="flat" cmpd="sng" w="28575">
            <a:solidFill>
              <a:schemeClr val="accent5"/>
            </a:solidFill>
            <a:prstDash val="solid"/>
            <a:round/>
            <a:headEnd len="med" w="med" type="triangle"/>
            <a:tailEnd len="med" w="med" type="triangle"/>
          </a:ln>
        </p:spPr>
      </p:cxnSp>
      <p:sp>
        <p:nvSpPr>
          <p:cNvPr id="2375" name="Google Shape;2375;p105"/>
          <p:cNvSpPr txBox="1"/>
          <p:nvPr/>
        </p:nvSpPr>
        <p:spPr>
          <a:xfrm flipH="1">
            <a:off x="6275574" y="4050598"/>
            <a:ext cx="426300" cy="317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i="1" lang="en-GB" sz="1800">
                <a:latin typeface="Times New Roman"/>
                <a:ea typeface="Times New Roman"/>
                <a:cs typeface="Times New Roman"/>
                <a:sym typeface="Times New Roman"/>
              </a:rPr>
              <a:t>y</a:t>
            </a:r>
            <a:r>
              <a:rPr lang="en-GB" sz="1600">
                <a:latin typeface="Lexend"/>
                <a:ea typeface="Lexend"/>
                <a:cs typeface="Lexend"/>
                <a:sym typeface="Lexend"/>
              </a:rPr>
              <a:t> m</a:t>
            </a:r>
            <a:r>
              <a:rPr lang="en-GB" sz="1600">
                <a:solidFill>
                  <a:srgbClr val="000000"/>
                </a:solidFill>
                <a:latin typeface="Lexend"/>
                <a:ea typeface="Lexend"/>
                <a:cs typeface="Lexend"/>
                <a:sym typeface="Lexend"/>
              </a:rPr>
              <a:t> </a:t>
            </a:r>
            <a:endParaRPr sz="1600">
              <a:solidFill>
                <a:srgbClr val="000000"/>
              </a:solidFill>
              <a:latin typeface="Lexend"/>
              <a:ea typeface="Lexend"/>
              <a:cs typeface="Lexend"/>
              <a:sym typeface="Lexend"/>
            </a:endParaRPr>
          </a:p>
        </p:txBody>
      </p:sp>
      <p:sp>
        <p:nvSpPr>
          <p:cNvPr id="2376" name="Google Shape;2376;p105"/>
          <p:cNvSpPr txBox="1"/>
          <p:nvPr/>
        </p:nvSpPr>
        <p:spPr>
          <a:xfrm flipH="1">
            <a:off x="7294750" y="4057400"/>
            <a:ext cx="544200" cy="317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1.4 m</a:t>
            </a:r>
            <a:r>
              <a:rPr lang="en-GB" sz="1600">
                <a:solidFill>
                  <a:srgbClr val="000000"/>
                </a:solidFill>
                <a:latin typeface="Lexend"/>
                <a:ea typeface="Lexend"/>
                <a:cs typeface="Lexend"/>
                <a:sym typeface="Lexend"/>
              </a:rPr>
              <a:t> </a:t>
            </a:r>
            <a:endParaRPr sz="1600">
              <a:solidFill>
                <a:srgbClr val="000000"/>
              </a:solidFill>
              <a:latin typeface="Lexend"/>
              <a:ea typeface="Lexend"/>
              <a:cs typeface="Lexend"/>
              <a:sym typeface="Lexend"/>
            </a:endParaRPr>
          </a:p>
        </p:txBody>
      </p:sp>
      <p:sp>
        <p:nvSpPr>
          <p:cNvPr id="2377" name="Google Shape;2377;p105"/>
          <p:cNvSpPr txBox="1"/>
          <p:nvPr/>
        </p:nvSpPr>
        <p:spPr>
          <a:xfrm flipH="1">
            <a:off x="6068235" y="2336103"/>
            <a:ext cx="544200" cy="317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lang="en-GB" sz="1600">
                <a:latin typeface="Lexend"/>
                <a:ea typeface="Lexend"/>
                <a:cs typeface="Lexend"/>
                <a:sym typeface="Lexend"/>
              </a:rPr>
              <a:t>1.4 m</a:t>
            </a:r>
            <a:r>
              <a:rPr lang="en-GB" sz="1600">
                <a:solidFill>
                  <a:srgbClr val="000000"/>
                </a:solidFill>
                <a:latin typeface="Lexend"/>
                <a:ea typeface="Lexend"/>
                <a:cs typeface="Lexend"/>
                <a:sym typeface="Lexend"/>
              </a:rPr>
              <a:t> </a:t>
            </a:r>
            <a:endParaRPr sz="1600">
              <a:solidFill>
                <a:srgbClr val="000000"/>
              </a:solidFill>
              <a:latin typeface="Lexend"/>
              <a:ea typeface="Lexend"/>
              <a:cs typeface="Lexend"/>
              <a:sym typeface="Lexend"/>
            </a:endParaRPr>
          </a:p>
        </p:txBody>
      </p:sp>
      <p:sp>
        <p:nvSpPr>
          <p:cNvPr id="2378" name="Google Shape;2378;p105"/>
          <p:cNvSpPr txBox="1"/>
          <p:nvPr/>
        </p:nvSpPr>
        <p:spPr>
          <a:xfrm flipH="1">
            <a:off x="7121939" y="1482588"/>
            <a:ext cx="426300" cy="317100"/>
          </a:xfrm>
          <a:prstGeom prst="rect">
            <a:avLst/>
          </a:prstGeom>
          <a:noFill/>
          <a:ln>
            <a:noFill/>
          </a:ln>
        </p:spPr>
        <p:txBody>
          <a:bodyPr anchorCtr="0" anchor="t" bIns="0" lIns="0" spcFirstLastPara="1" rIns="0" wrap="square" tIns="0">
            <a:noAutofit/>
          </a:bodyPr>
          <a:lstStyle/>
          <a:p>
            <a:pPr indent="0" lvl="0" marL="0" rtl="0" algn="l">
              <a:lnSpc>
                <a:spcPct val="115000"/>
              </a:lnSpc>
              <a:spcBef>
                <a:spcPts val="0"/>
              </a:spcBef>
              <a:spcAft>
                <a:spcPts val="1000"/>
              </a:spcAft>
              <a:buNone/>
            </a:pPr>
            <a:r>
              <a:rPr i="1" lang="en-GB" sz="1800">
                <a:latin typeface="Times New Roman"/>
                <a:ea typeface="Times New Roman"/>
                <a:cs typeface="Times New Roman"/>
                <a:sym typeface="Times New Roman"/>
              </a:rPr>
              <a:t>z</a:t>
            </a:r>
            <a:r>
              <a:rPr lang="en-GB" sz="1600">
                <a:latin typeface="Lexend"/>
                <a:ea typeface="Lexend"/>
                <a:cs typeface="Lexend"/>
                <a:sym typeface="Lexend"/>
              </a:rPr>
              <a:t> m</a:t>
            </a:r>
            <a:r>
              <a:rPr lang="en-GB" sz="1600">
                <a:solidFill>
                  <a:srgbClr val="000000"/>
                </a:solidFill>
                <a:latin typeface="Lexend"/>
                <a:ea typeface="Lexend"/>
                <a:cs typeface="Lexend"/>
                <a:sym typeface="Lexend"/>
              </a:rPr>
              <a:t> </a:t>
            </a:r>
            <a:endParaRPr sz="1600">
              <a:solidFill>
                <a:srgbClr val="000000"/>
              </a:solidFill>
              <a:latin typeface="Lexend"/>
              <a:ea typeface="Lexend"/>
              <a:cs typeface="Lexend"/>
              <a:sym typeface="Lexend"/>
            </a:endParaRPr>
          </a:p>
        </p:txBody>
      </p:sp>
      <p:sp>
        <p:nvSpPr>
          <p:cNvPr id="2379" name="Google Shape;2379;p105"/>
          <p:cNvSpPr txBox="1"/>
          <p:nvPr>
            <p:ph idx="1" type="body"/>
          </p:nvPr>
        </p:nvSpPr>
        <p:spPr>
          <a:xfrm>
            <a:off x="1787275" y="4467425"/>
            <a:ext cx="942300" cy="214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x </a:t>
            </a:r>
            <a:r>
              <a:rPr lang="en-GB" sz="2000">
                <a:latin typeface="Kalam"/>
                <a:ea typeface="Kalam"/>
                <a:cs typeface="Kalam"/>
                <a:sym typeface="Kalam"/>
              </a:rPr>
              <a:t>= 6.6</a:t>
            </a:r>
            <a:endParaRPr sz="2000">
              <a:latin typeface="Kalam"/>
              <a:ea typeface="Kalam"/>
              <a:cs typeface="Kalam"/>
              <a:sym typeface="Kalam"/>
            </a:endParaRPr>
          </a:p>
        </p:txBody>
      </p:sp>
      <p:sp>
        <p:nvSpPr>
          <p:cNvPr id="2380" name="Google Shape;2380;p105"/>
          <p:cNvSpPr txBox="1"/>
          <p:nvPr>
            <p:ph idx="1" type="body"/>
          </p:nvPr>
        </p:nvSpPr>
        <p:spPr>
          <a:xfrm>
            <a:off x="5772101" y="4467425"/>
            <a:ext cx="942300" cy="214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y </a:t>
            </a:r>
            <a:r>
              <a:rPr lang="en-GB" sz="2000">
                <a:latin typeface="Kalam"/>
                <a:ea typeface="Kalam"/>
                <a:cs typeface="Kalam"/>
                <a:sym typeface="Kalam"/>
              </a:rPr>
              <a:t>= 0.98</a:t>
            </a:r>
            <a:endParaRPr sz="2000">
              <a:latin typeface="Kalam"/>
              <a:ea typeface="Kalam"/>
              <a:cs typeface="Kalam"/>
              <a:sym typeface="Kalam"/>
            </a:endParaRPr>
          </a:p>
        </p:txBody>
      </p:sp>
      <p:sp>
        <p:nvSpPr>
          <p:cNvPr id="2381" name="Google Shape;2381;p105"/>
          <p:cNvSpPr txBox="1"/>
          <p:nvPr>
            <p:ph idx="1" type="body"/>
          </p:nvPr>
        </p:nvSpPr>
        <p:spPr>
          <a:xfrm>
            <a:off x="7298204" y="4467425"/>
            <a:ext cx="942300" cy="214500"/>
          </a:xfrm>
          <a:prstGeom prst="rect">
            <a:avLst/>
          </a:prstGeom>
        </p:spPr>
        <p:txBody>
          <a:bodyPr anchorCtr="0" anchor="t" bIns="0" lIns="0" spcFirstLastPara="1" rIns="0" wrap="square" tIns="0">
            <a:noAutofit/>
          </a:bodyPr>
          <a:lstStyle/>
          <a:p>
            <a:pPr indent="0" lvl="0" marL="0" rtl="0" algn="l">
              <a:spcBef>
                <a:spcPts val="0"/>
              </a:spcBef>
              <a:spcAft>
                <a:spcPts val="1000"/>
              </a:spcAft>
              <a:buNone/>
            </a:pPr>
            <a:r>
              <a:rPr i="1" lang="en-GB" sz="2000">
                <a:latin typeface="Times New Roman"/>
                <a:ea typeface="Times New Roman"/>
                <a:cs typeface="Times New Roman"/>
                <a:sym typeface="Times New Roman"/>
              </a:rPr>
              <a:t>z </a:t>
            </a:r>
            <a:r>
              <a:rPr lang="en-GB" sz="2000">
                <a:latin typeface="Kalam"/>
                <a:ea typeface="Kalam"/>
                <a:cs typeface="Kalam"/>
                <a:sym typeface="Kalam"/>
              </a:rPr>
              <a:t>= 2</a:t>
            </a:r>
            <a:endParaRPr sz="2000">
              <a:latin typeface="Kalam"/>
              <a:ea typeface="Kalam"/>
              <a:cs typeface="Kalam"/>
              <a:sym typeface="Kala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79"/>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8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38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5" name="Shape 2385"/>
        <p:cNvGrpSpPr/>
        <p:nvPr/>
      </p:nvGrpSpPr>
      <p:grpSpPr>
        <a:xfrm>
          <a:off x="0" y="0"/>
          <a:ext cx="0" cy="0"/>
          <a:chOff x="0" y="0"/>
          <a:chExt cx="0" cy="0"/>
        </a:xfrm>
      </p:grpSpPr>
      <p:sp>
        <p:nvSpPr>
          <p:cNvPr id="2386" name="Google Shape;2386;p106"/>
          <p:cNvSpPr txBox="1"/>
          <p:nvPr>
            <p:ph idx="1" type="body"/>
          </p:nvPr>
        </p:nvSpPr>
        <p:spPr>
          <a:xfrm>
            <a:off x="324000" y="957200"/>
            <a:ext cx="8496000" cy="3740400"/>
          </a:xfrm>
          <a:prstGeom prst="rect">
            <a:avLst/>
          </a:prstGeom>
        </p:spPr>
        <p:txBody>
          <a:bodyPr anchorCtr="0" anchor="t" bIns="0" lIns="0" spcFirstLastPara="1" rIns="0" wrap="square" tIns="0">
            <a:noAutofit/>
          </a:bodyPr>
          <a:lstStyle/>
          <a:p>
            <a:pPr indent="0" lvl="0" marL="0" rtl="0" algn="l">
              <a:lnSpc>
                <a:spcPct val="100000"/>
              </a:lnSpc>
              <a:spcBef>
                <a:spcPts val="0"/>
              </a:spcBef>
              <a:spcAft>
                <a:spcPts val="0"/>
              </a:spcAft>
              <a:buNone/>
            </a:pPr>
            <a:r>
              <a:rPr lang="en-GB" sz="2000"/>
              <a:t>An enlargement is a transformation that causes a change in size.</a:t>
            </a:r>
            <a:endParaRPr sz="2000"/>
          </a:p>
          <a:p>
            <a:pPr indent="0" lvl="0" marL="0" rtl="0" algn="l">
              <a:lnSpc>
                <a:spcPct val="100000"/>
              </a:lnSpc>
              <a:spcBef>
                <a:spcPts val="1000"/>
              </a:spcBef>
              <a:spcAft>
                <a:spcPts val="0"/>
              </a:spcAft>
              <a:buNone/>
            </a:pPr>
            <a:r>
              <a:rPr lang="en-GB" sz="2000"/>
              <a:t>When an object is enlarged, the image is similar. The lengths may change but their proportions within the shape are fixed. The angles do not change.</a:t>
            </a:r>
            <a:endParaRPr sz="2000"/>
          </a:p>
          <a:p>
            <a:pPr indent="0" lvl="0" marL="0" rtl="0" algn="l">
              <a:lnSpc>
                <a:spcPct val="100000"/>
              </a:lnSpc>
              <a:spcBef>
                <a:spcPts val="1000"/>
              </a:spcBef>
              <a:spcAft>
                <a:spcPts val="0"/>
              </a:spcAft>
              <a:buNone/>
            </a:pPr>
            <a:r>
              <a:rPr lang="en-GB" sz="2000"/>
              <a:t>Just as with congruent triangles, not all lengths and angles need to be known to determine whether two triangles are similar.</a:t>
            </a:r>
            <a:endParaRPr sz="2000"/>
          </a:p>
          <a:p>
            <a:pPr indent="0" lvl="0" marL="0" rtl="0" algn="l">
              <a:lnSpc>
                <a:spcPct val="100000"/>
              </a:lnSpc>
              <a:spcBef>
                <a:spcPts val="1000"/>
              </a:spcBef>
              <a:spcAft>
                <a:spcPts val="0"/>
              </a:spcAft>
              <a:buNone/>
            </a:pPr>
            <a:r>
              <a:rPr lang="en-GB" sz="2000"/>
              <a:t>If</a:t>
            </a:r>
            <a:r>
              <a:rPr lang="en-GB" sz="2000"/>
              <a:t> two triangles have the same angles then they are similar.</a:t>
            </a:r>
            <a:endParaRPr sz="2000"/>
          </a:p>
          <a:p>
            <a:pPr indent="0" lvl="0" marL="0" rtl="0" algn="l">
              <a:lnSpc>
                <a:spcPct val="100000"/>
              </a:lnSpc>
              <a:spcBef>
                <a:spcPts val="1000"/>
              </a:spcBef>
              <a:spcAft>
                <a:spcPts val="1000"/>
              </a:spcAft>
              <a:buNone/>
            </a:pPr>
            <a:r>
              <a:rPr lang="en-GB" sz="2000"/>
              <a:t>The proportional relationship between similar triangles and within similar triangles can be used to find missing lengths.</a:t>
            </a:r>
            <a:endParaRPr sz="2000"/>
          </a:p>
        </p:txBody>
      </p:sp>
      <p:sp>
        <p:nvSpPr>
          <p:cNvPr id="2387" name="Google Shape;2387;p106"/>
          <p:cNvSpPr txBox="1"/>
          <p:nvPr>
            <p:ph type="title"/>
          </p:nvPr>
        </p:nvSpPr>
        <p:spPr>
          <a:xfrm>
            <a:off x="1684800" y="64236"/>
            <a:ext cx="5741400" cy="679200"/>
          </a:xfrm>
          <a:prstGeom prst="rect">
            <a:avLst/>
          </a:prstGeom>
        </p:spPr>
        <p:txBody>
          <a:bodyPr anchorCtr="0" anchor="b" bIns="0" lIns="0" spcFirstLastPara="1" rIns="0" wrap="square" tIns="0">
            <a:noAutofit/>
          </a:bodyPr>
          <a:lstStyle/>
          <a:p>
            <a:pPr indent="0" lvl="0" marL="0" rtl="0" algn="l">
              <a:spcBef>
                <a:spcPts val="0"/>
              </a:spcBef>
              <a:spcAft>
                <a:spcPts val="0"/>
              </a:spcAft>
              <a:buNone/>
            </a:pPr>
            <a:r>
              <a:rPr lang="en-GB"/>
              <a:t>Checking and securing understanding of similar triangles</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91" name="Shape 2391"/>
        <p:cNvGrpSpPr/>
        <p:nvPr/>
      </p:nvGrpSpPr>
      <p:grpSpPr>
        <a:xfrm>
          <a:off x="0" y="0"/>
          <a:ext cx="0" cy="0"/>
          <a:chOff x="0" y="0"/>
          <a:chExt cx="0" cy="0"/>
        </a:xfrm>
      </p:grpSpPr>
      <p:sp>
        <p:nvSpPr>
          <p:cNvPr id="2392" name="Google Shape;2392;p107"/>
          <p:cNvSpPr txBox="1"/>
          <p:nvPr>
            <p:ph idx="1" type="subTitle"/>
          </p:nvPr>
        </p:nvSpPr>
        <p:spPr>
          <a:xfrm>
            <a:off x="661775" y="1129425"/>
            <a:ext cx="7351200" cy="2358000"/>
          </a:xfrm>
          <a:prstGeom prst="rect">
            <a:avLst/>
          </a:prstGeom>
        </p:spPr>
        <p:txBody>
          <a:bodyPr anchorCtr="0" anchor="ctr" bIns="0" lIns="0" spcFirstLastPara="1" rIns="0" wrap="square" tIns="0">
            <a:noAutofit/>
          </a:bodyPr>
          <a:lstStyle/>
          <a:p>
            <a:pPr indent="0" lvl="0" marL="0" rtl="0" algn="l">
              <a:spcBef>
                <a:spcPts val="0"/>
              </a:spcBef>
              <a:spcAft>
                <a:spcPts val="0"/>
              </a:spcAft>
              <a:buNone/>
            </a:pPr>
            <a:r>
              <a:rPr lang="en-GB"/>
              <a:t>© Oak National Academy 2024.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Produced in partnership with Mathematics in Education and Industry. </a:t>
            </a:r>
            <a:endParaRPr/>
          </a:p>
          <a:p>
            <a:pPr indent="0" lvl="0" marL="0" rtl="0" algn="l">
              <a:spcBef>
                <a:spcPts val="0"/>
              </a:spcBef>
              <a:spcAft>
                <a:spcPts val="0"/>
              </a:spcAft>
              <a:buNone/>
            </a:pPr>
            <a:r>
              <a:t/>
            </a:r>
            <a:endParaRPr/>
          </a:p>
          <a:p>
            <a:pPr indent="0" lvl="0" marL="0" rtl="0" algn="l">
              <a:spcBef>
                <a:spcPts val="0"/>
              </a:spcBef>
              <a:spcAft>
                <a:spcPts val="0"/>
              </a:spcAft>
              <a:buNone/>
            </a:pPr>
            <a:r>
              <a:rPr lang="en-GB"/>
              <a:t>Licensed on the </a:t>
            </a:r>
            <a:r>
              <a:rPr lang="en-GB" u="sng">
                <a:solidFill>
                  <a:schemeClr val="hlink"/>
                </a:solidFill>
                <a:hlinkClick r:id="rId3"/>
              </a:rPr>
              <a:t>Open Government Licence v3.0</a:t>
            </a:r>
            <a:r>
              <a:rPr lang="en-GB"/>
              <a:t>, except where otherwise stated. See </a:t>
            </a:r>
            <a:r>
              <a:rPr lang="en-GB" u="sng">
                <a:solidFill>
                  <a:schemeClr val="accent2"/>
                </a:solidFill>
                <a:hlinkClick r:id="rId4">
                  <a:extLst>
                    <a:ext uri="{A12FA001-AC4F-418D-AE19-62706E023703}">
                      <ahyp:hlinkClr val="tx"/>
                    </a:ext>
                  </a:extLst>
                </a:hlinkClick>
              </a:rPr>
              <a:t>Oak terms and conditions</a:t>
            </a:r>
            <a:r>
              <a:rPr lang="en-GB"/>
              <a:t>.</a:t>
            </a:r>
            <a:endParaRPr/>
          </a:p>
        </p:txBody>
      </p:sp>
      <p:pic>
        <p:nvPicPr>
          <p:cNvPr id="2393" name="Google Shape;2393;p107"/>
          <p:cNvPicPr preferRelativeResize="0"/>
          <p:nvPr/>
        </p:nvPicPr>
        <p:blipFill>
          <a:blip r:embed="rId5">
            <a:alphaModFix/>
          </a:blip>
          <a:stretch>
            <a:fillRect/>
          </a:stretch>
        </p:blipFill>
        <p:spPr>
          <a:xfrm>
            <a:off x="7242100" y="3453600"/>
            <a:ext cx="652800" cy="3264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ak theme - September 2023">
  <a:themeElements>
    <a:clrScheme name="Simple Light">
      <a:dk1>
        <a:srgbClr val="000000"/>
      </a:dk1>
      <a:lt1>
        <a:srgbClr val="FFFFFF"/>
      </a:lt1>
      <a:dk2>
        <a:srgbClr val="808080"/>
      </a:dk2>
      <a:lt2>
        <a:srgbClr val="F0F0F0"/>
      </a:lt2>
      <a:accent1>
        <a:srgbClr val="BEF2BD"/>
      </a:accent1>
      <a:accent2>
        <a:srgbClr val="374CF1"/>
      </a:accent2>
      <a:accent3>
        <a:srgbClr val="D02AA7"/>
      </a:accent3>
      <a:accent4>
        <a:srgbClr val="845AD9"/>
      </a:accent4>
      <a:accent5>
        <a:srgbClr val="037B7D"/>
      </a:accent5>
      <a:accent6>
        <a:srgbClr val="C63D01"/>
      </a:accent6>
      <a:hlink>
        <a:srgbClr val="374CF1"/>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