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245540-FC71-4BF8-8465-22F20B237E77}">
  <a:tblStyle styleId="{2C245540-FC71-4BF8-8465-22F20B237E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06E7426-0CEB-4C70-8B66-0ADA6C1F101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e02c2e013_0_7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e02c2e01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be02c2e013_0_18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be02c2e01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4740436" y="2654814"/>
            <a:ext cx="1082400" cy="1082400"/>
          </a:xfrm>
          <a:prstGeom prst="arc">
            <a:avLst>
              <a:gd fmla="val 19900924" name="adj1"/>
              <a:gd fmla="val 53074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458950" y="2626343"/>
            <a:ext cx="1127100" cy="1127100"/>
          </a:xfrm>
          <a:prstGeom prst="arc">
            <a:avLst>
              <a:gd fmla="val 19900924" name="adj1"/>
              <a:gd fmla="val 53074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/>
          <p:nvPr/>
        </p:nvSpPr>
        <p:spPr>
          <a:xfrm rot="-5400000">
            <a:off x="5483509" y="2469237"/>
            <a:ext cx="512700" cy="949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 rot="-5400000">
            <a:off x="3268126" y="2272043"/>
            <a:ext cx="651000" cy="1205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Ratio tables, the unit circle, and tangents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Tangent ratio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017050" y="1542600"/>
            <a:ext cx="406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and ratio table. By considering corresponding sides, find the length of side labelled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" name="Google Shape;168;p20"/>
          <p:cNvGraphicFramePr/>
          <p:nvPr/>
        </p:nvGraphicFramePr>
        <p:xfrm>
          <a:off x="4434250" y="3930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{2C245540-FC71-4BF8-8465-22F20B237E77}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adjacent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opposite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0"/>
          <p:cNvSpPr/>
          <p:nvPr/>
        </p:nvSpPr>
        <p:spPr>
          <a:xfrm>
            <a:off x="5482900" y="4444950"/>
            <a:ext cx="1054200" cy="250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232775" y="42562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71" name="Google Shape;171;p20"/>
          <p:cNvSpPr/>
          <p:nvPr/>
        </p:nvSpPr>
        <p:spPr>
          <a:xfrm>
            <a:off x="3383777" y="4286750"/>
            <a:ext cx="791400" cy="33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344682" y="3073810"/>
            <a:ext cx="609900" cy="232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080489" y="3066359"/>
            <a:ext cx="134100" cy="13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062433" y="3066359"/>
            <a:ext cx="134100" cy="13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 flipH="1" rot="-5400000">
            <a:off x="5145030" y="1845610"/>
            <a:ext cx="31614" cy="1132168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176" name="Google Shape;176;p20"/>
          <p:cNvSpPr txBox="1"/>
          <p:nvPr/>
        </p:nvSpPr>
        <p:spPr>
          <a:xfrm>
            <a:off x="4141810" y="2179742"/>
            <a:ext cx="203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sketch a similar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186515" y="3016248"/>
            <a:ext cx="432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445538" y="3022244"/>
            <a:ext cx="432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465758" y="3285328"/>
            <a:ext cx="56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323202" y="2869197"/>
            <a:ext cx="6525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(15°)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187550" y="3285328"/>
            <a:ext cx="830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266763" y="2788243"/>
            <a:ext cx="56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474749" y="15425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{506E7426-0CEB-4C70-8B66-0ADA6C1F1017}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85" name="Google Shape;185;p20"/>
          <p:cNvGrpSpPr/>
          <p:nvPr/>
        </p:nvGrpSpPr>
        <p:grpSpPr>
          <a:xfrm>
            <a:off x="2990975" y="2549243"/>
            <a:ext cx="3293956" cy="721451"/>
            <a:chOff x="2990975" y="2549243"/>
            <a:chExt cx="3293956" cy="721451"/>
          </a:xfrm>
        </p:grpSpPr>
        <p:cxnSp>
          <p:nvCxnSpPr>
            <p:cNvPr id="186" name="Google Shape;186;p20"/>
            <p:cNvCxnSpPr/>
            <p:nvPr/>
          </p:nvCxnSpPr>
          <p:spPr>
            <a:xfrm rot="10800000">
              <a:off x="5265074" y="3270695"/>
              <a:ext cx="9495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" name="Google Shape;187;p20"/>
            <p:cNvCxnSpPr/>
            <p:nvPr/>
          </p:nvCxnSpPr>
          <p:spPr>
            <a:xfrm rot="10800000">
              <a:off x="6284931" y="2687637"/>
              <a:ext cx="0" cy="5127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8" name="Google Shape;188;p20"/>
            <p:cNvCxnSpPr/>
            <p:nvPr/>
          </p:nvCxnSpPr>
          <p:spPr>
            <a:xfrm rot="10800000">
              <a:off x="2990975" y="3270598"/>
              <a:ext cx="12054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9" name="Google Shape;189;p20"/>
            <p:cNvCxnSpPr/>
            <p:nvPr/>
          </p:nvCxnSpPr>
          <p:spPr>
            <a:xfrm rot="10800000">
              <a:off x="4266740" y="2549243"/>
              <a:ext cx="0" cy="651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0" name="Google Shape;190;p20"/>
          <p:cNvSpPr/>
          <p:nvPr/>
        </p:nvSpPr>
        <p:spPr>
          <a:xfrm rot="5400000">
            <a:off x="731368" y="6489296"/>
            <a:ext cx="758100" cy="758400"/>
          </a:xfrm>
          <a:prstGeom prst="arc">
            <a:avLst>
              <a:gd fmla="val 17955657" name="adj1"/>
              <a:gd fmla="val 53074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 flipH="1" rot="10800000">
            <a:off x="3424768" y="8798720"/>
            <a:ext cx="913800" cy="914100"/>
          </a:xfrm>
          <a:prstGeom prst="arc">
            <a:avLst>
              <a:gd fmla="val 21431706" name="adj1"/>
              <a:gd fmla="val 2341765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442174" y="6333990"/>
            <a:ext cx="913800" cy="914100"/>
          </a:xfrm>
          <a:prstGeom prst="arc">
            <a:avLst>
              <a:gd fmla="val 21431706" name="adj1"/>
              <a:gd fmla="val 2341765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109759" y="6862201"/>
            <a:ext cx="919200" cy="52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 rot="-3032698">
            <a:off x="4137784" y="6203915"/>
            <a:ext cx="985723" cy="110122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flipH="1" rot="-7767302">
            <a:off x="4120378" y="8741669"/>
            <a:ext cx="985723" cy="110122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8000" y="6128775"/>
            <a:ext cx="66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By sketching similar triangles with a adjacent of 1 unit, find the length of the side indicated on each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 rot="5400000">
            <a:off x="1109918" y="7284793"/>
            <a:ext cx="106800" cy="10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 flipH="1" rot="-5400000">
            <a:off x="2032829" y="6246855"/>
            <a:ext cx="26375" cy="1267946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199" name="Google Shape;199;p20"/>
          <p:cNvSpPr txBox="1"/>
          <p:nvPr/>
        </p:nvSpPr>
        <p:spPr>
          <a:xfrm>
            <a:off x="904791" y="6625577"/>
            <a:ext cx="22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sketch a similar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flipH="1" rot="5400000">
            <a:off x="2019566" y="7261463"/>
            <a:ext cx="142978" cy="1189486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01" name="Google Shape;201;p20"/>
          <p:cNvSpPr txBox="1"/>
          <p:nvPr/>
        </p:nvSpPr>
        <p:spPr>
          <a:xfrm>
            <a:off x="1020479" y="7955499"/>
            <a:ext cx="166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 flipH="1">
            <a:off x="1097682" y="6997989"/>
            <a:ext cx="34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2014362" y="7955375"/>
            <a:ext cx="378900" cy="26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276674" y="7525637"/>
            <a:ext cx="570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 rot="2365551">
            <a:off x="4657312" y="7303619"/>
            <a:ext cx="150690" cy="15069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 flipH="1">
            <a:off x="4026048" y="6774547"/>
            <a:ext cx="3441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793979" y="7203224"/>
            <a:ext cx="635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051848" y="7102939"/>
            <a:ext cx="572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 flipH="1" rot="8434449">
            <a:off x="4639906" y="8592501"/>
            <a:ext cx="150690" cy="15069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992773" y="9085070"/>
            <a:ext cx="3441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829727" y="8602570"/>
            <a:ext cx="572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103624" y="8734500"/>
            <a:ext cx="5982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>
            <a:off x="3691897" y="6385229"/>
            <a:ext cx="0" cy="3489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0"/>
          <p:cNvSpPr txBox="1"/>
          <p:nvPr/>
        </p:nvSpPr>
        <p:spPr>
          <a:xfrm flipH="1">
            <a:off x="580832" y="7030189"/>
            <a:ext cx="34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950" y="7424238"/>
            <a:ext cx="1052050" cy="1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 flipH="1">
            <a:off x="3553157" y="2249826"/>
            <a:ext cx="998100" cy="998100"/>
          </a:xfrm>
          <a:prstGeom prst="arc">
            <a:avLst>
              <a:gd fmla="val 10771373" name="adj1"/>
              <a:gd fmla="val 13148850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 rot="5400000">
            <a:off x="5782775" y="3351408"/>
            <a:ext cx="1309500" cy="1309500"/>
          </a:xfrm>
          <a:prstGeom prst="arc">
            <a:avLst>
              <a:gd fmla="val 5394639" name="adj1"/>
              <a:gd fmla="val 7194094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967925" y="2151871"/>
            <a:ext cx="925800" cy="925800"/>
          </a:xfrm>
          <a:prstGeom prst="arc">
            <a:avLst>
              <a:gd fmla="val 10771373" name="adj1"/>
              <a:gd fmla="val 13506230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 flipH="1">
            <a:off x="2840424" y="3150708"/>
            <a:ext cx="824700" cy="825000"/>
          </a:xfrm>
          <a:prstGeom prst="arc">
            <a:avLst>
              <a:gd fmla="val 21431706" name="adj1"/>
              <a:gd fmla="val 2341765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 flipH="1">
            <a:off x="4045764" y="1705605"/>
            <a:ext cx="1277100" cy="1049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206182" y="3295136"/>
            <a:ext cx="1240500" cy="714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191227" y="1368549"/>
            <a:ext cx="1254000" cy="1254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 flipH="1" rot="3032759">
            <a:off x="2148404" y="3033289"/>
            <a:ext cx="888964" cy="99340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 flipH="1">
            <a:off x="5494811" y="2069032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4750" y="6312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The opposite and the adjacent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360000"/>
            <a:ext cx="577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Tangent ratio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 flipH="1">
            <a:off x="5433763" y="20795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474757" y="5993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1"/>
          <p:cNvSpPr txBox="1"/>
          <p:nvPr/>
        </p:nvSpPr>
        <p:spPr>
          <a:xfrm>
            <a:off x="474750" y="9196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571139" y="1219450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2571150" y="1255831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opposite side = adj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>
            <a:off x="3694740" y="1773270"/>
            <a:ext cx="0" cy="250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1"/>
          <p:cNvSpPr/>
          <p:nvPr/>
        </p:nvSpPr>
        <p:spPr>
          <a:xfrm>
            <a:off x="2191227" y="2382770"/>
            <a:ext cx="239700" cy="239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993709" y="2450965"/>
            <a:ext cx="3189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35636" y="1798124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 flipH="1">
            <a:off x="5122473" y="2554590"/>
            <a:ext cx="200400" cy="20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 flipH="1">
            <a:off x="4212940" y="2594286"/>
            <a:ext cx="3480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 flipH="1">
            <a:off x="6214553" y="2069032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 flipH="1">
            <a:off x="2446833" y="2807721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35636" y="219149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 flipH="1" rot="-2371797">
            <a:off x="2433193" y="4025458"/>
            <a:ext cx="135746" cy="1357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2851974" y="3550661"/>
            <a:ext cx="310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 flipH="1">
            <a:off x="2863473" y="3941401"/>
            <a:ext cx="670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 rot="5400000">
            <a:off x="5206169" y="3823513"/>
            <a:ext cx="186300" cy="18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55883" y="3586971"/>
            <a:ext cx="4491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805182" y="3819812"/>
            <a:ext cx="315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222993" y="3844756"/>
            <a:ext cx="99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adj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535674" y="1173588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798076" y="1608334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3798076" y="32626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35674" y="32626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37452" y="18038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337472" y="18038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51608" y="2183078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1141000" y="2183069"/>
            <a:ext cx="5586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 flipH="1">
            <a:off x="4343858" y="2915946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 flipH="1">
            <a:off x="5466370" y="4148892"/>
            <a:ext cx="718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535636" y="14501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  × 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" name="Google Shape;2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925" y="3148378"/>
            <a:ext cx="6793199" cy="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2625" y="2623250"/>
            <a:ext cx="1411200" cy="18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/>
          <p:nvPr/>
        </p:nvSpPr>
        <p:spPr>
          <a:xfrm flipH="1">
            <a:off x="5109603" y="6526540"/>
            <a:ext cx="861300" cy="861300"/>
          </a:xfrm>
          <a:prstGeom prst="arc">
            <a:avLst>
              <a:gd fmla="val 10771373" name="adj1"/>
              <a:gd fmla="val 14522387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252684" y="5936831"/>
            <a:ext cx="1164600" cy="1164600"/>
          </a:xfrm>
          <a:prstGeom prst="arc">
            <a:avLst>
              <a:gd fmla="val 10771373" name="adj1"/>
              <a:gd fmla="val 12609969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 rot="5400000">
            <a:off x="624869" y="7101274"/>
            <a:ext cx="739500" cy="739500"/>
          </a:xfrm>
          <a:prstGeom prst="arc">
            <a:avLst>
              <a:gd fmla="val 18031654" name="adj1"/>
              <a:gd fmla="val 66266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 flipH="1" rot="5400000">
            <a:off x="1584685" y="5233023"/>
            <a:ext cx="936300" cy="164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 rot="-5400000">
            <a:off x="5175741" y="5752136"/>
            <a:ext cx="1565700" cy="84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988134" y="7460834"/>
            <a:ext cx="1296300" cy="746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438288" y="6137087"/>
            <a:ext cx="853500" cy="26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438288" y="6497359"/>
            <a:ext cx="853500" cy="26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2571139" y="5266256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571150" y="5309074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opposite side = adj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>
            <a:off x="3780575" y="5596250"/>
            <a:ext cx="0" cy="272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1"/>
          <p:cNvSpPr txBox="1"/>
          <p:nvPr/>
        </p:nvSpPr>
        <p:spPr>
          <a:xfrm flipH="1">
            <a:off x="3909314" y="6270479"/>
            <a:ext cx="490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68036" y="5063396"/>
            <a:ext cx="660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adjacent when given the side opposite the labelled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 flipH="1">
            <a:off x="1230617" y="637258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 flipH="1">
            <a:off x="611324" y="5986050"/>
            <a:ext cx="53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571404" y="6987643"/>
            <a:ext cx="578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>
            <a:off x="1571400" y="6956192"/>
            <a:ext cx="578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1"/>
          <p:cNvSpPr txBox="1"/>
          <p:nvPr/>
        </p:nvSpPr>
        <p:spPr>
          <a:xfrm>
            <a:off x="2249441" y="6356040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 flipH="1">
            <a:off x="6229059" y="680566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 flipH="1">
            <a:off x="6466499" y="612193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>
            <a:off x="4438288" y="6447977"/>
            <a:ext cx="853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1"/>
          <p:cNvSpPr txBox="1"/>
          <p:nvPr/>
        </p:nvSpPr>
        <p:spPr>
          <a:xfrm flipH="1">
            <a:off x="5606629" y="6787227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 flipH="1">
            <a:off x="5545239" y="7104780"/>
            <a:ext cx="85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 flipH="1">
            <a:off x="1571725" y="6654591"/>
            <a:ext cx="578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68036" y="562881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3876418" y="584418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 rot="5400000">
            <a:off x="988057" y="8012854"/>
            <a:ext cx="194700" cy="19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990402" y="7615927"/>
            <a:ext cx="32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 flipH="1">
            <a:off x="1323415" y="830136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1630423" y="7565015"/>
            <a:ext cx="63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3876425" y="7389000"/>
            <a:ext cx="319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A right-angled triangle has an angle of 85°.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 flipH="1">
            <a:off x="470083" y="7780475"/>
            <a:ext cx="43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68036" y="74099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 flipH="1">
            <a:off x="970630" y="6826875"/>
            <a:ext cx="560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 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 flipH="1">
            <a:off x="5381003" y="5891048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2" name="Google Shape;302;p21"/>
          <p:cNvGrpSpPr/>
          <p:nvPr/>
        </p:nvGrpSpPr>
        <p:grpSpPr>
          <a:xfrm>
            <a:off x="909883" y="5332221"/>
            <a:ext cx="5556745" cy="2954760"/>
            <a:chOff x="909883" y="988821"/>
            <a:chExt cx="5556745" cy="2954760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1144918" y="988821"/>
              <a:ext cx="5321709" cy="1710781"/>
              <a:chOff x="1144918" y="988821"/>
              <a:chExt cx="5321709" cy="1710781"/>
            </a:xfrm>
          </p:grpSpPr>
          <p:cxnSp>
            <p:nvCxnSpPr>
              <p:cNvPr id="304" name="Google Shape;304;p21"/>
              <p:cNvCxnSpPr/>
              <p:nvPr/>
            </p:nvCxnSpPr>
            <p:spPr>
              <a:xfrm>
                <a:off x="1289945" y="1184356"/>
                <a:ext cx="1644300" cy="93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05" name="Google Shape;305;p21"/>
              <p:cNvCxnSpPr/>
              <p:nvPr/>
            </p:nvCxnSpPr>
            <p:spPr>
              <a:xfrm>
                <a:off x="1230742" y="2265747"/>
                <a:ext cx="1644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06" name="Google Shape;306;p21"/>
              <p:cNvCxnSpPr/>
              <p:nvPr/>
            </p:nvCxnSpPr>
            <p:spPr>
              <a:xfrm rot="10800000">
                <a:off x="1144918" y="1243623"/>
                <a:ext cx="0" cy="93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07" name="Google Shape;307;p21"/>
              <p:cNvCxnSpPr/>
              <p:nvPr/>
            </p:nvCxnSpPr>
            <p:spPr>
              <a:xfrm flipH="1">
                <a:off x="5477308" y="988821"/>
                <a:ext cx="844200" cy="15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08" name="Google Shape;308;p21"/>
              <p:cNvCxnSpPr/>
              <p:nvPr/>
            </p:nvCxnSpPr>
            <p:spPr>
              <a:xfrm rot="10800000">
                <a:off x="5536511" y="2699602"/>
                <a:ext cx="8442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09" name="Google Shape;309;p21"/>
              <p:cNvCxnSpPr/>
              <p:nvPr/>
            </p:nvCxnSpPr>
            <p:spPr>
              <a:xfrm rot="10800000">
                <a:off x="6466628" y="1047986"/>
                <a:ext cx="0" cy="15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310" name="Google Shape;310;p21"/>
            <p:cNvCxnSpPr/>
            <p:nvPr/>
          </p:nvCxnSpPr>
          <p:spPr>
            <a:xfrm flipH="1" rot="5400000">
              <a:off x="1322019" y="2783301"/>
              <a:ext cx="746700" cy="12963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993029" y="3943581"/>
              <a:ext cx="12912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2" name="Google Shape;312;p21"/>
            <p:cNvCxnSpPr/>
            <p:nvPr/>
          </p:nvCxnSpPr>
          <p:spPr>
            <a:xfrm rot="10800000">
              <a:off x="909883" y="3112515"/>
              <a:ext cx="0" cy="7242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313" name="Google Shape;3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713" y="7307628"/>
            <a:ext cx="6793199" cy="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4043491" y="5116676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/>
          <p:nvPr/>
        </p:nvSpPr>
        <p:spPr>
          <a:xfrm flipH="1">
            <a:off x="5728287" y="2946832"/>
            <a:ext cx="923400" cy="923400"/>
          </a:xfrm>
          <a:prstGeom prst="arc">
            <a:avLst>
              <a:gd fmla="val 2215612" name="adj1"/>
              <a:gd fmla="val 5387200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/>
          <p:nvPr/>
        </p:nvSpPr>
        <p:spPr>
          <a:xfrm flipH="1">
            <a:off x="131720" y="3634280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/>
          <p:nvPr/>
        </p:nvSpPr>
        <p:spPr>
          <a:xfrm flipH="1">
            <a:off x="2356134" y="3634280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/>
          <p:nvPr/>
        </p:nvSpPr>
        <p:spPr>
          <a:xfrm flipH="1">
            <a:off x="168838" y="5298808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6233675" y="5116676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/>
          <p:nvPr/>
        </p:nvSpPr>
        <p:spPr>
          <a:xfrm rot="-5400000">
            <a:off x="799090" y="327054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 rot="-5400000">
            <a:off x="3023504" y="327054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 rot="-5400000">
            <a:off x="5281565" y="327054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 rot="-5400000">
            <a:off x="836208" y="4935074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 flipH="1" rot="5400000">
            <a:off x="5939231" y="4800374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/>
          <p:nvPr/>
        </p:nvSpPr>
        <p:spPr>
          <a:xfrm flipH="1" rot="5400000">
            <a:off x="3749047" y="4800374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474750" y="733148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Effectively using a calculator for the tan ratio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474750" y="1021618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Starting with the smallest, put these side lengths of right-angled triangles in order of size.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5743943" y="2350088"/>
            <a:ext cx="1164600" cy="260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tan(10°)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2937611" y="2325088"/>
            <a:ext cx="1164600" cy="260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3991624" y="1688799"/>
            <a:ext cx="1164600" cy="260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633746" y="2499512"/>
            <a:ext cx="1164600" cy="260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tan(45°)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2312682" y="1470385"/>
            <a:ext cx="692400" cy="469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2340373" y="1739083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1" name="Google Shape;341;p22"/>
          <p:cNvCxnSpPr/>
          <p:nvPr/>
        </p:nvCxnSpPr>
        <p:spPr>
          <a:xfrm rot="10800000">
            <a:off x="2418085" y="1712344"/>
            <a:ext cx="4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2"/>
          <p:cNvSpPr txBox="1"/>
          <p:nvPr/>
        </p:nvSpPr>
        <p:spPr>
          <a:xfrm>
            <a:off x="2340373" y="1543916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633739" y="1584100"/>
            <a:ext cx="692400" cy="469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661430" y="1852798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tan(10°)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5" name="Google Shape;345;p22"/>
          <p:cNvCxnSpPr/>
          <p:nvPr/>
        </p:nvCxnSpPr>
        <p:spPr>
          <a:xfrm rot="10800000">
            <a:off x="739143" y="1826058"/>
            <a:ext cx="4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2"/>
          <p:cNvSpPr txBox="1"/>
          <p:nvPr/>
        </p:nvSpPr>
        <p:spPr>
          <a:xfrm>
            <a:off x="661430" y="1657630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6142767" y="1584094"/>
            <a:ext cx="692400" cy="469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6170459" y="1852792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9" name="Google Shape;349;p22"/>
          <p:cNvCxnSpPr/>
          <p:nvPr/>
        </p:nvCxnSpPr>
        <p:spPr>
          <a:xfrm rot="10800000">
            <a:off x="6248171" y="1826052"/>
            <a:ext cx="4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22"/>
          <p:cNvSpPr txBox="1"/>
          <p:nvPr/>
        </p:nvSpPr>
        <p:spPr>
          <a:xfrm>
            <a:off x="6170459" y="1657624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536785" y="2936374"/>
            <a:ext cx="653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lengths of all sides in each of these triangles (3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2"/>
          <p:cNvCxnSpPr/>
          <p:nvPr/>
        </p:nvCxnSpPr>
        <p:spPr>
          <a:xfrm>
            <a:off x="4892292" y="3485506"/>
            <a:ext cx="0" cy="296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2"/>
          <p:cNvCxnSpPr/>
          <p:nvPr/>
        </p:nvCxnSpPr>
        <p:spPr>
          <a:xfrm>
            <a:off x="2714576" y="3485506"/>
            <a:ext cx="0" cy="296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22"/>
          <p:cNvSpPr/>
          <p:nvPr/>
        </p:nvSpPr>
        <p:spPr>
          <a:xfrm>
            <a:off x="814780" y="4289636"/>
            <a:ext cx="800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1563709" y="4034996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 flipH="1">
            <a:off x="838808" y="3976576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1800823" y="3735107"/>
            <a:ext cx="771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tan(33°)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3788122" y="4034996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3186933" y="4279329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 flipH="1">
            <a:off x="3063221" y="3976576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6046184" y="4034996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5450595" y="429349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 flipH="1">
            <a:off x="5840227" y="3603489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1600826" y="569952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955466" y="5935061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 flipH="1">
            <a:off x="875925" y="5641103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/>
          <p:nvPr/>
        </p:nvSpPr>
        <p:spPr>
          <a:xfrm flipH="1">
            <a:off x="3266447" y="569952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4017937" y="565593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/>
          <p:nvPr/>
        </p:nvSpPr>
        <p:spPr>
          <a:xfrm flipH="1">
            <a:off x="5456631" y="569952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6208121" y="565593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5003708" y="5469311"/>
            <a:ext cx="3297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2" name="Google Shape;372;p22"/>
          <p:cNvCxnSpPr/>
          <p:nvPr/>
        </p:nvCxnSpPr>
        <p:spPr>
          <a:xfrm flipH="1">
            <a:off x="608876" y="3344010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3" name="Google Shape;373;p22"/>
          <p:cNvCxnSpPr/>
          <p:nvPr/>
        </p:nvCxnSpPr>
        <p:spPr>
          <a:xfrm rot="10800000">
            <a:off x="667472" y="425837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4" name="Google Shape;374;p22"/>
          <p:cNvCxnSpPr/>
          <p:nvPr/>
        </p:nvCxnSpPr>
        <p:spPr>
          <a:xfrm rot="10800000">
            <a:off x="1787152" y="3402405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5" name="Google Shape;375;p22"/>
          <p:cNvCxnSpPr/>
          <p:nvPr/>
        </p:nvCxnSpPr>
        <p:spPr>
          <a:xfrm flipH="1">
            <a:off x="2833289" y="3344010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22"/>
          <p:cNvCxnSpPr/>
          <p:nvPr/>
        </p:nvCxnSpPr>
        <p:spPr>
          <a:xfrm rot="10800000">
            <a:off x="2891885" y="425837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7" name="Google Shape;377;p22"/>
          <p:cNvCxnSpPr/>
          <p:nvPr/>
        </p:nvCxnSpPr>
        <p:spPr>
          <a:xfrm rot="10800000">
            <a:off x="4011565" y="3402405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8" name="Google Shape;378;p22"/>
          <p:cNvCxnSpPr/>
          <p:nvPr/>
        </p:nvCxnSpPr>
        <p:spPr>
          <a:xfrm flipH="1">
            <a:off x="5091350" y="3344010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9" name="Google Shape;379;p22"/>
          <p:cNvCxnSpPr/>
          <p:nvPr/>
        </p:nvCxnSpPr>
        <p:spPr>
          <a:xfrm rot="10800000">
            <a:off x="5149946" y="425837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0" name="Google Shape;380;p22"/>
          <p:cNvCxnSpPr/>
          <p:nvPr/>
        </p:nvCxnSpPr>
        <p:spPr>
          <a:xfrm rot="10800000">
            <a:off x="6269626" y="3402405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1" name="Google Shape;381;p22"/>
          <p:cNvCxnSpPr/>
          <p:nvPr/>
        </p:nvCxnSpPr>
        <p:spPr>
          <a:xfrm flipH="1">
            <a:off x="645993" y="5008537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2" name="Google Shape;382;p22"/>
          <p:cNvCxnSpPr/>
          <p:nvPr/>
        </p:nvCxnSpPr>
        <p:spPr>
          <a:xfrm rot="10800000">
            <a:off x="704589" y="5922904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3" name="Google Shape;383;p22"/>
          <p:cNvCxnSpPr/>
          <p:nvPr/>
        </p:nvCxnSpPr>
        <p:spPr>
          <a:xfrm rot="10800000">
            <a:off x="1824269" y="5066932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4" name="Google Shape;384;p22"/>
          <p:cNvCxnSpPr/>
          <p:nvPr/>
        </p:nvCxnSpPr>
        <p:spPr>
          <a:xfrm>
            <a:off x="3266284" y="5922904"/>
            <a:ext cx="15135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5" name="Google Shape;385;p22"/>
          <p:cNvCxnSpPr/>
          <p:nvPr/>
        </p:nvCxnSpPr>
        <p:spPr>
          <a:xfrm rot="10800000">
            <a:off x="3186934" y="5282852"/>
            <a:ext cx="0" cy="5721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6" name="Google Shape;386;p22"/>
          <p:cNvCxnSpPr/>
          <p:nvPr/>
        </p:nvCxnSpPr>
        <p:spPr>
          <a:xfrm>
            <a:off x="5456468" y="5922904"/>
            <a:ext cx="15135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7" name="Google Shape;387;p22"/>
          <p:cNvCxnSpPr/>
          <p:nvPr/>
        </p:nvCxnSpPr>
        <p:spPr>
          <a:xfrm rot="10800000">
            <a:off x="5377118" y="5282852"/>
            <a:ext cx="0" cy="5721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8" name="Google Shape;388;p22"/>
          <p:cNvCxnSpPr/>
          <p:nvPr/>
        </p:nvCxnSpPr>
        <p:spPr>
          <a:xfrm rot="10800000">
            <a:off x="3303942" y="5208464"/>
            <a:ext cx="1530900" cy="565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9" name="Google Shape;389;p22"/>
          <p:cNvCxnSpPr/>
          <p:nvPr/>
        </p:nvCxnSpPr>
        <p:spPr>
          <a:xfrm rot="10800000">
            <a:off x="5488838" y="5208464"/>
            <a:ext cx="1530900" cy="5658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0" name="Google Shape;390;p22"/>
          <p:cNvSpPr txBox="1"/>
          <p:nvPr/>
        </p:nvSpPr>
        <p:spPr>
          <a:xfrm>
            <a:off x="536785" y="3249887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2797162" y="3249887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4972001" y="3249887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536785" y="486290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2797162" y="486290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4972001" y="486290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1784280" y="3569361"/>
            <a:ext cx="800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4014525" y="3726312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6291325" y="3726312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1824275" y="5375493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3716066" y="5955473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2787888" y="5479968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6010563" y="5935068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468000" y="360000"/>
            <a:ext cx="577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Tangent ratio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4" name="Google Shape;4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75" y="4689215"/>
            <a:ext cx="6793199" cy="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713" y="653715"/>
            <a:ext cx="6793199" cy="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