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CFBC0F-D988-4C38-8D58-C15ADF9019C8}">
  <a:tblStyle styleId="{D0CFBC0F-D988-4C38-8D58-C15ADF9019C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513F6AC-94B1-407E-9884-1D27A46A35A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1f2a6ef81a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1f2a6ef81a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1f2a6ef81a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1f2a6ef81a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1f2a6ef81a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1f2a6ef81a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f2a6ef81a3_0_2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1f2a6ef81a3_0_2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f2a6ef81a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1f2a6ef81a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f2a6ef81a3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f2a6ef81a3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1f2a6ef81a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1f2a6ef81a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1f2a6ef81a3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1f2a6ef81a3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1f2a6ef81a3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1f2a6ef81a3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f2a6ef81a3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f2a6ef81a3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1f2a6ef81a3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1f2a6ef81a3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f2a6ef81a3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1f2a6ef81a3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1f2a6ef81a3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1f2a6ef81a3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1f2a6ef81a3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1f2a6ef81a3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1f2a6ef81a3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1f2a6ef81a3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1f2a6ef81a3_0_3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1f2a6ef81a3_0_3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1f2a6ef81a3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1f2a6ef81a3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1f2a6ef81a3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1f2a6ef81a3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1f2a6ef81a3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1f2a6ef81a3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1f2a6ef81a3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1f2a6ef81a3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1f2a6ef81a3_0_1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1f2a6ef81a3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1f2a6ef81a3_0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1f2a6ef81a3_0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1f2a6ef81a3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1f2a6ef81a3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1f2a6ef81a3_0_3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1f2a6ef81a3_0_3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1f2a6ef81a3_0_4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1f2a6ef81a3_0_4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1f2a6ef81a3_0_4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1f2a6ef81a3_0_4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1f2a6ef81a3_0_4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1f2a6ef81a3_0_4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1f2a6ef81a3_0_1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1f2a6ef81a3_0_1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1f2a6ef81a3_0_1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1f2a6ef81a3_0_1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1f2a6ef81a3_0_1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1f2a6ef81a3_0_1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1f2a6ef81a3_0_1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1f2a6ef81a3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1f2a6ef81a3_0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1f2a6ef81a3_0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1f2a6ef81a3_0_1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4" name="Google Shape;1834;g1f2a6ef81a3_0_1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1f2a6ef81a3_0_1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1f2a6ef81a3_0_1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g1f2a6ef81a3_0_1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6" name="Google Shape;1936;g1f2a6ef81a3_0_1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g1f2a6ef81a3_0_1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6" name="Google Shape;1986;g1f2a6ef81a3_0_1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g1f2a6ef81a3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5" name="Google Shape;2045;g1f2a6ef81a3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g1f2a6ef81a3_0_1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8" name="Google Shape;2108;g1f2a6ef81a3_0_1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g1f2a6ef81a3_0_1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6" name="Google Shape;2136;g1f2a6ef81a3_0_1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g1f2a6ef81a3_0_1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5" name="Google Shape;2205;g1f2a6ef81a3_0_1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g1f2a6ef81a3_0_1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3" name="Google Shape;2253;g1f2a6ef81a3_0_1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1f2a6ef81a3_0_1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1f2a6ef81a3_0_1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1f2a6ef81a3_0_1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1f2a6ef81a3_0_1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75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5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5.png"/><Relationship Id="rId4" Type="http://schemas.openxmlformats.org/officeDocument/2006/relationships/image" Target="../media/image31.png"/><Relationship Id="rId11" Type="http://schemas.openxmlformats.org/officeDocument/2006/relationships/image" Target="../media/image20.png"/><Relationship Id="rId10" Type="http://schemas.openxmlformats.org/officeDocument/2006/relationships/image" Target="../media/image37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Relationship Id="rId4" Type="http://schemas.openxmlformats.org/officeDocument/2006/relationships/image" Target="../media/image44.png"/><Relationship Id="rId5" Type="http://schemas.openxmlformats.org/officeDocument/2006/relationships/image" Target="../media/image5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Relationship Id="rId5" Type="http://schemas.openxmlformats.org/officeDocument/2006/relationships/image" Target="../media/image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Relationship Id="rId4" Type="http://schemas.openxmlformats.org/officeDocument/2006/relationships/image" Target="../media/image44.png"/><Relationship Id="rId5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Relationship Id="rId4" Type="http://schemas.openxmlformats.org/officeDocument/2006/relationships/image" Target="../media/image44.png"/><Relationship Id="rId5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2.png"/><Relationship Id="rId4" Type="http://schemas.openxmlformats.org/officeDocument/2006/relationships/image" Target="../media/image5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6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Relationship Id="rId4" Type="http://schemas.openxmlformats.org/officeDocument/2006/relationships/image" Target="../media/image6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Relationship Id="rId4" Type="http://schemas.openxmlformats.org/officeDocument/2006/relationships/image" Target="../media/image67.png"/><Relationship Id="rId5" Type="http://schemas.openxmlformats.org/officeDocument/2006/relationships/image" Target="../media/image6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png"/><Relationship Id="rId4" Type="http://schemas.openxmlformats.org/officeDocument/2006/relationships/image" Target="../media/image67.png"/><Relationship Id="rId5" Type="http://schemas.openxmlformats.org/officeDocument/2006/relationships/image" Target="../media/image6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8.png"/><Relationship Id="rId4" Type="http://schemas.openxmlformats.org/officeDocument/2006/relationships/image" Target="../media/image7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2.png"/><Relationship Id="rId4" Type="http://schemas.openxmlformats.org/officeDocument/2006/relationships/image" Target="../media/image6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3.png"/><Relationship Id="rId4" Type="http://schemas.openxmlformats.org/officeDocument/2006/relationships/image" Target="../media/image7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Relationship Id="rId4" Type="http://schemas.openxmlformats.org/officeDocument/2006/relationships/image" Target="../media/image7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Tangent ratio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Trigonometry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derive the tangent ratio from the sides of a right-angled triangle.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>
            <p:ph idx="4" type="subTitle"/>
          </p:nvPr>
        </p:nvSpPr>
        <p:spPr>
          <a:xfrm>
            <a:off x="324000" y="66645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adjacent side of a right-angled triangle is the side which is next to both the right angle and the marked angle.</a:t>
            </a:r>
            <a:endParaRPr/>
          </a:p>
        </p:txBody>
      </p:sp>
      <p:sp>
        <p:nvSpPr>
          <p:cNvPr id="763" name="Google Shape;763;p65"/>
          <p:cNvSpPr txBox="1"/>
          <p:nvPr>
            <p:ph idx="6" type="subTitle"/>
          </p:nvPr>
        </p:nvSpPr>
        <p:spPr>
          <a:xfrm>
            <a:off x="324000" y="16401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opposite side of a right-angled triangle is the side which is opposite the marked angle.</a:t>
            </a:r>
            <a:endParaRPr/>
          </a:p>
        </p:txBody>
      </p:sp>
      <p:sp>
        <p:nvSpPr>
          <p:cNvPr id="764" name="Google Shape;764;p65"/>
          <p:cNvSpPr txBox="1"/>
          <p:nvPr>
            <p:ph idx="6" type="subTitle"/>
          </p:nvPr>
        </p:nvSpPr>
        <p:spPr>
          <a:xfrm>
            <a:off x="324000" y="2613750"/>
            <a:ext cx="46956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trigonometric ratios are ratios between each pair of lengths in a right-angled triangle. </a:t>
            </a:r>
            <a:endParaRPr/>
          </a:p>
        </p:txBody>
      </p:sp>
      <p:sp>
        <p:nvSpPr>
          <p:cNvPr id="765" name="Google Shape;765;p65"/>
          <p:cNvSpPr txBox="1"/>
          <p:nvPr>
            <p:ph idx="6" type="subTitle"/>
          </p:nvPr>
        </p:nvSpPr>
        <p:spPr>
          <a:xfrm>
            <a:off x="324000" y="3906000"/>
            <a:ext cx="51222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tangent of an angle (tan(</a:t>
            </a:r>
            <a:r>
              <a:rPr i="1" lang="en-GB"/>
              <a:t>θ</a:t>
            </a:r>
            <a:r>
              <a:rPr lang="en-GB"/>
              <a:t>°)) is the y-coordinate of point Q on the triangle which extends from the unit circle. </a:t>
            </a:r>
            <a:endParaRPr/>
          </a:p>
        </p:txBody>
      </p:sp>
      <p:pic>
        <p:nvPicPr>
          <p:cNvPr descr="p &#10;tan 9 &#10;Sin 9 &#10;9 &#10;cos 9 " id="766" name="Google Shape;766;p65"/>
          <p:cNvPicPr preferRelativeResize="0"/>
          <p:nvPr/>
        </p:nvPicPr>
        <p:blipFill rotWithShape="1">
          <a:blip r:embed="rId3">
            <a:alphaModFix/>
          </a:blip>
          <a:srcRect b="0" l="0" r="13919" t="0"/>
          <a:stretch/>
        </p:blipFill>
        <p:spPr>
          <a:xfrm>
            <a:off x="5576700" y="1975775"/>
            <a:ext cx="2791800" cy="286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 &#10;tan 9 &#10;Sin 9 &#10;9 &#10;cos 9 " id="767" name="Google Shape;767;p65"/>
          <p:cNvPicPr preferRelativeResize="0"/>
          <p:nvPr/>
        </p:nvPicPr>
        <p:blipFill rotWithShape="1">
          <a:blip r:embed="rId3">
            <a:alphaModFix/>
          </a:blip>
          <a:srcRect b="27541" l="86080" r="0" t="0"/>
          <a:stretch/>
        </p:blipFill>
        <p:spPr>
          <a:xfrm>
            <a:off x="8368500" y="1975775"/>
            <a:ext cx="451425" cy="207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773" name="Google Shape;773;p6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sp>
        <p:nvSpPr>
          <p:cNvPr id="774" name="Google Shape;774;p6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sp>
        <p:nvSpPr>
          <p:cNvPr id="775" name="Google Shape;775;p6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Tangent ratio</a:t>
            </a:r>
            <a:endParaRPr/>
          </a:p>
        </p:txBody>
      </p:sp>
      <p:pic>
        <p:nvPicPr>
          <p:cNvPr id="776" name="Google Shape;77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77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781;p67"/>
          <p:cNvPicPr preferRelativeResize="0"/>
          <p:nvPr/>
        </p:nvPicPr>
        <p:blipFill rotWithShape="1">
          <a:blip r:embed="rId3">
            <a:alphaModFix/>
          </a:blip>
          <a:srcRect b="0" l="0" r="3688" t="0"/>
          <a:stretch/>
        </p:blipFill>
        <p:spPr>
          <a:xfrm>
            <a:off x="324000" y="613500"/>
            <a:ext cx="4406926" cy="4192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2" name="Google Shape;782;p67"/>
          <p:cNvGrpSpPr/>
          <p:nvPr/>
        </p:nvGrpSpPr>
        <p:grpSpPr>
          <a:xfrm>
            <a:off x="-168425" y="3745150"/>
            <a:ext cx="1719296" cy="1682100"/>
            <a:chOff x="-168425" y="3745150"/>
            <a:chExt cx="1719296" cy="1682100"/>
          </a:xfrm>
        </p:grpSpPr>
        <p:sp>
          <p:nvSpPr>
            <p:cNvPr id="783" name="Google Shape;783;p67"/>
            <p:cNvSpPr/>
            <p:nvPr/>
          </p:nvSpPr>
          <p:spPr>
            <a:xfrm flipH="1">
              <a:off x="-168425" y="3745150"/>
              <a:ext cx="1681800" cy="1682100"/>
            </a:xfrm>
            <a:prstGeom prst="arc">
              <a:avLst>
                <a:gd fmla="val 10794690" name="adj1"/>
                <a:gd fmla="val 12280973" name="adj2"/>
              </a:avLst>
            </a:prstGeom>
            <a:solidFill>
              <a:srgbClr val="F3EEFB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4" name="Google Shape;784;p67"/>
            <p:cNvSpPr txBox="1"/>
            <p:nvPr/>
          </p:nvSpPr>
          <p:spPr>
            <a:xfrm>
              <a:off x="1076571" y="4316006"/>
              <a:ext cx="474300" cy="2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85" name="Google Shape;785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cxnSp>
        <p:nvCxnSpPr>
          <p:cNvPr id="786" name="Google Shape;786;p67"/>
          <p:cNvCxnSpPr/>
          <p:nvPr/>
        </p:nvCxnSpPr>
        <p:spPr>
          <a:xfrm>
            <a:off x="4401375" y="869925"/>
            <a:ext cx="0" cy="37173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" name="Google Shape;787;p67"/>
          <p:cNvSpPr txBox="1"/>
          <p:nvPr/>
        </p:nvSpPr>
        <p:spPr>
          <a:xfrm>
            <a:off x="3844750" y="606600"/>
            <a:ext cx="1113000" cy="50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tangent to circle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8" name="Google Shape;788;p67"/>
          <p:cNvCxnSpPr/>
          <p:nvPr/>
        </p:nvCxnSpPr>
        <p:spPr>
          <a:xfrm flipH="1">
            <a:off x="677801" y="2848907"/>
            <a:ext cx="3723453" cy="1735287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67"/>
          <p:cNvCxnSpPr/>
          <p:nvPr/>
        </p:nvCxnSpPr>
        <p:spPr>
          <a:xfrm>
            <a:off x="4401253" y="2848907"/>
            <a:ext cx="0" cy="1743258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90" name="Google Shape;790;p67"/>
          <p:cNvGrpSpPr/>
          <p:nvPr/>
        </p:nvGrpSpPr>
        <p:grpSpPr>
          <a:xfrm>
            <a:off x="664063" y="858725"/>
            <a:ext cx="4066781" cy="3743700"/>
            <a:chOff x="664075" y="858724"/>
            <a:chExt cx="3743700" cy="3743700"/>
          </a:xfrm>
        </p:grpSpPr>
        <p:cxnSp>
          <p:nvCxnSpPr>
            <p:cNvPr id="791" name="Google Shape;791;p67"/>
            <p:cNvCxnSpPr/>
            <p:nvPr/>
          </p:nvCxnSpPr>
          <p:spPr>
            <a:xfrm>
              <a:off x="664075" y="4588975"/>
              <a:ext cx="3743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2" name="Google Shape;792;p67"/>
            <p:cNvCxnSpPr/>
            <p:nvPr/>
          </p:nvCxnSpPr>
          <p:spPr>
            <a:xfrm rot="5400000">
              <a:off x="-1198500" y="2730574"/>
              <a:ext cx="3743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3" name="Google Shape;793;p67"/>
          <p:cNvGrpSpPr/>
          <p:nvPr/>
        </p:nvGrpSpPr>
        <p:grpSpPr>
          <a:xfrm>
            <a:off x="677775" y="4046728"/>
            <a:ext cx="3723600" cy="540397"/>
            <a:chOff x="677775" y="4046728"/>
            <a:chExt cx="3723600" cy="540397"/>
          </a:xfrm>
        </p:grpSpPr>
        <p:cxnSp>
          <p:nvCxnSpPr>
            <p:cNvPr id="794" name="Google Shape;794;p67"/>
            <p:cNvCxnSpPr>
              <a:stCxn id="795" idx="4"/>
              <a:endCxn id="795" idx="2"/>
            </p:cNvCxnSpPr>
            <p:nvPr/>
          </p:nvCxnSpPr>
          <p:spPr>
            <a:xfrm>
              <a:off x="677775" y="4587125"/>
              <a:ext cx="37236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96" name="Google Shape;796;p67"/>
            <p:cNvSpPr txBox="1"/>
            <p:nvPr/>
          </p:nvSpPr>
          <p:spPr>
            <a:xfrm>
              <a:off x="1898063" y="4046728"/>
              <a:ext cx="1258800" cy="509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adjacent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unit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7" name="Google Shape;797;p67"/>
          <p:cNvGrpSpPr/>
          <p:nvPr/>
        </p:nvGrpSpPr>
        <p:grpSpPr>
          <a:xfrm>
            <a:off x="8123750" y="2301897"/>
            <a:ext cx="696250" cy="911539"/>
            <a:chOff x="8123750" y="1498639"/>
            <a:chExt cx="696250" cy="911539"/>
          </a:xfrm>
        </p:grpSpPr>
        <p:pic>
          <p:nvPicPr>
            <p:cNvPr id="798" name="Google Shape;798;p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23750" y="1498639"/>
              <a:ext cx="696250" cy="673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7"/>
            <p:cNvSpPr txBox="1"/>
            <p:nvPr/>
          </p:nvSpPr>
          <p:spPr>
            <a:xfrm>
              <a:off x="8201575" y="2132979"/>
              <a:ext cx="54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0" name="Google Shape;800;p67"/>
          <p:cNvSpPr/>
          <p:nvPr/>
        </p:nvSpPr>
        <p:spPr>
          <a:xfrm>
            <a:off x="4630800" y="4630800"/>
            <a:ext cx="131700" cy="15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1" name="Google Shape;801;p67"/>
          <p:cNvGrpSpPr/>
          <p:nvPr/>
        </p:nvGrpSpPr>
        <p:grpSpPr>
          <a:xfrm>
            <a:off x="5074776" y="711776"/>
            <a:ext cx="3334259" cy="2120827"/>
            <a:chOff x="4950696" y="682200"/>
            <a:chExt cx="3320975" cy="1767651"/>
          </a:xfrm>
        </p:grpSpPr>
        <p:pic>
          <p:nvPicPr>
            <p:cNvPr id="802" name="Google Shape;802;p67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>
              <a:off x="4950696" y="68220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3" name="Google Shape;803;p67"/>
            <p:cNvSpPr txBox="1"/>
            <p:nvPr/>
          </p:nvSpPr>
          <p:spPr>
            <a:xfrm>
              <a:off x="5015206" y="716100"/>
              <a:ext cx="30249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For different values of </a:t>
              </a:r>
              <a:r>
                <a:rPr i="1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°,  I can record the different lengths of the side opposite </a:t>
              </a:r>
              <a:r>
                <a:rPr i="1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 matter what, the side adjacent to </a:t>
              </a:r>
              <a:r>
                <a:rPr i="1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 is still 1 unit.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04" name="Google Shape;804;p67"/>
          <p:cNvCxnSpPr/>
          <p:nvPr/>
        </p:nvCxnSpPr>
        <p:spPr>
          <a:xfrm rot="10800000">
            <a:off x="671000" y="2873402"/>
            <a:ext cx="3729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triangle"/>
          </a:ln>
        </p:spPr>
      </p:cxnSp>
      <p:graphicFrame>
        <p:nvGraphicFramePr>
          <p:cNvPr id="805" name="Google Shape;805;p67"/>
          <p:cNvGraphicFramePr/>
          <p:nvPr/>
        </p:nvGraphicFramePr>
        <p:xfrm>
          <a:off x="5842325" y="30151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{D0CFBC0F-D988-4C38-8D58-C15ADF9019C8}</a:tableStyleId>
              </a:tblPr>
              <a:tblGrid>
                <a:gridCol w="727525"/>
                <a:gridCol w="1300650"/>
              </a:tblGrid>
              <a:tr h="47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θ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°)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of tangent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47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40°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30°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25°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06" name="Google Shape;806;p67"/>
          <p:cNvCxnSpPr/>
          <p:nvPr/>
        </p:nvCxnSpPr>
        <p:spPr>
          <a:xfrm rot="10800000">
            <a:off x="4521925" y="2848550"/>
            <a:ext cx="0" cy="174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7" name="Google Shape;807;p67"/>
          <p:cNvSpPr txBox="1"/>
          <p:nvPr/>
        </p:nvSpPr>
        <p:spPr>
          <a:xfrm>
            <a:off x="4565288" y="3461557"/>
            <a:ext cx="1113000" cy="28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 of tangent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8" name="Google Shape;808;p67"/>
          <p:cNvCxnSpPr/>
          <p:nvPr/>
        </p:nvCxnSpPr>
        <p:spPr>
          <a:xfrm>
            <a:off x="4397611" y="2711884"/>
            <a:ext cx="0" cy="1398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594000"/>
            <a:ext cx="2462200" cy="4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68"/>
          <p:cNvSpPr txBox="1"/>
          <p:nvPr/>
        </p:nvSpPr>
        <p:spPr>
          <a:xfrm>
            <a:off x="4648154" y="4565070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unit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68"/>
          <p:cNvSpPr txBox="1"/>
          <p:nvPr/>
        </p:nvSpPr>
        <p:spPr>
          <a:xfrm>
            <a:off x="5807500" y="776750"/>
            <a:ext cx="3012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the length of the side adjacent to an angle is 1 unit, then the side opposite to that angle lies on a tangent to a unit circle.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grpSp>
        <p:nvGrpSpPr>
          <p:cNvPr id="817" name="Google Shape;817;p68"/>
          <p:cNvGrpSpPr/>
          <p:nvPr/>
        </p:nvGrpSpPr>
        <p:grpSpPr>
          <a:xfrm>
            <a:off x="4880850" y="639754"/>
            <a:ext cx="3939300" cy="1875600"/>
            <a:chOff x="4880850" y="639754"/>
            <a:chExt cx="3939300" cy="1875600"/>
          </a:xfrm>
        </p:grpSpPr>
        <p:sp>
          <p:nvSpPr>
            <p:cNvPr id="818" name="Google Shape;818;p68"/>
            <p:cNvSpPr/>
            <p:nvPr/>
          </p:nvSpPr>
          <p:spPr>
            <a:xfrm>
              <a:off x="4880850" y="639754"/>
              <a:ext cx="3939300" cy="187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19" name="Google Shape;819;p68"/>
            <p:cNvGrpSpPr/>
            <p:nvPr/>
          </p:nvGrpSpPr>
          <p:grpSpPr>
            <a:xfrm>
              <a:off x="4939800" y="688713"/>
              <a:ext cx="3365809" cy="1358440"/>
              <a:chOff x="4950696" y="682200"/>
              <a:chExt cx="3320975" cy="1767651"/>
            </a:xfrm>
          </p:grpSpPr>
          <p:pic>
            <p:nvPicPr>
              <p:cNvPr id="820" name="Google Shape;820;p68"/>
              <p:cNvPicPr preferRelativeResize="0"/>
              <p:nvPr/>
            </p:nvPicPr>
            <p:blipFill rotWithShape="1">
              <a:blip r:embed="rId4">
                <a:alphaModFix/>
              </a:blip>
              <a:srcRect b="43690" l="0" r="57905" t="0"/>
              <a:stretch/>
            </p:blipFill>
            <p:spPr>
              <a:xfrm>
                <a:off x="4950696" y="682200"/>
                <a:ext cx="3320975" cy="17676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1" name="Google Shape;821;p68"/>
              <p:cNvSpPr txBox="1"/>
              <p:nvPr/>
            </p:nvSpPr>
            <p:spPr>
              <a:xfrm>
                <a:off x="5015206" y="716100"/>
                <a:ext cx="3024900" cy="142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Oh, these numbers look familiar. I’ve just recreated the table of trig values for the tan ratio.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22" name="Google Shape;822;p68"/>
            <p:cNvGrpSpPr/>
            <p:nvPr/>
          </p:nvGrpSpPr>
          <p:grpSpPr>
            <a:xfrm>
              <a:off x="8123750" y="1519268"/>
              <a:ext cx="696250" cy="911539"/>
              <a:chOff x="8123750" y="1498639"/>
              <a:chExt cx="696250" cy="911539"/>
            </a:xfrm>
          </p:grpSpPr>
          <p:pic>
            <p:nvPicPr>
              <p:cNvPr id="823" name="Google Shape;823;p6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123750" y="1498639"/>
                <a:ext cx="696250" cy="673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4" name="Google Shape;824;p68"/>
              <p:cNvSpPr txBox="1"/>
              <p:nvPr/>
            </p:nvSpPr>
            <p:spPr>
              <a:xfrm>
                <a:off x="8201575" y="2132979"/>
                <a:ext cx="5406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Izzy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25" name="Google Shape;825;p68"/>
          <p:cNvSpPr/>
          <p:nvPr/>
        </p:nvSpPr>
        <p:spPr>
          <a:xfrm>
            <a:off x="4157200" y="2752920"/>
            <a:ext cx="1614300" cy="16143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68"/>
          <p:cNvSpPr/>
          <p:nvPr/>
        </p:nvSpPr>
        <p:spPr>
          <a:xfrm>
            <a:off x="4157200" y="4058900"/>
            <a:ext cx="308400" cy="308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7" name="Google Shape;827;p68"/>
          <p:cNvCxnSpPr/>
          <p:nvPr/>
        </p:nvCxnSpPr>
        <p:spPr>
          <a:xfrm>
            <a:off x="3969097" y="2752920"/>
            <a:ext cx="0" cy="1620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28" name="Google Shape;828;p68"/>
          <p:cNvSpPr/>
          <p:nvPr/>
        </p:nvSpPr>
        <p:spPr>
          <a:xfrm>
            <a:off x="5116379" y="3720616"/>
            <a:ext cx="1274100" cy="12741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FFFFF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8"/>
          <p:cNvSpPr txBox="1"/>
          <p:nvPr/>
        </p:nvSpPr>
        <p:spPr>
          <a:xfrm>
            <a:off x="5116386" y="4114557"/>
            <a:ext cx="486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8"/>
          <p:cNvSpPr/>
          <p:nvPr/>
        </p:nvSpPr>
        <p:spPr>
          <a:xfrm>
            <a:off x="4157200" y="2752920"/>
            <a:ext cx="1614600" cy="1614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68"/>
          <p:cNvSpPr txBox="1"/>
          <p:nvPr/>
        </p:nvSpPr>
        <p:spPr>
          <a:xfrm>
            <a:off x="5807500" y="2554183"/>
            <a:ext cx="3012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we can use the tan ratio on the table of trig values to find the length of the side opposite that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68"/>
          <p:cNvSpPr/>
          <p:nvPr/>
        </p:nvSpPr>
        <p:spPr>
          <a:xfrm>
            <a:off x="2170650" y="629400"/>
            <a:ext cx="615600" cy="209700"/>
          </a:xfrm>
          <a:prstGeom prst="rect">
            <a:avLst/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tan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68"/>
          <p:cNvSpPr/>
          <p:nvPr/>
        </p:nvSpPr>
        <p:spPr>
          <a:xfrm>
            <a:off x="324000" y="2232575"/>
            <a:ext cx="615600" cy="2097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68"/>
          <p:cNvSpPr/>
          <p:nvPr/>
        </p:nvSpPr>
        <p:spPr>
          <a:xfrm>
            <a:off x="2983225" y="3372725"/>
            <a:ext cx="938400" cy="20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units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68"/>
          <p:cNvSpPr/>
          <p:nvPr/>
        </p:nvSpPr>
        <p:spPr>
          <a:xfrm>
            <a:off x="2170650" y="2232575"/>
            <a:ext cx="615600" cy="2097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68"/>
          <p:cNvSpPr txBox="1"/>
          <p:nvPr/>
        </p:nvSpPr>
        <p:spPr>
          <a:xfrm>
            <a:off x="3013512" y="3635874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(35°)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7" name="Google Shape;837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4000" y="4401300"/>
            <a:ext cx="1834400" cy="1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594000"/>
            <a:ext cx="2462200" cy="4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69"/>
          <p:cNvSpPr/>
          <p:nvPr/>
        </p:nvSpPr>
        <p:spPr>
          <a:xfrm>
            <a:off x="2965642" y="3328200"/>
            <a:ext cx="743700" cy="25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1.192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10.2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69"/>
          <p:cNvSpPr/>
          <p:nvPr/>
        </p:nvSpPr>
        <p:spPr>
          <a:xfrm>
            <a:off x="4811579" y="3644416"/>
            <a:ext cx="1274100" cy="1274100"/>
          </a:xfrm>
          <a:prstGeom prst="arc">
            <a:avLst>
              <a:gd fmla="val 10771373" name="adj1"/>
              <a:gd fmla="val 13871056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grpSp>
        <p:nvGrpSpPr>
          <p:cNvPr id="846" name="Google Shape;846;p69"/>
          <p:cNvGrpSpPr/>
          <p:nvPr/>
        </p:nvGrpSpPr>
        <p:grpSpPr>
          <a:xfrm>
            <a:off x="4352496" y="688721"/>
            <a:ext cx="3953621" cy="1358440"/>
            <a:chOff x="4950696" y="682200"/>
            <a:chExt cx="3320975" cy="1767651"/>
          </a:xfrm>
        </p:grpSpPr>
        <p:pic>
          <p:nvPicPr>
            <p:cNvPr id="847" name="Google Shape;847;p69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4950696" y="68220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8" name="Google Shape;848;p69"/>
            <p:cNvSpPr txBox="1"/>
            <p:nvPr/>
          </p:nvSpPr>
          <p:spPr>
            <a:xfrm>
              <a:off x="5015206" y="698267"/>
              <a:ext cx="30249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Oh, but it’s also possible to find the length of a side opposite an angle even if the side adjacent to the angle isn’t 1 unit!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9" name="Google Shape;849;p69"/>
          <p:cNvSpPr/>
          <p:nvPr/>
        </p:nvSpPr>
        <p:spPr>
          <a:xfrm>
            <a:off x="3852400" y="2305801"/>
            <a:ext cx="1614300" cy="1985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69"/>
          <p:cNvSpPr/>
          <p:nvPr/>
        </p:nvSpPr>
        <p:spPr>
          <a:xfrm>
            <a:off x="3852400" y="3982700"/>
            <a:ext cx="308400" cy="308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69"/>
          <p:cNvSpPr txBox="1"/>
          <p:nvPr/>
        </p:nvSpPr>
        <p:spPr>
          <a:xfrm>
            <a:off x="4832215" y="4010851"/>
            <a:ext cx="486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69"/>
          <p:cNvSpPr txBox="1"/>
          <p:nvPr/>
        </p:nvSpPr>
        <p:spPr>
          <a:xfrm>
            <a:off x="4134648" y="4451225"/>
            <a:ext cx="1050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10.2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3" name="Google Shape;853;p69"/>
          <p:cNvGrpSpPr/>
          <p:nvPr/>
        </p:nvGrpSpPr>
        <p:grpSpPr>
          <a:xfrm>
            <a:off x="7197965" y="2859322"/>
            <a:ext cx="1837585" cy="1999327"/>
            <a:chOff x="7045565" y="2859322"/>
            <a:chExt cx="1837585" cy="1999327"/>
          </a:xfrm>
        </p:grpSpPr>
        <p:sp>
          <p:nvSpPr>
            <p:cNvPr id="854" name="Google Shape;854;p69"/>
            <p:cNvSpPr/>
            <p:nvPr/>
          </p:nvSpPr>
          <p:spPr>
            <a:xfrm>
              <a:off x="7768349" y="3743850"/>
              <a:ext cx="1114800" cy="1114800"/>
            </a:xfrm>
            <a:prstGeom prst="arc">
              <a:avLst>
                <a:gd fmla="val 10771373" name="adj1"/>
                <a:gd fmla="val 13871056" name="adj2"/>
              </a:avLst>
            </a:prstGeom>
            <a:solidFill>
              <a:srgbClr val="F3EEFB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5" name="Google Shape;855;p69"/>
            <p:cNvSpPr/>
            <p:nvPr/>
          </p:nvSpPr>
          <p:spPr>
            <a:xfrm>
              <a:off x="7160742" y="2859322"/>
              <a:ext cx="1178100" cy="1448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6" name="Google Shape;856;p69"/>
            <p:cNvSpPr/>
            <p:nvPr/>
          </p:nvSpPr>
          <p:spPr>
            <a:xfrm>
              <a:off x="7160742" y="4083150"/>
              <a:ext cx="225000" cy="2250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57" name="Google Shape;857;p69"/>
            <p:cNvCxnSpPr/>
            <p:nvPr/>
          </p:nvCxnSpPr>
          <p:spPr>
            <a:xfrm>
              <a:off x="7045565" y="2863792"/>
              <a:ext cx="0" cy="14487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58" name="Google Shape;858;p69"/>
            <p:cNvSpPr txBox="1"/>
            <p:nvPr/>
          </p:nvSpPr>
          <p:spPr>
            <a:xfrm>
              <a:off x="7336602" y="4450843"/>
              <a:ext cx="826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9" name="Google Shape;859;p69"/>
            <p:cNvSpPr txBox="1"/>
            <p:nvPr/>
          </p:nvSpPr>
          <p:spPr>
            <a:xfrm>
              <a:off x="7792001" y="4102274"/>
              <a:ext cx="4254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50°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0" name="Google Shape;860;p69"/>
          <p:cNvGrpSpPr/>
          <p:nvPr/>
        </p:nvGrpSpPr>
        <p:grpSpPr>
          <a:xfrm>
            <a:off x="4236450" y="651700"/>
            <a:ext cx="4069667" cy="1422900"/>
            <a:chOff x="4236450" y="5528500"/>
            <a:chExt cx="4069667" cy="1422900"/>
          </a:xfrm>
        </p:grpSpPr>
        <p:sp>
          <p:nvSpPr>
            <p:cNvPr id="861" name="Google Shape;861;p69"/>
            <p:cNvSpPr/>
            <p:nvPr/>
          </p:nvSpPr>
          <p:spPr>
            <a:xfrm>
              <a:off x="4236450" y="5528500"/>
              <a:ext cx="3939300" cy="142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62" name="Google Shape;862;p69"/>
            <p:cNvGrpSpPr/>
            <p:nvPr/>
          </p:nvGrpSpPr>
          <p:grpSpPr>
            <a:xfrm>
              <a:off x="4352496" y="5565521"/>
              <a:ext cx="3953621" cy="1358440"/>
              <a:chOff x="4950696" y="682200"/>
              <a:chExt cx="3320975" cy="1767651"/>
            </a:xfrm>
          </p:grpSpPr>
          <p:pic>
            <p:nvPicPr>
              <p:cNvPr id="863" name="Google Shape;863;p69"/>
              <p:cNvPicPr preferRelativeResize="0"/>
              <p:nvPr/>
            </p:nvPicPr>
            <p:blipFill rotWithShape="1">
              <a:blip r:embed="rId4">
                <a:alphaModFix/>
              </a:blip>
              <a:srcRect b="43690" l="0" r="57905" t="0"/>
              <a:stretch/>
            </p:blipFill>
            <p:spPr>
              <a:xfrm>
                <a:off x="4950696" y="682200"/>
                <a:ext cx="3320975" cy="17676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4" name="Google Shape;864;p69"/>
              <p:cNvSpPr txBox="1"/>
              <p:nvPr/>
            </p:nvSpPr>
            <p:spPr>
              <a:xfrm>
                <a:off x="5015206" y="698267"/>
                <a:ext cx="3024900" cy="142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need to sketch a similar triangle with an adjacent side of length 1 unit, and use the tan ratio for that angle.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65" name="Google Shape;865;p69"/>
          <p:cNvGrpSpPr/>
          <p:nvPr/>
        </p:nvGrpSpPr>
        <p:grpSpPr>
          <a:xfrm>
            <a:off x="8123750" y="1519268"/>
            <a:ext cx="696250" cy="911539"/>
            <a:chOff x="8123750" y="1498639"/>
            <a:chExt cx="696250" cy="911539"/>
          </a:xfrm>
        </p:grpSpPr>
        <p:pic>
          <p:nvPicPr>
            <p:cNvPr id="866" name="Google Shape;866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23750" y="1498639"/>
              <a:ext cx="696250" cy="673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7" name="Google Shape;867;p69"/>
            <p:cNvSpPr txBox="1"/>
            <p:nvPr/>
          </p:nvSpPr>
          <p:spPr>
            <a:xfrm>
              <a:off x="8201575" y="2132979"/>
              <a:ext cx="54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8" name="Google Shape;868;p69"/>
          <p:cNvGrpSpPr/>
          <p:nvPr/>
        </p:nvGrpSpPr>
        <p:grpSpPr>
          <a:xfrm>
            <a:off x="4351150" y="2284688"/>
            <a:ext cx="2952900" cy="339365"/>
            <a:chOff x="4351150" y="2284688"/>
            <a:chExt cx="2952900" cy="339365"/>
          </a:xfrm>
        </p:grpSpPr>
        <p:sp>
          <p:nvSpPr>
            <p:cNvPr id="869" name="Google Shape;869;p69"/>
            <p:cNvSpPr/>
            <p:nvPr/>
          </p:nvSpPr>
          <p:spPr>
            <a:xfrm flipH="1" rot="-5400000">
              <a:off x="5814499" y="1790752"/>
              <a:ext cx="26201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870" name="Google Shape;870;p69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1" name="Google Shape;871;p69"/>
          <p:cNvSpPr txBox="1"/>
          <p:nvPr/>
        </p:nvSpPr>
        <p:spPr>
          <a:xfrm>
            <a:off x="6213912" y="3635874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69"/>
          <p:cNvSpPr/>
          <p:nvPr/>
        </p:nvSpPr>
        <p:spPr>
          <a:xfrm>
            <a:off x="2170650" y="629400"/>
            <a:ext cx="615600" cy="209700"/>
          </a:xfrm>
          <a:prstGeom prst="rect">
            <a:avLst/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tan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69"/>
          <p:cNvSpPr/>
          <p:nvPr/>
        </p:nvSpPr>
        <p:spPr>
          <a:xfrm>
            <a:off x="323975" y="2827575"/>
            <a:ext cx="615600" cy="2097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69"/>
          <p:cNvSpPr/>
          <p:nvPr/>
        </p:nvSpPr>
        <p:spPr>
          <a:xfrm>
            <a:off x="2170625" y="2827575"/>
            <a:ext cx="615600" cy="2097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1.192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69"/>
          <p:cNvSpPr/>
          <p:nvPr/>
        </p:nvSpPr>
        <p:spPr>
          <a:xfrm>
            <a:off x="6206325" y="3372725"/>
            <a:ext cx="960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1.192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6" name="Google Shape;876;p69"/>
          <p:cNvGrpSpPr/>
          <p:nvPr/>
        </p:nvGrpSpPr>
        <p:grpSpPr>
          <a:xfrm rot="10800000">
            <a:off x="5420131" y="4361058"/>
            <a:ext cx="1881588" cy="498140"/>
            <a:chOff x="4351150" y="2284688"/>
            <a:chExt cx="2952900" cy="498140"/>
          </a:xfrm>
        </p:grpSpPr>
        <p:sp>
          <p:nvSpPr>
            <p:cNvPr id="877" name="Google Shape;877;p69"/>
            <p:cNvSpPr/>
            <p:nvPr/>
          </p:nvSpPr>
          <p:spPr>
            <a:xfrm flipH="1" rot="-5400000">
              <a:off x="5735112" y="1870139"/>
              <a:ext cx="184976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878" name="Google Shape;878;p69"/>
            <p:cNvSpPr txBox="1"/>
            <p:nvPr/>
          </p:nvSpPr>
          <p:spPr>
            <a:xfrm rot="10800000"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10.2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9" name="Google Shape;879;p69"/>
          <p:cNvSpPr/>
          <p:nvPr/>
        </p:nvSpPr>
        <p:spPr>
          <a:xfrm>
            <a:off x="2965650" y="2970600"/>
            <a:ext cx="743700" cy="9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12.16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0" name="Google Shape;880;p69"/>
          <p:cNvCxnSpPr/>
          <p:nvPr/>
        </p:nvCxnSpPr>
        <p:spPr>
          <a:xfrm>
            <a:off x="3729857" y="2311926"/>
            <a:ext cx="0" cy="1985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881" name="Google Shape;881;p69"/>
          <p:cNvGrpSpPr/>
          <p:nvPr/>
        </p:nvGrpSpPr>
        <p:grpSpPr>
          <a:xfrm>
            <a:off x="4186750" y="4413175"/>
            <a:ext cx="4063675" cy="318600"/>
            <a:chOff x="4186750" y="4413175"/>
            <a:chExt cx="4063675" cy="318600"/>
          </a:xfrm>
        </p:grpSpPr>
        <p:sp>
          <p:nvSpPr>
            <p:cNvPr id="882" name="Google Shape;882;p69"/>
            <p:cNvSpPr/>
            <p:nvPr/>
          </p:nvSpPr>
          <p:spPr>
            <a:xfrm>
              <a:off x="4186750" y="4413175"/>
              <a:ext cx="945600" cy="318600"/>
            </a:xfrm>
            <a:prstGeom prst="rect">
              <a:avLst/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3" name="Google Shape;883;p69"/>
            <p:cNvSpPr/>
            <p:nvPr/>
          </p:nvSpPr>
          <p:spPr>
            <a:xfrm>
              <a:off x="7554125" y="4423325"/>
              <a:ext cx="696300" cy="232200"/>
            </a:xfrm>
            <a:prstGeom prst="rect">
              <a:avLst/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84" name="Google Shape;884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2400" y="4295250"/>
            <a:ext cx="1646325" cy="2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1725" y="4320000"/>
            <a:ext cx="1307240" cy="2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Google Shape;89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594000"/>
            <a:ext cx="2462200" cy="4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0"/>
          <p:cNvSpPr/>
          <p:nvPr/>
        </p:nvSpPr>
        <p:spPr>
          <a:xfrm>
            <a:off x="6116925" y="3525125"/>
            <a:ext cx="1050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1.428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0"/>
          <p:cNvSpPr/>
          <p:nvPr/>
        </p:nvSpPr>
        <p:spPr>
          <a:xfrm>
            <a:off x="4811579" y="3644416"/>
            <a:ext cx="1274100" cy="1274100"/>
          </a:xfrm>
          <a:prstGeom prst="arc">
            <a:avLst>
              <a:gd fmla="val 10771373" name="adj1"/>
              <a:gd fmla="val 13871056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894" name="Google Shape;894;p70"/>
          <p:cNvSpPr/>
          <p:nvPr/>
        </p:nvSpPr>
        <p:spPr>
          <a:xfrm>
            <a:off x="3852400" y="2305801"/>
            <a:ext cx="1614300" cy="1985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0"/>
          <p:cNvSpPr/>
          <p:nvPr/>
        </p:nvSpPr>
        <p:spPr>
          <a:xfrm>
            <a:off x="3852400" y="3982700"/>
            <a:ext cx="308400" cy="308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0"/>
          <p:cNvSpPr txBox="1"/>
          <p:nvPr/>
        </p:nvSpPr>
        <p:spPr>
          <a:xfrm>
            <a:off x="4832215" y="4010851"/>
            <a:ext cx="486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0"/>
          <p:cNvSpPr txBox="1"/>
          <p:nvPr/>
        </p:nvSpPr>
        <p:spPr>
          <a:xfrm>
            <a:off x="4134648" y="4451225"/>
            <a:ext cx="1050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8" name="Google Shape;898;p70"/>
          <p:cNvGrpSpPr/>
          <p:nvPr/>
        </p:nvGrpSpPr>
        <p:grpSpPr>
          <a:xfrm>
            <a:off x="7197965" y="2859322"/>
            <a:ext cx="1837585" cy="1999327"/>
            <a:chOff x="7045565" y="2859322"/>
            <a:chExt cx="1837585" cy="1999327"/>
          </a:xfrm>
        </p:grpSpPr>
        <p:sp>
          <p:nvSpPr>
            <p:cNvPr id="899" name="Google Shape;899;p70"/>
            <p:cNvSpPr/>
            <p:nvPr/>
          </p:nvSpPr>
          <p:spPr>
            <a:xfrm>
              <a:off x="7768349" y="3743850"/>
              <a:ext cx="1114800" cy="1114800"/>
            </a:xfrm>
            <a:prstGeom prst="arc">
              <a:avLst>
                <a:gd fmla="val 10771373" name="adj1"/>
                <a:gd fmla="val 13871056" name="adj2"/>
              </a:avLst>
            </a:prstGeom>
            <a:solidFill>
              <a:srgbClr val="F3EEFB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0" name="Google Shape;900;p70"/>
            <p:cNvSpPr/>
            <p:nvPr/>
          </p:nvSpPr>
          <p:spPr>
            <a:xfrm>
              <a:off x="7160742" y="2859322"/>
              <a:ext cx="1178100" cy="1448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1" name="Google Shape;901;p70"/>
            <p:cNvSpPr/>
            <p:nvPr/>
          </p:nvSpPr>
          <p:spPr>
            <a:xfrm>
              <a:off x="7160742" y="4083150"/>
              <a:ext cx="225000" cy="2250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02" name="Google Shape;902;p70"/>
            <p:cNvCxnSpPr/>
            <p:nvPr/>
          </p:nvCxnSpPr>
          <p:spPr>
            <a:xfrm>
              <a:off x="7045565" y="2863792"/>
              <a:ext cx="0" cy="14487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03" name="Google Shape;903;p70"/>
            <p:cNvSpPr txBox="1"/>
            <p:nvPr/>
          </p:nvSpPr>
          <p:spPr>
            <a:xfrm>
              <a:off x="7336602" y="4450843"/>
              <a:ext cx="826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4" name="Google Shape;904;p70"/>
            <p:cNvSpPr txBox="1"/>
            <p:nvPr/>
          </p:nvSpPr>
          <p:spPr>
            <a:xfrm>
              <a:off x="7792001" y="4102274"/>
              <a:ext cx="4254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55°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5" name="Google Shape;905;p70"/>
          <p:cNvGrpSpPr/>
          <p:nvPr/>
        </p:nvGrpSpPr>
        <p:grpSpPr>
          <a:xfrm>
            <a:off x="4351150" y="2284688"/>
            <a:ext cx="2952900" cy="339365"/>
            <a:chOff x="4351150" y="2284688"/>
            <a:chExt cx="2952900" cy="339365"/>
          </a:xfrm>
        </p:grpSpPr>
        <p:sp>
          <p:nvSpPr>
            <p:cNvPr id="906" name="Google Shape;906;p70"/>
            <p:cNvSpPr/>
            <p:nvPr/>
          </p:nvSpPr>
          <p:spPr>
            <a:xfrm flipH="1" rot="-5400000">
              <a:off x="5814499" y="1790752"/>
              <a:ext cx="26201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907" name="Google Shape;907;p70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8" name="Google Shape;908;p70"/>
          <p:cNvSpPr/>
          <p:nvPr/>
        </p:nvSpPr>
        <p:spPr>
          <a:xfrm>
            <a:off x="2170650" y="629400"/>
            <a:ext cx="615600" cy="209700"/>
          </a:xfrm>
          <a:prstGeom prst="rect">
            <a:avLst/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tan</a:t>
            </a:r>
            <a:endParaRPr sz="20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9" name="Google Shape;909;p70"/>
          <p:cNvSpPr/>
          <p:nvPr/>
        </p:nvSpPr>
        <p:spPr>
          <a:xfrm>
            <a:off x="323975" y="3030300"/>
            <a:ext cx="615600" cy="2097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0" name="Google Shape;910;p70"/>
          <p:cNvSpPr/>
          <p:nvPr/>
        </p:nvSpPr>
        <p:spPr>
          <a:xfrm>
            <a:off x="2170625" y="3030300"/>
            <a:ext cx="615600" cy="2097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1.428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11" name="Google Shape;911;p70"/>
          <p:cNvCxnSpPr/>
          <p:nvPr/>
        </p:nvCxnSpPr>
        <p:spPr>
          <a:xfrm>
            <a:off x="3729857" y="2311926"/>
            <a:ext cx="0" cy="1985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12" name="Google Shape;912;p70"/>
          <p:cNvSpPr txBox="1"/>
          <p:nvPr/>
        </p:nvSpPr>
        <p:spPr>
          <a:xfrm>
            <a:off x="3067675" y="624325"/>
            <a:ext cx="575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triangle similar to this will be sketched, whose side adjacent to the 55° angle has length of 1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0"/>
          <p:cNvSpPr txBox="1"/>
          <p:nvPr/>
        </p:nvSpPr>
        <p:spPr>
          <a:xfrm>
            <a:off x="3067675" y="1332600"/>
            <a:ext cx="575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Using the table of trig values, find the length of the side labelled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4" name="Google Shape;914;p70"/>
          <p:cNvGrpSpPr/>
          <p:nvPr/>
        </p:nvGrpSpPr>
        <p:grpSpPr>
          <a:xfrm>
            <a:off x="6829794" y="3494244"/>
            <a:ext cx="285750" cy="285750"/>
            <a:chOff x="1020916" y="1442088"/>
            <a:chExt cx="457200" cy="457200"/>
          </a:xfrm>
        </p:grpSpPr>
        <p:pic>
          <p:nvPicPr>
            <p:cNvPr id="915" name="Google Shape;915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6" name="Google Shape;916;p70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17" name="Google Shape;917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2400" y="4295250"/>
            <a:ext cx="1646325" cy="2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4050" y="4295250"/>
            <a:ext cx="1218825" cy="2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1"/>
          <p:cNvSpPr/>
          <p:nvPr/>
        </p:nvSpPr>
        <p:spPr>
          <a:xfrm>
            <a:off x="6116925" y="3525125"/>
            <a:ext cx="1050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1.428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4" name="Google Shape;924;p71"/>
          <p:cNvGrpSpPr/>
          <p:nvPr/>
        </p:nvGrpSpPr>
        <p:grpSpPr>
          <a:xfrm>
            <a:off x="4186750" y="4413175"/>
            <a:ext cx="4063675" cy="318600"/>
            <a:chOff x="4186750" y="4413175"/>
            <a:chExt cx="4063675" cy="318600"/>
          </a:xfrm>
        </p:grpSpPr>
        <p:sp>
          <p:nvSpPr>
            <p:cNvPr id="925" name="Google Shape;925;p71"/>
            <p:cNvSpPr/>
            <p:nvPr/>
          </p:nvSpPr>
          <p:spPr>
            <a:xfrm>
              <a:off x="4186750" y="4413175"/>
              <a:ext cx="945600" cy="318600"/>
            </a:xfrm>
            <a:prstGeom prst="rect">
              <a:avLst/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6" name="Google Shape;926;p71"/>
            <p:cNvSpPr/>
            <p:nvPr/>
          </p:nvSpPr>
          <p:spPr>
            <a:xfrm>
              <a:off x="7554125" y="4423325"/>
              <a:ext cx="696300" cy="232200"/>
            </a:xfrm>
            <a:prstGeom prst="rect">
              <a:avLst/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7" name="Google Shape;927;p71"/>
          <p:cNvSpPr/>
          <p:nvPr/>
        </p:nvSpPr>
        <p:spPr>
          <a:xfrm>
            <a:off x="4811579" y="3644416"/>
            <a:ext cx="1274100" cy="1274100"/>
          </a:xfrm>
          <a:prstGeom prst="arc">
            <a:avLst>
              <a:gd fmla="val 10771373" name="adj1"/>
              <a:gd fmla="val 13871056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929" name="Google Shape;929;p71"/>
          <p:cNvSpPr/>
          <p:nvPr/>
        </p:nvSpPr>
        <p:spPr>
          <a:xfrm>
            <a:off x="3852400" y="2305801"/>
            <a:ext cx="1614300" cy="1985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1"/>
          <p:cNvSpPr/>
          <p:nvPr/>
        </p:nvSpPr>
        <p:spPr>
          <a:xfrm>
            <a:off x="3852400" y="3982700"/>
            <a:ext cx="308400" cy="308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1"/>
          <p:cNvSpPr txBox="1"/>
          <p:nvPr/>
        </p:nvSpPr>
        <p:spPr>
          <a:xfrm>
            <a:off x="4832215" y="4010851"/>
            <a:ext cx="486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1"/>
          <p:cNvSpPr txBox="1"/>
          <p:nvPr/>
        </p:nvSpPr>
        <p:spPr>
          <a:xfrm>
            <a:off x="4134648" y="4451225"/>
            <a:ext cx="1050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3" name="Google Shape;933;p71"/>
          <p:cNvGrpSpPr/>
          <p:nvPr/>
        </p:nvGrpSpPr>
        <p:grpSpPr>
          <a:xfrm>
            <a:off x="7197965" y="2859322"/>
            <a:ext cx="1837585" cy="1999327"/>
            <a:chOff x="7045565" y="2859322"/>
            <a:chExt cx="1837585" cy="1999327"/>
          </a:xfrm>
        </p:grpSpPr>
        <p:sp>
          <p:nvSpPr>
            <p:cNvPr id="934" name="Google Shape;934;p71"/>
            <p:cNvSpPr/>
            <p:nvPr/>
          </p:nvSpPr>
          <p:spPr>
            <a:xfrm>
              <a:off x="7768349" y="3743850"/>
              <a:ext cx="1114800" cy="1114800"/>
            </a:xfrm>
            <a:prstGeom prst="arc">
              <a:avLst>
                <a:gd fmla="val 10771373" name="adj1"/>
                <a:gd fmla="val 13871056" name="adj2"/>
              </a:avLst>
            </a:prstGeom>
            <a:solidFill>
              <a:srgbClr val="F3EEFB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5" name="Google Shape;935;p71"/>
            <p:cNvSpPr/>
            <p:nvPr/>
          </p:nvSpPr>
          <p:spPr>
            <a:xfrm>
              <a:off x="7160742" y="2859322"/>
              <a:ext cx="1178100" cy="1448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6" name="Google Shape;936;p71"/>
            <p:cNvSpPr/>
            <p:nvPr/>
          </p:nvSpPr>
          <p:spPr>
            <a:xfrm>
              <a:off x="7160742" y="4083150"/>
              <a:ext cx="225000" cy="2250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37" name="Google Shape;937;p71"/>
            <p:cNvCxnSpPr/>
            <p:nvPr/>
          </p:nvCxnSpPr>
          <p:spPr>
            <a:xfrm>
              <a:off x="7045565" y="2863792"/>
              <a:ext cx="0" cy="14487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38" name="Google Shape;938;p71"/>
            <p:cNvSpPr txBox="1"/>
            <p:nvPr/>
          </p:nvSpPr>
          <p:spPr>
            <a:xfrm>
              <a:off x="7336602" y="4450843"/>
              <a:ext cx="826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9" name="Google Shape;939;p71"/>
            <p:cNvSpPr txBox="1"/>
            <p:nvPr/>
          </p:nvSpPr>
          <p:spPr>
            <a:xfrm>
              <a:off x="7792001" y="4102274"/>
              <a:ext cx="4254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55°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0" name="Google Shape;940;p71"/>
          <p:cNvGrpSpPr/>
          <p:nvPr/>
        </p:nvGrpSpPr>
        <p:grpSpPr>
          <a:xfrm>
            <a:off x="4351150" y="2284688"/>
            <a:ext cx="2952900" cy="339365"/>
            <a:chOff x="4351150" y="2284688"/>
            <a:chExt cx="2952900" cy="339365"/>
          </a:xfrm>
        </p:grpSpPr>
        <p:sp>
          <p:nvSpPr>
            <p:cNvPr id="941" name="Google Shape;941;p71"/>
            <p:cNvSpPr/>
            <p:nvPr/>
          </p:nvSpPr>
          <p:spPr>
            <a:xfrm flipH="1" rot="-5400000">
              <a:off x="5814499" y="1790752"/>
              <a:ext cx="26201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942" name="Google Shape;942;p71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3" name="Google Shape;943;p71"/>
          <p:cNvGrpSpPr/>
          <p:nvPr/>
        </p:nvGrpSpPr>
        <p:grpSpPr>
          <a:xfrm rot="10800000">
            <a:off x="5420131" y="4333648"/>
            <a:ext cx="1881588" cy="528740"/>
            <a:chOff x="4351150" y="2254088"/>
            <a:chExt cx="2952900" cy="528740"/>
          </a:xfrm>
        </p:grpSpPr>
        <p:sp>
          <p:nvSpPr>
            <p:cNvPr id="944" name="Google Shape;944;p71"/>
            <p:cNvSpPr/>
            <p:nvPr/>
          </p:nvSpPr>
          <p:spPr>
            <a:xfrm flipH="1" rot="-5400000">
              <a:off x="5735112" y="1870139"/>
              <a:ext cx="184976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945" name="Google Shape;945;p71"/>
            <p:cNvSpPr txBox="1"/>
            <p:nvPr/>
          </p:nvSpPr>
          <p:spPr>
            <a:xfrm rot="10800000">
              <a:off x="4351150" y="2254088"/>
              <a:ext cx="2952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× 20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cxnSp>
        <p:nvCxnSpPr>
          <p:cNvPr id="946" name="Google Shape;946;p71"/>
          <p:cNvCxnSpPr/>
          <p:nvPr/>
        </p:nvCxnSpPr>
        <p:spPr>
          <a:xfrm>
            <a:off x="3729857" y="2311926"/>
            <a:ext cx="0" cy="1985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7" name="Google Shape;947;p71"/>
          <p:cNvSpPr txBox="1"/>
          <p:nvPr/>
        </p:nvSpPr>
        <p:spPr>
          <a:xfrm>
            <a:off x="3067675" y="624325"/>
            <a:ext cx="575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triangle similar to this will be sketched, whose side adjacent to the 55° angle has length of 1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1"/>
          <p:cNvSpPr txBox="1"/>
          <p:nvPr/>
        </p:nvSpPr>
        <p:spPr>
          <a:xfrm>
            <a:off x="3067675" y="1332600"/>
            <a:ext cx="575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using similar triangles, find the length of the side labelled 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9" name="Google Shape;949;p71"/>
          <p:cNvGrpSpPr/>
          <p:nvPr/>
        </p:nvGrpSpPr>
        <p:grpSpPr>
          <a:xfrm>
            <a:off x="3362742" y="3155469"/>
            <a:ext cx="285750" cy="285750"/>
            <a:chOff x="1020916" y="1442088"/>
            <a:chExt cx="457200" cy="457200"/>
          </a:xfrm>
        </p:grpSpPr>
        <p:pic>
          <p:nvPicPr>
            <p:cNvPr id="950" name="Google Shape;950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1" name="Google Shape;951;p71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2" name="Google Shape;952;p71"/>
          <p:cNvSpPr/>
          <p:nvPr/>
        </p:nvSpPr>
        <p:spPr>
          <a:xfrm>
            <a:off x="2869911" y="3180220"/>
            <a:ext cx="1050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28.56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3" name="Google Shape;95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2400" y="4295250"/>
            <a:ext cx="1646325" cy="2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4050" y="4295250"/>
            <a:ext cx="1218825" cy="2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594000"/>
            <a:ext cx="2462200" cy="41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594000"/>
            <a:ext cx="2462200" cy="4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72"/>
          <p:cNvSpPr/>
          <p:nvPr/>
        </p:nvSpPr>
        <p:spPr>
          <a:xfrm>
            <a:off x="4716224" y="3320450"/>
            <a:ext cx="1464900" cy="1464900"/>
          </a:xfrm>
          <a:prstGeom prst="arc">
            <a:avLst>
              <a:gd fmla="val 10771373" name="adj1"/>
              <a:gd fmla="val 13155938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963" name="Google Shape;963;p72"/>
          <p:cNvSpPr/>
          <p:nvPr/>
        </p:nvSpPr>
        <p:spPr>
          <a:xfrm>
            <a:off x="3852400" y="2772201"/>
            <a:ext cx="1614300" cy="1290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2"/>
          <p:cNvSpPr/>
          <p:nvPr/>
        </p:nvSpPr>
        <p:spPr>
          <a:xfrm>
            <a:off x="3852400" y="3754100"/>
            <a:ext cx="308400" cy="308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2"/>
          <p:cNvSpPr txBox="1"/>
          <p:nvPr/>
        </p:nvSpPr>
        <p:spPr>
          <a:xfrm>
            <a:off x="4736734" y="3782251"/>
            <a:ext cx="486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6" name="Google Shape;966;p72"/>
          <p:cNvGrpSpPr/>
          <p:nvPr/>
        </p:nvGrpSpPr>
        <p:grpSpPr>
          <a:xfrm>
            <a:off x="7197975" y="3137925"/>
            <a:ext cx="1926975" cy="1581525"/>
            <a:chOff x="7197975" y="3366525"/>
            <a:chExt cx="1926975" cy="1581525"/>
          </a:xfrm>
        </p:grpSpPr>
        <p:sp>
          <p:nvSpPr>
            <p:cNvPr id="967" name="Google Shape;967;p72"/>
            <p:cNvSpPr/>
            <p:nvPr/>
          </p:nvSpPr>
          <p:spPr>
            <a:xfrm>
              <a:off x="7831350" y="3654450"/>
              <a:ext cx="1293600" cy="1293600"/>
            </a:xfrm>
            <a:prstGeom prst="arc">
              <a:avLst>
                <a:gd fmla="val 10771373" name="adj1"/>
                <a:gd fmla="val 13147024" name="adj2"/>
              </a:avLst>
            </a:prstGeom>
            <a:solidFill>
              <a:srgbClr val="F3EEFB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8" name="Google Shape;968;p72"/>
            <p:cNvSpPr/>
            <p:nvPr/>
          </p:nvSpPr>
          <p:spPr>
            <a:xfrm>
              <a:off x="7313142" y="3366617"/>
              <a:ext cx="1178100" cy="941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9" name="Google Shape;969;p72"/>
            <p:cNvSpPr/>
            <p:nvPr/>
          </p:nvSpPr>
          <p:spPr>
            <a:xfrm>
              <a:off x="7313142" y="4083150"/>
              <a:ext cx="225000" cy="2250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70" name="Google Shape;970;p72"/>
            <p:cNvCxnSpPr/>
            <p:nvPr/>
          </p:nvCxnSpPr>
          <p:spPr>
            <a:xfrm>
              <a:off x="7197975" y="3366525"/>
              <a:ext cx="0" cy="9459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71" name="Google Shape;971;p72"/>
            <p:cNvSpPr txBox="1"/>
            <p:nvPr/>
          </p:nvSpPr>
          <p:spPr>
            <a:xfrm>
              <a:off x="7489002" y="4450843"/>
              <a:ext cx="826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2" name="Google Shape;972;p72"/>
            <p:cNvSpPr txBox="1"/>
            <p:nvPr/>
          </p:nvSpPr>
          <p:spPr>
            <a:xfrm>
              <a:off x="7856620" y="4102274"/>
              <a:ext cx="4254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35°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3" name="Google Shape;973;p72"/>
          <p:cNvGrpSpPr/>
          <p:nvPr/>
        </p:nvGrpSpPr>
        <p:grpSpPr>
          <a:xfrm>
            <a:off x="4351150" y="2513288"/>
            <a:ext cx="2952900" cy="339365"/>
            <a:chOff x="4351150" y="2284688"/>
            <a:chExt cx="2952900" cy="339365"/>
          </a:xfrm>
        </p:grpSpPr>
        <p:sp>
          <p:nvSpPr>
            <p:cNvPr id="974" name="Google Shape;974;p72"/>
            <p:cNvSpPr/>
            <p:nvPr/>
          </p:nvSpPr>
          <p:spPr>
            <a:xfrm flipH="1" rot="-5400000">
              <a:off x="5814499" y="1790752"/>
              <a:ext cx="26201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975" name="Google Shape;975;p72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6" name="Google Shape;976;p72"/>
          <p:cNvSpPr txBox="1"/>
          <p:nvPr/>
        </p:nvSpPr>
        <p:spPr>
          <a:xfrm>
            <a:off x="6202343" y="3620449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2"/>
          <p:cNvSpPr/>
          <p:nvPr/>
        </p:nvSpPr>
        <p:spPr>
          <a:xfrm>
            <a:off x="2170650" y="629400"/>
            <a:ext cx="615600" cy="209700"/>
          </a:xfrm>
          <a:prstGeom prst="rect">
            <a:avLst/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tan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2"/>
          <p:cNvSpPr/>
          <p:nvPr/>
        </p:nvSpPr>
        <p:spPr>
          <a:xfrm>
            <a:off x="323975" y="2235950"/>
            <a:ext cx="615600" cy="2097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2"/>
          <p:cNvSpPr/>
          <p:nvPr/>
        </p:nvSpPr>
        <p:spPr>
          <a:xfrm>
            <a:off x="2170625" y="2235950"/>
            <a:ext cx="615600" cy="2097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0" name="Google Shape;980;p72"/>
          <p:cNvGrpSpPr/>
          <p:nvPr/>
        </p:nvGrpSpPr>
        <p:grpSpPr>
          <a:xfrm>
            <a:off x="3223450" y="2778143"/>
            <a:ext cx="506433" cy="1290315"/>
            <a:chOff x="3223424" y="2311926"/>
            <a:chExt cx="506433" cy="1985100"/>
          </a:xfrm>
        </p:grpSpPr>
        <p:sp>
          <p:nvSpPr>
            <p:cNvPr id="981" name="Google Shape;981;p72"/>
            <p:cNvSpPr/>
            <p:nvPr/>
          </p:nvSpPr>
          <p:spPr>
            <a:xfrm>
              <a:off x="3223424" y="2970591"/>
              <a:ext cx="486000" cy="97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82" name="Google Shape;982;p72"/>
            <p:cNvCxnSpPr/>
            <p:nvPr/>
          </p:nvCxnSpPr>
          <p:spPr>
            <a:xfrm>
              <a:off x="3729857" y="2311926"/>
              <a:ext cx="0" cy="19851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83" name="Google Shape;983;p72"/>
          <p:cNvSpPr txBox="1"/>
          <p:nvPr/>
        </p:nvSpPr>
        <p:spPr>
          <a:xfrm>
            <a:off x="3067675" y="624325"/>
            <a:ext cx="2808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It’s also possible to use the tan ratio in order to find the length of a side adjacent to an angle when given the length of the side opposite to it.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2"/>
          <p:cNvSpPr txBox="1"/>
          <p:nvPr/>
        </p:nvSpPr>
        <p:spPr>
          <a:xfrm>
            <a:off x="6953225" y="1736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2"/>
          <p:cNvSpPr txBox="1"/>
          <p:nvPr/>
        </p:nvSpPr>
        <p:spPr>
          <a:xfrm>
            <a:off x="4134648" y="4222625"/>
            <a:ext cx="1050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2"/>
          <p:cNvSpPr txBox="1"/>
          <p:nvPr/>
        </p:nvSpPr>
        <p:spPr>
          <a:xfrm>
            <a:off x="7878825" y="1736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2"/>
          <p:cNvSpPr txBox="1"/>
          <p:nvPr/>
        </p:nvSpPr>
        <p:spPr>
          <a:xfrm>
            <a:off x="6953225" y="1355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2"/>
          <p:cNvSpPr txBox="1"/>
          <p:nvPr/>
        </p:nvSpPr>
        <p:spPr>
          <a:xfrm>
            <a:off x="7878825" y="1355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9" name="Google Shape;989;p72"/>
          <p:cNvSpPr/>
          <p:nvPr/>
        </p:nvSpPr>
        <p:spPr>
          <a:xfrm>
            <a:off x="6194756" y="3357300"/>
            <a:ext cx="960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0" name="Google Shape;990;p72"/>
          <p:cNvGrpSpPr/>
          <p:nvPr/>
        </p:nvGrpSpPr>
        <p:grpSpPr>
          <a:xfrm>
            <a:off x="5838320" y="4132458"/>
            <a:ext cx="1045237" cy="659342"/>
            <a:chOff x="5838320" y="4132458"/>
            <a:chExt cx="1045237" cy="659342"/>
          </a:xfrm>
        </p:grpSpPr>
        <p:grpSp>
          <p:nvGrpSpPr>
            <p:cNvPr id="991" name="Google Shape;991;p72"/>
            <p:cNvGrpSpPr/>
            <p:nvPr/>
          </p:nvGrpSpPr>
          <p:grpSpPr>
            <a:xfrm>
              <a:off x="5838320" y="4132458"/>
              <a:ext cx="1045237" cy="557617"/>
              <a:chOff x="5838320" y="4361058"/>
              <a:chExt cx="1045237" cy="557617"/>
            </a:xfrm>
          </p:grpSpPr>
          <p:sp>
            <p:nvSpPr>
              <p:cNvPr id="992" name="Google Shape;992;p72"/>
              <p:cNvSpPr/>
              <p:nvPr/>
            </p:nvSpPr>
            <p:spPr>
              <a:xfrm flipH="1" rot="5400000">
                <a:off x="6268450" y="3930928"/>
                <a:ext cx="184976" cy="1045237"/>
              </a:xfrm>
              <a:custGeom>
                <a:rect b="b" l="l" r="r" t="t"/>
                <a:pathLst>
                  <a:path extrusionOk="0" h="30529" w="2102">
                    <a:moveTo>
                      <a:pt x="2102" y="0"/>
                    </a:moveTo>
                    <a:cubicBezTo>
                      <a:pt x="1752" y="2548"/>
                      <a:pt x="9" y="10201"/>
                      <a:pt x="1" y="15289"/>
                    </a:cubicBezTo>
                    <a:cubicBezTo>
                      <a:pt x="-7" y="20377"/>
                      <a:pt x="1711" y="27989"/>
                      <a:pt x="2053" y="30529"/>
                    </a:cubicBez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sp>
          <p:sp>
            <p:nvSpPr>
              <p:cNvPr id="993" name="Google Shape;993;p72"/>
              <p:cNvSpPr txBox="1"/>
              <p:nvPr/>
            </p:nvSpPr>
            <p:spPr>
              <a:xfrm>
                <a:off x="6143236" y="4641475"/>
                <a:ext cx="1815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94" name="Google Shape;994;p72"/>
            <p:cNvGrpSpPr/>
            <p:nvPr/>
          </p:nvGrpSpPr>
          <p:grpSpPr>
            <a:xfrm>
              <a:off x="6316625" y="4343806"/>
              <a:ext cx="324854" cy="447994"/>
              <a:chOff x="4779992" y="2729095"/>
              <a:chExt cx="935100" cy="447994"/>
            </a:xfrm>
          </p:grpSpPr>
          <p:sp>
            <p:nvSpPr>
              <p:cNvPr id="995" name="Google Shape;995;p72"/>
              <p:cNvSpPr txBox="1"/>
              <p:nvPr/>
            </p:nvSpPr>
            <p:spPr>
              <a:xfrm>
                <a:off x="4779992" y="2955989"/>
                <a:ext cx="935100" cy="22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0.7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6" name="Google Shape;996;p72"/>
              <p:cNvSpPr txBox="1"/>
              <p:nvPr/>
            </p:nvSpPr>
            <p:spPr>
              <a:xfrm>
                <a:off x="4885901" y="2729095"/>
                <a:ext cx="723300" cy="22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16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997" name="Google Shape;997;p72"/>
              <p:cNvCxnSpPr/>
              <p:nvPr/>
            </p:nvCxnSpPr>
            <p:spPr>
              <a:xfrm>
                <a:off x="4812231" y="2953114"/>
                <a:ext cx="8706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98" name="Google Shape;998;p72"/>
          <p:cNvGrpSpPr/>
          <p:nvPr/>
        </p:nvGrpSpPr>
        <p:grpSpPr>
          <a:xfrm>
            <a:off x="6202355" y="1458858"/>
            <a:ext cx="707944" cy="549789"/>
            <a:chOff x="6201330" y="1462308"/>
            <a:chExt cx="707944" cy="549789"/>
          </a:xfrm>
        </p:grpSpPr>
        <p:sp>
          <p:nvSpPr>
            <p:cNvPr id="999" name="Google Shape;999;p72"/>
            <p:cNvSpPr/>
            <p:nvPr/>
          </p:nvSpPr>
          <p:spPr>
            <a:xfrm>
              <a:off x="6765398" y="1462575"/>
              <a:ext cx="143877" cy="549522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grpSp>
          <p:nvGrpSpPr>
            <p:cNvPr id="1000" name="Google Shape;1000;p72"/>
            <p:cNvGrpSpPr/>
            <p:nvPr/>
          </p:nvGrpSpPr>
          <p:grpSpPr>
            <a:xfrm>
              <a:off x="6201330" y="1462308"/>
              <a:ext cx="498243" cy="447994"/>
              <a:chOff x="6143236" y="4343806"/>
              <a:chExt cx="498243" cy="447994"/>
            </a:xfrm>
          </p:grpSpPr>
          <p:sp>
            <p:nvSpPr>
              <p:cNvPr id="1001" name="Google Shape;1001;p72"/>
              <p:cNvSpPr txBox="1"/>
              <p:nvPr/>
            </p:nvSpPr>
            <p:spPr>
              <a:xfrm>
                <a:off x="6143236" y="4412875"/>
                <a:ext cx="1815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002" name="Google Shape;1002;p72"/>
              <p:cNvGrpSpPr/>
              <p:nvPr/>
            </p:nvGrpSpPr>
            <p:grpSpPr>
              <a:xfrm>
                <a:off x="6316625" y="4343806"/>
                <a:ext cx="324854" cy="447994"/>
                <a:chOff x="4779992" y="2729095"/>
                <a:chExt cx="935100" cy="447994"/>
              </a:xfrm>
            </p:grpSpPr>
            <p:sp>
              <p:nvSpPr>
                <p:cNvPr id="1003" name="Google Shape;1003;p72"/>
                <p:cNvSpPr txBox="1"/>
                <p:nvPr/>
              </p:nvSpPr>
              <p:spPr>
                <a:xfrm>
                  <a:off x="4779992" y="2955989"/>
                  <a:ext cx="935100" cy="22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0.7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004" name="Google Shape;1004;p72"/>
                <p:cNvSpPr txBox="1"/>
                <p:nvPr/>
              </p:nvSpPr>
              <p:spPr>
                <a:xfrm>
                  <a:off x="4885901" y="2729095"/>
                  <a:ext cx="723300" cy="22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16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cxnSp>
              <p:nvCxnSpPr>
                <p:cNvPr id="1005" name="Google Shape;1005;p72"/>
                <p:cNvCxnSpPr/>
                <p:nvPr/>
              </p:nvCxnSpPr>
              <p:spPr>
                <a:xfrm>
                  <a:off x="4812231" y="2953114"/>
                  <a:ext cx="8706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grpSp>
        <p:nvGrpSpPr>
          <p:cNvPr id="1006" name="Google Shape;1006;p72"/>
          <p:cNvGrpSpPr/>
          <p:nvPr/>
        </p:nvGrpSpPr>
        <p:grpSpPr>
          <a:xfrm>
            <a:off x="3224400" y="3254100"/>
            <a:ext cx="3827150" cy="524100"/>
            <a:chOff x="3224400" y="3254100"/>
            <a:chExt cx="3827150" cy="524100"/>
          </a:xfrm>
        </p:grpSpPr>
        <p:sp>
          <p:nvSpPr>
            <p:cNvPr id="1007" name="Google Shape;1007;p72"/>
            <p:cNvSpPr/>
            <p:nvPr/>
          </p:nvSpPr>
          <p:spPr>
            <a:xfrm>
              <a:off x="3224400" y="3254100"/>
              <a:ext cx="504600" cy="524100"/>
            </a:xfrm>
            <a:prstGeom prst="rect">
              <a:avLst/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8" name="Google Shape;1008;p72"/>
            <p:cNvSpPr/>
            <p:nvPr/>
          </p:nvSpPr>
          <p:spPr>
            <a:xfrm>
              <a:off x="6298550" y="3335600"/>
              <a:ext cx="753000" cy="253200"/>
            </a:xfrm>
            <a:prstGeom prst="rect">
              <a:avLst/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9" name="Google Shape;1009;p72"/>
          <p:cNvGrpSpPr/>
          <p:nvPr/>
        </p:nvGrpSpPr>
        <p:grpSpPr>
          <a:xfrm>
            <a:off x="7878825" y="1703333"/>
            <a:ext cx="925500" cy="447994"/>
            <a:chOff x="7878825" y="2479158"/>
            <a:chExt cx="925500" cy="447994"/>
          </a:xfrm>
        </p:grpSpPr>
        <p:sp>
          <p:nvSpPr>
            <p:cNvPr id="1010" name="Google Shape;1010;p72"/>
            <p:cNvSpPr txBox="1"/>
            <p:nvPr/>
          </p:nvSpPr>
          <p:spPr>
            <a:xfrm>
              <a:off x="7878825" y="2512657"/>
              <a:ext cx="925500" cy="38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11" name="Google Shape;1011;p72"/>
            <p:cNvGrpSpPr/>
            <p:nvPr/>
          </p:nvGrpSpPr>
          <p:grpSpPr>
            <a:xfrm>
              <a:off x="8179144" y="2479158"/>
              <a:ext cx="324854" cy="447994"/>
              <a:chOff x="4779992" y="2729095"/>
              <a:chExt cx="935100" cy="447994"/>
            </a:xfrm>
          </p:grpSpPr>
          <p:sp>
            <p:nvSpPr>
              <p:cNvPr id="1012" name="Google Shape;1012;p72"/>
              <p:cNvSpPr txBox="1"/>
              <p:nvPr/>
            </p:nvSpPr>
            <p:spPr>
              <a:xfrm>
                <a:off x="4779992" y="2955989"/>
                <a:ext cx="935100" cy="22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0.7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13" name="Google Shape;1013;p72"/>
              <p:cNvSpPr txBox="1"/>
              <p:nvPr/>
            </p:nvSpPr>
            <p:spPr>
              <a:xfrm>
                <a:off x="4885901" y="2729095"/>
                <a:ext cx="723300" cy="22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16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014" name="Google Shape;1014;p72"/>
              <p:cNvCxnSpPr/>
              <p:nvPr/>
            </p:nvCxnSpPr>
            <p:spPr>
              <a:xfrm>
                <a:off x="4812231" y="2953114"/>
                <a:ext cx="8706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015" name="Google Shape;1015;p72"/>
          <p:cNvSpPr txBox="1"/>
          <p:nvPr/>
        </p:nvSpPr>
        <p:spPr>
          <a:xfrm>
            <a:off x="7878825" y="1736832"/>
            <a:ext cx="9255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22.86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2"/>
          <p:cNvSpPr txBox="1"/>
          <p:nvPr/>
        </p:nvSpPr>
        <p:spPr>
          <a:xfrm>
            <a:off x="4134648" y="4222625"/>
            <a:ext cx="1050000" cy="2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22.86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17" name="Google Shape;1017;p72"/>
          <p:cNvGraphicFramePr/>
          <p:nvPr/>
        </p:nvGraphicFramePr>
        <p:xfrm>
          <a:off x="6953225" y="97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{8513F6AC-94B1-407E-9884-1D27A46A35A7}</a:tableStyleId>
              </a:tblPr>
              <a:tblGrid>
                <a:gridCol w="925600"/>
                <a:gridCol w="925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opp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adj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1018" name="Google Shape;101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2400" y="4071650"/>
            <a:ext cx="1646325" cy="2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4050" y="4071650"/>
            <a:ext cx="1218825" cy="2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Google Shape;102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594000"/>
            <a:ext cx="2462200" cy="41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73"/>
          <p:cNvSpPr txBox="1"/>
          <p:nvPr/>
        </p:nvSpPr>
        <p:spPr>
          <a:xfrm>
            <a:off x="6386550" y="3446625"/>
            <a:ext cx="765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0.466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26" name="Google Shape;1026;p73"/>
          <p:cNvGraphicFramePr/>
          <p:nvPr/>
        </p:nvGraphicFramePr>
        <p:xfrm>
          <a:off x="6953225" y="97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{8513F6AC-94B1-407E-9884-1D27A46A35A7}</a:tableStyleId>
              </a:tblPr>
              <a:tblGrid>
                <a:gridCol w="925600"/>
                <a:gridCol w="925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opp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adj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27" name="Google Shape;1027;p73"/>
          <p:cNvSpPr/>
          <p:nvPr/>
        </p:nvSpPr>
        <p:spPr>
          <a:xfrm>
            <a:off x="4716224" y="3320450"/>
            <a:ext cx="1464900" cy="1464900"/>
          </a:xfrm>
          <a:prstGeom prst="arc">
            <a:avLst>
              <a:gd fmla="val 10771373" name="adj1"/>
              <a:gd fmla="val 13155938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1029" name="Google Shape;1029;p73"/>
          <p:cNvSpPr/>
          <p:nvPr/>
        </p:nvSpPr>
        <p:spPr>
          <a:xfrm>
            <a:off x="3852400" y="2772201"/>
            <a:ext cx="1614300" cy="1290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3"/>
          <p:cNvSpPr/>
          <p:nvPr/>
        </p:nvSpPr>
        <p:spPr>
          <a:xfrm>
            <a:off x="3852400" y="3754100"/>
            <a:ext cx="308400" cy="308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3"/>
          <p:cNvSpPr txBox="1"/>
          <p:nvPr/>
        </p:nvSpPr>
        <p:spPr>
          <a:xfrm>
            <a:off x="4736734" y="3782251"/>
            <a:ext cx="486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2" name="Google Shape;1032;p73"/>
          <p:cNvGrpSpPr/>
          <p:nvPr/>
        </p:nvGrpSpPr>
        <p:grpSpPr>
          <a:xfrm>
            <a:off x="7197975" y="3137925"/>
            <a:ext cx="1926975" cy="1581525"/>
            <a:chOff x="7197975" y="3366525"/>
            <a:chExt cx="1926975" cy="1581525"/>
          </a:xfrm>
        </p:grpSpPr>
        <p:sp>
          <p:nvSpPr>
            <p:cNvPr id="1033" name="Google Shape;1033;p73"/>
            <p:cNvSpPr/>
            <p:nvPr/>
          </p:nvSpPr>
          <p:spPr>
            <a:xfrm>
              <a:off x="7831350" y="3654450"/>
              <a:ext cx="1293600" cy="1293600"/>
            </a:xfrm>
            <a:prstGeom prst="arc">
              <a:avLst>
                <a:gd fmla="val 10771373" name="adj1"/>
                <a:gd fmla="val 13147024" name="adj2"/>
              </a:avLst>
            </a:prstGeom>
            <a:solidFill>
              <a:srgbClr val="F3EEFB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4" name="Google Shape;1034;p73"/>
            <p:cNvSpPr/>
            <p:nvPr/>
          </p:nvSpPr>
          <p:spPr>
            <a:xfrm>
              <a:off x="7313142" y="3366617"/>
              <a:ext cx="1178100" cy="941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5" name="Google Shape;1035;p73"/>
            <p:cNvSpPr/>
            <p:nvPr/>
          </p:nvSpPr>
          <p:spPr>
            <a:xfrm>
              <a:off x="7313142" y="4083150"/>
              <a:ext cx="225000" cy="2250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6" name="Google Shape;1036;p73"/>
            <p:cNvCxnSpPr/>
            <p:nvPr/>
          </p:nvCxnSpPr>
          <p:spPr>
            <a:xfrm>
              <a:off x="7197975" y="3366525"/>
              <a:ext cx="0" cy="9459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37" name="Google Shape;1037;p73"/>
            <p:cNvSpPr txBox="1"/>
            <p:nvPr/>
          </p:nvSpPr>
          <p:spPr>
            <a:xfrm>
              <a:off x="7489002" y="4450843"/>
              <a:ext cx="826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8" name="Google Shape;1038;p73"/>
            <p:cNvSpPr txBox="1"/>
            <p:nvPr/>
          </p:nvSpPr>
          <p:spPr>
            <a:xfrm>
              <a:off x="7856620" y="4102274"/>
              <a:ext cx="4254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9" name="Google Shape;1039;p73"/>
          <p:cNvGrpSpPr/>
          <p:nvPr/>
        </p:nvGrpSpPr>
        <p:grpSpPr>
          <a:xfrm>
            <a:off x="4351150" y="2665688"/>
            <a:ext cx="2952900" cy="339365"/>
            <a:chOff x="4351150" y="2284688"/>
            <a:chExt cx="2952900" cy="339365"/>
          </a:xfrm>
        </p:grpSpPr>
        <p:sp>
          <p:nvSpPr>
            <p:cNvPr id="1040" name="Google Shape;1040;p73"/>
            <p:cNvSpPr/>
            <p:nvPr/>
          </p:nvSpPr>
          <p:spPr>
            <a:xfrm flipH="1" rot="-5400000">
              <a:off x="5814499" y="1790752"/>
              <a:ext cx="26201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1041" name="Google Shape;1041;p73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2" name="Google Shape;1042;p73"/>
          <p:cNvGrpSpPr/>
          <p:nvPr/>
        </p:nvGrpSpPr>
        <p:grpSpPr>
          <a:xfrm>
            <a:off x="323975" y="629400"/>
            <a:ext cx="2462275" cy="1402775"/>
            <a:chOff x="323975" y="629400"/>
            <a:chExt cx="2462275" cy="1402775"/>
          </a:xfrm>
        </p:grpSpPr>
        <p:sp>
          <p:nvSpPr>
            <p:cNvPr id="1043" name="Google Shape;1043;p73"/>
            <p:cNvSpPr/>
            <p:nvPr/>
          </p:nvSpPr>
          <p:spPr>
            <a:xfrm>
              <a:off x="2170650" y="629400"/>
              <a:ext cx="615600" cy="209700"/>
            </a:xfrm>
            <a:prstGeom prst="rect">
              <a:avLst/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FFFFFF"/>
                  </a:solidFill>
                  <a:latin typeface="Kalam"/>
                  <a:ea typeface="Kalam"/>
                  <a:cs typeface="Kalam"/>
                  <a:sym typeface="Kalam"/>
                </a:rPr>
                <a:t>tan</a:t>
              </a:r>
              <a:endParaRPr sz="20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044" name="Google Shape;1044;p73"/>
            <p:cNvSpPr/>
            <p:nvPr/>
          </p:nvSpPr>
          <p:spPr>
            <a:xfrm>
              <a:off x="323975" y="1822475"/>
              <a:ext cx="615600" cy="2097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25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045" name="Google Shape;1045;p73"/>
            <p:cNvSpPr/>
            <p:nvPr/>
          </p:nvSpPr>
          <p:spPr>
            <a:xfrm>
              <a:off x="2170625" y="1822475"/>
              <a:ext cx="615600" cy="2097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0.466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046" name="Google Shape;1046;p73"/>
          <p:cNvGrpSpPr/>
          <p:nvPr/>
        </p:nvGrpSpPr>
        <p:grpSpPr>
          <a:xfrm>
            <a:off x="3223450" y="2778143"/>
            <a:ext cx="506433" cy="1290315"/>
            <a:chOff x="3223424" y="2311926"/>
            <a:chExt cx="506433" cy="1985100"/>
          </a:xfrm>
        </p:grpSpPr>
        <p:sp>
          <p:nvSpPr>
            <p:cNvPr id="1047" name="Google Shape;1047;p73"/>
            <p:cNvSpPr/>
            <p:nvPr/>
          </p:nvSpPr>
          <p:spPr>
            <a:xfrm>
              <a:off x="3223424" y="2970591"/>
              <a:ext cx="486000" cy="9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48" name="Google Shape;1048;p73"/>
            <p:cNvCxnSpPr/>
            <p:nvPr/>
          </p:nvCxnSpPr>
          <p:spPr>
            <a:xfrm>
              <a:off x="3729857" y="2311926"/>
              <a:ext cx="0" cy="19851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49" name="Google Shape;1049;p73"/>
          <p:cNvSpPr txBox="1"/>
          <p:nvPr/>
        </p:nvSpPr>
        <p:spPr>
          <a:xfrm>
            <a:off x="3067675" y="624325"/>
            <a:ext cx="280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the length of the side labelled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3"/>
          <p:cNvSpPr txBox="1"/>
          <p:nvPr/>
        </p:nvSpPr>
        <p:spPr>
          <a:xfrm>
            <a:off x="6953225" y="1736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3"/>
          <p:cNvSpPr txBox="1"/>
          <p:nvPr/>
        </p:nvSpPr>
        <p:spPr>
          <a:xfrm>
            <a:off x="4134648" y="4222625"/>
            <a:ext cx="1050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3"/>
          <p:cNvSpPr txBox="1"/>
          <p:nvPr/>
        </p:nvSpPr>
        <p:spPr>
          <a:xfrm>
            <a:off x="7878825" y="1736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3"/>
          <p:cNvSpPr txBox="1"/>
          <p:nvPr/>
        </p:nvSpPr>
        <p:spPr>
          <a:xfrm>
            <a:off x="6953225" y="1355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0.466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4" name="Google Shape;1054;p73"/>
          <p:cNvSpPr txBox="1"/>
          <p:nvPr/>
        </p:nvSpPr>
        <p:spPr>
          <a:xfrm>
            <a:off x="7878825" y="1355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55" name="Google Shape;1055;p73"/>
          <p:cNvGrpSpPr/>
          <p:nvPr/>
        </p:nvGrpSpPr>
        <p:grpSpPr>
          <a:xfrm>
            <a:off x="6829794" y="3494244"/>
            <a:ext cx="285750" cy="285750"/>
            <a:chOff x="1020916" y="1442088"/>
            <a:chExt cx="457200" cy="457200"/>
          </a:xfrm>
        </p:grpSpPr>
        <p:pic>
          <p:nvPicPr>
            <p:cNvPr id="1056" name="Google Shape;1056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7" name="Google Shape;1057;p73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8" name="Google Shape;1058;p73"/>
          <p:cNvGrpSpPr/>
          <p:nvPr/>
        </p:nvGrpSpPr>
        <p:grpSpPr>
          <a:xfrm>
            <a:off x="7273094" y="1403444"/>
            <a:ext cx="285750" cy="285750"/>
            <a:chOff x="1020916" y="1442088"/>
            <a:chExt cx="457200" cy="457200"/>
          </a:xfrm>
        </p:grpSpPr>
        <p:pic>
          <p:nvPicPr>
            <p:cNvPr id="1059" name="Google Shape;1059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73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1" name="Google Shape;1061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2400" y="4071650"/>
            <a:ext cx="1646325" cy="2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4050" y="4071650"/>
            <a:ext cx="1218825" cy="2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594000"/>
            <a:ext cx="2462200" cy="412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8" name="Google Shape;1068;p74"/>
          <p:cNvGrpSpPr/>
          <p:nvPr/>
        </p:nvGrpSpPr>
        <p:grpSpPr>
          <a:xfrm>
            <a:off x="6145666" y="4343762"/>
            <a:ext cx="666913" cy="447994"/>
            <a:chOff x="4779992" y="2729095"/>
            <a:chExt cx="935100" cy="447994"/>
          </a:xfrm>
        </p:grpSpPr>
        <p:sp>
          <p:nvSpPr>
            <p:cNvPr id="1069" name="Google Shape;1069;p74"/>
            <p:cNvSpPr txBox="1"/>
            <p:nvPr/>
          </p:nvSpPr>
          <p:spPr>
            <a:xfrm>
              <a:off x="4779992" y="2955989"/>
              <a:ext cx="9351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0.466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070" name="Google Shape;1070;p74"/>
            <p:cNvSpPr txBox="1"/>
            <p:nvPr/>
          </p:nvSpPr>
          <p:spPr>
            <a:xfrm>
              <a:off x="4885901" y="2729095"/>
              <a:ext cx="7233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40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071" name="Google Shape;1071;p74"/>
            <p:cNvCxnSpPr/>
            <p:nvPr/>
          </p:nvCxnSpPr>
          <p:spPr>
            <a:xfrm>
              <a:off x="4812231" y="2953114"/>
              <a:ext cx="870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72" name="Google Shape;1072;p74"/>
          <p:cNvSpPr/>
          <p:nvPr/>
        </p:nvSpPr>
        <p:spPr>
          <a:xfrm>
            <a:off x="4716224" y="3320450"/>
            <a:ext cx="1464900" cy="1464900"/>
          </a:xfrm>
          <a:prstGeom prst="arc">
            <a:avLst>
              <a:gd fmla="val 10771373" name="adj1"/>
              <a:gd fmla="val 13155938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1074" name="Google Shape;1074;p74"/>
          <p:cNvSpPr/>
          <p:nvPr/>
        </p:nvSpPr>
        <p:spPr>
          <a:xfrm>
            <a:off x="3852400" y="2772201"/>
            <a:ext cx="1614300" cy="1290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4"/>
          <p:cNvSpPr/>
          <p:nvPr/>
        </p:nvSpPr>
        <p:spPr>
          <a:xfrm>
            <a:off x="3852400" y="3754100"/>
            <a:ext cx="308400" cy="308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4"/>
          <p:cNvSpPr txBox="1"/>
          <p:nvPr/>
        </p:nvSpPr>
        <p:spPr>
          <a:xfrm>
            <a:off x="4736734" y="3782251"/>
            <a:ext cx="486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7" name="Google Shape;1077;p74"/>
          <p:cNvGrpSpPr/>
          <p:nvPr/>
        </p:nvGrpSpPr>
        <p:grpSpPr>
          <a:xfrm>
            <a:off x="7197975" y="3137925"/>
            <a:ext cx="1926975" cy="1581525"/>
            <a:chOff x="7197975" y="3366525"/>
            <a:chExt cx="1926975" cy="1581525"/>
          </a:xfrm>
        </p:grpSpPr>
        <p:sp>
          <p:nvSpPr>
            <p:cNvPr id="1078" name="Google Shape;1078;p74"/>
            <p:cNvSpPr/>
            <p:nvPr/>
          </p:nvSpPr>
          <p:spPr>
            <a:xfrm>
              <a:off x="7831350" y="3654450"/>
              <a:ext cx="1293600" cy="1293600"/>
            </a:xfrm>
            <a:prstGeom prst="arc">
              <a:avLst>
                <a:gd fmla="val 10771373" name="adj1"/>
                <a:gd fmla="val 13147024" name="adj2"/>
              </a:avLst>
            </a:prstGeom>
            <a:solidFill>
              <a:srgbClr val="F3EEFB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9" name="Google Shape;1079;p74"/>
            <p:cNvSpPr/>
            <p:nvPr/>
          </p:nvSpPr>
          <p:spPr>
            <a:xfrm>
              <a:off x="7313142" y="3366617"/>
              <a:ext cx="1178100" cy="941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0" name="Google Shape;1080;p74"/>
            <p:cNvSpPr/>
            <p:nvPr/>
          </p:nvSpPr>
          <p:spPr>
            <a:xfrm>
              <a:off x="7313142" y="4083150"/>
              <a:ext cx="225000" cy="2250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81" name="Google Shape;1081;p74"/>
            <p:cNvCxnSpPr/>
            <p:nvPr/>
          </p:nvCxnSpPr>
          <p:spPr>
            <a:xfrm>
              <a:off x="7197975" y="3366525"/>
              <a:ext cx="0" cy="9459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82" name="Google Shape;1082;p74"/>
            <p:cNvSpPr txBox="1"/>
            <p:nvPr/>
          </p:nvSpPr>
          <p:spPr>
            <a:xfrm>
              <a:off x="7489002" y="4450843"/>
              <a:ext cx="826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3" name="Google Shape;1083;p74"/>
            <p:cNvSpPr txBox="1"/>
            <p:nvPr/>
          </p:nvSpPr>
          <p:spPr>
            <a:xfrm>
              <a:off x="7856620" y="4102274"/>
              <a:ext cx="4254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74"/>
          <p:cNvGrpSpPr/>
          <p:nvPr/>
        </p:nvGrpSpPr>
        <p:grpSpPr>
          <a:xfrm>
            <a:off x="4351150" y="2665688"/>
            <a:ext cx="2952900" cy="339365"/>
            <a:chOff x="4351150" y="2284688"/>
            <a:chExt cx="2952900" cy="339365"/>
          </a:xfrm>
        </p:grpSpPr>
        <p:sp>
          <p:nvSpPr>
            <p:cNvPr id="1085" name="Google Shape;1085;p74"/>
            <p:cNvSpPr/>
            <p:nvPr/>
          </p:nvSpPr>
          <p:spPr>
            <a:xfrm flipH="1" rot="-5400000">
              <a:off x="5814499" y="1790752"/>
              <a:ext cx="26201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1086" name="Google Shape;1086;p74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74"/>
          <p:cNvGrpSpPr/>
          <p:nvPr/>
        </p:nvGrpSpPr>
        <p:grpSpPr>
          <a:xfrm>
            <a:off x="3223450" y="2778143"/>
            <a:ext cx="506433" cy="1290315"/>
            <a:chOff x="3223424" y="2311926"/>
            <a:chExt cx="506433" cy="1985100"/>
          </a:xfrm>
        </p:grpSpPr>
        <p:sp>
          <p:nvSpPr>
            <p:cNvPr id="1088" name="Google Shape;1088;p74"/>
            <p:cNvSpPr/>
            <p:nvPr/>
          </p:nvSpPr>
          <p:spPr>
            <a:xfrm>
              <a:off x="3223424" y="2970591"/>
              <a:ext cx="486000" cy="9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89" name="Google Shape;1089;p74"/>
            <p:cNvCxnSpPr/>
            <p:nvPr/>
          </p:nvCxnSpPr>
          <p:spPr>
            <a:xfrm>
              <a:off x="3729857" y="2311926"/>
              <a:ext cx="0" cy="19851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90" name="Google Shape;1090;p74"/>
          <p:cNvSpPr txBox="1"/>
          <p:nvPr/>
        </p:nvSpPr>
        <p:spPr>
          <a:xfrm>
            <a:off x="4134648" y="4222625"/>
            <a:ext cx="1050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74"/>
          <p:cNvSpPr/>
          <p:nvPr/>
        </p:nvSpPr>
        <p:spPr>
          <a:xfrm>
            <a:off x="6766423" y="1459125"/>
            <a:ext cx="143877" cy="549522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92" name="Google Shape;1092;p74"/>
          <p:cNvSpPr txBox="1"/>
          <p:nvPr/>
        </p:nvSpPr>
        <p:spPr>
          <a:xfrm>
            <a:off x="5890396" y="1512481"/>
            <a:ext cx="18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3" name="Google Shape;1093;p74"/>
          <p:cNvGrpSpPr/>
          <p:nvPr/>
        </p:nvGrpSpPr>
        <p:grpSpPr>
          <a:xfrm>
            <a:off x="324000" y="629400"/>
            <a:ext cx="2462250" cy="1402775"/>
            <a:chOff x="324000" y="629400"/>
            <a:chExt cx="2462250" cy="1402775"/>
          </a:xfrm>
        </p:grpSpPr>
        <p:sp>
          <p:nvSpPr>
            <p:cNvPr id="1094" name="Google Shape;1094;p74"/>
            <p:cNvSpPr/>
            <p:nvPr/>
          </p:nvSpPr>
          <p:spPr>
            <a:xfrm>
              <a:off x="2170650" y="629400"/>
              <a:ext cx="615600" cy="209700"/>
            </a:xfrm>
            <a:prstGeom prst="rect">
              <a:avLst/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tan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74"/>
            <p:cNvSpPr/>
            <p:nvPr/>
          </p:nvSpPr>
          <p:spPr>
            <a:xfrm>
              <a:off x="324000" y="1822475"/>
              <a:ext cx="615600" cy="2097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6" name="Google Shape;1096;p74"/>
            <p:cNvSpPr/>
            <p:nvPr/>
          </p:nvSpPr>
          <p:spPr>
            <a:xfrm>
              <a:off x="2170650" y="1822475"/>
              <a:ext cx="615600" cy="2097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0.466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097" name="Google Shape;1097;p74"/>
          <p:cNvGraphicFramePr/>
          <p:nvPr/>
        </p:nvGraphicFramePr>
        <p:xfrm>
          <a:off x="6953225" y="97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{8513F6AC-94B1-407E-9884-1D27A46A35A7}</a:tableStyleId>
              </a:tblPr>
              <a:tblGrid>
                <a:gridCol w="925600"/>
                <a:gridCol w="925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opp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adj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98" name="Google Shape;1098;p74"/>
          <p:cNvSpPr txBox="1"/>
          <p:nvPr/>
        </p:nvSpPr>
        <p:spPr>
          <a:xfrm>
            <a:off x="7878825" y="1736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74"/>
          <p:cNvSpPr txBox="1"/>
          <p:nvPr/>
        </p:nvSpPr>
        <p:spPr>
          <a:xfrm>
            <a:off x="6953225" y="1736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74"/>
          <p:cNvSpPr txBox="1"/>
          <p:nvPr/>
        </p:nvSpPr>
        <p:spPr>
          <a:xfrm>
            <a:off x="6953225" y="1355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0.466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74"/>
          <p:cNvSpPr txBox="1"/>
          <p:nvPr/>
        </p:nvSpPr>
        <p:spPr>
          <a:xfrm>
            <a:off x="7878825" y="1355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2" name="Google Shape;1102;p74"/>
          <p:cNvSpPr txBox="1"/>
          <p:nvPr/>
        </p:nvSpPr>
        <p:spPr>
          <a:xfrm>
            <a:off x="6386550" y="3446625"/>
            <a:ext cx="765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0.466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3" name="Google Shape;1103;p74"/>
          <p:cNvGrpSpPr/>
          <p:nvPr/>
        </p:nvGrpSpPr>
        <p:grpSpPr>
          <a:xfrm>
            <a:off x="5838320" y="4132458"/>
            <a:ext cx="1045237" cy="557617"/>
            <a:chOff x="5838320" y="4361058"/>
            <a:chExt cx="1045237" cy="557617"/>
          </a:xfrm>
        </p:grpSpPr>
        <p:sp>
          <p:nvSpPr>
            <p:cNvPr id="1104" name="Google Shape;1104;p74"/>
            <p:cNvSpPr/>
            <p:nvPr/>
          </p:nvSpPr>
          <p:spPr>
            <a:xfrm flipH="1" rot="5400000">
              <a:off x="6268450" y="3930928"/>
              <a:ext cx="184976" cy="1045237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105" name="Google Shape;1105;p74"/>
            <p:cNvSpPr txBox="1"/>
            <p:nvPr/>
          </p:nvSpPr>
          <p:spPr>
            <a:xfrm>
              <a:off x="5956454" y="4641475"/>
              <a:ext cx="18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6" name="Google Shape;1106;p74"/>
          <p:cNvGrpSpPr/>
          <p:nvPr/>
        </p:nvGrpSpPr>
        <p:grpSpPr>
          <a:xfrm>
            <a:off x="3224400" y="3254100"/>
            <a:ext cx="3925550" cy="633150"/>
            <a:chOff x="3224400" y="3254100"/>
            <a:chExt cx="3925550" cy="633150"/>
          </a:xfrm>
        </p:grpSpPr>
        <p:sp>
          <p:nvSpPr>
            <p:cNvPr id="1107" name="Google Shape;1107;p74"/>
            <p:cNvSpPr/>
            <p:nvPr/>
          </p:nvSpPr>
          <p:spPr>
            <a:xfrm>
              <a:off x="3224400" y="3254100"/>
              <a:ext cx="504600" cy="524100"/>
            </a:xfrm>
            <a:prstGeom prst="rect">
              <a:avLst/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8" name="Google Shape;1108;p74"/>
            <p:cNvSpPr/>
            <p:nvPr/>
          </p:nvSpPr>
          <p:spPr>
            <a:xfrm>
              <a:off x="6396950" y="3366450"/>
              <a:ext cx="753000" cy="520800"/>
            </a:xfrm>
            <a:prstGeom prst="rect">
              <a:avLst/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9" name="Google Shape;1109;p74"/>
          <p:cNvSpPr txBox="1"/>
          <p:nvPr/>
        </p:nvSpPr>
        <p:spPr>
          <a:xfrm>
            <a:off x="3067675" y="624325"/>
            <a:ext cx="2281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scale factor, given as a fraction, from the triangle with an adjacent side of          1 cm to the other?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0" name="Google Shape;1110;p74"/>
          <p:cNvGrpSpPr/>
          <p:nvPr/>
        </p:nvGrpSpPr>
        <p:grpSpPr>
          <a:xfrm>
            <a:off x="6330872" y="4414717"/>
            <a:ext cx="285750" cy="285750"/>
            <a:chOff x="1020916" y="1442088"/>
            <a:chExt cx="457200" cy="457200"/>
          </a:xfrm>
        </p:grpSpPr>
        <p:pic>
          <p:nvPicPr>
            <p:cNvPr id="1111" name="Google Shape;1111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74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3" name="Google Shape;1113;p74"/>
          <p:cNvGrpSpPr/>
          <p:nvPr/>
        </p:nvGrpSpPr>
        <p:grpSpPr>
          <a:xfrm>
            <a:off x="6085706" y="1390865"/>
            <a:ext cx="666913" cy="497452"/>
            <a:chOff x="4779992" y="2729095"/>
            <a:chExt cx="935100" cy="447994"/>
          </a:xfrm>
        </p:grpSpPr>
        <p:sp>
          <p:nvSpPr>
            <p:cNvPr id="1114" name="Google Shape;1114;p74"/>
            <p:cNvSpPr txBox="1"/>
            <p:nvPr/>
          </p:nvSpPr>
          <p:spPr>
            <a:xfrm>
              <a:off x="4779992" y="2955989"/>
              <a:ext cx="9351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0.466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15" name="Google Shape;1115;p74"/>
            <p:cNvSpPr txBox="1"/>
            <p:nvPr/>
          </p:nvSpPr>
          <p:spPr>
            <a:xfrm>
              <a:off x="4885901" y="2729095"/>
              <a:ext cx="7233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40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116" name="Google Shape;1116;p74"/>
            <p:cNvCxnSpPr/>
            <p:nvPr/>
          </p:nvCxnSpPr>
          <p:spPr>
            <a:xfrm>
              <a:off x="4812231" y="2953114"/>
              <a:ext cx="870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117" name="Google Shape;1117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2400" y="4071650"/>
            <a:ext cx="1646325" cy="2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4050" y="4071650"/>
            <a:ext cx="1218825" cy="2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3" name="Google Shape;112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594000"/>
            <a:ext cx="2462200" cy="412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4" name="Google Shape;1124;p75"/>
          <p:cNvGrpSpPr/>
          <p:nvPr/>
        </p:nvGrpSpPr>
        <p:grpSpPr>
          <a:xfrm>
            <a:off x="6145666" y="4343762"/>
            <a:ext cx="666913" cy="447994"/>
            <a:chOff x="4779992" y="2729095"/>
            <a:chExt cx="935100" cy="447994"/>
          </a:xfrm>
        </p:grpSpPr>
        <p:sp>
          <p:nvSpPr>
            <p:cNvPr id="1125" name="Google Shape;1125;p75"/>
            <p:cNvSpPr txBox="1"/>
            <p:nvPr/>
          </p:nvSpPr>
          <p:spPr>
            <a:xfrm>
              <a:off x="4779992" y="2955989"/>
              <a:ext cx="9351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0.466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6" name="Google Shape;1126;p75"/>
            <p:cNvSpPr txBox="1"/>
            <p:nvPr/>
          </p:nvSpPr>
          <p:spPr>
            <a:xfrm>
              <a:off x="4885901" y="2729095"/>
              <a:ext cx="7233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7" name="Google Shape;1127;p75"/>
            <p:cNvCxnSpPr/>
            <p:nvPr/>
          </p:nvCxnSpPr>
          <p:spPr>
            <a:xfrm>
              <a:off x="4812231" y="2953114"/>
              <a:ext cx="870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8" name="Google Shape;1128;p75"/>
          <p:cNvSpPr/>
          <p:nvPr/>
        </p:nvSpPr>
        <p:spPr>
          <a:xfrm>
            <a:off x="4716224" y="3320450"/>
            <a:ext cx="1464900" cy="1464900"/>
          </a:xfrm>
          <a:prstGeom prst="arc">
            <a:avLst>
              <a:gd fmla="val 10771373" name="adj1"/>
              <a:gd fmla="val 13155938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1130" name="Google Shape;1130;p75"/>
          <p:cNvSpPr/>
          <p:nvPr/>
        </p:nvSpPr>
        <p:spPr>
          <a:xfrm>
            <a:off x="3852400" y="2772201"/>
            <a:ext cx="1614300" cy="1290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75"/>
          <p:cNvSpPr/>
          <p:nvPr/>
        </p:nvSpPr>
        <p:spPr>
          <a:xfrm>
            <a:off x="3852400" y="3754100"/>
            <a:ext cx="308400" cy="308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5"/>
          <p:cNvSpPr txBox="1"/>
          <p:nvPr/>
        </p:nvSpPr>
        <p:spPr>
          <a:xfrm>
            <a:off x="4736734" y="3782251"/>
            <a:ext cx="486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3" name="Google Shape;1133;p75"/>
          <p:cNvGrpSpPr/>
          <p:nvPr/>
        </p:nvGrpSpPr>
        <p:grpSpPr>
          <a:xfrm>
            <a:off x="7197975" y="3137925"/>
            <a:ext cx="1926975" cy="1581525"/>
            <a:chOff x="7197975" y="3366525"/>
            <a:chExt cx="1926975" cy="1581525"/>
          </a:xfrm>
        </p:grpSpPr>
        <p:sp>
          <p:nvSpPr>
            <p:cNvPr id="1134" name="Google Shape;1134;p75"/>
            <p:cNvSpPr/>
            <p:nvPr/>
          </p:nvSpPr>
          <p:spPr>
            <a:xfrm>
              <a:off x="7831350" y="3654450"/>
              <a:ext cx="1293600" cy="1293600"/>
            </a:xfrm>
            <a:prstGeom prst="arc">
              <a:avLst>
                <a:gd fmla="val 10771373" name="adj1"/>
                <a:gd fmla="val 13147024" name="adj2"/>
              </a:avLst>
            </a:prstGeom>
            <a:solidFill>
              <a:srgbClr val="F3EEFB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75"/>
            <p:cNvSpPr/>
            <p:nvPr/>
          </p:nvSpPr>
          <p:spPr>
            <a:xfrm>
              <a:off x="7313142" y="3366617"/>
              <a:ext cx="1178100" cy="9417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6" name="Google Shape;1136;p75"/>
            <p:cNvSpPr/>
            <p:nvPr/>
          </p:nvSpPr>
          <p:spPr>
            <a:xfrm>
              <a:off x="7313142" y="4083150"/>
              <a:ext cx="225000" cy="2250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7" name="Google Shape;1137;p75"/>
            <p:cNvCxnSpPr/>
            <p:nvPr/>
          </p:nvCxnSpPr>
          <p:spPr>
            <a:xfrm>
              <a:off x="7197975" y="3366525"/>
              <a:ext cx="0" cy="9459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38" name="Google Shape;1138;p75"/>
            <p:cNvSpPr txBox="1"/>
            <p:nvPr/>
          </p:nvSpPr>
          <p:spPr>
            <a:xfrm>
              <a:off x="7489002" y="4450843"/>
              <a:ext cx="826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9" name="Google Shape;1139;p75"/>
            <p:cNvSpPr txBox="1"/>
            <p:nvPr/>
          </p:nvSpPr>
          <p:spPr>
            <a:xfrm>
              <a:off x="7856620" y="4102274"/>
              <a:ext cx="4254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0" name="Google Shape;1140;p75"/>
          <p:cNvGrpSpPr/>
          <p:nvPr/>
        </p:nvGrpSpPr>
        <p:grpSpPr>
          <a:xfrm>
            <a:off x="4351150" y="2665688"/>
            <a:ext cx="2952900" cy="339365"/>
            <a:chOff x="4351150" y="2284688"/>
            <a:chExt cx="2952900" cy="339365"/>
          </a:xfrm>
        </p:grpSpPr>
        <p:sp>
          <p:nvSpPr>
            <p:cNvPr id="1141" name="Google Shape;1141;p75"/>
            <p:cNvSpPr/>
            <p:nvPr/>
          </p:nvSpPr>
          <p:spPr>
            <a:xfrm flipH="1" rot="-5400000">
              <a:off x="5814499" y="1790752"/>
              <a:ext cx="26201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1142" name="Google Shape;1142;p75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3" name="Google Shape;1143;p75"/>
          <p:cNvGrpSpPr/>
          <p:nvPr/>
        </p:nvGrpSpPr>
        <p:grpSpPr>
          <a:xfrm>
            <a:off x="3223450" y="2778143"/>
            <a:ext cx="506433" cy="1290315"/>
            <a:chOff x="3223424" y="2311926"/>
            <a:chExt cx="506433" cy="1985100"/>
          </a:xfrm>
        </p:grpSpPr>
        <p:sp>
          <p:nvSpPr>
            <p:cNvPr id="1144" name="Google Shape;1144;p75"/>
            <p:cNvSpPr/>
            <p:nvPr/>
          </p:nvSpPr>
          <p:spPr>
            <a:xfrm>
              <a:off x="3223424" y="2970591"/>
              <a:ext cx="486000" cy="9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45" name="Google Shape;1145;p75"/>
            <p:cNvCxnSpPr/>
            <p:nvPr/>
          </p:nvCxnSpPr>
          <p:spPr>
            <a:xfrm>
              <a:off x="3729857" y="2311926"/>
              <a:ext cx="0" cy="19851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46" name="Google Shape;1146;p75"/>
          <p:cNvSpPr txBox="1"/>
          <p:nvPr/>
        </p:nvSpPr>
        <p:spPr>
          <a:xfrm>
            <a:off x="4134648" y="4222625"/>
            <a:ext cx="1050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75"/>
          <p:cNvSpPr/>
          <p:nvPr/>
        </p:nvSpPr>
        <p:spPr>
          <a:xfrm>
            <a:off x="6766423" y="1459125"/>
            <a:ext cx="143877" cy="549522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48" name="Google Shape;1148;p75"/>
          <p:cNvSpPr txBox="1"/>
          <p:nvPr/>
        </p:nvSpPr>
        <p:spPr>
          <a:xfrm>
            <a:off x="5890396" y="1512481"/>
            <a:ext cx="18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9" name="Google Shape;1149;p75"/>
          <p:cNvGrpSpPr/>
          <p:nvPr/>
        </p:nvGrpSpPr>
        <p:grpSpPr>
          <a:xfrm>
            <a:off x="323963" y="629400"/>
            <a:ext cx="2462288" cy="1402775"/>
            <a:chOff x="323963" y="629400"/>
            <a:chExt cx="2462288" cy="1402775"/>
          </a:xfrm>
        </p:grpSpPr>
        <p:sp>
          <p:nvSpPr>
            <p:cNvPr id="1150" name="Google Shape;1150;p75"/>
            <p:cNvSpPr/>
            <p:nvPr/>
          </p:nvSpPr>
          <p:spPr>
            <a:xfrm>
              <a:off x="2170650" y="629400"/>
              <a:ext cx="615600" cy="209700"/>
            </a:xfrm>
            <a:prstGeom prst="rect">
              <a:avLst/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tan</a:t>
              </a:r>
              <a:endParaRPr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1" name="Google Shape;1151;p75"/>
            <p:cNvSpPr/>
            <p:nvPr/>
          </p:nvSpPr>
          <p:spPr>
            <a:xfrm>
              <a:off x="323963" y="1822475"/>
              <a:ext cx="615600" cy="2097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2" name="Google Shape;1152;p75"/>
            <p:cNvSpPr/>
            <p:nvPr/>
          </p:nvSpPr>
          <p:spPr>
            <a:xfrm>
              <a:off x="2170613" y="1822475"/>
              <a:ext cx="615600" cy="209700"/>
            </a:xfrm>
            <a:prstGeom prst="rect">
              <a:avLst/>
            </a:prstGeom>
            <a:solidFill>
              <a:srgbClr val="F3EEFB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0.466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153" name="Google Shape;1153;p75"/>
          <p:cNvGraphicFramePr/>
          <p:nvPr/>
        </p:nvGraphicFramePr>
        <p:xfrm>
          <a:off x="6953225" y="97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{8513F6AC-94B1-407E-9884-1D27A46A35A7}</a:tableStyleId>
              </a:tblPr>
              <a:tblGrid>
                <a:gridCol w="925600"/>
                <a:gridCol w="925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opp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adj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154" name="Google Shape;1154;p75"/>
          <p:cNvSpPr txBox="1"/>
          <p:nvPr/>
        </p:nvSpPr>
        <p:spPr>
          <a:xfrm>
            <a:off x="6953225" y="1736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75"/>
          <p:cNvSpPr txBox="1"/>
          <p:nvPr/>
        </p:nvSpPr>
        <p:spPr>
          <a:xfrm>
            <a:off x="7878825" y="1736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85.84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6" name="Google Shape;1156;p75"/>
          <p:cNvSpPr txBox="1"/>
          <p:nvPr/>
        </p:nvSpPr>
        <p:spPr>
          <a:xfrm>
            <a:off x="6953225" y="1355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0.466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75"/>
          <p:cNvSpPr txBox="1"/>
          <p:nvPr/>
        </p:nvSpPr>
        <p:spPr>
          <a:xfrm>
            <a:off x="7878825" y="1355832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8" name="Google Shape;1158;p75"/>
          <p:cNvSpPr txBox="1"/>
          <p:nvPr/>
        </p:nvSpPr>
        <p:spPr>
          <a:xfrm>
            <a:off x="6386550" y="3446625"/>
            <a:ext cx="765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0.466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9" name="Google Shape;1159;p75"/>
          <p:cNvGrpSpPr/>
          <p:nvPr/>
        </p:nvGrpSpPr>
        <p:grpSpPr>
          <a:xfrm>
            <a:off x="5838320" y="4132458"/>
            <a:ext cx="1045237" cy="557617"/>
            <a:chOff x="5838320" y="4361058"/>
            <a:chExt cx="1045237" cy="557617"/>
          </a:xfrm>
        </p:grpSpPr>
        <p:sp>
          <p:nvSpPr>
            <p:cNvPr id="1160" name="Google Shape;1160;p75"/>
            <p:cNvSpPr/>
            <p:nvPr/>
          </p:nvSpPr>
          <p:spPr>
            <a:xfrm flipH="1" rot="5400000">
              <a:off x="6268450" y="3930928"/>
              <a:ext cx="184976" cy="1045237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161" name="Google Shape;1161;p75"/>
            <p:cNvSpPr txBox="1"/>
            <p:nvPr/>
          </p:nvSpPr>
          <p:spPr>
            <a:xfrm>
              <a:off x="5956454" y="4641475"/>
              <a:ext cx="18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2" name="Google Shape;1162;p75"/>
          <p:cNvSpPr txBox="1"/>
          <p:nvPr/>
        </p:nvSpPr>
        <p:spPr>
          <a:xfrm>
            <a:off x="3067675" y="624325"/>
            <a:ext cx="2462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Hence, find the length of the side labelled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3" name="Google Shape;1163;p75"/>
          <p:cNvGrpSpPr/>
          <p:nvPr/>
        </p:nvGrpSpPr>
        <p:grpSpPr>
          <a:xfrm>
            <a:off x="6085991" y="1453141"/>
            <a:ext cx="666913" cy="447994"/>
            <a:chOff x="4779992" y="2729095"/>
            <a:chExt cx="935100" cy="447994"/>
          </a:xfrm>
        </p:grpSpPr>
        <p:sp>
          <p:nvSpPr>
            <p:cNvPr id="1164" name="Google Shape;1164;p75"/>
            <p:cNvSpPr txBox="1"/>
            <p:nvPr/>
          </p:nvSpPr>
          <p:spPr>
            <a:xfrm>
              <a:off x="4779992" y="2955989"/>
              <a:ext cx="9351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0.466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75"/>
            <p:cNvSpPr txBox="1"/>
            <p:nvPr/>
          </p:nvSpPr>
          <p:spPr>
            <a:xfrm>
              <a:off x="4885901" y="2729095"/>
              <a:ext cx="7233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66" name="Google Shape;1166;p75"/>
            <p:cNvCxnSpPr/>
            <p:nvPr/>
          </p:nvCxnSpPr>
          <p:spPr>
            <a:xfrm>
              <a:off x="4812231" y="2953114"/>
              <a:ext cx="870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67" name="Google Shape;1167;p75"/>
          <p:cNvSpPr txBox="1"/>
          <p:nvPr/>
        </p:nvSpPr>
        <p:spPr>
          <a:xfrm>
            <a:off x="4003901" y="4222625"/>
            <a:ext cx="1311600" cy="2424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85.84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68" name="Google Shape;116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2400" y="4071650"/>
            <a:ext cx="1646325" cy="2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4050" y="4071650"/>
            <a:ext cx="1218825" cy="2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1175" name="Google Shape;1175;p76"/>
          <p:cNvSpPr/>
          <p:nvPr/>
        </p:nvSpPr>
        <p:spPr>
          <a:xfrm>
            <a:off x="5599357" y="2024304"/>
            <a:ext cx="1568100" cy="15681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76"/>
          <p:cNvSpPr/>
          <p:nvPr/>
        </p:nvSpPr>
        <p:spPr>
          <a:xfrm>
            <a:off x="2293887" y="1983056"/>
            <a:ext cx="1633200" cy="16332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76"/>
          <p:cNvSpPr/>
          <p:nvPr/>
        </p:nvSpPr>
        <p:spPr>
          <a:xfrm>
            <a:off x="7540856" y="262055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76"/>
          <p:cNvSpPr txBox="1"/>
          <p:nvPr/>
        </p:nvSpPr>
        <p:spPr>
          <a:xfrm>
            <a:off x="2977450" y="617442"/>
            <a:ext cx="5842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Fill in the blanks and ratio table. By considering corresponding sides, find the length of side labelled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9" name="Google Shape;1179;p76"/>
          <p:cNvGrpSpPr/>
          <p:nvPr/>
        </p:nvGrpSpPr>
        <p:grpSpPr>
          <a:xfrm>
            <a:off x="6359277" y="2071716"/>
            <a:ext cx="1477664" cy="845004"/>
            <a:chOff x="-2022025" y="1455875"/>
            <a:chExt cx="1032104" cy="1897180"/>
          </a:xfrm>
        </p:grpSpPr>
        <p:sp>
          <p:nvSpPr>
            <p:cNvPr id="1180" name="Google Shape;1180;p76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81" name="Google Shape;1181;p76"/>
            <p:cNvCxnSpPr/>
            <p:nvPr/>
          </p:nvCxnSpPr>
          <p:spPr>
            <a:xfrm rot="10800000">
              <a:off x="-2022025" y="335305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82" name="Google Shape;1182;p76"/>
            <p:cNvCxnSpPr/>
            <p:nvPr/>
          </p:nvCxnSpPr>
          <p:spPr>
            <a:xfrm rot="10800000">
              <a:off x="-989921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83" name="Google Shape;1183;p76"/>
          <p:cNvSpPr/>
          <p:nvPr/>
        </p:nvSpPr>
        <p:spPr>
          <a:xfrm>
            <a:off x="4617049" y="262055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4" name="Google Shape;1184;p76"/>
          <p:cNvGrpSpPr/>
          <p:nvPr/>
        </p:nvGrpSpPr>
        <p:grpSpPr>
          <a:xfrm>
            <a:off x="4732150" y="1446488"/>
            <a:ext cx="2952900" cy="358966"/>
            <a:chOff x="4351150" y="2284688"/>
            <a:chExt cx="2952900" cy="358966"/>
          </a:xfrm>
        </p:grpSpPr>
        <p:sp>
          <p:nvSpPr>
            <p:cNvPr id="1185" name="Google Shape;1185;p76"/>
            <p:cNvSpPr/>
            <p:nvPr/>
          </p:nvSpPr>
          <p:spPr>
            <a:xfrm flipH="1" rot="-5400000">
              <a:off x="5804698" y="1800552"/>
              <a:ext cx="45803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1186" name="Google Shape;1186;p76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76"/>
          <p:cNvGrpSpPr/>
          <p:nvPr/>
        </p:nvGrpSpPr>
        <p:grpSpPr>
          <a:xfrm>
            <a:off x="3064725" y="1871504"/>
            <a:ext cx="1848379" cy="1045200"/>
            <a:chOff x="-2022025" y="1455875"/>
            <a:chExt cx="1016990" cy="1848603"/>
          </a:xfrm>
        </p:grpSpPr>
        <p:sp>
          <p:nvSpPr>
            <p:cNvPr id="1188" name="Google Shape;1188;p76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89" name="Google Shape;1189;p76"/>
            <p:cNvCxnSpPr/>
            <p:nvPr/>
          </p:nvCxnSpPr>
          <p:spPr>
            <a:xfrm rot="10800000">
              <a:off x="-2022025" y="330447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90" name="Google Shape;1190;p76"/>
            <p:cNvCxnSpPr/>
            <p:nvPr/>
          </p:nvCxnSpPr>
          <p:spPr>
            <a:xfrm rot="10800000">
              <a:off x="-100503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91" name="Google Shape;1191;p76"/>
          <p:cNvSpPr txBox="1"/>
          <p:nvPr/>
        </p:nvSpPr>
        <p:spPr>
          <a:xfrm>
            <a:off x="3348000" y="2547955"/>
            <a:ext cx="627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76"/>
          <p:cNvSpPr txBox="1"/>
          <p:nvPr/>
        </p:nvSpPr>
        <p:spPr>
          <a:xfrm>
            <a:off x="6620925" y="2556642"/>
            <a:ext cx="627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76"/>
          <p:cNvSpPr txBox="1"/>
          <p:nvPr/>
        </p:nvSpPr>
        <p:spPr>
          <a:xfrm>
            <a:off x="6650220" y="2937801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94" name="Google Shape;1194;p76"/>
          <p:cNvGraphicFramePr/>
          <p:nvPr/>
        </p:nvGraphicFramePr>
        <p:xfrm>
          <a:off x="4389825" y="38108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{8513F6AC-94B1-407E-9884-1D27A46A35A7}</a:tableStyleId>
              </a:tblPr>
              <a:tblGrid>
                <a:gridCol w="1369100"/>
                <a:gridCol w="1369100"/>
              </a:tblGrid>
              <a:tr h="33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adjacent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opposite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195" name="Google Shape;1195;p76"/>
          <p:cNvSpPr/>
          <p:nvPr/>
        </p:nvSpPr>
        <p:spPr>
          <a:xfrm>
            <a:off x="4188350" y="4206232"/>
            <a:ext cx="143877" cy="549522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96" name="Google Shape;1196;p76"/>
          <p:cNvSpPr/>
          <p:nvPr/>
        </p:nvSpPr>
        <p:spPr>
          <a:xfrm>
            <a:off x="7923625" y="2631350"/>
            <a:ext cx="883500" cy="336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76"/>
          <p:cNvSpPr/>
          <p:nvPr/>
        </p:nvSpPr>
        <p:spPr>
          <a:xfrm>
            <a:off x="3185160" y="4312688"/>
            <a:ext cx="945600" cy="336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76"/>
          <p:cNvSpPr txBox="1"/>
          <p:nvPr/>
        </p:nvSpPr>
        <p:spPr>
          <a:xfrm>
            <a:off x="7892505" y="2334905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(15°)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76"/>
          <p:cNvSpPr txBox="1"/>
          <p:nvPr/>
        </p:nvSpPr>
        <p:spPr>
          <a:xfrm>
            <a:off x="3349500" y="2937800"/>
            <a:ext cx="1202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18.5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76"/>
          <p:cNvSpPr txBox="1"/>
          <p:nvPr/>
        </p:nvSpPr>
        <p:spPr>
          <a:xfrm>
            <a:off x="4913088" y="2217619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1" name="Google Shape;120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594000"/>
            <a:ext cx="2462200" cy="41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1207" name="Google Shape;1207;p77"/>
          <p:cNvSpPr txBox="1"/>
          <p:nvPr/>
        </p:nvSpPr>
        <p:spPr>
          <a:xfrm>
            <a:off x="2887200" y="634204"/>
            <a:ext cx="593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By sketching similar triangles, find the length of the missing side for each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8" name="Google Shape;1208;p77"/>
          <p:cNvCxnSpPr/>
          <p:nvPr/>
        </p:nvCxnSpPr>
        <p:spPr>
          <a:xfrm rot="10800000">
            <a:off x="2894921" y="3236957"/>
            <a:ext cx="5925000" cy="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77"/>
          <p:cNvSpPr/>
          <p:nvPr/>
        </p:nvSpPr>
        <p:spPr>
          <a:xfrm rot="5400000">
            <a:off x="3662776" y="1113879"/>
            <a:ext cx="980700" cy="981000"/>
          </a:xfrm>
          <a:prstGeom prst="arc">
            <a:avLst>
              <a:gd fmla="val 17955657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77"/>
          <p:cNvSpPr/>
          <p:nvPr/>
        </p:nvSpPr>
        <p:spPr>
          <a:xfrm rot="5400000">
            <a:off x="4152265" y="2142993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1" name="Google Shape;1211;p77"/>
          <p:cNvGrpSpPr/>
          <p:nvPr/>
        </p:nvGrpSpPr>
        <p:grpSpPr>
          <a:xfrm rot="5400000">
            <a:off x="4308896" y="1344085"/>
            <a:ext cx="780603" cy="1284979"/>
            <a:chOff x="-2022025" y="1455875"/>
            <a:chExt cx="1094815" cy="1802215"/>
          </a:xfrm>
        </p:grpSpPr>
        <p:sp>
          <p:nvSpPr>
            <p:cNvPr id="1212" name="Google Shape;1212;p77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13" name="Google Shape;1213;p77"/>
            <p:cNvCxnSpPr/>
            <p:nvPr/>
          </p:nvCxnSpPr>
          <p:spPr>
            <a:xfrm rot="10800000">
              <a:off x="-2022025" y="3258090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14" name="Google Shape;1214;p77"/>
            <p:cNvCxnSpPr/>
            <p:nvPr/>
          </p:nvCxnSpPr>
          <p:spPr>
            <a:xfrm rot="10800000">
              <a:off x="-927210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15" name="Google Shape;1215;p77"/>
          <p:cNvGrpSpPr/>
          <p:nvPr/>
        </p:nvGrpSpPr>
        <p:grpSpPr>
          <a:xfrm>
            <a:off x="4447075" y="1420163"/>
            <a:ext cx="2952900" cy="333664"/>
            <a:chOff x="4351150" y="2284688"/>
            <a:chExt cx="2952900" cy="333664"/>
          </a:xfrm>
        </p:grpSpPr>
        <p:sp>
          <p:nvSpPr>
            <p:cNvPr id="1216" name="Google Shape;1216;p77"/>
            <p:cNvSpPr/>
            <p:nvPr/>
          </p:nvSpPr>
          <p:spPr>
            <a:xfrm flipH="1" rot="-5400000">
              <a:off x="5817350" y="1787902"/>
              <a:ext cx="20500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1217" name="Google Shape;1217;p77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77"/>
          <p:cNvGrpSpPr/>
          <p:nvPr/>
        </p:nvGrpSpPr>
        <p:grpSpPr>
          <a:xfrm rot="10800000">
            <a:off x="4447073" y="2516382"/>
            <a:ext cx="2296641" cy="498148"/>
            <a:chOff x="5007400" y="2284679"/>
            <a:chExt cx="2296641" cy="498148"/>
          </a:xfrm>
        </p:grpSpPr>
        <p:sp>
          <p:nvSpPr>
            <p:cNvPr id="1219" name="Google Shape;1219;p77"/>
            <p:cNvSpPr/>
            <p:nvPr/>
          </p:nvSpPr>
          <p:spPr>
            <a:xfrm flipH="1" rot="-5400000">
              <a:off x="5735112" y="1870139"/>
              <a:ext cx="184976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220" name="Google Shape;1220;p77"/>
            <p:cNvSpPr txBox="1"/>
            <p:nvPr/>
          </p:nvSpPr>
          <p:spPr>
            <a:xfrm rot="10800000">
              <a:off x="5007541" y="2284679"/>
              <a:ext cx="2296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1" name="Google Shape;1221;p77"/>
          <p:cNvSpPr txBox="1"/>
          <p:nvPr/>
        </p:nvSpPr>
        <p:spPr>
          <a:xfrm flipH="1">
            <a:off x="4136487" y="1771945"/>
            <a:ext cx="443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77"/>
          <p:cNvSpPr/>
          <p:nvPr/>
        </p:nvSpPr>
        <p:spPr>
          <a:xfrm>
            <a:off x="5732809" y="2737180"/>
            <a:ext cx="722700" cy="336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77"/>
          <p:cNvSpPr txBox="1"/>
          <p:nvPr/>
        </p:nvSpPr>
        <p:spPr>
          <a:xfrm>
            <a:off x="4330045" y="2424427"/>
            <a:ext cx="738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77"/>
          <p:cNvSpPr txBox="1"/>
          <p:nvPr/>
        </p:nvSpPr>
        <p:spPr>
          <a:xfrm rot="-2591">
            <a:off x="3615069" y="1814188"/>
            <a:ext cx="3981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77"/>
          <p:cNvSpPr/>
          <p:nvPr/>
        </p:nvSpPr>
        <p:spPr>
          <a:xfrm>
            <a:off x="2661550" y="3226650"/>
            <a:ext cx="1179000" cy="11793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77"/>
          <p:cNvSpPr/>
          <p:nvPr/>
        </p:nvSpPr>
        <p:spPr>
          <a:xfrm rot="2365212">
            <a:off x="4228954" y="4477252"/>
            <a:ext cx="194172" cy="19417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7" name="Google Shape;1227;p77"/>
          <p:cNvGrpSpPr/>
          <p:nvPr/>
        </p:nvGrpSpPr>
        <p:grpSpPr>
          <a:xfrm rot="2367133">
            <a:off x="3219515" y="3038581"/>
            <a:ext cx="1430814" cy="2075339"/>
            <a:chOff x="-2029068" y="1455875"/>
            <a:chExt cx="967943" cy="2723771"/>
          </a:xfrm>
        </p:grpSpPr>
        <p:sp>
          <p:nvSpPr>
            <p:cNvPr id="1228" name="Google Shape;1228;p77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29" name="Google Shape;1229;p77"/>
            <p:cNvCxnSpPr/>
            <p:nvPr/>
          </p:nvCxnSpPr>
          <p:spPr>
            <a:xfrm rot="7323868">
              <a:off x="-2088295" y="2768171"/>
              <a:ext cx="1079354" cy="99355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30" name="Google Shape;1230;p77"/>
          <p:cNvSpPr txBox="1"/>
          <p:nvPr/>
        </p:nvSpPr>
        <p:spPr>
          <a:xfrm flipH="1">
            <a:off x="3428522" y="3791015"/>
            <a:ext cx="443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77"/>
          <p:cNvSpPr txBox="1"/>
          <p:nvPr/>
        </p:nvSpPr>
        <p:spPr>
          <a:xfrm>
            <a:off x="4737739" y="4218453"/>
            <a:ext cx="738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77"/>
          <p:cNvSpPr txBox="1"/>
          <p:nvPr/>
        </p:nvSpPr>
        <p:spPr>
          <a:xfrm>
            <a:off x="3094738" y="4427845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0.88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77"/>
          <p:cNvSpPr/>
          <p:nvPr/>
        </p:nvSpPr>
        <p:spPr>
          <a:xfrm flipH="1" rot="10800000">
            <a:off x="5967750" y="3855134"/>
            <a:ext cx="1179000" cy="11793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77"/>
          <p:cNvSpPr/>
          <p:nvPr/>
        </p:nvSpPr>
        <p:spPr>
          <a:xfrm flipH="1" rot="8434788">
            <a:off x="7535154" y="3589659"/>
            <a:ext cx="194172" cy="19417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5" name="Google Shape;1235;p77"/>
          <p:cNvGrpSpPr/>
          <p:nvPr/>
        </p:nvGrpSpPr>
        <p:grpSpPr>
          <a:xfrm flipH="1" rot="8432867">
            <a:off x="6525715" y="3147164"/>
            <a:ext cx="1430814" cy="2075339"/>
            <a:chOff x="-2029068" y="1455875"/>
            <a:chExt cx="967943" cy="2723771"/>
          </a:xfrm>
        </p:grpSpPr>
        <p:sp>
          <p:nvSpPr>
            <p:cNvPr id="1236" name="Google Shape;1236;p77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37" name="Google Shape;1237;p77"/>
            <p:cNvCxnSpPr/>
            <p:nvPr/>
          </p:nvCxnSpPr>
          <p:spPr>
            <a:xfrm rot="7323868">
              <a:off x="-2088295" y="2768171"/>
              <a:ext cx="1079354" cy="99355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38" name="Google Shape;1238;p77"/>
          <p:cNvSpPr txBox="1"/>
          <p:nvPr/>
        </p:nvSpPr>
        <p:spPr>
          <a:xfrm>
            <a:off x="6700375" y="4224752"/>
            <a:ext cx="443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77"/>
          <p:cNvSpPr txBox="1"/>
          <p:nvPr/>
        </p:nvSpPr>
        <p:spPr>
          <a:xfrm>
            <a:off x="6490075" y="3602416"/>
            <a:ext cx="738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77"/>
          <p:cNvSpPr txBox="1"/>
          <p:nvPr/>
        </p:nvSpPr>
        <p:spPr>
          <a:xfrm>
            <a:off x="7881175" y="3701900"/>
            <a:ext cx="11139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1" name="Google Shape;1241;p77"/>
          <p:cNvCxnSpPr/>
          <p:nvPr/>
        </p:nvCxnSpPr>
        <p:spPr>
          <a:xfrm>
            <a:off x="6029300" y="3247750"/>
            <a:ext cx="0" cy="1572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42" name="Google Shape;124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2075" y="3749550"/>
            <a:ext cx="945175" cy="114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726927">
            <a:off x="7620169" y="3307695"/>
            <a:ext cx="1060487" cy="1285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594000"/>
            <a:ext cx="2462200" cy="41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78"/>
          <p:cNvSpPr/>
          <p:nvPr/>
        </p:nvSpPr>
        <p:spPr>
          <a:xfrm>
            <a:off x="7923625" y="2631350"/>
            <a:ext cx="883500" cy="336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78"/>
          <p:cNvSpPr txBox="1"/>
          <p:nvPr/>
        </p:nvSpPr>
        <p:spPr>
          <a:xfrm>
            <a:off x="7902550" y="2609157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0.268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1" name="Google Shape;1251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1252" name="Google Shape;1252;p78"/>
          <p:cNvSpPr/>
          <p:nvPr/>
        </p:nvSpPr>
        <p:spPr>
          <a:xfrm>
            <a:off x="5599357" y="2024304"/>
            <a:ext cx="1568100" cy="15681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78"/>
          <p:cNvSpPr/>
          <p:nvPr/>
        </p:nvSpPr>
        <p:spPr>
          <a:xfrm>
            <a:off x="2293887" y="1983056"/>
            <a:ext cx="1633200" cy="16332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78"/>
          <p:cNvSpPr/>
          <p:nvPr/>
        </p:nvSpPr>
        <p:spPr>
          <a:xfrm>
            <a:off x="7540856" y="262055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78"/>
          <p:cNvSpPr txBox="1"/>
          <p:nvPr/>
        </p:nvSpPr>
        <p:spPr>
          <a:xfrm>
            <a:off x="2977450" y="617442"/>
            <a:ext cx="5842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Fill in the blanks and ratio table. By considering corresponding sides, find the length of side labelled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6" name="Google Shape;1256;p78"/>
          <p:cNvGrpSpPr/>
          <p:nvPr/>
        </p:nvGrpSpPr>
        <p:grpSpPr>
          <a:xfrm>
            <a:off x="6359277" y="2071716"/>
            <a:ext cx="1477664" cy="845004"/>
            <a:chOff x="-2022025" y="1455875"/>
            <a:chExt cx="1032104" cy="1897180"/>
          </a:xfrm>
        </p:grpSpPr>
        <p:sp>
          <p:nvSpPr>
            <p:cNvPr id="1257" name="Google Shape;1257;p78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58" name="Google Shape;1258;p78"/>
            <p:cNvCxnSpPr/>
            <p:nvPr/>
          </p:nvCxnSpPr>
          <p:spPr>
            <a:xfrm rot="10800000">
              <a:off x="-2022025" y="335305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59" name="Google Shape;1259;p78"/>
            <p:cNvCxnSpPr/>
            <p:nvPr/>
          </p:nvCxnSpPr>
          <p:spPr>
            <a:xfrm rot="10800000">
              <a:off x="-989921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60" name="Google Shape;1260;p78"/>
          <p:cNvSpPr/>
          <p:nvPr/>
        </p:nvSpPr>
        <p:spPr>
          <a:xfrm>
            <a:off x="4617049" y="262055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1" name="Google Shape;1261;p78"/>
          <p:cNvGrpSpPr/>
          <p:nvPr/>
        </p:nvGrpSpPr>
        <p:grpSpPr>
          <a:xfrm>
            <a:off x="4732150" y="1446488"/>
            <a:ext cx="2952900" cy="358966"/>
            <a:chOff x="4351150" y="2284688"/>
            <a:chExt cx="2952900" cy="358966"/>
          </a:xfrm>
        </p:grpSpPr>
        <p:sp>
          <p:nvSpPr>
            <p:cNvPr id="1262" name="Google Shape;1262;p78"/>
            <p:cNvSpPr/>
            <p:nvPr/>
          </p:nvSpPr>
          <p:spPr>
            <a:xfrm flipH="1" rot="-5400000">
              <a:off x="5804698" y="1800552"/>
              <a:ext cx="45803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1263" name="Google Shape;1263;p78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4" name="Google Shape;1264;p78"/>
          <p:cNvGrpSpPr/>
          <p:nvPr/>
        </p:nvGrpSpPr>
        <p:grpSpPr>
          <a:xfrm>
            <a:off x="3064725" y="1871504"/>
            <a:ext cx="1848379" cy="1045200"/>
            <a:chOff x="-2022025" y="1455875"/>
            <a:chExt cx="1016990" cy="1848603"/>
          </a:xfrm>
        </p:grpSpPr>
        <p:sp>
          <p:nvSpPr>
            <p:cNvPr id="1265" name="Google Shape;1265;p78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66" name="Google Shape;1266;p78"/>
            <p:cNvCxnSpPr/>
            <p:nvPr/>
          </p:nvCxnSpPr>
          <p:spPr>
            <a:xfrm rot="10800000">
              <a:off x="-2022025" y="330447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67" name="Google Shape;1267;p78"/>
            <p:cNvCxnSpPr/>
            <p:nvPr/>
          </p:nvCxnSpPr>
          <p:spPr>
            <a:xfrm rot="10800000">
              <a:off x="-100503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68" name="Google Shape;1268;p78"/>
          <p:cNvSpPr txBox="1"/>
          <p:nvPr/>
        </p:nvSpPr>
        <p:spPr>
          <a:xfrm>
            <a:off x="3348000" y="2547955"/>
            <a:ext cx="627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78"/>
          <p:cNvSpPr txBox="1"/>
          <p:nvPr/>
        </p:nvSpPr>
        <p:spPr>
          <a:xfrm>
            <a:off x="6620925" y="2556642"/>
            <a:ext cx="627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78"/>
          <p:cNvSpPr txBox="1"/>
          <p:nvPr/>
        </p:nvSpPr>
        <p:spPr>
          <a:xfrm>
            <a:off x="6650220" y="2937801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71" name="Google Shape;1271;p78"/>
          <p:cNvGraphicFramePr/>
          <p:nvPr/>
        </p:nvGraphicFramePr>
        <p:xfrm>
          <a:off x="4389825" y="38108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{8513F6AC-94B1-407E-9884-1D27A46A35A7}</a:tableStyleId>
              </a:tblPr>
              <a:tblGrid>
                <a:gridCol w="1369100"/>
                <a:gridCol w="1369100"/>
              </a:tblGrid>
              <a:tr h="33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adjacent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opposite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0.268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3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18.5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4.958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272" name="Google Shape;1272;p78"/>
          <p:cNvSpPr/>
          <p:nvPr/>
        </p:nvSpPr>
        <p:spPr>
          <a:xfrm>
            <a:off x="4188350" y="4206232"/>
            <a:ext cx="143877" cy="549522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73" name="Google Shape;1273;p78"/>
          <p:cNvSpPr/>
          <p:nvPr/>
        </p:nvSpPr>
        <p:spPr>
          <a:xfrm>
            <a:off x="3185160" y="4312688"/>
            <a:ext cx="945600" cy="336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78"/>
          <p:cNvSpPr txBox="1"/>
          <p:nvPr/>
        </p:nvSpPr>
        <p:spPr>
          <a:xfrm>
            <a:off x="7892505" y="2334905"/>
            <a:ext cx="94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(15°)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78"/>
          <p:cNvSpPr txBox="1"/>
          <p:nvPr/>
        </p:nvSpPr>
        <p:spPr>
          <a:xfrm>
            <a:off x="3349500" y="2937800"/>
            <a:ext cx="1202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18.5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78"/>
          <p:cNvSpPr txBox="1"/>
          <p:nvPr/>
        </p:nvSpPr>
        <p:spPr>
          <a:xfrm>
            <a:off x="3195200" y="4290507"/>
            <a:ext cx="92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18.5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7" name="Google Shape;1277;p78"/>
          <p:cNvSpPr txBox="1"/>
          <p:nvPr/>
        </p:nvSpPr>
        <p:spPr>
          <a:xfrm>
            <a:off x="4913088" y="2217619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78"/>
          <p:cNvSpPr txBox="1"/>
          <p:nvPr/>
        </p:nvSpPr>
        <p:spPr>
          <a:xfrm>
            <a:off x="4935239" y="2617639"/>
            <a:ext cx="739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4.958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79" name="Google Shape;127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594000"/>
            <a:ext cx="2462200" cy="41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1285" name="Google Shape;1285;p79"/>
          <p:cNvSpPr/>
          <p:nvPr/>
        </p:nvSpPr>
        <p:spPr>
          <a:xfrm>
            <a:off x="-81650" y="3226650"/>
            <a:ext cx="1179000" cy="11793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79"/>
          <p:cNvSpPr txBox="1"/>
          <p:nvPr/>
        </p:nvSpPr>
        <p:spPr>
          <a:xfrm>
            <a:off x="324000" y="610597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sketching similar triangles, find the length of the missing side for each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7" name="Google Shape;1287;p79"/>
          <p:cNvGrpSpPr/>
          <p:nvPr/>
        </p:nvGrpSpPr>
        <p:grpSpPr>
          <a:xfrm>
            <a:off x="323947" y="3236957"/>
            <a:ext cx="8495973" cy="1583454"/>
            <a:chOff x="3733800" y="3016523"/>
            <a:chExt cx="2035500" cy="889381"/>
          </a:xfrm>
        </p:grpSpPr>
        <p:cxnSp>
          <p:nvCxnSpPr>
            <p:cNvPr id="1288" name="Google Shape;1288;p79"/>
            <p:cNvCxnSpPr/>
            <p:nvPr/>
          </p:nvCxnSpPr>
          <p:spPr>
            <a:xfrm>
              <a:off x="4751548" y="3018204"/>
              <a:ext cx="0" cy="8877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9" name="Google Shape;1289;p79"/>
            <p:cNvCxnSpPr/>
            <p:nvPr/>
          </p:nvCxnSpPr>
          <p:spPr>
            <a:xfrm>
              <a:off x="4751550" y="1998773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90" name="Google Shape;1290;p79"/>
          <p:cNvSpPr/>
          <p:nvPr/>
        </p:nvSpPr>
        <p:spPr>
          <a:xfrm rot="5400000">
            <a:off x="2519776" y="1216749"/>
            <a:ext cx="980700" cy="981000"/>
          </a:xfrm>
          <a:prstGeom prst="arc">
            <a:avLst>
              <a:gd fmla="val 17955657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79"/>
          <p:cNvSpPr/>
          <p:nvPr/>
        </p:nvSpPr>
        <p:spPr>
          <a:xfrm rot="5400000">
            <a:off x="3009265" y="2245863"/>
            <a:ext cx="138300" cy="138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2" name="Google Shape;1292;p79"/>
          <p:cNvGrpSpPr/>
          <p:nvPr/>
        </p:nvGrpSpPr>
        <p:grpSpPr>
          <a:xfrm rot="5400000">
            <a:off x="3165896" y="1446955"/>
            <a:ext cx="780603" cy="1284979"/>
            <a:chOff x="-2022025" y="1455875"/>
            <a:chExt cx="1094815" cy="1802215"/>
          </a:xfrm>
        </p:grpSpPr>
        <p:sp>
          <p:nvSpPr>
            <p:cNvPr id="1293" name="Google Shape;1293;p79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94" name="Google Shape;1294;p79"/>
            <p:cNvCxnSpPr/>
            <p:nvPr/>
          </p:nvCxnSpPr>
          <p:spPr>
            <a:xfrm rot="10800000">
              <a:off x="-2022025" y="3258090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95" name="Google Shape;1295;p79"/>
            <p:cNvCxnSpPr/>
            <p:nvPr/>
          </p:nvCxnSpPr>
          <p:spPr>
            <a:xfrm rot="10800000">
              <a:off x="-927210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96" name="Google Shape;1296;p79"/>
          <p:cNvGrpSpPr/>
          <p:nvPr/>
        </p:nvGrpSpPr>
        <p:grpSpPr>
          <a:xfrm>
            <a:off x="3304075" y="1294433"/>
            <a:ext cx="2952900" cy="333664"/>
            <a:chOff x="4351150" y="2284688"/>
            <a:chExt cx="2952900" cy="333664"/>
          </a:xfrm>
        </p:grpSpPr>
        <p:sp>
          <p:nvSpPr>
            <p:cNvPr id="1297" name="Google Shape;1297;p79"/>
            <p:cNvSpPr/>
            <p:nvPr/>
          </p:nvSpPr>
          <p:spPr>
            <a:xfrm flipH="1" rot="-5400000">
              <a:off x="5817350" y="1787902"/>
              <a:ext cx="20500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sp>
        <p:sp>
          <p:nvSpPr>
            <p:cNvPr id="1298" name="Google Shape;1298;p79"/>
            <p:cNvSpPr txBox="1"/>
            <p:nvPr/>
          </p:nvSpPr>
          <p:spPr>
            <a:xfrm>
              <a:off x="4351150" y="2284688"/>
              <a:ext cx="295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sketch a similar triangle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79"/>
          <p:cNvGrpSpPr/>
          <p:nvPr/>
        </p:nvGrpSpPr>
        <p:grpSpPr>
          <a:xfrm rot="10800000">
            <a:off x="3304073" y="2619252"/>
            <a:ext cx="2296641" cy="498148"/>
            <a:chOff x="5007400" y="2284679"/>
            <a:chExt cx="2296641" cy="498148"/>
          </a:xfrm>
        </p:grpSpPr>
        <p:sp>
          <p:nvSpPr>
            <p:cNvPr id="1300" name="Google Shape;1300;p79"/>
            <p:cNvSpPr/>
            <p:nvPr/>
          </p:nvSpPr>
          <p:spPr>
            <a:xfrm flipH="1" rot="-5400000">
              <a:off x="5735112" y="1870139"/>
              <a:ext cx="184976" cy="1640399"/>
            </a:xfrm>
            <a:custGeom>
              <a:rect b="b" l="l" r="r" t="t"/>
              <a:pathLst>
                <a:path extrusionOk="0" h="30529" w="2102">
                  <a:moveTo>
                    <a:pt x="2102" y="0"/>
                  </a:moveTo>
                  <a:cubicBezTo>
                    <a:pt x="1752" y="2548"/>
                    <a:pt x="9" y="10201"/>
                    <a:pt x="1" y="15289"/>
                  </a:cubicBezTo>
                  <a:cubicBezTo>
                    <a:pt x="-7" y="20377"/>
                    <a:pt x="1711" y="27989"/>
                    <a:pt x="2053" y="30529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301" name="Google Shape;1301;p79"/>
            <p:cNvSpPr txBox="1"/>
            <p:nvPr/>
          </p:nvSpPr>
          <p:spPr>
            <a:xfrm rot="10800000">
              <a:off x="5007541" y="2284679"/>
              <a:ext cx="2296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2" name="Google Shape;1302;p79"/>
          <p:cNvSpPr txBox="1"/>
          <p:nvPr/>
        </p:nvSpPr>
        <p:spPr>
          <a:xfrm flipH="1">
            <a:off x="2993487" y="1874815"/>
            <a:ext cx="443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79"/>
          <p:cNvSpPr/>
          <p:nvPr/>
        </p:nvSpPr>
        <p:spPr>
          <a:xfrm>
            <a:off x="4589809" y="2840050"/>
            <a:ext cx="722700" cy="336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79"/>
          <p:cNvSpPr txBox="1"/>
          <p:nvPr/>
        </p:nvSpPr>
        <p:spPr>
          <a:xfrm>
            <a:off x="3187045" y="2527297"/>
            <a:ext cx="738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79"/>
          <p:cNvSpPr/>
          <p:nvPr/>
        </p:nvSpPr>
        <p:spPr>
          <a:xfrm rot="2365212">
            <a:off x="1485754" y="4477252"/>
            <a:ext cx="194172" cy="19417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6" name="Google Shape;1306;p79"/>
          <p:cNvGrpSpPr/>
          <p:nvPr/>
        </p:nvGrpSpPr>
        <p:grpSpPr>
          <a:xfrm rot="2367133">
            <a:off x="476315" y="3038581"/>
            <a:ext cx="1430814" cy="2075339"/>
            <a:chOff x="-2029068" y="1455875"/>
            <a:chExt cx="967943" cy="2723771"/>
          </a:xfrm>
        </p:grpSpPr>
        <p:sp>
          <p:nvSpPr>
            <p:cNvPr id="1307" name="Google Shape;1307;p79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08" name="Google Shape;1308;p79"/>
            <p:cNvCxnSpPr/>
            <p:nvPr/>
          </p:nvCxnSpPr>
          <p:spPr>
            <a:xfrm rot="7323868">
              <a:off x="-2088295" y="2768171"/>
              <a:ext cx="1079354" cy="99355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09" name="Google Shape;1309;p79"/>
          <p:cNvSpPr txBox="1"/>
          <p:nvPr/>
        </p:nvSpPr>
        <p:spPr>
          <a:xfrm flipH="1">
            <a:off x="685322" y="3791015"/>
            <a:ext cx="443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79"/>
          <p:cNvSpPr txBox="1"/>
          <p:nvPr/>
        </p:nvSpPr>
        <p:spPr>
          <a:xfrm>
            <a:off x="1994539" y="4218453"/>
            <a:ext cx="738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79"/>
          <p:cNvSpPr/>
          <p:nvPr/>
        </p:nvSpPr>
        <p:spPr>
          <a:xfrm flipH="1" rot="10800000">
            <a:off x="4215150" y="3778934"/>
            <a:ext cx="1179000" cy="11793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79"/>
          <p:cNvSpPr/>
          <p:nvPr/>
        </p:nvSpPr>
        <p:spPr>
          <a:xfrm flipH="1" rot="8434788">
            <a:off x="5782554" y="3513459"/>
            <a:ext cx="194172" cy="19417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3" name="Google Shape;1313;p79"/>
          <p:cNvGrpSpPr/>
          <p:nvPr/>
        </p:nvGrpSpPr>
        <p:grpSpPr>
          <a:xfrm flipH="1" rot="8432867">
            <a:off x="4773115" y="3070964"/>
            <a:ext cx="1430814" cy="2075339"/>
            <a:chOff x="-2029068" y="1455875"/>
            <a:chExt cx="967943" cy="2723771"/>
          </a:xfrm>
        </p:grpSpPr>
        <p:sp>
          <p:nvSpPr>
            <p:cNvPr id="1314" name="Google Shape;1314;p79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15" name="Google Shape;1315;p79"/>
            <p:cNvCxnSpPr/>
            <p:nvPr/>
          </p:nvCxnSpPr>
          <p:spPr>
            <a:xfrm rot="7323868">
              <a:off x="-2088295" y="2768171"/>
              <a:ext cx="1079354" cy="99355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16" name="Google Shape;1316;p79"/>
          <p:cNvSpPr txBox="1"/>
          <p:nvPr/>
        </p:nvSpPr>
        <p:spPr>
          <a:xfrm>
            <a:off x="4947775" y="4148552"/>
            <a:ext cx="443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79"/>
          <p:cNvSpPr txBox="1"/>
          <p:nvPr/>
        </p:nvSpPr>
        <p:spPr>
          <a:xfrm>
            <a:off x="4737475" y="3526216"/>
            <a:ext cx="738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79"/>
          <p:cNvSpPr txBox="1"/>
          <p:nvPr/>
        </p:nvSpPr>
        <p:spPr>
          <a:xfrm>
            <a:off x="6128575" y="3625700"/>
            <a:ext cx="11139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79"/>
          <p:cNvSpPr txBox="1"/>
          <p:nvPr/>
        </p:nvSpPr>
        <p:spPr>
          <a:xfrm rot="-2591">
            <a:off x="2472069" y="1917058"/>
            <a:ext cx="3981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79"/>
          <p:cNvSpPr txBox="1"/>
          <p:nvPr/>
        </p:nvSpPr>
        <p:spPr>
          <a:xfrm>
            <a:off x="351538" y="4427845"/>
            <a:ext cx="81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0.88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79"/>
          <p:cNvSpPr txBox="1"/>
          <p:nvPr/>
        </p:nvSpPr>
        <p:spPr>
          <a:xfrm>
            <a:off x="5274525" y="1969500"/>
            <a:ext cx="141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 = 128.7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2" name="Google Shape;1322;p79"/>
          <p:cNvSpPr txBox="1"/>
          <p:nvPr/>
        </p:nvSpPr>
        <p:spPr>
          <a:xfrm>
            <a:off x="4589800" y="2817850"/>
            <a:ext cx="738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3" name="Google Shape;1323;p79"/>
          <p:cNvSpPr txBox="1"/>
          <p:nvPr/>
        </p:nvSpPr>
        <p:spPr>
          <a:xfrm>
            <a:off x="3031900" y="3837450"/>
            <a:ext cx="141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 = 1.04896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4" name="Google Shape;1324;p79"/>
          <p:cNvSpPr txBox="1"/>
          <p:nvPr/>
        </p:nvSpPr>
        <p:spPr>
          <a:xfrm>
            <a:off x="7408125" y="3837450"/>
            <a:ext cx="141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 = 22.05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25" name="Google Shape;132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2051" y="3700800"/>
            <a:ext cx="981000" cy="114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" name="Google Shape;132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726917">
            <a:off x="5946981" y="3385406"/>
            <a:ext cx="895338" cy="1085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8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1332" name="Google Shape;1332;p8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sp>
        <p:nvSpPr>
          <p:cNvPr id="1333" name="Google Shape;1333;p8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sp>
        <p:nvSpPr>
          <p:cNvPr id="1334" name="Google Shape;1334;p8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Tangent ratio</a:t>
            </a:r>
            <a:endParaRPr/>
          </a:p>
        </p:txBody>
      </p:sp>
      <p:pic>
        <p:nvPicPr>
          <p:cNvPr id="1335" name="Google Shape;133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77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81"/>
          <p:cNvSpPr/>
          <p:nvPr/>
        </p:nvSpPr>
        <p:spPr>
          <a:xfrm flipH="1" rot="10800000">
            <a:off x="7033750" y="4401726"/>
            <a:ext cx="796200" cy="3492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81"/>
          <p:cNvSpPr txBox="1"/>
          <p:nvPr/>
        </p:nvSpPr>
        <p:spPr>
          <a:xfrm>
            <a:off x="432775" y="636600"/>
            <a:ext cx="35736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side opposite an angle           (of size 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°) in a right-angled triangle is always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multiplied by the length of the side adjacent to that same angle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81"/>
          <p:cNvSpPr txBox="1"/>
          <p:nvPr/>
        </p:nvSpPr>
        <p:spPr>
          <a:xfrm>
            <a:off x="7033753" y="4443325"/>
            <a:ext cx="790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adj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81"/>
          <p:cNvSpPr/>
          <p:nvPr/>
        </p:nvSpPr>
        <p:spPr>
          <a:xfrm>
            <a:off x="7726900" y="3681650"/>
            <a:ext cx="1086300" cy="1086300"/>
          </a:xfrm>
          <a:prstGeom prst="arc">
            <a:avLst>
              <a:gd fmla="val 10771373" name="adj1"/>
              <a:gd fmla="val 13871056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81"/>
          <p:cNvSpPr/>
          <p:nvPr/>
        </p:nvSpPr>
        <p:spPr>
          <a:xfrm>
            <a:off x="6568472" y="2118758"/>
            <a:ext cx="1720800" cy="2115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grpSp>
        <p:nvGrpSpPr>
          <p:cNvPr id="1346" name="Google Shape;1346;p81"/>
          <p:cNvGrpSpPr/>
          <p:nvPr/>
        </p:nvGrpSpPr>
        <p:grpSpPr>
          <a:xfrm>
            <a:off x="4100996" y="718344"/>
            <a:ext cx="4181772" cy="1399626"/>
            <a:chOff x="4950696" y="682200"/>
            <a:chExt cx="3320975" cy="1767651"/>
          </a:xfrm>
        </p:grpSpPr>
        <p:pic>
          <p:nvPicPr>
            <p:cNvPr id="1347" name="Google Shape;1347;p81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950696" y="68220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8" name="Google Shape;1348;p81"/>
            <p:cNvSpPr txBox="1"/>
            <p:nvPr/>
          </p:nvSpPr>
          <p:spPr>
            <a:xfrm>
              <a:off x="5015206" y="703059"/>
              <a:ext cx="30249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wonder if there’s a similar relationship between the opposite and adjacent sides of a triangle and the tangent ratio.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9" name="Google Shape;1349;p81"/>
          <p:cNvGrpSpPr/>
          <p:nvPr/>
        </p:nvGrpSpPr>
        <p:grpSpPr>
          <a:xfrm>
            <a:off x="8123750" y="1470574"/>
            <a:ext cx="696250" cy="911539"/>
            <a:chOff x="8123750" y="1498639"/>
            <a:chExt cx="696250" cy="911539"/>
          </a:xfrm>
        </p:grpSpPr>
        <p:pic>
          <p:nvPicPr>
            <p:cNvPr id="1350" name="Google Shape;1350;p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23750" y="1498639"/>
              <a:ext cx="696250" cy="673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81"/>
            <p:cNvSpPr txBox="1"/>
            <p:nvPr/>
          </p:nvSpPr>
          <p:spPr>
            <a:xfrm>
              <a:off x="8201575" y="2132979"/>
              <a:ext cx="540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52" name="Google Shape;1352;p81"/>
          <p:cNvSpPr/>
          <p:nvPr/>
        </p:nvSpPr>
        <p:spPr>
          <a:xfrm>
            <a:off x="6568472" y="3906281"/>
            <a:ext cx="328500" cy="32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3" name="Google Shape;1353;p81"/>
          <p:cNvCxnSpPr/>
          <p:nvPr/>
        </p:nvCxnSpPr>
        <p:spPr>
          <a:xfrm>
            <a:off x="6400244" y="2125287"/>
            <a:ext cx="0" cy="2115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54" name="Google Shape;1354;p81"/>
          <p:cNvSpPr txBox="1"/>
          <p:nvPr/>
        </p:nvSpPr>
        <p:spPr>
          <a:xfrm>
            <a:off x="7642889" y="3961207"/>
            <a:ext cx="621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5" name="Google Shape;1355;p81"/>
          <p:cNvCxnSpPr>
            <a:stCxn id="1340" idx="2"/>
          </p:cNvCxnSpPr>
          <p:nvPr/>
        </p:nvCxnSpPr>
        <p:spPr>
          <a:xfrm rot="10800000">
            <a:off x="6573850" y="3496326"/>
            <a:ext cx="858000" cy="9054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6" name="Google Shape;1356;p81"/>
          <p:cNvSpPr txBox="1"/>
          <p:nvPr/>
        </p:nvSpPr>
        <p:spPr>
          <a:xfrm>
            <a:off x="1452390" y="2835758"/>
            <a:ext cx="1249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81"/>
          <p:cNvSpPr txBox="1"/>
          <p:nvPr/>
        </p:nvSpPr>
        <p:spPr>
          <a:xfrm>
            <a:off x="1134598" y="2835750"/>
            <a:ext cx="4353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adj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81"/>
          <p:cNvSpPr txBox="1"/>
          <p:nvPr/>
        </p:nvSpPr>
        <p:spPr>
          <a:xfrm>
            <a:off x="2556768" y="2906174"/>
            <a:ext cx="7287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= opp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81"/>
          <p:cNvSpPr/>
          <p:nvPr/>
        </p:nvSpPr>
        <p:spPr>
          <a:xfrm>
            <a:off x="4504000" y="3108700"/>
            <a:ext cx="1847400" cy="34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adj × </a:t>
            </a:r>
            <a:r>
              <a:rPr lang="en-GB" sz="2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81"/>
          <p:cNvSpPr txBox="1"/>
          <p:nvPr/>
        </p:nvSpPr>
        <p:spPr>
          <a:xfrm>
            <a:off x="5622693" y="2919913"/>
            <a:ext cx="7287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opp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1" name="Google Shape;1361;p81"/>
          <p:cNvPicPr preferRelativeResize="0"/>
          <p:nvPr/>
        </p:nvPicPr>
        <p:blipFill rotWithShape="1">
          <a:blip r:embed="rId5">
            <a:alphaModFix/>
          </a:blip>
          <a:srcRect b="0" l="60887" r="0" t="0"/>
          <a:stretch/>
        </p:blipFill>
        <p:spPr>
          <a:xfrm>
            <a:off x="6498475" y="4205050"/>
            <a:ext cx="1900200" cy="2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sp>
        <p:nvSpPr>
          <p:cNvPr id="1367" name="Google Shape;1367;p82"/>
          <p:cNvSpPr txBox="1"/>
          <p:nvPr/>
        </p:nvSpPr>
        <p:spPr>
          <a:xfrm>
            <a:off x="2716450" y="2236200"/>
            <a:ext cx="460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opposite side = </a:t>
            </a:r>
            <a:r>
              <a:rPr i="1" lang="en-GB" sz="2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2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8" name="Google Shape;1368;p82"/>
          <p:cNvGrpSpPr/>
          <p:nvPr/>
        </p:nvGrpSpPr>
        <p:grpSpPr>
          <a:xfrm>
            <a:off x="4798106" y="2268450"/>
            <a:ext cx="722700" cy="579697"/>
            <a:chOff x="2435906" y="1582650"/>
            <a:chExt cx="722700" cy="579697"/>
          </a:xfrm>
        </p:grpSpPr>
        <p:grpSp>
          <p:nvGrpSpPr>
            <p:cNvPr id="1369" name="Google Shape;1369;p82"/>
            <p:cNvGrpSpPr/>
            <p:nvPr/>
          </p:nvGrpSpPr>
          <p:grpSpPr>
            <a:xfrm>
              <a:off x="2675705" y="1919254"/>
              <a:ext cx="243093" cy="243093"/>
              <a:chOff x="1020916" y="1442088"/>
              <a:chExt cx="457200" cy="457200"/>
            </a:xfrm>
          </p:grpSpPr>
          <p:pic>
            <p:nvPicPr>
              <p:cNvPr id="1370" name="Google Shape;1370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1" name="Google Shape;1371;p82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72" name="Google Shape;1372;p82"/>
            <p:cNvSpPr/>
            <p:nvPr/>
          </p:nvSpPr>
          <p:spPr>
            <a:xfrm>
              <a:off x="2435906" y="1582650"/>
              <a:ext cx="722700" cy="336600"/>
            </a:xfrm>
            <a:prstGeom prst="rect">
              <a:avLst/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3" name="Google Shape;1373;p82"/>
          <p:cNvSpPr txBox="1"/>
          <p:nvPr/>
        </p:nvSpPr>
        <p:spPr>
          <a:xfrm>
            <a:off x="4910450" y="2282850"/>
            <a:ext cx="4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4" name="Google Shape;1374;p82"/>
          <p:cNvSpPr/>
          <p:nvPr/>
        </p:nvSpPr>
        <p:spPr>
          <a:xfrm flipH="1">
            <a:off x="6278167" y="3864250"/>
            <a:ext cx="1072800" cy="1072500"/>
          </a:xfrm>
          <a:prstGeom prst="arc">
            <a:avLst>
              <a:gd fmla="val 10771373" name="adj1"/>
              <a:gd fmla="val 15020823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5" name="Google Shape;1375;p82"/>
          <p:cNvGrpSpPr/>
          <p:nvPr/>
        </p:nvGrpSpPr>
        <p:grpSpPr>
          <a:xfrm>
            <a:off x="4242408" y="708899"/>
            <a:ext cx="3251564" cy="437400"/>
            <a:chOff x="5493125" y="861300"/>
            <a:chExt cx="3021900" cy="437400"/>
          </a:xfrm>
        </p:grpSpPr>
        <p:sp>
          <p:nvSpPr>
            <p:cNvPr id="1376" name="Google Shape;1376;p82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7" name="Google Shape;1377;p82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adj × 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</a:t>
              </a:r>
              <a:r>
                <a:rPr i="1"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8" name="Google Shape;1378;p82"/>
          <p:cNvSpPr txBox="1"/>
          <p:nvPr/>
        </p:nvSpPr>
        <p:spPr>
          <a:xfrm>
            <a:off x="3152225" y="1296400"/>
            <a:ext cx="401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using this relationship, find the values that should go in these gaps.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82"/>
          <p:cNvSpPr/>
          <p:nvPr/>
        </p:nvSpPr>
        <p:spPr>
          <a:xfrm>
            <a:off x="7493964" y="42011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0" name="Google Shape;1380;p82"/>
          <p:cNvGrpSpPr/>
          <p:nvPr/>
        </p:nvGrpSpPr>
        <p:grpSpPr>
          <a:xfrm>
            <a:off x="6747900" y="1796949"/>
            <a:ext cx="1050727" cy="2708751"/>
            <a:chOff x="-2106776" y="1405468"/>
            <a:chExt cx="1168643" cy="1791857"/>
          </a:xfrm>
        </p:grpSpPr>
        <p:sp>
          <p:nvSpPr>
            <p:cNvPr id="1381" name="Google Shape;1381;p8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82" name="Google Shape;1382;p82"/>
            <p:cNvCxnSpPr/>
            <p:nvPr/>
          </p:nvCxnSpPr>
          <p:spPr>
            <a:xfrm flipH="1">
              <a:off x="-2106776" y="1405468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83" name="Google Shape;1383;p82"/>
            <p:cNvCxnSpPr/>
            <p:nvPr/>
          </p:nvCxnSpPr>
          <p:spPr>
            <a:xfrm rot="10800000">
              <a:off x="-2022025" y="3197326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84" name="Google Shape;1384;p82"/>
            <p:cNvCxnSpPr/>
            <p:nvPr/>
          </p:nvCxnSpPr>
          <p:spPr>
            <a:xfrm rot="10800000">
              <a:off x="-938133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85" name="Google Shape;1385;p82"/>
          <p:cNvSpPr txBox="1"/>
          <p:nvPr/>
        </p:nvSpPr>
        <p:spPr>
          <a:xfrm flipH="1">
            <a:off x="6846466" y="4123861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2"/>
          <p:cNvSpPr txBox="1"/>
          <p:nvPr/>
        </p:nvSpPr>
        <p:spPr>
          <a:xfrm>
            <a:off x="7839874" y="2994875"/>
            <a:ext cx="9807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opposite side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7" name="Google Shape;1387;p82"/>
          <p:cNvGrpSpPr/>
          <p:nvPr/>
        </p:nvGrpSpPr>
        <p:grpSpPr>
          <a:xfrm>
            <a:off x="6151050" y="2268450"/>
            <a:ext cx="666600" cy="579701"/>
            <a:chOff x="3788850" y="1582650"/>
            <a:chExt cx="666600" cy="579701"/>
          </a:xfrm>
        </p:grpSpPr>
        <p:grpSp>
          <p:nvGrpSpPr>
            <p:cNvPr id="1388" name="Google Shape;1388;p82"/>
            <p:cNvGrpSpPr/>
            <p:nvPr/>
          </p:nvGrpSpPr>
          <p:grpSpPr>
            <a:xfrm>
              <a:off x="4000605" y="1919258"/>
              <a:ext cx="243093" cy="243093"/>
              <a:chOff x="1020916" y="1442088"/>
              <a:chExt cx="457200" cy="457200"/>
            </a:xfrm>
          </p:grpSpPr>
          <p:pic>
            <p:nvPicPr>
              <p:cNvPr id="1389" name="Google Shape;1389;p8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0" name="Google Shape;1390;p82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91" name="Google Shape;1391;p82"/>
            <p:cNvSpPr/>
            <p:nvPr/>
          </p:nvSpPr>
          <p:spPr>
            <a:xfrm>
              <a:off x="3788850" y="1582650"/>
              <a:ext cx="666600" cy="336600"/>
            </a:xfrm>
            <a:prstGeom prst="rect">
              <a:avLst/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92" name="Google Shape;1392;p82"/>
          <p:cNvSpPr txBox="1"/>
          <p:nvPr/>
        </p:nvSpPr>
        <p:spPr>
          <a:xfrm>
            <a:off x="6235350" y="2282850"/>
            <a:ext cx="4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3" name="Google Shape;1393;p82"/>
          <p:cNvSpPr txBox="1"/>
          <p:nvPr/>
        </p:nvSpPr>
        <p:spPr>
          <a:xfrm>
            <a:off x="3152225" y="3557025"/>
            <a:ext cx="354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Hence, find the length of the side opposite the angle 80°.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82"/>
          <p:cNvSpPr txBox="1"/>
          <p:nvPr/>
        </p:nvSpPr>
        <p:spPr>
          <a:xfrm>
            <a:off x="6852483" y="4548499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82"/>
          <p:cNvSpPr txBox="1"/>
          <p:nvPr/>
        </p:nvSpPr>
        <p:spPr>
          <a:xfrm>
            <a:off x="3365025" y="4313400"/>
            <a:ext cx="332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385.628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96" name="Google Shape;139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12" y="647363"/>
            <a:ext cx="2485775" cy="41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83"/>
          <p:cNvSpPr txBox="1"/>
          <p:nvPr/>
        </p:nvSpPr>
        <p:spPr>
          <a:xfrm>
            <a:off x="790775" y="2396775"/>
            <a:ext cx="320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opposite side = 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adj × </a:t>
            </a:r>
            <a:r>
              <a:rPr lang="en-GB" sz="2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83"/>
          <p:cNvSpPr txBox="1"/>
          <p:nvPr/>
        </p:nvSpPr>
        <p:spPr>
          <a:xfrm>
            <a:off x="2352875" y="2864650"/>
            <a:ext cx="17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adj 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2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30°</a:t>
            </a:r>
            <a:r>
              <a:rPr lang="en-GB" sz="2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83"/>
          <p:cNvSpPr/>
          <p:nvPr/>
        </p:nvSpPr>
        <p:spPr>
          <a:xfrm>
            <a:off x="3200481" y="2869556"/>
            <a:ext cx="936300" cy="336600"/>
          </a:xfrm>
          <a:prstGeom prst="rect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sp>
        <p:nvSpPr>
          <p:cNvPr id="1405" name="Google Shape;1405;p83"/>
          <p:cNvSpPr txBox="1"/>
          <p:nvPr/>
        </p:nvSpPr>
        <p:spPr>
          <a:xfrm>
            <a:off x="2220314" y="3397475"/>
            <a:ext cx="176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adj </a:t>
            </a:r>
            <a:r>
              <a:rPr lang="en-GB" sz="18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× 0.577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83"/>
          <p:cNvSpPr txBox="1"/>
          <p:nvPr/>
        </p:nvSpPr>
        <p:spPr>
          <a:xfrm>
            <a:off x="1401025" y="3441780"/>
            <a:ext cx="81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83"/>
          <p:cNvSpPr/>
          <p:nvPr/>
        </p:nvSpPr>
        <p:spPr>
          <a:xfrm>
            <a:off x="1447984" y="2869838"/>
            <a:ext cx="722700" cy="3366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83"/>
          <p:cNvSpPr txBox="1"/>
          <p:nvPr/>
        </p:nvSpPr>
        <p:spPr>
          <a:xfrm>
            <a:off x="324000" y="1643813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do this by substituting known values in the triangle, and rearranging the equation we end up with.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83"/>
          <p:cNvSpPr/>
          <p:nvPr/>
        </p:nvSpPr>
        <p:spPr>
          <a:xfrm>
            <a:off x="7271750" y="3387100"/>
            <a:ext cx="1388700" cy="13887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83"/>
          <p:cNvSpPr/>
          <p:nvPr/>
        </p:nvSpPr>
        <p:spPr>
          <a:xfrm>
            <a:off x="5905647" y="2010016"/>
            <a:ext cx="2084100" cy="2084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83"/>
          <p:cNvSpPr/>
          <p:nvPr/>
        </p:nvSpPr>
        <p:spPr>
          <a:xfrm>
            <a:off x="5905647" y="3695730"/>
            <a:ext cx="398100" cy="398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2" name="Google Shape;1412;p83"/>
          <p:cNvCxnSpPr/>
          <p:nvPr/>
        </p:nvCxnSpPr>
        <p:spPr>
          <a:xfrm>
            <a:off x="5739050" y="2010016"/>
            <a:ext cx="0" cy="2091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13" name="Google Shape;1413;p83"/>
          <p:cNvSpPr txBox="1"/>
          <p:nvPr/>
        </p:nvSpPr>
        <p:spPr>
          <a:xfrm>
            <a:off x="6539389" y="4293218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83"/>
          <p:cNvSpPr txBox="1"/>
          <p:nvPr/>
        </p:nvSpPr>
        <p:spPr>
          <a:xfrm>
            <a:off x="7264500" y="380907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83"/>
          <p:cNvSpPr txBox="1"/>
          <p:nvPr/>
        </p:nvSpPr>
        <p:spPr>
          <a:xfrm>
            <a:off x="324000" y="610597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also possible to find the length of the adjacent if we know: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83"/>
          <p:cNvSpPr txBox="1"/>
          <p:nvPr/>
        </p:nvSpPr>
        <p:spPr>
          <a:xfrm>
            <a:off x="4893100" y="2934475"/>
            <a:ext cx="81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83"/>
          <p:cNvSpPr txBox="1"/>
          <p:nvPr/>
        </p:nvSpPr>
        <p:spPr>
          <a:xfrm>
            <a:off x="790775" y="1243071"/>
            <a:ext cx="80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 of the side opposite this 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3"/>
          <p:cNvSpPr txBox="1"/>
          <p:nvPr/>
        </p:nvSpPr>
        <p:spPr>
          <a:xfrm>
            <a:off x="790775" y="904765"/>
            <a:ext cx="802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size of the angle the side is adjacent to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83"/>
          <p:cNvSpPr txBox="1"/>
          <p:nvPr/>
        </p:nvSpPr>
        <p:spPr>
          <a:xfrm>
            <a:off x="3008601" y="4255300"/>
            <a:ext cx="1041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35.18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83"/>
          <p:cNvSpPr txBox="1"/>
          <p:nvPr/>
        </p:nvSpPr>
        <p:spPr>
          <a:xfrm>
            <a:off x="1401025" y="2912811"/>
            <a:ext cx="816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1" name="Google Shape;1421;p83"/>
          <p:cNvGrpSpPr/>
          <p:nvPr/>
        </p:nvGrpSpPr>
        <p:grpSpPr>
          <a:xfrm>
            <a:off x="852665" y="2429750"/>
            <a:ext cx="4810094" cy="798353"/>
            <a:chOff x="852665" y="2429750"/>
            <a:chExt cx="4810094" cy="798353"/>
          </a:xfrm>
        </p:grpSpPr>
        <p:sp>
          <p:nvSpPr>
            <p:cNvPr id="1422" name="Google Shape;1422;p83"/>
            <p:cNvSpPr/>
            <p:nvPr/>
          </p:nvSpPr>
          <p:spPr>
            <a:xfrm>
              <a:off x="4940059" y="2891503"/>
              <a:ext cx="722700" cy="336600"/>
            </a:xfrm>
            <a:prstGeom prst="rect">
              <a:avLst/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3" name="Google Shape;1423;p83"/>
            <p:cNvSpPr/>
            <p:nvPr/>
          </p:nvSpPr>
          <p:spPr>
            <a:xfrm>
              <a:off x="852665" y="2429750"/>
              <a:ext cx="1510500" cy="336600"/>
            </a:xfrm>
            <a:prstGeom prst="rect">
              <a:avLst/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4" name="Google Shape;1424;p83"/>
          <p:cNvSpPr/>
          <p:nvPr/>
        </p:nvSpPr>
        <p:spPr>
          <a:xfrm>
            <a:off x="3589525" y="2872225"/>
            <a:ext cx="506400" cy="336600"/>
          </a:xfrm>
          <a:prstGeom prst="rect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83"/>
          <p:cNvSpPr/>
          <p:nvPr/>
        </p:nvSpPr>
        <p:spPr>
          <a:xfrm>
            <a:off x="3200480" y="3406250"/>
            <a:ext cx="653400" cy="336600"/>
          </a:xfrm>
          <a:prstGeom prst="rect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6" name="Google Shape;1426;p83"/>
          <p:cNvGrpSpPr/>
          <p:nvPr/>
        </p:nvGrpSpPr>
        <p:grpSpPr>
          <a:xfrm>
            <a:off x="1342781" y="3742992"/>
            <a:ext cx="940800" cy="367601"/>
            <a:chOff x="1120475" y="4863425"/>
            <a:chExt cx="940800" cy="367601"/>
          </a:xfrm>
        </p:grpSpPr>
        <p:sp>
          <p:nvSpPr>
            <p:cNvPr id="1427" name="Google Shape;1427;p83"/>
            <p:cNvSpPr txBox="1"/>
            <p:nvPr/>
          </p:nvSpPr>
          <p:spPr>
            <a:xfrm>
              <a:off x="1120475" y="4892326"/>
              <a:ext cx="940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0.577</a:t>
              </a:r>
              <a:endParaRPr sz="2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28" name="Google Shape;1428;p83"/>
            <p:cNvCxnSpPr/>
            <p:nvPr/>
          </p:nvCxnSpPr>
          <p:spPr>
            <a:xfrm>
              <a:off x="1269725" y="4863425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29" name="Google Shape;1429;p83"/>
          <p:cNvGrpSpPr/>
          <p:nvPr/>
        </p:nvGrpSpPr>
        <p:grpSpPr>
          <a:xfrm>
            <a:off x="3056134" y="3742992"/>
            <a:ext cx="940800" cy="367601"/>
            <a:chOff x="1120475" y="4863425"/>
            <a:chExt cx="940800" cy="367601"/>
          </a:xfrm>
        </p:grpSpPr>
        <p:sp>
          <p:nvSpPr>
            <p:cNvPr id="1430" name="Google Shape;1430;p83"/>
            <p:cNvSpPr txBox="1"/>
            <p:nvPr/>
          </p:nvSpPr>
          <p:spPr>
            <a:xfrm>
              <a:off x="1120475" y="4892326"/>
              <a:ext cx="940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0.577</a:t>
              </a:r>
              <a:endParaRPr sz="2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31" name="Google Shape;1431;p83"/>
            <p:cNvCxnSpPr/>
            <p:nvPr/>
          </p:nvCxnSpPr>
          <p:spPr>
            <a:xfrm>
              <a:off x="1269725" y="4863425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32" name="Google Shape;1432;p83"/>
          <p:cNvGrpSpPr/>
          <p:nvPr/>
        </p:nvGrpSpPr>
        <p:grpSpPr>
          <a:xfrm>
            <a:off x="1342781" y="4188275"/>
            <a:ext cx="1608444" cy="713100"/>
            <a:chOff x="1342781" y="4188275"/>
            <a:chExt cx="1608444" cy="713100"/>
          </a:xfrm>
        </p:grpSpPr>
        <p:sp>
          <p:nvSpPr>
            <p:cNvPr id="1433" name="Google Shape;1433;p83"/>
            <p:cNvSpPr txBox="1"/>
            <p:nvPr/>
          </p:nvSpPr>
          <p:spPr>
            <a:xfrm>
              <a:off x="1401025" y="4232561"/>
              <a:ext cx="8166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4" name="Google Shape;1434;p83"/>
            <p:cNvSpPr txBox="1"/>
            <p:nvPr/>
          </p:nvSpPr>
          <p:spPr>
            <a:xfrm>
              <a:off x="2377925" y="4188275"/>
              <a:ext cx="573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 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adj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35" name="Google Shape;1435;p83"/>
            <p:cNvGrpSpPr/>
            <p:nvPr/>
          </p:nvGrpSpPr>
          <p:grpSpPr>
            <a:xfrm>
              <a:off x="1342781" y="4533773"/>
              <a:ext cx="940800" cy="367601"/>
              <a:chOff x="1120475" y="4863425"/>
              <a:chExt cx="940800" cy="367601"/>
            </a:xfrm>
          </p:grpSpPr>
          <p:sp>
            <p:nvSpPr>
              <p:cNvPr id="1436" name="Google Shape;1436;p83"/>
              <p:cNvSpPr txBox="1"/>
              <p:nvPr/>
            </p:nvSpPr>
            <p:spPr>
              <a:xfrm>
                <a:off x="1120475" y="4892326"/>
                <a:ext cx="940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037B7D"/>
                    </a:solidFill>
                    <a:latin typeface="Lexend"/>
                    <a:ea typeface="Lexend"/>
                    <a:cs typeface="Lexend"/>
                    <a:sym typeface="Lexend"/>
                  </a:rPr>
                  <a:t>0.577</a:t>
                </a:r>
                <a:endParaRPr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437" name="Google Shape;1437;p83"/>
              <p:cNvCxnSpPr/>
              <p:nvPr/>
            </p:nvCxnSpPr>
            <p:spPr>
              <a:xfrm>
                <a:off x="1269725" y="4863425"/>
                <a:ext cx="6423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cxnSp>
        <p:nvCxnSpPr>
          <p:cNvPr id="1438" name="Google Shape;1438;p83"/>
          <p:cNvCxnSpPr/>
          <p:nvPr/>
        </p:nvCxnSpPr>
        <p:spPr>
          <a:xfrm>
            <a:off x="5905795" y="4247363"/>
            <a:ext cx="20886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439" name="Google Shape;1439;p83"/>
          <p:cNvGrpSpPr/>
          <p:nvPr/>
        </p:nvGrpSpPr>
        <p:grpSpPr>
          <a:xfrm>
            <a:off x="3203379" y="3407575"/>
            <a:ext cx="657300" cy="711125"/>
            <a:chOff x="2947250" y="3407575"/>
            <a:chExt cx="657300" cy="711125"/>
          </a:xfrm>
        </p:grpSpPr>
        <p:cxnSp>
          <p:nvCxnSpPr>
            <p:cNvPr id="1440" name="Google Shape;1440;p83"/>
            <p:cNvCxnSpPr/>
            <p:nvPr/>
          </p:nvCxnSpPr>
          <p:spPr>
            <a:xfrm>
              <a:off x="2947250" y="3407575"/>
              <a:ext cx="657300" cy="338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1" name="Google Shape;1441;p83"/>
            <p:cNvCxnSpPr/>
            <p:nvPr/>
          </p:nvCxnSpPr>
          <p:spPr>
            <a:xfrm>
              <a:off x="2947250" y="3780000"/>
              <a:ext cx="657300" cy="338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42" name="Google Shape;1442;p83"/>
          <p:cNvGrpSpPr/>
          <p:nvPr/>
        </p:nvGrpSpPr>
        <p:grpSpPr>
          <a:xfrm>
            <a:off x="3528969" y="2410851"/>
            <a:ext cx="4203840" cy="1698824"/>
            <a:chOff x="3528969" y="3172851"/>
            <a:chExt cx="4203840" cy="1698824"/>
          </a:xfrm>
        </p:grpSpPr>
        <p:sp>
          <p:nvSpPr>
            <p:cNvPr id="1443" name="Google Shape;1443;p83"/>
            <p:cNvSpPr/>
            <p:nvPr/>
          </p:nvSpPr>
          <p:spPr>
            <a:xfrm>
              <a:off x="7317909" y="4535075"/>
              <a:ext cx="414900" cy="336600"/>
            </a:xfrm>
            <a:prstGeom prst="rect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4" name="Google Shape;1444;p83"/>
            <p:cNvSpPr/>
            <p:nvPr/>
          </p:nvSpPr>
          <p:spPr>
            <a:xfrm>
              <a:off x="3528969" y="3172851"/>
              <a:ext cx="414900" cy="336600"/>
            </a:xfrm>
            <a:prstGeom prst="rect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45" name="Google Shape;1445;p83"/>
          <p:cNvSpPr txBox="1"/>
          <p:nvPr/>
        </p:nvSpPr>
        <p:spPr>
          <a:xfrm>
            <a:off x="6373654" y="4315974"/>
            <a:ext cx="1152900" cy="31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135.18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0" name="Google Shape;1450;p84"/>
          <p:cNvGrpSpPr/>
          <p:nvPr/>
        </p:nvGrpSpPr>
        <p:grpSpPr>
          <a:xfrm>
            <a:off x="3083908" y="3307823"/>
            <a:ext cx="880800" cy="672401"/>
            <a:chOff x="2982650" y="3307775"/>
            <a:chExt cx="880800" cy="672401"/>
          </a:xfrm>
        </p:grpSpPr>
        <p:grpSp>
          <p:nvGrpSpPr>
            <p:cNvPr id="1451" name="Google Shape;1451;p84"/>
            <p:cNvGrpSpPr/>
            <p:nvPr/>
          </p:nvGrpSpPr>
          <p:grpSpPr>
            <a:xfrm>
              <a:off x="3591805" y="3737083"/>
              <a:ext cx="243093" cy="243093"/>
              <a:chOff x="1020916" y="1442088"/>
              <a:chExt cx="457200" cy="457200"/>
            </a:xfrm>
          </p:grpSpPr>
          <p:pic>
            <p:nvPicPr>
              <p:cNvPr id="1452" name="Google Shape;1452;p8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53" name="Google Shape;1453;p84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54" name="Google Shape;1454;p84"/>
            <p:cNvGrpSpPr/>
            <p:nvPr/>
          </p:nvGrpSpPr>
          <p:grpSpPr>
            <a:xfrm>
              <a:off x="2982650" y="3307775"/>
              <a:ext cx="880800" cy="429300"/>
              <a:chOff x="1572800" y="3307775"/>
              <a:chExt cx="880800" cy="429300"/>
            </a:xfrm>
          </p:grpSpPr>
          <p:cxnSp>
            <p:nvCxnSpPr>
              <p:cNvPr id="1455" name="Google Shape;1455;p84"/>
              <p:cNvCxnSpPr/>
              <p:nvPr/>
            </p:nvCxnSpPr>
            <p:spPr>
              <a:xfrm>
                <a:off x="1572800" y="3307775"/>
                <a:ext cx="880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56" name="Google Shape;1456;p84"/>
              <p:cNvSpPr/>
              <p:nvPr/>
            </p:nvSpPr>
            <p:spPr>
              <a:xfrm>
                <a:off x="1604900" y="3400475"/>
                <a:ext cx="816600" cy="336600"/>
              </a:xfrm>
              <a:prstGeom prst="rect">
                <a:avLst/>
              </a:prstGeom>
              <a:noFill/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57" name="Google Shape;1457;p84"/>
          <p:cNvGrpSpPr/>
          <p:nvPr/>
        </p:nvGrpSpPr>
        <p:grpSpPr>
          <a:xfrm>
            <a:off x="1492630" y="3308046"/>
            <a:ext cx="816600" cy="672403"/>
            <a:chOff x="1583900" y="3307773"/>
            <a:chExt cx="816600" cy="672403"/>
          </a:xfrm>
        </p:grpSpPr>
        <p:grpSp>
          <p:nvGrpSpPr>
            <p:cNvPr id="1458" name="Google Shape;1458;p84"/>
            <p:cNvGrpSpPr/>
            <p:nvPr/>
          </p:nvGrpSpPr>
          <p:grpSpPr>
            <a:xfrm>
              <a:off x="1583905" y="3737083"/>
              <a:ext cx="243093" cy="243093"/>
              <a:chOff x="1020916" y="1442088"/>
              <a:chExt cx="457200" cy="457200"/>
            </a:xfrm>
          </p:grpSpPr>
          <p:pic>
            <p:nvPicPr>
              <p:cNvPr id="1459" name="Google Shape;1459;p8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60" name="Google Shape;1460;p84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61" name="Google Shape;1461;p84"/>
            <p:cNvGrpSpPr/>
            <p:nvPr/>
          </p:nvGrpSpPr>
          <p:grpSpPr>
            <a:xfrm>
              <a:off x="1583900" y="3307773"/>
              <a:ext cx="816600" cy="429302"/>
              <a:chOff x="1583900" y="3307773"/>
              <a:chExt cx="816600" cy="429302"/>
            </a:xfrm>
          </p:grpSpPr>
          <p:cxnSp>
            <p:nvCxnSpPr>
              <p:cNvPr id="1462" name="Google Shape;1462;p84"/>
              <p:cNvCxnSpPr/>
              <p:nvPr/>
            </p:nvCxnSpPr>
            <p:spPr>
              <a:xfrm>
                <a:off x="1671054" y="3307773"/>
                <a:ext cx="642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63" name="Google Shape;1463;p84"/>
              <p:cNvSpPr/>
              <p:nvPr/>
            </p:nvSpPr>
            <p:spPr>
              <a:xfrm>
                <a:off x="1583900" y="3400475"/>
                <a:ext cx="816600" cy="336600"/>
              </a:xfrm>
              <a:prstGeom prst="rect">
                <a:avLst/>
              </a:prstGeom>
              <a:noFill/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464" name="Google Shape;1464;p84"/>
          <p:cNvSpPr txBox="1"/>
          <p:nvPr/>
        </p:nvSpPr>
        <p:spPr>
          <a:xfrm>
            <a:off x="354250" y="1321800"/>
            <a:ext cx="460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adj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5" name="Google Shape;1465;p84"/>
          <p:cNvGrpSpPr/>
          <p:nvPr/>
        </p:nvGrpSpPr>
        <p:grpSpPr>
          <a:xfrm>
            <a:off x="1798166" y="1352875"/>
            <a:ext cx="365100" cy="579701"/>
            <a:chOff x="2614778" y="1582646"/>
            <a:chExt cx="365100" cy="579701"/>
          </a:xfrm>
        </p:grpSpPr>
        <p:grpSp>
          <p:nvGrpSpPr>
            <p:cNvPr id="1466" name="Google Shape;1466;p84"/>
            <p:cNvGrpSpPr/>
            <p:nvPr/>
          </p:nvGrpSpPr>
          <p:grpSpPr>
            <a:xfrm>
              <a:off x="2675705" y="1919254"/>
              <a:ext cx="243093" cy="243093"/>
              <a:chOff x="1020916" y="1442088"/>
              <a:chExt cx="457200" cy="457200"/>
            </a:xfrm>
          </p:grpSpPr>
          <p:pic>
            <p:nvPicPr>
              <p:cNvPr id="1467" name="Google Shape;1467;p8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68" name="Google Shape;1468;p84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469" name="Google Shape;1469;p84"/>
            <p:cNvSpPr/>
            <p:nvPr/>
          </p:nvSpPr>
          <p:spPr>
            <a:xfrm>
              <a:off x="2614778" y="1582646"/>
              <a:ext cx="3651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70" name="Google Shape;1470;p84"/>
          <p:cNvSpPr txBox="1"/>
          <p:nvPr/>
        </p:nvSpPr>
        <p:spPr>
          <a:xfrm>
            <a:off x="1731638" y="1367279"/>
            <a:ext cx="4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1" name="Google Shape;1471;p84"/>
          <p:cNvSpPr/>
          <p:nvPr/>
        </p:nvSpPr>
        <p:spPr>
          <a:xfrm flipH="1">
            <a:off x="5948602" y="3559450"/>
            <a:ext cx="1072800" cy="1072500"/>
          </a:xfrm>
          <a:prstGeom prst="arc">
            <a:avLst>
              <a:gd fmla="val 10771373" name="adj1"/>
              <a:gd fmla="val 15020823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84"/>
          <p:cNvSpPr txBox="1"/>
          <p:nvPr/>
        </p:nvSpPr>
        <p:spPr>
          <a:xfrm>
            <a:off x="324000" y="610600"/>
            <a:ext cx="415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using this relationship, find the values that should go in these gaps.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sp>
        <p:nvSpPr>
          <p:cNvPr id="1474" name="Google Shape;1474;p84"/>
          <p:cNvSpPr/>
          <p:nvPr/>
        </p:nvSpPr>
        <p:spPr>
          <a:xfrm>
            <a:off x="7164399" y="38963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5" name="Google Shape;1475;p84"/>
          <p:cNvGrpSpPr/>
          <p:nvPr/>
        </p:nvGrpSpPr>
        <p:grpSpPr>
          <a:xfrm>
            <a:off x="6494535" y="1568349"/>
            <a:ext cx="974527" cy="2632551"/>
            <a:chOff x="-2022025" y="1455875"/>
            <a:chExt cx="1083892" cy="1741451"/>
          </a:xfrm>
        </p:grpSpPr>
        <p:sp>
          <p:nvSpPr>
            <p:cNvPr id="1476" name="Google Shape;1476;p84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77" name="Google Shape;1477;p84"/>
            <p:cNvCxnSpPr/>
            <p:nvPr/>
          </p:nvCxnSpPr>
          <p:spPr>
            <a:xfrm rot="10800000">
              <a:off x="-2022025" y="3197326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78" name="Google Shape;1478;p84"/>
            <p:cNvCxnSpPr/>
            <p:nvPr/>
          </p:nvCxnSpPr>
          <p:spPr>
            <a:xfrm rot="10800000">
              <a:off x="-938133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79" name="Google Shape;1479;p84"/>
          <p:cNvSpPr txBox="1"/>
          <p:nvPr/>
        </p:nvSpPr>
        <p:spPr>
          <a:xfrm flipH="1">
            <a:off x="6516901" y="3819061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84"/>
          <p:cNvSpPr txBox="1"/>
          <p:nvPr/>
        </p:nvSpPr>
        <p:spPr>
          <a:xfrm>
            <a:off x="7481325" y="2690075"/>
            <a:ext cx="6189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1" name="Google Shape;1481;p84"/>
          <p:cNvGrpSpPr/>
          <p:nvPr/>
        </p:nvGrpSpPr>
        <p:grpSpPr>
          <a:xfrm>
            <a:off x="3431278" y="1352875"/>
            <a:ext cx="413700" cy="579705"/>
            <a:chOff x="3915303" y="1582646"/>
            <a:chExt cx="413700" cy="579705"/>
          </a:xfrm>
        </p:grpSpPr>
        <p:grpSp>
          <p:nvGrpSpPr>
            <p:cNvPr id="1482" name="Google Shape;1482;p84"/>
            <p:cNvGrpSpPr/>
            <p:nvPr/>
          </p:nvGrpSpPr>
          <p:grpSpPr>
            <a:xfrm>
              <a:off x="4000605" y="1919258"/>
              <a:ext cx="243093" cy="243093"/>
              <a:chOff x="1020916" y="1442088"/>
              <a:chExt cx="457200" cy="457200"/>
            </a:xfrm>
          </p:grpSpPr>
          <p:pic>
            <p:nvPicPr>
              <p:cNvPr id="1483" name="Google Shape;1483;p8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4" name="Google Shape;1484;p84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485" name="Google Shape;1485;p84"/>
            <p:cNvSpPr/>
            <p:nvPr/>
          </p:nvSpPr>
          <p:spPr>
            <a:xfrm>
              <a:off x="3915303" y="1582646"/>
              <a:ext cx="413700" cy="336600"/>
            </a:xfrm>
            <a:prstGeom prst="rect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86" name="Google Shape;1486;p84"/>
          <p:cNvSpPr txBox="1"/>
          <p:nvPr/>
        </p:nvSpPr>
        <p:spPr>
          <a:xfrm>
            <a:off x="3389125" y="1367279"/>
            <a:ext cx="4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87" name="Google Shape;1487;p84"/>
          <p:cNvGrpSpPr/>
          <p:nvPr/>
        </p:nvGrpSpPr>
        <p:grpSpPr>
          <a:xfrm>
            <a:off x="324000" y="2141763"/>
            <a:ext cx="4565100" cy="1121462"/>
            <a:chOff x="324000" y="2141763"/>
            <a:chExt cx="4565100" cy="1121462"/>
          </a:xfrm>
        </p:grpSpPr>
        <p:sp>
          <p:nvSpPr>
            <p:cNvPr id="1488" name="Google Shape;1488;p84"/>
            <p:cNvSpPr txBox="1"/>
            <p:nvPr/>
          </p:nvSpPr>
          <p:spPr>
            <a:xfrm>
              <a:off x="989224" y="2924525"/>
              <a:ext cx="305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        105   = 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adj × 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75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22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9" name="Google Shape;1489;p84"/>
            <p:cNvSpPr txBox="1"/>
            <p:nvPr/>
          </p:nvSpPr>
          <p:spPr>
            <a:xfrm>
              <a:off x="324000" y="2141763"/>
              <a:ext cx="4565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Knowing that </a:t>
              </a: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75</a:t>
              </a: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has a value of 3.732, w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hat value goes into these gaps?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0" name="Google Shape;1490;p84"/>
          <p:cNvGrpSpPr/>
          <p:nvPr/>
        </p:nvGrpSpPr>
        <p:grpSpPr>
          <a:xfrm>
            <a:off x="1546425" y="3307773"/>
            <a:ext cx="2420219" cy="414922"/>
            <a:chOff x="1638050" y="4298373"/>
            <a:chExt cx="2420219" cy="414922"/>
          </a:xfrm>
        </p:grpSpPr>
        <p:cxnSp>
          <p:nvCxnSpPr>
            <p:cNvPr id="1491" name="Google Shape;1491;p84"/>
            <p:cNvCxnSpPr/>
            <p:nvPr/>
          </p:nvCxnSpPr>
          <p:spPr>
            <a:xfrm>
              <a:off x="1671054" y="4298373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2" name="Google Shape;1492;p84"/>
            <p:cNvCxnSpPr/>
            <p:nvPr/>
          </p:nvCxnSpPr>
          <p:spPr>
            <a:xfrm>
              <a:off x="3177469" y="4298375"/>
              <a:ext cx="880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93" name="Google Shape;1493;p84"/>
            <p:cNvSpPr txBox="1"/>
            <p:nvPr/>
          </p:nvSpPr>
          <p:spPr>
            <a:xfrm>
              <a:off x="1638050" y="4405495"/>
              <a:ext cx="708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3.732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94" name="Google Shape;1494;p84"/>
            <p:cNvSpPr txBox="1"/>
            <p:nvPr/>
          </p:nvSpPr>
          <p:spPr>
            <a:xfrm>
              <a:off x="3263719" y="4405495"/>
              <a:ext cx="708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3.732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495" name="Google Shape;1495;p84"/>
          <p:cNvGrpSpPr/>
          <p:nvPr/>
        </p:nvGrpSpPr>
        <p:grpSpPr>
          <a:xfrm>
            <a:off x="5378558" y="861299"/>
            <a:ext cx="3251564" cy="437400"/>
            <a:chOff x="5493125" y="861300"/>
            <a:chExt cx="3021900" cy="437400"/>
          </a:xfrm>
        </p:grpSpPr>
        <p:sp>
          <p:nvSpPr>
            <p:cNvPr id="1496" name="Google Shape;1496;p84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7" name="Google Shape;1497;p84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adj × 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</a:t>
              </a:r>
              <a:r>
                <a:rPr i="1"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98" name="Google Shape;1498;p84"/>
          <p:cNvSpPr txBox="1"/>
          <p:nvPr/>
        </p:nvSpPr>
        <p:spPr>
          <a:xfrm>
            <a:off x="6535382" y="4200900"/>
            <a:ext cx="816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84"/>
          <p:cNvSpPr txBox="1"/>
          <p:nvPr/>
        </p:nvSpPr>
        <p:spPr>
          <a:xfrm>
            <a:off x="324000" y="4266300"/>
            <a:ext cx="415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Hence, what is the length of the side adjacent to the 75° angle?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84"/>
          <p:cNvSpPr txBox="1"/>
          <p:nvPr/>
        </p:nvSpPr>
        <p:spPr>
          <a:xfrm>
            <a:off x="3996674" y="4530850"/>
            <a:ext cx="169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28.135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01" name="Google Shape;1501;p84"/>
          <p:cNvGrpSpPr/>
          <p:nvPr/>
        </p:nvGrpSpPr>
        <p:grpSpPr>
          <a:xfrm>
            <a:off x="3203379" y="3026575"/>
            <a:ext cx="657300" cy="711125"/>
            <a:chOff x="2947250" y="3407575"/>
            <a:chExt cx="657300" cy="711125"/>
          </a:xfrm>
        </p:grpSpPr>
        <p:cxnSp>
          <p:nvCxnSpPr>
            <p:cNvPr id="1502" name="Google Shape;1502;p84"/>
            <p:cNvCxnSpPr/>
            <p:nvPr/>
          </p:nvCxnSpPr>
          <p:spPr>
            <a:xfrm>
              <a:off x="2947250" y="3407575"/>
              <a:ext cx="657300" cy="338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3" name="Google Shape;1503;p84"/>
            <p:cNvCxnSpPr/>
            <p:nvPr/>
          </p:nvCxnSpPr>
          <p:spPr>
            <a:xfrm>
              <a:off x="2947250" y="3780000"/>
              <a:ext cx="657300" cy="338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85"/>
          <p:cNvSpPr/>
          <p:nvPr/>
        </p:nvSpPr>
        <p:spPr>
          <a:xfrm>
            <a:off x="7187710" y="2704627"/>
            <a:ext cx="1247400" cy="12474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85"/>
          <p:cNvSpPr/>
          <p:nvPr/>
        </p:nvSpPr>
        <p:spPr>
          <a:xfrm>
            <a:off x="6497254" y="1994218"/>
            <a:ext cx="1349700" cy="13497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sp>
        <p:nvSpPr>
          <p:cNvPr id="1511" name="Google Shape;1511;p85"/>
          <p:cNvSpPr txBox="1"/>
          <p:nvPr/>
        </p:nvSpPr>
        <p:spPr>
          <a:xfrm>
            <a:off x="2976301" y="610600"/>
            <a:ext cx="584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Find the length of the side opposite the labelled angle using this relationship.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85"/>
          <p:cNvSpPr/>
          <p:nvPr/>
        </p:nvSpPr>
        <p:spPr>
          <a:xfrm>
            <a:off x="6497254" y="3086056"/>
            <a:ext cx="258000" cy="25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3" name="Google Shape;1513;p85"/>
          <p:cNvCxnSpPr/>
          <p:nvPr/>
        </p:nvCxnSpPr>
        <p:spPr>
          <a:xfrm>
            <a:off x="6356838" y="1916898"/>
            <a:ext cx="0" cy="1462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4" name="Google Shape;1514;p85"/>
          <p:cNvSpPr txBox="1"/>
          <p:nvPr/>
        </p:nvSpPr>
        <p:spPr>
          <a:xfrm>
            <a:off x="7227824" y="3124487"/>
            <a:ext cx="42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85"/>
          <p:cNvSpPr/>
          <p:nvPr/>
        </p:nvSpPr>
        <p:spPr>
          <a:xfrm>
            <a:off x="4195454" y="2026663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adj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85"/>
          <p:cNvSpPr/>
          <p:nvPr/>
        </p:nvSpPr>
        <p:spPr>
          <a:xfrm>
            <a:off x="4195454" y="2494538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85"/>
          <p:cNvSpPr/>
          <p:nvPr/>
        </p:nvSpPr>
        <p:spPr>
          <a:xfrm>
            <a:off x="4239182" y="252288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85"/>
          <p:cNvSpPr/>
          <p:nvPr/>
        </p:nvSpPr>
        <p:spPr>
          <a:xfrm>
            <a:off x="5237957" y="252288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85"/>
          <p:cNvSpPr/>
          <p:nvPr/>
        </p:nvSpPr>
        <p:spPr>
          <a:xfrm>
            <a:off x="4195454" y="3023500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85"/>
          <p:cNvSpPr/>
          <p:nvPr/>
        </p:nvSpPr>
        <p:spPr>
          <a:xfrm>
            <a:off x="4239182" y="3038089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85"/>
          <p:cNvSpPr/>
          <p:nvPr/>
        </p:nvSpPr>
        <p:spPr>
          <a:xfrm>
            <a:off x="4793155" y="3038089"/>
            <a:ext cx="9024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85"/>
          <p:cNvSpPr txBox="1"/>
          <p:nvPr/>
        </p:nvSpPr>
        <p:spPr>
          <a:xfrm>
            <a:off x="3662104" y="20214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85"/>
          <p:cNvSpPr txBox="1"/>
          <p:nvPr/>
        </p:nvSpPr>
        <p:spPr>
          <a:xfrm flipH="1">
            <a:off x="6669755" y="3483300"/>
            <a:ext cx="1004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4" name="Google Shape;1524;p85"/>
          <p:cNvGrpSpPr/>
          <p:nvPr/>
        </p:nvGrpSpPr>
        <p:grpSpPr>
          <a:xfrm>
            <a:off x="3174729" y="1213925"/>
            <a:ext cx="3251564" cy="437400"/>
            <a:chOff x="5493125" y="861300"/>
            <a:chExt cx="3021900" cy="437400"/>
          </a:xfrm>
        </p:grpSpPr>
        <p:sp>
          <p:nvSpPr>
            <p:cNvPr id="1525" name="Google Shape;1525;p85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6" name="Google Shape;1526;p85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adj × 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</a:t>
              </a:r>
              <a:r>
                <a:rPr i="1"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527" name="Google Shape;1527;p85"/>
          <p:cNvCxnSpPr/>
          <p:nvPr/>
        </p:nvCxnSpPr>
        <p:spPr>
          <a:xfrm flipH="1">
            <a:off x="6497275" y="3471875"/>
            <a:ext cx="1348200" cy="11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528" name="Google Shape;152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12" y="647363"/>
            <a:ext cx="2485775" cy="41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sp>
        <p:nvSpPr>
          <p:cNvPr id="1534" name="Google Shape;1534;p86"/>
          <p:cNvSpPr txBox="1"/>
          <p:nvPr/>
        </p:nvSpPr>
        <p:spPr>
          <a:xfrm>
            <a:off x="2976301" y="610600"/>
            <a:ext cx="584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Find the length of the side opposite the labelled angle using this relationship.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86"/>
          <p:cNvSpPr/>
          <p:nvPr/>
        </p:nvSpPr>
        <p:spPr>
          <a:xfrm flipH="1">
            <a:off x="5146700" y="3303229"/>
            <a:ext cx="1108800" cy="11091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86"/>
          <p:cNvSpPr txBox="1"/>
          <p:nvPr/>
        </p:nvSpPr>
        <p:spPr>
          <a:xfrm>
            <a:off x="5162074" y="3841037"/>
            <a:ext cx="4173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86"/>
          <p:cNvSpPr/>
          <p:nvPr/>
        </p:nvSpPr>
        <p:spPr>
          <a:xfrm rot="5400000">
            <a:off x="7593437" y="3589452"/>
            <a:ext cx="1761000" cy="1761000"/>
          </a:xfrm>
          <a:prstGeom prst="arc">
            <a:avLst>
              <a:gd fmla="val 5394639" name="adj1"/>
              <a:gd fmla="val 719409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86"/>
          <p:cNvSpPr/>
          <p:nvPr/>
        </p:nvSpPr>
        <p:spPr>
          <a:xfrm>
            <a:off x="6818245" y="3513785"/>
            <a:ext cx="1668300" cy="960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86"/>
          <p:cNvSpPr/>
          <p:nvPr/>
        </p:nvSpPr>
        <p:spPr>
          <a:xfrm rot="5400000">
            <a:off x="6818242" y="4224282"/>
            <a:ext cx="2505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0" name="Google Shape;1540;p86"/>
          <p:cNvCxnSpPr/>
          <p:nvPr/>
        </p:nvCxnSpPr>
        <p:spPr>
          <a:xfrm rot="-5400000">
            <a:off x="6227470" y="4003260"/>
            <a:ext cx="971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1" name="Google Shape;1541;p86"/>
          <p:cNvSpPr txBox="1"/>
          <p:nvPr/>
        </p:nvSpPr>
        <p:spPr>
          <a:xfrm>
            <a:off x="6110776" y="3906208"/>
            <a:ext cx="60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86"/>
          <p:cNvSpPr txBox="1"/>
          <p:nvPr/>
        </p:nvSpPr>
        <p:spPr>
          <a:xfrm>
            <a:off x="7623708" y="4219306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86"/>
          <p:cNvSpPr/>
          <p:nvPr/>
        </p:nvSpPr>
        <p:spPr>
          <a:xfrm flipH="1" rot="-2368091">
            <a:off x="4598744" y="4479496"/>
            <a:ext cx="182648" cy="18264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4" name="Google Shape;1544;p86"/>
          <p:cNvGrpSpPr/>
          <p:nvPr/>
        </p:nvGrpSpPr>
        <p:grpSpPr>
          <a:xfrm flipH="1" rot="-2367281">
            <a:off x="4384844" y="3126243"/>
            <a:ext cx="1345745" cy="1951882"/>
            <a:chOff x="-2029068" y="1455875"/>
            <a:chExt cx="967943" cy="2723771"/>
          </a:xfrm>
        </p:grpSpPr>
        <p:sp>
          <p:nvSpPr>
            <p:cNvPr id="1545" name="Google Shape;1545;p86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6" name="Google Shape;1546;p86"/>
            <p:cNvCxnSpPr/>
            <p:nvPr/>
          </p:nvCxnSpPr>
          <p:spPr>
            <a:xfrm rot="7323868">
              <a:off x="-2088295" y="2768171"/>
              <a:ext cx="1079354" cy="99355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47" name="Google Shape;1547;p86"/>
          <p:cNvSpPr txBox="1"/>
          <p:nvPr/>
        </p:nvSpPr>
        <p:spPr>
          <a:xfrm flipH="1">
            <a:off x="5056303" y="4403337"/>
            <a:ext cx="1004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86"/>
          <p:cNvSpPr txBox="1"/>
          <p:nvPr/>
        </p:nvSpPr>
        <p:spPr>
          <a:xfrm>
            <a:off x="2809847" y="4236500"/>
            <a:ext cx="153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adj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86"/>
          <p:cNvSpPr txBox="1"/>
          <p:nvPr/>
        </p:nvSpPr>
        <p:spPr>
          <a:xfrm>
            <a:off x="5991592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86"/>
          <p:cNvSpPr txBox="1"/>
          <p:nvPr/>
        </p:nvSpPr>
        <p:spPr>
          <a:xfrm>
            <a:off x="3190390" y="35300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1" name="Google Shape;1551;p86"/>
          <p:cNvCxnSpPr/>
          <p:nvPr/>
        </p:nvCxnSpPr>
        <p:spPr>
          <a:xfrm rot="10800000">
            <a:off x="6794854" y="4575211"/>
            <a:ext cx="17151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2" name="Google Shape;1552;p86"/>
          <p:cNvSpPr txBox="1"/>
          <p:nvPr/>
        </p:nvSpPr>
        <p:spPr>
          <a:xfrm flipH="1">
            <a:off x="7151706" y="4602705"/>
            <a:ext cx="999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53" name="Google Shape;1553;p86"/>
          <p:cNvGrpSpPr/>
          <p:nvPr/>
        </p:nvGrpSpPr>
        <p:grpSpPr>
          <a:xfrm>
            <a:off x="3174729" y="1213925"/>
            <a:ext cx="3251564" cy="437400"/>
            <a:chOff x="5493125" y="861300"/>
            <a:chExt cx="3021900" cy="437400"/>
          </a:xfrm>
        </p:grpSpPr>
        <p:sp>
          <p:nvSpPr>
            <p:cNvPr id="1554" name="Google Shape;1554;p86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5" name="Google Shape;1555;p86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adj × 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</a:t>
              </a:r>
              <a:r>
                <a:rPr i="1"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6" name="Google Shape;1556;p86"/>
          <p:cNvSpPr/>
          <p:nvPr/>
        </p:nvSpPr>
        <p:spPr>
          <a:xfrm flipH="1">
            <a:off x="6133482" y="2138111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86"/>
          <p:cNvSpPr txBox="1"/>
          <p:nvPr/>
        </p:nvSpPr>
        <p:spPr>
          <a:xfrm>
            <a:off x="4010392" y="1774296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86"/>
          <p:cNvSpPr/>
          <p:nvPr/>
        </p:nvSpPr>
        <p:spPr>
          <a:xfrm flipH="1">
            <a:off x="3803836" y="2155912"/>
            <a:ext cx="1341900" cy="1341900"/>
          </a:xfrm>
          <a:prstGeom prst="arc">
            <a:avLst>
              <a:gd fmla="val 10771373" name="adj1"/>
              <a:gd fmla="val 1314885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86"/>
          <p:cNvSpPr/>
          <p:nvPr/>
        </p:nvSpPr>
        <p:spPr>
          <a:xfrm flipH="1">
            <a:off x="4485391" y="1759015"/>
            <a:ext cx="1298100" cy="10665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86"/>
          <p:cNvSpPr/>
          <p:nvPr/>
        </p:nvSpPr>
        <p:spPr>
          <a:xfrm flipH="1">
            <a:off x="5579500" y="2621894"/>
            <a:ext cx="204000" cy="204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1" name="Google Shape;1561;p86"/>
          <p:cNvCxnSpPr/>
          <p:nvPr/>
        </p:nvCxnSpPr>
        <p:spPr>
          <a:xfrm>
            <a:off x="5868776" y="1759021"/>
            <a:ext cx="0" cy="10704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62" name="Google Shape;1562;p86"/>
          <p:cNvSpPr txBox="1"/>
          <p:nvPr/>
        </p:nvSpPr>
        <p:spPr>
          <a:xfrm flipH="1">
            <a:off x="4690757" y="2619100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86"/>
          <p:cNvSpPr/>
          <p:nvPr/>
        </p:nvSpPr>
        <p:spPr>
          <a:xfrm flipH="1">
            <a:off x="7165253" y="2145823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86"/>
          <p:cNvSpPr/>
          <p:nvPr/>
        </p:nvSpPr>
        <p:spPr>
          <a:xfrm flipH="1">
            <a:off x="5990677" y="2145823"/>
            <a:ext cx="5409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5" name="Google Shape;1565;p86"/>
          <p:cNvCxnSpPr/>
          <p:nvPr/>
        </p:nvCxnSpPr>
        <p:spPr>
          <a:xfrm rot="10800000">
            <a:off x="4487198" y="2908454"/>
            <a:ext cx="1296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66" name="Google Shape;1566;p86"/>
          <p:cNvSpPr txBox="1"/>
          <p:nvPr/>
        </p:nvSpPr>
        <p:spPr>
          <a:xfrm flipH="1">
            <a:off x="4635856" y="2972850"/>
            <a:ext cx="999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16.9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7" name="Google Shape;1567;p86"/>
          <p:cNvCxnSpPr/>
          <p:nvPr/>
        </p:nvCxnSpPr>
        <p:spPr>
          <a:xfrm rot="10800000">
            <a:off x="3867850" y="3841025"/>
            <a:ext cx="716100" cy="890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8" name="Google Shape;1568;p86"/>
          <p:cNvCxnSpPr/>
          <p:nvPr/>
        </p:nvCxnSpPr>
        <p:spPr>
          <a:xfrm rot="10800000">
            <a:off x="3950500" y="3676675"/>
            <a:ext cx="1749000" cy="68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569" name="Google Shape;156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12" y="647363"/>
            <a:ext cx="2485775" cy="41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0" name="Google Shape;1570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075" y="3210050"/>
            <a:ext cx="5521925" cy="3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1" name="Google Shape;1571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5174687" y="3994850"/>
            <a:ext cx="1591200" cy="2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87"/>
          <p:cNvSpPr txBox="1"/>
          <p:nvPr/>
        </p:nvSpPr>
        <p:spPr>
          <a:xfrm>
            <a:off x="2976301" y="610600"/>
            <a:ext cx="584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Find the length of the adjacent when given the side opposite the labelled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grpSp>
        <p:nvGrpSpPr>
          <p:cNvPr id="1578" name="Google Shape;1578;p87"/>
          <p:cNvGrpSpPr/>
          <p:nvPr/>
        </p:nvGrpSpPr>
        <p:grpSpPr>
          <a:xfrm>
            <a:off x="3174729" y="1213925"/>
            <a:ext cx="3251564" cy="437400"/>
            <a:chOff x="5493125" y="861300"/>
            <a:chExt cx="3021900" cy="437400"/>
          </a:xfrm>
        </p:grpSpPr>
        <p:sp>
          <p:nvSpPr>
            <p:cNvPr id="1579" name="Google Shape;1579;p87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0" name="Google Shape;1580;p87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adj × 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</a:t>
              </a:r>
              <a:r>
                <a:rPr i="1"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1" name="Google Shape;1581;p87"/>
          <p:cNvSpPr/>
          <p:nvPr/>
        </p:nvSpPr>
        <p:spPr>
          <a:xfrm>
            <a:off x="5096800" y="2784676"/>
            <a:ext cx="1729200" cy="1729200"/>
          </a:xfrm>
          <a:prstGeom prst="arc">
            <a:avLst>
              <a:gd fmla="val 10771373" name="adj1"/>
              <a:gd fmla="val 12277475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82" name="Google Shape;1582;p87"/>
          <p:cNvGrpSpPr/>
          <p:nvPr/>
        </p:nvGrpSpPr>
        <p:grpSpPr>
          <a:xfrm flipH="1">
            <a:off x="3752874" y="2693257"/>
            <a:ext cx="2226749" cy="1067024"/>
            <a:chOff x="-2022025" y="1455875"/>
            <a:chExt cx="1011056" cy="1854726"/>
          </a:xfrm>
        </p:grpSpPr>
        <p:sp>
          <p:nvSpPr>
            <p:cNvPr id="1583" name="Google Shape;1583;p87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84" name="Google Shape;1584;p87"/>
            <p:cNvCxnSpPr/>
            <p:nvPr/>
          </p:nvCxnSpPr>
          <p:spPr>
            <a:xfrm rot="10800000">
              <a:off x="-2022025" y="331060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85" name="Google Shape;1585;p87"/>
            <p:cNvCxnSpPr/>
            <p:nvPr/>
          </p:nvCxnSpPr>
          <p:spPr>
            <a:xfrm rot="10800000">
              <a:off x="-101096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86" name="Google Shape;1586;p87"/>
          <p:cNvSpPr/>
          <p:nvPr/>
        </p:nvSpPr>
        <p:spPr>
          <a:xfrm flipH="1">
            <a:off x="3863297" y="34569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87"/>
          <p:cNvSpPr txBox="1"/>
          <p:nvPr/>
        </p:nvSpPr>
        <p:spPr>
          <a:xfrm flipH="1">
            <a:off x="2989525" y="3071375"/>
            <a:ext cx="766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87"/>
          <p:cNvSpPr txBox="1"/>
          <p:nvPr/>
        </p:nvSpPr>
        <p:spPr>
          <a:xfrm>
            <a:off x="5088032" y="3424036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87"/>
          <p:cNvSpPr txBox="1"/>
          <p:nvPr/>
        </p:nvSpPr>
        <p:spPr>
          <a:xfrm>
            <a:off x="2914800" y="26310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0" name="Google Shape;1590;p87"/>
          <p:cNvGrpSpPr/>
          <p:nvPr/>
        </p:nvGrpSpPr>
        <p:grpSpPr>
          <a:xfrm>
            <a:off x="4499175" y="4238997"/>
            <a:ext cx="1438954" cy="379182"/>
            <a:chOff x="1269725" y="4863425"/>
            <a:chExt cx="642304" cy="379182"/>
          </a:xfrm>
        </p:grpSpPr>
        <p:sp>
          <p:nvSpPr>
            <p:cNvPr id="1591" name="Google Shape;1591;p87"/>
            <p:cNvSpPr txBox="1"/>
            <p:nvPr/>
          </p:nvSpPr>
          <p:spPr>
            <a:xfrm>
              <a:off x="1269729" y="4903907"/>
              <a:ext cx="64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0.176</a:t>
              </a:r>
              <a:endParaRPr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592" name="Google Shape;1592;p87"/>
            <p:cNvCxnSpPr/>
            <p:nvPr/>
          </p:nvCxnSpPr>
          <p:spPr>
            <a:xfrm>
              <a:off x="1269725" y="4863425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93" name="Google Shape;1593;p87"/>
          <p:cNvSpPr txBox="1"/>
          <p:nvPr/>
        </p:nvSpPr>
        <p:spPr>
          <a:xfrm flipH="1">
            <a:off x="3711790" y="3850800"/>
            <a:ext cx="2391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 = opposite side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87"/>
          <p:cNvSpPr/>
          <p:nvPr/>
        </p:nvSpPr>
        <p:spPr>
          <a:xfrm flipH="1">
            <a:off x="6298176" y="2935574"/>
            <a:ext cx="1108500" cy="11085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87"/>
          <p:cNvSpPr txBox="1"/>
          <p:nvPr/>
        </p:nvSpPr>
        <p:spPr>
          <a:xfrm flipH="1">
            <a:off x="6504479" y="4142182"/>
            <a:ext cx="6315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 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87"/>
          <p:cNvSpPr/>
          <p:nvPr/>
        </p:nvSpPr>
        <p:spPr>
          <a:xfrm flipH="1">
            <a:off x="7739066" y="32948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7" name="Google Shape;1597;p87"/>
          <p:cNvGrpSpPr/>
          <p:nvPr/>
        </p:nvGrpSpPr>
        <p:grpSpPr>
          <a:xfrm>
            <a:off x="6771349" y="1398384"/>
            <a:ext cx="1273367" cy="2201921"/>
            <a:chOff x="-2089411" y="1392790"/>
            <a:chExt cx="1126077" cy="1822933"/>
          </a:xfrm>
        </p:grpSpPr>
        <p:sp>
          <p:nvSpPr>
            <p:cNvPr id="1598" name="Google Shape;1598;p87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99" name="Google Shape;1599;p87"/>
            <p:cNvCxnSpPr/>
            <p:nvPr/>
          </p:nvCxnSpPr>
          <p:spPr>
            <a:xfrm flipH="1">
              <a:off x="-2089411" y="1392790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00" name="Google Shape;1600;p87"/>
            <p:cNvCxnSpPr/>
            <p:nvPr/>
          </p:nvCxnSpPr>
          <p:spPr>
            <a:xfrm rot="10800000">
              <a:off x="-2022025" y="321572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01" name="Google Shape;1601;p87"/>
            <p:cNvCxnSpPr/>
            <p:nvPr/>
          </p:nvCxnSpPr>
          <p:spPr>
            <a:xfrm rot="10800000">
              <a:off x="-963334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602" name="Google Shape;1602;p87"/>
          <p:cNvCxnSpPr/>
          <p:nvPr/>
        </p:nvCxnSpPr>
        <p:spPr>
          <a:xfrm>
            <a:off x="7213004" y="4370638"/>
            <a:ext cx="109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3" name="Google Shape;1603;p87"/>
          <p:cNvSpPr/>
          <p:nvPr/>
        </p:nvSpPr>
        <p:spPr>
          <a:xfrm>
            <a:off x="7213004" y="3970495"/>
            <a:ext cx="1098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87"/>
          <p:cNvSpPr/>
          <p:nvPr/>
        </p:nvSpPr>
        <p:spPr>
          <a:xfrm>
            <a:off x="7213004" y="4434195"/>
            <a:ext cx="1098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87"/>
          <p:cNvSpPr txBox="1"/>
          <p:nvPr/>
        </p:nvSpPr>
        <p:spPr>
          <a:xfrm flipH="1">
            <a:off x="6937808" y="3271100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87"/>
          <p:cNvSpPr txBox="1"/>
          <p:nvPr/>
        </p:nvSpPr>
        <p:spPr>
          <a:xfrm flipH="1">
            <a:off x="6858738" y="3624926"/>
            <a:ext cx="1098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87"/>
          <p:cNvSpPr txBox="1"/>
          <p:nvPr/>
        </p:nvSpPr>
        <p:spPr>
          <a:xfrm>
            <a:off x="6991188" y="13491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87"/>
          <p:cNvSpPr txBox="1"/>
          <p:nvPr/>
        </p:nvSpPr>
        <p:spPr>
          <a:xfrm flipH="1">
            <a:off x="8044725" y="2414825"/>
            <a:ext cx="766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87"/>
          <p:cNvSpPr txBox="1"/>
          <p:nvPr/>
        </p:nvSpPr>
        <p:spPr>
          <a:xfrm flipH="1">
            <a:off x="6585464" y="2204437"/>
            <a:ext cx="766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0" name="Google Shape;1610;p87"/>
          <p:cNvCxnSpPr/>
          <p:nvPr/>
        </p:nvCxnSpPr>
        <p:spPr>
          <a:xfrm>
            <a:off x="6314750" y="1657200"/>
            <a:ext cx="0" cy="3169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11" name="Google Shape;161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12" y="647363"/>
            <a:ext cx="2485775" cy="41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sp>
        <p:nvSpPr>
          <p:cNvPr id="1617" name="Google Shape;1617;p88"/>
          <p:cNvSpPr txBox="1"/>
          <p:nvPr/>
        </p:nvSpPr>
        <p:spPr>
          <a:xfrm>
            <a:off x="2976301" y="610600"/>
            <a:ext cx="584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Find the length of the adjacent when given the side opposite the labelled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8" name="Google Shape;1618;p88"/>
          <p:cNvGrpSpPr/>
          <p:nvPr/>
        </p:nvGrpSpPr>
        <p:grpSpPr>
          <a:xfrm>
            <a:off x="3174729" y="1213925"/>
            <a:ext cx="3251564" cy="437400"/>
            <a:chOff x="5493125" y="861300"/>
            <a:chExt cx="3021900" cy="437400"/>
          </a:xfrm>
        </p:grpSpPr>
        <p:sp>
          <p:nvSpPr>
            <p:cNvPr id="1619" name="Google Shape;1619;p88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0" name="Google Shape;1620;p88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adj × 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</a:t>
              </a:r>
              <a:r>
                <a:rPr i="1"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21" name="Google Shape;1621;p88"/>
          <p:cNvSpPr/>
          <p:nvPr/>
        </p:nvSpPr>
        <p:spPr>
          <a:xfrm rot="5400000">
            <a:off x="3364884" y="1768387"/>
            <a:ext cx="951900" cy="951900"/>
          </a:xfrm>
          <a:prstGeom prst="arc">
            <a:avLst>
              <a:gd fmla="val 18031654" name="adj1"/>
              <a:gd fmla="val 66266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88"/>
          <p:cNvSpPr/>
          <p:nvPr/>
        </p:nvSpPr>
        <p:spPr>
          <a:xfrm>
            <a:off x="3826376" y="2231171"/>
            <a:ext cx="1668300" cy="960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88"/>
          <p:cNvSpPr/>
          <p:nvPr/>
        </p:nvSpPr>
        <p:spPr>
          <a:xfrm rot="5400000">
            <a:off x="3826373" y="2941668"/>
            <a:ext cx="2505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4" name="Google Shape;1624;p88"/>
          <p:cNvCxnSpPr/>
          <p:nvPr/>
        </p:nvCxnSpPr>
        <p:spPr>
          <a:xfrm flipH="1" rot="5400000">
            <a:off x="4256276" y="1801271"/>
            <a:ext cx="960900" cy="166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5" name="Google Shape;1625;p88"/>
          <p:cNvCxnSpPr/>
          <p:nvPr/>
        </p:nvCxnSpPr>
        <p:spPr>
          <a:xfrm>
            <a:off x="3832676" y="3294494"/>
            <a:ext cx="1662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6" name="Google Shape;1626;p88"/>
          <p:cNvSpPr txBox="1"/>
          <p:nvPr/>
        </p:nvSpPr>
        <p:spPr>
          <a:xfrm>
            <a:off x="3829295" y="2430789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88"/>
          <p:cNvSpPr txBox="1"/>
          <p:nvPr/>
        </p:nvSpPr>
        <p:spPr>
          <a:xfrm flipH="1">
            <a:off x="4258086" y="3313007"/>
            <a:ext cx="804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88"/>
          <p:cNvSpPr txBox="1"/>
          <p:nvPr/>
        </p:nvSpPr>
        <p:spPr>
          <a:xfrm>
            <a:off x="6256800" y="1833900"/>
            <a:ext cx="2563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right-angled triangle has an angle of 85°.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 of the side opposite this angle is 142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9" name="Google Shape;1629;p88"/>
          <p:cNvCxnSpPr/>
          <p:nvPr/>
        </p:nvCxnSpPr>
        <p:spPr>
          <a:xfrm rot="10800000">
            <a:off x="3725660" y="2224848"/>
            <a:ext cx="0" cy="932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30" name="Google Shape;1630;p88"/>
          <p:cNvSpPr txBox="1"/>
          <p:nvPr/>
        </p:nvSpPr>
        <p:spPr>
          <a:xfrm flipH="1">
            <a:off x="4629067" y="2399560"/>
            <a:ext cx="900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88"/>
          <p:cNvSpPr txBox="1"/>
          <p:nvPr/>
        </p:nvSpPr>
        <p:spPr>
          <a:xfrm>
            <a:off x="3039986" y="2165657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88"/>
          <p:cNvSpPr txBox="1"/>
          <p:nvPr/>
        </p:nvSpPr>
        <p:spPr>
          <a:xfrm flipH="1">
            <a:off x="3207905" y="2606338"/>
            <a:ext cx="468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3" name="Google Shape;1633;p88"/>
          <p:cNvCxnSpPr/>
          <p:nvPr/>
        </p:nvCxnSpPr>
        <p:spPr>
          <a:xfrm>
            <a:off x="6019075" y="1657200"/>
            <a:ext cx="0" cy="3169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4" name="Google Shape;163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12" y="647363"/>
            <a:ext cx="2485775" cy="41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89"/>
          <p:cNvSpPr/>
          <p:nvPr/>
        </p:nvSpPr>
        <p:spPr>
          <a:xfrm>
            <a:off x="3717452" y="2254864"/>
            <a:ext cx="1247400" cy="12474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89"/>
          <p:cNvSpPr/>
          <p:nvPr/>
        </p:nvSpPr>
        <p:spPr>
          <a:xfrm>
            <a:off x="3006750" y="1537018"/>
            <a:ext cx="1349700" cy="13497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89"/>
          <p:cNvSpPr/>
          <p:nvPr/>
        </p:nvSpPr>
        <p:spPr>
          <a:xfrm flipH="1">
            <a:off x="3423310" y="3303229"/>
            <a:ext cx="1108800" cy="11091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89"/>
          <p:cNvSpPr txBox="1"/>
          <p:nvPr/>
        </p:nvSpPr>
        <p:spPr>
          <a:xfrm>
            <a:off x="3438684" y="3841037"/>
            <a:ext cx="4173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89"/>
          <p:cNvSpPr/>
          <p:nvPr/>
        </p:nvSpPr>
        <p:spPr>
          <a:xfrm flipH="1">
            <a:off x="4153176" y="2170626"/>
            <a:ext cx="1341900" cy="1341900"/>
          </a:xfrm>
          <a:prstGeom prst="arc">
            <a:avLst>
              <a:gd fmla="val 10771373" name="adj1"/>
              <a:gd fmla="val 1314885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89"/>
          <p:cNvSpPr/>
          <p:nvPr/>
        </p:nvSpPr>
        <p:spPr>
          <a:xfrm flipH="1">
            <a:off x="4815141" y="1438823"/>
            <a:ext cx="1717500" cy="14112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89"/>
          <p:cNvSpPr/>
          <p:nvPr/>
        </p:nvSpPr>
        <p:spPr>
          <a:xfrm rot="5400000">
            <a:off x="6312733" y="3589452"/>
            <a:ext cx="1761000" cy="1761000"/>
          </a:xfrm>
          <a:prstGeom prst="arc">
            <a:avLst>
              <a:gd fmla="val 5394639" name="adj1"/>
              <a:gd fmla="val 719409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89"/>
          <p:cNvSpPr/>
          <p:nvPr/>
        </p:nvSpPr>
        <p:spPr>
          <a:xfrm>
            <a:off x="5537541" y="3513785"/>
            <a:ext cx="1668300" cy="960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sp>
        <p:nvSpPr>
          <p:cNvPr id="1648" name="Google Shape;1648;p89"/>
          <p:cNvSpPr txBox="1"/>
          <p:nvPr/>
        </p:nvSpPr>
        <p:spPr>
          <a:xfrm>
            <a:off x="324000" y="610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Find the length of the side opposite the labelled angle using this relationship.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9" name="Google Shape;1649;p89"/>
          <p:cNvGrpSpPr/>
          <p:nvPr/>
        </p:nvGrpSpPr>
        <p:grpSpPr>
          <a:xfrm>
            <a:off x="323947" y="1451018"/>
            <a:ext cx="8495973" cy="3369160"/>
            <a:chOff x="3733800" y="1870375"/>
            <a:chExt cx="2035500" cy="2035500"/>
          </a:xfrm>
        </p:grpSpPr>
        <p:cxnSp>
          <p:nvCxnSpPr>
            <p:cNvPr id="1650" name="Google Shape;1650;p89"/>
            <p:cNvCxnSpPr/>
            <p:nvPr/>
          </p:nvCxnSpPr>
          <p:spPr>
            <a:xfrm>
              <a:off x="4751550" y="187037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1" name="Google Shape;1651;p89"/>
            <p:cNvCxnSpPr/>
            <p:nvPr/>
          </p:nvCxnSpPr>
          <p:spPr>
            <a:xfrm>
              <a:off x="4751550" y="200848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52" name="Google Shape;1652;p89"/>
          <p:cNvSpPr/>
          <p:nvPr/>
        </p:nvSpPr>
        <p:spPr>
          <a:xfrm>
            <a:off x="3006750" y="2628856"/>
            <a:ext cx="258000" cy="258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89"/>
          <p:cNvSpPr txBox="1"/>
          <p:nvPr/>
        </p:nvSpPr>
        <p:spPr>
          <a:xfrm>
            <a:off x="3737320" y="2667287"/>
            <a:ext cx="42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89"/>
          <p:cNvSpPr/>
          <p:nvPr/>
        </p:nvSpPr>
        <p:spPr>
          <a:xfrm>
            <a:off x="704949" y="1569463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adj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89"/>
          <p:cNvSpPr/>
          <p:nvPr/>
        </p:nvSpPr>
        <p:spPr>
          <a:xfrm>
            <a:off x="704949" y="2037338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89"/>
          <p:cNvSpPr/>
          <p:nvPr/>
        </p:nvSpPr>
        <p:spPr>
          <a:xfrm flipH="1">
            <a:off x="6262953" y="2580435"/>
            <a:ext cx="269700" cy="269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7" name="Google Shape;1657;p89"/>
          <p:cNvCxnSpPr/>
          <p:nvPr/>
        </p:nvCxnSpPr>
        <p:spPr>
          <a:xfrm>
            <a:off x="6645475" y="1438831"/>
            <a:ext cx="0" cy="1416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8" name="Google Shape;1658;p89"/>
          <p:cNvSpPr txBox="1"/>
          <p:nvPr/>
        </p:nvSpPr>
        <p:spPr>
          <a:xfrm flipH="1">
            <a:off x="5040096" y="2633814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89"/>
          <p:cNvSpPr/>
          <p:nvPr/>
        </p:nvSpPr>
        <p:spPr>
          <a:xfrm flipH="1">
            <a:off x="6910177" y="1941697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lang="en-GB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89"/>
          <p:cNvSpPr/>
          <p:nvPr/>
        </p:nvSpPr>
        <p:spPr>
          <a:xfrm flipH="1">
            <a:off x="7941949" y="194941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89"/>
          <p:cNvSpPr/>
          <p:nvPr/>
        </p:nvSpPr>
        <p:spPr>
          <a:xfrm flipH="1">
            <a:off x="6767373" y="1949410"/>
            <a:ext cx="5409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89"/>
          <p:cNvSpPr/>
          <p:nvPr/>
        </p:nvSpPr>
        <p:spPr>
          <a:xfrm>
            <a:off x="704949" y="2566300"/>
            <a:ext cx="189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2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89"/>
          <p:cNvSpPr/>
          <p:nvPr/>
        </p:nvSpPr>
        <p:spPr>
          <a:xfrm>
            <a:off x="748678" y="2580889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89"/>
          <p:cNvSpPr/>
          <p:nvPr/>
        </p:nvSpPr>
        <p:spPr>
          <a:xfrm>
            <a:off x="1302651" y="2580889"/>
            <a:ext cx="9024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89"/>
          <p:cNvSpPr/>
          <p:nvPr/>
        </p:nvSpPr>
        <p:spPr>
          <a:xfrm rot="5400000">
            <a:off x="5537538" y="4224282"/>
            <a:ext cx="2505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6" name="Google Shape;1666;p89"/>
          <p:cNvCxnSpPr/>
          <p:nvPr/>
        </p:nvCxnSpPr>
        <p:spPr>
          <a:xfrm rot="-5400000">
            <a:off x="4946766" y="4003260"/>
            <a:ext cx="9717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7" name="Google Shape;1667;p89"/>
          <p:cNvSpPr txBox="1"/>
          <p:nvPr/>
        </p:nvSpPr>
        <p:spPr>
          <a:xfrm>
            <a:off x="4830072" y="3906208"/>
            <a:ext cx="603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89"/>
          <p:cNvSpPr txBox="1"/>
          <p:nvPr/>
        </p:nvSpPr>
        <p:spPr>
          <a:xfrm>
            <a:off x="6343004" y="4219306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89"/>
          <p:cNvSpPr/>
          <p:nvPr/>
        </p:nvSpPr>
        <p:spPr>
          <a:xfrm flipH="1" rot="-2368091">
            <a:off x="2875354" y="4479496"/>
            <a:ext cx="182648" cy="18264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0" name="Google Shape;1670;p89"/>
          <p:cNvGrpSpPr/>
          <p:nvPr/>
        </p:nvGrpSpPr>
        <p:grpSpPr>
          <a:xfrm flipH="1" rot="-2367281">
            <a:off x="2661454" y="3126243"/>
            <a:ext cx="1345745" cy="1951882"/>
            <a:chOff x="-2029068" y="1455875"/>
            <a:chExt cx="967943" cy="2723771"/>
          </a:xfrm>
        </p:grpSpPr>
        <p:sp>
          <p:nvSpPr>
            <p:cNvPr id="1671" name="Google Shape;1671;p89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72" name="Google Shape;1672;p89"/>
            <p:cNvCxnSpPr/>
            <p:nvPr/>
          </p:nvCxnSpPr>
          <p:spPr>
            <a:xfrm rot="7323868">
              <a:off x="-2088295" y="2768171"/>
              <a:ext cx="1079354" cy="99355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73" name="Google Shape;1673;p89"/>
          <p:cNvSpPr txBox="1"/>
          <p:nvPr/>
        </p:nvSpPr>
        <p:spPr>
          <a:xfrm flipH="1">
            <a:off x="3485313" y="4341450"/>
            <a:ext cx="1004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89"/>
          <p:cNvSpPr txBox="1"/>
          <p:nvPr/>
        </p:nvSpPr>
        <p:spPr>
          <a:xfrm>
            <a:off x="1052075" y="4236500"/>
            <a:ext cx="153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adj × 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89"/>
          <p:cNvSpPr txBox="1"/>
          <p:nvPr/>
        </p:nvSpPr>
        <p:spPr>
          <a:xfrm>
            <a:off x="324000" y="12594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89"/>
          <p:cNvSpPr txBox="1"/>
          <p:nvPr/>
        </p:nvSpPr>
        <p:spPr>
          <a:xfrm>
            <a:off x="4710888" y="15366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89"/>
          <p:cNvSpPr txBox="1"/>
          <p:nvPr/>
        </p:nvSpPr>
        <p:spPr>
          <a:xfrm>
            <a:off x="4710888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89"/>
          <p:cNvSpPr txBox="1"/>
          <p:nvPr/>
        </p:nvSpPr>
        <p:spPr>
          <a:xfrm>
            <a:off x="324000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9" name="Google Shape;1679;p89"/>
          <p:cNvGrpSpPr/>
          <p:nvPr/>
        </p:nvGrpSpPr>
        <p:grpSpPr>
          <a:xfrm>
            <a:off x="2946218" y="1009843"/>
            <a:ext cx="3251564" cy="437400"/>
            <a:chOff x="5493125" y="861300"/>
            <a:chExt cx="3021900" cy="437400"/>
          </a:xfrm>
        </p:grpSpPr>
        <p:sp>
          <p:nvSpPr>
            <p:cNvPr id="1680" name="Google Shape;1680;p89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1" name="Google Shape;1681;p89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adj × 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</a:t>
              </a:r>
              <a:r>
                <a:rPr i="1"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2" name="Google Shape;1682;p89"/>
          <p:cNvSpPr txBox="1"/>
          <p:nvPr/>
        </p:nvSpPr>
        <p:spPr>
          <a:xfrm flipH="1">
            <a:off x="3179251" y="3068200"/>
            <a:ext cx="1004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3" name="Google Shape;1683;p89"/>
          <p:cNvCxnSpPr/>
          <p:nvPr/>
        </p:nvCxnSpPr>
        <p:spPr>
          <a:xfrm rot="10800000">
            <a:off x="4817550" y="2959561"/>
            <a:ext cx="17151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4" name="Google Shape;1684;p89"/>
          <p:cNvSpPr txBox="1"/>
          <p:nvPr/>
        </p:nvSpPr>
        <p:spPr>
          <a:xfrm flipH="1">
            <a:off x="5174402" y="2959550"/>
            <a:ext cx="999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16.9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5" name="Google Shape;1685;p89"/>
          <p:cNvCxnSpPr/>
          <p:nvPr/>
        </p:nvCxnSpPr>
        <p:spPr>
          <a:xfrm rot="10800000">
            <a:off x="5514150" y="4575211"/>
            <a:ext cx="17151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6" name="Google Shape;1686;p89"/>
          <p:cNvSpPr txBox="1"/>
          <p:nvPr/>
        </p:nvSpPr>
        <p:spPr>
          <a:xfrm flipH="1">
            <a:off x="5871002" y="4602705"/>
            <a:ext cx="999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89"/>
          <p:cNvSpPr/>
          <p:nvPr/>
        </p:nvSpPr>
        <p:spPr>
          <a:xfrm>
            <a:off x="748678" y="206568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89"/>
          <p:cNvSpPr/>
          <p:nvPr/>
        </p:nvSpPr>
        <p:spPr>
          <a:xfrm>
            <a:off x="1747453" y="2065680"/>
            <a:ext cx="3651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89"/>
          <p:cNvSpPr txBox="1"/>
          <p:nvPr/>
        </p:nvSpPr>
        <p:spPr>
          <a:xfrm>
            <a:off x="748600" y="2059950"/>
            <a:ext cx="36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0" name="Google Shape;1690;p89"/>
          <p:cNvSpPr txBox="1"/>
          <p:nvPr/>
        </p:nvSpPr>
        <p:spPr>
          <a:xfrm>
            <a:off x="1747450" y="2059950"/>
            <a:ext cx="36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1" name="Google Shape;1691;p89"/>
          <p:cNvSpPr txBox="1"/>
          <p:nvPr/>
        </p:nvSpPr>
        <p:spPr>
          <a:xfrm>
            <a:off x="748600" y="2580900"/>
            <a:ext cx="36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2" name="Google Shape;1692;p89"/>
          <p:cNvSpPr txBox="1"/>
          <p:nvPr/>
        </p:nvSpPr>
        <p:spPr>
          <a:xfrm>
            <a:off x="1302650" y="2580900"/>
            <a:ext cx="9024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0.839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3" name="Google Shape;1693;p89"/>
          <p:cNvSpPr txBox="1"/>
          <p:nvPr/>
        </p:nvSpPr>
        <p:spPr>
          <a:xfrm>
            <a:off x="938200" y="2967300"/>
            <a:ext cx="150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76.349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4" name="Google Shape;1694;p89"/>
          <p:cNvSpPr txBox="1"/>
          <p:nvPr/>
        </p:nvSpPr>
        <p:spPr>
          <a:xfrm>
            <a:off x="6767502" y="1949400"/>
            <a:ext cx="540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16.9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5" name="Google Shape;1695;p89"/>
          <p:cNvSpPr txBox="1"/>
          <p:nvPr/>
        </p:nvSpPr>
        <p:spPr>
          <a:xfrm>
            <a:off x="7942025" y="1949400"/>
            <a:ext cx="36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6" name="Google Shape;1696;p89"/>
          <p:cNvSpPr txBox="1"/>
          <p:nvPr/>
        </p:nvSpPr>
        <p:spPr>
          <a:xfrm>
            <a:off x="6950075" y="2731588"/>
            <a:ext cx="150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11.83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7" name="Google Shape;1697;p89"/>
          <p:cNvSpPr txBox="1"/>
          <p:nvPr/>
        </p:nvSpPr>
        <p:spPr>
          <a:xfrm>
            <a:off x="745006" y="4540972"/>
            <a:ext cx="1761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204.204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8" name="Google Shape;1698;p89"/>
          <p:cNvSpPr txBox="1"/>
          <p:nvPr/>
        </p:nvSpPr>
        <p:spPr>
          <a:xfrm>
            <a:off x="6767374" y="3653400"/>
            <a:ext cx="194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 = 0.16016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99" name="Google Shape;1699;p89"/>
          <p:cNvCxnSpPr/>
          <p:nvPr/>
        </p:nvCxnSpPr>
        <p:spPr>
          <a:xfrm rot="10800000">
            <a:off x="2119363" y="3810375"/>
            <a:ext cx="716100" cy="890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0" name="Google Shape;1700;p89"/>
          <p:cNvCxnSpPr/>
          <p:nvPr/>
        </p:nvCxnSpPr>
        <p:spPr>
          <a:xfrm rot="10800000">
            <a:off x="2202013" y="3646025"/>
            <a:ext cx="1749000" cy="68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1" name="Google Shape;1701;p89"/>
          <p:cNvCxnSpPr/>
          <p:nvPr/>
        </p:nvCxnSpPr>
        <p:spPr>
          <a:xfrm flipH="1" rot="10800000">
            <a:off x="2874850" y="1536725"/>
            <a:ext cx="12300" cy="1341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2" name="Google Shape;1702;p89"/>
          <p:cNvCxnSpPr/>
          <p:nvPr/>
        </p:nvCxnSpPr>
        <p:spPr>
          <a:xfrm rot="10800000">
            <a:off x="2928375" y="3013950"/>
            <a:ext cx="1427100" cy="10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90"/>
          <p:cNvSpPr/>
          <p:nvPr/>
        </p:nvSpPr>
        <p:spPr>
          <a:xfrm>
            <a:off x="2506000" y="1413076"/>
            <a:ext cx="1729200" cy="1729200"/>
          </a:xfrm>
          <a:prstGeom prst="arc">
            <a:avLst>
              <a:gd fmla="val 10771373" name="adj1"/>
              <a:gd fmla="val 12277475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8" name="Google Shape;1708;p90"/>
          <p:cNvGrpSpPr/>
          <p:nvPr/>
        </p:nvGrpSpPr>
        <p:grpSpPr>
          <a:xfrm flipH="1">
            <a:off x="1162074" y="1321657"/>
            <a:ext cx="2226749" cy="1067024"/>
            <a:chOff x="-2022025" y="1455875"/>
            <a:chExt cx="1011056" cy="1854726"/>
          </a:xfrm>
        </p:grpSpPr>
        <p:sp>
          <p:nvSpPr>
            <p:cNvPr id="1709" name="Google Shape;1709;p9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10" name="Google Shape;1710;p90"/>
            <p:cNvCxnSpPr/>
            <p:nvPr/>
          </p:nvCxnSpPr>
          <p:spPr>
            <a:xfrm rot="10800000">
              <a:off x="-2022025" y="331060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11" name="Google Shape;1711;p90"/>
            <p:cNvCxnSpPr/>
            <p:nvPr/>
          </p:nvCxnSpPr>
          <p:spPr>
            <a:xfrm rot="10800000">
              <a:off x="-101096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12" name="Google Shape;1712;p90"/>
          <p:cNvSpPr/>
          <p:nvPr/>
        </p:nvSpPr>
        <p:spPr>
          <a:xfrm flipH="1">
            <a:off x="6298176" y="2414874"/>
            <a:ext cx="1108500" cy="11085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90"/>
          <p:cNvSpPr/>
          <p:nvPr/>
        </p:nvSpPr>
        <p:spPr>
          <a:xfrm rot="5400000">
            <a:off x="801298" y="3056530"/>
            <a:ext cx="951900" cy="951900"/>
          </a:xfrm>
          <a:prstGeom prst="arc">
            <a:avLst>
              <a:gd fmla="val 18031654" name="adj1"/>
              <a:gd fmla="val 66266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90"/>
          <p:cNvSpPr/>
          <p:nvPr/>
        </p:nvSpPr>
        <p:spPr>
          <a:xfrm>
            <a:off x="1262791" y="3519314"/>
            <a:ext cx="1668300" cy="9609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90"/>
          <p:cNvSpPr txBox="1"/>
          <p:nvPr/>
        </p:nvSpPr>
        <p:spPr>
          <a:xfrm flipH="1">
            <a:off x="4657467" y="2610600"/>
            <a:ext cx="6315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 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90"/>
          <p:cNvSpPr txBox="1"/>
          <p:nvPr/>
        </p:nvSpPr>
        <p:spPr>
          <a:xfrm>
            <a:off x="324000" y="610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Find the length of the adjacent when given the side opposite the labelled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grpSp>
        <p:nvGrpSpPr>
          <p:cNvPr id="1718" name="Google Shape;1718;p90"/>
          <p:cNvGrpSpPr/>
          <p:nvPr/>
        </p:nvGrpSpPr>
        <p:grpSpPr>
          <a:xfrm>
            <a:off x="323947" y="1451018"/>
            <a:ext cx="8495973" cy="3369160"/>
            <a:chOff x="3733800" y="1870375"/>
            <a:chExt cx="2035500" cy="2035500"/>
          </a:xfrm>
        </p:grpSpPr>
        <p:cxnSp>
          <p:nvCxnSpPr>
            <p:cNvPr id="1719" name="Google Shape;1719;p90"/>
            <p:cNvCxnSpPr/>
            <p:nvPr/>
          </p:nvCxnSpPr>
          <p:spPr>
            <a:xfrm>
              <a:off x="4751550" y="187037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0" name="Google Shape;1720;p90"/>
            <p:cNvCxnSpPr/>
            <p:nvPr/>
          </p:nvCxnSpPr>
          <p:spPr>
            <a:xfrm>
              <a:off x="4751550" y="2008485"/>
              <a:ext cx="0" cy="2035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21" name="Google Shape;1721;p90"/>
          <p:cNvSpPr/>
          <p:nvPr/>
        </p:nvSpPr>
        <p:spPr>
          <a:xfrm flipH="1">
            <a:off x="1272497" y="20853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90"/>
          <p:cNvSpPr txBox="1"/>
          <p:nvPr/>
        </p:nvSpPr>
        <p:spPr>
          <a:xfrm flipH="1">
            <a:off x="398725" y="1699775"/>
            <a:ext cx="766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90"/>
          <p:cNvSpPr txBox="1"/>
          <p:nvPr/>
        </p:nvSpPr>
        <p:spPr>
          <a:xfrm>
            <a:off x="2497232" y="2052436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90"/>
          <p:cNvSpPr/>
          <p:nvPr/>
        </p:nvSpPr>
        <p:spPr>
          <a:xfrm flipH="1">
            <a:off x="7739066" y="27741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5" name="Google Shape;1725;p90"/>
          <p:cNvGrpSpPr/>
          <p:nvPr/>
        </p:nvGrpSpPr>
        <p:grpSpPr>
          <a:xfrm>
            <a:off x="6771349" y="877684"/>
            <a:ext cx="1273367" cy="2201921"/>
            <a:chOff x="-2089411" y="1392790"/>
            <a:chExt cx="1126077" cy="1822933"/>
          </a:xfrm>
        </p:grpSpPr>
        <p:sp>
          <p:nvSpPr>
            <p:cNvPr id="1726" name="Google Shape;1726;p9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7" name="Google Shape;1727;p90"/>
            <p:cNvCxnSpPr/>
            <p:nvPr/>
          </p:nvCxnSpPr>
          <p:spPr>
            <a:xfrm flipH="1">
              <a:off x="-2089411" y="1392790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28" name="Google Shape;1728;p90"/>
            <p:cNvCxnSpPr/>
            <p:nvPr/>
          </p:nvCxnSpPr>
          <p:spPr>
            <a:xfrm rot="10800000">
              <a:off x="-2022025" y="321572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29" name="Google Shape;1729;p90"/>
            <p:cNvCxnSpPr/>
            <p:nvPr/>
          </p:nvCxnSpPr>
          <p:spPr>
            <a:xfrm rot="10800000">
              <a:off x="-963334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730" name="Google Shape;1730;p90"/>
          <p:cNvCxnSpPr/>
          <p:nvPr/>
        </p:nvCxnSpPr>
        <p:spPr>
          <a:xfrm>
            <a:off x="5365992" y="2839056"/>
            <a:ext cx="109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1" name="Google Shape;1731;p90"/>
          <p:cNvSpPr/>
          <p:nvPr/>
        </p:nvSpPr>
        <p:spPr>
          <a:xfrm>
            <a:off x="5365992" y="2438913"/>
            <a:ext cx="1098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90"/>
          <p:cNvSpPr/>
          <p:nvPr/>
        </p:nvSpPr>
        <p:spPr>
          <a:xfrm>
            <a:off x="5365992" y="2902613"/>
            <a:ext cx="1098600" cy="336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90"/>
          <p:cNvSpPr/>
          <p:nvPr/>
        </p:nvSpPr>
        <p:spPr>
          <a:xfrm rot="5400000">
            <a:off x="1262788" y="4229811"/>
            <a:ext cx="250500" cy="25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4" name="Google Shape;1734;p90"/>
          <p:cNvCxnSpPr/>
          <p:nvPr/>
        </p:nvCxnSpPr>
        <p:spPr>
          <a:xfrm flipH="1" rot="5400000">
            <a:off x="1692691" y="3089414"/>
            <a:ext cx="960900" cy="166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5" name="Google Shape;1735;p90"/>
          <p:cNvCxnSpPr/>
          <p:nvPr/>
        </p:nvCxnSpPr>
        <p:spPr>
          <a:xfrm>
            <a:off x="1269091" y="4582636"/>
            <a:ext cx="1662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6" name="Google Shape;1736;p90"/>
          <p:cNvSpPr txBox="1"/>
          <p:nvPr/>
        </p:nvSpPr>
        <p:spPr>
          <a:xfrm>
            <a:off x="1265709" y="3718932"/>
            <a:ext cx="424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90"/>
          <p:cNvSpPr txBox="1"/>
          <p:nvPr/>
        </p:nvSpPr>
        <p:spPr>
          <a:xfrm flipH="1">
            <a:off x="1694500" y="4601150"/>
            <a:ext cx="8049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90"/>
          <p:cNvSpPr txBox="1"/>
          <p:nvPr/>
        </p:nvSpPr>
        <p:spPr>
          <a:xfrm flipH="1">
            <a:off x="6937808" y="2750400"/>
            <a:ext cx="468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90"/>
          <p:cNvSpPr txBox="1"/>
          <p:nvPr/>
        </p:nvSpPr>
        <p:spPr>
          <a:xfrm flipH="1">
            <a:off x="6858738" y="3104226"/>
            <a:ext cx="1098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90"/>
          <p:cNvSpPr txBox="1"/>
          <p:nvPr/>
        </p:nvSpPr>
        <p:spPr>
          <a:xfrm>
            <a:off x="4642350" y="3426850"/>
            <a:ext cx="4177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right-angled triangle has an angle of 85°.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 of the side opposite this angle is 142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1" name="Google Shape;1741;p90"/>
          <p:cNvCxnSpPr/>
          <p:nvPr/>
        </p:nvCxnSpPr>
        <p:spPr>
          <a:xfrm rot="10800000">
            <a:off x="1162074" y="3512991"/>
            <a:ext cx="0" cy="932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42" name="Google Shape;1742;p90"/>
          <p:cNvSpPr txBox="1"/>
          <p:nvPr/>
        </p:nvSpPr>
        <p:spPr>
          <a:xfrm flipH="1">
            <a:off x="2065482" y="3687703"/>
            <a:ext cx="900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90"/>
          <p:cNvSpPr txBox="1"/>
          <p:nvPr/>
        </p:nvSpPr>
        <p:spPr>
          <a:xfrm>
            <a:off x="324000" y="12594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90"/>
          <p:cNvSpPr txBox="1"/>
          <p:nvPr/>
        </p:nvSpPr>
        <p:spPr>
          <a:xfrm>
            <a:off x="4710888" y="1536625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90"/>
          <p:cNvSpPr txBox="1"/>
          <p:nvPr/>
        </p:nvSpPr>
        <p:spPr>
          <a:xfrm>
            <a:off x="324000" y="3453800"/>
            <a:ext cx="4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6" name="Google Shape;1746;p90"/>
          <p:cNvGrpSpPr/>
          <p:nvPr/>
        </p:nvGrpSpPr>
        <p:grpSpPr>
          <a:xfrm>
            <a:off x="2946218" y="1009843"/>
            <a:ext cx="3251564" cy="437400"/>
            <a:chOff x="5493125" y="861300"/>
            <a:chExt cx="3021900" cy="437400"/>
          </a:xfrm>
        </p:grpSpPr>
        <p:sp>
          <p:nvSpPr>
            <p:cNvPr id="1747" name="Google Shape;1747;p90"/>
            <p:cNvSpPr/>
            <p:nvPr/>
          </p:nvSpPr>
          <p:spPr>
            <a:xfrm>
              <a:off x="5493125" y="861300"/>
              <a:ext cx="3021900" cy="437400"/>
            </a:xfrm>
            <a:prstGeom prst="rect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8" name="Google Shape;1748;p90"/>
            <p:cNvSpPr txBox="1"/>
            <p:nvPr/>
          </p:nvSpPr>
          <p:spPr>
            <a:xfrm>
              <a:off x="5493125" y="886925"/>
              <a:ext cx="3021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opposite side = 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adj × 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</a:t>
              </a:r>
              <a:r>
                <a:rPr i="1"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θ</a:t>
              </a:r>
              <a:r>
                <a:rPr lang="en-GB" sz="18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r>
                <a:rPr lang="en-GB" sz="2200">
                  <a:solidFill>
                    <a:srgbClr val="037B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9" name="Google Shape;1749;p90"/>
          <p:cNvGrpSpPr/>
          <p:nvPr/>
        </p:nvGrpSpPr>
        <p:grpSpPr>
          <a:xfrm>
            <a:off x="1603575" y="2867397"/>
            <a:ext cx="1438954" cy="379182"/>
            <a:chOff x="1269725" y="4863425"/>
            <a:chExt cx="642304" cy="379182"/>
          </a:xfrm>
        </p:grpSpPr>
        <p:sp>
          <p:nvSpPr>
            <p:cNvPr id="1750" name="Google Shape;1750;p90"/>
            <p:cNvSpPr txBox="1"/>
            <p:nvPr/>
          </p:nvSpPr>
          <p:spPr>
            <a:xfrm>
              <a:off x="1269729" y="4903907"/>
              <a:ext cx="642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0.176</a:t>
              </a:r>
              <a:endParaRPr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51" name="Google Shape;1751;p90"/>
            <p:cNvCxnSpPr/>
            <p:nvPr/>
          </p:nvCxnSpPr>
          <p:spPr>
            <a:xfrm>
              <a:off x="1269725" y="4863425"/>
              <a:ext cx="642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52" name="Google Shape;1752;p90"/>
          <p:cNvSpPr txBox="1"/>
          <p:nvPr/>
        </p:nvSpPr>
        <p:spPr>
          <a:xfrm flipH="1">
            <a:off x="816190" y="2479200"/>
            <a:ext cx="23916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 = opposite side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90"/>
          <p:cNvSpPr txBox="1"/>
          <p:nvPr/>
        </p:nvSpPr>
        <p:spPr>
          <a:xfrm flipH="1">
            <a:off x="8044725" y="1894125"/>
            <a:ext cx="766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90"/>
          <p:cNvSpPr txBox="1"/>
          <p:nvPr/>
        </p:nvSpPr>
        <p:spPr>
          <a:xfrm flipH="1">
            <a:off x="6585464" y="1683738"/>
            <a:ext cx="766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90"/>
          <p:cNvSpPr txBox="1"/>
          <p:nvPr/>
        </p:nvSpPr>
        <p:spPr>
          <a:xfrm flipH="1">
            <a:off x="644320" y="3894480"/>
            <a:ext cx="4680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90"/>
          <p:cNvSpPr txBox="1"/>
          <p:nvPr/>
        </p:nvSpPr>
        <p:spPr>
          <a:xfrm>
            <a:off x="3063803" y="2690005"/>
            <a:ext cx="150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500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7" name="Google Shape;1757;p90"/>
          <p:cNvSpPr txBox="1"/>
          <p:nvPr/>
        </p:nvSpPr>
        <p:spPr>
          <a:xfrm>
            <a:off x="5358447" y="2438875"/>
            <a:ext cx="1108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8" name="Google Shape;1758;p90"/>
          <p:cNvSpPr txBox="1"/>
          <p:nvPr/>
        </p:nvSpPr>
        <p:spPr>
          <a:xfrm>
            <a:off x="5358447" y="2902575"/>
            <a:ext cx="1108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5.671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9" name="Google Shape;1759;p90"/>
          <p:cNvSpPr txBox="1"/>
          <p:nvPr/>
        </p:nvSpPr>
        <p:spPr>
          <a:xfrm>
            <a:off x="7472904" y="3042996"/>
            <a:ext cx="150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11.46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0" name="Google Shape;1760;p90"/>
          <p:cNvSpPr txBox="1"/>
          <p:nvPr/>
        </p:nvSpPr>
        <p:spPr>
          <a:xfrm>
            <a:off x="2993679" y="3900246"/>
            <a:ext cx="150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85.31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1" name="Google Shape;1761;p90"/>
          <p:cNvSpPr txBox="1"/>
          <p:nvPr/>
        </p:nvSpPr>
        <p:spPr>
          <a:xfrm>
            <a:off x="6534829" y="4414321"/>
            <a:ext cx="150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12.42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9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tables, the unit circle, and tangents</a:t>
            </a:r>
            <a:endParaRPr/>
          </a:p>
        </p:txBody>
      </p:sp>
      <p:sp>
        <p:nvSpPr>
          <p:cNvPr id="1767" name="Google Shape;1767;p9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opposite and the adjacent</a:t>
            </a:r>
            <a:endParaRPr/>
          </a:p>
        </p:txBody>
      </p:sp>
      <p:sp>
        <p:nvSpPr>
          <p:cNvPr id="1768" name="Google Shape;1768;p9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sp>
        <p:nvSpPr>
          <p:cNvPr id="1769" name="Google Shape;1769;p9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Tangent ratio</a:t>
            </a:r>
            <a:endParaRPr/>
          </a:p>
        </p:txBody>
      </p:sp>
      <p:pic>
        <p:nvPicPr>
          <p:cNvPr id="1770" name="Google Shape;177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77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92"/>
          <p:cNvSpPr txBox="1"/>
          <p:nvPr/>
        </p:nvSpPr>
        <p:spPr>
          <a:xfrm>
            <a:off x="3746750" y="4230325"/>
            <a:ext cx="17445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1.804047755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6" name="Google Shape;1776;p92"/>
          <p:cNvSpPr/>
          <p:nvPr/>
        </p:nvSpPr>
        <p:spPr>
          <a:xfrm flipH="1" rot="10800000">
            <a:off x="3906000" y="4191825"/>
            <a:ext cx="1429800" cy="3123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7" name="Google Shape;1777;p92"/>
          <p:cNvSpPr txBox="1"/>
          <p:nvPr/>
        </p:nvSpPr>
        <p:spPr>
          <a:xfrm>
            <a:off x="3748756" y="3876725"/>
            <a:ext cx="1090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tan(61°)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8" name="Google Shape;1778;p92"/>
          <p:cNvSpPr/>
          <p:nvPr/>
        </p:nvSpPr>
        <p:spPr>
          <a:xfrm flipH="1">
            <a:off x="4701606" y="1559851"/>
            <a:ext cx="1234500" cy="1234500"/>
          </a:xfrm>
          <a:prstGeom prst="arc">
            <a:avLst>
              <a:gd fmla="val 1566208" name="adj1"/>
              <a:gd fmla="val 541038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9" name="Google Shape;1779;p92"/>
          <p:cNvGrpSpPr/>
          <p:nvPr/>
        </p:nvGrpSpPr>
        <p:grpSpPr>
          <a:xfrm>
            <a:off x="2886869" y="2097998"/>
            <a:ext cx="2542812" cy="1324729"/>
            <a:chOff x="-2053103" y="1344161"/>
            <a:chExt cx="1037078" cy="1942133"/>
          </a:xfrm>
        </p:grpSpPr>
        <p:sp>
          <p:nvSpPr>
            <p:cNvPr id="1780" name="Google Shape;1780;p92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81" name="Google Shape;1781;p92"/>
            <p:cNvCxnSpPr/>
            <p:nvPr/>
          </p:nvCxnSpPr>
          <p:spPr>
            <a:xfrm flipH="1">
              <a:off x="-2053103" y="1344161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82" name="Google Shape;1782;p92"/>
            <p:cNvCxnSpPr/>
            <p:nvPr/>
          </p:nvCxnSpPr>
          <p:spPr>
            <a:xfrm rot="10800000">
              <a:off x="-2022025" y="328629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83" name="Google Shape;1783;p92"/>
            <p:cNvCxnSpPr/>
            <p:nvPr/>
          </p:nvCxnSpPr>
          <p:spPr>
            <a:xfrm rot="10800000">
              <a:off x="-101602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84" name="Google Shape;1784;p92"/>
          <p:cNvSpPr/>
          <p:nvPr/>
        </p:nvSpPr>
        <p:spPr>
          <a:xfrm flipH="1" rot="10800000">
            <a:off x="5394825" y="2598400"/>
            <a:ext cx="918000" cy="3492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5" name="Google Shape;1785;p92"/>
          <p:cNvCxnSpPr/>
          <p:nvPr/>
        </p:nvCxnSpPr>
        <p:spPr>
          <a:xfrm flipH="1">
            <a:off x="4309684" y="2746526"/>
            <a:ext cx="1090800" cy="568800"/>
          </a:xfrm>
          <a:prstGeom prst="curvedConnector3">
            <a:avLst>
              <a:gd fmla="val 91048" name="adj1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86" name="Google Shape;1786;p92"/>
          <p:cNvGrpSpPr/>
          <p:nvPr/>
        </p:nvGrpSpPr>
        <p:grpSpPr>
          <a:xfrm>
            <a:off x="5013458" y="685983"/>
            <a:ext cx="3346205" cy="1435557"/>
            <a:chOff x="5040816" y="889311"/>
            <a:chExt cx="3230863" cy="1600755"/>
          </a:xfrm>
        </p:grpSpPr>
        <p:pic>
          <p:nvPicPr>
            <p:cNvPr id="1787" name="Google Shape;1787;p92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5040816" y="889311"/>
              <a:ext cx="3230863" cy="1600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8" name="Google Shape;1788;p92"/>
            <p:cNvSpPr txBox="1"/>
            <p:nvPr/>
          </p:nvSpPr>
          <p:spPr>
            <a:xfrm>
              <a:off x="5102268" y="903050"/>
              <a:ext cx="2937600" cy="12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cannot rely on the table for this triangle, as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tan(61°)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isn’t in table.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89" name="Google Shape;1789;p92"/>
          <p:cNvSpPr txBox="1"/>
          <p:nvPr/>
        </p:nvSpPr>
        <p:spPr>
          <a:xfrm>
            <a:off x="3329675" y="4230325"/>
            <a:ext cx="417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0" name="Google Shape;1790;p92"/>
          <p:cNvSpPr txBox="1"/>
          <p:nvPr/>
        </p:nvSpPr>
        <p:spPr>
          <a:xfrm>
            <a:off x="3329678" y="3876725"/>
            <a:ext cx="494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1" name="Google Shape;179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4645" y="1660294"/>
            <a:ext cx="494349" cy="60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2" name="Google Shape;1792;p92"/>
          <p:cNvSpPr txBox="1"/>
          <p:nvPr/>
        </p:nvSpPr>
        <p:spPr>
          <a:xfrm>
            <a:off x="8123695" y="2225294"/>
            <a:ext cx="69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sp>
        <p:nvSpPr>
          <p:cNvPr id="1794" name="Google Shape;1794;p92"/>
          <p:cNvSpPr/>
          <p:nvPr/>
        </p:nvSpPr>
        <p:spPr>
          <a:xfrm>
            <a:off x="5125005" y="31180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92"/>
          <p:cNvSpPr txBox="1"/>
          <p:nvPr/>
        </p:nvSpPr>
        <p:spPr>
          <a:xfrm>
            <a:off x="3772018" y="3523119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92"/>
          <p:cNvSpPr txBox="1"/>
          <p:nvPr/>
        </p:nvSpPr>
        <p:spPr>
          <a:xfrm flipH="1">
            <a:off x="4837167" y="2362072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61°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92"/>
          <p:cNvSpPr txBox="1"/>
          <p:nvPr/>
        </p:nvSpPr>
        <p:spPr>
          <a:xfrm>
            <a:off x="3329675" y="4583925"/>
            <a:ext cx="1903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180.4047755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8" name="Google Shape;1798;p92"/>
          <p:cNvSpPr txBox="1"/>
          <p:nvPr/>
        </p:nvSpPr>
        <p:spPr>
          <a:xfrm>
            <a:off x="5452417" y="2651799"/>
            <a:ext cx="802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92"/>
          <p:cNvSpPr txBox="1"/>
          <p:nvPr/>
        </p:nvSpPr>
        <p:spPr>
          <a:xfrm>
            <a:off x="5774400" y="3706925"/>
            <a:ext cx="304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Typing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tan(61°)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into the calculator gives…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92"/>
          <p:cNvSpPr txBox="1"/>
          <p:nvPr/>
        </p:nvSpPr>
        <p:spPr>
          <a:xfrm>
            <a:off x="5077104" y="1549101"/>
            <a:ext cx="30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Guess I’ll use a calculator.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92"/>
          <p:cNvSpPr/>
          <p:nvPr/>
        </p:nvSpPr>
        <p:spPr>
          <a:xfrm flipH="1" rot="10800000">
            <a:off x="3906000" y="3838420"/>
            <a:ext cx="918000" cy="3492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2" name="Google Shape;1802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595975"/>
            <a:ext cx="2462250" cy="42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93"/>
          <p:cNvSpPr txBox="1"/>
          <p:nvPr/>
        </p:nvSpPr>
        <p:spPr>
          <a:xfrm>
            <a:off x="3746750" y="4230325"/>
            <a:ext cx="17445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1.804047755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8" name="Google Shape;1808;p93"/>
          <p:cNvSpPr txBox="1"/>
          <p:nvPr/>
        </p:nvSpPr>
        <p:spPr>
          <a:xfrm>
            <a:off x="3748756" y="3876725"/>
            <a:ext cx="1090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tan(61°)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9" name="Google Shape;1809;p93"/>
          <p:cNvSpPr/>
          <p:nvPr/>
        </p:nvSpPr>
        <p:spPr>
          <a:xfrm flipH="1">
            <a:off x="4701606" y="1559851"/>
            <a:ext cx="1234500" cy="1234500"/>
          </a:xfrm>
          <a:prstGeom prst="arc">
            <a:avLst>
              <a:gd fmla="val 1566208" name="adj1"/>
              <a:gd fmla="val 541038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0" name="Google Shape;1810;p93"/>
          <p:cNvGrpSpPr/>
          <p:nvPr/>
        </p:nvGrpSpPr>
        <p:grpSpPr>
          <a:xfrm>
            <a:off x="2886869" y="2097998"/>
            <a:ext cx="2542812" cy="1324729"/>
            <a:chOff x="-2053103" y="1344161"/>
            <a:chExt cx="1037078" cy="1942133"/>
          </a:xfrm>
        </p:grpSpPr>
        <p:sp>
          <p:nvSpPr>
            <p:cNvPr id="1811" name="Google Shape;1811;p93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12" name="Google Shape;1812;p93"/>
            <p:cNvCxnSpPr/>
            <p:nvPr/>
          </p:nvCxnSpPr>
          <p:spPr>
            <a:xfrm flipH="1">
              <a:off x="-2053103" y="1344161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13" name="Google Shape;1813;p93"/>
            <p:cNvCxnSpPr/>
            <p:nvPr/>
          </p:nvCxnSpPr>
          <p:spPr>
            <a:xfrm rot="10800000">
              <a:off x="-2022025" y="328629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14" name="Google Shape;1814;p93"/>
            <p:cNvCxnSpPr/>
            <p:nvPr/>
          </p:nvCxnSpPr>
          <p:spPr>
            <a:xfrm rot="10800000">
              <a:off x="-101602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15" name="Google Shape;1815;p93"/>
          <p:cNvSpPr/>
          <p:nvPr/>
        </p:nvSpPr>
        <p:spPr>
          <a:xfrm flipH="1" rot="10800000">
            <a:off x="5394825" y="2598400"/>
            <a:ext cx="918000" cy="3492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6" name="Google Shape;1816;p93"/>
          <p:cNvCxnSpPr/>
          <p:nvPr/>
        </p:nvCxnSpPr>
        <p:spPr>
          <a:xfrm flipH="1">
            <a:off x="4309684" y="2746526"/>
            <a:ext cx="1090800" cy="568800"/>
          </a:xfrm>
          <a:prstGeom prst="curvedConnector3">
            <a:avLst>
              <a:gd fmla="val 91048" name="adj1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17" name="Google Shape;1817;p93"/>
          <p:cNvGrpSpPr/>
          <p:nvPr/>
        </p:nvGrpSpPr>
        <p:grpSpPr>
          <a:xfrm>
            <a:off x="5013458" y="685983"/>
            <a:ext cx="3346205" cy="1435557"/>
            <a:chOff x="5040816" y="889311"/>
            <a:chExt cx="3230863" cy="1600755"/>
          </a:xfrm>
        </p:grpSpPr>
        <p:pic>
          <p:nvPicPr>
            <p:cNvPr id="1818" name="Google Shape;1818;p93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5040816" y="889311"/>
              <a:ext cx="3230863" cy="1600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9" name="Google Shape;1819;p93"/>
            <p:cNvSpPr txBox="1"/>
            <p:nvPr/>
          </p:nvSpPr>
          <p:spPr>
            <a:xfrm>
              <a:off x="5102268" y="926053"/>
              <a:ext cx="2937600" cy="12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Typing out 1.804047755 again is such a pain.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Is there a quicker way of using the calculator?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0" name="Google Shape;1820;p93"/>
          <p:cNvSpPr txBox="1"/>
          <p:nvPr/>
        </p:nvSpPr>
        <p:spPr>
          <a:xfrm>
            <a:off x="3329675" y="4230325"/>
            <a:ext cx="417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1" name="Google Shape;1821;p93"/>
          <p:cNvSpPr txBox="1"/>
          <p:nvPr/>
        </p:nvSpPr>
        <p:spPr>
          <a:xfrm>
            <a:off x="3329678" y="3876725"/>
            <a:ext cx="494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2" name="Google Shape;1822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4645" y="1660294"/>
            <a:ext cx="494349" cy="60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93"/>
          <p:cNvSpPr txBox="1"/>
          <p:nvPr/>
        </p:nvSpPr>
        <p:spPr>
          <a:xfrm>
            <a:off x="8123695" y="2225294"/>
            <a:ext cx="69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sp>
        <p:nvSpPr>
          <p:cNvPr id="1825" name="Google Shape;1825;p93"/>
          <p:cNvSpPr/>
          <p:nvPr/>
        </p:nvSpPr>
        <p:spPr>
          <a:xfrm>
            <a:off x="5125005" y="31180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93"/>
          <p:cNvSpPr txBox="1"/>
          <p:nvPr/>
        </p:nvSpPr>
        <p:spPr>
          <a:xfrm>
            <a:off x="3772018" y="3523119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93"/>
          <p:cNvSpPr txBox="1"/>
          <p:nvPr/>
        </p:nvSpPr>
        <p:spPr>
          <a:xfrm flipH="1">
            <a:off x="4837167" y="2362072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61°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93"/>
          <p:cNvSpPr txBox="1"/>
          <p:nvPr/>
        </p:nvSpPr>
        <p:spPr>
          <a:xfrm>
            <a:off x="3329675" y="4583925"/>
            <a:ext cx="1903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180.4047755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9" name="Google Shape;1829;p93"/>
          <p:cNvSpPr txBox="1"/>
          <p:nvPr/>
        </p:nvSpPr>
        <p:spPr>
          <a:xfrm>
            <a:off x="5452417" y="2651799"/>
            <a:ext cx="802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93"/>
          <p:cNvSpPr txBox="1"/>
          <p:nvPr/>
        </p:nvSpPr>
        <p:spPr>
          <a:xfrm>
            <a:off x="5774400" y="3706925"/>
            <a:ext cx="304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Typing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tan(61°)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into the calculator gives…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1" name="Google Shape;183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595975"/>
            <a:ext cx="2462250" cy="42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94"/>
          <p:cNvSpPr/>
          <p:nvPr/>
        </p:nvSpPr>
        <p:spPr>
          <a:xfrm flipH="1" rot="10800000">
            <a:off x="5813425" y="4396375"/>
            <a:ext cx="1552200" cy="3777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sp>
        <p:nvSpPr>
          <p:cNvPr id="1838" name="Google Shape;1838;p94"/>
          <p:cNvSpPr txBox="1"/>
          <p:nvPr/>
        </p:nvSpPr>
        <p:spPr>
          <a:xfrm>
            <a:off x="324000" y="3030250"/>
            <a:ext cx="323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Length of the adjacent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94"/>
          <p:cNvSpPr txBox="1"/>
          <p:nvPr/>
        </p:nvSpPr>
        <p:spPr>
          <a:xfrm>
            <a:off x="324000" y="3350484"/>
            <a:ext cx="293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Multiplied by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94"/>
          <p:cNvSpPr txBox="1"/>
          <p:nvPr/>
        </p:nvSpPr>
        <p:spPr>
          <a:xfrm>
            <a:off x="324000" y="4267853"/>
            <a:ext cx="362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adjacent angle (you must write the close bracket yourself).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94"/>
          <p:cNvSpPr txBox="1"/>
          <p:nvPr/>
        </p:nvSpPr>
        <p:spPr>
          <a:xfrm>
            <a:off x="324000" y="3670718"/>
            <a:ext cx="362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tan ratio (the open bracket is automatically written)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94"/>
          <p:cNvSpPr/>
          <p:nvPr/>
        </p:nvSpPr>
        <p:spPr>
          <a:xfrm flipH="1">
            <a:off x="7140006" y="2510886"/>
            <a:ext cx="1234500" cy="1234500"/>
          </a:xfrm>
          <a:prstGeom prst="arc">
            <a:avLst>
              <a:gd fmla="val 1566208" name="adj1"/>
              <a:gd fmla="val 541038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3" name="Google Shape;1843;p94"/>
          <p:cNvGrpSpPr/>
          <p:nvPr/>
        </p:nvGrpSpPr>
        <p:grpSpPr>
          <a:xfrm>
            <a:off x="5325269" y="3049032"/>
            <a:ext cx="2542812" cy="1324729"/>
            <a:chOff x="-2053103" y="1344161"/>
            <a:chExt cx="1037078" cy="1942133"/>
          </a:xfrm>
        </p:grpSpPr>
        <p:sp>
          <p:nvSpPr>
            <p:cNvPr id="1844" name="Google Shape;1844;p94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45" name="Google Shape;1845;p94"/>
            <p:cNvCxnSpPr/>
            <p:nvPr/>
          </p:nvCxnSpPr>
          <p:spPr>
            <a:xfrm flipH="1">
              <a:off x="-2053103" y="1344161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46" name="Google Shape;1846;p94"/>
            <p:cNvCxnSpPr/>
            <p:nvPr/>
          </p:nvCxnSpPr>
          <p:spPr>
            <a:xfrm rot="10800000">
              <a:off x="-2022025" y="328629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47" name="Google Shape;1847;p94"/>
            <p:cNvCxnSpPr/>
            <p:nvPr/>
          </p:nvCxnSpPr>
          <p:spPr>
            <a:xfrm rot="10800000">
              <a:off x="-101602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48" name="Google Shape;1848;p94"/>
          <p:cNvSpPr/>
          <p:nvPr/>
        </p:nvSpPr>
        <p:spPr>
          <a:xfrm>
            <a:off x="7563405" y="4069085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94"/>
          <p:cNvSpPr txBox="1"/>
          <p:nvPr/>
        </p:nvSpPr>
        <p:spPr>
          <a:xfrm flipH="1">
            <a:off x="7275567" y="3313107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61°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0" name="Google Shape;1850;p94"/>
          <p:cNvSpPr txBox="1"/>
          <p:nvPr/>
        </p:nvSpPr>
        <p:spPr>
          <a:xfrm>
            <a:off x="7890817" y="3602834"/>
            <a:ext cx="802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94"/>
          <p:cNvSpPr txBox="1"/>
          <p:nvPr/>
        </p:nvSpPr>
        <p:spPr>
          <a:xfrm>
            <a:off x="6263356" y="4449690"/>
            <a:ext cx="1090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tan(61°)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2" name="Google Shape;1852;p94"/>
          <p:cNvSpPr txBox="1"/>
          <p:nvPr/>
        </p:nvSpPr>
        <p:spPr>
          <a:xfrm>
            <a:off x="5844278" y="4449690"/>
            <a:ext cx="494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3" name="Google Shape;185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055" y="697955"/>
            <a:ext cx="3369275" cy="134673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54" name="Google Shape;1854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5800" y="2083312"/>
            <a:ext cx="6892399" cy="71471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855" name="Google Shape;1855;p94"/>
          <p:cNvGrpSpPr/>
          <p:nvPr/>
        </p:nvGrpSpPr>
        <p:grpSpPr>
          <a:xfrm>
            <a:off x="1149216" y="908050"/>
            <a:ext cx="2478008" cy="1829675"/>
            <a:chOff x="1149216" y="908050"/>
            <a:chExt cx="2478008" cy="1829675"/>
          </a:xfrm>
        </p:grpSpPr>
        <p:grpSp>
          <p:nvGrpSpPr>
            <p:cNvPr id="1856" name="Google Shape;1856;p94"/>
            <p:cNvGrpSpPr/>
            <p:nvPr/>
          </p:nvGrpSpPr>
          <p:grpSpPr>
            <a:xfrm>
              <a:off x="1149216" y="2114925"/>
              <a:ext cx="2181488" cy="622800"/>
              <a:chOff x="1149216" y="2114925"/>
              <a:chExt cx="2181488" cy="622800"/>
            </a:xfrm>
          </p:grpSpPr>
          <p:sp>
            <p:nvSpPr>
              <p:cNvPr id="1857" name="Google Shape;1857;p94"/>
              <p:cNvSpPr/>
              <p:nvPr/>
            </p:nvSpPr>
            <p:spPr>
              <a:xfrm>
                <a:off x="1149216" y="2114925"/>
                <a:ext cx="635100" cy="622800"/>
              </a:xfrm>
              <a:prstGeom prst="rect">
                <a:avLst/>
              </a:prstGeom>
              <a:solidFill>
                <a:srgbClr val="D6E3D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58" name="Google Shape;1858;p94"/>
              <p:cNvSpPr/>
              <p:nvPr/>
            </p:nvSpPr>
            <p:spPr>
              <a:xfrm>
                <a:off x="1926691" y="2114925"/>
                <a:ext cx="635100" cy="622800"/>
              </a:xfrm>
              <a:prstGeom prst="rect">
                <a:avLst/>
              </a:prstGeom>
              <a:solidFill>
                <a:srgbClr val="D6E3D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59" name="Google Shape;1859;p94"/>
              <p:cNvSpPr/>
              <p:nvPr/>
            </p:nvSpPr>
            <p:spPr>
              <a:xfrm>
                <a:off x="2695604" y="2114925"/>
                <a:ext cx="635100" cy="622800"/>
              </a:xfrm>
              <a:prstGeom prst="rect">
                <a:avLst/>
              </a:prstGeom>
              <a:solidFill>
                <a:srgbClr val="D6E3D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860" name="Google Shape;1860;p94"/>
            <p:cNvSpPr/>
            <p:nvPr/>
          </p:nvSpPr>
          <p:spPr>
            <a:xfrm>
              <a:off x="3096825" y="908050"/>
              <a:ext cx="530400" cy="289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1" name="Google Shape;1861;p94"/>
          <p:cNvGrpSpPr/>
          <p:nvPr/>
        </p:nvGrpSpPr>
        <p:grpSpPr>
          <a:xfrm>
            <a:off x="3473079" y="908050"/>
            <a:ext cx="635100" cy="1829675"/>
            <a:chOff x="3473079" y="908050"/>
            <a:chExt cx="635100" cy="1829675"/>
          </a:xfrm>
        </p:grpSpPr>
        <p:sp>
          <p:nvSpPr>
            <p:cNvPr id="1862" name="Google Shape;1862;p94"/>
            <p:cNvSpPr/>
            <p:nvPr/>
          </p:nvSpPr>
          <p:spPr>
            <a:xfrm>
              <a:off x="3473079" y="2114925"/>
              <a:ext cx="635100" cy="622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3" name="Google Shape;1863;p94"/>
            <p:cNvSpPr/>
            <p:nvPr/>
          </p:nvSpPr>
          <p:spPr>
            <a:xfrm>
              <a:off x="3627225" y="908050"/>
              <a:ext cx="180600" cy="289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4" name="Google Shape;1864;p94"/>
          <p:cNvGrpSpPr/>
          <p:nvPr/>
        </p:nvGrpSpPr>
        <p:grpSpPr>
          <a:xfrm>
            <a:off x="3807826" y="908050"/>
            <a:ext cx="1068185" cy="1829675"/>
            <a:chOff x="3807826" y="908050"/>
            <a:chExt cx="1068185" cy="1829675"/>
          </a:xfrm>
        </p:grpSpPr>
        <p:sp>
          <p:nvSpPr>
            <p:cNvPr id="1865" name="Google Shape;1865;p94"/>
            <p:cNvSpPr/>
            <p:nvPr/>
          </p:nvSpPr>
          <p:spPr>
            <a:xfrm>
              <a:off x="4240910" y="2114925"/>
              <a:ext cx="635100" cy="622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6" name="Google Shape;1866;p94"/>
            <p:cNvSpPr/>
            <p:nvPr/>
          </p:nvSpPr>
          <p:spPr>
            <a:xfrm>
              <a:off x="3807826" y="908050"/>
              <a:ext cx="660000" cy="289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7" name="Google Shape;1867;p94"/>
          <p:cNvGrpSpPr/>
          <p:nvPr/>
        </p:nvGrpSpPr>
        <p:grpSpPr>
          <a:xfrm>
            <a:off x="4467825" y="908050"/>
            <a:ext cx="1954573" cy="1829675"/>
            <a:chOff x="4467825" y="908050"/>
            <a:chExt cx="1954573" cy="1829675"/>
          </a:xfrm>
        </p:grpSpPr>
        <p:sp>
          <p:nvSpPr>
            <p:cNvPr id="1868" name="Google Shape;1868;p94"/>
            <p:cNvSpPr/>
            <p:nvPr/>
          </p:nvSpPr>
          <p:spPr>
            <a:xfrm>
              <a:off x="5018385" y="2114925"/>
              <a:ext cx="635100" cy="622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9" name="Google Shape;1869;p94"/>
            <p:cNvSpPr/>
            <p:nvPr/>
          </p:nvSpPr>
          <p:spPr>
            <a:xfrm>
              <a:off x="5787298" y="2114925"/>
              <a:ext cx="635100" cy="622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0" name="Google Shape;1870;p94"/>
            <p:cNvSpPr/>
            <p:nvPr/>
          </p:nvSpPr>
          <p:spPr>
            <a:xfrm>
              <a:off x="4467825" y="908050"/>
              <a:ext cx="382800" cy="289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1" name="Google Shape;1871;p94"/>
          <p:cNvGrpSpPr/>
          <p:nvPr/>
        </p:nvGrpSpPr>
        <p:grpSpPr>
          <a:xfrm>
            <a:off x="4850625" y="908050"/>
            <a:ext cx="2349248" cy="1829675"/>
            <a:chOff x="4850625" y="908050"/>
            <a:chExt cx="2349248" cy="1829675"/>
          </a:xfrm>
        </p:grpSpPr>
        <p:sp>
          <p:nvSpPr>
            <p:cNvPr id="1872" name="Google Shape;1872;p94"/>
            <p:cNvSpPr/>
            <p:nvPr/>
          </p:nvSpPr>
          <p:spPr>
            <a:xfrm>
              <a:off x="6564773" y="2114925"/>
              <a:ext cx="635100" cy="622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3" name="Google Shape;1873;p94"/>
            <p:cNvSpPr/>
            <p:nvPr/>
          </p:nvSpPr>
          <p:spPr>
            <a:xfrm>
              <a:off x="4850625" y="908050"/>
              <a:ext cx="180600" cy="289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4" name="Google Shape;1874;p94"/>
          <p:cNvGrpSpPr/>
          <p:nvPr/>
        </p:nvGrpSpPr>
        <p:grpSpPr>
          <a:xfrm>
            <a:off x="4229702" y="1680775"/>
            <a:ext cx="3747646" cy="1056950"/>
            <a:chOff x="4229702" y="1680775"/>
            <a:chExt cx="3747646" cy="1056950"/>
          </a:xfrm>
        </p:grpSpPr>
        <p:sp>
          <p:nvSpPr>
            <p:cNvPr id="1875" name="Google Shape;1875;p94"/>
            <p:cNvSpPr/>
            <p:nvPr/>
          </p:nvSpPr>
          <p:spPr>
            <a:xfrm>
              <a:off x="7342248" y="2114925"/>
              <a:ext cx="635100" cy="622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6" name="Google Shape;1876;p94"/>
            <p:cNvSpPr/>
            <p:nvPr/>
          </p:nvSpPr>
          <p:spPr>
            <a:xfrm>
              <a:off x="4229702" y="1680775"/>
              <a:ext cx="1917600" cy="289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7" name="Google Shape;1877;p94"/>
          <p:cNvGrpSpPr/>
          <p:nvPr/>
        </p:nvGrpSpPr>
        <p:grpSpPr>
          <a:xfrm>
            <a:off x="324000" y="671400"/>
            <a:ext cx="3373800" cy="1108200"/>
            <a:chOff x="324000" y="671400"/>
            <a:chExt cx="3373800" cy="1108200"/>
          </a:xfrm>
        </p:grpSpPr>
        <p:sp>
          <p:nvSpPr>
            <p:cNvPr id="1878" name="Google Shape;1878;p94"/>
            <p:cNvSpPr/>
            <p:nvPr/>
          </p:nvSpPr>
          <p:spPr>
            <a:xfrm>
              <a:off x="3496500" y="726764"/>
              <a:ext cx="201300" cy="208500"/>
            </a:xfrm>
            <a:prstGeom prst="rect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9" name="Google Shape;1879;p94"/>
            <p:cNvSpPr txBox="1"/>
            <p:nvPr/>
          </p:nvSpPr>
          <p:spPr>
            <a:xfrm>
              <a:off x="324000" y="671400"/>
              <a:ext cx="24471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Before using your calculator, check that it is in degrees mode (D).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4" name="Google Shape;1884;p95"/>
          <p:cNvGrpSpPr/>
          <p:nvPr/>
        </p:nvGrpSpPr>
        <p:grpSpPr>
          <a:xfrm>
            <a:off x="2857465" y="2412628"/>
            <a:ext cx="1119314" cy="749400"/>
            <a:chOff x="3046500" y="3465675"/>
            <a:chExt cx="1119314" cy="749400"/>
          </a:xfrm>
        </p:grpSpPr>
        <p:sp>
          <p:nvSpPr>
            <p:cNvPr id="1885" name="Google Shape;1885;p95"/>
            <p:cNvSpPr/>
            <p:nvPr/>
          </p:nvSpPr>
          <p:spPr>
            <a:xfrm>
              <a:off x="3231875" y="3465675"/>
              <a:ext cx="933900" cy="74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86" name="Google Shape;1886;p95"/>
            <p:cNvGrpSpPr/>
            <p:nvPr/>
          </p:nvGrpSpPr>
          <p:grpSpPr>
            <a:xfrm>
              <a:off x="3046500" y="3538063"/>
              <a:ext cx="1119314" cy="614925"/>
              <a:chOff x="6684650" y="3634525"/>
              <a:chExt cx="1119314" cy="614925"/>
            </a:xfrm>
          </p:grpSpPr>
          <p:sp>
            <p:nvSpPr>
              <p:cNvPr id="1887" name="Google Shape;1887;p95"/>
              <p:cNvSpPr txBox="1"/>
              <p:nvPr/>
            </p:nvSpPr>
            <p:spPr>
              <a:xfrm>
                <a:off x="6684650" y="3634525"/>
                <a:ext cx="1090800" cy="24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=</a:t>
                </a: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45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888" name="Google Shape;1888;p95"/>
              <p:cNvGrpSpPr/>
              <p:nvPr/>
            </p:nvGrpSpPr>
            <p:grpSpPr>
              <a:xfrm>
                <a:off x="6713163" y="3956011"/>
                <a:ext cx="1090800" cy="293439"/>
                <a:chOff x="5425156" y="2979011"/>
                <a:chExt cx="1090800" cy="293439"/>
              </a:xfrm>
            </p:grpSpPr>
            <p:sp>
              <p:nvSpPr>
                <p:cNvPr id="1889" name="Google Shape;1889;p95"/>
                <p:cNvSpPr txBox="1"/>
                <p:nvPr/>
              </p:nvSpPr>
              <p:spPr>
                <a:xfrm>
                  <a:off x="5425156" y="3030050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lt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×</a:t>
                  </a: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tan(64°)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1890" name="Google Shape;1890;p95"/>
                <p:cNvCxnSpPr/>
                <p:nvPr/>
              </p:nvCxnSpPr>
              <p:spPr>
                <a:xfrm rot="10800000">
                  <a:off x="5630475" y="2979011"/>
                  <a:ext cx="824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1891" name="Google Shape;1891;p95"/>
          <p:cNvSpPr/>
          <p:nvPr/>
        </p:nvSpPr>
        <p:spPr>
          <a:xfrm>
            <a:off x="3042840" y="2412628"/>
            <a:ext cx="933900" cy="74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2" name="Google Shape;1892;p95"/>
          <p:cNvGrpSpPr/>
          <p:nvPr/>
        </p:nvGrpSpPr>
        <p:grpSpPr>
          <a:xfrm>
            <a:off x="4792798" y="685965"/>
            <a:ext cx="3566873" cy="1435557"/>
            <a:chOff x="5040816" y="889311"/>
            <a:chExt cx="3230863" cy="1600755"/>
          </a:xfrm>
        </p:grpSpPr>
        <p:pic>
          <p:nvPicPr>
            <p:cNvPr id="1893" name="Google Shape;1893;p95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5040816" y="889311"/>
              <a:ext cx="3230863" cy="1600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4" name="Google Shape;1894;p95"/>
            <p:cNvSpPr txBox="1"/>
            <p:nvPr/>
          </p:nvSpPr>
          <p:spPr>
            <a:xfrm>
              <a:off x="5102268" y="926053"/>
              <a:ext cx="2937600" cy="12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So it’s easy to use a calculator to find the length of the opposite side if you know the adjacent side…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5" name="Google Shape;189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sp>
        <p:nvSpPr>
          <p:cNvPr id="1896" name="Google Shape;1896;p95"/>
          <p:cNvSpPr/>
          <p:nvPr/>
        </p:nvSpPr>
        <p:spPr>
          <a:xfrm flipH="1">
            <a:off x="2187006" y="1559851"/>
            <a:ext cx="1234500" cy="1234500"/>
          </a:xfrm>
          <a:prstGeom prst="arc">
            <a:avLst>
              <a:gd fmla="val 1566208" name="adj1"/>
              <a:gd fmla="val 541038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7" name="Google Shape;1897;p95"/>
          <p:cNvGrpSpPr/>
          <p:nvPr/>
        </p:nvGrpSpPr>
        <p:grpSpPr>
          <a:xfrm>
            <a:off x="372269" y="2097998"/>
            <a:ext cx="2542812" cy="1324729"/>
            <a:chOff x="-2053103" y="1344161"/>
            <a:chExt cx="1037078" cy="1942133"/>
          </a:xfrm>
        </p:grpSpPr>
        <p:sp>
          <p:nvSpPr>
            <p:cNvPr id="1898" name="Google Shape;1898;p95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99" name="Google Shape;1899;p95"/>
            <p:cNvCxnSpPr/>
            <p:nvPr/>
          </p:nvCxnSpPr>
          <p:spPr>
            <a:xfrm flipH="1">
              <a:off x="-2053103" y="1344161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00" name="Google Shape;1900;p95"/>
            <p:cNvCxnSpPr/>
            <p:nvPr/>
          </p:nvCxnSpPr>
          <p:spPr>
            <a:xfrm rot="10800000">
              <a:off x="-2022025" y="328629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01" name="Google Shape;1901;p95"/>
            <p:cNvCxnSpPr/>
            <p:nvPr/>
          </p:nvCxnSpPr>
          <p:spPr>
            <a:xfrm rot="10800000">
              <a:off x="-101602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902" name="Google Shape;1902;p95"/>
          <p:cNvSpPr/>
          <p:nvPr/>
        </p:nvSpPr>
        <p:spPr>
          <a:xfrm flipH="1" rot="10800000">
            <a:off x="2880225" y="2598400"/>
            <a:ext cx="918000" cy="3492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3" name="Google Shape;1903;p95"/>
          <p:cNvCxnSpPr/>
          <p:nvPr/>
        </p:nvCxnSpPr>
        <p:spPr>
          <a:xfrm flipH="1">
            <a:off x="1795084" y="2746526"/>
            <a:ext cx="1090800" cy="568800"/>
          </a:xfrm>
          <a:prstGeom prst="curvedConnector3">
            <a:avLst>
              <a:gd fmla="val 91048" name="adj1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904" name="Google Shape;1904;p95"/>
          <p:cNvGrpSpPr/>
          <p:nvPr/>
        </p:nvGrpSpPr>
        <p:grpSpPr>
          <a:xfrm>
            <a:off x="4717175" y="668425"/>
            <a:ext cx="3642496" cy="1490700"/>
            <a:chOff x="4717175" y="4415978"/>
            <a:chExt cx="3642496" cy="1490700"/>
          </a:xfrm>
        </p:grpSpPr>
        <p:sp>
          <p:nvSpPr>
            <p:cNvPr id="1905" name="Google Shape;1905;p95"/>
            <p:cNvSpPr/>
            <p:nvPr/>
          </p:nvSpPr>
          <p:spPr>
            <a:xfrm>
              <a:off x="4717175" y="4415978"/>
              <a:ext cx="3567000" cy="149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06" name="Google Shape;1906;p95"/>
            <p:cNvGrpSpPr/>
            <p:nvPr/>
          </p:nvGrpSpPr>
          <p:grpSpPr>
            <a:xfrm>
              <a:off x="4792798" y="4440440"/>
              <a:ext cx="3566873" cy="1435557"/>
              <a:chOff x="5040816" y="889311"/>
              <a:chExt cx="3230863" cy="1600755"/>
            </a:xfrm>
          </p:grpSpPr>
          <p:pic>
            <p:nvPicPr>
              <p:cNvPr id="1907" name="Google Shape;1907;p95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>
                <a:off x="5040816" y="889311"/>
                <a:ext cx="3230863" cy="16007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08" name="Google Shape;1908;p95"/>
              <p:cNvSpPr txBox="1"/>
              <p:nvPr/>
            </p:nvSpPr>
            <p:spPr>
              <a:xfrm>
                <a:off x="5102268" y="926053"/>
                <a:ext cx="2937600" cy="123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But finding the length of the adjacent is going to be more tricky, since there’s a division involved, right?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09" name="Google Shape;1909;p95"/>
          <p:cNvSpPr/>
          <p:nvPr/>
        </p:nvSpPr>
        <p:spPr>
          <a:xfrm>
            <a:off x="2610405" y="31180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0" name="Google Shape;1910;p95"/>
          <p:cNvSpPr txBox="1"/>
          <p:nvPr/>
        </p:nvSpPr>
        <p:spPr>
          <a:xfrm flipH="1">
            <a:off x="2322567" y="2362072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64°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95"/>
          <p:cNvSpPr txBox="1"/>
          <p:nvPr/>
        </p:nvSpPr>
        <p:spPr>
          <a:xfrm>
            <a:off x="634747" y="3456350"/>
            <a:ext cx="19755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95"/>
          <p:cNvSpPr txBox="1"/>
          <p:nvPr/>
        </p:nvSpPr>
        <p:spPr>
          <a:xfrm>
            <a:off x="3023770" y="2643101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95"/>
          <p:cNvSpPr txBox="1"/>
          <p:nvPr/>
        </p:nvSpPr>
        <p:spPr>
          <a:xfrm>
            <a:off x="5425156" y="2657525"/>
            <a:ext cx="1090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tan(64°)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4" name="Google Shape;1914;p95"/>
          <p:cNvSpPr txBox="1"/>
          <p:nvPr/>
        </p:nvSpPr>
        <p:spPr>
          <a:xfrm>
            <a:off x="5225726" y="2657525"/>
            <a:ext cx="274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5" name="Google Shape;1915;p95"/>
          <p:cNvSpPr txBox="1"/>
          <p:nvPr/>
        </p:nvSpPr>
        <p:spPr>
          <a:xfrm>
            <a:off x="6684650" y="2657525"/>
            <a:ext cx="1090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    45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16" name="Google Shape;1916;p95"/>
          <p:cNvGrpSpPr/>
          <p:nvPr/>
        </p:nvGrpSpPr>
        <p:grpSpPr>
          <a:xfrm>
            <a:off x="5425156" y="2979011"/>
            <a:ext cx="1090800" cy="293439"/>
            <a:chOff x="5425156" y="2979011"/>
            <a:chExt cx="1090800" cy="293439"/>
          </a:xfrm>
        </p:grpSpPr>
        <p:sp>
          <p:nvSpPr>
            <p:cNvPr id="1917" name="Google Shape;1917;p95"/>
            <p:cNvSpPr txBox="1"/>
            <p:nvPr/>
          </p:nvSpPr>
          <p:spPr>
            <a:xfrm>
              <a:off x="5425156" y="3030050"/>
              <a:ext cx="10908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tan(64°)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18" name="Google Shape;1918;p95"/>
            <p:cNvCxnSpPr/>
            <p:nvPr/>
          </p:nvCxnSpPr>
          <p:spPr>
            <a:xfrm rot="10800000">
              <a:off x="5630475" y="2979011"/>
              <a:ext cx="824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19" name="Google Shape;1919;p95"/>
          <p:cNvGrpSpPr/>
          <p:nvPr/>
        </p:nvGrpSpPr>
        <p:grpSpPr>
          <a:xfrm>
            <a:off x="6713163" y="2979011"/>
            <a:ext cx="1090800" cy="293439"/>
            <a:chOff x="5425156" y="2979011"/>
            <a:chExt cx="1090800" cy="293439"/>
          </a:xfrm>
        </p:grpSpPr>
        <p:sp>
          <p:nvSpPr>
            <p:cNvPr id="1920" name="Google Shape;1920;p95"/>
            <p:cNvSpPr txBox="1"/>
            <p:nvPr/>
          </p:nvSpPr>
          <p:spPr>
            <a:xfrm>
              <a:off x="5425156" y="3030050"/>
              <a:ext cx="10908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tan(64°)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21" name="Google Shape;1921;p95"/>
            <p:cNvCxnSpPr/>
            <p:nvPr/>
          </p:nvCxnSpPr>
          <p:spPr>
            <a:xfrm rot="10800000">
              <a:off x="5630475" y="2979011"/>
              <a:ext cx="824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22" name="Google Shape;1922;p95"/>
          <p:cNvGrpSpPr/>
          <p:nvPr/>
        </p:nvGrpSpPr>
        <p:grpSpPr>
          <a:xfrm>
            <a:off x="5644508" y="2624557"/>
            <a:ext cx="838452" cy="694098"/>
            <a:chOff x="2947250" y="3407575"/>
            <a:chExt cx="657300" cy="740056"/>
          </a:xfrm>
        </p:grpSpPr>
        <p:cxnSp>
          <p:nvCxnSpPr>
            <p:cNvPr id="1923" name="Google Shape;1923;p95"/>
            <p:cNvCxnSpPr/>
            <p:nvPr/>
          </p:nvCxnSpPr>
          <p:spPr>
            <a:xfrm>
              <a:off x="2947250" y="3407575"/>
              <a:ext cx="657300" cy="338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4" name="Google Shape;1924;p95"/>
            <p:cNvCxnSpPr/>
            <p:nvPr/>
          </p:nvCxnSpPr>
          <p:spPr>
            <a:xfrm>
              <a:off x="2947250" y="3808931"/>
              <a:ext cx="657300" cy="3387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25" name="Google Shape;1925;p95"/>
          <p:cNvGrpSpPr/>
          <p:nvPr/>
        </p:nvGrpSpPr>
        <p:grpSpPr>
          <a:xfrm>
            <a:off x="6401026" y="3634525"/>
            <a:ext cx="1402937" cy="614925"/>
            <a:chOff x="6401026" y="3634525"/>
            <a:chExt cx="1402937" cy="614925"/>
          </a:xfrm>
        </p:grpSpPr>
        <p:sp>
          <p:nvSpPr>
            <p:cNvPr id="1926" name="Google Shape;1926;p95"/>
            <p:cNvSpPr txBox="1"/>
            <p:nvPr/>
          </p:nvSpPr>
          <p:spPr>
            <a:xfrm>
              <a:off x="6401026" y="3815919"/>
              <a:ext cx="2748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 i="1"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7" name="Google Shape;1927;p95"/>
            <p:cNvSpPr txBox="1"/>
            <p:nvPr/>
          </p:nvSpPr>
          <p:spPr>
            <a:xfrm>
              <a:off x="6684650" y="3634525"/>
              <a:ext cx="10908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45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928" name="Google Shape;1928;p95"/>
            <p:cNvGrpSpPr/>
            <p:nvPr/>
          </p:nvGrpSpPr>
          <p:grpSpPr>
            <a:xfrm>
              <a:off x="6713163" y="3956011"/>
              <a:ext cx="1090800" cy="293439"/>
              <a:chOff x="5425156" y="2979011"/>
              <a:chExt cx="1090800" cy="293439"/>
            </a:xfrm>
          </p:grpSpPr>
          <p:sp>
            <p:nvSpPr>
              <p:cNvPr id="1929" name="Google Shape;1929;p95"/>
              <p:cNvSpPr txBox="1"/>
              <p:nvPr/>
            </p:nvSpPr>
            <p:spPr>
              <a:xfrm>
                <a:off x="5425156" y="3030050"/>
                <a:ext cx="1090800" cy="24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</a:t>
                </a: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tan(64°)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930" name="Google Shape;1930;p95"/>
              <p:cNvCxnSpPr/>
              <p:nvPr/>
            </p:nvCxnSpPr>
            <p:spPr>
              <a:xfrm rot="10800000">
                <a:off x="5630475" y="2979011"/>
                <a:ext cx="824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31" name="Google Shape;1931;p95"/>
            <p:cNvSpPr txBox="1"/>
            <p:nvPr/>
          </p:nvSpPr>
          <p:spPr>
            <a:xfrm>
              <a:off x="6675495" y="3827502"/>
              <a:ext cx="209100" cy="2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932" name="Google Shape;1932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4645" y="1660294"/>
            <a:ext cx="494349" cy="60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95"/>
          <p:cNvSpPr txBox="1"/>
          <p:nvPr/>
        </p:nvSpPr>
        <p:spPr>
          <a:xfrm>
            <a:off x="8123695" y="2225294"/>
            <a:ext cx="69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8" name="Google Shape;193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800" y="2107662"/>
            <a:ext cx="6892399" cy="7689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9" name="Google Shape;1939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sp>
        <p:nvSpPr>
          <p:cNvPr id="1940" name="Google Shape;1940;p96"/>
          <p:cNvSpPr txBox="1"/>
          <p:nvPr/>
        </p:nvSpPr>
        <p:spPr>
          <a:xfrm>
            <a:off x="324000" y="3030250"/>
            <a:ext cx="407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 with the fraction button so it is clear what you need to put on the numerator and denominator.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96"/>
          <p:cNvSpPr txBox="1"/>
          <p:nvPr/>
        </p:nvSpPr>
        <p:spPr>
          <a:xfrm>
            <a:off x="324000" y="3900866"/>
            <a:ext cx="293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opposite side,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96"/>
          <p:cNvSpPr txBox="1"/>
          <p:nvPr/>
        </p:nvSpPr>
        <p:spPr>
          <a:xfrm>
            <a:off x="324000" y="4217382"/>
            <a:ext cx="428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divide by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3" name="Google Shape;1943;p96"/>
          <p:cNvGrpSpPr/>
          <p:nvPr/>
        </p:nvGrpSpPr>
        <p:grpSpPr>
          <a:xfrm>
            <a:off x="7658065" y="3327028"/>
            <a:ext cx="1119314" cy="749400"/>
            <a:chOff x="3046500" y="3465675"/>
            <a:chExt cx="1119314" cy="749400"/>
          </a:xfrm>
        </p:grpSpPr>
        <p:sp>
          <p:nvSpPr>
            <p:cNvPr id="1944" name="Google Shape;1944;p96"/>
            <p:cNvSpPr/>
            <p:nvPr/>
          </p:nvSpPr>
          <p:spPr>
            <a:xfrm>
              <a:off x="3231875" y="3465675"/>
              <a:ext cx="933900" cy="74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45" name="Google Shape;1945;p96"/>
            <p:cNvGrpSpPr/>
            <p:nvPr/>
          </p:nvGrpSpPr>
          <p:grpSpPr>
            <a:xfrm>
              <a:off x="3046500" y="3538063"/>
              <a:ext cx="1119314" cy="614925"/>
              <a:chOff x="6684650" y="3634525"/>
              <a:chExt cx="1119314" cy="614925"/>
            </a:xfrm>
          </p:grpSpPr>
          <p:sp>
            <p:nvSpPr>
              <p:cNvPr id="1946" name="Google Shape;1946;p96"/>
              <p:cNvSpPr txBox="1"/>
              <p:nvPr/>
            </p:nvSpPr>
            <p:spPr>
              <a:xfrm>
                <a:off x="6684650" y="3634525"/>
                <a:ext cx="1090800" cy="24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=</a:t>
                </a: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45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947" name="Google Shape;1947;p96"/>
              <p:cNvGrpSpPr/>
              <p:nvPr/>
            </p:nvGrpSpPr>
            <p:grpSpPr>
              <a:xfrm>
                <a:off x="6713163" y="3956011"/>
                <a:ext cx="1090800" cy="293439"/>
                <a:chOff x="5425156" y="2979011"/>
                <a:chExt cx="1090800" cy="293439"/>
              </a:xfrm>
            </p:grpSpPr>
            <p:sp>
              <p:nvSpPr>
                <p:cNvPr id="1948" name="Google Shape;1948;p96"/>
                <p:cNvSpPr txBox="1"/>
                <p:nvPr/>
              </p:nvSpPr>
              <p:spPr>
                <a:xfrm>
                  <a:off x="5425156" y="3030050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lt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×</a:t>
                  </a: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tan(64°)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1949" name="Google Shape;1949;p96"/>
                <p:cNvCxnSpPr/>
                <p:nvPr/>
              </p:nvCxnSpPr>
              <p:spPr>
                <a:xfrm rot="10800000">
                  <a:off x="5630475" y="2979011"/>
                  <a:ext cx="824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1950" name="Google Shape;1950;p96"/>
          <p:cNvSpPr/>
          <p:nvPr/>
        </p:nvSpPr>
        <p:spPr>
          <a:xfrm flipH="1">
            <a:off x="6987606" y="2474251"/>
            <a:ext cx="1234500" cy="1234500"/>
          </a:xfrm>
          <a:prstGeom prst="arc">
            <a:avLst>
              <a:gd fmla="val 1566208" name="adj1"/>
              <a:gd fmla="val 5410384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1" name="Google Shape;1951;p96"/>
          <p:cNvGrpSpPr/>
          <p:nvPr/>
        </p:nvGrpSpPr>
        <p:grpSpPr>
          <a:xfrm>
            <a:off x="5172869" y="3012398"/>
            <a:ext cx="2542812" cy="1324729"/>
            <a:chOff x="-2053103" y="1344161"/>
            <a:chExt cx="1037078" cy="1942133"/>
          </a:xfrm>
        </p:grpSpPr>
        <p:sp>
          <p:nvSpPr>
            <p:cNvPr id="1952" name="Google Shape;1952;p96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53" name="Google Shape;1953;p96"/>
            <p:cNvCxnSpPr/>
            <p:nvPr/>
          </p:nvCxnSpPr>
          <p:spPr>
            <a:xfrm flipH="1">
              <a:off x="-2053103" y="1344161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54" name="Google Shape;1954;p96"/>
            <p:cNvCxnSpPr/>
            <p:nvPr/>
          </p:nvCxnSpPr>
          <p:spPr>
            <a:xfrm rot="10800000">
              <a:off x="-2022025" y="328629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55" name="Google Shape;1955;p96"/>
            <p:cNvCxnSpPr/>
            <p:nvPr/>
          </p:nvCxnSpPr>
          <p:spPr>
            <a:xfrm rot="10800000">
              <a:off x="-1016025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956" name="Google Shape;1956;p96"/>
          <p:cNvSpPr/>
          <p:nvPr/>
        </p:nvSpPr>
        <p:spPr>
          <a:xfrm>
            <a:off x="7411005" y="4032451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96"/>
          <p:cNvSpPr txBox="1"/>
          <p:nvPr/>
        </p:nvSpPr>
        <p:spPr>
          <a:xfrm flipH="1">
            <a:off x="7123167" y="3276472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64°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8" name="Google Shape;1958;p96"/>
          <p:cNvSpPr txBox="1"/>
          <p:nvPr/>
        </p:nvSpPr>
        <p:spPr>
          <a:xfrm>
            <a:off x="5435347" y="4370750"/>
            <a:ext cx="19755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9" name="Google Shape;1959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1052" y="697950"/>
            <a:ext cx="3369275" cy="135154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60" name="Google Shape;1960;p96"/>
          <p:cNvSpPr/>
          <p:nvPr/>
        </p:nvSpPr>
        <p:spPr>
          <a:xfrm>
            <a:off x="3474529" y="2175301"/>
            <a:ext cx="635100" cy="6228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1" name="Google Shape;1961;p96"/>
          <p:cNvGrpSpPr/>
          <p:nvPr/>
        </p:nvGrpSpPr>
        <p:grpSpPr>
          <a:xfrm>
            <a:off x="3131475" y="1218425"/>
            <a:ext cx="1750547" cy="1579676"/>
            <a:chOff x="3131475" y="1218425"/>
            <a:chExt cx="1750547" cy="1579676"/>
          </a:xfrm>
        </p:grpSpPr>
        <p:sp>
          <p:nvSpPr>
            <p:cNvPr id="1962" name="Google Shape;1962;p96"/>
            <p:cNvSpPr/>
            <p:nvPr/>
          </p:nvSpPr>
          <p:spPr>
            <a:xfrm>
              <a:off x="4246922" y="2175301"/>
              <a:ext cx="635100" cy="622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3" name="Google Shape;1963;p96"/>
            <p:cNvSpPr/>
            <p:nvPr/>
          </p:nvSpPr>
          <p:spPr>
            <a:xfrm>
              <a:off x="3131475" y="1218425"/>
              <a:ext cx="682500" cy="220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4" name="Google Shape;1964;p96"/>
          <p:cNvGrpSpPr/>
          <p:nvPr/>
        </p:nvGrpSpPr>
        <p:grpSpPr>
          <a:xfrm>
            <a:off x="1936754" y="946050"/>
            <a:ext cx="2400421" cy="1852051"/>
            <a:chOff x="1936754" y="946050"/>
            <a:chExt cx="2400421" cy="1852051"/>
          </a:xfrm>
        </p:grpSpPr>
        <p:sp>
          <p:nvSpPr>
            <p:cNvPr id="1965" name="Google Shape;1965;p96"/>
            <p:cNvSpPr/>
            <p:nvPr/>
          </p:nvSpPr>
          <p:spPr>
            <a:xfrm>
              <a:off x="1936754" y="2175301"/>
              <a:ext cx="635100" cy="622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6" name="Google Shape;1966;p96"/>
            <p:cNvSpPr/>
            <p:nvPr/>
          </p:nvSpPr>
          <p:spPr>
            <a:xfrm>
              <a:off x="2709479" y="2175301"/>
              <a:ext cx="635100" cy="622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7" name="Google Shape;1967;p96"/>
            <p:cNvSpPr/>
            <p:nvPr/>
          </p:nvSpPr>
          <p:spPr>
            <a:xfrm>
              <a:off x="3131475" y="946050"/>
              <a:ext cx="1205700" cy="220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8" name="Google Shape;1968;p96"/>
          <p:cNvGrpSpPr/>
          <p:nvPr/>
        </p:nvGrpSpPr>
        <p:grpSpPr>
          <a:xfrm>
            <a:off x="1171704" y="1166850"/>
            <a:ext cx="3223396" cy="1631251"/>
            <a:chOff x="1171704" y="1166850"/>
            <a:chExt cx="3223396" cy="1631251"/>
          </a:xfrm>
        </p:grpSpPr>
        <p:sp>
          <p:nvSpPr>
            <p:cNvPr id="1969" name="Google Shape;1969;p96"/>
            <p:cNvSpPr/>
            <p:nvPr/>
          </p:nvSpPr>
          <p:spPr>
            <a:xfrm>
              <a:off x="1171704" y="2175301"/>
              <a:ext cx="635100" cy="622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0" name="Google Shape;1970;p96"/>
            <p:cNvSpPr/>
            <p:nvPr/>
          </p:nvSpPr>
          <p:spPr>
            <a:xfrm>
              <a:off x="3073600" y="1166850"/>
              <a:ext cx="1321500" cy="516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1" name="Google Shape;1971;p96"/>
          <p:cNvGrpSpPr/>
          <p:nvPr/>
        </p:nvGrpSpPr>
        <p:grpSpPr>
          <a:xfrm>
            <a:off x="3813975" y="1218425"/>
            <a:ext cx="2605822" cy="1579676"/>
            <a:chOff x="3813975" y="1218425"/>
            <a:chExt cx="2605822" cy="1579676"/>
          </a:xfrm>
        </p:grpSpPr>
        <p:grpSp>
          <p:nvGrpSpPr>
            <p:cNvPr id="1972" name="Google Shape;1972;p96"/>
            <p:cNvGrpSpPr/>
            <p:nvPr/>
          </p:nvGrpSpPr>
          <p:grpSpPr>
            <a:xfrm>
              <a:off x="5011972" y="2175301"/>
              <a:ext cx="1407825" cy="622800"/>
              <a:chOff x="5011972" y="2175301"/>
              <a:chExt cx="1407825" cy="622800"/>
            </a:xfrm>
          </p:grpSpPr>
          <p:sp>
            <p:nvSpPr>
              <p:cNvPr id="1973" name="Google Shape;1973;p96"/>
              <p:cNvSpPr/>
              <p:nvPr/>
            </p:nvSpPr>
            <p:spPr>
              <a:xfrm>
                <a:off x="5011972" y="2175301"/>
                <a:ext cx="635100" cy="622800"/>
              </a:xfrm>
              <a:prstGeom prst="rect">
                <a:avLst/>
              </a:prstGeom>
              <a:solidFill>
                <a:srgbClr val="D6E3D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4" name="Google Shape;1974;p96"/>
              <p:cNvSpPr/>
              <p:nvPr/>
            </p:nvSpPr>
            <p:spPr>
              <a:xfrm>
                <a:off x="5784697" y="2175301"/>
                <a:ext cx="635100" cy="622800"/>
              </a:xfrm>
              <a:prstGeom prst="rect">
                <a:avLst/>
              </a:prstGeom>
              <a:solidFill>
                <a:srgbClr val="D6E3D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975" name="Google Shape;1975;p96"/>
            <p:cNvSpPr/>
            <p:nvPr/>
          </p:nvSpPr>
          <p:spPr>
            <a:xfrm>
              <a:off x="3813975" y="1218425"/>
              <a:ext cx="355500" cy="220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6" name="Google Shape;1976;p96"/>
          <p:cNvGrpSpPr/>
          <p:nvPr/>
        </p:nvGrpSpPr>
        <p:grpSpPr>
          <a:xfrm>
            <a:off x="4169475" y="1218425"/>
            <a:ext cx="3015372" cy="1579676"/>
            <a:chOff x="4169475" y="1218425"/>
            <a:chExt cx="3015372" cy="1579676"/>
          </a:xfrm>
        </p:grpSpPr>
        <p:sp>
          <p:nvSpPr>
            <p:cNvPr id="1977" name="Google Shape;1977;p96"/>
            <p:cNvSpPr/>
            <p:nvPr/>
          </p:nvSpPr>
          <p:spPr>
            <a:xfrm>
              <a:off x="6549747" y="2175301"/>
              <a:ext cx="635100" cy="622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8" name="Google Shape;1978;p96"/>
            <p:cNvSpPr/>
            <p:nvPr/>
          </p:nvSpPr>
          <p:spPr>
            <a:xfrm>
              <a:off x="4169475" y="1218425"/>
              <a:ext cx="150600" cy="220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9" name="Google Shape;1979;p96"/>
          <p:cNvGrpSpPr/>
          <p:nvPr/>
        </p:nvGrpSpPr>
        <p:grpSpPr>
          <a:xfrm>
            <a:off x="4169475" y="1706550"/>
            <a:ext cx="3780422" cy="1091551"/>
            <a:chOff x="4169475" y="1706550"/>
            <a:chExt cx="3780422" cy="1091551"/>
          </a:xfrm>
        </p:grpSpPr>
        <p:sp>
          <p:nvSpPr>
            <p:cNvPr id="1980" name="Google Shape;1980;p96"/>
            <p:cNvSpPr/>
            <p:nvPr/>
          </p:nvSpPr>
          <p:spPr>
            <a:xfrm>
              <a:off x="7314797" y="2175301"/>
              <a:ext cx="635100" cy="622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1" name="Google Shape;1981;p96"/>
            <p:cNvSpPr/>
            <p:nvPr/>
          </p:nvSpPr>
          <p:spPr>
            <a:xfrm>
              <a:off x="4169475" y="1706550"/>
              <a:ext cx="1975500" cy="2424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82" name="Google Shape;1982;p96"/>
          <p:cNvSpPr txBox="1"/>
          <p:nvPr/>
        </p:nvSpPr>
        <p:spPr>
          <a:xfrm>
            <a:off x="324000" y="4533897"/>
            <a:ext cx="428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tan ratio of the opposite angle.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96"/>
          <p:cNvSpPr/>
          <p:nvPr/>
        </p:nvSpPr>
        <p:spPr>
          <a:xfrm flipH="1" rot="10800000">
            <a:off x="7835950" y="3370525"/>
            <a:ext cx="941400" cy="7209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97"/>
          <p:cNvSpPr/>
          <p:nvPr/>
        </p:nvSpPr>
        <p:spPr>
          <a:xfrm>
            <a:off x="5633550" y="1095126"/>
            <a:ext cx="1265400" cy="12657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97"/>
          <p:cNvSpPr/>
          <p:nvPr/>
        </p:nvSpPr>
        <p:spPr>
          <a:xfrm rot="-3032611">
            <a:off x="6555944" y="1015498"/>
            <a:ext cx="1195521" cy="1335953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sp>
        <p:nvSpPr>
          <p:cNvPr id="1991" name="Google Shape;1991;p97"/>
          <p:cNvSpPr txBox="1"/>
          <p:nvPr/>
        </p:nvSpPr>
        <p:spPr>
          <a:xfrm>
            <a:off x="324000" y="675487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Match the triangle to the calculation that finds the length of its missing side.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97"/>
          <p:cNvSpPr/>
          <p:nvPr/>
        </p:nvSpPr>
        <p:spPr>
          <a:xfrm flipH="1">
            <a:off x="3118510" y="1169629"/>
            <a:ext cx="1108800" cy="11091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3" name="Google Shape;1993;p97"/>
          <p:cNvSpPr txBox="1"/>
          <p:nvPr/>
        </p:nvSpPr>
        <p:spPr>
          <a:xfrm>
            <a:off x="3133884" y="1707437"/>
            <a:ext cx="4173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97"/>
          <p:cNvSpPr/>
          <p:nvPr/>
        </p:nvSpPr>
        <p:spPr>
          <a:xfrm flipH="1" rot="-2368091">
            <a:off x="2570554" y="2345896"/>
            <a:ext cx="182648" cy="18264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97"/>
          <p:cNvSpPr txBox="1"/>
          <p:nvPr/>
        </p:nvSpPr>
        <p:spPr>
          <a:xfrm flipH="1">
            <a:off x="3159884" y="2180345"/>
            <a:ext cx="1004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97"/>
          <p:cNvSpPr/>
          <p:nvPr/>
        </p:nvSpPr>
        <p:spPr>
          <a:xfrm rot="2368091">
            <a:off x="7185918" y="2349671"/>
            <a:ext cx="182648" cy="18264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97"/>
          <p:cNvSpPr/>
          <p:nvPr/>
        </p:nvSpPr>
        <p:spPr>
          <a:xfrm flipH="1" rot="3032984">
            <a:off x="2187824" y="1011765"/>
            <a:ext cx="1195452" cy="1335884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97"/>
          <p:cNvSpPr txBox="1"/>
          <p:nvPr/>
        </p:nvSpPr>
        <p:spPr>
          <a:xfrm flipH="1">
            <a:off x="6475704" y="1711212"/>
            <a:ext cx="4173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97"/>
          <p:cNvSpPr txBox="1"/>
          <p:nvPr/>
        </p:nvSpPr>
        <p:spPr>
          <a:xfrm>
            <a:off x="7686147" y="2125618"/>
            <a:ext cx="1004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97"/>
          <p:cNvSpPr txBox="1"/>
          <p:nvPr/>
        </p:nvSpPr>
        <p:spPr>
          <a:xfrm flipH="1">
            <a:off x="1604026" y="2122730"/>
            <a:ext cx="6978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97"/>
          <p:cNvSpPr txBox="1"/>
          <p:nvPr/>
        </p:nvSpPr>
        <p:spPr>
          <a:xfrm flipH="1">
            <a:off x="5914877" y="2145963"/>
            <a:ext cx="1004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2" name="Google Shape;2002;p97"/>
          <p:cNvGrpSpPr/>
          <p:nvPr/>
        </p:nvGrpSpPr>
        <p:grpSpPr>
          <a:xfrm>
            <a:off x="1359068" y="1498458"/>
            <a:ext cx="243093" cy="243093"/>
            <a:chOff x="1020916" y="1442088"/>
            <a:chExt cx="457200" cy="457200"/>
          </a:xfrm>
        </p:grpSpPr>
        <p:pic>
          <p:nvPicPr>
            <p:cNvPr id="2003" name="Google Shape;2003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4" name="Google Shape;2004;p97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5" name="Google Shape;2005;p97"/>
          <p:cNvGrpSpPr/>
          <p:nvPr/>
        </p:nvGrpSpPr>
        <p:grpSpPr>
          <a:xfrm>
            <a:off x="5883693" y="1602633"/>
            <a:ext cx="243093" cy="243093"/>
            <a:chOff x="1020916" y="1442088"/>
            <a:chExt cx="457200" cy="457200"/>
          </a:xfrm>
        </p:grpSpPr>
        <p:pic>
          <p:nvPicPr>
            <p:cNvPr id="2006" name="Google Shape;2006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7" name="Google Shape;2007;p97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8" name="Google Shape;2008;p97"/>
          <p:cNvGrpSpPr/>
          <p:nvPr/>
        </p:nvGrpSpPr>
        <p:grpSpPr>
          <a:xfrm>
            <a:off x="957575" y="3141488"/>
            <a:ext cx="1578618" cy="990621"/>
            <a:chOff x="2255450" y="3598688"/>
            <a:chExt cx="1578618" cy="990621"/>
          </a:xfrm>
        </p:grpSpPr>
        <p:grpSp>
          <p:nvGrpSpPr>
            <p:cNvPr id="2009" name="Google Shape;2009;p97"/>
            <p:cNvGrpSpPr/>
            <p:nvPr/>
          </p:nvGrpSpPr>
          <p:grpSpPr>
            <a:xfrm>
              <a:off x="2255450" y="3643513"/>
              <a:ext cx="1578618" cy="614925"/>
              <a:chOff x="871250" y="4012538"/>
              <a:chExt cx="1578618" cy="614925"/>
            </a:xfrm>
          </p:grpSpPr>
          <p:sp>
            <p:nvSpPr>
              <p:cNvPr id="2010" name="Google Shape;2010;p97"/>
              <p:cNvSpPr txBox="1"/>
              <p:nvPr/>
            </p:nvSpPr>
            <p:spPr>
              <a:xfrm flipH="1">
                <a:off x="871250" y="4202275"/>
                <a:ext cx="627000" cy="23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 =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011" name="Google Shape;2011;p97"/>
              <p:cNvGrpSpPr/>
              <p:nvPr/>
            </p:nvGrpSpPr>
            <p:grpSpPr>
              <a:xfrm>
                <a:off x="1359069" y="4012538"/>
                <a:ext cx="1090800" cy="614925"/>
                <a:chOff x="1139394" y="4666375"/>
                <a:chExt cx="1090800" cy="614925"/>
              </a:xfrm>
            </p:grpSpPr>
            <p:sp>
              <p:nvSpPr>
                <p:cNvPr id="2012" name="Google Shape;2012;p97"/>
                <p:cNvSpPr txBox="1"/>
                <p:nvPr/>
              </p:nvSpPr>
              <p:spPr>
                <a:xfrm>
                  <a:off x="1139394" y="5038900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tan(42°)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2013" name="Google Shape;2013;p97"/>
                <p:cNvCxnSpPr/>
                <p:nvPr/>
              </p:nvCxnSpPr>
              <p:spPr>
                <a:xfrm rot="10800000">
                  <a:off x="1272594" y="4987861"/>
                  <a:ext cx="824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14" name="Google Shape;2014;p97"/>
                <p:cNvSpPr txBox="1"/>
                <p:nvPr/>
              </p:nvSpPr>
              <p:spPr>
                <a:xfrm>
                  <a:off x="1139394" y="4666375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200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grpSp>
          <p:nvGrpSpPr>
            <p:cNvPr id="2015" name="Google Shape;2015;p97"/>
            <p:cNvGrpSpPr/>
            <p:nvPr/>
          </p:nvGrpSpPr>
          <p:grpSpPr>
            <a:xfrm>
              <a:off x="2303400" y="3598688"/>
              <a:ext cx="1482600" cy="990621"/>
              <a:chOff x="2055968" y="1171726"/>
              <a:chExt cx="1482600" cy="990621"/>
            </a:xfrm>
          </p:grpSpPr>
          <p:grpSp>
            <p:nvGrpSpPr>
              <p:cNvPr id="2016" name="Google Shape;2016;p97"/>
              <p:cNvGrpSpPr/>
              <p:nvPr/>
            </p:nvGrpSpPr>
            <p:grpSpPr>
              <a:xfrm>
                <a:off x="2675705" y="1919254"/>
                <a:ext cx="243093" cy="243093"/>
                <a:chOff x="1020916" y="1442088"/>
                <a:chExt cx="457200" cy="457200"/>
              </a:xfrm>
            </p:grpSpPr>
            <p:pic>
              <p:nvPicPr>
                <p:cNvPr id="2017" name="Google Shape;2017;p97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18" name="Google Shape;2018;p97"/>
                <p:cNvSpPr txBox="1"/>
                <p:nvPr/>
              </p:nvSpPr>
              <p:spPr>
                <a:xfrm>
                  <a:off x="1045521" y="1451202"/>
                  <a:ext cx="408000" cy="418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c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2019" name="Google Shape;2019;p97"/>
              <p:cNvSpPr/>
              <p:nvPr/>
            </p:nvSpPr>
            <p:spPr>
              <a:xfrm>
                <a:off x="2055968" y="1171726"/>
                <a:ext cx="1482600" cy="747600"/>
              </a:xfrm>
              <a:prstGeom prst="rect">
                <a:avLst/>
              </a:prstGeom>
              <a:noFill/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020" name="Google Shape;2020;p97"/>
          <p:cNvGrpSpPr/>
          <p:nvPr/>
        </p:nvGrpSpPr>
        <p:grpSpPr>
          <a:xfrm>
            <a:off x="3422700" y="3141488"/>
            <a:ext cx="1578618" cy="990621"/>
            <a:chOff x="4320000" y="3598688"/>
            <a:chExt cx="1578618" cy="990621"/>
          </a:xfrm>
        </p:grpSpPr>
        <p:grpSp>
          <p:nvGrpSpPr>
            <p:cNvPr id="2021" name="Google Shape;2021;p97"/>
            <p:cNvGrpSpPr/>
            <p:nvPr/>
          </p:nvGrpSpPr>
          <p:grpSpPr>
            <a:xfrm>
              <a:off x="4320000" y="3643513"/>
              <a:ext cx="1578618" cy="614925"/>
              <a:chOff x="871250" y="4012538"/>
              <a:chExt cx="1578618" cy="614925"/>
            </a:xfrm>
          </p:grpSpPr>
          <p:sp>
            <p:nvSpPr>
              <p:cNvPr id="2022" name="Google Shape;2022;p97"/>
              <p:cNvSpPr txBox="1"/>
              <p:nvPr/>
            </p:nvSpPr>
            <p:spPr>
              <a:xfrm flipH="1">
                <a:off x="871250" y="4202275"/>
                <a:ext cx="627000" cy="23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 =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023" name="Google Shape;2023;p97"/>
              <p:cNvGrpSpPr/>
              <p:nvPr/>
            </p:nvGrpSpPr>
            <p:grpSpPr>
              <a:xfrm>
                <a:off x="1359069" y="4012538"/>
                <a:ext cx="1090800" cy="614925"/>
                <a:chOff x="1139394" y="4666375"/>
                <a:chExt cx="1090800" cy="614925"/>
              </a:xfrm>
            </p:grpSpPr>
            <p:sp>
              <p:nvSpPr>
                <p:cNvPr id="2024" name="Google Shape;2024;p97"/>
                <p:cNvSpPr txBox="1"/>
                <p:nvPr/>
              </p:nvSpPr>
              <p:spPr>
                <a:xfrm>
                  <a:off x="1139394" y="5038900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200</a:t>
                  </a:r>
                  <a:endParaRPr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2025" name="Google Shape;2025;p97"/>
                <p:cNvCxnSpPr/>
                <p:nvPr/>
              </p:nvCxnSpPr>
              <p:spPr>
                <a:xfrm rot="10800000">
                  <a:off x="1272594" y="4987861"/>
                  <a:ext cx="824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26" name="Google Shape;2026;p97"/>
                <p:cNvSpPr txBox="1"/>
                <p:nvPr/>
              </p:nvSpPr>
              <p:spPr>
                <a:xfrm>
                  <a:off x="1139394" y="4666375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tan(42°)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grpSp>
          <p:nvGrpSpPr>
            <p:cNvPr id="2027" name="Google Shape;2027;p97"/>
            <p:cNvGrpSpPr/>
            <p:nvPr/>
          </p:nvGrpSpPr>
          <p:grpSpPr>
            <a:xfrm>
              <a:off x="4368010" y="3598688"/>
              <a:ext cx="1482600" cy="990621"/>
              <a:chOff x="2055968" y="1171726"/>
              <a:chExt cx="1482600" cy="990621"/>
            </a:xfrm>
          </p:grpSpPr>
          <p:grpSp>
            <p:nvGrpSpPr>
              <p:cNvPr id="2028" name="Google Shape;2028;p97"/>
              <p:cNvGrpSpPr/>
              <p:nvPr/>
            </p:nvGrpSpPr>
            <p:grpSpPr>
              <a:xfrm>
                <a:off x="2675705" y="1919254"/>
                <a:ext cx="243093" cy="243093"/>
                <a:chOff x="1020916" y="1442088"/>
                <a:chExt cx="457200" cy="457200"/>
              </a:xfrm>
            </p:grpSpPr>
            <p:pic>
              <p:nvPicPr>
                <p:cNvPr id="2029" name="Google Shape;2029;p97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30" name="Google Shape;2030;p97"/>
                <p:cNvSpPr txBox="1"/>
                <p:nvPr/>
              </p:nvSpPr>
              <p:spPr>
                <a:xfrm>
                  <a:off x="1045521" y="1451202"/>
                  <a:ext cx="408000" cy="418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d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2031" name="Google Shape;2031;p97"/>
              <p:cNvSpPr/>
              <p:nvPr/>
            </p:nvSpPr>
            <p:spPr>
              <a:xfrm>
                <a:off x="2055968" y="1171726"/>
                <a:ext cx="1482600" cy="747600"/>
              </a:xfrm>
              <a:prstGeom prst="rect">
                <a:avLst/>
              </a:prstGeom>
              <a:noFill/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032" name="Google Shape;2032;p97"/>
          <p:cNvGrpSpPr/>
          <p:nvPr/>
        </p:nvGrpSpPr>
        <p:grpSpPr>
          <a:xfrm>
            <a:off x="5887825" y="3306450"/>
            <a:ext cx="2298600" cy="658842"/>
            <a:chOff x="6326150" y="3763650"/>
            <a:chExt cx="2298600" cy="658842"/>
          </a:xfrm>
        </p:grpSpPr>
        <p:sp>
          <p:nvSpPr>
            <p:cNvPr id="2033" name="Google Shape;2033;p97"/>
            <p:cNvSpPr txBox="1"/>
            <p:nvPr/>
          </p:nvSpPr>
          <p:spPr>
            <a:xfrm flipH="1">
              <a:off x="6392738" y="3833250"/>
              <a:ext cx="21654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 =</a:t>
              </a: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200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×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tan(42°)</a:t>
              </a:r>
              <a:endParaRPr i="1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034" name="Google Shape;2034;p97"/>
            <p:cNvGrpSpPr/>
            <p:nvPr/>
          </p:nvGrpSpPr>
          <p:grpSpPr>
            <a:xfrm>
              <a:off x="6326150" y="3763650"/>
              <a:ext cx="2298600" cy="658842"/>
              <a:chOff x="1647921" y="1503505"/>
              <a:chExt cx="2298600" cy="658842"/>
            </a:xfrm>
          </p:grpSpPr>
          <p:grpSp>
            <p:nvGrpSpPr>
              <p:cNvPr id="2035" name="Google Shape;2035;p97"/>
              <p:cNvGrpSpPr/>
              <p:nvPr/>
            </p:nvGrpSpPr>
            <p:grpSpPr>
              <a:xfrm>
                <a:off x="2675705" y="1919254"/>
                <a:ext cx="243093" cy="243093"/>
                <a:chOff x="1020916" y="1442088"/>
                <a:chExt cx="457200" cy="457200"/>
              </a:xfrm>
            </p:grpSpPr>
            <p:pic>
              <p:nvPicPr>
                <p:cNvPr id="2036" name="Google Shape;2036;p97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37" name="Google Shape;2037;p97"/>
                <p:cNvSpPr txBox="1"/>
                <p:nvPr/>
              </p:nvSpPr>
              <p:spPr>
                <a:xfrm>
                  <a:off x="1045521" y="1451202"/>
                  <a:ext cx="408000" cy="418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e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2038" name="Google Shape;2038;p97"/>
              <p:cNvSpPr/>
              <p:nvPr/>
            </p:nvSpPr>
            <p:spPr>
              <a:xfrm>
                <a:off x="1647921" y="1503505"/>
                <a:ext cx="2298600" cy="415800"/>
              </a:xfrm>
              <a:prstGeom prst="rect">
                <a:avLst/>
              </a:prstGeom>
              <a:noFill/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cxnSp>
        <p:nvCxnSpPr>
          <p:cNvPr id="2039" name="Google Shape;2039;p97"/>
          <p:cNvCxnSpPr/>
          <p:nvPr/>
        </p:nvCxnSpPr>
        <p:spPr>
          <a:xfrm rot="10800000">
            <a:off x="6182800" y="1795550"/>
            <a:ext cx="1020000" cy="862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40" name="Google Shape;2040;p97"/>
          <p:cNvCxnSpPr/>
          <p:nvPr/>
        </p:nvCxnSpPr>
        <p:spPr>
          <a:xfrm rot="10800000">
            <a:off x="1776475" y="1674075"/>
            <a:ext cx="732300" cy="919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41" name="Google Shape;2041;p97"/>
          <p:cNvCxnSpPr/>
          <p:nvPr/>
        </p:nvCxnSpPr>
        <p:spPr>
          <a:xfrm flipH="1" rot="10800000">
            <a:off x="7430575" y="1722925"/>
            <a:ext cx="740400" cy="927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42" name="Google Shape;2042;p97"/>
          <p:cNvCxnSpPr/>
          <p:nvPr/>
        </p:nvCxnSpPr>
        <p:spPr>
          <a:xfrm flipH="1">
            <a:off x="2752725" y="1820150"/>
            <a:ext cx="1017000" cy="813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98"/>
          <p:cNvSpPr/>
          <p:nvPr/>
        </p:nvSpPr>
        <p:spPr>
          <a:xfrm>
            <a:off x="5633550" y="1095126"/>
            <a:ext cx="1265400" cy="12657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98"/>
          <p:cNvSpPr/>
          <p:nvPr/>
        </p:nvSpPr>
        <p:spPr>
          <a:xfrm rot="-3032611">
            <a:off x="6555944" y="1015498"/>
            <a:ext cx="1195521" cy="1335953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sp>
        <p:nvSpPr>
          <p:cNvPr id="2050" name="Google Shape;2050;p98"/>
          <p:cNvSpPr txBox="1"/>
          <p:nvPr/>
        </p:nvSpPr>
        <p:spPr>
          <a:xfrm>
            <a:off x="324000" y="675487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Match the triangle to the calculation that finds the length of its missing side.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98"/>
          <p:cNvSpPr/>
          <p:nvPr/>
        </p:nvSpPr>
        <p:spPr>
          <a:xfrm flipH="1">
            <a:off x="3118510" y="1169629"/>
            <a:ext cx="1108800" cy="11091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98"/>
          <p:cNvSpPr txBox="1"/>
          <p:nvPr/>
        </p:nvSpPr>
        <p:spPr>
          <a:xfrm>
            <a:off x="3133884" y="1707437"/>
            <a:ext cx="4173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98"/>
          <p:cNvSpPr/>
          <p:nvPr/>
        </p:nvSpPr>
        <p:spPr>
          <a:xfrm flipH="1" rot="-2368091">
            <a:off x="2570554" y="2345896"/>
            <a:ext cx="182648" cy="18264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4" name="Google Shape;2054;p98"/>
          <p:cNvSpPr txBox="1"/>
          <p:nvPr/>
        </p:nvSpPr>
        <p:spPr>
          <a:xfrm flipH="1">
            <a:off x="3159884" y="2180345"/>
            <a:ext cx="1004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5" name="Google Shape;2055;p98"/>
          <p:cNvSpPr/>
          <p:nvPr/>
        </p:nvSpPr>
        <p:spPr>
          <a:xfrm rot="2368091">
            <a:off x="7185918" y="2349671"/>
            <a:ext cx="182648" cy="18264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6" name="Google Shape;2056;p98"/>
          <p:cNvSpPr txBox="1"/>
          <p:nvPr/>
        </p:nvSpPr>
        <p:spPr>
          <a:xfrm flipH="1">
            <a:off x="6475704" y="1711212"/>
            <a:ext cx="4173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7" name="Google Shape;2057;p98"/>
          <p:cNvSpPr txBox="1"/>
          <p:nvPr/>
        </p:nvSpPr>
        <p:spPr>
          <a:xfrm>
            <a:off x="7686147" y="2125618"/>
            <a:ext cx="1004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98"/>
          <p:cNvSpPr txBox="1"/>
          <p:nvPr/>
        </p:nvSpPr>
        <p:spPr>
          <a:xfrm flipH="1">
            <a:off x="1604026" y="2122730"/>
            <a:ext cx="6978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98"/>
          <p:cNvSpPr/>
          <p:nvPr/>
        </p:nvSpPr>
        <p:spPr>
          <a:xfrm flipH="1" rot="3032611">
            <a:off x="2187655" y="1011723"/>
            <a:ext cx="1195521" cy="1335953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0" name="Google Shape;2060;p98"/>
          <p:cNvSpPr txBox="1"/>
          <p:nvPr/>
        </p:nvSpPr>
        <p:spPr>
          <a:xfrm flipH="1">
            <a:off x="5914877" y="2145963"/>
            <a:ext cx="1004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1" name="Google Shape;2061;p98"/>
          <p:cNvGrpSpPr/>
          <p:nvPr/>
        </p:nvGrpSpPr>
        <p:grpSpPr>
          <a:xfrm>
            <a:off x="1359068" y="1498458"/>
            <a:ext cx="243093" cy="243093"/>
            <a:chOff x="1020916" y="1442088"/>
            <a:chExt cx="457200" cy="457200"/>
          </a:xfrm>
        </p:grpSpPr>
        <p:pic>
          <p:nvPicPr>
            <p:cNvPr id="2062" name="Google Shape;2062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3" name="Google Shape;2063;p98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4" name="Google Shape;2064;p98"/>
          <p:cNvGrpSpPr/>
          <p:nvPr/>
        </p:nvGrpSpPr>
        <p:grpSpPr>
          <a:xfrm>
            <a:off x="5883693" y="1602633"/>
            <a:ext cx="243093" cy="243093"/>
            <a:chOff x="1020916" y="1442088"/>
            <a:chExt cx="457200" cy="457200"/>
          </a:xfrm>
        </p:grpSpPr>
        <p:pic>
          <p:nvPicPr>
            <p:cNvPr id="2065" name="Google Shape;2065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6" name="Google Shape;2066;p98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7" name="Google Shape;2067;p98"/>
          <p:cNvGrpSpPr/>
          <p:nvPr/>
        </p:nvGrpSpPr>
        <p:grpSpPr>
          <a:xfrm>
            <a:off x="6527425" y="2744688"/>
            <a:ext cx="1578618" cy="990621"/>
            <a:chOff x="2255450" y="3598688"/>
            <a:chExt cx="1578618" cy="990621"/>
          </a:xfrm>
        </p:grpSpPr>
        <p:grpSp>
          <p:nvGrpSpPr>
            <p:cNvPr id="2068" name="Google Shape;2068;p98"/>
            <p:cNvGrpSpPr/>
            <p:nvPr/>
          </p:nvGrpSpPr>
          <p:grpSpPr>
            <a:xfrm>
              <a:off x="2255450" y="3643513"/>
              <a:ext cx="1578618" cy="614925"/>
              <a:chOff x="871250" y="4012538"/>
              <a:chExt cx="1578618" cy="614925"/>
            </a:xfrm>
          </p:grpSpPr>
          <p:sp>
            <p:nvSpPr>
              <p:cNvPr id="2069" name="Google Shape;2069;p98"/>
              <p:cNvSpPr txBox="1"/>
              <p:nvPr/>
            </p:nvSpPr>
            <p:spPr>
              <a:xfrm flipH="1">
                <a:off x="871250" y="4202275"/>
                <a:ext cx="627000" cy="23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 =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070" name="Google Shape;2070;p98"/>
              <p:cNvGrpSpPr/>
              <p:nvPr/>
            </p:nvGrpSpPr>
            <p:grpSpPr>
              <a:xfrm>
                <a:off x="1359069" y="4012538"/>
                <a:ext cx="1090800" cy="614925"/>
                <a:chOff x="1139394" y="4666375"/>
                <a:chExt cx="1090800" cy="614925"/>
              </a:xfrm>
            </p:grpSpPr>
            <p:sp>
              <p:nvSpPr>
                <p:cNvPr id="2071" name="Google Shape;2071;p98"/>
                <p:cNvSpPr txBox="1"/>
                <p:nvPr/>
              </p:nvSpPr>
              <p:spPr>
                <a:xfrm>
                  <a:off x="1139394" y="5038900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tan(42°)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2072" name="Google Shape;2072;p98"/>
                <p:cNvCxnSpPr/>
                <p:nvPr/>
              </p:nvCxnSpPr>
              <p:spPr>
                <a:xfrm rot="10800000">
                  <a:off x="1272594" y="4987861"/>
                  <a:ext cx="824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73" name="Google Shape;2073;p98"/>
                <p:cNvSpPr txBox="1"/>
                <p:nvPr/>
              </p:nvSpPr>
              <p:spPr>
                <a:xfrm>
                  <a:off x="1139394" y="4666375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200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grpSp>
          <p:nvGrpSpPr>
            <p:cNvPr id="2074" name="Google Shape;2074;p98"/>
            <p:cNvGrpSpPr/>
            <p:nvPr/>
          </p:nvGrpSpPr>
          <p:grpSpPr>
            <a:xfrm>
              <a:off x="2303400" y="3598688"/>
              <a:ext cx="1482600" cy="990621"/>
              <a:chOff x="2055968" y="1171726"/>
              <a:chExt cx="1482600" cy="990621"/>
            </a:xfrm>
          </p:grpSpPr>
          <p:grpSp>
            <p:nvGrpSpPr>
              <p:cNvPr id="2075" name="Google Shape;2075;p98"/>
              <p:cNvGrpSpPr/>
              <p:nvPr/>
            </p:nvGrpSpPr>
            <p:grpSpPr>
              <a:xfrm>
                <a:off x="2675705" y="1919254"/>
                <a:ext cx="243093" cy="243093"/>
                <a:chOff x="1020916" y="1442088"/>
                <a:chExt cx="457200" cy="457200"/>
              </a:xfrm>
            </p:grpSpPr>
            <p:pic>
              <p:nvPicPr>
                <p:cNvPr id="2076" name="Google Shape;2076;p98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77" name="Google Shape;2077;p98"/>
                <p:cNvSpPr txBox="1"/>
                <p:nvPr/>
              </p:nvSpPr>
              <p:spPr>
                <a:xfrm>
                  <a:off x="1045521" y="1451202"/>
                  <a:ext cx="408000" cy="418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c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2078" name="Google Shape;2078;p98"/>
              <p:cNvSpPr/>
              <p:nvPr/>
            </p:nvSpPr>
            <p:spPr>
              <a:xfrm>
                <a:off x="2055968" y="1171726"/>
                <a:ext cx="1482600" cy="747600"/>
              </a:xfrm>
              <a:prstGeom prst="rect">
                <a:avLst/>
              </a:prstGeom>
              <a:noFill/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079" name="Google Shape;2079;p98"/>
          <p:cNvGrpSpPr/>
          <p:nvPr/>
        </p:nvGrpSpPr>
        <p:grpSpPr>
          <a:xfrm>
            <a:off x="4054925" y="3824688"/>
            <a:ext cx="1578618" cy="990621"/>
            <a:chOff x="4320000" y="3598688"/>
            <a:chExt cx="1578618" cy="990621"/>
          </a:xfrm>
        </p:grpSpPr>
        <p:grpSp>
          <p:nvGrpSpPr>
            <p:cNvPr id="2080" name="Google Shape;2080;p98"/>
            <p:cNvGrpSpPr/>
            <p:nvPr/>
          </p:nvGrpSpPr>
          <p:grpSpPr>
            <a:xfrm>
              <a:off x="4320000" y="3643513"/>
              <a:ext cx="1578618" cy="614925"/>
              <a:chOff x="871250" y="4012538"/>
              <a:chExt cx="1578618" cy="614925"/>
            </a:xfrm>
          </p:grpSpPr>
          <p:sp>
            <p:nvSpPr>
              <p:cNvPr id="2081" name="Google Shape;2081;p98"/>
              <p:cNvSpPr txBox="1"/>
              <p:nvPr/>
            </p:nvSpPr>
            <p:spPr>
              <a:xfrm flipH="1">
                <a:off x="871250" y="4202275"/>
                <a:ext cx="627000" cy="23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i="1"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 =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082" name="Google Shape;2082;p98"/>
              <p:cNvGrpSpPr/>
              <p:nvPr/>
            </p:nvGrpSpPr>
            <p:grpSpPr>
              <a:xfrm>
                <a:off x="1359069" y="4012538"/>
                <a:ext cx="1090800" cy="614925"/>
                <a:chOff x="1139394" y="4666375"/>
                <a:chExt cx="1090800" cy="614925"/>
              </a:xfrm>
            </p:grpSpPr>
            <p:sp>
              <p:nvSpPr>
                <p:cNvPr id="2083" name="Google Shape;2083;p98"/>
                <p:cNvSpPr txBox="1"/>
                <p:nvPr/>
              </p:nvSpPr>
              <p:spPr>
                <a:xfrm>
                  <a:off x="1139394" y="5038900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200</a:t>
                  </a:r>
                  <a:endParaRPr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2084" name="Google Shape;2084;p98"/>
                <p:cNvCxnSpPr/>
                <p:nvPr/>
              </p:nvCxnSpPr>
              <p:spPr>
                <a:xfrm rot="10800000">
                  <a:off x="1272594" y="4987861"/>
                  <a:ext cx="824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85" name="Google Shape;2085;p98"/>
                <p:cNvSpPr txBox="1"/>
                <p:nvPr/>
              </p:nvSpPr>
              <p:spPr>
                <a:xfrm>
                  <a:off x="1139394" y="4666375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tan(42°)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grpSp>
          <p:nvGrpSpPr>
            <p:cNvPr id="2086" name="Google Shape;2086;p98"/>
            <p:cNvGrpSpPr/>
            <p:nvPr/>
          </p:nvGrpSpPr>
          <p:grpSpPr>
            <a:xfrm>
              <a:off x="4368010" y="3598688"/>
              <a:ext cx="1482600" cy="990621"/>
              <a:chOff x="2055968" y="1171726"/>
              <a:chExt cx="1482600" cy="990621"/>
            </a:xfrm>
          </p:grpSpPr>
          <p:grpSp>
            <p:nvGrpSpPr>
              <p:cNvPr id="2087" name="Google Shape;2087;p98"/>
              <p:cNvGrpSpPr/>
              <p:nvPr/>
            </p:nvGrpSpPr>
            <p:grpSpPr>
              <a:xfrm>
                <a:off x="2675705" y="1919254"/>
                <a:ext cx="243093" cy="243093"/>
                <a:chOff x="1020916" y="1442088"/>
                <a:chExt cx="457200" cy="457200"/>
              </a:xfrm>
            </p:grpSpPr>
            <p:pic>
              <p:nvPicPr>
                <p:cNvPr id="2088" name="Google Shape;2088;p98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89" name="Google Shape;2089;p98"/>
                <p:cNvSpPr txBox="1"/>
                <p:nvPr/>
              </p:nvSpPr>
              <p:spPr>
                <a:xfrm>
                  <a:off x="1045521" y="1451202"/>
                  <a:ext cx="408000" cy="418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d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2090" name="Google Shape;2090;p98"/>
              <p:cNvSpPr/>
              <p:nvPr/>
            </p:nvSpPr>
            <p:spPr>
              <a:xfrm>
                <a:off x="2055968" y="1171726"/>
                <a:ext cx="1482600" cy="747600"/>
              </a:xfrm>
              <a:prstGeom prst="rect">
                <a:avLst/>
              </a:prstGeom>
              <a:noFill/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091" name="Google Shape;2091;p98"/>
          <p:cNvSpPr txBox="1"/>
          <p:nvPr/>
        </p:nvSpPr>
        <p:spPr>
          <a:xfrm>
            <a:off x="324000" y="3910450"/>
            <a:ext cx="3465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Hence, use a calculator to find the length of each missing side labelled with an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(2 d.p.)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2" name="Google Shape;2092;p98"/>
          <p:cNvGrpSpPr/>
          <p:nvPr/>
        </p:nvGrpSpPr>
        <p:grpSpPr>
          <a:xfrm>
            <a:off x="1684800" y="2797600"/>
            <a:ext cx="2298600" cy="658842"/>
            <a:chOff x="6326150" y="3763650"/>
            <a:chExt cx="2298600" cy="658842"/>
          </a:xfrm>
        </p:grpSpPr>
        <p:sp>
          <p:nvSpPr>
            <p:cNvPr id="2093" name="Google Shape;2093;p98"/>
            <p:cNvSpPr txBox="1"/>
            <p:nvPr/>
          </p:nvSpPr>
          <p:spPr>
            <a:xfrm flipH="1">
              <a:off x="6392738" y="3833250"/>
              <a:ext cx="21654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 =</a:t>
              </a: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200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×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tan(42°)</a:t>
              </a:r>
              <a:endParaRPr i="1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094" name="Google Shape;2094;p98"/>
            <p:cNvGrpSpPr/>
            <p:nvPr/>
          </p:nvGrpSpPr>
          <p:grpSpPr>
            <a:xfrm>
              <a:off x="6326150" y="3763650"/>
              <a:ext cx="2298600" cy="658842"/>
              <a:chOff x="1647921" y="1503505"/>
              <a:chExt cx="2298600" cy="658842"/>
            </a:xfrm>
          </p:grpSpPr>
          <p:grpSp>
            <p:nvGrpSpPr>
              <p:cNvPr id="2095" name="Google Shape;2095;p98"/>
              <p:cNvGrpSpPr/>
              <p:nvPr/>
            </p:nvGrpSpPr>
            <p:grpSpPr>
              <a:xfrm>
                <a:off x="2675705" y="1919254"/>
                <a:ext cx="243093" cy="243093"/>
                <a:chOff x="1020916" y="1442088"/>
                <a:chExt cx="457200" cy="457200"/>
              </a:xfrm>
            </p:grpSpPr>
            <p:pic>
              <p:nvPicPr>
                <p:cNvPr id="2096" name="Google Shape;2096;p98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97" name="Google Shape;2097;p98"/>
                <p:cNvSpPr txBox="1"/>
                <p:nvPr/>
              </p:nvSpPr>
              <p:spPr>
                <a:xfrm>
                  <a:off x="1045521" y="1451202"/>
                  <a:ext cx="408000" cy="418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e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2098" name="Google Shape;2098;p98"/>
              <p:cNvSpPr/>
              <p:nvPr/>
            </p:nvSpPr>
            <p:spPr>
              <a:xfrm>
                <a:off x="1647921" y="1503505"/>
                <a:ext cx="2298600" cy="415800"/>
              </a:xfrm>
              <a:prstGeom prst="rect">
                <a:avLst/>
              </a:prstGeom>
              <a:noFill/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id="2099" name="Google Shape;2099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3538" y="440064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00" name="Google Shape;2100;p98"/>
          <p:cNvSpPr txBox="1"/>
          <p:nvPr/>
        </p:nvSpPr>
        <p:spPr>
          <a:xfrm>
            <a:off x="324000" y="2129800"/>
            <a:ext cx="1320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180.08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1" name="Google Shape;2101;p98"/>
          <p:cNvSpPr txBox="1"/>
          <p:nvPr/>
        </p:nvSpPr>
        <p:spPr>
          <a:xfrm>
            <a:off x="4806475" y="2129800"/>
            <a:ext cx="1320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222.12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02" name="Google Shape;2102;p98"/>
          <p:cNvCxnSpPr/>
          <p:nvPr/>
        </p:nvCxnSpPr>
        <p:spPr>
          <a:xfrm rot="10800000">
            <a:off x="6182800" y="1795550"/>
            <a:ext cx="1020000" cy="862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3" name="Google Shape;2103;p98"/>
          <p:cNvCxnSpPr/>
          <p:nvPr/>
        </p:nvCxnSpPr>
        <p:spPr>
          <a:xfrm rot="10800000">
            <a:off x="1776475" y="1674075"/>
            <a:ext cx="732300" cy="919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4" name="Google Shape;2104;p98"/>
          <p:cNvCxnSpPr/>
          <p:nvPr/>
        </p:nvCxnSpPr>
        <p:spPr>
          <a:xfrm flipH="1" rot="10800000">
            <a:off x="7430575" y="1722925"/>
            <a:ext cx="740400" cy="927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5" name="Google Shape;2105;p98"/>
          <p:cNvCxnSpPr/>
          <p:nvPr/>
        </p:nvCxnSpPr>
        <p:spPr>
          <a:xfrm flipH="1">
            <a:off x="2752725" y="1820150"/>
            <a:ext cx="1017000" cy="813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99"/>
          <p:cNvSpPr txBox="1"/>
          <p:nvPr/>
        </p:nvSpPr>
        <p:spPr>
          <a:xfrm>
            <a:off x="324000" y="71535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Starting with the smallest, put these side lengths of right-angled triangles in order of size.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1" name="Google Shape;2111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sp>
        <p:nvSpPr>
          <p:cNvPr id="2112" name="Google Shape;2112;p99"/>
          <p:cNvSpPr/>
          <p:nvPr/>
        </p:nvSpPr>
        <p:spPr>
          <a:xfrm>
            <a:off x="6546300" y="2571750"/>
            <a:ext cx="1993200" cy="4968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tan(10°)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3" name="Google Shape;2113;p99"/>
          <p:cNvSpPr/>
          <p:nvPr/>
        </p:nvSpPr>
        <p:spPr>
          <a:xfrm>
            <a:off x="3616975" y="2991600"/>
            <a:ext cx="1993200" cy="4968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tan(70°)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4" name="Google Shape;2114;p99"/>
          <p:cNvSpPr/>
          <p:nvPr/>
        </p:nvSpPr>
        <p:spPr>
          <a:xfrm>
            <a:off x="4896000" y="1620000"/>
            <a:ext cx="1993200" cy="4968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tan(70°)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5" name="Google Shape;2115;p99"/>
          <p:cNvSpPr/>
          <p:nvPr/>
        </p:nvSpPr>
        <p:spPr>
          <a:xfrm>
            <a:off x="646650" y="4019563"/>
            <a:ext cx="1993200" cy="4968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tan(45°)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16" name="Google Shape;2116;p99"/>
          <p:cNvGrpSpPr/>
          <p:nvPr/>
        </p:nvGrpSpPr>
        <p:grpSpPr>
          <a:xfrm>
            <a:off x="582350" y="1504200"/>
            <a:ext cx="1185600" cy="895800"/>
            <a:chOff x="3979250" y="1614225"/>
            <a:chExt cx="1185600" cy="895800"/>
          </a:xfrm>
        </p:grpSpPr>
        <p:sp>
          <p:nvSpPr>
            <p:cNvPr id="2117" name="Google Shape;2117;p99"/>
            <p:cNvSpPr/>
            <p:nvPr/>
          </p:nvSpPr>
          <p:spPr>
            <a:xfrm>
              <a:off x="3979250" y="1614225"/>
              <a:ext cx="1185600" cy="8958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18" name="Google Shape;2118;p99"/>
            <p:cNvGrpSpPr/>
            <p:nvPr/>
          </p:nvGrpSpPr>
          <p:grpSpPr>
            <a:xfrm>
              <a:off x="4026644" y="1754575"/>
              <a:ext cx="1090800" cy="614925"/>
              <a:chOff x="1139394" y="4666375"/>
              <a:chExt cx="1090800" cy="614925"/>
            </a:xfrm>
          </p:grpSpPr>
          <p:sp>
            <p:nvSpPr>
              <p:cNvPr id="2119" name="Google Shape;2119;p99"/>
              <p:cNvSpPr txBox="1"/>
              <p:nvPr/>
            </p:nvSpPr>
            <p:spPr>
              <a:xfrm>
                <a:off x="1139394" y="5038900"/>
                <a:ext cx="1090800" cy="24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tan(10°)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120" name="Google Shape;2120;p99"/>
              <p:cNvCxnSpPr/>
              <p:nvPr/>
            </p:nvCxnSpPr>
            <p:spPr>
              <a:xfrm rot="10800000">
                <a:off x="1272594" y="4987861"/>
                <a:ext cx="824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21" name="Google Shape;2121;p99"/>
              <p:cNvSpPr txBox="1"/>
              <p:nvPr/>
            </p:nvSpPr>
            <p:spPr>
              <a:xfrm>
                <a:off x="1139394" y="4666375"/>
                <a:ext cx="1090800" cy="24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0.4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22" name="Google Shape;2122;p99"/>
          <p:cNvGrpSpPr/>
          <p:nvPr/>
        </p:nvGrpSpPr>
        <p:grpSpPr>
          <a:xfrm>
            <a:off x="7183600" y="3769800"/>
            <a:ext cx="1185600" cy="895800"/>
            <a:chOff x="3979250" y="2741950"/>
            <a:chExt cx="1185600" cy="895800"/>
          </a:xfrm>
        </p:grpSpPr>
        <p:sp>
          <p:nvSpPr>
            <p:cNvPr id="2123" name="Google Shape;2123;p99"/>
            <p:cNvSpPr/>
            <p:nvPr/>
          </p:nvSpPr>
          <p:spPr>
            <a:xfrm>
              <a:off x="3979250" y="2741950"/>
              <a:ext cx="1185600" cy="8958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24" name="Google Shape;2124;p99"/>
            <p:cNvGrpSpPr/>
            <p:nvPr/>
          </p:nvGrpSpPr>
          <p:grpSpPr>
            <a:xfrm>
              <a:off x="4026644" y="2882300"/>
              <a:ext cx="1090800" cy="614925"/>
              <a:chOff x="1139394" y="4666375"/>
              <a:chExt cx="1090800" cy="614925"/>
            </a:xfrm>
          </p:grpSpPr>
          <p:sp>
            <p:nvSpPr>
              <p:cNvPr id="2125" name="Google Shape;2125;p99"/>
              <p:cNvSpPr txBox="1"/>
              <p:nvPr/>
            </p:nvSpPr>
            <p:spPr>
              <a:xfrm>
                <a:off x="1139394" y="5038900"/>
                <a:ext cx="1090800" cy="24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tan(70°)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126" name="Google Shape;2126;p99"/>
              <p:cNvCxnSpPr/>
              <p:nvPr/>
            </p:nvCxnSpPr>
            <p:spPr>
              <a:xfrm rot="10800000">
                <a:off x="1272594" y="4987861"/>
                <a:ext cx="824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27" name="Google Shape;2127;p99"/>
              <p:cNvSpPr txBox="1"/>
              <p:nvPr/>
            </p:nvSpPr>
            <p:spPr>
              <a:xfrm>
                <a:off x="1139394" y="4666375"/>
                <a:ext cx="1090800" cy="24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0.4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28" name="Google Shape;2128;p99"/>
          <p:cNvGrpSpPr/>
          <p:nvPr/>
        </p:nvGrpSpPr>
        <p:grpSpPr>
          <a:xfrm>
            <a:off x="2603975" y="1538600"/>
            <a:ext cx="1185600" cy="895800"/>
            <a:chOff x="3979250" y="3869675"/>
            <a:chExt cx="1185600" cy="895800"/>
          </a:xfrm>
        </p:grpSpPr>
        <p:sp>
          <p:nvSpPr>
            <p:cNvPr id="2129" name="Google Shape;2129;p99"/>
            <p:cNvSpPr/>
            <p:nvPr/>
          </p:nvSpPr>
          <p:spPr>
            <a:xfrm>
              <a:off x="3979250" y="3869675"/>
              <a:ext cx="1185600" cy="8958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30" name="Google Shape;2130;p99"/>
            <p:cNvGrpSpPr/>
            <p:nvPr/>
          </p:nvGrpSpPr>
          <p:grpSpPr>
            <a:xfrm>
              <a:off x="4026644" y="4010025"/>
              <a:ext cx="1090800" cy="614925"/>
              <a:chOff x="1139394" y="4666375"/>
              <a:chExt cx="1090800" cy="614925"/>
            </a:xfrm>
          </p:grpSpPr>
          <p:sp>
            <p:nvSpPr>
              <p:cNvPr id="2131" name="Google Shape;2131;p99"/>
              <p:cNvSpPr txBox="1"/>
              <p:nvPr/>
            </p:nvSpPr>
            <p:spPr>
              <a:xfrm>
                <a:off x="1139394" y="5038900"/>
                <a:ext cx="1090800" cy="24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tan(70°)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132" name="Google Shape;2132;p99"/>
              <p:cNvCxnSpPr/>
              <p:nvPr/>
            </p:nvCxnSpPr>
            <p:spPr>
              <a:xfrm rot="10800000">
                <a:off x="1272594" y="4987861"/>
                <a:ext cx="824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33" name="Google Shape;2133;p99"/>
              <p:cNvSpPr txBox="1"/>
              <p:nvPr/>
            </p:nvSpPr>
            <p:spPr>
              <a:xfrm>
                <a:off x="1139394" y="4666375"/>
                <a:ext cx="1090800" cy="24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50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100"/>
          <p:cNvSpPr/>
          <p:nvPr/>
        </p:nvSpPr>
        <p:spPr>
          <a:xfrm>
            <a:off x="4884225" y="3277826"/>
            <a:ext cx="1896300" cy="1896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9" name="Google Shape;2139;p100"/>
          <p:cNvSpPr/>
          <p:nvPr/>
        </p:nvSpPr>
        <p:spPr>
          <a:xfrm flipH="1" rot="5400000">
            <a:off x="4501126" y="2866300"/>
            <a:ext cx="735900" cy="1991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100"/>
          <p:cNvSpPr/>
          <p:nvPr/>
        </p:nvSpPr>
        <p:spPr>
          <a:xfrm flipH="1">
            <a:off x="7074800" y="665450"/>
            <a:ext cx="1201200" cy="1201200"/>
          </a:xfrm>
          <a:prstGeom prst="arc">
            <a:avLst>
              <a:gd fmla="val 2215612" name="adj1"/>
              <a:gd fmla="val 538720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1" name="Google Shape;2141;p100"/>
          <p:cNvSpPr/>
          <p:nvPr/>
        </p:nvSpPr>
        <p:spPr>
          <a:xfrm flipH="1">
            <a:off x="-202674" y="1559425"/>
            <a:ext cx="1431300" cy="14313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2" name="Google Shape;2142;p100"/>
          <p:cNvSpPr/>
          <p:nvPr/>
        </p:nvSpPr>
        <p:spPr>
          <a:xfrm rot="-5400000">
            <a:off x="665399" y="108640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3" name="Google Shape;2143;p100"/>
          <p:cNvSpPr txBox="1"/>
          <p:nvPr/>
        </p:nvSpPr>
        <p:spPr>
          <a:xfrm>
            <a:off x="324000" y="1059550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4" name="Google Shape;2144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cxnSp>
        <p:nvCxnSpPr>
          <p:cNvPr id="2145" name="Google Shape;2145;p100"/>
          <p:cNvCxnSpPr/>
          <p:nvPr/>
        </p:nvCxnSpPr>
        <p:spPr>
          <a:xfrm>
            <a:off x="5988031" y="969585"/>
            <a:ext cx="0" cy="3850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6" name="Google Shape;2146;p100"/>
          <p:cNvCxnSpPr/>
          <p:nvPr/>
        </p:nvCxnSpPr>
        <p:spPr>
          <a:xfrm>
            <a:off x="3156064" y="969585"/>
            <a:ext cx="0" cy="3850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7" name="Google Shape;2147;p100"/>
          <p:cNvSpPr/>
          <p:nvPr/>
        </p:nvSpPr>
        <p:spPr>
          <a:xfrm>
            <a:off x="1659443" y="20805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8" name="Google Shape;2148;p100"/>
          <p:cNvCxnSpPr/>
          <p:nvPr/>
        </p:nvCxnSpPr>
        <p:spPr>
          <a:xfrm flipH="1">
            <a:off x="417449" y="118195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49" name="Google Shape;2149;p100"/>
          <p:cNvCxnSpPr/>
          <p:nvPr/>
        </p:nvCxnSpPr>
        <p:spPr>
          <a:xfrm rot="10800000">
            <a:off x="493649" y="237101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0" name="Google Shape;2150;p100"/>
          <p:cNvSpPr txBox="1"/>
          <p:nvPr/>
        </p:nvSpPr>
        <p:spPr>
          <a:xfrm>
            <a:off x="857242" y="2371036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100"/>
          <p:cNvSpPr txBox="1"/>
          <p:nvPr/>
        </p:nvSpPr>
        <p:spPr>
          <a:xfrm flipH="1">
            <a:off x="716545" y="200455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2" name="Google Shape;2152;p100"/>
          <p:cNvCxnSpPr/>
          <p:nvPr/>
        </p:nvCxnSpPr>
        <p:spPr>
          <a:xfrm rot="10800000">
            <a:off x="1950014" y="12581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3" name="Google Shape;2153;p100"/>
          <p:cNvSpPr/>
          <p:nvPr/>
        </p:nvSpPr>
        <p:spPr>
          <a:xfrm flipH="1">
            <a:off x="2690019" y="1559425"/>
            <a:ext cx="1431300" cy="14313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100"/>
          <p:cNvSpPr/>
          <p:nvPr/>
        </p:nvSpPr>
        <p:spPr>
          <a:xfrm>
            <a:off x="1967793" y="1591450"/>
            <a:ext cx="1003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 tan(33°)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00"/>
          <p:cNvSpPr/>
          <p:nvPr/>
        </p:nvSpPr>
        <p:spPr>
          <a:xfrm rot="-5400000">
            <a:off x="3558092" y="108640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6" name="Google Shape;2156;p100"/>
          <p:cNvSpPr/>
          <p:nvPr/>
        </p:nvSpPr>
        <p:spPr>
          <a:xfrm>
            <a:off x="4552136" y="20805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7" name="Google Shape;2157;p100"/>
          <p:cNvCxnSpPr/>
          <p:nvPr/>
        </p:nvCxnSpPr>
        <p:spPr>
          <a:xfrm flipH="1">
            <a:off x="3310142" y="118195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58" name="Google Shape;2158;p100"/>
          <p:cNvCxnSpPr/>
          <p:nvPr/>
        </p:nvCxnSpPr>
        <p:spPr>
          <a:xfrm rot="10800000">
            <a:off x="3386342" y="237101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9" name="Google Shape;2159;p100"/>
          <p:cNvSpPr txBox="1"/>
          <p:nvPr/>
        </p:nvSpPr>
        <p:spPr>
          <a:xfrm flipH="1">
            <a:off x="3609239" y="200455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0" name="Google Shape;2160;p100"/>
          <p:cNvCxnSpPr/>
          <p:nvPr/>
        </p:nvCxnSpPr>
        <p:spPr>
          <a:xfrm rot="10800000">
            <a:off x="4842708" y="12581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61" name="Google Shape;2161;p100"/>
          <p:cNvSpPr/>
          <p:nvPr/>
        </p:nvSpPr>
        <p:spPr>
          <a:xfrm>
            <a:off x="7488586" y="20805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2" name="Google Shape;2162;p100"/>
          <p:cNvCxnSpPr/>
          <p:nvPr/>
        </p:nvCxnSpPr>
        <p:spPr>
          <a:xfrm flipH="1">
            <a:off x="6246592" y="118195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63" name="Google Shape;2163;p100"/>
          <p:cNvCxnSpPr/>
          <p:nvPr/>
        </p:nvCxnSpPr>
        <p:spPr>
          <a:xfrm rot="10800000">
            <a:off x="6322792" y="237101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64" name="Google Shape;2164;p100"/>
          <p:cNvCxnSpPr/>
          <p:nvPr/>
        </p:nvCxnSpPr>
        <p:spPr>
          <a:xfrm rot="10800000">
            <a:off x="7779158" y="12581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65" name="Google Shape;2165;p100"/>
          <p:cNvSpPr txBox="1"/>
          <p:nvPr/>
        </p:nvSpPr>
        <p:spPr>
          <a:xfrm flipH="1">
            <a:off x="7220539" y="1519383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48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100"/>
          <p:cNvSpPr/>
          <p:nvPr/>
        </p:nvSpPr>
        <p:spPr>
          <a:xfrm rot="-5400000">
            <a:off x="6494542" y="108640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100"/>
          <p:cNvSpPr/>
          <p:nvPr/>
        </p:nvSpPr>
        <p:spPr>
          <a:xfrm flipH="1">
            <a:off x="-154406" y="3514675"/>
            <a:ext cx="1431300" cy="14313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8" name="Google Shape;2168;p100"/>
          <p:cNvSpPr/>
          <p:nvPr/>
        </p:nvSpPr>
        <p:spPr>
          <a:xfrm rot="-5400000">
            <a:off x="713667" y="304165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9" name="Google Shape;2169;p100"/>
          <p:cNvSpPr/>
          <p:nvPr/>
        </p:nvSpPr>
        <p:spPr>
          <a:xfrm>
            <a:off x="1707711" y="403577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0" name="Google Shape;2170;p100"/>
          <p:cNvCxnSpPr/>
          <p:nvPr/>
        </p:nvCxnSpPr>
        <p:spPr>
          <a:xfrm flipH="1">
            <a:off x="465717" y="313720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71" name="Google Shape;2171;p100"/>
          <p:cNvCxnSpPr/>
          <p:nvPr/>
        </p:nvCxnSpPr>
        <p:spPr>
          <a:xfrm rot="10800000">
            <a:off x="541917" y="432626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72" name="Google Shape;2172;p100"/>
          <p:cNvSpPr txBox="1"/>
          <p:nvPr/>
        </p:nvSpPr>
        <p:spPr>
          <a:xfrm>
            <a:off x="837723" y="4326275"/>
            <a:ext cx="76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3" name="Google Shape;2173;p100"/>
          <p:cNvCxnSpPr/>
          <p:nvPr/>
        </p:nvCxnSpPr>
        <p:spPr>
          <a:xfrm rot="10800000">
            <a:off x="1998283" y="321341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74" name="Google Shape;2174;p100"/>
          <p:cNvSpPr/>
          <p:nvPr/>
        </p:nvSpPr>
        <p:spPr>
          <a:xfrm flipH="1">
            <a:off x="3873528" y="403577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5" name="Google Shape;2175;p100"/>
          <p:cNvCxnSpPr/>
          <p:nvPr/>
        </p:nvCxnSpPr>
        <p:spPr>
          <a:xfrm>
            <a:off x="3873522" y="4326266"/>
            <a:ext cx="19680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76" name="Google Shape;2176;p100"/>
          <p:cNvCxnSpPr/>
          <p:nvPr/>
        </p:nvCxnSpPr>
        <p:spPr>
          <a:xfrm rot="10800000">
            <a:off x="3770332" y="3493900"/>
            <a:ext cx="0" cy="744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77" name="Google Shape;2177;p100"/>
          <p:cNvSpPr txBox="1"/>
          <p:nvPr/>
        </p:nvSpPr>
        <p:spPr>
          <a:xfrm>
            <a:off x="4458548" y="4326275"/>
            <a:ext cx="76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8" name="Google Shape;2178;p100"/>
          <p:cNvSpPr/>
          <p:nvPr/>
        </p:nvSpPr>
        <p:spPr>
          <a:xfrm>
            <a:off x="7732405" y="3277826"/>
            <a:ext cx="1896300" cy="1896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9" name="Google Shape;2179;p100"/>
          <p:cNvSpPr/>
          <p:nvPr/>
        </p:nvSpPr>
        <p:spPr>
          <a:xfrm flipH="1" rot="5400000">
            <a:off x="7349307" y="2866300"/>
            <a:ext cx="735900" cy="1991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0" name="Google Shape;2180;p100"/>
          <p:cNvSpPr/>
          <p:nvPr/>
        </p:nvSpPr>
        <p:spPr>
          <a:xfrm flipH="1">
            <a:off x="6721708" y="403577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1" name="Google Shape;2181;p100"/>
          <p:cNvCxnSpPr/>
          <p:nvPr/>
        </p:nvCxnSpPr>
        <p:spPr>
          <a:xfrm>
            <a:off x="6721702" y="4326266"/>
            <a:ext cx="19680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82" name="Google Shape;2182;p100"/>
          <p:cNvSpPr txBox="1"/>
          <p:nvPr/>
        </p:nvSpPr>
        <p:spPr>
          <a:xfrm>
            <a:off x="7699175" y="3979086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3" name="Google Shape;2183;p100"/>
          <p:cNvCxnSpPr/>
          <p:nvPr/>
        </p:nvCxnSpPr>
        <p:spPr>
          <a:xfrm rot="10800000">
            <a:off x="6618513" y="3493900"/>
            <a:ext cx="0" cy="744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84" name="Google Shape;2184;p100"/>
          <p:cNvCxnSpPr/>
          <p:nvPr/>
        </p:nvCxnSpPr>
        <p:spPr>
          <a:xfrm rot="10800000">
            <a:off x="3922221" y="3397071"/>
            <a:ext cx="1991100" cy="735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85" name="Google Shape;2185;p100"/>
          <p:cNvCxnSpPr/>
          <p:nvPr/>
        </p:nvCxnSpPr>
        <p:spPr>
          <a:xfrm rot="10800000">
            <a:off x="6763525" y="3397071"/>
            <a:ext cx="1991100" cy="735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86" name="Google Shape;2186;p100"/>
          <p:cNvSpPr txBox="1"/>
          <p:nvPr/>
        </p:nvSpPr>
        <p:spPr>
          <a:xfrm>
            <a:off x="324075" y="6636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Find the lengths of all missing sides labelled with a letter (3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7" name="Google Shape;2187;p100"/>
          <p:cNvSpPr txBox="1"/>
          <p:nvPr/>
        </p:nvSpPr>
        <p:spPr>
          <a:xfrm>
            <a:off x="3263463" y="1059550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8" name="Google Shape;2188;p100"/>
          <p:cNvSpPr txBox="1"/>
          <p:nvPr/>
        </p:nvSpPr>
        <p:spPr>
          <a:xfrm>
            <a:off x="6091688" y="1059550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9" name="Google Shape;2189;p100"/>
          <p:cNvSpPr txBox="1"/>
          <p:nvPr/>
        </p:nvSpPr>
        <p:spPr>
          <a:xfrm>
            <a:off x="324000" y="2947813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0" name="Google Shape;2190;p100"/>
          <p:cNvSpPr txBox="1"/>
          <p:nvPr/>
        </p:nvSpPr>
        <p:spPr>
          <a:xfrm>
            <a:off x="3263463" y="2947813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1" name="Google Shape;2191;p100"/>
          <p:cNvSpPr txBox="1"/>
          <p:nvPr/>
        </p:nvSpPr>
        <p:spPr>
          <a:xfrm>
            <a:off x="6091688" y="2947813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2" name="Google Shape;2192;p100"/>
          <p:cNvSpPr txBox="1"/>
          <p:nvPr/>
        </p:nvSpPr>
        <p:spPr>
          <a:xfrm>
            <a:off x="3771817" y="2371036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3" name="Google Shape;2193;p100"/>
          <p:cNvSpPr/>
          <p:nvPr/>
        </p:nvSpPr>
        <p:spPr>
          <a:xfrm>
            <a:off x="4865527" y="1591450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4" name="Google Shape;2194;p100"/>
          <p:cNvSpPr txBox="1"/>
          <p:nvPr/>
        </p:nvSpPr>
        <p:spPr>
          <a:xfrm flipH="1">
            <a:off x="764814" y="395980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5" name="Google Shape;2195;p100"/>
          <p:cNvSpPr/>
          <p:nvPr/>
        </p:nvSpPr>
        <p:spPr>
          <a:xfrm>
            <a:off x="2029725" y="3546700"/>
            <a:ext cx="590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100"/>
          <p:cNvSpPr/>
          <p:nvPr/>
        </p:nvSpPr>
        <p:spPr>
          <a:xfrm>
            <a:off x="3168150" y="3691000"/>
            <a:ext cx="590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7" name="Google Shape;2197;p100"/>
          <p:cNvSpPr txBox="1"/>
          <p:nvPr/>
        </p:nvSpPr>
        <p:spPr>
          <a:xfrm>
            <a:off x="6067801" y="3744700"/>
            <a:ext cx="530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8" name="Google Shape;2198;p100"/>
          <p:cNvSpPr/>
          <p:nvPr/>
        </p:nvSpPr>
        <p:spPr>
          <a:xfrm>
            <a:off x="7380350" y="4326275"/>
            <a:ext cx="590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100"/>
          <p:cNvSpPr txBox="1"/>
          <p:nvPr/>
        </p:nvSpPr>
        <p:spPr>
          <a:xfrm>
            <a:off x="4850994" y="3979086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0" name="Google Shape;2200;p100"/>
          <p:cNvSpPr txBox="1"/>
          <p:nvPr/>
        </p:nvSpPr>
        <p:spPr>
          <a:xfrm>
            <a:off x="7807360" y="1645161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1" name="Google Shape;2201;p100"/>
          <p:cNvSpPr/>
          <p:nvPr/>
        </p:nvSpPr>
        <p:spPr>
          <a:xfrm>
            <a:off x="6686400" y="2371775"/>
            <a:ext cx="6603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2" name="Google Shape;220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23998" y="2860650"/>
            <a:ext cx="8471226" cy="2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101"/>
          <p:cNvSpPr txBox="1"/>
          <p:nvPr/>
        </p:nvSpPr>
        <p:spPr>
          <a:xfrm>
            <a:off x="324000" y="71535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Starting with the smallest, put these side lengths of right-angled triangles in order of size.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8" name="Google Shape;2208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grpSp>
        <p:nvGrpSpPr>
          <p:cNvPr id="2209" name="Google Shape;2209;p101"/>
          <p:cNvGrpSpPr/>
          <p:nvPr/>
        </p:nvGrpSpPr>
        <p:grpSpPr>
          <a:xfrm>
            <a:off x="324000" y="1613250"/>
            <a:ext cx="1993200" cy="846400"/>
            <a:chOff x="324000" y="1620000"/>
            <a:chExt cx="1993200" cy="846400"/>
          </a:xfrm>
        </p:grpSpPr>
        <p:sp>
          <p:nvSpPr>
            <p:cNvPr id="2210" name="Google Shape;2210;p101"/>
            <p:cNvSpPr/>
            <p:nvPr/>
          </p:nvSpPr>
          <p:spPr>
            <a:xfrm>
              <a:off x="324000" y="1620000"/>
              <a:ext cx="1993200" cy="4968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0.4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×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tan(10°)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1" name="Google Shape;2211;p101"/>
            <p:cNvSpPr txBox="1"/>
            <p:nvPr/>
          </p:nvSpPr>
          <p:spPr>
            <a:xfrm>
              <a:off x="324000" y="2129800"/>
              <a:ext cx="19932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0.071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212" name="Google Shape;2212;p101"/>
          <p:cNvGrpSpPr/>
          <p:nvPr/>
        </p:nvGrpSpPr>
        <p:grpSpPr>
          <a:xfrm>
            <a:off x="4928400" y="1613250"/>
            <a:ext cx="1993200" cy="846400"/>
            <a:chOff x="2578800" y="1620000"/>
            <a:chExt cx="1993200" cy="846400"/>
          </a:xfrm>
        </p:grpSpPr>
        <p:sp>
          <p:nvSpPr>
            <p:cNvPr id="2213" name="Google Shape;2213;p101"/>
            <p:cNvSpPr/>
            <p:nvPr/>
          </p:nvSpPr>
          <p:spPr>
            <a:xfrm>
              <a:off x="2578800" y="1620000"/>
              <a:ext cx="1993200" cy="4968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0.4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×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tan(70°)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4" name="Google Shape;2214;p101"/>
            <p:cNvSpPr txBox="1"/>
            <p:nvPr/>
          </p:nvSpPr>
          <p:spPr>
            <a:xfrm>
              <a:off x="2578800" y="2129800"/>
              <a:ext cx="19932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1.099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215" name="Google Shape;2215;p101"/>
          <p:cNvGrpSpPr/>
          <p:nvPr/>
        </p:nvGrpSpPr>
        <p:grpSpPr>
          <a:xfrm>
            <a:off x="324000" y="3299300"/>
            <a:ext cx="1993200" cy="846400"/>
            <a:chOff x="6826800" y="1620000"/>
            <a:chExt cx="1993200" cy="846400"/>
          </a:xfrm>
        </p:grpSpPr>
        <p:sp>
          <p:nvSpPr>
            <p:cNvPr id="2216" name="Google Shape;2216;p101"/>
            <p:cNvSpPr/>
            <p:nvPr/>
          </p:nvSpPr>
          <p:spPr>
            <a:xfrm>
              <a:off x="6826800" y="1620000"/>
              <a:ext cx="1993200" cy="4968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×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tan(70°)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7" name="Google Shape;2217;p101"/>
            <p:cNvSpPr txBox="1"/>
            <p:nvPr/>
          </p:nvSpPr>
          <p:spPr>
            <a:xfrm>
              <a:off x="6826800" y="2129800"/>
              <a:ext cx="19932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137.374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218" name="Google Shape;2218;p101"/>
          <p:cNvGrpSpPr/>
          <p:nvPr/>
        </p:nvGrpSpPr>
        <p:grpSpPr>
          <a:xfrm>
            <a:off x="3979200" y="3299300"/>
            <a:ext cx="1993200" cy="846413"/>
            <a:chOff x="4702800" y="1619988"/>
            <a:chExt cx="1993200" cy="846413"/>
          </a:xfrm>
        </p:grpSpPr>
        <p:sp>
          <p:nvSpPr>
            <p:cNvPr id="2219" name="Google Shape;2219;p101"/>
            <p:cNvSpPr/>
            <p:nvPr/>
          </p:nvSpPr>
          <p:spPr>
            <a:xfrm>
              <a:off x="4702800" y="1619988"/>
              <a:ext cx="1993200" cy="496800"/>
            </a:xfrm>
            <a:prstGeom prst="rect">
              <a:avLst/>
            </a:prstGeom>
            <a:solidFill>
              <a:srgbClr val="EBEDFE"/>
            </a:solidFill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× </a:t>
              </a:r>
              <a:r>
                <a:rPr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tan(45°)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0" name="Google Shape;2220;p101"/>
            <p:cNvSpPr txBox="1"/>
            <p:nvPr/>
          </p:nvSpPr>
          <p:spPr>
            <a:xfrm>
              <a:off x="4702800" y="2129800"/>
              <a:ext cx="19932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50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221" name="Google Shape;2221;p101"/>
          <p:cNvGrpSpPr/>
          <p:nvPr/>
        </p:nvGrpSpPr>
        <p:grpSpPr>
          <a:xfrm>
            <a:off x="7634400" y="3299300"/>
            <a:ext cx="1185600" cy="1232400"/>
            <a:chOff x="2395800" y="3481800"/>
            <a:chExt cx="1185600" cy="1232400"/>
          </a:xfrm>
        </p:grpSpPr>
        <p:grpSp>
          <p:nvGrpSpPr>
            <p:cNvPr id="2222" name="Google Shape;2222;p101"/>
            <p:cNvGrpSpPr/>
            <p:nvPr/>
          </p:nvGrpSpPr>
          <p:grpSpPr>
            <a:xfrm>
              <a:off x="2395800" y="3481800"/>
              <a:ext cx="1185600" cy="895800"/>
              <a:chOff x="3979250" y="3869675"/>
              <a:chExt cx="1185600" cy="895800"/>
            </a:xfrm>
          </p:grpSpPr>
          <p:sp>
            <p:nvSpPr>
              <p:cNvPr id="2223" name="Google Shape;2223;p101"/>
              <p:cNvSpPr/>
              <p:nvPr/>
            </p:nvSpPr>
            <p:spPr>
              <a:xfrm>
                <a:off x="3979250" y="3869675"/>
                <a:ext cx="1185600" cy="8958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rgbClr val="374CF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224" name="Google Shape;2224;p101"/>
              <p:cNvGrpSpPr/>
              <p:nvPr/>
            </p:nvGrpSpPr>
            <p:grpSpPr>
              <a:xfrm>
                <a:off x="4026644" y="4010025"/>
                <a:ext cx="1090800" cy="614925"/>
                <a:chOff x="1139394" y="4666375"/>
                <a:chExt cx="1090800" cy="614925"/>
              </a:xfrm>
            </p:grpSpPr>
            <p:sp>
              <p:nvSpPr>
                <p:cNvPr id="2225" name="Google Shape;2225;p101"/>
                <p:cNvSpPr txBox="1"/>
                <p:nvPr/>
              </p:nvSpPr>
              <p:spPr>
                <a:xfrm>
                  <a:off x="1139394" y="5038900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tan(70°)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2226" name="Google Shape;2226;p101"/>
                <p:cNvCxnSpPr/>
                <p:nvPr/>
              </p:nvCxnSpPr>
              <p:spPr>
                <a:xfrm rot="10800000">
                  <a:off x="1272594" y="4987861"/>
                  <a:ext cx="824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27" name="Google Shape;2227;p101"/>
                <p:cNvSpPr txBox="1"/>
                <p:nvPr/>
              </p:nvSpPr>
              <p:spPr>
                <a:xfrm>
                  <a:off x="1139394" y="4666375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50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2228" name="Google Shape;2228;p101"/>
            <p:cNvSpPr txBox="1"/>
            <p:nvPr/>
          </p:nvSpPr>
          <p:spPr>
            <a:xfrm>
              <a:off x="2395800" y="4377600"/>
              <a:ext cx="11856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18.199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229" name="Google Shape;2229;p101"/>
          <p:cNvGrpSpPr/>
          <p:nvPr/>
        </p:nvGrpSpPr>
        <p:grpSpPr>
          <a:xfrm>
            <a:off x="7634400" y="1613250"/>
            <a:ext cx="1185600" cy="1232400"/>
            <a:chOff x="4424575" y="3528225"/>
            <a:chExt cx="1185600" cy="1232400"/>
          </a:xfrm>
        </p:grpSpPr>
        <p:grpSp>
          <p:nvGrpSpPr>
            <p:cNvPr id="2230" name="Google Shape;2230;p101"/>
            <p:cNvGrpSpPr/>
            <p:nvPr/>
          </p:nvGrpSpPr>
          <p:grpSpPr>
            <a:xfrm>
              <a:off x="4424575" y="3528225"/>
              <a:ext cx="1185600" cy="895800"/>
              <a:chOff x="3979250" y="1614225"/>
              <a:chExt cx="1185600" cy="895800"/>
            </a:xfrm>
          </p:grpSpPr>
          <p:sp>
            <p:nvSpPr>
              <p:cNvPr id="2231" name="Google Shape;2231;p101"/>
              <p:cNvSpPr/>
              <p:nvPr/>
            </p:nvSpPr>
            <p:spPr>
              <a:xfrm>
                <a:off x="3979250" y="1614225"/>
                <a:ext cx="1185600" cy="8958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rgbClr val="374CF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232" name="Google Shape;2232;p101"/>
              <p:cNvGrpSpPr/>
              <p:nvPr/>
            </p:nvGrpSpPr>
            <p:grpSpPr>
              <a:xfrm>
                <a:off x="4026644" y="1754575"/>
                <a:ext cx="1090800" cy="614925"/>
                <a:chOff x="1139394" y="4666375"/>
                <a:chExt cx="1090800" cy="614925"/>
              </a:xfrm>
            </p:grpSpPr>
            <p:sp>
              <p:nvSpPr>
                <p:cNvPr id="2233" name="Google Shape;2233;p101"/>
                <p:cNvSpPr txBox="1"/>
                <p:nvPr/>
              </p:nvSpPr>
              <p:spPr>
                <a:xfrm>
                  <a:off x="1139394" y="5038900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tan(10°)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2234" name="Google Shape;2234;p101"/>
                <p:cNvCxnSpPr/>
                <p:nvPr/>
              </p:nvCxnSpPr>
              <p:spPr>
                <a:xfrm rot="10800000">
                  <a:off x="1272594" y="4987861"/>
                  <a:ext cx="824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35" name="Google Shape;2235;p101"/>
                <p:cNvSpPr txBox="1"/>
                <p:nvPr/>
              </p:nvSpPr>
              <p:spPr>
                <a:xfrm>
                  <a:off x="1139394" y="4666375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0.4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2236" name="Google Shape;2236;p101"/>
            <p:cNvSpPr txBox="1"/>
            <p:nvPr/>
          </p:nvSpPr>
          <p:spPr>
            <a:xfrm>
              <a:off x="4424575" y="4424025"/>
              <a:ext cx="11856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2.269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237" name="Google Shape;2237;p101"/>
          <p:cNvGrpSpPr/>
          <p:nvPr/>
        </p:nvGrpSpPr>
        <p:grpSpPr>
          <a:xfrm>
            <a:off x="3030000" y="1613250"/>
            <a:ext cx="1185600" cy="1218900"/>
            <a:chOff x="7183600" y="3769800"/>
            <a:chExt cx="1185600" cy="1218900"/>
          </a:xfrm>
        </p:grpSpPr>
        <p:grpSp>
          <p:nvGrpSpPr>
            <p:cNvPr id="2238" name="Google Shape;2238;p101"/>
            <p:cNvGrpSpPr/>
            <p:nvPr/>
          </p:nvGrpSpPr>
          <p:grpSpPr>
            <a:xfrm>
              <a:off x="7183600" y="3769800"/>
              <a:ext cx="1185600" cy="895800"/>
              <a:chOff x="3979250" y="2741950"/>
              <a:chExt cx="1185600" cy="895800"/>
            </a:xfrm>
          </p:grpSpPr>
          <p:sp>
            <p:nvSpPr>
              <p:cNvPr id="2239" name="Google Shape;2239;p101"/>
              <p:cNvSpPr/>
              <p:nvPr/>
            </p:nvSpPr>
            <p:spPr>
              <a:xfrm>
                <a:off x="3979250" y="2741950"/>
                <a:ext cx="1185600" cy="895800"/>
              </a:xfrm>
              <a:prstGeom prst="rect">
                <a:avLst/>
              </a:prstGeom>
              <a:solidFill>
                <a:srgbClr val="EBEDFE"/>
              </a:solidFill>
              <a:ln cap="flat" cmpd="sng" w="38100">
                <a:solidFill>
                  <a:srgbClr val="374CF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240" name="Google Shape;2240;p101"/>
              <p:cNvGrpSpPr/>
              <p:nvPr/>
            </p:nvGrpSpPr>
            <p:grpSpPr>
              <a:xfrm>
                <a:off x="4026644" y="2882300"/>
                <a:ext cx="1090800" cy="614925"/>
                <a:chOff x="1139394" y="4666375"/>
                <a:chExt cx="1090800" cy="614925"/>
              </a:xfrm>
            </p:grpSpPr>
            <p:sp>
              <p:nvSpPr>
                <p:cNvPr id="2241" name="Google Shape;2241;p101"/>
                <p:cNvSpPr txBox="1"/>
                <p:nvPr/>
              </p:nvSpPr>
              <p:spPr>
                <a:xfrm>
                  <a:off x="1139394" y="5038900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tan(70°)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2242" name="Google Shape;2242;p101"/>
                <p:cNvCxnSpPr/>
                <p:nvPr/>
              </p:nvCxnSpPr>
              <p:spPr>
                <a:xfrm rot="10800000">
                  <a:off x="1272594" y="4987861"/>
                  <a:ext cx="8244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43" name="Google Shape;2243;p101"/>
                <p:cNvSpPr txBox="1"/>
                <p:nvPr/>
              </p:nvSpPr>
              <p:spPr>
                <a:xfrm>
                  <a:off x="1139394" y="4666375"/>
                  <a:ext cx="1090800" cy="24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lang="en-GB" sz="20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0.4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2244" name="Google Shape;2244;p101"/>
            <p:cNvSpPr txBox="1"/>
            <p:nvPr/>
          </p:nvSpPr>
          <p:spPr>
            <a:xfrm>
              <a:off x="7183600" y="4652100"/>
              <a:ext cx="11856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0.146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cxnSp>
        <p:nvCxnSpPr>
          <p:cNvPr id="2245" name="Google Shape;2245;p101"/>
          <p:cNvCxnSpPr>
            <a:stCxn id="2210" idx="3"/>
          </p:cNvCxnSpPr>
          <p:nvPr/>
        </p:nvCxnSpPr>
        <p:spPr>
          <a:xfrm>
            <a:off x="2317200" y="1861650"/>
            <a:ext cx="693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6" name="Google Shape;2246;p101"/>
          <p:cNvCxnSpPr/>
          <p:nvPr/>
        </p:nvCxnSpPr>
        <p:spPr>
          <a:xfrm>
            <a:off x="4225050" y="1861650"/>
            <a:ext cx="693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7" name="Google Shape;2247;p101"/>
          <p:cNvCxnSpPr/>
          <p:nvPr/>
        </p:nvCxnSpPr>
        <p:spPr>
          <a:xfrm>
            <a:off x="6921600" y="1861650"/>
            <a:ext cx="693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8" name="Google Shape;2248;p101"/>
          <p:cNvCxnSpPr/>
          <p:nvPr/>
        </p:nvCxnSpPr>
        <p:spPr>
          <a:xfrm rot="10800000">
            <a:off x="5972450" y="3547375"/>
            <a:ext cx="1640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9" name="Google Shape;2249;p101"/>
          <p:cNvCxnSpPr/>
          <p:nvPr/>
        </p:nvCxnSpPr>
        <p:spPr>
          <a:xfrm rot="10800000">
            <a:off x="2338500" y="3547375"/>
            <a:ext cx="1640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0" name="Google Shape;2250;p101"/>
          <p:cNvCxnSpPr/>
          <p:nvPr/>
        </p:nvCxnSpPr>
        <p:spPr>
          <a:xfrm>
            <a:off x="8227200" y="2845650"/>
            <a:ext cx="0" cy="43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102"/>
          <p:cNvSpPr txBox="1"/>
          <p:nvPr/>
        </p:nvSpPr>
        <p:spPr>
          <a:xfrm>
            <a:off x="7623487" y="2977743"/>
            <a:ext cx="11856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 = 121.977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6" name="Google Shape;2256;p102"/>
          <p:cNvSpPr txBox="1"/>
          <p:nvPr/>
        </p:nvSpPr>
        <p:spPr>
          <a:xfrm>
            <a:off x="4717174" y="2977750"/>
            <a:ext cx="1279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 = 14.462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7" name="Google Shape;2257;p102"/>
          <p:cNvSpPr txBox="1"/>
          <p:nvPr/>
        </p:nvSpPr>
        <p:spPr>
          <a:xfrm>
            <a:off x="1970475" y="4480755"/>
            <a:ext cx="11856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 = 17.108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8" name="Google Shape;2258;p102"/>
          <p:cNvSpPr txBox="1"/>
          <p:nvPr/>
        </p:nvSpPr>
        <p:spPr>
          <a:xfrm>
            <a:off x="4811062" y="2531700"/>
            <a:ext cx="11856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 = 0.900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9" name="Google Shape;2259;p102"/>
          <p:cNvSpPr/>
          <p:nvPr/>
        </p:nvSpPr>
        <p:spPr>
          <a:xfrm>
            <a:off x="4884225" y="3277826"/>
            <a:ext cx="1896300" cy="1896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102"/>
          <p:cNvSpPr/>
          <p:nvPr/>
        </p:nvSpPr>
        <p:spPr>
          <a:xfrm flipH="1" rot="5400000">
            <a:off x="4501126" y="2866300"/>
            <a:ext cx="735900" cy="1991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1" name="Google Shape;2261;p102"/>
          <p:cNvSpPr/>
          <p:nvPr/>
        </p:nvSpPr>
        <p:spPr>
          <a:xfrm flipH="1">
            <a:off x="7074800" y="665450"/>
            <a:ext cx="1201200" cy="1201200"/>
          </a:xfrm>
          <a:prstGeom prst="arc">
            <a:avLst>
              <a:gd fmla="val 2215612" name="adj1"/>
              <a:gd fmla="val 5387200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2" name="Google Shape;2262;p102"/>
          <p:cNvSpPr/>
          <p:nvPr/>
        </p:nvSpPr>
        <p:spPr>
          <a:xfrm flipH="1">
            <a:off x="-202674" y="1559425"/>
            <a:ext cx="1431300" cy="14313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102"/>
          <p:cNvSpPr/>
          <p:nvPr/>
        </p:nvSpPr>
        <p:spPr>
          <a:xfrm rot="-5400000">
            <a:off x="665399" y="108640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102"/>
          <p:cNvSpPr txBox="1"/>
          <p:nvPr/>
        </p:nvSpPr>
        <p:spPr>
          <a:xfrm>
            <a:off x="324000" y="1059550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5" name="Google Shape;2265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Effectively using a calculator for the tan ratio</a:t>
            </a:r>
            <a:endParaRPr/>
          </a:p>
        </p:txBody>
      </p:sp>
      <p:cxnSp>
        <p:nvCxnSpPr>
          <p:cNvPr id="2266" name="Google Shape;2266;p102"/>
          <p:cNvCxnSpPr/>
          <p:nvPr/>
        </p:nvCxnSpPr>
        <p:spPr>
          <a:xfrm>
            <a:off x="5988031" y="969585"/>
            <a:ext cx="0" cy="3850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7" name="Google Shape;2267;p102"/>
          <p:cNvCxnSpPr/>
          <p:nvPr/>
        </p:nvCxnSpPr>
        <p:spPr>
          <a:xfrm>
            <a:off x="3156064" y="969585"/>
            <a:ext cx="0" cy="3850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8" name="Google Shape;2268;p102"/>
          <p:cNvSpPr/>
          <p:nvPr/>
        </p:nvSpPr>
        <p:spPr>
          <a:xfrm>
            <a:off x="1659443" y="20805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9" name="Google Shape;2269;p102"/>
          <p:cNvCxnSpPr/>
          <p:nvPr/>
        </p:nvCxnSpPr>
        <p:spPr>
          <a:xfrm flipH="1">
            <a:off x="417449" y="118195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70" name="Google Shape;2270;p102"/>
          <p:cNvCxnSpPr/>
          <p:nvPr/>
        </p:nvCxnSpPr>
        <p:spPr>
          <a:xfrm rot="10800000">
            <a:off x="493649" y="237101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71" name="Google Shape;2271;p102"/>
          <p:cNvSpPr txBox="1"/>
          <p:nvPr/>
        </p:nvSpPr>
        <p:spPr>
          <a:xfrm>
            <a:off x="857242" y="2371036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2" name="Google Shape;2272;p102"/>
          <p:cNvSpPr txBox="1"/>
          <p:nvPr/>
        </p:nvSpPr>
        <p:spPr>
          <a:xfrm flipH="1">
            <a:off x="716545" y="200455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3" name="Google Shape;2273;p102"/>
          <p:cNvCxnSpPr/>
          <p:nvPr/>
        </p:nvCxnSpPr>
        <p:spPr>
          <a:xfrm rot="10800000">
            <a:off x="1950014" y="12581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74" name="Google Shape;2274;p102"/>
          <p:cNvSpPr/>
          <p:nvPr/>
        </p:nvSpPr>
        <p:spPr>
          <a:xfrm flipH="1">
            <a:off x="2690019" y="1559425"/>
            <a:ext cx="1431300" cy="14313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5" name="Google Shape;2275;p102"/>
          <p:cNvSpPr/>
          <p:nvPr/>
        </p:nvSpPr>
        <p:spPr>
          <a:xfrm>
            <a:off x="1967793" y="1591450"/>
            <a:ext cx="1003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 tan(33°)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6" name="Google Shape;2276;p102"/>
          <p:cNvSpPr/>
          <p:nvPr/>
        </p:nvSpPr>
        <p:spPr>
          <a:xfrm rot="-5400000">
            <a:off x="3558092" y="108640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7" name="Google Shape;2277;p102"/>
          <p:cNvSpPr/>
          <p:nvPr/>
        </p:nvSpPr>
        <p:spPr>
          <a:xfrm>
            <a:off x="4552136" y="20805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8" name="Google Shape;2278;p102"/>
          <p:cNvCxnSpPr/>
          <p:nvPr/>
        </p:nvCxnSpPr>
        <p:spPr>
          <a:xfrm flipH="1">
            <a:off x="3310142" y="118195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79" name="Google Shape;2279;p102"/>
          <p:cNvCxnSpPr/>
          <p:nvPr/>
        </p:nvCxnSpPr>
        <p:spPr>
          <a:xfrm rot="10800000">
            <a:off x="3386342" y="237101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80" name="Google Shape;2280;p102"/>
          <p:cNvSpPr txBox="1"/>
          <p:nvPr/>
        </p:nvSpPr>
        <p:spPr>
          <a:xfrm flipH="1">
            <a:off x="3609239" y="200455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1" name="Google Shape;2281;p102"/>
          <p:cNvCxnSpPr/>
          <p:nvPr/>
        </p:nvCxnSpPr>
        <p:spPr>
          <a:xfrm rot="10800000">
            <a:off x="4842708" y="12581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82" name="Google Shape;2282;p102"/>
          <p:cNvSpPr/>
          <p:nvPr/>
        </p:nvSpPr>
        <p:spPr>
          <a:xfrm>
            <a:off x="7488586" y="208052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3" name="Google Shape;2283;p102"/>
          <p:cNvCxnSpPr/>
          <p:nvPr/>
        </p:nvCxnSpPr>
        <p:spPr>
          <a:xfrm flipH="1">
            <a:off x="6246592" y="118195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84" name="Google Shape;2284;p102"/>
          <p:cNvCxnSpPr/>
          <p:nvPr/>
        </p:nvCxnSpPr>
        <p:spPr>
          <a:xfrm rot="10800000">
            <a:off x="6322792" y="237101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85" name="Google Shape;2285;p102"/>
          <p:cNvSpPr txBox="1"/>
          <p:nvPr/>
        </p:nvSpPr>
        <p:spPr>
          <a:xfrm>
            <a:off x="7807360" y="1645161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6" name="Google Shape;2286;p102"/>
          <p:cNvCxnSpPr/>
          <p:nvPr/>
        </p:nvCxnSpPr>
        <p:spPr>
          <a:xfrm rot="10800000">
            <a:off x="7779158" y="125816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87" name="Google Shape;2287;p102"/>
          <p:cNvSpPr txBox="1"/>
          <p:nvPr/>
        </p:nvSpPr>
        <p:spPr>
          <a:xfrm flipH="1">
            <a:off x="7220539" y="1519383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48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8" name="Google Shape;2288;p102"/>
          <p:cNvSpPr/>
          <p:nvPr/>
        </p:nvSpPr>
        <p:spPr>
          <a:xfrm rot="-5400000">
            <a:off x="6494542" y="108640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9" name="Google Shape;2289;p102"/>
          <p:cNvSpPr/>
          <p:nvPr/>
        </p:nvSpPr>
        <p:spPr>
          <a:xfrm flipH="1">
            <a:off x="-154406" y="3514675"/>
            <a:ext cx="1431300" cy="14313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0" name="Google Shape;2290;p102"/>
          <p:cNvSpPr/>
          <p:nvPr/>
        </p:nvSpPr>
        <p:spPr>
          <a:xfrm rot="-5400000">
            <a:off x="713667" y="3041650"/>
            <a:ext cx="1016400" cy="1359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1" name="Google Shape;2291;p102"/>
          <p:cNvSpPr/>
          <p:nvPr/>
        </p:nvSpPr>
        <p:spPr>
          <a:xfrm>
            <a:off x="1707711" y="403577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2" name="Google Shape;2292;p102"/>
          <p:cNvCxnSpPr/>
          <p:nvPr/>
        </p:nvCxnSpPr>
        <p:spPr>
          <a:xfrm flipH="1">
            <a:off x="465717" y="3137200"/>
            <a:ext cx="135990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93" name="Google Shape;2293;p102"/>
          <p:cNvCxnSpPr/>
          <p:nvPr/>
        </p:nvCxnSpPr>
        <p:spPr>
          <a:xfrm rot="10800000">
            <a:off x="541917" y="4326266"/>
            <a:ext cx="135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94" name="Google Shape;2294;p102"/>
          <p:cNvSpPr txBox="1"/>
          <p:nvPr/>
        </p:nvSpPr>
        <p:spPr>
          <a:xfrm>
            <a:off x="837723" y="4326275"/>
            <a:ext cx="76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5" name="Google Shape;2295;p102"/>
          <p:cNvCxnSpPr/>
          <p:nvPr/>
        </p:nvCxnSpPr>
        <p:spPr>
          <a:xfrm rot="10800000">
            <a:off x="1998283" y="3213411"/>
            <a:ext cx="0" cy="1016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96" name="Google Shape;2296;p102"/>
          <p:cNvSpPr/>
          <p:nvPr/>
        </p:nvSpPr>
        <p:spPr>
          <a:xfrm flipH="1">
            <a:off x="3873528" y="403577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7" name="Google Shape;2297;p102"/>
          <p:cNvCxnSpPr/>
          <p:nvPr/>
        </p:nvCxnSpPr>
        <p:spPr>
          <a:xfrm>
            <a:off x="3873522" y="4326266"/>
            <a:ext cx="19680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98" name="Google Shape;2298;p102"/>
          <p:cNvCxnSpPr/>
          <p:nvPr/>
        </p:nvCxnSpPr>
        <p:spPr>
          <a:xfrm rot="10800000">
            <a:off x="3770332" y="3493900"/>
            <a:ext cx="0" cy="744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99" name="Google Shape;2299;p102"/>
          <p:cNvSpPr txBox="1"/>
          <p:nvPr/>
        </p:nvSpPr>
        <p:spPr>
          <a:xfrm>
            <a:off x="4458548" y="4326275"/>
            <a:ext cx="76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0" name="Google Shape;2300;p102"/>
          <p:cNvSpPr/>
          <p:nvPr/>
        </p:nvSpPr>
        <p:spPr>
          <a:xfrm>
            <a:off x="7732405" y="3277826"/>
            <a:ext cx="1896300" cy="1896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1" name="Google Shape;2301;p102"/>
          <p:cNvSpPr/>
          <p:nvPr/>
        </p:nvSpPr>
        <p:spPr>
          <a:xfrm flipH="1" rot="5400000">
            <a:off x="7349307" y="2866300"/>
            <a:ext cx="735900" cy="1991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2" name="Google Shape;2302;p102"/>
          <p:cNvSpPr/>
          <p:nvPr/>
        </p:nvSpPr>
        <p:spPr>
          <a:xfrm flipH="1">
            <a:off x="6721708" y="4035776"/>
            <a:ext cx="194100" cy="19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3" name="Google Shape;2303;p102"/>
          <p:cNvCxnSpPr/>
          <p:nvPr/>
        </p:nvCxnSpPr>
        <p:spPr>
          <a:xfrm>
            <a:off x="6721702" y="4326266"/>
            <a:ext cx="19680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04" name="Google Shape;2304;p102"/>
          <p:cNvSpPr txBox="1"/>
          <p:nvPr/>
        </p:nvSpPr>
        <p:spPr>
          <a:xfrm>
            <a:off x="7699175" y="3979086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5" name="Google Shape;2305;p102"/>
          <p:cNvCxnSpPr/>
          <p:nvPr/>
        </p:nvCxnSpPr>
        <p:spPr>
          <a:xfrm rot="10800000">
            <a:off x="6618513" y="3493900"/>
            <a:ext cx="0" cy="744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06" name="Google Shape;2306;p102"/>
          <p:cNvCxnSpPr/>
          <p:nvPr/>
        </p:nvCxnSpPr>
        <p:spPr>
          <a:xfrm rot="10800000">
            <a:off x="3922221" y="3397071"/>
            <a:ext cx="1991100" cy="735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07" name="Google Shape;2307;p102"/>
          <p:cNvCxnSpPr/>
          <p:nvPr/>
        </p:nvCxnSpPr>
        <p:spPr>
          <a:xfrm rot="10800000">
            <a:off x="6763525" y="3397071"/>
            <a:ext cx="1991100" cy="735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08" name="Google Shape;2308;p102"/>
          <p:cNvSpPr txBox="1"/>
          <p:nvPr/>
        </p:nvSpPr>
        <p:spPr>
          <a:xfrm>
            <a:off x="324075" y="6636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Find the lengths of all missing sides labelled with a letter (3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9" name="Google Shape;2309;p102"/>
          <p:cNvSpPr txBox="1"/>
          <p:nvPr/>
        </p:nvSpPr>
        <p:spPr>
          <a:xfrm>
            <a:off x="3263463" y="1059550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0" name="Google Shape;2310;p102"/>
          <p:cNvSpPr txBox="1"/>
          <p:nvPr/>
        </p:nvSpPr>
        <p:spPr>
          <a:xfrm>
            <a:off x="6091688" y="1059550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1" name="Google Shape;2311;p102"/>
          <p:cNvSpPr txBox="1"/>
          <p:nvPr/>
        </p:nvSpPr>
        <p:spPr>
          <a:xfrm>
            <a:off x="324000" y="2947813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2" name="Google Shape;2312;p102"/>
          <p:cNvSpPr txBox="1"/>
          <p:nvPr/>
        </p:nvSpPr>
        <p:spPr>
          <a:xfrm>
            <a:off x="3263463" y="2947813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3" name="Google Shape;2313;p102"/>
          <p:cNvSpPr txBox="1"/>
          <p:nvPr/>
        </p:nvSpPr>
        <p:spPr>
          <a:xfrm>
            <a:off x="6091688" y="2947813"/>
            <a:ext cx="26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4" name="Google Shape;2314;p102"/>
          <p:cNvSpPr txBox="1"/>
          <p:nvPr/>
        </p:nvSpPr>
        <p:spPr>
          <a:xfrm>
            <a:off x="3771817" y="2371036"/>
            <a:ext cx="632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5" name="Google Shape;2315;p102"/>
          <p:cNvSpPr/>
          <p:nvPr/>
        </p:nvSpPr>
        <p:spPr>
          <a:xfrm>
            <a:off x="4865527" y="1591450"/>
            <a:ext cx="660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6" name="Google Shape;2316;p102"/>
          <p:cNvSpPr/>
          <p:nvPr/>
        </p:nvSpPr>
        <p:spPr>
          <a:xfrm>
            <a:off x="6686400" y="2371775"/>
            <a:ext cx="6603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7" name="Google Shape;2317;p102"/>
          <p:cNvSpPr txBox="1"/>
          <p:nvPr/>
        </p:nvSpPr>
        <p:spPr>
          <a:xfrm flipH="1">
            <a:off x="764814" y="3959805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8" name="Google Shape;2318;p102"/>
          <p:cNvSpPr/>
          <p:nvPr/>
        </p:nvSpPr>
        <p:spPr>
          <a:xfrm>
            <a:off x="2029725" y="3546700"/>
            <a:ext cx="590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9" name="Google Shape;2319;p102"/>
          <p:cNvSpPr/>
          <p:nvPr/>
        </p:nvSpPr>
        <p:spPr>
          <a:xfrm>
            <a:off x="3168150" y="3691000"/>
            <a:ext cx="590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0" name="Google Shape;2320;p102"/>
          <p:cNvSpPr txBox="1"/>
          <p:nvPr/>
        </p:nvSpPr>
        <p:spPr>
          <a:xfrm>
            <a:off x="6067801" y="3744700"/>
            <a:ext cx="530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1" name="Google Shape;2321;p102"/>
          <p:cNvSpPr/>
          <p:nvPr/>
        </p:nvSpPr>
        <p:spPr>
          <a:xfrm>
            <a:off x="7380350" y="4326275"/>
            <a:ext cx="5901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2" name="Google Shape;2322;p102"/>
          <p:cNvSpPr txBox="1"/>
          <p:nvPr/>
        </p:nvSpPr>
        <p:spPr>
          <a:xfrm>
            <a:off x="4850994" y="3979086"/>
            <a:ext cx="530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3" name="Google Shape;2323;p102"/>
          <p:cNvSpPr txBox="1"/>
          <p:nvPr/>
        </p:nvSpPr>
        <p:spPr>
          <a:xfrm>
            <a:off x="1970475" y="2531700"/>
            <a:ext cx="11856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= 0.649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4" name="Google Shape;2324;p102"/>
          <p:cNvSpPr txBox="1"/>
          <p:nvPr/>
        </p:nvSpPr>
        <p:spPr>
          <a:xfrm>
            <a:off x="7623487" y="2531700"/>
            <a:ext cx="11856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 = 0.900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325" name="Google Shape;232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23998" y="2860650"/>
            <a:ext cx="8471226" cy="2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103"/>
          <p:cNvSpPr txBox="1"/>
          <p:nvPr/>
        </p:nvSpPr>
        <p:spPr>
          <a:xfrm>
            <a:off x="324000" y="651850"/>
            <a:ext cx="84960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 of any side opposite or adjacent to an angle (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°) in a right-angled triangle from the unit circle can be found using a table of trig values including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tan ratio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This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triangle can be enlarged and this will still be true.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 of the side opposite to any angle (</a:t>
            </a: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°) in a right-angled triangle is equal to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adjacent × </a:t>
            </a:r>
            <a:r>
              <a:rPr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calculator can be used to find the length of either the opposite or adjacent side of a right-angled triangle if the other one is known.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0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Tangent ratio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337" name="Google Shape;2337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