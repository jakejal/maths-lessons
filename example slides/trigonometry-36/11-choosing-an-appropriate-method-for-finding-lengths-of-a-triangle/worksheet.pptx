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e1aba4b33_0_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e1aba4b3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an appropriate method for findings lengths of a triangle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59775" y="1715775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Trigonometry or not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91183" y="2054700"/>
            <a:ext cx="6192600" cy="22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triangle.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91183" y="2367184"/>
            <a:ext cx="224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716544" y="2367184"/>
            <a:ext cx="224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941900" y="2367175"/>
            <a:ext cx="1812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perimeter is 1.2 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6" name="Google Shape;166;p20"/>
          <p:cNvGrpSpPr/>
          <p:nvPr/>
        </p:nvGrpSpPr>
        <p:grpSpPr>
          <a:xfrm>
            <a:off x="4823524" y="2781145"/>
            <a:ext cx="1508022" cy="1106432"/>
            <a:chOff x="-2055529" y="1311788"/>
            <a:chExt cx="1057000" cy="1977890"/>
          </a:xfrm>
        </p:grpSpPr>
        <p:sp>
          <p:nvSpPr>
            <p:cNvPr id="167" name="Google Shape;167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" name="Google Shape;168;p20"/>
            <p:cNvCxnSpPr/>
            <p:nvPr/>
          </p:nvCxnSpPr>
          <p:spPr>
            <a:xfrm flipH="1">
              <a:off x="-2055529" y="131178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69" name="Google Shape;169;p20"/>
            <p:cNvCxnSpPr/>
            <p:nvPr/>
          </p:nvCxnSpPr>
          <p:spPr>
            <a:xfrm rot="10800000">
              <a:off x="-2025104" y="32896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0" name="Google Shape;170;p20"/>
            <p:cNvCxnSpPr/>
            <p:nvPr/>
          </p:nvCxnSpPr>
          <p:spPr>
            <a:xfrm rot="10800000">
              <a:off x="-99852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1" name="Google Shape;171;p20"/>
          <p:cNvSpPr/>
          <p:nvPr/>
        </p:nvSpPr>
        <p:spPr>
          <a:xfrm>
            <a:off x="6089641" y="3645330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" name="Google Shape;172;p20"/>
          <p:cNvGrpSpPr/>
          <p:nvPr/>
        </p:nvGrpSpPr>
        <p:grpSpPr>
          <a:xfrm>
            <a:off x="412702" y="2781145"/>
            <a:ext cx="1418716" cy="1106432"/>
            <a:chOff x="-2055529" y="1311788"/>
            <a:chExt cx="994404" cy="1977890"/>
          </a:xfrm>
        </p:grpSpPr>
        <p:sp>
          <p:nvSpPr>
            <p:cNvPr id="173" name="Google Shape;173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4" name="Google Shape;174;p20"/>
            <p:cNvCxnSpPr/>
            <p:nvPr/>
          </p:nvCxnSpPr>
          <p:spPr>
            <a:xfrm flipH="1">
              <a:off x="-2055529" y="131178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75" name="Google Shape;175;p20"/>
            <p:cNvCxnSpPr/>
            <p:nvPr/>
          </p:nvCxnSpPr>
          <p:spPr>
            <a:xfrm rot="10800000">
              <a:off x="-2025104" y="32896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6" name="Google Shape;176;p20"/>
          <p:cNvSpPr/>
          <p:nvPr/>
        </p:nvSpPr>
        <p:spPr>
          <a:xfrm>
            <a:off x="1678819" y="3645330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2632240" y="2781145"/>
            <a:ext cx="1508022" cy="1106432"/>
            <a:chOff x="-2055529" y="1311788"/>
            <a:chExt cx="1057000" cy="1977890"/>
          </a:xfrm>
        </p:grpSpPr>
        <p:sp>
          <p:nvSpPr>
            <p:cNvPr id="178" name="Google Shape;178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9" name="Google Shape;179;p20"/>
            <p:cNvCxnSpPr/>
            <p:nvPr/>
          </p:nvCxnSpPr>
          <p:spPr>
            <a:xfrm flipH="1">
              <a:off x="-2055529" y="1311788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0" name="Google Shape;180;p20"/>
            <p:cNvCxnSpPr/>
            <p:nvPr/>
          </p:nvCxnSpPr>
          <p:spPr>
            <a:xfrm rot="10800000">
              <a:off x="-2025104" y="328967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1" name="Google Shape;181;p20"/>
            <p:cNvCxnSpPr/>
            <p:nvPr/>
          </p:nvCxnSpPr>
          <p:spPr>
            <a:xfrm rot="10800000">
              <a:off x="-998529" y="1455875"/>
              <a:ext cx="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2" name="Google Shape;182;p20"/>
          <p:cNvSpPr/>
          <p:nvPr/>
        </p:nvSpPr>
        <p:spPr>
          <a:xfrm>
            <a:off x="3898357" y="3645330"/>
            <a:ext cx="149100" cy="149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75257" y="3080730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955954" y="3080730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5166083" y="3080730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973230" y="388750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836212" y="3593379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245603" y="388750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264118" y="324152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429139" y="3871645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402957" y="3241527"/>
            <a:ext cx="539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229000" y="3548467"/>
            <a:ext cx="503100" cy="503100"/>
          </a:xfrm>
          <a:prstGeom prst="arc">
            <a:avLst>
              <a:gd fmla="val 1931129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17775" y="5262750"/>
            <a:ext cx="6552600" cy="22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triangle, giving your answers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17773" y="5560912"/>
            <a:ext cx="2178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606420" y="5788474"/>
            <a:ext cx="1825336" cy="1404428"/>
            <a:chOff x="-2048113" y="1348705"/>
            <a:chExt cx="986988" cy="1890213"/>
          </a:xfrm>
        </p:grpSpPr>
        <p:sp>
          <p:nvSpPr>
            <p:cNvPr id="196" name="Google Shape;196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7" name="Google Shape;197;p20"/>
            <p:cNvCxnSpPr/>
            <p:nvPr/>
          </p:nvCxnSpPr>
          <p:spPr>
            <a:xfrm flipH="1">
              <a:off x="-2048113" y="134870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98" name="Google Shape;198;p20"/>
            <p:cNvCxnSpPr/>
            <p:nvPr/>
          </p:nvCxnSpPr>
          <p:spPr>
            <a:xfrm rot="10800000">
              <a:off x="-2025104" y="323891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9" name="Google Shape;199;p20"/>
          <p:cNvSpPr/>
          <p:nvPr/>
        </p:nvSpPr>
        <p:spPr>
          <a:xfrm>
            <a:off x="2286706" y="6959817"/>
            <a:ext cx="144900" cy="144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2589164" y="5958818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298918" y="7196336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250081" y="6644052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>
            <a:stCxn id="196" idx="0"/>
          </p:cNvCxnSpPr>
          <p:nvPr/>
        </p:nvCxnSpPr>
        <p:spPr>
          <a:xfrm flipH="1" rot="10800000">
            <a:off x="654667" y="6336649"/>
            <a:ext cx="1778400" cy="771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" name="Google Shape;204;p20"/>
          <p:cNvSpPr txBox="1"/>
          <p:nvPr/>
        </p:nvSpPr>
        <p:spPr>
          <a:xfrm>
            <a:off x="2086313" y="6581309"/>
            <a:ext cx="3045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16449" y="6529884"/>
            <a:ext cx="1046400" cy="1048500"/>
          </a:xfrm>
          <a:prstGeom prst="arc">
            <a:avLst>
              <a:gd fmla="val 19497988" name="adj1"/>
              <a:gd fmla="val 20279067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2147507" y="6056790"/>
            <a:ext cx="551700" cy="552900"/>
          </a:xfrm>
          <a:prstGeom prst="arc">
            <a:avLst>
              <a:gd fmla="val 5344763" name="adj1"/>
              <a:gd fmla="val 9287145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0"/>
          <p:cNvCxnSpPr/>
          <p:nvPr/>
        </p:nvCxnSpPr>
        <p:spPr>
          <a:xfrm>
            <a:off x="2508549" y="5856424"/>
            <a:ext cx="0" cy="466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" name="Google Shape;208;p20"/>
          <p:cNvSpPr txBox="1"/>
          <p:nvPr/>
        </p:nvSpPr>
        <p:spPr>
          <a:xfrm>
            <a:off x="1027362" y="6224047"/>
            <a:ext cx="5241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535779" y="7575775"/>
            <a:ext cx="2142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0"/>
          <p:cNvGrpSpPr/>
          <p:nvPr/>
        </p:nvGrpSpPr>
        <p:grpSpPr>
          <a:xfrm>
            <a:off x="609523" y="7854027"/>
            <a:ext cx="1792173" cy="1379099"/>
            <a:chOff x="-2048113" y="1348705"/>
            <a:chExt cx="986988" cy="1890213"/>
          </a:xfrm>
        </p:grpSpPr>
        <p:sp>
          <p:nvSpPr>
            <p:cNvPr id="211" name="Google Shape;211;p20"/>
            <p:cNvSpPr/>
            <p:nvPr/>
          </p:nvSpPr>
          <p:spPr>
            <a:xfrm rot="-5400000">
              <a:off x="-2375725" y="1809575"/>
              <a:ext cx="1668300" cy="960900"/>
            </a:xfrm>
            <a:prstGeom prst="rtTriangl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2" name="Google Shape;212;p20"/>
            <p:cNvCxnSpPr/>
            <p:nvPr/>
          </p:nvCxnSpPr>
          <p:spPr>
            <a:xfrm flipH="1">
              <a:off x="-2048113" y="1348705"/>
              <a:ext cx="960900" cy="1668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13" name="Google Shape;213;p20"/>
            <p:cNvCxnSpPr/>
            <p:nvPr/>
          </p:nvCxnSpPr>
          <p:spPr>
            <a:xfrm rot="10800000">
              <a:off x="-2025104" y="3238918"/>
              <a:ext cx="96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14" name="Google Shape;214;p20"/>
          <p:cNvSpPr/>
          <p:nvPr/>
        </p:nvSpPr>
        <p:spPr>
          <a:xfrm>
            <a:off x="2259314" y="9003897"/>
            <a:ext cx="142200" cy="142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1117035" y="8278843"/>
            <a:ext cx="514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1289488" y="9236111"/>
            <a:ext cx="718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223109" y="8739332"/>
            <a:ext cx="5142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8" name="Google Shape;218;p20"/>
          <p:cNvCxnSpPr>
            <a:stCxn id="211" idx="0"/>
          </p:cNvCxnSpPr>
          <p:nvPr/>
        </p:nvCxnSpPr>
        <p:spPr>
          <a:xfrm flipH="1" rot="10800000">
            <a:off x="656894" y="8592610"/>
            <a:ext cx="1752000" cy="55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0"/>
          <p:cNvSpPr txBox="1"/>
          <p:nvPr/>
        </p:nvSpPr>
        <p:spPr>
          <a:xfrm>
            <a:off x="2007894" y="8796284"/>
            <a:ext cx="299100" cy="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26700" y="8581786"/>
            <a:ext cx="1027500" cy="1029600"/>
          </a:xfrm>
          <a:prstGeom prst="arc">
            <a:avLst>
              <a:gd fmla="val 19497988" name="adj1"/>
              <a:gd fmla="val 20715158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122646" y="8281309"/>
            <a:ext cx="541800" cy="542700"/>
          </a:xfrm>
          <a:prstGeom prst="arc">
            <a:avLst>
              <a:gd fmla="val 5344763" name="adj1"/>
              <a:gd fmla="val 905218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Choosing an appropriate method for findings lengths of a triangle</a:t>
            </a:r>
            <a:endParaRPr/>
          </a:p>
        </p:txBody>
      </p:sp>
      <p:cxnSp>
        <p:nvCxnSpPr>
          <p:cNvPr id="227" name="Google Shape;227;p21"/>
          <p:cNvCxnSpPr/>
          <p:nvPr/>
        </p:nvCxnSpPr>
        <p:spPr>
          <a:xfrm>
            <a:off x="474757" y="30377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1"/>
          <p:cNvCxnSpPr/>
          <p:nvPr/>
        </p:nvCxnSpPr>
        <p:spPr>
          <a:xfrm flipH="1" rot="10800000">
            <a:off x="2040161" y="1016789"/>
            <a:ext cx="1780500" cy="84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" name="Google Shape;229;p21"/>
          <p:cNvCxnSpPr/>
          <p:nvPr/>
        </p:nvCxnSpPr>
        <p:spPr>
          <a:xfrm flipH="1" rot="10800000">
            <a:off x="3297318" y="1144630"/>
            <a:ext cx="637200" cy="808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0" name="Google Shape;230;p21"/>
          <p:cNvSpPr txBox="1"/>
          <p:nvPr/>
        </p:nvSpPr>
        <p:spPr>
          <a:xfrm>
            <a:off x="468798" y="659475"/>
            <a:ext cx="66231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Work out the perimeter of this triangle, giving your answer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/>
          <p:nvPr/>
        </p:nvSpPr>
        <p:spPr>
          <a:xfrm rot="-1584274">
            <a:off x="2900328" y="1540534"/>
            <a:ext cx="95794" cy="95794"/>
          </a:xfrm>
          <a:prstGeom prst="rect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2574541" y="1194473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3658689" y="1518385"/>
            <a:ext cx="4857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3312366" y="611750"/>
            <a:ext cx="1080900" cy="1080900"/>
          </a:xfrm>
          <a:prstGeom prst="arc">
            <a:avLst>
              <a:gd fmla="val 7881710" name="adj1"/>
              <a:gd fmla="val 9444574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156847" y="1444492"/>
            <a:ext cx="5283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 rot="10800000">
            <a:off x="2970493" y="1530781"/>
            <a:ext cx="221400" cy="410100"/>
          </a:xfrm>
          <a:prstGeom prst="straightConnector1">
            <a:avLst/>
          </a:prstGeom>
          <a:noFill/>
          <a:ln cap="flat" cmpd="sng" w="28575">
            <a:solidFill>
              <a:srgbClr val="80808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7" name="Google Shape;237;p21"/>
          <p:cNvSpPr/>
          <p:nvPr/>
        </p:nvSpPr>
        <p:spPr>
          <a:xfrm>
            <a:off x="2084167" y="1128555"/>
            <a:ext cx="1752891" cy="811073"/>
          </a:xfrm>
          <a:custGeom>
            <a:rect b="b" l="l" r="r" t="t"/>
            <a:pathLst>
              <a:path extrusionOk="0" h="35391" w="76487">
                <a:moveTo>
                  <a:pt x="0" y="35291"/>
                </a:moveTo>
                <a:lnTo>
                  <a:pt x="48300" y="35391"/>
                </a:lnTo>
                <a:lnTo>
                  <a:pt x="76487" y="0"/>
                </a:lnTo>
                <a:close/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8" name="Google Shape;238;p21"/>
          <p:cNvSpPr txBox="1"/>
          <p:nvPr/>
        </p:nvSpPr>
        <p:spPr>
          <a:xfrm>
            <a:off x="459775" y="3163575"/>
            <a:ext cx="661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Practical uses of trigonometry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76400" y="3502500"/>
            <a:ext cx="5819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ramp is being built outside a house.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bottom of the door is 42 cm off the floor.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angle between the ramp and the ground should not exceed 4.8°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slope length of the ramp?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76400" y="5178900"/>
            <a:ext cx="6615600" cy="1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 man standing on a river-bank notes a particular tree on the opposite bank.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then walks 60 metres along the river-bank in a straight line.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looking back he can see that the angle between the line of his path and a line to the tree is 32º.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wide is the river?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40945" y="7236300"/>
            <a:ext cx="6361800" cy="23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7 metre pole is secured by support wires. The wires are pegged in a straight line. The outer wires make an angle of 31° with the floor and the inner wires make an angle twice the size. How far apart are the wires?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 flipH="1">
            <a:off x="2022674" y="8067667"/>
            <a:ext cx="381900" cy="10464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2445336" y="8064281"/>
            <a:ext cx="371700" cy="10485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1"/>
          <p:cNvCxnSpPr/>
          <p:nvPr/>
        </p:nvCxnSpPr>
        <p:spPr>
          <a:xfrm flipH="1">
            <a:off x="690568" y="8071254"/>
            <a:ext cx="1712100" cy="1049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1"/>
          <p:cNvSpPr/>
          <p:nvPr/>
        </p:nvSpPr>
        <p:spPr>
          <a:xfrm>
            <a:off x="649450" y="9128935"/>
            <a:ext cx="3526800" cy="145500"/>
          </a:xfrm>
          <a:prstGeom prst="rect">
            <a:avLst/>
          </a:prstGeom>
          <a:solidFill>
            <a:srgbClr val="BEF2BD"/>
          </a:solidFill>
          <a:ln cap="flat" cmpd="sng" w="9525">
            <a:solidFill>
              <a:srgbClr val="BEF2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6" name="Google Shape;246;p21"/>
          <p:cNvCxnSpPr/>
          <p:nvPr/>
        </p:nvCxnSpPr>
        <p:spPr>
          <a:xfrm>
            <a:off x="640714" y="9125348"/>
            <a:ext cx="35430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1"/>
          <p:cNvCxnSpPr/>
          <p:nvPr/>
        </p:nvCxnSpPr>
        <p:spPr>
          <a:xfrm rot="10800000">
            <a:off x="2403921" y="8057788"/>
            <a:ext cx="0" cy="10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1"/>
          <p:cNvCxnSpPr/>
          <p:nvPr/>
        </p:nvCxnSpPr>
        <p:spPr>
          <a:xfrm rot="10800000">
            <a:off x="2441693" y="8054918"/>
            <a:ext cx="0" cy="10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1"/>
          <p:cNvSpPr/>
          <p:nvPr/>
        </p:nvSpPr>
        <p:spPr>
          <a:xfrm>
            <a:off x="2384397" y="7987903"/>
            <a:ext cx="74700" cy="747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2530577" y="8492550"/>
            <a:ext cx="3180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1" name="Google Shape;251;p21"/>
          <p:cNvCxnSpPr/>
          <p:nvPr/>
        </p:nvCxnSpPr>
        <p:spPr>
          <a:xfrm>
            <a:off x="2439936" y="8071254"/>
            <a:ext cx="1712100" cy="1049100"/>
          </a:xfrm>
          <a:prstGeom prst="straightConnector1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1"/>
          <p:cNvCxnSpPr/>
          <p:nvPr/>
        </p:nvCxnSpPr>
        <p:spPr>
          <a:xfrm>
            <a:off x="2496755" y="8082055"/>
            <a:ext cx="0" cy="1030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53" name="Google Shape;253;p21"/>
          <p:cNvCxnSpPr/>
          <p:nvPr/>
        </p:nvCxnSpPr>
        <p:spPr>
          <a:xfrm>
            <a:off x="690531" y="9200974"/>
            <a:ext cx="1327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4" name="Google Shape;254;p21"/>
          <p:cNvSpPr txBox="1"/>
          <p:nvPr/>
        </p:nvSpPr>
        <p:spPr>
          <a:xfrm>
            <a:off x="1164573" y="9172531"/>
            <a:ext cx="4335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320699" y="8749218"/>
            <a:ext cx="752400" cy="752400"/>
          </a:xfrm>
          <a:prstGeom prst="arc">
            <a:avLst>
              <a:gd fmla="val 19737478" name="adj1"/>
              <a:gd fmla="val 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1107363" y="8877487"/>
            <a:ext cx="554100" cy="1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31°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8" name="Google Shape;25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