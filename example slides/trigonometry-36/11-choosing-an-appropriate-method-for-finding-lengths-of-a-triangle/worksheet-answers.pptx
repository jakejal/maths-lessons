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e1560072f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e156007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an appropriate method for findings lengths of a triangle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59775" y="171577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Trigonometry or not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1183" y="2054700"/>
            <a:ext cx="61926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91183" y="2367184"/>
            <a:ext cx="224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716544" y="2367184"/>
            <a:ext cx="224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41900" y="2367175"/>
            <a:ext cx="1812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perimeter is 1.2 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4823524" y="2781145"/>
            <a:ext cx="1508022" cy="1106432"/>
            <a:chOff x="-2055529" y="1311788"/>
            <a:chExt cx="1057000" cy="1977890"/>
          </a:xfrm>
        </p:grpSpPr>
        <p:sp>
          <p:nvSpPr>
            <p:cNvPr id="179" name="Google Shape;17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" name="Google Shape;180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" name="Google Shape;181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2" name="Google Shape;182;p20"/>
            <p:cNvCxnSpPr/>
            <p:nvPr/>
          </p:nvCxnSpPr>
          <p:spPr>
            <a:xfrm rot="10800000">
              <a:off x="-99852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3" name="Google Shape;183;p20"/>
          <p:cNvSpPr/>
          <p:nvPr/>
        </p:nvSpPr>
        <p:spPr>
          <a:xfrm>
            <a:off x="6089641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412702" y="2781145"/>
            <a:ext cx="1418716" cy="1106432"/>
            <a:chOff x="-2055529" y="1311788"/>
            <a:chExt cx="994404" cy="1977890"/>
          </a:xfrm>
        </p:grpSpPr>
        <p:sp>
          <p:nvSpPr>
            <p:cNvPr id="185" name="Google Shape;185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" name="Google Shape;186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" name="Google Shape;187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8" name="Google Shape;188;p20"/>
          <p:cNvSpPr/>
          <p:nvPr/>
        </p:nvSpPr>
        <p:spPr>
          <a:xfrm>
            <a:off x="1678819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2632240" y="2781145"/>
            <a:ext cx="1508022" cy="1106432"/>
            <a:chOff x="-2055529" y="1311788"/>
            <a:chExt cx="1057000" cy="1977890"/>
          </a:xfrm>
        </p:grpSpPr>
        <p:sp>
          <p:nvSpPr>
            <p:cNvPr id="190" name="Google Shape;190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1" name="Google Shape;191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2" name="Google Shape;192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>
              <a:off x="-99852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4" name="Google Shape;194;p20"/>
          <p:cNvSpPr/>
          <p:nvPr/>
        </p:nvSpPr>
        <p:spPr>
          <a:xfrm>
            <a:off x="3898357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75257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955954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166083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73230" y="388750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36212" y="3593379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245603" y="388750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264118" y="324152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429139" y="3871645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402957" y="324152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29000" y="3548467"/>
            <a:ext cx="503100" cy="503100"/>
          </a:xfrm>
          <a:prstGeom prst="arc">
            <a:avLst>
              <a:gd fmla="val 1931129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977942" y="4403321"/>
            <a:ext cx="739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05887" y="4287839"/>
            <a:ext cx="30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208820" y="4194573"/>
            <a:ext cx="224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919184" y="4409362"/>
            <a:ext cx="66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 txBox="1"/>
          <p:nvPr/>
        </p:nvSpPr>
        <p:spPr>
          <a:xfrm>
            <a:off x="692991" y="4714095"/>
            <a:ext cx="1615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46.2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697915" y="4255828"/>
            <a:ext cx="141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+ 30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697915" y="4484961"/>
            <a:ext cx="141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2500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750360" y="4714095"/>
            <a:ext cx="141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50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829705" y="4255828"/>
            <a:ext cx="156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+ 40 + 30 = 120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299747" y="4484961"/>
            <a:ext cx="141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+ 70 = 120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749421" y="4704419"/>
            <a:ext cx="141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50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17775" y="5262750"/>
            <a:ext cx="6552600" cy="22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triangle, giving your answers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17773" y="5560912"/>
            <a:ext cx="2178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606420" y="5788474"/>
            <a:ext cx="1825336" cy="1404428"/>
            <a:chOff x="-2048113" y="1348705"/>
            <a:chExt cx="986988" cy="1890213"/>
          </a:xfrm>
        </p:grpSpPr>
        <p:sp>
          <p:nvSpPr>
            <p:cNvPr id="219" name="Google Shape;21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0" name="Google Shape;220;p20"/>
            <p:cNvCxnSpPr/>
            <p:nvPr/>
          </p:nvCxnSpPr>
          <p:spPr>
            <a:xfrm flipH="1">
              <a:off x="-2048113" y="134870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1" name="Google Shape;221;p20"/>
            <p:cNvCxnSpPr/>
            <p:nvPr/>
          </p:nvCxnSpPr>
          <p:spPr>
            <a:xfrm rot="10800000">
              <a:off x="-2025104" y="323891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22" name="Google Shape;222;p20"/>
          <p:cNvSpPr/>
          <p:nvPr/>
        </p:nvSpPr>
        <p:spPr>
          <a:xfrm>
            <a:off x="2286706" y="6959817"/>
            <a:ext cx="144900" cy="14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589164" y="5958818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298918" y="7196336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1250081" y="6644052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>
            <a:stCxn id="219" idx="0"/>
          </p:cNvCxnSpPr>
          <p:nvPr/>
        </p:nvCxnSpPr>
        <p:spPr>
          <a:xfrm flipH="1" rot="10800000">
            <a:off x="654667" y="6336649"/>
            <a:ext cx="1778400" cy="771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0"/>
          <p:cNvSpPr txBox="1"/>
          <p:nvPr/>
        </p:nvSpPr>
        <p:spPr>
          <a:xfrm>
            <a:off x="2086313" y="6581309"/>
            <a:ext cx="3045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16449" y="6529884"/>
            <a:ext cx="1046400" cy="1048500"/>
          </a:xfrm>
          <a:prstGeom prst="arc">
            <a:avLst>
              <a:gd fmla="val 19497988" name="adj1"/>
              <a:gd fmla="val 2027906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147507" y="6056790"/>
            <a:ext cx="551700" cy="552900"/>
          </a:xfrm>
          <a:prstGeom prst="arc">
            <a:avLst>
              <a:gd fmla="val 5344763" name="adj1"/>
              <a:gd fmla="val 928714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2508549" y="5856424"/>
            <a:ext cx="0" cy="466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1" name="Google Shape;231;p20"/>
          <p:cNvSpPr txBox="1"/>
          <p:nvPr/>
        </p:nvSpPr>
        <p:spPr>
          <a:xfrm>
            <a:off x="1027362" y="6224047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0"/>
          <p:cNvCxnSpPr/>
          <p:nvPr/>
        </p:nvCxnSpPr>
        <p:spPr>
          <a:xfrm>
            <a:off x="2508549" y="6348453"/>
            <a:ext cx="0" cy="768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" name="Google Shape;233;p20"/>
          <p:cNvSpPr txBox="1"/>
          <p:nvPr/>
        </p:nvSpPr>
        <p:spPr>
          <a:xfrm>
            <a:off x="2589164" y="6627010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608012" y="5925352"/>
            <a:ext cx="7194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343559" y="5813097"/>
            <a:ext cx="294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772407" y="5734444"/>
            <a:ext cx="2178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3624966" y="5931224"/>
            <a:ext cx="524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0"/>
          <p:cNvSpPr txBox="1"/>
          <p:nvPr/>
        </p:nvSpPr>
        <p:spPr>
          <a:xfrm>
            <a:off x="3331024" y="6227441"/>
            <a:ext cx="15702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7.33…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4842824" y="5810325"/>
            <a:ext cx="2217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= 24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+ 7.33…)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424304" y="6088738"/>
            <a:ext cx="2217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- 24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=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+ 7.33…)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818395" y="6367150"/>
            <a:ext cx="2217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208 =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+ 7.33…)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633286" y="6645563"/>
            <a:ext cx="233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14.42…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+ 7.33…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922810" y="6923976"/>
            <a:ext cx="2217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7.1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(1 d.p.)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35779" y="7575775"/>
            <a:ext cx="2142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609523" y="7854027"/>
            <a:ext cx="1792173" cy="1379099"/>
            <a:chOff x="-2048113" y="1348705"/>
            <a:chExt cx="986988" cy="1890213"/>
          </a:xfrm>
        </p:grpSpPr>
        <p:sp>
          <p:nvSpPr>
            <p:cNvPr id="246" name="Google Shape;246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7" name="Google Shape;247;p20"/>
            <p:cNvCxnSpPr/>
            <p:nvPr/>
          </p:nvCxnSpPr>
          <p:spPr>
            <a:xfrm flipH="1">
              <a:off x="-2048113" y="134870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8" name="Google Shape;248;p20"/>
            <p:cNvCxnSpPr/>
            <p:nvPr/>
          </p:nvCxnSpPr>
          <p:spPr>
            <a:xfrm rot="10800000">
              <a:off x="-2025104" y="323891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9" name="Google Shape;249;p20"/>
          <p:cNvSpPr/>
          <p:nvPr/>
        </p:nvSpPr>
        <p:spPr>
          <a:xfrm>
            <a:off x="2259314" y="9003897"/>
            <a:ext cx="142200" cy="14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117035" y="8278843"/>
            <a:ext cx="514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289488" y="9236111"/>
            <a:ext cx="718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223109" y="8739332"/>
            <a:ext cx="514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0"/>
          <p:cNvCxnSpPr>
            <a:stCxn id="246" idx="0"/>
          </p:cNvCxnSpPr>
          <p:nvPr/>
        </p:nvCxnSpPr>
        <p:spPr>
          <a:xfrm flipH="1" rot="10800000">
            <a:off x="656894" y="8592610"/>
            <a:ext cx="1752000" cy="5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0"/>
          <p:cNvSpPr txBox="1"/>
          <p:nvPr/>
        </p:nvSpPr>
        <p:spPr>
          <a:xfrm>
            <a:off x="2007894" y="8796284"/>
            <a:ext cx="2991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26700" y="8581786"/>
            <a:ext cx="1027500" cy="1029600"/>
          </a:xfrm>
          <a:prstGeom prst="arc">
            <a:avLst>
              <a:gd fmla="val 19497988" name="adj1"/>
              <a:gd fmla="val 2071515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2122646" y="8281309"/>
            <a:ext cx="541800" cy="542700"/>
          </a:xfrm>
          <a:prstGeom prst="arc">
            <a:avLst>
              <a:gd fmla="val 5344763" name="adj1"/>
              <a:gd fmla="val 905218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262944" y="8713180"/>
            <a:ext cx="868500" cy="870300"/>
          </a:xfrm>
          <a:prstGeom prst="arc">
            <a:avLst>
              <a:gd fmla="val 20498918" name="adj1"/>
              <a:gd fmla="val 2157255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187842" y="8960293"/>
            <a:ext cx="2991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288810" y="7805858"/>
            <a:ext cx="514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592836" y="7924370"/>
            <a:ext cx="706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3785532" y="7725148"/>
            <a:ext cx="37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2" name="Google Shape;262;p20"/>
          <p:cNvCxnSpPr/>
          <p:nvPr/>
        </p:nvCxnSpPr>
        <p:spPr>
          <a:xfrm>
            <a:off x="3609482" y="7930136"/>
            <a:ext cx="63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0"/>
          <p:cNvSpPr txBox="1"/>
          <p:nvPr/>
        </p:nvSpPr>
        <p:spPr>
          <a:xfrm>
            <a:off x="3295160" y="8294861"/>
            <a:ext cx="12168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16.0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Choosing an appropriate method for findings lengths of a triangle</a:t>
            </a:r>
            <a:endParaRPr/>
          </a:p>
        </p:txBody>
      </p:sp>
      <p:cxnSp>
        <p:nvCxnSpPr>
          <p:cNvPr id="269" name="Google Shape;269;p21"/>
          <p:cNvCxnSpPr/>
          <p:nvPr/>
        </p:nvCxnSpPr>
        <p:spPr>
          <a:xfrm>
            <a:off x="474757" y="4028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1"/>
          <p:cNvCxnSpPr/>
          <p:nvPr/>
        </p:nvCxnSpPr>
        <p:spPr>
          <a:xfrm flipH="1" rot="10800000">
            <a:off x="2040161" y="1016789"/>
            <a:ext cx="1780500" cy="84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" name="Google Shape;271;p21"/>
          <p:cNvCxnSpPr/>
          <p:nvPr/>
        </p:nvCxnSpPr>
        <p:spPr>
          <a:xfrm flipH="1" rot="10800000">
            <a:off x="3297318" y="1144630"/>
            <a:ext cx="637200" cy="80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21"/>
          <p:cNvCxnSpPr/>
          <p:nvPr/>
        </p:nvCxnSpPr>
        <p:spPr>
          <a:xfrm>
            <a:off x="2081951" y="2008770"/>
            <a:ext cx="1092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3" name="Google Shape;273;p21"/>
          <p:cNvSpPr txBox="1"/>
          <p:nvPr/>
        </p:nvSpPr>
        <p:spPr>
          <a:xfrm>
            <a:off x="468798" y="659475"/>
            <a:ext cx="66231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Work out the perimeter of this triangle, giving your answer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 rot="-1584274">
            <a:off x="2900328" y="1540534"/>
            <a:ext cx="95794" cy="95794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574541" y="1194473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658689" y="1518385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312366" y="611750"/>
            <a:ext cx="1080900" cy="1080900"/>
          </a:xfrm>
          <a:prstGeom prst="arc">
            <a:avLst>
              <a:gd fmla="val 7881710" name="adj1"/>
              <a:gd fmla="val 944457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156847" y="1444492"/>
            <a:ext cx="5283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 rot="10800000">
            <a:off x="2970493" y="1530781"/>
            <a:ext cx="221400" cy="4101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0" name="Google Shape;280;p21"/>
          <p:cNvSpPr/>
          <p:nvPr/>
        </p:nvSpPr>
        <p:spPr>
          <a:xfrm flipH="1" rot="10800000">
            <a:off x="963199" y="2414704"/>
            <a:ext cx="1020600" cy="410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963199" y="2414628"/>
            <a:ext cx="88500" cy="8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1615788" y="2036644"/>
            <a:ext cx="743100" cy="743100"/>
          </a:xfrm>
          <a:prstGeom prst="arc">
            <a:avLst>
              <a:gd fmla="val 9450635" name="adj1"/>
              <a:gd fmla="val 1067637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372864" y="2412939"/>
            <a:ext cx="5283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4" name="Google Shape;284;p21"/>
          <p:cNvCxnSpPr/>
          <p:nvPr/>
        </p:nvCxnSpPr>
        <p:spPr>
          <a:xfrm flipH="1" rot="10800000">
            <a:off x="984203" y="2495282"/>
            <a:ext cx="1025700" cy="4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5" name="Google Shape;285;p21"/>
          <p:cNvSpPr txBox="1"/>
          <p:nvPr/>
        </p:nvSpPr>
        <p:spPr>
          <a:xfrm>
            <a:off x="1394128" y="2763292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230597" y="2138380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53477" y="2496197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8" name="Google Shape;288;p21"/>
          <p:cNvCxnSpPr/>
          <p:nvPr/>
        </p:nvCxnSpPr>
        <p:spPr>
          <a:xfrm>
            <a:off x="960590" y="2339737"/>
            <a:ext cx="103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880656" y="2414621"/>
            <a:ext cx="0" cy="420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" name="Google Shape;290;p21"/>
          <p:cNvSpPr txBox="1"/>
          <p:nvPr/>
        </p:nvSpPr>
        <p:spPr>
          <a:xfrm>
            <a:off x="2300985" y="2291298"/>
            <a:ext cx="11193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15cos(21°)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2462508" y="2499487"/>
            <a:ext cx="11193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14.00…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300985" y="2750036"/>
            <a:ext cx="11193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15sin(21°)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2462508" y="2958225"/>
            <a:ext cx="11193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5.37…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2395007" y="2035837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077023" y="2265461"/>
            <a:ext cx="1964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(24 -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077023" y="2520316"/>
            <a:ext cx="1964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5.37…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077023" y="2775171"/>
            <a:ext cx="1964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128.822…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127993" y="3030025"/>
            <a:ext cx="1964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11.3499…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216760" y="1262900"/>
            <a:ext cx="2875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11.3 + 15 + 24 = 50.3 cm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084167" y="1128555"/>
            <a:ext cx="1752891" cy="811073"/>
          </a:xfrm>
          <a:custGeom>
            <a:rect b="b" l="l" r="r" t="t"/>
            <a:pathLst>
              <a:path extrusionOk="0" h="35391" w="76487">
                <a:moveTo>
                  <a:pt x="0" y="35291"/>
                </a:moveTo>
                <a:lnTo>
                  <a:pt x="48300" y="35391"/>
                </a:lnTo>
                <a:lnTo>
                  <a:pt x="76487" y="0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1" name="Google Shape;301;p21"/>
          <p:cNvSpPr txBox="1"/>
          <p:nvPr/>
        </p:nvSpPr>
        <p:spPr>
          <a:xfrm>
            <a:off x="459775" y="415417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Practical uses of trigonometry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76400" y="4493100"/>
            <a:ext cx="5819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ramp is being built outside a house.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bottom of the door is 42 cm off the floor.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angle between the ramp and the ground should not exceed 4.8°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slope length of the ramp?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1127579" y="5575300"/>
            <a:ext cx="4869300" cy="577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1127579" y="6052769"/>
            <a:ext cx="99900" cy="99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5" name="Google Shape;305;p21"/>
          <p:cNvCxnSpPr/>
          <p:nvPr/>
        </p:nvCxnSpPr>
        <p:spPr>
          <a:xfrm>
            <a:off x="1022993" y="5572951"/>
            <a:ext cx="0" cy="5910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21"/>
          <p:cNvSpPr txBox="1"/>
          <p:nvPr/>
        </p:nvSpPr>
        <p:spPr>
          <a:xfrm>
            <a:off x="485925" y="5788383"/>
            <a:ext cx="6660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611603" y="4876249"/>
            <a:ext cx="2564100" cy="2564100"/>
          </a:xfrm>
          <a:prstGeom prst="arc">
            <a:avLst>
              <a:gd fmla="val 10813020" name="adj1"/>
              <a:gd fmla="val 1127788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146311" y="5949879"/>
            <a:ext cx="406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>
            <a:off x="1151792" y="5482582"/>
            <a:ext cx="4858800" cy="5775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>
            <a:off x="3446530" y="5529453"/>
            <a:ext cx="514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934697" y="6367559"/>
            <a:ext cx="3199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            = 501.9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289131" y="6475217"/>
            <a:ext cx="690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sin(4.8°)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>
            <a:off x="1266649" y="6475217"/>
            <a:ext cx="66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21"/>
          <p:cNvSpPr txBox="1"/>
          <p:nvPr/>
        </p:nvSpPr>
        <p:spPr>
          <a:xfrm>
            <a:off x="1478286" y="6267406"/>
            <a:ext cx="2394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2914550" y="6394700"/>
            <a:ext cx="36414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slope is a minimum of 501.9 cm or 5.02 m long.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2" name="Google Shape;32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an appropriate method for findings lengths of a triangle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476400" y="911700"/>
            <a:ext cx="66156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man standing on a river-bank notes a particular tree on the opposite bank.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then walks 60 metres along the river-bank in a straight line.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looking back he can see that the angle between the line of his path and a line to the tree is 32º.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wide is the river?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1527341" y="2137364"/>
            <a:ext cx="1933800" cy="906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2938909" y="2583540"/>
            <a:ext cx="948900" cy="948900"/>
          </a:xfrm>
          <a:prstGeom prst="arc">
            <a:avLst>
              <a:gd fmla="val 10992532" name="adj1"/>
              <a:gd fmla="val 1258299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608666" y="2786469"/>
            <a:ext cx="4617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1527832" y="2879312"/>
            <a:ext cx="165900" cy="165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0" name="Google Shape;330;p22"/>
          <p:cNvCxnSpPr/>
          <p:nvPr/>
        </p:nvCxnSpPr>
        <p:spPr>
          <a:xfrm rot="10800000">
            <a:off x="1527477" y="3141185"/>
            <a:ext cx="19386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22"/>
          <p:cNvSpPr txBox="1"/>
          <p:nvPr/>
        </p:nvSpPr>
        <p:spPr>
          <a:xfrm>
            <a:off x="2238081" y="3171352"/>
            <a:ext cx="756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2" name="Google Shape;332;p22"/>
          <p:cNvCxnSpPr/>
          <p:nvPr/>
        </p:nvCxnSpPr>
        <p:spPr>
          <a:xfrm rot="10800000">
            <a:off x="1399329" y="2137518"/>
            <a:ext cx="0" cy="9135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3" name="Google Shape;333;p22"/>
          <p:cNvSpPr txBox="1"/>
          <p:nvPr/>
        </p:nvSpPr>
        <p:spPr>
          <a:xfrm>
            <a:off x="1003447" y="2494357"/>
            <a:ext cx="584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3940822" y="2371967"/>
            <a:ext cx="2220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60 ×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tan(32°)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3940822" y="2677943"/>
            <a:ext cx="2220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37.5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3959193" y="3079166"/>
            <a:ext cx="28611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river is 37.5 metres wide.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40945" y="4264500"/>
            <a:ext cx="63618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7 metre pole is secured by support wires. The wires are pegged in a straight line. The outer wires make an angle of 31° with the floor and the inner wires make an angle twice the size. How far apart are the wires?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" name="Google Shape;338;p22"/>
          <p:cNvCxnSpPr/>
          <p:nvPr/>
        </p:nvCxnSpPr>
        <p:spPr>
          <a:xfrm flipH="1">
            <a:off x="2022674" y="5095867"/>
            <a:ext cx="381900" cy="10464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2"/>
          <p:cNvCxnSpPr/>
          <p:nvPr/>
        </p:nvCxnSpPr>
        <p:spPr>
          <a:xfrm>
            <a:off x="2445336" y="5092481"/>
            <a:ext cx="371700" cy="1048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2"/>
          <p:cNvCxnSpPr/>
          <p:nvPr/>
        </p:nvCxnSpPr>
        <p:spPr>
          <a:xfrm flipH="1">
            <a:off x="690568" y="5099454"/>
            <a:ext cx="1712100" cy="1049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2"/>
          <p:cNvSpPr/>
          <p:nvPr/>
        </p:nvSpPr>
        <p:spPr>
          <a:xfrm>
            <a:off x="649450" y="6157135"/>
            <a:ext cx="3526800" cy="145500"/>
          </a:xfrm>
          <a:prstGeom prst="rect">
            <a:avLst/>
          </a:prstGeom>
          <a:solidFill>
            <a:srgbClr val="BEF2BD"/>
          </a:solidFill>
          <a:ln cap="flat" cmpd="sng" w="9525">
            <a:solidFill>
              <a:srgbClr val="BEF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>
            <a:off x="640714" y="6153548"/>
            <a:ext cx="3543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2"/>
          <p:cNvCxnSpPr/>
          <p:nvPr/>
        </p:nvCxnSpPr>
        <p:spPr>
          <a:xfrm rot="10800000">
            <a:off x="2403921" y="5085988"/>
            <a:ext cx="0" cy="10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2"/>
          <p:cNvCxnSpPr/>
          <p:nvPr/>
        </p:nvCxnSpPr>
        <p:spPr>
          <a:xfrm rot="10800000">
            <a:off x="2441693" y="5083118"/>
            <a:ext cx="0" cy="10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22"/>
          <p:cNvSpPr/>
          <p:nvPr/>
        </p:nvSpPr>
        <p:spPr>
          <a:xfrm>
            <a:off x="2384397" y="5016103"/>
            <a:ext cx="74700" cy="74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2530577" y="5520750"/>
            <a:ext cx="318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7" name="Google Shape;347;p22"/>
          <p:cNvCxnSpPr/>
          <p:nvPr/>
        </p:nvCxnSpPr>
        <p:spPr>
          <a:xfrm>
            <a:off x="2439936" y="5099454"/>
            <a:ext cx="1712100" cy="1049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2"/>
          <p:cNvCxnSpPr/>
          <p:nvPr/>
        </p:nvCxnSpPr>
        <p:spPr>
          <a:xfrm>
            <a:off x="2496755" y="5110255"/>
            <a:ext cx="0" cy="103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2"/>
          <p:cNvCxnSpPr/>
          <p:nvPr/>
        </p:nvCxnSpPr>
        <p:spPr>
          <a:xfrm>
            <a:off x="690531" y="6229174"/>
            <a:ext cx="1327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0" name="Google Shape;350;p22"/>
          <p:cNvSpPr txBox="1"/>
          <p:nvPr/>
        </p:nvSpPr>
        <p:spPr>
          <a:xfrm>
            <a:off x="1164573" y="6200731"/>
            <a:ext cx="4335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320699" y="5777418"/>
            <a:ext cx="752400" cy="752400"/>
          </a:xfrm>
          <a:prstGeom prst="arc">
            <a:avLst>
              <a:gd fmla="val 19737478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1107363" y="5905687"/>
            <a:ext cx="5541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 flipH="1">
            <a:off x="4776946" y="4964418"/>
            <a:ext cx="1712100" cy="1046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6611488" y="5357837"/>
            <a:ext cx="48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5" name="Google Shape;355;p22"/>
          <p:cNvCxnSpPr/>
          <p:nvPr/>
        </p:nvCxnSpPr>
        <p:spPr>
          <a:xfrm>
            <a:off x="6577675" y="4947334"/>
            <a:ext cx="0" cy="103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6" name="Google Shape;356;p22"/>
          <p:cNvSpPr/>
          <p:nvPr/>
        </p:nvSpPr>
        <p:spPr>
          <a:xfrm>
            <a:off x="4381186" y="5646100"/>
            <a:ext cx="752400" cy="752400"/>
          </a:xfrm>
          <a:prstGeom prst="arc">
            <a:avLst>
              <a:gd fmla="val 19737478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5167850" y="5774369"/>
            <a:ext cx="5541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339925" y="5865503"/>
            <a:ext cx="145500" cy="145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5296705" y="6159038"/>
            <a:ext cx="145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5095075" y="6349204"/>
            <a:ext cx="752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tan(31°)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1" name="Google Shape;361;p22"/>
          <p:cNvCxnSpPr/>
          <p:nvPr/>
        </p:nvCxnSpPr>
        <p:spPr>
          <a:xfrm>
            <a:off x="5066881" y="6336665"/>
            <a:ext cx="5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22"/>
          <p:cNvSpPr txBox="1"/>
          <p:nvPr/>
        </p:nvSpPr>
        <p:spPr>
          <a:xfrm>
            <a:off x="5669928" y="6240555"/>
            <a:ext cx="892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11.65 m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63" name="Google Shape;363;p22"/>
          <p:cNvCxnSpPr/>
          <p:nvPr/>
        </p:nvCxnSpPr>
        <p:spPr>
          <a:xfrm>
            <a:off x="4776908" y="6110822"/>
            <a:ext cx="1703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4" name="Google Shape;364;p22"/>
          <p:cNvSpPr/>
          <p:nvPr/>
        </p:nvSpPr>
        <p:spPr>
          <a:xfrm flipH="1">
            <a:off x="4057563" y="6158287"/>
            <a:ext cx="371700" cy="1014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4314215" y="7057894"/>
            <a:ext cx="114300" cy="1143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3861090" y="6984078"/>
            <a:ext cx="371700" cy="371700"/>
          </a:xfrm>
          <a:prstGeom prst="arc">
            <a:avLst>
              <a:gd fmla="val 17685625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3792019" y="6950991"/>
            <a:ext cx="5541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68" name="Google Shape;368;p22"/>
          <p:cNvCxnSpPr/>
          <p:nvPr/>
        </p:nvCxnSpPr>
        <p:spPr>
          <a:xfrm>
            <a:off x="4034590" y="7091145"/>
            <a:ext cx="68700" cy="4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22"/>
          <p:cNvSpPr txBox="1"/>
          <p:nvPr/>
        </p:nvSpPr>
        <p:spPr>
          <a:xfrm>
            <a:off x="4544621" y="6568793"/>
            <a:ext cx="3717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0" name="Google Shape;370;p22"/>
          <p:cNvCxnSpPr/>
          <p:nvPr/>
        </p:nvCxnSpPr>
        <p:spPr>
          <a:xfrm>
            <a:off x="4510805" y="6158296"/>
            <a:ext cx="0" cy="103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1" name="Google Shape;371;p22"/>
          <p:cNvCxnSpPr/>
          <p:nvPr/>
        </p:nvCxnSpPr>
        <p:spPr>
          <a:xfrm rot="10800000">
            <a:off x="4046969" y="7252332"/>
            <a:ext cx="392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2" name="Google Shape;372;p22"/>
          <p:cNvSpPr txBox="1"/>
          <p:nvPr/>
        </p:nvSpPr>
        <p:spPr>
          <a:xfrm>
            <a:off x="5669928" y="6946728"/>
            <a:ext cx="892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3.72 m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778740" y="6707360"/>
            <a:ext cx="23079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= 11.65 - 3.72 = 7.93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730048" y="7097149"/>
            <a:ext cx="2751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wires are 7.93 m apart.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5296705" y="6844838"/>
            <a:ext cx="145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5095075" y="7035004"/>
            <a:ext cx="752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tan(62°)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7" name="Google Shape;377;p22"/>
          <p:cNvCxnSpPr/>
          <p:nvPr/>
        </p:nvCxnSpPr>
        <p:spPr>
          <a:xfrm>
            <a:off x="5066881" y="7022465"/>
            <a:ext cx="5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