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DB5EBF06-3C1E-44CE-8442-A0A5F94EDFC3}">
  <a:tblStyle styleId="{DB5EBF06-3C1E-44CE-8442-A0A5F94EDFC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4" name="Shape 224"/>
        <p:cNvGrpSpPr/>
        <p:nvPr/>
      </p:nvGrpSpPr>
      <p:grpSpPr>
        <a:xfrm>
          <a:off x="0" y="0"/>
          <a:ext cx="0" cy="0"/>
        </a:xfrm>
      </p:grpSpPr>
      <p:sp>
        <p:nvSpPr>
          <p:cNvPr id="225" name="Google Shape;225;g1efb64e7698_0_4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efb64e7698_0_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23" name="Shape 323"/>
        <p:cNvGrpSpPr/>
        <p:nvPr/>
      </p:nvGrpSpPr>
      <p:grpSpPr>
        <a:xfrm>
          <a:off x="0" y="0"/>
          <a:ext cx="0" cy="0"/>
        </a:xfrm>
      </p:grpSpPr>
      <p:sp>
        <p:nvSpPr>
          <p:cNvPr id="324" name="Google Shape;324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0.png" /><Relationship Id="rId4" Type="http://schemas.openxmlformats.org/officeDocument/2006/relationships/image" Target="../media/image11.png" /><Relationship Id="rId5" Type="http://schemas.openxmlformats.org/officeDocument/2006/relationships/image" Target="../media/image9.png" /><Relationship Id="rId6" Type="http://schemas.openxmlformats.org/officeDocument/2006/relationships/image" Target="../media/image8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2.png" /><Relationship Id="rId4" Type="http://schemas.openxmlformats.org/officeDocument/2006/relationships/image" Target="../media/image11.png" /><Relationship Id="rId5" Type="http://schemas.openxmlformats.org/officeDocument/2006/relationships/image" Target="../media/image13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Determining which side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Determining which side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 rot="2723" flipH="1">
            <a:off x="659555" y="2194737"/>
            <a:ext cx="6059402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Pythagoras’ theorem can only be used to calculate the length of a missing side of a triangle if one of its sides is a 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____________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Only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________________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triangles have a hypotenuse.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The hypotenuse is always opposite the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________________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 rot="2763" flipH="1">
            <a:off x="476531" y="4332855"/>
            <a:ext cx="4479601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Write a sentence to explain why Pythagoras’ theorem cannot be used to find the value </a:t>
            </a: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 rot="2733" flipH="1">
            <a:off x="476360" y="1924998"/>
            <a:ext cx="6415202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Complete each statement.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65551" y="1411250"/>
            <a:ext cx="60594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Identifying the hypotenuse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5621931" y="4092166"/>
            <a:ext cx="951300" cy="951300"/>
          </a:xfrm>
          <a:prstGeom prst="triangle">
            <a:avLst>
              <a:gd name="adj" fmla="val 1785"/>
            </a:avLst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 rot="1677" flipH="1">
            <a:off x="5790140" y="5101098"/>
            <a:ext cx="6150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37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 rot="1968" flipH="1">
            <a:off x="5040294" y="4513565"/>
            <a:ext cx="5241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 rot="4664459">
            <a:off x="5432684" y="4848227"/>
            <a:ext cx="380066" cy="380066"/>
          </a:xfrm>
          <a:prstGeom prst="arc">
            <a:avLst>
              <a:gd name="adj1" fmla="val 11680388"/>
              <a:gd name="adj2" fmla="val 17082108"/>
            </a:avLst>
          </a:prstGeom>
          <a:solidFill>
            <a:srgbClr val="F0F0F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 rot="4664694">
            <a:off x="6108610" y="4584528"/>
            <a:ext cx="905944" cy="905944"/>
          </a:xfrm>
          <a:prstGeom prst="arc">
            <a:avLst>
              <a:gd name="adj1" fmla="val 6098409"/>
              <a:gd name="adj2" fmla="val 8893976"/>
            </a:avLst>
          </a:prstGeom>
          <a:solidFill>
            <a:srgbClr val="F0F0F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 rot="4664829">
            <a:off x="5184754" y="3645945"/>
            <a:ext cx="918830" cy="918830"/>
          </a:xfrm>
          <a:prstGeom prst="arc">
            <a:avLst>
              <a:gd name="adj1" fmla="val 19648779"/>
              <a:gd name="adj2" fmla="val 857899"/>
            </a:avLst>
          </a:prstGeom>
          <a:solidFill>
            <a:srgbClr val="F0F0F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 rot="3117" flipH="1">
            <a:off x="6105118" y="4834095"/>
            <a:ext cx="3309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47°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 rot="3117" flipH="1">
            <a:off x="5621997" y="4340293"/>
            <a:ext cx="3309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44°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6" name="Google Shape;186;p20"/>
          <p:cNvCxnSpPr/>
          <p:nvPr/>
        </p:nvCxnSpPr>
        <p:spPr>
          <a:xfrm flipH="1">
            <a:off x="5564276" y="4092166"/>
            <a:ext cx="17100" cy="951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7" name="Google Shape;187;p20"/>
          <p:cNvCxnSpPr/>
          <p:nvPr/>
        </p:nvCxnSpPr>
        <p:spPr>
          <a:xfrm>
            <a:off x="5621931" y="5101103"/>
            <a:ext cx="951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8" name="Google Shape;188;p20"/>
          <p:cNvCxnSpPr/>
          <p:nvPr/>
        </p:nvCxnSpPr>
        <p:spPr>
          <a:xfrm>
            <a:off x="5696450" y="4034629"/>
            <a:ext cx="934500" cy="951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9" name="Google Shape;189;p20"/>
          <p:cNvSpPr txBox="1"/>
          <p:nvPr/>
        </p:nvSpPr>
        <p:spPr>
          <a:xfrm rot="2731626" flipH="1">
            <a:off x="5918023" y="4349917"/>
            <a:ext cx="760950" cy="244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5621931" y="4092166"/>
            <a:ext cx="951300" cy="951300"/>
          </a:xfrm>
          <a:prstGeom prst="triangle">
            <a:avLst>
              <a:gd name="adj" fmla="val 1785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 rot="2647" flipH="1">
            <a:off x="476422" y="5876296"/>
            <a:ext cx="6624002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For each of these triangles, tick (✔) each right-angled triangle, cross (✘) non-right-angled triangle, put a question mark (?) by each one where you cannot tell.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right-angled triangle, circle or highlight its hypotenuse.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233" y="6669396"/>
            <a:ext cx="6466393" cy="2556683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 rot="3248" flipH="1">
            <a:off x="817489" y="7012240"/>
            <a:ext cx="635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68°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 rot="3248" flipH="1">
            <a:off x="1955814" y="7254929"/>
            <a:ext cx="635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 rot="3248" flipH="1">
            <a:off x="2634524" y="8652926"/>
            <a:ext cx="635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 rot="3248" flipH="1">
            <a:off x="6017445" y="7498555"/>
            <a:ext cx="635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 rot="3248" flipH="1">
            <a:off x="3787044" y="8151813"/>
            <a:ext cx="635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34°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 rot="2679" flipH="1">
            <a:off x="5664958" y="8574688"/>
            <a:ext cx="3849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50°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 rot="2829" flipH="1">
            <a:off x="5641774" y="7826473"/>
            <a:ext cx="3645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41°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 rot="2829" flipH="1">
            <a:off x="4230889" y="7096590"/>
            <a:ext cx="3645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 rot="2829" flipH="1">
            <a:off x="1312933" y="8731939"/>
            <a:ext cx="3645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51°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 rot="2829" flipH="1">
            <a:off x="666897" y="7988961"/>
            <a:ext cx="3645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3" name="Google Shape;203;p20"/>
          <p:cNvCxnSpPr/>
          <p:nvPr/>
        </p:nvCxnSpPr>
        <p:spPr>
          <a:xfrm>
            <a:off x="1217828" y="7150387"/>
            <a:ext cx="149700" cy="537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" name="Google Shape;204;p20"/>
          <p:cNvCxnSpPr/>
          <p:nvPr/>
        </p:nvCxnSpPr>
        <p:spPr>
          <a:xfrm>
            <a:off x="2350812" y="7395610"/>
            <a:ext cx="309900" cy="1128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20"/>
          <p:cNvCxnSpPr/>
          <p:nvPr/>
        </p:nvCxnSpPr>
        <p:spPr>
          <a:xfrm>
            <a:off x="3756346" y="8117692"/>
            <a:ext cx="187200" cy="960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20"/>
          <p:cNvCxnSpPr/>
          <p:nvPr/>
        </p:nvCxnSpPr>
        <p:spPr>
          <a:xfrm>
            <a:off x="5447743" y="7899670"/>
            <a:ext cx="211200" cy="363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7" name="Google Shape;207;p20"/>
          <p:cNvCxnSpPr/>
          <p:nvPr/>
        </p:nvCxnSpPr>
        <p:spPr>
          <a:xfrm rot="10800000" flipH="1">
            <a:off x="5455812" y="8652793"/>
            <a:ext cx="203400" cy="20700"/>
          </a:xfrm>
          <a:prstGeom prst="straightConnector1">
            <a:avLst/>
          </a:prstGeom>
          <a:noFill/>
          <a:ln w="28575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8" name="Google Shape;208;p20"/>
          <p:cNvSpPr txBox="1"/>
          <p:nvPr/>
        </p:nvSpPr>
        <p:spPr>
          <a:xfrm rot="4313" flipH="1">
            <a:off x="1217767" y="6666741"/>
            <a:ext cx="239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 rot="4313" flipH="1">
            <a:off x="3152379" y="6669470"/>
            <a:ext cx="239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 rot="4313" flipH="1">
            <a:off x="5006841" y="6817566"/>
            <a:ext cx="239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 rot="4313" flipH="1">
            <a:off x="501629" y="7314288"/>
            <a:ext cx="239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 rot="4313" flipH="1">
            <a:off x="2505728" y="7972448"/>
            <a:ext cx="239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 rot="4313" flipH="1">
            <a:off x="4692151" y="8303804"/>
            <a:ext cx="239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 rot="2354" flipH="1">
            <a:off x="3273297" y="2420550"/>
            <a:ext cx="876300" cy="2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hypotenuse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 rot="2657" flipH="1">
            <a:off x="3788075" y="3335582"/>
            <a:ext cx="11643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right angle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 rot="2657" flipH="1">
            <a:off x="1327080" y="2826070"/>
            <a:ext cx="1164300" cy="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right-angled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 rot="2210" flipH="1">
            <a:off x="558300" y="4808158"/>
            <a:ext cx="4200901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missing angle is 89°, and therefore this triangle is not right-angled.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You cannot use Pythagoras’ theorem on triangles that are not right-angled.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18" name="Google Shape;21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3754" y="7546915"/>
            <a:ext cx="309910" cy="33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77615" y="7616945"/>
            <a:ext cx="309910" cy="335627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 txBox="1"/>
          <p:nvPr/>
        </p:nvSpPr>
        <p:spPr>
          <a:xfrm flipH="1">
            <a:off x="3378308" y="7227925"/>
            <a:ext cx="3099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3500">
                <a:latin typeface="Lexend"/>
                <a:ea typeface="Lexend"/>
                <a:cs typeface="Lexend"/>
                <a:sym typeface="Lexend"/>
              </a:rPr>
              <a:t>?</a:t>
            </a:r>
            <a:endParaRPr sz="35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1" name="Google Shape;22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38845" y="8233245"/>
            <a:ext cx="309910" cy="335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9236" y="8688520"/>
            <a:ext cx="309910" cy="335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6340" y="8433479"/>
            <a:ext cx="309910" cy="33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7" name="Shape 227"/>
        <p:cNvGrpSpPr/>
        <p:nvPr/>
      </p:nvGrpSpPr>
      <p:grpSpPr>
        <a:xfrm>
          <a:off x="0" y="0"/>
          <a:ext cx="0" cy="0"/>
        </a:xfrm>
      </p:grpSpPr>
      <p:sp>
        <p:nvSpPr>
          <p:cNvPr id="228" name="Google Shape;228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Determining which side</a:t>
            </a:r>
            <a:endParaRPr/>
          </a:p>
        </p:txBody>
      </p:sp>
      <p:sp>
        <p:nvSpPr>
          <p:cNvPr id="229" name="Google Shape;229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pic>
        <p:nvPicPr>
          <p:cNvPr id="230" name="Google Shape;23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8873" y="1456655"/>
            <a:ext cx="5419073" cy="2628662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 flipH="1">
            <a:off x="2256795" y="2104567"/>
            <a:ext cx="8529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350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 flipH="1">
            <a:off x="1110625" y="2496170"/>
            <a:ext cx="8073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169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 flipH="1">
            <a:off x="1896222" y="3281774"/>
            <a:ext cx="8073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171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 flipH="1">
            <a:off x="3016340" y="3320505"/>
            <a:ext cx="8073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7569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 flipH="1">
            <a:off x="4894660" y="3233671"/>
            <a:ext cx="5034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648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 flipH="1">
            <a:off x="5500303" y="2488478"/>
            <a:ext cx="8073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1201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 rot="4313" flipH="1">
            <a:off x="839768" y="2272190"/>
            <a:ext cx="239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 rot="4313" flipH="1">
            <a:off x="3832535" y="2183056"/>
            <a:ext cx="239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 rot="4313" flipH="1">
            <a:off x="5158953" y="2156333"/>
            <a:ext cx="239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 rot="2647" flipH="1">
            <a:off x="476422" y="847096"/>
            <a:ext cx="6624002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For which of these triangles can you use Pythagoras’ theorem?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 possible, calculate the length of the hypotenuse and label its length.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1" name="Google Shape;241;p21"/>
          <p:cNvCxnSpPr/>
          <p:nvPr/>
        </p:nvCxnSpPr>
        <p:spPr>
          <a:xfrm>
            <a:off x="483182" y="43434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2" name="Google Shape;242;p21"/>
          <p:cNvSpPr txBox="1"/>
          <p:nvPr/>
        </p:nvSpPr>
        <p:spPr>
          <a:xfrm rot="2617" flipH="1">
            <a:off x="476639" y="4936093"/>
            <a:ext cx="4335601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represents the length of the missing side on one of these two triangles.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Match these calculations created from the Pythagoras’ theorem formula to the correct triangle.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466949" y="4459250"/>
            <a:ext cx="6610500" cy="3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Right-angled triangles and congruence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4" name="Google Shape;244;p21"/>
          <p:cNvGrpSpPr/>
          <p:nvPr/>
        </p:nvGrpSpPr>
        <p:grpSpPr>
          <a:xfrm>
            <a:off x="5219614" y="5129421"/>
            <a:ext cx="1519171" cy="282302"/>
            <a:chOff x="6080296" y="1446325"/>
            <a:chExt cx="1843654" cy="342600"/>
          </a:xfrm>
        </p:grpSpPr>
        <p:grpSp>
          <p:nvGrpSpPr>
            <p:cNvPr id="245" name="Google Shape;245;p21"/>
            <p:cNvGrpSpPr/>
            <p:nvPr/>
          </p:nvGrpSpPr>
          <p:grpSpPr>
            <a:xfrm>
              <a:off x="6080296" y="1480438"/>
              <a:ext cx="274366" cy="274366"/>
              <a:chOff x="1020916" y="1442088"/>
              <a:chExt cx="457200" cy="457200"/>
            </a:xfrm>
          </p:grpSpPr>
          <p:pic>
            <p:nvPicPr>
              <p:cNvPr id="246" name="Google Shape;246;p2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7" name="Google Shape;247;p21"/>
              <p:cNvSpPr txBox="1"/>
              <p:nvPr/>
            </p:nvSpPr>
            <p:spPr>
              <a:xfrm>
                <a:off x="1045510" y="1523318"/>
                <a:ext cx="408000" cy="28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 b="1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sz="12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48" name="Google Shape;248;p21"/>
            <p:cNvSpPr/>
            <p:nvPr/>
          </p:nvSpPr>
          <p:spPr>
            <a:xfrm>
              <a:off x="6354650" y="1446325"/>
              <a:ext cx="1569300" cy="3426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23² + 9² = </a:t>
              </a:r>
              <a:r>
                <a:rPr lang="en-GB" sz="1200" i="1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²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9" name="Google Shape;249;p21"/>
          <p:cNvGrpSpPr/>
          <p:nvPr/>
        </p:nvGrpSpPr>
        <p:grpSpPr>
          <a:xfrm>
            <a:off x="5581121" y="5629487"/>
            <a:ext cx="1519171" cy="282302"/>
            <a:chOff x="6080296" y="1446325"/>
            <a:chExt cx="1843654" cy="342600"/>
          </a:xfrm>
        </p:grpSpPr>
        <p:grpSp>
          <p:nvGrpSpPr>
            <p:cNvPr id="250" name="Google Shape;250;p21"/>
            <p:cNvGrpSpPr/>
            <p:nvPr/>
          </p:nvGrpSpPr>
          <p:grpSpPr>
            <a:xfrm>
              <a:off x="6080296" y="1480438"/>
              <a:ext cx="274366" cy="274366"/>
              <a:chOff x="1020916" y="1442088"/>
              <a:chExt cx="457200" cy="457200"/>
            </a:xfrm>
          </p:grpSpPr>
          <p:pic>
            <p:nvPicPr>
              <p:cNvPr id="251" name="Google Shape;251;p2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2" name="Google Shape;252;p2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 b="1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sz="12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53" name="Google Shape;253;p21"/>
            <p:cNvSpPr/>
            <p:nvPr/>
          </p:nvSpPr>
          <p:spPr>
            <a:xfrm>
              <a:off x="6354650" y="1446325"/>
              <a:ext cx="1569300" cy="3426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23² + </a:t>
              </a:r>
              <a:r>
                <a:rPr lang="en-GB" sz="120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²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= 9²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4" name="Google Shape;254;p21"/>
          <p:cNvGrpSpPr/>
          <p:nvPr/>
        </p:nvGrpSpPr>
        <p:grpSpPr>
          <a:xfrm>
            <a:off x="5219614" y="6129553"/>
            <a:ext cx="1519171" cy="282302"/>
            <a:chOff x="6080296" y="1446325"/>
            <a:chExt cx="1843654" cy="342600"/>
          </a:xfrm>
        </p:grpSpPr>
        <p:grpSp>
          <p:nvGrpSpPr>
            <p:cNvPr id="255" name="Google Shape;255;p21"/>
            <p:cNvGrpSpPr/>
            <p:nvPr/>
          </p:nvGrpSpPr>
          <p:grpSpPr>
            <a:xfrm>
              <a:off x="6080296" y="1480438"/>
              <a:ext cx="274366" cy="274366"/>
              <a:chOff x="1020916" y="1442088"/>
              <a:chExt cx="457200" cy="457200"/>
            </a:xfrm>
          </p:grpSpPr>
          <p:pic>
            <p:nvPicPr>
              <p:cNvPr id="256" name="Google Shape;256;p2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7" name="Google Shape;257;p2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 b="1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sz="12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58" name="Google Shape;258;p21"/>
            <p:cNvSpPr/>
            <p:nvPr/>
          </p:nvSpPr>
          <p:spPr>
            <a:xfrm>
              <a:off x="6354650" y="1446325"/>
              <a:ext cx="1569300" cy="3426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²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+ 9² =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23²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1"/>
          <p:cNvGrpSpPr/>
          <p:nvPr/>
        </p:nvGrpSpPr>
        <p:grpSpPr>
          <a:xfrm>
            <a:off x="5581121" y="6629620"/>
            <a:ext cx="1519171" cy="282302"/>
            <a:chOff x="6080296" y="1446325"/>
            <a:chExt cx="1843654" cy="342600"/>
          </a:xfrm>
        </p:grpSpPr>
        <p:grpSp>
          <p:nvGrpSpPr>
            <p:cNvPr id="260" name="Google Shape;260;p21"/>
            <p:cNvGrpSpPr/>
            <p:nvPr/>
          </p:nvGrpSpPr>
          <p:grpSpPr>
            <a:xfrm>
              <a:off x="6080296" y="1480438"/>
              <a:ext cx="274366" cy="274366"/>
              <a:chOff x="1020916" y="1442088"/>
              <a:chExt cx="457200" cy="457200"/>
            </a:xfrm>
          </p:grpSpPr>
          <p:pic>
            <p:nvPicPr>
              <p:cNvPr id="261" name="Google Shape;261;p2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2" name="Google Shape;262;p2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 b="1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sz="12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63" name="Google Shape;263;p21"/>
            <p:cNvSpPr/>
            <p:nvPr/>
          </p:nvSpPr>
          <p:spPr>
            <a:xfrm>
              <a:off x="6354650" y="1446325"/>
              <a:ext cx="1569300" cy="3426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9² + 23² = </a:t>
              </a:r>
              <a:r>
                <a:rPr lang="en-GB" sz="120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²</a:t>
              </a:r>
              <a:endParaRPr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64" name="Google Shape;264;p21"/>
          <p:cNvGrpSpPr/>
          <p:nvPr/>
        </p:nvGrpSpPr>
        <p:grpSpPr>
          <a:xfrm>
            <a:off x="5219614" y="7129686"/>
            <a:ext cx="1519171" cy="282302"/>
            <a:chOff x="6080296" y="1446325"/>
            <a:chExt cx="1843654" cy="342600"/>
          </a:xfrm>
        </p:grpSpPr>
        <p:grpSp>
          <p:nvGrpSpPr>
            <p:cNvPr id="265" name="Google Shape;265;p21"/>
            <p:cNvGrpSpPr/>
            <p:nvPr/>
          </p:nvGrpSpPr>
          <p:grpSpPr>
            <a:xfrm>
              <a:off x="6080296" y="1480438"/>
              <a:ext cx="274366" cy="274366"/>
              <a:chOff x="1020916" y="1442088"/>
              <a:chExt cx="457200" cy="457200"/>
            </a:xfrm>
          </p:grpSpPr>
          <p:pic>
            <p:nvPicPr>
              <p:cNvPr id="266" name="Google Shape;266;p2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7" name="Google Shape;267;p2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 b="1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e</a:t>
                </a:r>
                <a:endParaRPr sz="12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68" name="Google Shape;268;p21"/>
            <p:cNvSpPr/>
            <p:nvPr/>
          </p:nvSpPr>
          <p:spPr>
            <a:xfrm>
              <a:off x="6354650" y="1446325"/>
              <a:ext cx="1569300" cy="3426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9² + </a:t>
              </a:r>
              <a:r>
                <a:rPr lang="en-GB" sz="120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²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= 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23²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1"/>
          <p:cNvGrpSpPr/>
          <p:nvPr/>
        </p:nvGrpSpPr>
        <p:grpSpPr>
          <a:xfrm>
            <a:off x="5581121" y="7629753"/>
            <a:ext cx="1519171" cy="282302"/>
            <a:chOff x="6080296" y="1446325"/>
            <a:chExt cx="1843654" cy="342600"/>
          </a:xfrm>
        </p:grpSpPr>
        <p:grpSp>
          <p:nvGrpSpPr>
            <p:cNvPr id="270" name="Google Shape;270;p21"/>
            <p:cNvGrpSpPr/>
            <p:nvPr/>
          </p:nvGrpSpPr>
          <p:grpSpPr>
            <a:xfrm>
              <a:off x="6080296" y="1480438"/>
              <a:ext cx="274366" cy="274366"/>
              <a:chOff x="1020916" y="1442088"/>
              <a:chExt cx="457200" cy="457200"/>
            </a:xfrm>
          </p:grpSpPr>
          <p:pic>
            <p:nvPicPr>
              <p:cNvPr id="271" name="Google Shape;271;p2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2" name="Google Shape;272;p2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 b="1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f</a:t>
                </a:r>
                <a:endParaRPr sz="12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73" name="Google Shape;273;p21"/>
            <p:cNvSpPr/>
            <p:nvPr/>
          </p:nvSpPr>
          <p:spPr>
            <a:xfrm>
              <a:off x="6354650" y="1446325"/>
              <a:ext cx="1569300" cy="3426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² = 23² – 9²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4" name="Google Shape;274;p21"/>
          <p:cNvGrpSpPr/>
          <p:nvPr/>
        </p:nvGrpSpPr>
        <p:grpSpPr>
          <a:xfrm>
            <a:off x="5219614" y="8129819"/>
            <a:ext cx="1519171" cy="282302"/>
            <a:chOff x="6080296" y="1446325"/>
            <a:chExt cx="1843654" cy="342600"/>
          </a:xfrm>
        </p:grpSpPr>
        <p:grpSp>
          <p:nvGrpSpPr>
            <p:cNvPr id="275" name="Google Shape;275;p21"/>
            <p:cNvGrpSpPr/>
            <p:nvPr/>
          </p:nvGrpSpPr>
          <p:grpSpPr>
            <a:xfrm>
              <a:off x="6080296" y="1480438"/>
              <a:ext cx="274366" cy="274366"/>
              <a:chOff x="1020916" y="1442088"/>
              <a:chExt cx="457200" cy="457200"/>
            </a:xfrm>
          </p:grpSpPr>
          <p:pic>
            <p:nvPicPr>
              <p:cNvPr id="276" name="Google Shape;276;p2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7" name="Google Shape;277;p2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GB" sz="1200" b="1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g</a:t>
                </a:r>
                <a:endParaRPr sz="12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278" name="Google Shape;278;p21"/>
            <p:cNvSpPr/>
            <p:nvPr/>
          </p:nvSpPr>
          <p:spPr>
            <a:xfrm>
              <a:off x="6354650" y="1446325"/>
              <a:ext cx="1569300" cy="342600"/>
            </a:xfrm>
            <a:prstGeom prst="roundRect">
              <a:avLst>
                <a:gd name="adj" fmla="val 16667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² = 9² – 23²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279" name="Google Shape;279;p21"/>
          <p:cNvGraphicFramePr>
            <a:graphicFrameLocks noGrp="1"/>
          </p:cNvGraphicFramePr>
          <p:nvPr/>
        </p:nvGraphicFramePr>
        <p:xfrm>
          <a:off x="476425" y="60081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{DB5EBF06-3C1E-44CE-8442-A0A5F94EDFC3}</a:tableStyleId>
              </a:tblPr>
              <a:tblGrid>
                <a:gridCol w="1784750"/>
                <a:gridCol w="1784750"/>
                <a:gridCol w="907675"/>
              </a:tblGrid>
              <a:tr h="266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triangle A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triangle B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neither triangle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336900">
                <a:tc rowSpan="2"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 vert="horz" wrap="square"/>
                    <a:lstStyle/>
                    <a:p/>
                  </a:txBody>
                  <a:tcPr/>
                </a:tc>
              </a:tr>
              <a:tr h="1891025">
                <a:tc vMerge="1">
                  <a:txBody>
                    <a:bodyPr vert="horz" wrap="square"/>
                    <a:lstStyle/>
                    <a:p/>
                  </a:txBody>
                  <a:tcPr/>
                </a:tc>
                <a:tc vMerge="1">
                  <a:txBody>
                    <a:bodyPr vert="horz" wrap="square"/>
                    <a:lstStyle/>
                    <a:p/>
                  </a:txBody>
                  <a:tcPr/>
                </a:tc>
                <a:tc rowSpan="2"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</a:tr>
              <a:tr h="3272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 vert="horz" wrap="square"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80" name="Google Shape;280;p21"/>
          <p:cNvSpPr/>
          <p:nvPr/>
        </p:nvSpPr>
        <p:spPr>
          <a:xfrm rot="-2020783" flipH="1">
            <a:off x="2393435" y="6545403"/>
            <a:ext cx="921829" cy="1395348"/>
          </a:xfrm>
          <a:prstGeom prst="rtTriangle">
            <a:avLst/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/>
          <p:nvPr/>
        </p:nvSpPr>
        <p:spPr>
          <a:xfrm rot="-2021404" flipH="1">
            <a:off x="3330680" y="7410500"/>
            <a:ext cx="246620" cy="246620"/>
          </a:xfrm>
          <a:prstGeom prst="rect">
            <a:avLst/>
          </a:prstGeom>
          <a:noFill/>
          <a:ln w="19050" cap="flat" cmpd="sng">
            <a:solidFill>
              <a:srgbClr val="D02A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/>
          <p:nvPr/>
        </p:nvSpPr>
        <p:spPr>
          <a:xfrm rot="-2020783" flipH="1">
            <a:off x="2393435" y="6545403"/>
            <a:ext cx="921829" cy="1395348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3" name="Google Shape;283;p21"/>
          <p:cNvCxnSpPr/>
          <p:nvPr/>
        </p:nvCxnSpPr>
        <p:spPr>
          <a:xfrm rot="-2020783" flipH="1">
            <a:off x="2306358" y="6527991"/>
            <a:ext cx="921829" cy="139534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84" name="Google Shape;284;p21"/>
          <p:cNvSpPr txBox="1"/>
          <p:nvPr/>
        </p:nvSpPr>
        <p:spPr>
          <a:xfrm rot="-5417371" flipH="1">
            <a:off x="2333533" y="7155742"/>
            <a:ext cx="593708" cy="28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5" name="Google Shape;285;p21"/>
          <p:cNvCxnSpPr/>
          <p:nvPr/>
        </p:nvCxnSpPr>
        <p:spPr>
          <a:xfrm rot="-2021708">
            <a:off x="2824144" y="7888510"/>
            <a:ext cx="921858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86" name="Google Shape;286;p21"/>
          <p:cNvSpPr txBox="1"/>
          <p:nvPr/>
        </p:nvSpPr>
        <p:spPr>
          <a:xfrm rot="-2027164" flipH="1">
            <a:off x="3049343" y="7858798"/>
            <a:ext cx="623099" cy="286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1216182" y="6433875"/>
            <a:ext cx="921900" cy="1395300"/>
          </a:xfrm>
          <a:prstGeom prst="rtTriangle">
            <a:avLst/>
          </a:prstGeom>
          <a:solidFill>
            <a:srgbClr val="E6F2F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1216173" y="7582682"/>
            <a:ext cx="246600" cy="246600"/>
          </a:xfrm>
          <a:prstGeom prst="rect">
            <a:avLst/>
          </a:prstGeom>
          <a:noFill/>
          <a:ln w="19050" cap="flat" cmpd="sng">
            <a:solidFill>
              <a:srgbClr val="D02A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1216182" y="6433875"/>
            <a:ext cx="921900" cy="13953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0" name="Google Shape;290;p21"/>
          <p:cNvGrpSpPr/>
          <p:nvPr/>
        </p:nvGrpSpPr>
        <p:grpSpPr>
          <a:xfrm>
            <a:off x="525457" y="6433834"/>
            <a:ext cx="593280" cy="1395229"/>
            <a:chOff x="5244557" y="1034270"/>
            <a:chExt cx="720000" cy="920700"/>
          </a:xfrm>
        </p:grpSpPr>
        <p:cxnSp>
          <p:nvCxnSpPr>
            <p:cNvPr id="291" name="Google Shape;291;p21"/>
            <p:cNvCxnSpPr/>
            <p:nvPr/>
          </p:nvCxnSpPr>
          <p:spPr>
            <a:xfrm flipH="1">
              <a:off x="5964281" y="1034270"/>
              <a:ext cx="0" cy="9207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92" name="Google Shape;292;p21"/>
            <p:cNvSpPr txBox="1"/>
            <p:nvPr/>
          </p:nvSpPr>
          <p:spPr>
            <a:xfrm rot="2865">
              <a:off x="5244557" y="1330000"/>
              <a:ext cx="7200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23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3" name="Google Shape;293;p21"/>
          <p:cNvGrpSpPr/>
          <p:nvPr/>
        </p:nvGrpSpPr>
        <p:grpSpPr>
          <a:xfrm>
            <a:off x="1216408" y="7899798"/>
            <a:ext cx="921972" cy="287741"/>
            <a:chOff x="5828516" y="4073208"/>
            <a:chExt cx="2940900" cy="349200"/>
          </a:xfrm>
        </p:grpSpPr>
        <p:cxnSp>
          <p:nvCxnSpPr>
            <p:cNvPr id="294" name="Google Shape;294;p21"/>
            <p:cNvCxnSpPr/>
            <p:nvPr/>
          </p:nvCxnSpPr>
          <p:spPr>
            <a:xfrm rot="10800000">
              <a:off x="5828516" y="4081994"/>
              <a:ext cx="29409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95" name="Google Shape;295;p21"/>
            <p:cNvSpPr txBox="1"/>
            <p:nvPr/>
          </p:nvSpPr>
          <p:spPr>
            <a:xfrm rot="2075">
              <a:off x="6305029" y="4073808"/>
              <a:ext cx="1987800" cy="3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9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96" name="Google Shape;296;p21"/>
          <p:cNvCxnSpPr/>
          <p:nvPr/>
        </p:nvCxnSpPr>
        <p:spPr>
          <a:xfrm>
            <a:off x="483182" y="99060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97" name="Google Shape;29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56200" y="3118202"/>
            <a:ext cx="308017" cy="351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39999" y="1990522"/>
            <a:ext cx="308017" cy="350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43529" y="1698637"/>
            <a:ext cx="308017" cy="35074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1"/>
          <p:cNvSpPr txBox="1"/>
          <p:nvPr/>
        </p:nvSpPr>
        <p:spPr>
          <a:xfrm flipH="1">
            <a:off x="3610047" y="2688552"/>
            <a:ext cx="10455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hypotenuse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87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 flipH="1">
            <a:off x="5873450" y="3375966"/>
            <a:ext cx="10455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hypotenuse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43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302" name="Google Shape;302;p21"/>
          <p:cNvGrpSpPr/>
          <p:nvPr/>
        </p:nvGrpSpPr>
        <p:grpSpPr>
          <a:xfrm>
            <a:off x="917268" y="8555189"/>
            <a:ext cx="258729" cy="258729"/>
            <a:chOff x="1020916" y="1442088"/>
            <a:chExt cx="457200" cy="457200"/>
          </a:xfrm>
        </p:grpSpPr>
        <p:pic>
          <p:nvPicPr>
            <p:cNvPr id="303" name="Google Shape;303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1"/>
          <p:cNvGrpSpPr/>
          <p:nvPr/>
        </p:nvGrpSpPr>
        <p:grpSpPr>
          <a:xfrm>
            <a:off x="4241744" y="6774443"/>
            <a:ext cx="258729" cy="258729"/>
            <a:chOff x="1020916" y="1442088"/>
            <a:chExt cx="457200" cy="457200"/>
          </a:xfrm>
        </p:grpSpPr>
        <p:pic>
          <p:nvPicPr>
            <p:cNvPr id="306" name="Google Shape;306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21"/>
          <p:cNvGrpSpPr/>
          <p:nvPr/>
        </p:nvGrpSpPr>
        <p:grpSpPr>
          <a:xfrm>
            <a:off x="2895040" y="8555189"/>
            <a:ext cx="258729" cy="258729"/>
            <a:chOff x="1020916" y="1442088"/>
            <a:chExt cx="457200" cy="457200"/>
          </a:xfrm>
        </p:grpSpPr>
        <p:pic>
          <p:nvPicPr>
            <p:cNvPr id="309" name="Google Shape;309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11" name="Google Shape;311;p21"/>
          <p:cNvGrpSpPr/>
          <p:nvPr/>
        </p:nvGrpSpPr>
        <p:grpSpPr>
          <a:xfrm>
            <a:off x="1183601" y="8555189"/>
            <a:ext cx="258729" cy="258729"/>
            <a:chOff x="1020916" y="1442088"/>
            <a:chExt cx="457200" cy="457200"/>
          </a:xfrm>
        </p:grpSpPr>
        <p:pic>
          <p:nvPicPr>
            <p:cNvPr id="312" name="Google Shape;312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3" name="Google Shape;313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14" name="Google Shape;314;p21"/>
          <p:cNvGrpSpPr/>
          <p:nvPr/>
        </p:nvGrpSpPr>
        <p:grpSpPr>
          <a:xfrm>
            <a:off x="3153758" y="8555189"/>
            <a:ext cx="258729" cy="258729"/>
            <a:chOff x="1020916" y="1442088"/>
            <a:chExt cx="457200" cy="457200"/>
          </a:xfrm>
        </p:grpSpPr>
        <p:pic>
          <p:nvPicPr>
            <p:cNvPr id="315" name="Google Shape;315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6" name="Google Shape;316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17" name="Google Shape;317;p21"/>
          <p:cNvGrpSpPr/>
          <p:nvPr/>
        </p:nvGrpSpPr>
        <p:grpSpPr>
          <a:xfrm>
            <a:off x="3412475" y="8555189"/>
            <a:ext cx="258729" cy="258729"/>
            <a:chOff x="1020916" y="1442088"/>
            <a:chExt cx="457200" cy="457200"/>
          </a:xfrm>
        </p:grpSpPr>
        <p:pic>
          <p:nvPicPr>
            <p:cNvPr id="318" name="Google Shape;318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" name="Google Shape;319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0" name="Google Shape;320;p21"/>
          <p:cNvGrpSpPr/>
          <p:nvPr/>
        </p:nvGrpSpPr>
        <p:grpSpPr>
          <a:xfrm>
            <a:off x="4500461" y="6774443"/>
            <a:ext cx="258729" cy="258729"/>
            <a:chOff x="1020916" y="1442088"/>
            <a:chExt cx="457200" cy="457200"/>
          </a:xfrm>
        </p:grpSpPr>
        <p:pic>
          <p:nvPicPr>
            <p:cNvPr id="321" name="Google Shape;321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26" name="Shape 326"/>
        <p:cNvGrpSpPr/>
        <p:nvPr/>
      </p:nvGrpSpPr>
      <p:grpSpPr>
        <a:xfrm>
          <a:off x="0" y="0"/>
          <a:ext cx="0" cy="0"/>
        </a:xfrm>
      </p:grpSpPr>
      <p:sp>
        <p:nvSpPr>
          <p:cNvPr id="327" name="Google Shape;327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328" name="Google Shape;328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Determining which side</a:t>
            </a:r>
            <a:endParaRPr/>
          </a:p>
        </p:txBody>
      </p:sp>
      <p:sp>
        <p:nvSpPr>
          <p:cNvPr id="329" name="Google Shape;329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pic>
        <p:nvPicPr>
          <p:cNvPr id="331" name="Google Shape;331;p22"/>
          <p:cNvPicPr preferRelativeResize="0"/>
          <p:nvPr/>
        </p:nvPicPr>
        <p:blipFill>
          <a:blip r:embed="rId3">
            <a:alphaModFix/>
          </a:blip>
          <a:srcRect l="-811" t="62947" r="72349" b="4355"/>
          <a:stretch>
            <a:fillRect/>
          </a:stretch>
        </p:blipFill>
        <p:spPr>
          <a:xfrm>
            <a:off x="566049" y="3275099"/>
            <a:ext cx="1388110" cy="901668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2"/>
          <p:cNvSpPr txBox="1"/>
          <p:nvPr/>
        </p:nvSpPr>
        <p:spPr>
          <a:xfrm rot="2674" flipH="1">
            <a:off x="535397" y="1046751"/>
            <a:ext cx="6556502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Match the triangle to the length of its missing side.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2"/>
          <p:cNvSpPr txBox="1"/>
          <p:nvPr/>
        </p:nvSpPr>
        <p:spPr>
          <a:xfrm>
            <a:off x="468001" y="573050"/>
            <a:ext cx="62493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 Finding the length of missing sides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34" name="Google Shape;334;p22"/>
          <p:cNvGrpSpPr/>
          <p:nvPr/>
        </p:nvGrpSpPr>
        <p:grpSpPr>
          <a:xfrm>
            <a:off x="888112" y="851559"/>
            <a:ext cx="1512879" cy="1541297"/>
            <a:chOff x="324025" y="933975"/>
            <a:chExt cx="1960450" cy="1997275"/>
          </a:xfrm>
        </p:grpSpPr>
        <p:pic>
          <p:nvPicPr>
            <p:cNvPr id="335" name="Google Shape;335;p22"/>
            <p:cNvPicPr preferRelativeResize="0"/>
            <p:nvPr/>
          </p:nvPicPr>
          <p:blipFill>
            <a:blip r:embed="rId3">
              <a:alphaModFix/>
            </a:blip>
            <a:srcRect r="69793" b="44105"/>
            <a:stretch>
              <a:fillRect/>
            </a:stretch>
          </p:blipFill>
          <p:spPr>
            <a:xfrm>
              <a:off x="324025" y="933975"/>
              <a:ext cx="1908974" cy="19972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36" name="Google Shape;336;p22"/>
            <p:cNvCxnSpPr/>
            <p:nvPr/>
          </p:nvCxnSpPr>
          <p:spPr>
            <a:xfrm flipH="1">
              <a:off x="487575" y="1607900"/>
              <a:ext cx="0" cy="11427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37" name="Google Shape;337;p22"/>
            <p:cNvCxnSpPr/>
            <p:nvPr/>
          </p:nvCxnSpPr>
          <p:spPr>
            <a:xfrm rot="10800000">
              <a:off x="642350" y="2869650"/>
              <a:ext cx="15117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38" name="Google Shape;338;p22"/>
            <p:cNvCxnSpPr/>
            <p:nvPr/>
          </p:nvCxnSpPr>
          <p:spPr>
            <a:xfrm rot="10800000">
              <a:off x="774875" y="1527250"/>
              <a:ext cx="1509600" cy="11361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339" name="Google Shape;339;p22"/>
          <p:cNvGrpSpPr/>
          <p:nvPr/>
        </p:nvGrpSpPr>
        <p:grpSpPr>
          <a:xfrm>
            <a:off x="2574987" y="1236722"/>
            <a:ext cx="1496238" cy="1387987"/>
            <a:chOff x="2284463" y="928565"/>
            <a:chExt cx="1938885" cy="1798610"/>
          </a:xfrm>
        </p:grpSpPr>
        <p:pic>
          <p:nvPicPr>
            <p:cNvPr id="340" name="Google Shape;340;p22"/>
            <p:cNvPicPr preferRelativeResize="0"/>
            <p:nvPr/>
          </p:nvPicPr>
          <p:blipFill>
            <a:blip r:embed="rId3">
              <a:alphaModFix/>
            </a:blip>
            <a:srcRect l="31511" t="-403" r="38281" b="50550"/>
            <a:stretch>
              <a:fillRect/>
            </a:stretch>
          </p:blipFill>
          <p:spPr>
            <a:xfrm>
              <a:off x="2314373" y="928565"/>
              <a:ext cx="1908974" cy="178142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41" name="Google Shape;341;p22"/>
            <p:cNvCxnSpPr/>
            <p:nvPr/>
          </p:nvCxnSpPr>
          <p:spPr>
            <a:xfrm rot="10800000">
              <a:off x="2349913" y="2224975"/>
              <a:ext cx="1258200" cy="502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42" name="Google Shape;342;p22"/>
            <p:cNvCxnSpPr/>
            <p:nvPr/>
          </p:nvCxnSpPr>
          <p:spPr>
            <a:xfrm flipH="1">
              <a:off x="2284463" y="968675"/>
              <a:ext cx="437700" cy="11130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43" name="Google Shape;343;p22"/>
            <p:cNvCxnSpPr/>
            <p:nvPr/>
          </p:nvCxnSpPr>
          <p:spPr>
            <a:xfrm>
              <a:off x="3018088" y="968675"/>
              <a:ext cx="822000" cy="16182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pic>
        <p:nvPicPr>
          <p:cNvPr id="344" name="Google Shape;344;p22"/>
          <p:cNvPicPr preferRelativeResize="0"/>
          <p:nvPr/>
        </p:nvPicPr>
        <p:blipFill>
          <a:blip r:embed="rId3">
            <a:alphaModFix/>
          </a:blip>
          <a:srcRect l="45848" t="48281" r="30230" b="9395"/>
          <a:stretch>
            <a:fillRect/>
          </a:stretch>
        </p:blipFill>
        <p:spPr>
          <a:xfrm>
            <a:off x="2780039" y="2890924"/>
            <a:ext cx="1166581" cy="116706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5" name="Google Shape;345;p22"/>
          <p:cNvCxnSpPr/>
          <p:nvPr/>
        </p:nvCxnSpPr>
        <p:spPr>
          <a:xfrm rot="10800000">
            <a:off x="2745877" y="3062777"/>
            <a:ext cx="100200" cy="978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6" name="Google Shape;346;p22"/>
          <p:cNvCxnSpPr/>
          <p:nvPr/>
        </p:nvCxnSpPr>
        <p:spPr>
          <a:xfrm flipH="1">
            <a:off x="2818243" y="2867330"/>
            <a:ext cx="1067700" cy="101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7" name="Google Shape;347;p22"/>
          <p:cNvCxnSpPr/>
          <p:nvPr/>
        </p:nvCxnSpPr>
        <p:spPr>
          <a:xfrm rot="10800000" flipH="1">
            <a:off x="2985446" y="3147233"/>
            <a:ext cx="971400" cy="1081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8" name="Google Shape;348;p22"/>
          <p:cNvCxnSpPr/>
          <p:nvPr/>
        </p:nvCxnSpPr>
        <p:spPr>
          <a:xfrm rot="10800000">
            <a:off x="1926884" y="3322352"/>
            <a:ext cx="66600" cy="776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9" name="Google Shape;349;p22"/>
          <p:cNvCxnSpPr/>
          <p:nvPr/>
        </p:nvCxnSpPr>
        <p:spPr>
          <a:xfrm rot="10800000">
            <a:off x="583354" y="3538058"/>
            <a:ext cx="1232400" cy="679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50" name="Google Shape;350;p22"/>
          <p:cNvCxnSpPr/>
          <p:nvPr/>
        </p:nvCxnSpPr>
        <p:spPr>
          <a:xfrm rot="10800000" flipH="1">
            <a:off x="651677" y="3221707"/>
            <a:ext cx="1164000" cy="94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351" name="Google Shape;351;p22"/>
          <p:cNvGrpSpPr/>
          <p:nvPr/>
        </p:nvGrpSpPr>
        <p:grpSpPr>
          <a:xfrm>
            <a:off x="4629662" y="2236826"/>
            <a:ext cx="1211030" cy="1711547"/>
            <a:chOff x="7060299" y="2102112"/>
            <a:chExt cx="1569302" cy="2217891"/>
          </a:xfrm>
        </p:grpSpPr>
        <p:pic>
          <p:nvPicPr>
            <p:cNvPr id="352" name="Google Shape;352;p22"/>
            <p:cNvPicPr preferRelativeResize="0"/>
            <p:nvPr/>
          </p:nvPicPr>
          <p:blipFill>
            <a:blip r:embed="rId3">
              <a:alphaModFix/>
            </a:blip>
            <a:srcRect l="75386" t="45311" r="-218" b="4353"/>
            <a:stretch>
              <a:fillRect/>
            </a:stretch>
          </p:blipFill>
          <p:spPr>
            <a:xfrm>
              <a:off x="7060299" y="2521403"/>
              <a:ext cx="1569302" cy="179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22"/>
            <p:cNvSpPr/>
            <p:nvPr/>
          </p:nvSpPr>
          <p:spPr>
            <a:xfrm rot="1337787">
              <a:off x="7403010" y="2261119"/>
              <a:ext cx="960731" cy="6212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4" name="Google Shape;354;p22"/>
          <p:cNvGrpSpPr/>
          <p:nvPr/>
        </p:nvGrpSpPr>
        <p:grpSpPr>
          <a:xfrm>
            <a:off x="4552784" y="2626715"/>
            <a:ext cx="1321440" cy="1359562"/>
            <a:chOff x="6821900" y="2489425"/>
            <a:chExt cx="1712375" cy="1761775"/>
          </a:xfrm>
        </p:grpSpPr>
        <p:cxnSp>
          <p:nvCxnSpPr>
            <p:cNvPr id="355" name="Google Shape;355;p22"/>
            <p:cNvCxnSpPr/>
            <p:nvPr/>
          </p:nvCxnSpPr>
          <p:spPr>
            <a:xfrm rot="10800000">
              <a:off x="6821900" y="2583300"/>
              <a:ext cx="156300" cy="15774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56" name="Google Shape;356;p22"/>
            <p:cNvCxnSpPr/>
            <p:nvPr/>
          </p:nvCxnSpPr>
          <p:spPr>
            <a:xfrm rot="10800000" flipH="1">
              <a:off x="7151050" y="4124600"/>
              <a:ext cx="1264500" cy="1266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57" name="Google Shape;357;p22"/>
            <p:cNvCxnSpPr/>
            <p:nvPr/>
          </p:nvCxnSpPr>
          <p:spPr>
            <a:xfrm rot="10800000">
              <a:off x="7116475" y="2489425"/>
              <a:ext cx="1417800" cy="14508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358" name="Google Shape;358;p22"/>
          <p:cNvSpPr txBox="1"/>
          <p:nvPr/>
        </p:nvSpPr>
        <p:spPr>
          <a:xfrm rot="3792" flipH="1">
            <a:off x="476613" y="1728657"/>
            <a:ext cx="543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 rot="2717" flipH="1">
            <a:off x="571182" y="3879043"/>
            <a:ext cx="75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40.5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2"/>
          <p:cNvSpPr txBox="1"/>
          <p:nvPr/>
        </p:nvSpPr>
        <p:spPr>
          <a:xfrm rot="-278021" flipH="1">
            <a:off x="832450" y="3034811"/>
            <a:ext cx="779849" cy="184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31.5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 rot="3792" flipH="1">
            <a:off x="1410271" y="2347545"/>
            <a:ext cx="543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24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2"/>
          <p:cNvSpPr txBox="1"/>
          <p:nvPr/>
        </p:nvSpPr>
        <p:spPr>
          <a:xfrm rot="-4082054" flipH="1">
            <a:off x="2351636" y="1553228"/>
            <a:ext cx="543774" cy="18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63" name="Google Shape;363;p22"/>
          <p:cNvGrpSpPr/>
          <p:nvPr/>
        </p:nvGrpSpPr>
        <p:grpSpPr>
          <a:xfrm rot="1351435">
            <a:off x="3712271" y="1337064"/>
            <a:ext cx="1492957" cy="1193241"/>
            <a:chOff x="4526675" y="1025813"/>
            <a:chExt cx="1934727" cy="1546324"/>
          </a:xfrm>
        </p:grpSpPr>
        <p:grpSp>
          <p:nvGrpSpPr>
            <p:cNvPr id="364" name="Google Shape;364;p22"/>
            <p:cNvGrpSpPr/>
            <p:nvPr/>
          </p:nvGrpSpPr>
          <p:grpSpPr>
            <a:xfrm>
              <a:off x="4526675" y="1059798"/>
              <a:ext cx="1913999" cy="1512339"/>
              <a:chOff x="8449050" y="933975"/>
              <a:chExt cx="1913999" cy="1512339"/>
            </a:xfrm>
          </p:grpSpPr>
          <p:pic>
            <p:nvPicPr>
              <p:cNvPr id="365" name="Google Shape;365;p22"/>
              <p:cNvPicPr preferRelativeResize="0"/>
              <p:nvPr/>
            </p:nvPicPr>
            <p:blipFill>
              <a:blip r:embed="rId3">
                <a:alphaModFix/>
              </a:blip>
              <a:srcRect l="67529" t="24105" r="4708" b="43916"/>
              <a:stretch>
                <a:fillRect/>
              </a:stretch>
            </p:blipFill>
            <p:spPr>
              <a:xfrm>
                <a:off x="8608575" y="933975"/>
                <a:ext cx="1754474" cy="1142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6" name="Google Shape;366;p22"/>
              <p:cNvSpPr/>
              <p:nvPr/>
            </p:nvSpPr>
            <p:spPr>
              <a:xfrm rot="1337787">
                <a:off x="8531035" y="1666021"/>
                <a:ext cx="960731" cy="62128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67" name="Google Shape;367;p22"/>
            <p:cNvGrpSpPr/>
            <p:nvPr/>
          </p:nvGrpSpPr>
          <p:grpSpPr>
            <a:xfrm>
              <a:off x="4730563" y="1025812"/>
              <a:ext cx="1730840" cy="1222942"/>
              <a:chOff x="4625175" y="1781400"/>
              <a:chExt cx="1730840" cy="1222942"/>
            </a:xfrm>
          </p:grpSpPr>
          <p:cxnSp>
            <p:nvCxnSpPr>
              <p:cNvPr id="368" name="Google Shape;368;p22"/>
              <p:cNvCxnSpPr/>
              <p:nvPr/>
            </p:nvCxnSpPr>
            <p:spPr>
              <a:xfrm>
                <a:off x="6058415" y="1861212"/>
                <a:ext cx="297600" cy="9987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369" name="Google Shape;369;p22"/>
              <p:cNvCxnSpPr/>
              <p:nvPr/>
            </p:nvCxnSpPr>
            <p:spPr>
              <a:xfrm flipH="1">
                <a:off x="4625175" y="1781400"/>
                <a:ext cx="1265700" cy="3786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370" name="Google Shape;370;p22"/>
              <p:cNvCxnSpPr/>
              <p:nvPr/>
            </p:nvCxnSpPr>
            <p:spPr>
              <a:xfrm rot="10800000">
                <a:off x="4645958" y="2383042"/>
                <a:ext cx="1565700" cy="621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</p:grpSp>
      <p:sp>
        <p:nvSpPr>
          <p:cNvPr id="371" name="Google Shape;371;p22"/>
          <p:cNvSpPr txBox="1"/>
          <p:nvPr/>
        </p:nvSpPr>
        <p:spPr>
          <a:xfrm rot="3784549" flipH="1">
            <a:off x="3021389" y="1736477"/>
            <a:ext cx="1113047" cy="1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2"/>
          <p:cNvSpPr txBox="1"/>
          <p:nvPr/>
        </p:nvSpPr>
        <p:spPr>
          <a:xfrm rot="355084" flipH="1">
            <a:off x="4319454" y="1252822"/>
            <a:ext cx="544100" cy="184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2"/>
          <p:cNvSpPr txBox="1"/>
          <p:nvPr/>
        </p:nvSpPr>
        <p:spPr>
          <a:xfrm rot="3792" flipH="1">
            <a:off x="5089083" y="1922246"/>
            <a:ext cx="543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22"/>
          <p:cNvSpPr txBox="1"/>
          <p:nvPr/>
        </p:nvSpPr>
        <p:spPr>
          <a:xfrm rot="-336322" flipH="1">
            <a:off x="2948054" y="2741271"/>
            <a:ext cx="780130" cy="184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22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22"/>
          <p:cNvSpPr txBox="1"/>
          <p:nvPr/>
        </p:nvSpPr>
        <p:spPr>
          <a:xfrm rot="6611" flipH="1">
            <a:off x="2139600" y="3388627"/>
            <a:ext cx="780001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24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2"/>
          <p:cNvSpPr txBox="1"/>
          <p:nvPr/>
        </p:nvSpPr>
        <p:spPr>
          <a:xfrm rot="-336322" flipH="1">
            <a:off x="4954384" y="3947118"/>
            <a:ext cx="780130" cy="184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2"/>
          <p:cNvSpPr txBox="1"/>
          <p:nvPr/>
        </p:nvSpPr>
        <p:spPr>
          <a:xfrm rot="6611" flipH="1">
            <a:off x="5148057" y="2954815"/>
            <a:ext cx="780001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58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8" name="Google Shape;378;p22"/>
          <p:cNvCxnSpPr/>
          <p:nvPr/>
        </p:nvCxnSpPr>
        <p:spPr>
          <a:xfrm flipH="1">
            <a:off x="3763876" y="2883858"/>
            <a:ext cx="273000" cy="129000"/>
          </a:xfrm>
          <a:prstGeom prst="straightConnector1">
            <a:avLst/>
          </a:prstGeom>
          <a:noFill/>
          <a:ln w="28575" cap="flat" cmpd="sng">
            <a:solidFill>
              <a:srgbClr val="374CF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9" name="Google Shape;379;p22"/>
          <p:cNvCxnSpPr/>
          <p:nvPr/>
        </p:nvCxnSpPr>
        <p:spPr>
          <a:xfrm rot="10800000" flipH="1">
            <a:off x="2888696" y="3883528"/>
            <a:ext cx="81600" cy="281400"/>
          </a:xfrm>
          <a:prstGeom prst="straightConnector1">
            <a:avLst/>
          </a:prstGeom>
          <a:noFill/>
          <a:ln w="28575" cap="flat" cmpd="sng">
            <a:solidFill>
              <a:srgbClr val="374CF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0" name="Google Shape;380;p22"/>
          <p:cNvCxnSpPr/>
          <p:nvPr/>
        </p:nvCxnSpPr>
        <p:spPr>
          <a:xfrm rot="10800000">
            <a:off x="5641931" y="3752594"/>
            <a:ext cx="324000" cy="90600"/>
          </a:xfrm>
          <a:prstGeom prst="straightConnector1">
            <a:avLst/>
          </a:prstGeom>
          <a:noFill/>
          <a:ln w="28575" cap="flat" cmpd="sng">
            <a:solidFill>
              <a:srgbClr val="374CF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1" name="Google Shape;381;p22"/>
          <p:cNvSpPr txBox="1"/>
          <p:nvPr/>
        </p:nvSpPr>
        <p:spPr>
          <a:xfrm rot="5673" flipH="1">
            <a:off x="2694782" y="4139994"/>
            <a:ext cx="363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48°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22"/>
          <p:cNvSpPr txBox="1"/>
          <p:nvPr/>
        </p:nvSpPr>
        <p:spPr>
          <a:xfrm rot="5673" flipH="1">
            <a:off x="4004764" y="2761533"/>
            <a:ext cx="363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22"/>
          <p:cNvSpPr txBox="1"/>
          <p:nvPr/>
        </p:nvSpPr>
        <p:spPr>
          <a:xfrm rot="5673" flipH="1">
            <a:off x="4377999" y="2446913"/>
            <a:ext cx="363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39°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2"/>
          <p:cNvSpPr txBox="1"/>
          <p:nvPr/>
        </p:nvSpPr>
        <p:spPr>
          <a:xfrm rot="5673" flipH="1">
            <a:off x="5921291" y="3750754"/>
            <a:ext cx="363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51°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5" name="Google Shape;38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053" y="2375271"/>
            <a:ext cx="211736" cy="211736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2"/>
          <p:cNvSpPr txBox="1"/>
          <p:nvPr/>
        </p:nvSpPr>
        <p:spPr>
          <a:xfrm>
            <a:off x="5992452" y="2414318"/>
            <a:ext cx="189000" cy="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j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7" name="Google Shape;387;p22"/>
          <p:cNvSpPr/>
          <p:nvPr/>
        </p:nvSpPr>
        <p:spPr>
          <a:xfrm>
            <a:off x="6192781" y="2348950"/>
            <a:ext cx="899100" cy="264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000" rIns="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49.64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88" name="Google Shape;38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053" y="1972165"/>
            <a:ext cx="211736" cy="211736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2"/>
          <p:cNvSpPr txBox="1"/>
          <p:nvPr/>
        </p:nvSpPr>
        <p:spPr>
          <a:xfrm>
            <a:off x="5992452" y="2011211"/>
            <a:ext cx="189000" cy="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6192781" y="1945845"/>
            <a:ext cx="899100" cy="264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000" rIns="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91" name="Google Shape;39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053" y="1569058"/>
            <a:ext cx="211736" cy="211736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2"/>
          <p:cNvSpPr txBox="1"/>
          <p:nvPr/>
        </p:nvSpPr>
        <p:spPr>
          <a:xfrm>
            <a:off x="5992452" y="1608104"/>
            <a:ext cx="189000" cy="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22"/>
          <p:cNvSpPr/>
          <p:nvPr/>
        </p:nvSpPr>
        <p:spPr>
          <a:xfrm>
            <a:off x="6192781" y="1542739"/>
            <a:ext cx="899100" cy="264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000" rIns="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25.46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94" name="Google Shape;39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053" y="1165951"/>
            <a:ext cx="211736" cy="211736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2"/>
          <p:cNvSpPr txBox="1"/>
          <p:nvPr/>
        </p:nvSpPr>
        <p:spPr>
          <a:xfrm>
            <a:off x="5992452" y="1204997"/>
            <a:ext cx="189000" cy="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6" name="Google Shape;396;p22"/>
          <p:cNvSpPr/>
          <p:nvPr/>
        </p:nvSpPr>
        <p:spPr>
          <a:xfrm>
            <a:off x="6192781" y="1139634"/>
            <a:ext cx="899100" cy="264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000" rIns="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21.26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97" name="Google Shape;39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053" y="3181485"/>
            <a:ext cx="211736" cy="211736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2"/>
          <p:cNvSpPr txBox="1"/>
          <p:nvPr/>
        </p:nvSpPr>
        <p:spPr>
          <a:xfrm>
            <a:off x="5992452" y="3220532"/>
            <a:ext cx="189000" cy="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8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9" name="Google Shape;399;p22"/>
          <p:cNvSpPr/>
          <p:nvPr/>
        </p:nvSpPr>
        <p:spPr>
          <a:xfrm>
            <a:off x="6192781" y="3155160"/>
            <a:ext cx="899100" cy="264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000" rIns="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32.56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0" name="Google Shape;40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053" y="2778378"/>
            <a:ext cx="211736" cy="211736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2"/>
          <p:cNvSpPr txBox="1"/>
          <p:nvPr/>
        </p:nvSpPr>
        <p:spPr>
          <a:xfrm>
            <a:off x="5992452" y="2817425"/>
            <a:ext cx="189000" cy="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k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22"/>
          <p:cNvSpPr/>
          <p:nvPr/>
        </p:nvSpPr>
        <p:spPr>
          <a:xfrm>
            <a:off x="6192781" y="2752055"/>
            <a:ext cx="899100" cy="2643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000" rIns="0" bIns="1800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15.20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03" name="Google Shape;403;p22"/>
          <p:cNvCxnSpPr/>
          <p:nvPr/>
        </p:nvCxnSpPr>
        <p:spPr>
          <a:xfrm rot="10800000">
            <a:off x="4617626" y="2575383"/>
            <a:ext cx="129300" cy="249900"/>
          </a:xfrm>
          <a:prstGeom prst="straightConnector1">
            <a:avLst/>
          </a:prstGeom>
          <a:noFill/>
          <a:ln w="28575" cap="flat" cmpd="sng">
            <a:solidFill>
              <a:srgbClr val="374CF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4" name="Google Shape;404;p22"/>
          <p:cNvSpPr txBox="1"/>
          <p:nvPr/>
        </p:nvSpPr>
        <p:spPr>
          <a:xfrm flipH="1">
            <a:off x="1368256" y="1792656"/>
            <a:ext cx="189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 flipH="1">
            <a:off x="2970780" y="1820130"/>
            <a:ext cx="189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 flipH="1">
            <a:off x="4581749" y="1728487"/>
            <a:ext cx="189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 flipH="1">
            <a:off x="1368256" y="3499933"/>
            <a:ext cx="189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 flipH="1">
            <a:off x="3086997" y="3245668"/>
            <a:ext cx="189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 flipH="1">
            <a:off x="4956806" y="3331288"/>
            <a:ext cx="189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0" name="Google Shape;410;p22"/>
          <p:cNvSpPr txBox="1"/>
          <p:nvPr/>
        </p:nvSpPr>
        <p:spPr>
          <a:xfrm rot="2195" flipH="1">
            <a:off x="5944197" y="5828070"/>
            <a:ext cx="939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triangle 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22"/>
          <p:cNvSpPr txBox="1"/>
          <p:nvPr/>
        </p:nvSpPr>
        <p:spPr>
          <a:xfrm rot="2745" flipH="1">
            <a:off x="476823" y="4385952"/>
            <a:ext cx="5259602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Which of these triangles are congruent to triangle X?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12" name="Google Shape;412;p22"/>
          <p:cNvCxnSpPr/>
          <p:nvPr/>
        </p:nvCxnSpPr>
        <p:spPr>
          <a:xfrm rot="10800000">
            <a:off x="6417641" y="5530088"/>
            <a:ext cx="4845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13" name="Google Shape;413;p22"/>
          <p:cNvCxnSpPr/>
          <p:nvPr/>
        </p:nvCxnSpPr>
        <p:spPr>
          <a:xfrm flipH="1">
            <a:off x="6308780" y="4345168"/>
            <a:ext cx="0" cy="1087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14" name="Google Shape;414;p22"/>
          <p:cNvCxnSpPr/>
          <p:nvPr/>
        </p:nvCxnSpPr>
        <p:spPr>
          <a:xfrm>
            <a:off x="6517462" y="4317954"/>
            <a:ext cx="484500" cy="1087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415" name="Google Shape;415;p22"/>
          <p:cNvGrpSpPr/>
          <p:nvPr/>
        </p:nvGrpSpPr>
        <p:grpSpPr>
          <a:xfrm>
            <a:off x="6417913" y="4345196"/>
            <a:ext cx="484507" cy="1087455"/>
            <a:chOff x="7148100" y="763500"/>
            <a:chExt cx="622200" cy="1396500"/>
          </a:xfrm>
        </p:grpSpPr>
        <p:sp>
          <p:nvSpPr>
            <p:cNvPr id="416" name="Google Shape;416;p22"/>
            <p:cNvSpPr/>
            <p:nvPr/>
          </p:nvSpPr>
          <p:spPr>
            <a:xfrm>
              <a:off x="7148100" y="763500"/>
              <a:ext cx="622200" cy="1396500"/>
            </a:xfrm>
            <a:prstGeom prst="rtTriangle">
              <a:avLst/>
            </a:prstGeom>
            <a:solidFill>
              <a:srgbClr val="EBEDFE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17" name="Google Shape;417;p22"/>
            <p:cNvSpPr/>
            <p:nvPr/>
          </p:nvSpPr>
          <p:spPr>
            <a:xfrm>
              <a:off x="7149329" y="1958371"/>
              <a:ext cx="200400" cy="2004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18" name="Google Shape;418;p22"/>
          <p:cNvSpPr txBox="1"/>
          <p:nvPr/>
        </p:nvSpPr>
        <p:spPr>
          <a:xfrm rot="3913" flipH="1">
            <a:off x="6396296" y="5560992"/>
            <a:ext cx="527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22"/>
          <p:cNvSpPr txBox="1"/>
          <p:nvPr/>
        </p:nvSpPr>
        <p:spPr>
          <a:xfrm rot="3913" flipH="1">
            <a:off x="5770911" y="4780888"/>
            <a:ext cx="527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20" name="Google Shape;420;p22"/>
          <p:cNvCxnSpPr/>
          <p:nvPr/>
        </p:nvCxnSpPr>
        <p:spPr>
          <a:xfrm>
            <a:off x="497954" y="5840746"/>
            <a:ext cx="4845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21" name="Google Shape;421;p22"/>
          <p:cNvCxnSpPr/>
          <p:nvPr/>
        </p:nvCxnSpPr>
        <p:spPr>
          <a:xfrm flipH="1">
            <a:off x="1091316" y="4655826"/>
            <a:ext cx="0" cy="1087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422" name="Google Shape;422;p22"/>
          <p:cNvGrpSpPr/>
          <p:nvPr/>
        </p:nvGrpSpPr>
        <p:grpSpPr>
          <a:xfrm flipH="1">
            <a:off x="497675" y="4655854"/>
            <a:ext cx="484507" cy="1087455"/>
            <a:chOff x="7148100" y="763500"/>
            <a:chExt cx="622200" cy="1396500"/>
          </a:xfrm>
        </p:grpSpPr>
        <p:sp>
          <p:nvSpPr>
            <p:cNvPr id="423" name="Google Shape;423;p22"/>
            <p:cNvSpPr/>
            <p:nvPr/>
          </p:nvSpPr>
          <p:spPr>
            <a:xfrm>
              <a:off x="7148100" y="763500"/>
              <a:ext cx="622200" cy="1396500"/>
            </a:xfrm>
            <a:prstGeom prst="rtTriangle">
              <a:avLst/>
            </a:prstGeom>
            <a:solidFill>
              <a:srgbClr val="EBEDFE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4" name="Google Shape;424;p22"/>
            <p:cNvSpPr/>
            <p:nvPr/>
          </p:nvSpPr>
          <p:spPr>
            <a:xfrm>
              <a:off x="7149329" y="1958371"/>
              <a:ext cx="200400" cy="2004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25" name="Google Shape;425;p22"/>
          <p:cNvSpPr txBox="1"/>
          <p:nvPr/>
        </p:nvSpPr>
        <p:spPr>
          <a:xfrm rot="-3913">
            <a:off x="476699" y="5871649"/>
            <a:ext cx="527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6" name="Google Shape;426;p22"/>
          <p:cNvSpPr txBox="1"/>
          <p:nvPr/>
        </p:nvSpPr>
        <p:spPr>
          <a:xfrm rot="-3913">
            <a:off x="1102084" y="5091545"/>
            <a:ext cx="527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27" name="Google Shape;427;p22"/>
          <p:cNvCxnSpPr/>
          <p:nvPr/>
        </p:nvCxnSpPr>
        <p:spPr>
          <a:xfrm rot="5400000">
            <a:off x="2678828" y="5504851"/>
            <a:ext cx="4845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28" name="Google Shape;428;p22"/>
          <p:cNvCxnSpPr/>
          <p:nvPr/>
        </p:nvCxnSpPr>
        <p:spPr>
          <a:xfrm rot="-5400000">
            <a:off x="2010443" y="4861280"/>
            <a:ext cx="484500" cy="1087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429" name="Google Shape;429;p22"/>
          <p:cNvGrpSpPr/>
          <p:nvPr/>
        </p:nvGrpSpPr>
        <p:grpSpPr>
          <a:xfrm rot="-5400000">
            <a:off x="2037658" y="4960842"/>
            <a:ext cx="484507" cy="1087455"/>
            <a:chOff x="7148100" y="763500"/>
            <a:chExt cx="622200" cy="1396500"/>
          </a:xfrm>
        </p:grpSpPr>
        <p:sp>
          <p:nvSpPr>
            <p:cNvPr id="430" name="Google Shape;430;p22"/>
            <p:cNvSpPr/>
            <p:nvPr/>
          </p:nvSpPr>
          <p:spPr>
            <a:xfrm>
              <a:off x="7148100" y="763500"/>
              <a:ext cx="622200" cy="1396500"/>
            </a:xfrm>
            <a:prstGeom prst="rtTriangle">
              <a:avLst/>
            </a:prstGeom>
            <a:solidFill>
              <a:srgbClr val="EBEDFE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31" name="Google Shape;431;p22"/>
            <p:cNvSpPr/>
            <p:nvPr/>
          </p:nvSpPr>
          <p:spPr>
            <a:xfrm>
              <a:off x="7149329" y="1958371"/>
              <a:ext cx="200400" cy="2004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32" name="Google Shape;432;p22"/>
          <p:cNvSpPr txBox="1"/>
          <p:nvPr/>
        </p:nvSpPr>
        <p:spPr>
          <a:xfrm rot="3913" flipH="1">
            <a:off x="2925317" y="5396856"/>
            <a:ext cx="527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3" name="Google Shape;433;p22"/>
          <p:cNvSpPr txBox="1"/>
          <p:nvPr/>
        </p:nvSpPr>
        <p:spPr>
          <a:xfrm rot="-1434481" flipH="1">
            <a:off x="1749199" y="5190766"/>
            <a:ext cx="897181" cy="184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22"/>
          <p:cNvSpPr/>
          <p:nvPr/>
        </p:nvSpPr>
        <p:spPr>
          <a:xfrm>
            <a:off x="5736448" y="4227821"/>
            <a:ext cx="1355700" cy="15552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35" name="Google Shape;435;p22"/>
          <p:cNvCxnSpPr/>
          <p:nvPr/>
        </p:nvCxnSpPr>
        <p:spPr>
          <a:xfrm rot="2700000">
            <a:off x="3715461" y="5660300"/>
            <a:ext cx="48451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36" name="Google Shape;436;p22"/>
          <p:cNvCxnSpPr/>
          <p:nvPr/>
        </p:nvCxnSpPr>
        <p:spPr>
          <a:xfrm flipH="1">
            <a:off x="4659401" y="4911461"/>
            <a:ext cx="0" cy="1087389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437" name="Google Shape;437;p22"/>
          <p:cNvGrpSpPr/>
          <p:nvPr/>
        </p:nvGrpSpPr>
        <p:grpSpPr>
          <a:xfrm rot="2700000" flipH="1">
            <a:off x="4168862" y="4663167"/>
            <a:ext cx="484486" cy="1087407"/>
            <a:chOff x="7148100" y="763500"/>
            <a:chExt cx="622200" cy="1396500"/>
          </a:xfrm>
        </p:grpSpPr>
        <p:sp>
          <p:nvSpPr>
            <p:cNvPr id="438" name="Google Shape;438;p22"/>
            <p:cNvSpPr/>
            <p:nvPr/>
          </p:nvSpPr>
          <p:spPr>
            <a:xfrm>
              <a:off x="7148100" y="763500"/>
              <a:ext cx="622200" cy="1396500"/>
            </a:xfrm>
            <a:prstGeom prst="rtTriangle">
              <a:avLst/>
            </a:prstGeom>
            <a:solidFill>
              <a:srgbClr val="EBEDFE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39" name="Google Shape;439;p22"/>
            <p:cNvSpPr/>
            <p:nvPr/>
          </p:nvSpPr>
          <p:spPr>
            <a:xfrm>
              <a:off x="7149329" y="1958371"/>
              <a:ext cx="200400" cy="2004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40" name="Google Shape;440;p22"/>
          <p:cNvSpPr txBox="1"/>
          <p:nvPr/>
        </p:nvSpPr>
        <p:spPr>
          <a:xfrm rot="2695850">
            <a:off x="3612543" y="5651043"/>
            <a:ext cx="527148" cy="184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1" name="Google Shape;441;p22"/>
          <p:cNvSpPr txBox="1"/>
          <p:nvPr/>
        </p:nvSpPr>
        <p:spPr>
          <a:xfrm rot="-2702726">
            <a:off x="4320289" y="5421195"/>
            <a:ext cx="802496" cy="184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42" name="Google Shape;442;p22"/>
          <p:cNvCxnSpPr/>
          <p:nvPr/>
        </p:nvCxnSpPr>
        <p:spPr>
          <a:xfrm rot="8100000">
            <a:off x="1538935" y="6841721"/>
            <a:ext cx="48451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43" name="Google Shape;443;p22"/>
          <p:cNvCxnSpPr/>
          <p:nvPr/>
        </p:nvCxnSpPr>
        <p:spPr>
          <a:xfrm flipH="1">
            <a:off x="1079504" y="6092881"/>
            <a:ext cx="0" cy="1087389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444" name="Google Shape;444;p22"/>
          <p:cNvGrpSpPr/>
          <p:nvPr/>
        </p:nvGrpSpPr>
        <p:grpSpPr>
          <a:xfrm rot="-2700000">
            <a:off x="1085558" y="5844588"/>
            <a:ext cx="484486" cy="1087407"/>
            <a:chOff x="7148100" y="763500"/>
            <a:chExt cx="622200" cy="1396500"/>
          </a:xfrm>
        </p:grpSpPr>
        <p:sp>
          <p:nvSpPr>
            <p:cNvPr id="445" name="Google Shape;445;p22"/>
            <p:cNvSpPr/>
            <p:nvPr/>
          </p:nvSpPr>
          <p:spPr>
            <a:xfrm>
              <a:off x="7148100" y="763500"/>
              <a:ext cx="622200" cy="1396500"/>
            </a:xfrm>
            <a:prstGeom prst="rtTriangle">
              <a:avLst/>
            </a:prstGeom>
            <a:solidFill>
              <a:srgbClr val="EBEDFE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46" name="Google Shape;446;p22"/>
            <p:cNvSpPr/>
            <p:nvPr/>
          </p:nvSpPr>
          <p:spPr>
            <a:xfrm>
              <a:off x="7149329" y="1958371"/>
              <a:ext cx="200400" cy="2004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47" name="Google Shape;447;p22"/>
          <p:cNvSpPr txBox="1"/>
          <p:nvPr/>
        </p:nvSpPr>
        <p:spPr>
          <a:xfrm rot="-2695850" flipH="1">
            <a:off x="1588448" y="6816314"/>
            <a:ext cx="527148" cy="184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8" name="Google Shape;448;p22"/>
          <p:cNvSpPr txBox="1"/>
          <p:nvPr/>
        </p:nvSpPr>
        <p:spPr>
          <a:xfrm rot="2702726" flipH="1">
            <a:off x="616121" y="6602616"/>
            <a:ext cx="802496" cy="184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67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49" name="Google Shape;449;p22"/>
          <p:cNvCxnSpPr/>
          <p:nvPr/>
        </p:nvCxnSpPr>
        <p:spPr>
          <a:xfrm rot="-5400000">
            <a:off x="3340342" y="6606068"/>
            <a:ext cx="4845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450" name="Google Shape;450;p22"/>
          <p:cNvGrpSpPr/>
          <p:nvPr/>
        </p:nvGrpSpPr>
        <p:grpSpPr>
          <a:xfrm rot="-5400000" flipH="1">
            <a:off x="2699172" y="6062622"/>
            <a:ext cx="484507" cy="1087455"/>
            <a:chOff x="7148100" y="763500"/>
            <a:chExt cx="622200" cy="1396500"/>
          </a:xfrm>
        </p:grpSpPr>
        <p:sp>
          <p:nvSpPr>
            <p:cNvPr id="451" name="Google Shape;451;p22"/>
            <p:cNvSpPr/>
            <p:nvPr/>
          </p:nvSpPr>
          <p:spPr>
            <a:xfrm>
              <a:off x="7148100" y="763500"/>
              <a:ext cx="622200" cy="1396500"/>
            </a:xfrm>
            <a:prstGeom prst="rtTriangle">
              <a:avLst/>
            </a:prstGeom>
            <a:solidFill>
              <a:srgbClr val="EBEDFE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2" name="Google Shape;452;p22"/>
            <p:cNvSpPr/>
            <p:nvPr/>
          </p:nvSpPr>
          <p:spPr>
            <a:xfrm>
              <a:off x="7149329" y="1958371"/>
              <a:ext cx="200400" cy="2004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453" name="Google Shape;453;p22"/>
          <p:cNvCxnSpPr/>
          <p:nvPr/>
        </p:nvCxnSpPr>
        <p:spPr>
          <a:xfrm rot="-5400000" flipH="1">
            <a:off x="2671957" y="6162139"/>
            <a:ext cx="484500" cy="1087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54" name="Google Shape;454;p22"/>
          <p:cNvSpPr txBox="1"/>
          <p:nvPr/>
        </p:nvSpPr>
        <p:spPr>
          <a:xfrm rot="-3913">
            <a:off x="3586931" y="6498084"/>
            <a:ext cx="527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16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5" name="Google Shape;455;p22"/>
          <p:cNvSpPr txBox="1"/>
          <p:nvPr/>
        </p:nvSpPr>
        <p:spPr>
          <a:xfrm rot="1434481">
            <a:off x="2423279" y="6706831"/>
            <a:ext cx="897181" cy="184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56" name="Google Shape;456;p22"/>
          <p:cNvGrpSpPr/>
          <p:nvPr/>
        </p:nvGrpSpPr>
        <p:grpSpPr>
          <a:xfrm rot="9369647" flipH="1">
            <a:off x="4728665" y="5957928"/>
            <a:ext cx="484464" cy="1087357"/>
            <a:chOff x="7148100" y="763500"/>
            <a:chExt cx="622200" cy="1396500"/>
          </a:xfrm>
        </p:grpSpPr>
        <p:sp>
          <p:nvSpPr>
            <p:cNvPr id="457" name="Google Shape;457;p22"/>
            <p:cNvSpPr/>
            <p:nvPr/>
          </p:nvSpPr>
          <p:spPr>
            <a:xfrm>
              <a:off x="7148100" y="763500"/>
              <a:ext cx="622200" cy="1396500"/>
            </a:xfrm>
            <a:prstGeom prst="rtTriangle">
              <a:avLst/>
            </a:prstGeom>
            <a:solidFill>
              <a:srgbClr val="EBEDFE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8" name="Google Shape;458;p22"/>
            <p:cNvSpPr/>
            <p:nvPr/>
          </p:nvSpPr>
          <p:spPr>
            <a:xfrm>
              <a:off x="7149329" y="1958371"/>
              <a:ext cx="200400" cy="2004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459" name="Google Shape;459;p22"/>
          <p:cNvCxnSpPr/>
          <p:nvPr/>
        </p:nvCxnSpPr>
        <p:spPr>
          <a:xfrm rot="9369811" flipH="1">
            <a:off x="4831430" y="5942403"/>
            <a:ext cx="484748" cy="1087439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60" name="Google Shape;460;p22"/>
          <p:cNvSpPr txBox="1"/>
          <p:nvPr/>
        </p:nvSpPr>
        <p:spPr>
          <a:xfrm rot="-5395403">
            <a:off x="4727433" y="6394706"/>
            <a:ext cx="897301" cy="18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1" name="Google Shape;461;p22"/>
          <p:cNvCxnSpPr/>
          <p:nvPr/>
        </p:nvCxnSpPr>
        <p:spPr>
          <a:xfrm rot="10800000">
            <a:off x="4443931" y="6140236"/>
            <a:ext cx="436200" cy="9906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62" name="Google Shape;462;p22"/>
          <p:cNvSpPr txBox="1"/>
          <p:nvPr/>
        </p:nvSpPr>
        <p:spPr>
          <a:xfrm rot="-6548">
            <a:off x="4136871" y="6676373"/>
            <a:ext cx="630001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3" name="Google Shape;463;p22"/>
          <p:cNvCxnSpPr/>
          <p:nvPr/>
        </p:nvCxnSpPr>
        <p:spPr>
          <a:xfrm rot="10800000">
            <a:off x="5747492" y="6836782"/>
            <a:ext cx="10959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64" name="Google Shape;464;p22"/>
          <p:cNvCxnSpPr/>
          <p:nvPr/>
        </p:nvCxnSpPr>
        <p:spPr>
          <a:xfrm rot="5400000" flipH="1">
            <a:off x="6084606" y="5843075"/>
            <a:ext cx="484500" cy="1087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465" name="Google Shape;465;p22"/>
          <p:cNvGrpSpPr/>
          <p:nvPr/>
        </p:nvGrpSpPr>
        <p:grpSpPr>
          <a:xfrm rot="5400000" flipH="1">
            <a:off x="6057383" y="5942638"/>
            <a:ext cx="484507" cy="1087455"/>
            <a:chOff x="7148100" y="763500"/>
            <a:chExt cx="622200" cy="1396500"/>
          </a:xfrm>
        </p:grpSpPr>
        <p:sp>
          <p:nvSpPr>
            <p:cNvPr id="466" name="Google Shape;466;p22"/>
            <p:cNvSpPr/>
            <p:nvPr/>
          </p:nvSpPr>
          <p:spPr>
            <a:xfrm>
              <a:off x="7148100" y="763500"/>
              <a:ext cx="622200" cy="1396500"/>
            </a:xfrm>
            <a:prstGeom prst="rtTriangle">
              <a:avLst/>
            </a:prstGeom>
            <a:solidFill>
              <a:srgbClr val="EBEDFE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67" name="Google Shape;467;p22"/>
            <p:cNvSpPr/>
            <p:nvPr/>
          </p:nvSpPr>
          <p:spPr>
            <a:xfrm>
              <a:off x="7149329" y="1958371"/>
              <a:ext cx="200400" cy="2004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68" name="Google Shape;468;p22"/>
          <p:cNvSpPr txBox="1"/>
          <p:nvPr/>
        </p:nvSpPr>
        <p:spPr>
          <a:xfrm rot="1434481">
            <a:off x="5933169" y="6172561"/>
            <a:ext cx="897181" cy="184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63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9" name="Google Shape;469;p22"/>
          <p:cNvSpPr txBox="1"/>
          <p:nvPr/>
        </p:nvSpPr>
        <p:spPr>
          <a:xfrm rot="3913" flipH="1">
            <a:off x="6031875" y="6836943"/>
            <a:ext cx="5271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0" name="Google Shape;470;p22"/>
          <p:cNvSpPr txBox="1"/>
          <p:nvPr/>
        </p:nvSpPr>
        <p:spPr>
          <a:xfrm flipH="1">
            <a:off x="723843" y="5330242"/>
            <a:ext cx="216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1" name="Google Shape;471;p22"/>
          <p:cNvSpPr txBox="1"/>
          <p:nvPr/>
        </p:nvSpPr>
        <p:spPr>
          <a:xfrm flipH="1">
            <a:off x="2427844" y="5454050"/>
            <a:ext cx="216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2" name="Google Shape;472;p22"/>
          <p:cNvSpPr txBox="1"/>
          <p:nvPr/>
        </p:nvSpPr>
        <p:spPr>
          <a:xfrm flipH="1">
            <a:off x="4171604" y="5297110"/>
            <a:ext cx="216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3" name="Google Shape;473;p22"/>
          <p:cNvSpPr txBox="1"/>
          <p:nvPr/>
        </p:nvSpPr>
        <p:spPr>
          <a:xfrm flipH="1">
            <a:off x="1377000" y="6487381"/>
            <a:ext cx="216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4" name="Google Shape;474;p22"/>
          <p:cNvSpPr txBox="1"/>
          <p:nvPr/>
        </p:nvSpPr>
        <p:spPr>
          <a:xfrm flipH="1">
            <a:off x="3055352" y="6393465"/>
            <a:ext cx="216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5" name="Google Shape;475;p22"/>
          <p:cNvSpPr txBox="1"/>
          <p:nvPr/>
        </p:nvSpPr>
        <p:spPr>
          <a:xfrm flipH="1">
            <a:off x="4726005" y="6197320"/>
            <a:ext cx="216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6" name="Google Shape;476;p22"/>
          <p:cNvSpPr txBox="1"/>
          <p:nvPr/>
        </p:nvSpPr>
        <p:spPr>
          <a:xfrm flipH="1">
            <a:off x="5986909" y="6431343"/>
            <a:ext cx="216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77" name="Google Shape;477;p22"/>
          <p:cNvPicPr preferRelativeResize="0"/>
          <p:nvPr/>
        </p:nvPicPr>
        <p:blipFill>
          <a:blip r:embed="rId5">
            <a:alphaModFix/>
          </a:blip>
          <a:srcRect l="58255" t="12717"/>
          <a:stretch>
            <a:fillRect/>
          </a:stretch>
        </p:blipFill>
        <p:spPr>
          <a:xfrm flipH="1">
            <a:off x="4226022" y="7875416"/>
            <a:ext cx="2227205" cy="1833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22"/>
          <p:cNvPicPr preferRelativeResize="0"/>
          <p:nvPr/>
        </p:nvPicPr>
        <p:blipFill>
          <a:blip r:embed="rId5">
            <a:alphaModFix/>
          </a:blip>
          <a:srcRect r="41493"/>
          <a:stretch>
            <a:fillRect/>
          </a:stretch>
        </p:blipFill>
        <p:spPr>
          <a:xfrm>
            <a:off x="1101330" y="7608258"/>
            <a:ext cx="3121528" cy="2100721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22"/>
          <p:cNvSpPr txBox="1"/>
          <p:nvPr/>
        </p:nvSpPr>
        <p:spPr>
          <a:xfrm rot="-3598">
            <a:off x="4713259" y="8527858"/>
            <a:ext cx="859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 of square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28 cm²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80" name="Google Shape;480;p22"/>
          <p:cNvCxnSpPr/>
          <p:nvPr/>
        </p:nvCxnSpPr>
        <p:spPr>
          <a:xfrm>
            <a:off x="1137220" y="9756381"/>
            <a:ext cx="17172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81" name="Google Shape;481;p22"/>
          <p:cNvSpPr txBox="1"/>
          <p:nvPr/>
        </p:nvSpPr>
        <p:spPr>
          <a:xfrm rot="3057" flipH="1">
            <a:off x="1658374" y="9756810"/>
            <a:ext cx="67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25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82" name="Google Shape;482;p22"/>
          <p:cNvCxnSpPr/>
          <p:nvPr/>
        </p:nvCxnSpPr>
        <p:spPr>
          <a:xfrm rot="10800000" flipH="1">
            <a:off x="1032981" y="9101430"/>
            <a:ext cx="0" cy="563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83" name="Google Shape;483;p22"/>
          <p:cNvSpPr txBox="1"/>
          <p:nvPr/>
        </p:nvSpPr>
        <p:spPr>
          <a:xfrm rot="3057" flipH="1">
            <a:off x="446742" y="9287805"/>
            <a:ext cx="67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84" name="Google Shape;484;p22"/>
          <p:cNvCxnSpPr/>
          <p:nvPr/>
        </p:nvCxnSpPr>
        <p:spPr>
          <a:xfrm rot="10800000" flipH="1">
            <a:off x="1044349" y="8109443"/>
            <a:ext cx="316500" cy="941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85" name="Google Shape;485;p22"/>
          <p:cNvSpPr txBox="1"/>
          <p:nvPr/>
        </p:nvSpPr>
        <p:spPr>
          <a:xfrm rot="3057" flipH="1">
            <a:off x="611019" y="8429342"/>
            <a:ext cx="67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86" name="Google Shape;486;p22"/>
          <p:cNvCxnSpPr/>
          <p:nvPr/>
        </p:nvCxnSpPr>
        <p:spPr>
          <a:xfrm rot="10800000">
            <a:off x="1459455" y="8149926"/>
            <a:ext cx="1401900" cy="1515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87" name="Google Shape;487;p22"/>
          <p:cNvSpPr txBox="1"/>
          <p:nvPr/>
        </p:nvSpPr>
        <p:spPr>
          <a:xfrm rot="3057" flipH="1">
            <a:off x="1964660" y="8597712"/>
            <a:ext cx="67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88" name="Google Shape;488;p22"/>
          <p:cNvCxnSpPr/>
          <p:nvPr/>
        </p:nvCxnSpPr>
        <p:spPr>
          <a:xfrm>
            <a:off x="3220079" y="9756389"/>
            <a:ext cx="6990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89" name="Google Shape;489;p22"/>
          <p:cNvSpPr txBox="1"/>
          <p:nvPr/>
        </p:nvSpPr>
        <p:spPr>
          <a:xfrm rot="8708" flipH="1">
            <a:off x="3280674" y="9752138"/>
            <a:ext cx="592202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90" name="Google Shape;490;p22"/>
          <p:cNvGrpSpPr/>
          <p:nvPr/>
        </p:nvGrpSpPr>
        <p:grpSpPr>
          <a:xfrm>
            <a:off x="2501696" y="7954022"/>
            <a:ext cx="674589" cy="1723274"/>
            <a:chOff x="303660" y="3471683"/>
            <a:chExt cx="922200" cy="769800"/>
          </a:xfrm>
        </p:grpSpPr>
        <p:cxnSp>
          <p:nvCxnSpPr>
            <p:cNvPr id="491" name="Google Shape;491;p22"/>
            <p:cNvCxnSpPr/>
            <p:nvPr/>
          </p:nvCxnSpPr>
          <p:spPr>
            <a:xfrm rot="10800000" flipH="1">
              <a:off x="1171846" y="3471683"/>
              <a:ext cx="0" cy="7698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492" name="Google Shape;492;p22"/>
            <p:cNvSpPr txBox="1"/>
            <p:nvPr/>
          </p:nvSpPr>
          <p:spPr>
            <a:xfrm rot="3355" flipH="1">
              <a:off x="303660" y="3548378"/>
              <a:ext cx="922200" cy="8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50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493" name="Google Shape;493;p22"/>
          <p:cNvCxnSpPr/>
          <p:nvPr/>
        </p:nvCxnSpPr>
        <p:spPr>
          <a:xfrm rot="10800000" flipH="1">
            <a:off x="3196755" y="7562629"/>
            <a:ext cx="759900" cy="300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94" name="Google Shape;494;p22"/>
          <p:cNvSpPr txBox="1"/>
          <p:nvPr/>
        </p:nvSpPr>
        <p:spPr>
          <a:xfrm rot="-1298276">
            <a:off x="3259552" y="7510547"/>
            <a:ext cx="546726" cy="184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18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95" name="Google Shape;495;p22"/>
          <p:cNvCxnSpPr/>
          <p:nvPr/>
        </p:nvCxnSpPr>
        <p:spPr>
          <a:xfrm rot="10800000" flipH="1">
            <a:off x="4021215" y="7660403"/>
            <a:ext cx="92100" cy="2006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96" name="Google Shape;496;p22"/>
          <p:cNvSpPr txBox="1"/>
          <p:nvPr/>
        </p:nvSpPr>
        <p:spPr>
          <a:xfrm rot="-10700">
            <a:off x="4035269" y="8078037"/>
            <a:ext cx="674703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56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97" name="Google Shape;497;p22"/>
          <p:cNvCxnSpPr/>
          <p:nvPr/>
        </p:nvCxnSpPr>
        <p:spPr>
          <a:xfrm>
            <a:off x="5318124" y="9750889"/>
            <a:ext cx="10659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98" name="Google Shape;498;p22"/>
          <p:cNvSpPr txBox="1"/>
          <p:nvPr/>
        </p:nvSpPr>
        <p:spPr>
          <a:xfrm rot="5852" flipH="1">
            <a:off x="5410756" y="9751232"/>
            <a:ext cx="881101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99" name="Google Shape;499;p22"/>
          <p:cNvCxnSpPr/>
          <p:nvPr/>
        </p:nvCxnSpPr>
        <p:spPr>
          <a:xfrm rot="10800000" flipH="1">
            <a:off x="6506023" y="9280433"/>
            <a:ext cx="0" cy="390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500" name="Google Shape;500;p22"/>
          <p:cNvSpPr txBox="1"/>
          <p:nvPr/>
        </p:nvSpPr>
        <p:spPr>
          <a:xfrm rot="-3057">
            <a:off x="6417569" y="9374199"/>
            <a:ext cx="67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01" name="Google Shape;501;p22"/>
          <p:cNvCxnSpPr/>
          <p:nvPr/>
        </p:nvCxnSpPr>
        <p:spPr>
          <a:xfrm rot="10800000" flipH="1">
            <a:off x="6439850" y="8847853"/>
            <a:ext cx="0" cy="39011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502" name="Google Shape;502;p22"/>
          <p:cNvSpPr txBox="1"/>
          <p:nvPr/>
        </p:nvSpPr>
        <p:spPr>
          <a:xfrm rot="-1263238">
            <a:off x="6407803" y="8852834"/>
            <a:ext cx="674744" cy="184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03" name="Google Shape;503;p22"/>
          <p:cNvCxnSpPr/>
          <p:nvPr/>
        </p:nvCxnSpPr>
        <p:spPr>
          <a:xfrm rot="10800000" flipH="1">
            <a:off x="6232931" y="8487039"/>
            <a:ext cx="0" cy="390332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504" name="Google Shape;504;p22"/>
          <p:cNvSpPr txBox="1"/>
          <p:nvPr/>
        </p:nvSpPr>
        <p:spPr>
          <a:xfrm rot="-2342740">
            <a:off x="6235699" y="8426272"/>
            <a:ext cx="674827" cy="184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22"/>
          <p:cNvSpPr txBox="1"/>
          <p:nvPr/>
        </p:nvSpPr>
        <p:spPr>
          <a:xfrm rot="2729" flipH="1">
            <a:off x="568200" y="7255578"/>
            <a:ext cx="6423602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alculate the length of each unknown side labelled with a letter, rounding your answer to 2 decimal places.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6" name="Google Shape;506;p22"/>
          <p:cNvSpPr txBox="1"/>
          <p:nvPr/>
        </p:nvSpPr>
        <p:spPr>
          <a:xfrm>
            <a:off x="1748675" y="1425200"/>
            <a:ext cx="238800" cy="196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7" name="Google Shape;507;p22"/>
          <p:cNvSpPr txBox="1"/>
          <p:nvPr/>
        </p:nvSpPr>
        <p:spPr>
          <a:xfrm>
            <a:off x="2965210" y="2538619"/>
            <a:ext cx="238800" cy="196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k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22"/>
          <p:cNvSpPr txBox="1"/>
          <p:nvPr/>
        </p:nvSpPr>
        <p:spPr>
          <a:xfrm>
            <a:off x="4072091" y="1936609"/>
            <a:ext cx="238800" cy="196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9" name="Google Shape;509;p22"/>
          <p:cNvSpPr txBox="1"/>
          <p:nvPr/>
        </p:nvSpPr>
        <p:spPr>
          <a:xfrm>
            <a:off x="1973393" y="3586440"/>
            <a:ext cx="238800" cy="196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0" name="Google Shape;510;p22"/>
          <p:cNvSpPr txBox="1"/>
          <p:nvPr/>
        </p:nvSpPr>
        <p:spPr>
          <a:xfrm>
            <a:off x="3465752" y="3723990"/>
            <a:ext cx="238800" cy="196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1" name="Google Shape;511;p22"/>
          <p:cNvSpPr txBox="1"/>
          <p:nvPr/>
        </p:nvSpPr>
        <p:spPr>
          <a:xfrm>
            <a:off x="4361825" y="3271731"/>
            <a:ext cx="238800" cy="196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j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2" name="Google Shape;51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58156" y="5468193"/>
            <a:ext cx="280012" cy="296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83329" y="4819163"/>
            <a:ext cx="280012" cy="296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98454" y="6020866"/>
            <a:ext cx="280012" cy="296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70417" y="5910357"/>
            <a:ext cx="280012" cy="296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04575" y="4942625"/>
            <a:ext cx="280012" cy="296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9457" y="6167540"/>
            <a:ext cx="280012" cy="296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36038" y="6095537"/>
            <a:ext cx="280012" cy="29681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22"/>
          <p:cNvSpPr txBox="1"/>
          <p:nvPr/>
        </p:nvSpPr>
        <p:spPr>
          <a:xfrm rot="3085" flipH="1">
            <a:off x="1820100" y="7882312"/>
            <a:ext cx="668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= 32.39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20" name="Google Shape;520;p22"/>
          <p:cNvSpPr txBox="1"/>
          <p:nvPr/>
        </p:nvSpPr>
        <p:spPr>
          <a:xfrm rot="4075" flipH="1">
            <a:off x="4101575" y="9479526"/>
            <a:ext cx="759301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= 17.66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21" name="Google Shape;521;p22"/>
          <p:cNvSpPr txBox="1"/>
          <p:nvPr/>
        </p:nvSpPr>
        <p:spPr>
          <a:xfrm rot="3043" flipH="1">
            <a:off x="5568974" y="7985015"/>
            <a:ext cx="1355701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cm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= 5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178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Determining which side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2024-02-06T11:17:17.477</cp:lastPrinted>
  <dcterms:created xsi:type="dcterms:W3CDTF">2024-02-06T11:17:17Z</dcterms:created>
  <dcterms:modified xsi:type="dcterms:W3CDTF">2024-02-06T11:17:28Z</dcterms:modified>
</cp:coreProperties>
</file>