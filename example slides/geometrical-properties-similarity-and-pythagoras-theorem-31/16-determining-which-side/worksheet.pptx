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DF50DF0-2E7B-4BAA-B536-3C8C1952B2C5}">
  <a:tblStyle styleId="{FDF50DF0-2E7B-4BAA-B536-3C8C1952B2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1efb4c34af5_0_11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efb4c34af5_0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4" name="Shape 274"/>
        <p:cNvGrpSpPr/>
        <p:nvPr/>
      </p:nvGrpSpPr>
      <p:grpSpPr>
        <a:xfrm>
          <a:off x="0" y="0"/>
          <a:ext cx="0" cy="0"/>
        </a:xfrm>
      </p:grpSpPr>
      <p:sp>
        <p:nvSpPr>
          <p:cNvPr id="275" name="Google Shape;27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Relationship Id="rId4" Type="http://schemas.openxmlformats.org/officeDocument/2006/relationships/image" Target="../media/image7.png" /><Relationship Id="rId5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 rot="2723" flipH="1">
            <a:off x="659555" y="2194737"/>
            <a:ext cx="6059402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Pythagoras’ theorem can only be used to calculate the length of a missing side of a triangle if one of its sides is a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Only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triangles have a hypotenuse.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hypotenuse is always opposite the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 rot="2763" flipH="1">
            <a:off x="476531" y="4332855"/>
            <a:ext cx="447960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Write a sentence to explain why Pythagoras’ theorem cannot be used to find the value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 rot="2733" flipH="1">
            <a:off x="476360" y="1924998"/>
            <a:ext cx="64152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each statement.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5551" y="1411250"/>
            <a:ext cx="60594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Identifying the hypotenuse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621931" y="4092166"/>
            <a:ext cx="951300" cy="951300"/>
          </a:xfrm>
          <a:prstGeom prst="triangle">
            <a:avLst>
              <a:gd name="adj" fmla="val 1785"/>
            </a:avLst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 rot="1677" flipH="1">
            <a:off x="5790140" y="5101098"/>
            <a:ext cx="615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 rot="1968" flipH="1">
            <a:off x="5040294" y="4513565"/>
            <a:ext cx="5241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 rot="4664459">
            <a:off x="5432684" y="4848227"/>
            <a:ext cx="380066" cy="380066"/>
          </a:xfrm>
          <a:prstGeom prst="arc">
            <a:avLst>
              <a:gd name="adj1" fmla="val 11680388"/>
              <a:gd name="adj2" fmla="val 17082108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rot="4664694">
            <a:off x="6108610" y="4584528"/>
            <a:ext cx="905944" cy="905944"/>
          </a:xfrm>
          <a:prstGeom prst="arc">
            <a:avLst>
              <a:gd name="adj1" fmla="val 6098409"/>
              <a:gd name="adj2" fmla="val 8893976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 rot="4664829">
            <a:off x="5184754" y="3645945"/>
            <a:ext cx="918830" cy="918830"/>
          </a:xfrm>
          <a:prstGeom prst="arc">
            <a:avLst>
              <a:gd name="adj1" fmla="val 19648779"/>
              <a:gd name="adj2" fmla="val 857899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 rot="3117" flipH="1">
            <a:off x="6105118" y="4834095"/>
            <a:ext cx="3309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 rot="3117" flipH="1">
            <a:off x="5621997" y="4340293"/>
            <a:ext cx="3309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 flipH="1">
            <a:off x="5564276" y="4092166"/>
            <a:ext cx="17100" cy="95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5621931" y="5101103"/>
            <a:ext cx="951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5696450" y="4034629"/>
            <a:ext cx="934500" cy="95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" name="Google Shape;176;p20"/>
          <p:cNvSpPr txBox="1"/>
          <p:nvPr/>
        </p:nvSpPr>
        <p:spPr>
          <a:xfrm rot="2731626" flipH="1">
            <a:off x="5918023" y="4349917"/>
            <a:ext cx="760950" cy="24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621931" y="4092166"/>
            <a:ext cx="951300" cy="951300"/>
          </a:xfrm>
          <a:prstGeom prst="triangle">
            <a:avLst>
              <a:gd name="adj" fmla="val 178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 rot="2647" flipH="1">
            <a:off x="476422" y="5876296"/>
            <a:ext cx="662400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For each of these triangles, tick (✔) each right-angled triangle, cross (✘) non-right-angled triangle, put a question mark (?) by each one where you cannot tell.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right-angled triangle, circle or highlight its hypotenuse.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33" y="6669396"/>
            <a:ext cx="6466393" cy="255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 rot="3248" flipH="1">
            <a:off x="817489" y="7012240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 rot="3248" flipH="1">
            <a:off x="1955814" y="7254929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 rot="3248" flipH="1">
            <a:off x="2634524" y="8652926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 rot="3248" flipH="1">
            <a:off x="6017445" y="7498555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rot="3248" flipH="1">
            <a:off x="3787044" y="8151813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rot="2679" flipH="1">
            <a:off x="5664958" y="8574688"/>
            <a:ext cx="3849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 rot="2829" flipH="1">
            <a:off x="5641774" y="7826473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rot="2829" flipH="1">
            <a:off x="4230889" y="7096590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 rot="2829" flipH="1">
            <a:off x="1312933" y="8731939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 rot="2829" flipH="1">
            <a:off x="666897" y="7988961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1217828" y="7150387"/>
            <a:ext cx="149700" cy="53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2350812" y="7395610"/>
            <a:ext cx="309900" cy="1128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3756346" y="8117692"/>
            <a:ext cx="187200" cy="960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5447743" y="7899670"/>
            <a:ext cx="211200" cy="36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0"/>
          <p:cNvCxnSpPr/>
          <p:nvPr/>
        </p:nvCxnSpPr>
        <p:spPr>
          <a:xfrm rot="10800000" flipH="1">
            <a:off x="5455812" y="8652793"/>
            <a:ext cx="203400" cy="20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 txBox="1"/>
          <p:nvPr/>
        </p:nvSpPr>
        <p:spPr>
          <a:xfrm rot="4313" flipH="1">
            <a:off x="1217767" y="6666741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rot="4313" flipH="1">
            <a:off x="3152379" y="666947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 rot="4313" flipH="1">
            <a:off x="5006841" y="6817566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 rot="4313" flipH="1">
            <a:off x="501629" y="7314288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rot="4313" flipH="1">
            <a:off x="2505728" y="7972448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rot="4313" flipH="1">
            <a:off x="4692151" y="8303804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206" name="Google Shape;20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873" y="1456655"/>
            <a:ext cx="5419073" cy="26286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 flipH="1">
            <a:off x="2256795" y="2104567"/>
            <a:ext cx="8529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 flipH="1">
            <a:off x="1110625" y="2496170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 flipH="1">
            <a:off x="1896222" y="3281774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 flipH="1">
            <a:off x="3645840" y="2790355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 flipH="1">
            <a:off x="4894660" y="3233671"/>
            <a:ext cx="5034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648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 flipH="1">
            <a:off x="5500303" y="2488478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 rot="4313" flipH="1">
            <a:off x="839768" y="227219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 rot="4313" flipH="1">
            <a:off x="3832535" y="2183056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 rot="4313" flipH="1">
            <a:off x="5158953" y="2156333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 rot="2647" flipH="1">
            <a:off x="476422" y="847096"/>
            <a:ext cx="662400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For which of these triangles can you use Pythagoras’ theorem?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possible, calculate the length of the hypotenuse and label its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483182" y="43434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1"/>
          <p:cNvSpPr txBox="1"/>
          <p:nvPr/>
        </p:nvSpPr>
        <p:spPr>
          <a:xfrm rot="2617" flipH="1">
            <a:off x="476639" y="4936093"/>
            <a:ext cx="4335601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represents the length of the missing side on one of these two triangles.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Match these calculations created from the Pythagoras’ theorem formula to the correct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6949" y="4459250"/>
            <a:ext cx="66105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Right-angled triangles and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483182" y="99060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22" name="Google Shape;222;p21"/>
          <p:cNvGraphicFramePr>
            <a:graphicFrameLocks noGrp="1"/>
          </p:cNvGraphicFramePr>
          <p:nvPr/>
        </p:nvGraphicFramePr>
        <p:xfrm>
          <a:off x="476425" y="6008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{FDF50DF0-2E7B-4BAA-B536-3C8C1952B2C5}</a:tableStyleId>
              </a:tblPr>
              <a:tblGrid>
                <a:gridCol w="1784750"/>
                <a:gridCol w="1784750"/>
                <a:gridCol w="907675"/>
              </a:tblGrid>
              <a:tr h="266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B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triangle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36900"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</a:tr>
              <a:tr h="1891025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27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23" name="Google Shape;223;p21"/>
          <p:cNvSpPr/>
          <p:nvPr/>
        </p:nvSpPr>
        <p:spPr>
          <a:xfrm rot="-2020783" flipH="1">
            <a:off x="2393435" y="6545403"/>
            <a:ext cx="921829" cy="1395348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rot="-2021404" flipH="1">
            <a:off x="3330680" y="7410500"/>
            <a:ext cx="246620" cy="246620"/>
          </a:xfrm>
          <a:prstGeom prst="rect">
            <a:avLst/>
          </a:prstGeom>
          <a:noFill/>
          <a:ln w="19050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 rot="-2020783" flipH="1">
            <a:off x="2393435" y="6545403"/>
            <a:ext cx="921829" cy="139534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1"/>
          <p:cNvCxnSpPr/>
          <p:nvPr/>
        </p:nvCxnSpPr>
        <p:spPr>
          <a:xfrm rot="-2020783" flipH="1">
            <a:off x="2306358" y="6527991"/>
            <a:ext cx="921829" cy="139534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7" name="Google Shape;227;p21"/>
          <p:cNvSpPr txBox="1"/>
          <p:nvPr/>
        </p:nvSpPr>
        <p:spPr>
          <a:xfrm rot="-5417371" flipH="1">
            <a:off x="2333533" y="7155742"/>
            <a:ext cx="593708" cy="28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 rot="-2021714">
            <a:off x="2824132" y="7888471"/>
            <a:ext cx="921995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9" name="Google Shape;229;p21"/>
          <p:cNvSpPr txBox="1"/>
          <p:nvPr/>
        </p:nvSpPr>
        <p:spPr>
          <a:xfrm rot="-2027372" flipH="1">
            <a:off x="3049355" y="7858820"/>
            <a:ext cx="623040" cy="28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216182" y="6433875"/>
            <a:ext cx="921900" cy="13953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216173" y="7582682"/>
            <a:ext cx="246600" cy="246600"/>
          </a:xfrm>
          <a:prstGeom prst="rect">
            <a:avLst/>
          </a:prstGeom>
          <a:noFill/>
          <a:ln w="19050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216182" y="6433875"/>
            <a:ext cx="921900" cy="1395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525457" y="6433834"/>
            <a:ext cx="593280" cy="1395229"/>
            <a:chOff x="5244557" y="1034270"/>
            <a:chExt cx="720000" cy="920700"/>
          </a:xfrm>
        </p:grpSpPr>
        <p:cxnSp>
          <p:nvCxnSpPr>
            <p:cNvPr id="234" name="Google Shape;234;p21"/>
            <p:cNvCxnSpPr/>
            <p:nvPr/>
          </p:nvCxnSpPr>
          <p:spPr>
            <a:xfrm flipH="1">
              <a:off x="5964281" y="1034270"/>
              <a:ext cx="0" cy="920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5" name="Google Shape;235;p21"/>
            <p:cNvSpPr txBox="1"/>
            <p:nvPr/>
          </p:nvSpPr>
          <p:spPr>
            <a:xfrm rot="2865">
              <a:off x="5244557" y="1330000"/>
              <a:ext cx="7200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1216408" y="7899798"/>
            <a:ext cx="921972" cy="287741"/>
            <a:chOff x="5828516" y="4073208"/>
            <a:chExt cx="2940900" cy="349200"/>
          </a:xfrm>
        </p:grpSpPr>
        <p:cxnSp>
          <p:nvCxnSpPr>
            <p:cNvPr id="237" name="Google Shape;237;p21"/>
            <p:cNvCxnSpPr/>
            <p:nvPr/>
          </p:nvCxnSpPr>
          <p:spPr>
            <a:xfrm rot="10800000">
              <a:off x="5828516" y="4081994"/>
              <a:ext cx="2940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8" name="Google Shape;238;p21"/>
            <p:cNvSpPr txBox="1"/>
            <p:nvPr/>
          </p:nvSpPr>
          <p:spPr>
            <a:xfrm rot="2075">
              <a:off x="6305029" y="4073808"/>
              <a:ext cx="19878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5219614" y="5129421"/>
            <a:ext cx="1519171" cy="282302"/>
            <a:chOff x="6080296" y="1446325"/>
            <a:chExt cx="1843654" cy="342600"/>
          </a:xfrm>
        </p:grpSpPr>
        <p:grpSp>
          <p:nvGrpSpPr>
            <p:cNvPr id="240" name="Google Shape;24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41" name="Google Shape;24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1"/>
              <p:cNvSpPr txBox="1"/>
              <p:nvPr/>
            </p:nvSpPr>
            <p:spPr>
              <a:xfrm>
                <a:off x="1045510" y="1523318"/>
                <a:ext cx="4080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43" name="Google Shape;24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23² + 9² = </a:t>
              </a:r>
              <a:r>
                <a:rPr lang="en-GB" sz="1200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5581121" y="5629487"/>
            <a:ext cx="1519171" cy="282302"/>
            <a:chOff x="6080296" y="1446325"/>
            <a:chExt cx="1843654" cy="342600"/>
          </a:xfrm>
        </p:grpSpPr>
        <p:grpSp>
          <p:nvGrpSpPr>
            <p:cNvPr id="245" name="Google Shape;24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46" name="Google Shape;24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48" name="Google Shape;24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23² +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= 9²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5219614" y="6129553"/>
            <a:ext cx="1519171" cy="282302"/>
            <a:chOff x="6080296" y="1446325"/>
            <a:chExt cx="1843654" cy="342600"/>
          </a:xfrm>
        </p:grpSpPr>
        <p:grpSp>
          <p:nvGrpSpPr>
            <p:cNvPr id="250" name="Google Shape;25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51" name="Google Shape;25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3" name="Google Shape;25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+ 9² =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23²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5581121" y="6629620"/>
            <a:ext cx="1519171" cy="282302"/>
            <a:chOff x="6080296" y="1446325"/>
            <a:chExt cx="1843654" cy="342600"/>
          </a:xfrm>
        </p:grpSpPr>
        <p:grpSp>
          <p:nvGrpSpPr>
            <p:cNvPr id="255" name="Google Shape;25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56" name="Google Shape;25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7" name="Google Shape;25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8" name="Google Shape;25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9² + 23² =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9" name="Google Shape;259;p21"/>
          <p:cNvGrpSpPr/>
          <p:nvPr/>
        </p:nvGrpSpPr>
        <p:grpSpPr>
          <a:xfrm>
            <a:off x="5219614" y="7129686"/>
            <a:ext cx="1519171" cy="282302"/>
            <a:chOff x="6080296" y="1446325"/>
            <a:chExt cx="1843654" cy="342600"/>
          </a:xfrm>
        </p:grpSpPr>
        <p:grpSp>
          <p:nvGrpSpPr>
            <p:cNvPr id="260" name="Google Shape;26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61" name="Google Shape;26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" name="Google Shape;26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63" name="Google Shape;26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9² +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=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23²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>
            <a:off x="5581121" y="7629753"/>
            <a:ext cx="1519171" cy="282302"/>
            <a:chOff x="6080296" y="1446325"/>
            <a:chExt cx="1843654" cy="342600"/>
          </a:xfrm>
        </p:grpSpPr>
        <p:grpSp>
          <p:nvGrpSpPr>
            <p:cNvPr id="265" name="Google Shape;26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66" name="Google Shape;26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68" name="Google Shape;26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 = 23² – 9²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1"/>
          <p:cNvGrpSpPr/>
          <p:nvPr/>
        </p:nvGrpSpPr>
        <p:grpSpPr>
          <a:xfrm>
            <a:off x="5219614" y="8129819"/>
            <a:ext cx="1519171" cy="282302"/>
            <a:chOff x="6080296" y="1446325"/>
            <a:chExt cx="1843654" cy="342600"/>
          </a:xfrm>
        </p:grpSpPr>
        <p:grpSp>
          <p:nvGrpSpPr>
            <p:cNvPr id="270" name="Google Shape;27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71" name="Google Shape;27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g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73" name="Google Shape;27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 = 9² – 23²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7" name="Shape 277"/>
        <p:cNvGrpSpPr/>
        <p:nvPr/>
      </p:nvGrpSpPr>
      <p:grpSpPr>
        <a:xfrm>
          <a:off x="0" y="0"/>
          <a:ext cx="0" cy="0"/>
        </a:xfrm>
      </p:grpSpPr>
      <p:sp>
        <p:nvSpPr>
          <p:cNvPr id="278" name="Google Shape;27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9" name="Google Shape;279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82" name="Google Shape;282;p22"/>
          <p:cNvPicPr preferRelativeResize="0"/>
          <p:nvPr/>
        </p:nvPicPr>
        <p:blipFill>
          <a:blip r:embed="rId3">
            <a:alphaModFix/>
          </a:blip>
          <a:srcRect l="-811" t="62947" r="72349" b="4355"/>
          <a:stretch>
            <a:fillRect/>
          </a:stretch>
        </p:blipFill>
        <p:spPr>
          <a:xfrm>
            <a:off x="566049" y="3275099"/>
            <a:ext cx="1388110" cy="90166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 rot="2674" flipH="1">
            <a:off x="535397" y="1046751"/>
            <a:ext cx="65565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Match the triangle to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68001" y="573050"/>
            <a:ext cx="62493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Finding the length of missing sides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5" name="Google Shape;285;p22"/>
          <p:cNvGrpSpPr/>
          <p:nvPr/>
        </p:nvGrpSpPr>
        <p:grpSpPr>
          <a:xfrm>
            <a:off x="888112" y="851559"/>
            <a:ext cx="1512879" cy="1541297"/>
            <a:chOff x="324025" y="933975"/>
            <a:chExt cx="1960450" cy="1997275"/>
          </a:xfrm>
        </p:grpSpPr>
        <p:pic>
          <p:nvPicPr>
            <p:cNvPr id="286" name="Google Shape;286;p22"/>
            <p:cNvPicPr preferRelativeResize="0"/>
            <p:nvPr/>
          </p:nvPicPr>
          <p:blipFill>
            <a:blip r:embed="rId3">
              <a:alphaModFix/>
            </a:blip>
            <a:srcRect r="69793" b="44105"/>
            <a:stretch>
              <a:fillRect/>
            </a:stretch>
          </p:blipFill>
          <p:spPr>
            <a:xfrm>
              <a:off x="324025" y="933975"/>
              <a:ext cx="1908974" cy="1997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7" name="Google Shape;287;p22"/>
            <p:cNvCxnSpPr/>
            <p:nvPr/>
          </p:nvCxnSpPr>
          <p:spPr>
            <a:xfrm flipH="1">
              <a:off x="487575" y="1607900"/>
              <a:ext cx="0" cy="1142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8" name="Google Shape;288;p22"/>
            <p:cNvCxnSpPr/>
            <p:nvPr/>
          </p:nvCxnSpPr>
          <p:spPr>
            <a:xfrm rot="10800000">
              <a:off x="642350" y="2869650"/>
              <a:ext cx="1511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9" name="Google Shape;289;p22"/>
            <p:cNvCxnSpPr/>
            <p:nvPr/>
          </p:nvCxnSpPr>
          <p:spPr>
            <a:xfrm rot="10800000">
              <a:off x="774875" y="1527250"/>
              <a:ext cx="1509600" cy="1136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90" name="Google Shape;290;p22"/>
          <p:cNvGrpSpPr/>
          <p:nvPr/>
        </p:nvGrpSpPr>
        <p:grpSpPr>
          <a:xfrm>
            <a:off x="2574987" y="1236722"/>
            <a:ext cx="1496238" cy="1387987"/>
            <a:chOff x="2284463" y="928565"/>
            <a:chExt cx="1938885" cy="1798610"/>
          </a:xfrm>
        </p:grpSpPr>
        <p:pic>
          <p:nvPicPr>
            <p:cNvPr id="291" name="Google Shape;291;p22"/>
            <p:cNvPicPr preferRelativeResize="0"/>
            <p:nvPr/>
          </p:nvPicPr>
          <p:blipFill>
            <a:blip r:embed="rId3">
              <a:alphaModFix/>
            </a:blip>
            <a:srcRect l="31511" t="-403" r="38281" b="50550"/>
            <a:stretch>
              <a:fillRect/>
            </a:stretch>
          </p:blipFill>
          <p:spPr>
            <a:xfrm>
              <a:off x="2314373" y="928565"/>
              <a:ext cx="1908974" cy="17814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2" name="Google Shape;292;p22"/>
            <p:cNvCxnSpPr/>
            <p:nvPr/>
          </p:nvCxnSpPr>
          <p:spPr>
            <a:xfrm rot="10800000">
              <a:off x="2349913" y="2224975"/>
              <a:ext cx="1258200" cy="502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93" name="Google Shape;293;p22"/>
            <p:cNvCxnSpPr/>
            <p:nvPr/>
          </p:nvCxnSpPr>
          <p:spPr>
            <a:xfrm flipH="1">
              <a:off x="2284463" y="968675"/>
              <a:ext cx="437700" cy="1113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94" name="Google Shape;294;p22"/>
            <p:cNvCxnSpPr/>
            <p:nvPr/>
          </p:nvCxnSpPr>
          <p:spPr>
            <a:xfrm>
              <a:off x="3018088" y="968675"/>
              <a:ext cx="822000" cy="1618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pic>
        <p:nvPicPr>
          <p:cNvPr id="295" name="Google Shape;295;p22"/>
          <p:cNvPicPr preferRelativeResize="0"/>
          <p:nvPr/>
        </p:nvPicPr>
        <p:blipFill>
          <a:blip r:embed="rId3">
            <a:alphaModFix/>
          </a:blip>
          <a:srcRect l="45848" t="48281" r="30230" b="9395"/>
          <a:stretch>
            <a:fillRect/>
          </a:stretch>
        </p:blipFill>
        <p:spPr>
          <a:xfrm>
            <a:off x="2780039" y="2890924"/>
            <a:ext cx="1166580" cy="11670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22"/>
          <p:cNvCxnSpPr/>
          <p:nvPr/>
        </p:nvCxnSpPr>
        <p:spPr>
          <a:xfrm rot="10800000">
            <a:off x="2745833" y="3062879"/>
            <a:ext cx="100244" cy="9778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7" name="Google Shape;297;p22"/>
          <p:cNvCxnSpPr/>
          <p:nvPr/>
        </p:nvCxnSpPr>
        <p:spPr>
          <a:xfrm flipH="1">
            <a:off x="2818219" y="2867330"/>
            <a:ext cx="1067724" cy="10117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" name="Google Shape;298;p22"/>
          <p:cNvCxnSpPr/>
          <p:nvPr/>
        </p:nvCxnSpPr>
        <p:spPr>
          <a:xfrm rot="10800000" flipH="1">
            <a:off x="2985446" y="3147233"/>
            <a:ext cx="971400" cy="10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9" name="Google Shape;299;p22"/>
          <p:cNvCxnSpPr/>
          <p:nvPr/>
        </p:nvCxnSpPr>
        <p:spPr>
          <a:xfrm rot="10800000">
            <a:off x="1926884" y="3322352"/>
            <a:ext cx="66600" cy="776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0" name="Google Shape;300;p22"/>
          <p:cNvCxnSpPr/>
          <p:nvPr/>
        </p:nvCxnSpPr>
        <p:spPr>
          <a:xfrm rot="10800000">
            <a:off x="583354" y="3538058"/>
            <a:ext cx="1232400" cy="67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1" name="Google Shape;301;p22"/>
          <p:cNvCxnSpPr/>
          <p:nvPr/>
        </p:nvCxnSpPr>
        <p:spPr>
          <a:xfrm rot="10800000" flipH="1">
            <a:off x="651677" y="3221707"/>
            <a:ext cx="1164000" cy="94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02" name="Google Shape;302;p22"/>
          <p:cNvGrpSpPr/>
          <p:nvPr/>
        </p:nvGrpSpPr>
        <p:grpSpPr>
          <a:xfrm>
            <a:off x="4629662" y="2236826"/>
            <a:ext cx="1211030" cy="1711547"/>
            <a:chOff x="7060299" y="2102112"/>
            <a:chExt cx="1569302" cy="2217891"/>
          </a:xfrm>
        </p:grpSpPr>
        <p:pic>
          <p:nvPicPr>
            <p:cNvPr id="303" name="Google Shape;303;p22"/>
            <p:cNvPicPr preferRelativeResize="0"/>
            <p:nvPr/>
          </p:nvPicPr>
          <p:blipFill>
            <a:blip r:embed="rId3">
              <a:alphaModFix/>
            </a:blip>
            <a:srcRect l="75386" t="45311" r="-218" b="4353"/>
            <a:stretch>
              <a:fillRect/>
            </a:stretch>
          </p:blipFill>
          <p:spPr>
            <a:xfrm>
              <a:off x="7060299" y="2521403"/>
              <a:ext cx="1569302" cy="179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2"/>
            <p:cNvSpPr/>
            <p:nvPr/>
          </p:nvSpPr>
          <p:spPr>
            <a:xfrm rot="1337787">
              <a:off x="7403010" y="2261119"/>
              <a:ext cx="960731" cy="6212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4552784" y="2626715"/>
            <a:ext cx="1321440" cy="1359562"/>
            <a:chOff x="6821900" y="2489425"/>
            <a:chExt cx="1712375" cy="1761775"/>
          </a:xfrm>
        </p:grpSpPr>
        <p:cxnSp>
          <p:nvCxnSpPr>
            <p:cNvPr id="306" name="Google Shape;306;p22"/>
            <p:cNvCxnSpPr/>
            <p:nvPr/>
          </p:nvCxnSpPr>
          <p:spPr>
            <a:xfrm rot="10800000">
              <a:off x="6821900" y="2583300"/>
              <a:ext cx="156300" cy="1577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7" name="Google Shape;307;p22"/>
            <p:cNvCxnSpPr/>
            <p:nvPr/>
          </p:nvCxnSpPr>
          <p:spPr>
            <a:xfrm rot="10800000" flipH="1">
              <a:off x="7151050" y="4124600"/>
              <a:ext cx="1264500" cy="126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8" name="Google Shape;308;p22"/>
            <p:cNvCxnSpPr/>
            <p:nvPr/>
          </p:nvCxnSpPr>
          <p:spPr>
            <a:xfrm rot="10800000">
              <a:off x="7116475" y="2489425"/>
              <a:ext cx="1417800" cy="1450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09" name="Google Shape;309;p22"/>
          <p:cNvSpPr txBox="1"/>
          <p:nvPr/>
        </p:nvSpPr>
        <p:spPr>
          <a:xfrm rot="3792" flipH="1">
            <a:off x="476613" y="1728657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 rot="2717" flipH="1">
            <a:off x="571182" y="3879043"/>
            <a:ext cx="7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 rot="-278021" flipH="1">
            <a:off x="832450" y="3034811"/>
            <a:ext cx="779849" cy="18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 rot="3792" flipH="1">
            <a:off x="1410271" y="2347545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 rot="-4082054" flipH="1">
            <a:off x="2351636" y="1553228"/>
            <a:ext cx="543774" cy="18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4" name="Google Shape;314;p22"/>
          <p:cNvGrpSpPr/>
          <p:nvPr/>
        </p:nvGrpSpPr>
        <p:grpSpPr>
          <a:xfrm rot="1351435">
            <a:off x="3712271" y="1337064"/>
            <a:ext cx="1492957" cy="1193241"/>
            <a:chOff x="4526675" y="1025813"/>
            <a:chExt cx="1934727" cy="1546324"/>
          </a:xfrm>
        </p:grpSpPr>
        <p:grpSp>
          <p:nvGrpSpPr>
            <p:cNvPr id="315" name="Google Shape;315;p22"/>
            <p:cNvGrpSpPr/>
            <p:nvPr/>
          </p:nvGrpSpPr>
          <p:grpSpPr>
            <a:xfrm>
              <a:off x="4526675" y="1059798"/>
              <a:ext cx="1913999" cy="1512339"/>
              <a:chOff x="8449050" y="933975"/>
              <a:chExt cx="1913999" cy="1512339"/>
            </a:xfrm>
          </p:grpSpPr>
          <p:pic>
            <p:nvPicPr>
              <p:cNvPr id="316" name="Google Shape;316;p22"/>
              <p:cNvPicPr preferRelativeResize="0"/>
              <p:nvPr/>
            </p:nvPicPr>
            <p:blipFill>
              <a:blip r:embed="rId3">
                <a:alphaModFix/>
              </a:blip>
              <a:srcRect l="67529" t="24105" r="4708" b="43916"/>
              <a:stretch>
                <a:fillRect/>
              </a:stretch>
            </p:blipFill>
            <p:spPr>
              <a:xfrm>
                <a:off x="8608575" y="933975"/>
                <a:ext cx="1754474" cy="114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7" name="Google Shape;317;p22"/>
              <p:cNvSpPr/>
              <p:nvPr/>
            </p:nvSpPr>
            <p:spPr>
              <a:xfrm rot="1337787">
                <a:off x="8531035" y="1666021"/>
                <a:ext cx="960731" cy="6212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8" name="Google Shape;318;p22"/>
            <p:cNvGrpSpPr/>
            <p:nvPr/>
          </p:nvGrpSpPr>
          <p:grpSpPr>
            <a:xfrm>
              <a:off x="4730563" y="1025812"/>
              <a:ext cx="1730840" cy="1222942"/>
              <a:chOff x="4625175" y="1781400"/>
              <a:chExt cx="1730840" cy="1222942"/>
            </a:xfrm>
          </p:grpSpPr>
          <p:cxnSp>
            <p:nvCxnSpPr>
              <p:cNvPr id="319" name="Google Shape;319;p22"/>
              <p:cNvCxnSpPr/>
              <p:nvPr/>
            </p:nvCxnSpPr>
            <p:spPr>
              <a:xfrm>
                <a:off x="6058415" y="1861212"/>
                <a:ext cx="297600" cy="998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0" name="Google Shape;320;p22"/>
              <p:cNvCxnSpPr/>
              <p:nvPr/>
            </p:nvCxnSpPr>
            <p:spPr>
              <a:xfrm flipH="1">
                <a:off x="4625175" y="1781400"/>
                <a:ext cx="1265700" cy="378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21" name="Google Shape;321;p22"/>
              <p:cNvCxnSpPr/>
              <p:nvPr/>
            </p:nvCxnSpPr>
            <p:spPr>
              <a:xfrm rot="10800000">
                <a:off x="4645958" y="2383042"/>
                <a:ext cx="1565700" cy="621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322" name="Google Shape;322;p22"/>
          <p:cNvSpPr txBox="1"/>
          <p:nvPr/>
        </p:nvSpPr>
        <p:spPr>
          <a:xfrm rot="3784549" flipH="1">
            <a:off x="3021389" y="1736477"/>
            <a:ext cx="1113047" cy="1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 rot="355084" flipH="1">
            <a:off x="4319454" y="1252822"/>
            <a:ext cx="544100" cy="18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 rot="3792" flipH="1">
            <a:off x="5089083" y="1922246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 rot="-336322" flipH="1">
            <a:off x="2948054" y="2741271"/>
            <a:ext cx="780130" cy="18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 rot="6611" flipH="1">
            <a:off x="2139600" y="3388627"/>
            <a:ext cx="78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 rot="-336322" flipH="1">
            <a:off x="4954384" y="3947118"/>
            <a:ext cx="780130" cy="18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 rot="6611" flipH="1">
            <a:off x="5148057" y="2954815"/>
            <a:ext cx="78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2"/>
          <p:cNvCxnSpPr/>
          <p:nvPr/>
        </p:nvCxnSpPr>
        <p:spPr>
          <a:xfrm flipH="1">
            <a:off x="3763876" y="2883858"/>
            <a:ext cx="273000" cy="1290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2"/>
          <p:cNvCxnSpPr/>
          <p:nvPr/>
        </p:nvCxnSpPr>
        <p:spPr>
          <a:xfrm rot="10800000" flipH="1">
            <a:off x="2888696" y="3883528"/>
            <a:ext cx="81600" cy="2814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2"/>
          <p:cNvCxnSpPr/>
          <p:nvPr/>
        </p:nvCxnSpPr>
        <p:spPr>
          <a:xfrm rot="10800000">
            <a:off x="5641931" y="3752594"/>
            <a:ext cx="324000" cy="906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22"/>
          <p:cNvSpPr txBox="1"/>
          <p:nvPr/>
        </p:nvSpPr>
        <p:spPr>
          <a:xfrm rot="5673" flipH="1">
            <a:off x="2694782" y="4139994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 rot="5673" flipH="1">
            <a:off x="4004764" y="27615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 rot="5673" flipH="1">
            <a:off x="4377999" y="244691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 rot="5673" flipH="1">
            <a:off x="5921291" y="3750754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6" name="Google Shape;3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2375271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5992452" y="2414318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192781" y="2348950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49.64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9" name="Google Shape;3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972165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5992452" y="2011211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192781" y="1945845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2" name="Google Shape;3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569058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5992452" y="1608104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6192781" y="1542739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25.46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165951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5992452" y="1204997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192781" y="1139634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21.26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8" name="Google Shape;3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3181485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5992452" y="3220532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6192781" y="3155160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32.56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2778378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2"/>
          <p:cNvSpPr txBox="1"/>
          <p:nvPr/>
        </p:nvSpPr>
        <p:spPr>
          <a:xfrm>
            <a:off x="5992452" y="2817425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6192781" y="2752055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15.20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4" name="Google Shape;354;p22"/>
          <p:cNvCxnSpPr/>
          <p:nvPr/>
        </p:nvCxnSpPr>
        <p:spPr>
          <a:xfrm rot="10800000">
            <a:off x="4617626" y="2575383"/>
            <a:ext cx="129300" cy="2499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22"/>
          <p:cNvSpPr txBox="1"/>
          <p:nvPr/>
        </p:nvSpPr>
        <p:spPr>
          <a:xfrm flipH="1">
            <a:off x="1368256" y="1792656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 flipH="1">
            <a:off x="2970780" y="1820130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 flipH="1">
            <a:off x="4581749" y="1728487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 flipH="1">
            <a:off x="1368256" y="3499933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 flipH="1">
            <a:off x="3086997" y="3245668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flipH="1">
            <a:off x="4956806" y="3331288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 rot="2195" flipH="1">
            <a:off x="5944197" y="5828070"/>
            <a:ext cx="93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 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 rot="2745" flipH="1">
            <a:off x="476823" y="4385952"/>
            <a:ext cx="52596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triangles are congruent to triangle X?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3" name="Google Shape;363;p22"/>
          <p:cNvCxnSpPr/>
          <p:nvPr/>
        </p:nvCxnSpPr>
        <p:spPr>
          <a:xfrm rot="10800000">
            <a:off x="6417641" y="5530088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4" name="Google Shape;364;p22"/>
          <p:cNvCxnSpPr/>
          <p:nvPr/>
        </p:nvCxnSpPr>
        <p:spPr>
          <a:xfrm flipH="1">
            <a:off x="6308780" y="4345168"/>
            <a:ext cx="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5" name="Google Shape;365;p22"/>
          <p:cNvCxnSpPr/>
          <p:nvPr/>
        </p:nvCxnSpPr>
        <p:spPr>
          <a:xfrm>
            <a:off x="6517462" y="4317954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66" name="Google Shape;366;p22"/>
          <p:cNvGrpSpPr/>
          <p:nvPr/>
        </p:nvGrpSpPr>
        <p:grpSpPr>
          <a:xfrm>
            <a:off x="6417913" y="4345196"/>
            <a:ext cx="484507" cy="1087455"/>
            <a:chOff x="7148100" y="763500"/>
            <a:chExt cx="622200" cy="1396500"/>
          </a:xfrm>
        </p:grpSpPr>
        <p:sp>
          <p:nvSpPr>
            <p:cNvPr id="367" name="Google Shape;367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9" name="Google Shape;369;p22"/>
          <p:cNvSpPr txBox="1"/>
          <p:nvPr/>
        </p:nvSpPr>
        <p:spPr>
          <a:xfrm rot="3913" flipH="1">
            <a:off x="6396296" y="5560992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 rot="3913" flipH="1">
            <a:off x="5770911" y="4780888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2"/>
          <p:cNvCxnSpPr/>
          <p:nvPr/>
        </p:nvCxnSpPr>
        <p:spPr>
          <a:xfrm>
            <a:off x="497954" y="5840746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2" name="Google Shape;372;p22"/>
          <p:cNvCxnSpPr/>
          <p:nvPr/>
        </p:nvCxnSpPr>
        <p:spPr>
          <a:xfrm flipH="1">
            <a:off x="1091316" y="4655826"/>
            <a:ext cx="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73" name="Google Shape;373;p22"/>
          <p:cNvGrpSpPr/>
          <p:nvPr/>
        </p:nvGrpSpPr>
        <p:grpSpPr>
          <a:xfrm flipH="1">
            <a:off x="497675" y="4655854"/>
            <a:ext cx="484507" cy="1087455"/>
            <a:chOff x="7148100" y="763500"/>
            <a:chExt cx="622200" cy="1396500"/>
          </a:xfrm>
        </p:grpSpPr>
        <p:sp>
          <p:nvSpPr>
            <p:cNvPr id="374" name="Google Shape;374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6" name="Google Shape;376;p22"/>
          <p:cNvSpPr txBox="1"/>
          <p:nvPr/>
        </p:nvSpPr>
        <p:spPr>
          <a:xfrm rot="-3913">
            <a:off x="476699" y="5871649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 rot="-3913">
            <a:off x="1102084" y="5091545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2"/>
          <p:cNvCxnSpPr/>
          <p:nvPr/>
        </p:nvCxnSpPr>
        <p:spPr>
          <a:xfrm rot="5400000">
            <a:off x="2678828" y="5504851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" name="Google Shape;379;p22"/>
          <p:cNvCxnSpPr/>
          <p:nvPr/>
        </p:nvCxnSpPr>
        <p:spPr>
          <a:xfrm rot="-5400000">
            <a:off x="2010443" y="4861280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80" name="Google Shape;380;p22"/>
          <p:cNvGrpSpPr/>
          <p:nvPr/>
        </p:nvGrpSpPr>
        <p:grpSpPr>
          <a:xfrm rot="-5400000">
            <a:off x="2037658" y="4960842"/>
            <a:ext cx="484507" cy="1087455"/>
            <a:chOff x="7148100" y="763500"/>
            <a:chExt cx="622200" cy="1396500"/>
          </a:xfrm>
        </p:grpSpPr>
        <p:sp>
          <p:nvSpPr>
            <p:cNvPr id="381" name="Google Shape;381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3" name="Google Shape;383;p22"/>
          <p:cNvSpPr txBox="1"/>
          <p:nvPr/>
        </p:nvSpPr>
        <p:spPr>
          <a:xfrm rot="3913" flipH="1">
            <a:off x="2925317" y="5396856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 rot="-1434481" flipH="1">
            <a:off x="1749199" y="5190766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736448" y="4227821"/>
            <a:ext cx="1355700" cy="155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6" name="Google Shape;386;p22"/>
          <p:cNvCxnSpPr/>
          <p:nvPr/>
        </p:nvCxnSpPr>
        <p:spPr>
          <a:xfrm rot="2700000">
            <a:off x="3715461" y="5660300"/>
            <a:ext cx="48451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22"/>
          <p:cNvCxnSpPr/>
          <p:nvPr/>
        </p:nvCxnSpPr>
        <p:spPr>
          <a:xfrm flipH="1">
            <a:off x="4659401" y="4911461"/>
            <a:ext cx="0" cy="10873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88" name="Google Shape;388;p22"/>
          <p:cNvGrpSpPr/>
          <p:nvPr/>
        </p:nvGrpSpPr>
        <p:grpSpPr>
          <a:xfrm rot="2700000" flipH="1">
            <a:off x="4168862" y="4663167"/>
            <a:ext cx="484486" cy="1087407"/>
            <a:chOff x="7148100" y="763500"/>
            <a:chExt cx="622200" cy="1396500"/>
          </a:xfrm>
        </p:grpSpPr>
        <p:sp>
          <p:nvSpPr>
            <p:cNvPr id="389" name="Google Shape;389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1" name="Google Shape;391;p22"/>
          <p:cNvSpPr txBox="1"/>
          <p:nvPr/>
        </p:nvSpPr>
        <p:spPr>
          <a:xfrm rot="2695850">
            <a:off x="3612543" y="5651043"/>
            <a:ext cx="527148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 rot="-2702726">
            <a:off x="4320289" y="5421195"/>
            <a:ext cx="802496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3" name="Google Shape;393;p22"/>
          <p:cNvCxnSpPr/>
          <p:nvPr/>
        </p:nvCxnSpPr>
        <p:spPr>
          <a:xfrm rot="8100000">
            <a:off x="1538935" y="6841721"/>
            <a:ext cx="48451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4" name="Google Shape;394;p22"/>
          <p:cNvCxnSpPr/>
          <p:nvPr/>
        </p:nvCxnSpPr>
        <p:spPr>
          <a:xfrm flipH="1">
            <a:off x="1079504" y="6092881"/>
            <a:ext cx="0" cy="10873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95" name="Google Shape;395;p22"/>
          <p:cNvGrpSpPr/>
          <p:nvPr/>
        </p:nvGrpSpPr>
        <p:grpSpPr>
          <a:xfrm rot="-2700000">
            <a:off x="1085558" y="5844588"/>
            <a:ext cx="484486" cy="1087407"/>
            <a:chOff x="7148100" y="763500"/>
            <a:chExt cx="622200" cy="1396500"/>
          </a:xfrm>
        </p:grpSpPr>
        <p:sp>
          <p:nvSpPr>
            <p:cNvPr id="396" name="Google Shape;396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8" name="Google Shape;398;p22"/>
          <p:cNvSpPr txBox="1"/>
          <p:nvPr/>
        </p:nvSpPr>
        <p:spPr>
          <a:xfrm rot="-2695850" flipH="1">
            <a:off x="1588448" y="6816314"/>
            <a:ext cx="527148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 rot="2702726" flipH="1">
            <a:off x="616121" y="6602616"/>
            <a:ext cx="802496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0" name="Google Shape;400;p22"/>
          <p:cNvCxnSpPr/>
          <p:nvPr/>
        </p:nvCxnSpPr>
        <p:spPr>
          <a:xfrm rot="-5400000">
            <a:off x="3340342" y="6606068"/>
            <a:ext cx="484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01" name="Google Shape;401;p22"/>
          <p:cNvGrpSpPr/>
          <p:nvPr/>
        </p:nvGrpSpPr>
        <p:grpSpPr>
          <a:xfrm rot="-5400000" flipH="1">
            <a:off x="2699172" y="6062622"/>
            <a:ext cx="484507" cy="1087455"/>
            <a:chOff x="7148100" y="763500"/>
            <a:chExt cx="622200" cy="1396500"/>
          </a:xfrm>
        </p:grpSpPr>
        <p:sp>
          <p:nvSpPr>
            <p:cNvPr id="402" name="Google Shape;402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04" name="Google Shape;404;p22"/>
          <p:cNvCxnSpPr/>
          <p:nvPr/>
        </p:nvCxnSpPr>
        <p:spPr>
          <a:xfrm rot="-5400000" flipH="1">
            <a:off x="2671957" y="6162139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5" name="Google Shape;405;p22"/>
          <p:cNvSpPr txBox="1"/>
          <p:nvPr/>
        </p:nvSpPr>
        <p:spPr>
          <a:xfrm rot="-3913">
            <a:off x="3586931" y="6498084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 rot="1434481">
            <a:off x="2423279" y="6706831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7" name="Google Shape;407;p22"/>
          <p:cNvGrpSpPr/>
          <p:nvPr/>
        </p:nvGrpSpPr>
        <p:grpSpPr>
          <a:xfrm rot="9369647" flipH="1">
            <a:off x="4728665" y="5957928"/>
            <a:ext cx="484464" cy="1087357"/>
            <a:chOff x="7148100" y="763500"/>
            <a:chExt cx="622200" cy="1396500"/>
          </a:xfrm>
        </p:grpSpPr>
        <p:sp>
          <p:nvSpPr>
            <p:cNvPr id="408" name="Google Shape;408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10" name="Google Shape;410;p22"/>
          <p:cNvCxnSpPr/>
          <p:nvPr/>
        </p:nvCxnSpPr>
        <p:spPr>
          <a:xfrm rot="9369811" flipH="1">
            <a:off x="4831430" y="5942403"/>
            <a:ext cx="484748" cy="108743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1" name="Google Shape;411;p22"/>
          <p:cNvSpPr txBox="1"/>
          <p:nvPr/>
        </p:nvSpPr>
        <p:spPr>
          <a:xfrm rot="-5395403">
            <a:off x="4727433" y="6394706"/>
            <a:ext cx="897301" cy="1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2"/>
          <p:cNvCxnSpPr/>
          <p:nvPr/>
        </p:nvCxnSpPr>
        <p:spPr>
          <a:xfrm rot="10800000">
            <a:off x="4443931" y="6140236"/>
            <a:ext cx="436200" cy="990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3" name="Google Shape;413;p22"/>
          <p:cNvSpPr txBox="1"/>
          <p:nvPr/>
        </p:nvSpPr>
        <p:spPr>
          <a:xfrm rot="-6548">
            <a:off x="4136871" y="6676373"/>
            <a:ext cx="63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4" name="Google Shape;414;p22"/>
          <p:cNvCxnSpPr/>
          <p:nvPr/>
        </p:nvCxnSpPr>
        <p:spPr>
          <a:xfrm rot="10800000">
            <a:off x="5747492" y="6836782"/>
            <a:ext cx="1095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" name="Google Shape;415;p22"/>
          <p:cNvCxnSpPr/>
          <p:nvPr/>
        </p:nvCxnSpPr>
        <p:spPr>
          <a:xfrm rot="5400000" flipH="1">
            <a:off x="6084606" y="5843075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16" name="Google Shape;416;p22"/>
          <p:cNvGrpSpPr/>
          <p:nvPr/>
        </p:nvGrpSpPr>
        <p:grpSpPr>
          <a:xfrm rot="5400000" flipH="1">
            <a:off x="6057383" y="5942638"/>
            <a:ext cx="484507" cy="1087455"/>
            <a:chOff x="7148100" y="763500"/>
            <a:chExt cx="622200" cy="1396500"/>
          </a:xfrm>
        </p:grpSpPr>
        <p:sp>
          <p:nvSpPr>
            <p:cNvPr id="417" name="Google Shape;417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9" name="Google Shape;419;p22"/>
          <p:cNvSpPr txBox="1"/>
          <p:nvPr/>
        </p:nvSpPr>
        <p:spPr>
          <a:xfrm rot="1434481">
            <a:off x="5933169" y="6172561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 rot="3913" flipH="1">
            <a:off x="6031875" y="6836943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 flipH="1">
            <a:off x="723843" y="5330242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 flipH="1">
            <a:off x="2427844" y="545405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 flipH="1">
            <a:off x="4171604" y="529711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 flipH="1">
            <a:off x="1377000" y="6487381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 flipH="1">
            <a:off x="3055352" y="6393465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 flipH="1">
            <a:off x="4726005" y="619732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 flipH="1">
            <a:off x="5986909" y="6431343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8" name="Google Shape;428;p22"/>
          <p:cNvPicPr preferRelativeResize="0"/>
          <p:nvPr/>
        </p:nvPicPr>
        <p:blipFill>
          <a:blip r:embed="rId5">
            <a:alphaModFix/>
          </a:blip>
          <a:srcRect l="58255" t="12717"/>
          <a:stretch>
            <a:fillRect/>
          </a:stretch>
        </p:blipFill>
        <p:spPr>
          <a:xfrm flipH="1">
            <a:off x="4226022" y="7875416"/>
            <a:ext cx="2227205" cy="183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2"/>
          <p:cNvPicPr preferRelativeResize="0"/>
          <p:nvPr/>
        </p:nvPicPr>
        <p:blipFill>
          <a:blip r:embed="rId5">
            <a:alphaModFix/>
          </a:blip>
          <a:srcRect r="41493"/>
          <a:stretch>
            <a:fillRect/>
          </a:stretch>
        </p:blipFill>
        <p:spPr>
          <a:xfrm>
            <a:off x="1101330" y="7608258"/>
            <a:ext cx="3121528" cy="210072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2"/>
          <p:cNvSpPr txBox="1"/>
          <p:nvPr/>
        </p:nvSpPr>
        <p:spPr>
          <a:xfrm rot="-3598">
            <a:off x="4713259" y="8527858"/>
            <a:ext cx="85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2"/>
          <p:cNvCxnSpPr/>
          <p:nvPr/>
        </p:nvCxnSpPr>
        <p:spPr>
          <a:xfrm>
            <a:off x="1137220" y="9756381"/>
            <a:ext cx="1717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2" name="Google Shape;432;p22"/>
          <p:cNvSpPr txBox="1"/>
          <p:nvPr/>
        </p:nvSpPr>
        <p:spPr>
          <a:xfrm rot="3057" flipH="1">
            <a:off x="1658374" y="9756810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2"/>
          <p:cNvCxnSpPr/>
          <p:nvPr/>
        </p:nvCxnSpPr>
        <p:spPr>
          <a:xfrm rot="10800000" flipH="1">
            <a:off x="1032981" y="9101430"/>
            <a:ext cx="0" cy="56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4" name="Google Shape;434;p22"/>
          <p:cNvSpPr txBox="1"/>
          <p:nvPr/>
        </p:nvSpPr>
        <p:spPr>
          <a:xfrm rot="3057" flipH="1">
            <a:off x="446742" y="9287805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5" name="Google Shape;435;p22"/>
          <p:cNvCxnSpPr/>
          <p:nvPr/>
        </p:nvCxnSpPr>
        <p:spPr>
          <a:xfrm rot="10800000" flipH="1">
            <a:off x="1044349" y="8109443"/>
            <a:ext cx="316500" cy="94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6" name="Google Shape;436;p22"/>
          <p:cNvSpPr txBox="1"/>
          <p:nvPr/>
        </p:nvSpPr>
        <p:spPr>
          <a:xfrm rot="3057" flipH="1">
            <a:off x="611019" y="8429342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7" name="Google Shape;437;p22"/>
          <p:cNvCxnSpPr/>
          <p:nvPr/>
        </p:nvCxnSpPr>
        <p:spPr>
          <a:xfrm rot="10800000">
            <a:off x="1459455" y="8149926"/>
            <a:ext cx="1401900" cy="1515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8" name="Google Shape;438;p22"/>
          <p:cNvSpPr txBox="1"/>
          <p:nvPr/>
        </p:nvSpPr>
        <p:spPr>
          <a:xfrm rot="3057" flipH="1">
            <a:off x="1964660" y="8597712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9" name="Google Shape;439;p22"/>
          <p:cNvCxnSpPr/>
          <p:nvPr/>
        </p:nvCxnSpPr>
        <p:spPr>
          <a:xfrm>
            <a:off x="3220079" y="9756389"/>
            <a:ext cx="699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0" name="Google Shape;440;p22"/>
          <p:cNvSpPr txBox="1"/>
          <p:nvPr/>
        </p:nvSpPr>
        <p:spPr>
          <a:xfrm rot="8708" flipH="1">
            <a:off x="3280674" y="9752138"/>
            <a:ext cx="5922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1" name="Google Shape;441;p22"/>
          <p:cNvGrpSpPr/>
          <p:nvPr/>
        </p:nvGrpSpPr>
        <p:grpSpPr>
          <a:xfrm>
            <a:off x="2501696" y="7954022"/>
            <a:ext cx="674589" cy="1723274"/>
            <a:chOff x="303660" y="3471683"/>
            <a:chExt cx="922200" cy="769800"/>
          </a:xfrm>
        </p:grpSpPr>
        <p:cxnSp>
          <p:nvCxnSpPr>
            <p:cNvPr id="442" name="Google Shape;442;p22"/>
            <p:cNvCxnSpPr/>
            <p:nvPr/>
          </p:nvCxnSpPr>
          <p:spPr>
            <a:xfrm rot="10800000" flipH="1">
              <a:off x="1171846" y="3471683"/>
              <a:ext cx="0" cy="769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43" name="Google Shape;443;p22"/>
            <p:cNvSpPr txBox="1"/>
            <p:nvPr/>
          </p:nvSpPr>
          <p:spPr>
            <a:xfrm rot="3355" flipH="1">
              <a:off x="303660" y="3548378"/>
              <a:ext cx="922200" cy="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44" name="Google Shape;444;p22"/>
          <p:cNvCxnSpPr/>
          <p:nvPr/>
        </p:nvCxnSpPr>
        <p:spPr>
          <a:xfrm rot="10800000" flipH="1">
            <a:off x="3196755" y="7562629"/>
            <a:ext cx="759900" cy="30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5" name="Google Shape;445;p22"/>
          <p:cNvSpPr txBox="1"/>
          <p:nvPr/>
        </p:nvSpPr>
        <p:spPr>
          <a:xfrm rot="-1298276">
            <a:off x="3259552" y="7510547"/>
            <a:ext cx="546726" cy="184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6" name="Google Shape;446;p22"/>
          <p:cNvCxnSpPr/>
          <p:nvPr/>
        </p:nvCxnSpPr>
        <p:spPr>
          <a:xfrm rot="10800000" flipH="1">
            <a:off x="4021215" y="7660403"/>
            <a:ext cx="92100" cy="2006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7" name="Google Shape;447;p22"/>
          <p:cNvSpPr txBox="1"/>
          <p:nvPr/>
        </p:nvSpPr>
        <p:spPr>
          <a:xfrm rot="-10700">
            <a:off x="4035269" y="8078037"/>
            <a:ext cx="674703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8" name="Google Shape;448;p22"/>
          <p:cNvCxnSpPr/>
          <p:nvPr/>
        </p:nvCxnSpPr>
        <p:spPr>
          <a:xfrm>
            <a:off x="5318124" y="9750889"/>
            <a:ext cx="1065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9" name="Google Shape;449;p22"/>
          <p:cNvSpPr txBox="1"/>
          <p:nvPr/>
        </p:nvSpPr>
        <p:spPr>
          <a:xfrm rot="5852" flipH="1">
            <a:off x="5410756" y="9751232"/>
            <a:ext cx="8811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0" name="Google Shape;450;p22"/>
          <p:cNvCxnSpPr/>
          <p:nvPr/>
        </p:nvCxnSpPr>
        <p:spPr>
          <a:xfrm rot="10800000" flipH="1">
            <a:off x="6506023" y="9280522"/>
            <a:ext cx="0" cy="3902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1" name="Google Shape;451;p22"/>
          <p:cNvSpPr txBox="1"/>
          <p:nvPr/>
        </p:nvSpPr>
        <p:spPr>
          <a:xfrm rot="-3057">
            <a:off x="6417569" y="9374199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2" name="Google Shape;452;p22"/>
          <p:cNvCxnSpPr/>
          <p:nvPr/>
        </p:nvCxnSpPr>
        <p:spPr>
          <a:xfrm rot="10800000" flipH="1">
            <a:off x="6439814" y="8847773"/>
            <a:ext cx="0" cy="39020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3" name="Google Shape;453;p22"/>
          <p:cNvSpPr txBox="1"/>
          <p:nvPr/>
        </p:nvSpPr>
        <p:spPr>
          <a:xfrm rot="-1263238">
            <a:off x="6407803" y="8852834"/>
            <a:ext cx="674744" cy="184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4" name="Google Shape;454;p22"/>
          <p:cNvCxnSpPr/>
          <p:nvPr/>
        </p:nvCxnSpPr>
        <p:spPr>
          <a:xfrm rot="10800000" flipH="1">
            <a:off x="6232997" y="8487148"/>
            <a:ext cx="0" cy="3901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5" name="Google Shape;455;p22"/>
          <p:cNvSpPr txBox="1"/>
          <p:nvPr/>
        </p:nvSpPr>
        <p:spPr>
          <a:xfrm rot="-2342740">
            <a:off x="6235699" y="8426272"/>
            <a:ext cx="674827" cy="18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 rot="2729" flipH="1">
            <a:off x="568200" y="7255578"/>
            <a:ext cx="6423602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alculate the length of each unknown side labelled with a letter, rounding your answer to 2 decimal places.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Determining which side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2024-02-06T11:19:53.947</cp:lastPrinted>
  <dcterms:created xsi:type="dcterms:W3CDTF">2024-02-06T11:19:53Z</dcterms:created>
  <dcterms:modified xsi:type="dcterms:W3CDTF">2024-02-06T11:20:03Z</dcterms:modified>
</cp:coreProperties>
</file>