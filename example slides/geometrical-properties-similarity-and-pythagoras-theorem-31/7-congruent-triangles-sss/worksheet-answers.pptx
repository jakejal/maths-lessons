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g2b1f4be534f_0_4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1f4be534f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rcRect l="3903" t="5623" r="63483" b="12402"/>
          <a:stretch>
            <a:fillRect/>
          </a:stretch>
        </p:blipFill>
        <p:spPr>
          <a:xfrm>
            <a:off x="1358097" y="2154460"/>
            <a:ext cx="1491843" cy="237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rcRect l="45402" t="42541"/>
          <a:stretch>
            <a:fillRect/>
          </a:stretch>
        </p:blipFill>
        <p:spPr>
          <a:xfrm>
            <a:off x="4111525" y="2386686"/>
            <a:ext cx="2497559" cy="1662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1792925"/>
            <a:ext cx="6624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two quadrilaterals are congruent.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68325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Guaranteeing congruence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340537" y="2120245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683598" y="3422900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364707" y="3940886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237140" y="3892378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77019" y="2298817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580138" y="2988682"/>
            <a:ext cx="41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688923" y="3317059"/>
            <a:ext cx="41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791814" y="3124857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919546" y="2570505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18070" y="2847681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 rot="10800000" flipH="1">
            <a:off x="1358098" y="2187417"/>
            <a:ext cx="529500" cy="105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" name="Google Shape;188;p20"/>
          <p:cNvCxnSpPr/>
          <p:nvPr/>
        </p:nvCxnSpPr>
        <p:spPr>
          <a:xfrm rot="10800000">
            <a:off x="2037539" y="2154536"/>
            <a:ext cx="812400" cy="509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>
            <a:off x="1358009" y="3401914"/>
            <a:ext cx="1122000" cy="112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 rot="10800000" flipH="1">
            <a:off x="2649817" y="2809135"/>
            <a:ext cx="270900" cy="166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 flipH="1">
            <a:off x="4177019" y="2392637"/>
            <a:ext cx="1089600" cy="54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>
            <a:off x="5438513" y="2457819"/>
            <a:ext cx="1109700" cy="110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 flipH="1">
            <a:off x="4804385" y="3719133"/>
            <a:ext cx="1695300" cy="261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rot="10800000">
            <a:off x="4110106" y="3074649"/>
            <a:ext cx="546000" cy="86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854746" y="2457850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194933" y="3726370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021574" y="3378332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114°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169268" y="2874592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981940" y="2663943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5.7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760241" y="3827708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6.1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rcRect l="1111" t="37336" r="36819" b="29995"/>
          <a:stretch>
            <a:fillRect/>
          </a:stretch>
        </p:blipFill>
        <p:spPr>
          <a:xfrm>
            <a:off x="3820546" y="6193987"/>
            <a:ext cx="2113614" cy="88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rcRect r="47908" b="68465"/>
          <a:stretch>
            <a:fillRect/>
          </a:stretch>
        </p:blipFill>
        <p:spPr>
          <a:xfrm>
            <a:off x="1625836" y="6193978"/>
            <a:ext cx="1773812" cy="851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468000" y="5082750"/>
            <a:ext cx="6474600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Give an example of quadrilaterals that show that these conditions are not sufficient to prove congruence.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angles are the same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04722" y="5882973"/>
            <a:ext cx="64746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isosceles trapezium and a parallelogram can have the same angles but they 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885683" y="6739986"/>
            <a:ext cx="38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213019" y="6370273"/>
            <a:ext cx="5193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385814" y="6377638"/>
            <a:ext cx="5412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030881" y="6761620"/>
            <a:ext cx="4026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68000" y="7179175"/>
            <a:ext cx="6624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angles are the same and in the same order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61375" y="7456147"/>
            <a:ext cx="66240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quares and rectangles have four right angles but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arallelograms and rhombi can have the same angles in the same order but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586677" y="8686871"/>
            <a:ext cx="4098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352672" y="8942856"/>
            <a:ext cx="3048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692026" y="8686871"/>
            <a:ext cx="4098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451815" y="8911827"/>
            <a:ext cx="3048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4">
            <a:alphaModFix/>
          </a:blip>
          <a:srcRect l="59940" b="68414"/>
          <a:stretch>
            <a:fillRect/>
          </a:stretch>
        </p:blipFill>
        <p:spPr>
          <a:xfrm>
            <a:off x="2295703" y="8600985"/>
            <a:ext cx="930963" cy="58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rcRect t="71764" r="47597"/>
          <a:stretch>
            <a:fillRect/>
          </a:stretch>
        </p:blipFill>
        <p:spPr>
          <a:xfrm>
            <a:off x="1669274" y="7676314"/>
            <a:ext cx="1508160" cy="644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rcRect t="36989" r="35102" b="28041"/>
          <a:stretch>
            <a:fillRect/>
          </a:stretch>
        </p:blipFill>
        <p:spPr>
          <a:xfrm>
            <a:off x="3167765" y="8591229"/>
            <a:ext cx="1508160" cy="64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rcRect l="17225" t="69381" r="34075" b="897"/>
          <a:stretch>
            <a:fillRect/>
          </a:stretch>
        </p:blipFill>
        <p:spPr>
          <a:xfrm>
            <a:off x="5020045" y="6150299"/>
            <a:ext cx="1992358" cy="1214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3">
            <a:alphaModFix/>
          </a:blip>
          <a:srcRect l="58141" t="8629" b="57989"/>
          <a:stretch>
            <a:fillRect/>
          </a:stretch>
        </p:blipFill>
        <p:spPr>
          <a:xfrm>
            <a:off x="2954535" y="6026999"/>
            <a:ext cx="1712469" cy="1364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rcRect l="10167" t="1813" r="59133" b="58242"/>
          <a:stretch>
            <a:fillRect/>
          </a:stretch>
        </p:blipFill>
        <p:spPr>
          <a:xfrm>
            <a:off x="1088748" y="5750736"/>
            <a:ext cx="1255924" cy="16327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720000"/>
            <a:ext cx="66240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edges are the same 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68000" y="1091100"/>
            <a:ext cx="66240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quares and rhombi can have the same edge lengths but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K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ites and parallelograms can have the same lengths but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4">
            <a:alphaModFix/>
          </a:blip>
          <a:srcRect l="3245" t="67093" r="69456"/>
          <a:stretch>
            <a:fillRect/>
          </a:stretch>
        </p:blipFill>
        <p:spPr>
          <a:xfrm>
            <a:off x="1422354" y="1260390"/>
            <a:ext cx="753038" cy="71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4">
            <a:alphaModFix/>
          </a:blip>
          <a:srcRect l="62640" t="1402" b="68492"/>
          <a:stretch>
            <a:fillRect/>
          </a:stretch>
        </p:blipFill>
        <p:spPr>
          <a:xfrm>
            <a:off x="2447029" y="1290963"/>
            <a:ext cx="1030609" cy="65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rcRect l="7886" r="41294" b="63310"/>
          <a:stretch>
            <a:fillRect/>
          </a:stretch>
        </p:blipFill>
        <p:spPr>
          <a:xfrm>
            <a:off x="1349644" y="2382662"/>
            <a:ext cx="1393670" cy="57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5">
            <a:alphaModFix/>
          </a:blip>
          <a:srcRect l="63275" t="8113" r="1631"/>
          <a:stretch>
            <a:fillRect/>
          </a:stretch>
        </p:blipFill>
        <p:spPr>
          <a:xfrm rot="5400000">
            <a:off x="3509508" y="1950083"/>
            <a:ext cx="962455" cy="1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468000" y="3241400"/>
            <a:ext cx="6462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edges are the same length and in the same order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68000" y="3584450"/>
            <a:ext cx="6624000" cy="11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ectangles and parallelograms can have the same edge lengths in the same order but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6">
            <a:alphaModFix/>
          </a:blip>
          <a:srcRect r="19126" b="66619"/>
          <a:stretch>
            <a:fillRect/>
          </a:stretch>
        </p:blipFill>
        <p:spPr>
          <a:xfrm>
            <a:off x="1033034" y="3885812"/>
            <a:ext cx="2057110" cy="872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6">
            <a:alphaModFix/>
          </a:blip>
          <a:srcRect l="30123" t="61383"/>
          <a:stretch>
            <a:fillRect/>
          </a:stretch>
        </p:blipFill>
        <p:spPr>
          <a:xfrm>
            <a:off x="3998479" y="3850576"/>
            <a:ext cx="1777379" cy="100903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5005648"/>
            <a:ext cx="6546300" cy="2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triangle ABC, where AB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cm, AC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and BC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has been constructed three times,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7544017"/>
            <a:ext cx="65463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measure the angles ABC, BAC and BCA in each of the three triangles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\frac{4}{3}&quot;&gt;&lt;mfrac&gt;&lt;mn&gt;4&lt;/mn&gt;&lt;mn&gt;3&lt;/mn&gt;&lt;/mfrac&gt;&lt;/math&gt;" title="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1921" y="4907288"/>
            <a:ext cx="93275" cy="30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frac{3}{2}&quot;&gt;&lt;mfrac&gt;&lt;mn&gt;3&lt;/mn&gt;&lt;mn&gt;2&lt;/mn&gt;&lt;/mfrac&gt;&lt;/math&gt;" title="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66670" y="4910521"/>
            <a:ext cx="92288" cy="30258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003308" y="720630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284661" y="7212182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535942" y="7206289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888305" y="721218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3175107" y="5930014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020051" y="7171116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833917" y="7212169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581696" y="6027007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376368" y="560976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955254" y="7055607"/>
            <a:ext cx="432600" cy="432600"/>
          </a:xfrm>
          <a:prstGeom prst="pie">
            <a:avLst>
              <a:gd name="adj1" fmla="val 16913810"/>
              <a:gd name="adj2" fmla="val 21599409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045323" y="7052127"/>
            <a:ext cx="432600" cy="432600"/>
          </a:xfrm>
          <a:prstGeom prst="pie">
            <a:avLst>
              <a:gd name="adj1" fmla="val 10782550"/>
              <a:gd name="adj2" fmla="val 14478983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1245828" y="5629597"/>
            <a:ext cx="432600" cy="432600"/>
          </a:xfrm>
          <a:prstGeom prst="pie">
            <a:avLst>
              <a:gd name="adj1" fmla="val 3676009"/>
              <a:gd name="adj2" fmla="val 60641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 rot="7117579">
            <a:off x="4305685" y="7052189"/>
            <a:ext cx="432691" cy="432691"/>
          </a:xfrm>
          <a:prstGeom prst="pie">
            <a:avLst>
              <a:gd name="adj1" fmla="val 3676009"/>
              <a:gd name="adj2" fmla="val 60641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rot="7117579">
            <a:off x="6582105" y="7052189"/>
            <a:ext cx="432691" cy="432691"/>
          </a:xfrm>
          <a:prstGeom prst="pie">
            <a:avLst>
              <a:gd name="adj1" fmla="val 3676009"/>
              <a:gd name="adj2" fmla="val 6064100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2861707" y="7052110"/>
            <a:ext cx="432600" cy="432600"/>
          </a:xfrm>
          <a:prstGeom prst="pie">
            <a:avLst>
              <a:gd name="adj1" fmla="val 16913810"/>
              <a:gd name="adj2" fmla="val 21599409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 rot="7128230">
            <a:off x="5496344" y="6107989"/>
            <a:ext cx="432741" cy="432741"/>
          </a:xfrm>
          <a:prstGeom prst="pie">
            <a:avLst>
              <a:gd name="adj1" fmla="val 16913810"/>
              <a:gd name="adj2" fmla="val 21599409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 rot="-8246737">
            <a:off x="3090941" y="5989787"/>
            <a:ext cx="432507" cy="432507"/>
          </a:xfrm>
          <a:prstGeom prst="pie">
            <a:avLst>
              <a:gd name="adj1" fmla="val 10782550"/>
              <a:gd name="adj2" fmla="val 14478983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 rot="7197707">
            <a:off x="4966532" y="7055595"/>
            <a:ext cx="432500" cy="432500"/>
          </a:xfrm>
          <a:prstGeom prst="pie">
            <a:avLst>
              <a:gd name="adj1" fmla="val 10782550"/>
              <a:gd name="adj2" fmla="val 14478983"/>
            </a:avLst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636706" y="6987061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231880" y="6540832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374800" y="6982336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101462" y="7031146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40.8°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3843499" y="7031146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40.8°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663515" y="5898217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40.8°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755188" y="6806544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78.6°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3262047" y="6905502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78.6°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575824" y="6568990"/>
            <a:ext cx="50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78.6°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2541635" y="7882274"/>
            <a:ext cx="4108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angles are the same in each construction.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>
            <a:off x="1062068" y="7074377"/>
            <a:ext cx="187800" cy="11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1"/>
          <p:cNvCxnSpPr/>
          <p:nvPr/>
        </p:nvCxnSpPr>
        <p:spPr>
          <a:xfrm>
            <a:off x="1490662" y="5984364"/>
            <a:ext cx="158700" cy="15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1"/>
          <p:cNvSpPr txBox="1"/>
          <p:nvPr/>
        </p:nvSpPr>
        <p:spPr>
          <a:xfrm>
            <a:off x="2259959" y="5460070"/>
            <a:ext cx="45117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Protractors are only accurate to the nearest degree, so your answer should be around this given value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7" name="Google Shape;277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Congruent triangles (SSS)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68000" y="1036548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measuring the sides of these pair of triangles, decide if they are congruent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68000" y="720000"/>
            <a:ext cx="66240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SSS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1697129" y="1491471"/>
            <a:ext cx="1690681" cy="782912"/>
          </a:xfrm>
          <a:custGeom>
            <a:rect l="l" t="t" r="r" b="b"/>
            <a:pathLst>
              <a:path w="84103" h="38946" extrusionOk="0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83" name="Google Shape;283;p22"/>
          <p:cNvSpPr/>
          <p:nvPr/>
        </p:nvSpPr>
        <p:spPr>
          <a:xfrm rot="-1033361" flipH="1">
            <a:off x="4332972" y="1552733"/>
            <a:ext cx="1690801" cy="782968"/>
          </a:xfrm>
          <a:custGeom>
            <a:rect l="l" t="t" r="r" b="b"/>
            <a:pathLst>
              <a:path w="84103" h="38946" extrusionOk="0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84" name="Google Shape;284;p22"/>
          <p:cNvSpPr txBox="1"/>
          <p:nvPr/>
        </p:nvSpPr>
        <p:spPr>
          <a:xfrm>
            <a:off x="1526999" y="1335033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842833" y="2225940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3449099" y="200304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254996" y="2340524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5841280" y="2120884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5896964" y="1173408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86986" y="1557924"/>
            <a:ext cx="269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86986" y="2911030"/>
            <a:ext cx="269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1526999" y="2947978"/>
            <a:ext cx="1098461" cy="786068"/>
          </a:xfrm>
          <a:custGeom>
            <a:rect l="l" t="t" r="r" b="b"/>
            <a:pathLst>
              <a:path w="54643" h="39103" extrusionOk="0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93" name="Google Shape;293;p22"/>
          <p:cNvSpPr/>
          <p:nvPr/>
        </p:nvSpPr>
        <p:spPr>
          <a:xfrm flipH="1">
            <a:off x="3851696" y="2912718"/>
            <a:ext cx="1196955" cy="856551"/>
          </a:xfrm>
          <a:custGeom>
            <a:rect l="l" t="t" r="r" b="b"/>
            <a:pathLst>
              <a:path w="54643" h="39103" extrusionOk="0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94" name="Google Shape;294;p22"/>
          <p:cNvSpPr txBox="1"/>
          <p:nvPr/>
        </p:nvSpPr>
        <p:spPr>
          <a:xfrm>
            <a:off x="1320786" y="2774047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1320786" y="3734047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2683990" y="322956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3682019" y="3180866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5091299" y="3671048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152572" y="277211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3098468" y="1505496"/>
            <a:ext cx="184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2333339" y="3658746"/>
            <a:ext cx="212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not congruent.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474750" y="4204100"/>
            <a:ext cx="6624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using properties of shapes, identify the triangles that are congruent by SSS.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679" y="4760551"/>
            <a:ext cx="1337134" cy="132635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486975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3636750" y="6224255"/>
            <a:ext cx="1236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symmetrical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pentagon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2881998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277022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8" name="Google Shape;3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669" y="4760551"/>
            <a:ext cx="1431874" cy="165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923013" y="6478784"/>
            <a:ext cx="13371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0" name="Google Shape;3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072" y="4658637"/>
            <a:ext cx="1547498" cy="153019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5703408" y="6276329"/>
            <a:ext cx="1236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symmetrical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hexagon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1091305" y="46020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714226" y="560644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1752976" y="6303633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2115033" y="5277854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3298363" y="50846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3610887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4343096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661933" y="50846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3987239" y="46020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5451072" y="5232153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5422156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6865015" y="5997030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6883213" y="453332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6113061" y="453332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6025492" y="516378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923013" y="6863590"/>
            <a:ext cx="216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⃤ ABC ≅  ⃤ ADC</a:t>
            </a:r>
            <a:endParaRPr sz="1200"/>
          </a:p>
        </p:txBody>
      </p:sp>
      <p:sp>
        <p:nvSpPr>
          <p:cNvPr id="328" name="Google Shape;328;p22"/>
          <p:cNvSpPr txBox="1"/>
          <p:nvPr/>
        </p:nvSpPr>
        <p:spPr>
          <a:xfrm>
            <a:off x="3535615" y="6840453"/>
            <a:ext cx="216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⃤ TPQ ≅  ⃤ TSR</a:t>
            </a:r>
            <a:endParaRPr sz="1200"/>
          </a:p>
        </p:txBody>
      </p:sp>
      <p:sp>
        <p:nvSpPr>
          <p:cNvPr id="329" name="Google Shape;329;p22"/>
          <p:cNvSpPr txBox="1"/>
          <p:nvPr/>
        </p:nvSpPr>
        <p:spPr>
          <a:xfrm>
            <a:off x="5519930" y="6840453"/>
            <a:ext cx="14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⃤ IJK ≅  ⃤ MLK</a:t>
            </a:r>
            <a:endParaRPr sz="1200"/>
          </a:p>
        </p:txBody>
      </p:sp>
      <p:sp>
        <p:nvSpPr>
          <p:cNvPr id="330" name="Google Shape;330;p22"/>
          <p:cNvSpPr txBox="1"/>
          <p:nvPr/>
        </p:nvSpPr>
        <p:spPr>
          <a:xfrm>
            <a:off x="5474342" y="7093239"/>
            <a:ext cx="142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⃤ INK ≅  ⃤ MNK</a:t>
            </a:r>
            <a:endParaRPr sz="1200"/>
          </a:p>
        </p:txBody>
      </p:sp>
      <p:pic>
        <p:nvPicPr>
          <p:cNvPr id="331" name="Google Shape;331;p22"/>
          <p:cNvPicPr preferRelativeResize="0"/>
          <p:nvPr/>
        </p:nvPicPr>
        <p:blipFill>
          <a:blip r:embed="rId6">
            <a:alphaModFix/>
          </a:blip>
          <a:srcRect l="60323"/>
          <a:stretch>
            <a:fillRect/>
          </a:stretch>
        </p:blipFill>
        <p:spPr>
          <a:xfrm>
            <a:off x="4243951" y="7579334"/>
            <a:ext cx="2855448" cy="2029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/>
          <p:cNvPicPr preferRelativeResize="0"/>
          <p:nvPr/>
        </p:nvPicPr>
        <p:blipFill>
          <a:blip r:embed="rId6">
            <a:alphaModFix/>
          </a:blip>
          <a:srcRect r="59991"/>
          <a:stretch>
            <a:fillRect/>
          </a:stretch>
        </p:blipFill>
        <p:spPr>
          <a:xfrm rot="-1296124" flipH="1">
            <a:off x="747921" y="7579335"/>
            <a:ext cx="2879396" cy="202980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582169" y="7346050"/>
            <a:ext cx="64836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These pairs of triangles are congruent. Using this fact, add the edge length marked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2103483" y="7958404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4668365" y="9075938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6343196" y="8808434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46°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177316" y="8285666"/>
            <a:ext cx="72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5573370" y="9390950"/>
            <a:ext cx="5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6075910" y="8019608"/>
            <a:ext cx="5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" name="Google Shape;340;p22"/>
          <p:cNvCxnSpPr/>
          <p:nvPr/>
        </p:nvCxnSpPr>
        <p:spPr>
          <a:xfrm flipH="1">
            <a:off x="4308855" y="7697419"/>
            <a:ext cx="855600" cy="171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1" name="Google Shape;341;p22"/>
          <p:cNvCxnSpPr/>
          <p:nvPr/>
        </p:nvCxnSpPr>
        <p:spPr>
          <a:xfrm>
            <a:off x="5302777" y="7664691"/>
            <a:ext cx="1721700" cy="128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2" name="Google Shape;342;p22"/>
          <p:cNvCxnSpPr/>
          <p:nvPr/>
        </p:nvCxnSpPr>
        <p:spPr>
          <a:xfrm rot="10800000" flipH="1">
            <a:off x="4414301" y="9122065"/>
            <a:ext cx="2582100" cy="432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3" name="Google Shape;343;p22"/>
          <p:cNvCxnSpPr/>
          <p:nvPr/>
        </p:nvCxnSpPr>
        <p:spPr>
          <a:xfrm rot="10800000" flipH="1">
            <a:off x="1102398" y="9044274"/>
            <a:ext cx="2578800" cy="54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4" name="Google Shape;344;p22"/>
          <p:cNvSpPr txBox="1"/>
          <p:nvPr/>
        </p:nvSpPr>
        <p:spPr>
          <a:xfrm>
            <a:off x="2319651" y="9342526"/>
            <a:ext cx="5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Congruent triangles (SSS)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2024-02-06T10:39:58.174</cp:lastPrinted>
  <dcterms:created xsi:type="dcterms:W3CDTF">2024-02-06T10:39:58Z</dcterms:created>
  <dcterms:modified xsi:type="dcterms:W3CDTF">2024-02-06T10:40:09Z</dcterms:modified>
</cp:coreProperties>
</file>