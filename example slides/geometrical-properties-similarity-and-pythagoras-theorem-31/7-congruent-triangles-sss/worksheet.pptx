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g2b1f71ad3bd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1f71ad3b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Congruent triangles (SSS)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rcRect l="3903" t="5623" r="63483" b="12402"/>
          <a:stretch>
            <a:fillRect/>
          </a:stretch>
        </p:blipFill>
        <p:spPr>
          <a:xfrm>
            <a:off x="1358097" y="2154460"/>
            <a:ext cx="1491843" cy="237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rcRect l="45402" t="42541"/>
          <a:stretch>
            <a:fillRect/>
          </a:stretch>
        </p:blipFill>
        <p:spPr>
          <a:xfrm>
            <a:off x="4111525" y="2386686"/>
            <a:ext cx="2497559" cy="166209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68000" y="1792925"/>
            <a:ext cx="6624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These two quadrilaterals are congruent.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68325"/>
            <a:ext cx="6624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Guaranteeing congruence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340537" y="2120245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3683598" y="3422900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364707" y="3940886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1237140" y="3892378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5.7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177019" y="2298817"/>
            <a:ext cx="73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580138" y="2988682"/>
            <a:ext cx="41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688923" y="3317059"/>
            <a:ext cx="41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791814" y="3124857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919546" y="2570505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018070" y="2847681"/>
            <a:ext cx="512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 rot="10800000" flipH="1">
            <a:off x="1358098" y="2187417"/>
            <a:ext cx="529500" cy="1058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6" name="Google Shape;176;p20"/>
          <p:cNvCxnSpPr/>
          <p:nvPr/>
        </p:nvCxnSpPr>
        <p:spPr>
          <a:xfrm rot="10800000">
            <a:off x="2037539" y="2154536"/>
            <a:ext cx="812400" cy="509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7" name="Google Shape;177;p20"/>
          <p:cNvCxnSpPr/>
          <p:nvPr/>
        </p:nvCxnSpPr>
        <p:spPr>
          <a:xfrm rot="10800000">
            <a:off x="1358009" y="3401914"/>
            <a:ext cx="1122000" cy="1123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8" name="Google Shape;178;p20"/>
          <p:cNvCxnSpPr/>
          <p:nvPr/>
        </p:nvCxnSpPr>
        <p:spPr>
          <a:xfrm rot="10800000" flipH="1">
            <a:off x="2649817" y="2809135"/>
            <a:ext cx="270900" cy="1662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9" name="Google Shape;179;p20"/>
          <p:cNvCxnSpPr/>
          <p:nvPr/>
        </p:nvCxnSpPr>
        <p:spPr>
          <a:xfrm rot="10800000" flipH="1">
            <a:off x="4177019" y="2392637"/>
            <a:ext cx="1089600" cy="544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" name="Google Shape;180;p20"/>
          <p:cNvCxnSpPr/>
          <p:nvPr/>
        </p:nvCxnSpPr>
        <p:spPr>
          <a:xfrm rot="10800000">
            <a:off x="5438513" y="2457819"/>
            <a:ext cx="1109700" cy="1109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1" name="Google Shape;181;p20"/>
          <p:cNvCxnSpPr/>
          <p:nvPr/>
        </p:nvCxnSpPr>
        <p:spPr>
          <a:xfrm flipH="1">
            <a:off x="4804385" y="3719133"/>
            <a:ext cx="1695300" cy="261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2" name="Google Shape;182;p20"/>
          <p:cNvCxnSpPr/>
          <p:nvPr/>
        </p:nvCxnSpPr>
        <p:spPr>
          <a:xfrm rot="10800000">
            <a:off x="4110106" y="3074649"/>
            <a:ext cx="546000" cy="862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468000" y="5082750"/>
            <a:ext cx="6474600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Give an example of quadrilaterals that show that these conditions are not sufficient to prove congruence.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angles are the same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7179175"/>
            <a:ext cx="6624000" cy="5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angles are the same and in the same order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1044625" y="2716750"/>
            <a:ext cx="480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2204650" y="3963825"/>
            <a:ext cx="314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2873425" y="3935950"/>
            <a:ext cx="480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0"/>
          <p:cNvCxnSpPr/>
          <p:nvPr/>
        </p:nvCxnSpPr>
        <p:spPr>
          <a:xfrm>
            <a:off x="5007025" y="3097750"/>
            <a:ext cx="480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5083225" y="3631150"/>
            <a:ext cx="480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6073825" y="2869150"/>
            <a:ext cx="480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(SSS)</a:t>
            </a:r>
            <a:endParaRPr/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3">
            <a:alphaModFix/>
          </a:blip>
          <a:srcRect l="17225" t="69381" r="34075" b="897"/>
          <a:stretch>
            <a:fillRect/>
          </a:stretch>
        </p:blipFill>
        <p:spPr>
          <a:xfrm>
            <a:off x="5020045" y="6150299"/>
            <a:ext cx="1992358" cy="1214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rcRect l="58141" t="8629" b="57989"/>
          <a:stretch>
            <a:fillRect/>
          </a:stretch>
        </p:blipFill>
        <p:spPr>
          <a:xfrm>
            <a:off x="2954535" y="6026999"/>
            <a:ext cx="1712469" cy="1364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3">
            <a:alphaModFix/>
          </a:blip>
          <a:srcRect l="10167" t="1813" r="59133" b="58242"/>
          <a:stretch>
            <a:fillRect/>
          </a:stretch>
        </p:blipFill>
        <p:spPr>
          <a:xfrm>
            <a:off x="1088748" y="5750736"/>
            <a:ext cx="1255924" cy="163270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468000" y="720000"/>
            <a:ext cx="66240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edges are the same 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3241400"/>
            <a:ext cx="64629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edges are the same length and in the same order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5005648"/>
            <a:ext cx="6546300" cy="2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triangle ABC, where AB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cm, AC 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and BC 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has been constructed three times,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7544017"/>
            <a:ext cx="6546300" cy="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measure the angles ABC, BAC and BCA in each of the three triangles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do you notice?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 descr="&lt;math xmlns=&quot;http://www.w3.org/1998/Math/MathML&quot; display=&quot;block&quot; data-is-equatio=&quot;1&quot; data-latex=&quot;\frac{4}{3}&quot;&gt;&lt;mfrac&gt;&lt;mn&gt;4&lt;/mn&gt;&lt;mn&gt;3&lt;/mn&gt;&lt;/mfrac&gt;&lt;/math&gt;" title="four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1921" y="4942800"/>
            <a:ext cx="93600" cy="3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&lt;math xmlns=&quot;http://www.w3.org/1998/Math/MathML&quot; display=&quot;block&quot; data-is-equatio=&quot;1&quot; data-latex=&quot;\frac{3}{2}&quot;&gt;&lt;mfrac&gt;&lt;mn&gt;3&lt;/mn&gt;&lt;mn&gt;2&lt;/mn&gt;&lt;/mfrac&gt;&lt;/math&gt;" title="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6670" y="4946400"/>
            <a:ext cx="93600" cy="3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1003308" y="7206303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284661" y="7212182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535942" y="7206289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888305" y="7212183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175107" y="5930014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020051" y="7171116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833917" y="7212169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581696" y="6027007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376368" y="5609763"/>
            <a:ext cx="20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20" name="Google Shape;220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triangles (SSS)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468000" y="1036548"/>
            <a:ext cx="6624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measuring the sides of these pair of triangles, decide if they are congruent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68000" y="720000"/>
            <a:ext cx="66240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Justifying congruence by SSS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1697129" y="1491471"/>
            <a:ext cx="1690681" cy="782912"/>
          </a:xfrm>
          <a:custGeom>
            <a:rect l="l" t="t" r="r" b="b"/>
            <a:pathLst>
              <a:path w="84103" h="38946" extrusionOk="0">
                <a:moveTo>
                  <a:pt x="0" y="0"/>
                </a:moveTo>
                <a:lnTo>
                  <a:pt x="15523" y="38946"/>
                </a:lnTo>
                <a:lnTo>
                  <a:pt x="84103" y="31609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26" name="Google Shape;226;p22"/>
          <p:cNvSpPr/>
          <p:nvPr/>
        </p:nvSpPr>
        <p:spPr>
          <a:xfrm rot="-1033361" flipH="1">
            <a:off x="4332972" y="1552733"/>
            <a:ext cx="1690801" cy="782968"/>
          </a:xfrm>
          <a:custGeom>
            <a:rect l="l" t="t" r="r" b="b"/>
            <a:pathLst>
              <a:path w="84103" h="38946" extrusionOk="0">
                <a:moveTo>
                  <a:pt x="0" y="0"/>
                </a:moveTo>
                <a:lnTo>
                  <a:pt x="15523" y="38946"/>
                </a:lnTo>
                <a:lnTo>
                  <a:pt x="84103" y="31609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27" name="Google Shape;227;p22"/>
          <p:cNvSpPr txBox="1"/>
          <p:nvPr/>
        </p:nvSpPr>
        <p:spPr>
          <a:xfrm>
            <a:off x="1526999" y="1335033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1842833" y="2225940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3449099" y="2003042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4254996" y="2340524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841280" y="2120884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5896964" y="1173408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486986" y="1557924"/>
            <a:ext cx="2694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86986" y="2911030"/>
            <a:ext cx="2694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1526999" y="2947978"/>
            <a:ext cx="1098461" cy="786068"/>
          </a:xfrm>
          <a:custGeom>
            <a:rect l="l" t="t" r="r" b="b"/>
            <a:pathLst>
              <a:path w="54643" h="39103" extrusionOk="0">
                <a:moveTo>
                  <a:pt x="0" y="0"/>
                </a:moveTo>
                <a:lnTo>
                  <a:pt x="0" y="39103"/>
                </a:lnTo>
                <a:lnTo>
                  <a:pt x="54643" y="180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36" name="Google Shape;236;p22"/>
          <p:cNvSpPr/>
          <p:nvPr/>
        </p:nvSpPr>
        <p:spPr>
          <a:xfrm flipH="1">
            <a:off x="3851696" y="2912718"/>
            <a:ext cx="1196955" cy="856551"/>
          </a:xfrm>
          <a:custGeom>
            <a:rect l="l" t="t" r="r" b="b"/>
            <a:pathLst>
              <a:path w="54643" h="39103" extrusionOk="0">
                <a:moveTo>
                  <a:pt x="0" y="0"/>
                </a:moveTo>
                <a:lnTo>
                  <a:pt x="0" y="39103"/>
                </a:lnTo>
                <a:lnTo>
                  <a:pt x="54643" y="18048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37" name="Google Shape;237;p22"/>
          <p:cNvSpPr txBox="1"/>
          <p:nvPr/>
        </p:nvSpPr>
        <p:spPr>
          <a:xfrm>
            <a:off x="1320786" y="2774047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1320786" y="3734047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683990" y="3229562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3682019" y="3180866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5091299" y="3671048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5152572" y="2772112"/>
            <a:ext cx="20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474750" y="4204100"/>
            <a:ext cx="66240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By using properties of shapes, identify the triangles that are congruent by SSS.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6679" y="4760551"/>
            <a:ext cx="1337134" cy="132635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486975" y="4640890"/>
            <a:ext cx="2748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3636750" y="6224255"/>
            <a:ext cx="12369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symmetrical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pentagon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2881998" y="4640890"/>
            <a:ext cx="2748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5277022" y="4640890"/>
            <a:ext cx="2748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" name="Google Shape;24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669" y="4760551"/>
            <a:ext cx="1431874" cy="16504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923013" y="6478784"/>
            <a:ext cx="13371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parallelogram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1072" y="4658637"/>
            <a:ext cx="1547498" cy="153019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703408" y="6276329"/>
            <a:ext cx="12369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symmetrical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hexagon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1091305" y="4602062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714226" y="5606446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1752976" y="6303633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2115033" y="5277854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3298363" y="5084662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3610887" y="5961597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4343096" y="5961597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4661933" y="5084662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3987239" y="4602062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5451072" y="5232153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5422156" y="5961597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865015" y="5997030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6883213" y="4533326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6113061" y="4533326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6025492" y="5163787"/>
            <a:ext cx="208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8" name="Google Shape;268;p22"/>
          <p:cNvPicPr preferRelativeResize="0"/>
          <p:nvPr/>
        </p:nvPicPr>
        <p:blipFill>
          <a:blip r:embed="rId6">
            <a:alphaModFix/>
          </a:blip>
          <a:srcRect l="60323"/>
          <a:stretch>
            <a:fillRect/>
          </a:stretch>
        </p:blipFill>
        <p:spPr>
          <a:xfrm>
            <a:off x="4243951" y="7579334"/>
            <a:ext cx="2855448" cy="2029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>
          <a:blip r:embed="rId6">
            <a:alphaModFix/>
          </a:blip>
          <a:srcRect r="59991"/>
          <a:stretch>
            <a:fillRect/>
          </a:stretch>
        </p:blipFill>
        <p:spPr>
          <a:xfrm rot="-1296124" flipH="1">
            <a:off x="747921" y="7579335"/>
            <a:ext cx="2879396" cy="2029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582169" y="7346050"/>
            <a:ext cx="64836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These pairs of triangles are congruent. Using this fact, add the edge length marked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2103483" y="7958404"/>
            <a:ext cx="49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668365" y="9075938"/>
            <a:ext cx="49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54°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6343196" y="8808434"/>
            <a:ext cx="496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46°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177316" y="8285666"/>
            <a:ext cx="721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5573370" y="9390950"/>
            <a:ext cx="56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6075910" y="8019608"/>
            <a:ext cx="56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7" name="Google Shape;277;p22"/>
          <p:cNvCxnSpPr/>
          <p:nvPr/>
        </p:nvCxnSpPr>
        <p:spPr>
          <a:xfrm flipH="1">
            <a:off x="4308855" y="7697419"/>
            <a:ext cx="855600" cy="1713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8" name="Google Shape;278;p22"/>
          <p:cNvCxnSpPr/>
          <p:nvPr/>
        </p:nvCxnSpPr>
        <p:spPr>
          <a:xfrm>
            <a:off x="5302777" y="7664691"/>
            <a:ext cx="1721700" cy="1282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9" name="Google Shape;279;p22"/>
          <p:cNvCxnSpPr/>
          <p:nvPr/>
        </p:nvCxnSpPr>
        <p:spPr>
          <a:xfrm rot="10800000" flipH="1">
            <a:off x="4414301" y="9122065"/>
            <a:ext cx="2582100" cy="432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0" name="Google Shape;280;p22"/>
          <p:cNvCxnSpPr/>
          <p:nvPr/>
        </p:nvCxnSpPr>
        <p:spPr>
          <a:xfrm rot="10800000" flipH="1">
            <a:off x="1102398" y="9044274"/>
            <a:ext cx="2578800" cy="54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1" name="Google Shape;281;p22"/>
          <p:cNvSpPr txBox="1"/>
          <p:nvPr/>
        </p:nvSpPr>
        <p:spPr>
          <a:xfrm>
            <a:off x="2319651" y="9342526"/>
            <a:ext cx="5601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3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82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Congruent triangles (SSS)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2024-02-06T10:36:38.276</cp:lastPrinted>
  <dcterms:created xsi:type="dcterms:W3CDTF">2024-02-06T10:36:38Z</dcterms:created>
  <dcterms:modified xsi:type="dcterms:W3CDTF">2024-02-06T10:36:48Z</dcterms:modified>
</cp:coreProperties>
</file>