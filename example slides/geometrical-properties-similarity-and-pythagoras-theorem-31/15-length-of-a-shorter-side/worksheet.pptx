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b33800cba6_0_228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b33800cba6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/>
          <p:nvPr/>
        </p:nvSpPr>
        <p:spPr>
          <a:xfrm rot="-2018168">
            <a:off x="5416558" y="6225956"/>
            <a:ext cx="883887" cy="879539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Length of a shorter side</a:t>
            </a:r>
            <a:endParaRPr/>
          </a:p>
        </p:txBody>
      </p:sp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62" name="Google Shape;162;p20"/>
          <p:cNvCxnSpPr/>
          <p:nvPr/>
        </p:nvCxnSpPr>
        <p:spPr>
          <a:xfrm>
            <a:off x="474757" y="98287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3" name="Google Shape;163;p20"/>
          <p:cNvPicPr preferRelativeResize="0"/>
          <p:nvPr/>
        </p:nvPicPr>
        <p:blipFill rotWithShape="1">
          <a:blip r:embed="rId3">
            <a:alphaModFix/>
          </a:blip>
          <a:srcRect b="0" l="0" r="68248" t="0"/>
          <a:stretch/>
        </p:blipFill>
        <p:spPr>
          <a:xfrm>
            <a:off x="421125" y="1957061"/>
            <a:ext cx="1841955" cy="214046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471741" y="1800200"/>
            <a:ext cx="61218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Find the area of each unlabelled square.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" name="Google Shape;165;p20"/>
          <p:cNvCxnSpPr/>
          <p:nvPr/>
        </p:nvCxnSpPr>
        <p:spPr>
          <a:xfrm rot="19214">
            <a:off x="942552" y="4124766"/>
            <a:ext cx="798555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6" name="Google Shape;166;p20"/>
          <p:cNvSpPr txBox="1"/>
          <p:nvPr/>
        </p:nvSpPr>
        <p:spPr>
          <a:xfrm rot="24720">
            <a:off x="1008207" y="4100956"/>
            <a:ext cx="667517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1141698" y="2520625"/>
            <a:ext cx="9327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570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8" name="Google Shape;168;p20"/>
          <p:cNvGrpSpPr/>
          <p:nvPr/>
        </p:nvGrpSpPr>
        <p:grpSpPr>
          <a:xfrm flipH="1" rot="-3599937">
            <a:off x="2278169" y="2611605"/>
            <a:ext cx="2113961" cy="1600763"/>
            <a:chOff x="3503700" y="1090625"/>
            <a:chExt cx="3256358" cy="2465826"/>
          </a:xfrm>
        </p:grpSpPr>
        <p:grpSp>
          <p:nvGrpSpPr>
            <p:cNvPr id="169" name="Google Shape;169;p20"/>
            <p:cNvGrpSpPr/>
            <p:nvPr/>
          </p:nvGrpSpPr>
          <p:grpSpPr>
            <a:xfrm>
              <a:off x="3503700" y="1090625"/>
              <a:ext cx="3133074" cy="2465826"/>
              <a:chOff x="3503700" y="1928825"/>
              <a:chExt cx="3133074" cy="2465826"/>
            </a:xfrm>
          </p:grpSpPr>
          <p:sp>
            <p:nvSpPr>
              <p:cNvPr id="170" name="Google Shape;170;p20"/>
              <p:cNvSpPr/>
              <p:nvPr/>
            </p:nvSpPr>
            <p:spPr>
              <a:xfrm>
                <a:off x="4837772" y="3559353"/>
                <a:ext cx="226500" cy="226500"/>
              </a:xfrm>
              <a:prstGeom prst="rect">
                <a:avLst/>
              </a:prstGeom>
              <a:noFill/>
              <a:ln cap="flat" cmpd="sng" w="19050">
                <a:solidFill>
                  <a:srgbClr val="D02AA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171" name="Google Shape;171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32819" r="31734" t="24391"/>
              <a:stretch/>
            </p:blipFill>
            <p:spPr>
              <a:xfrm>
                <a:off x="3503700" y="1928825"/>
                <a:ext cx="3133074" cy="24658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2" name="Google Shape;172;p20"/>
            <p:cNvGrpSpPr/>
            <p:nvPr/>
          </p:nvGrpSpPr>
          <p:grpSpPr>
            <a:xfrm rot="-1318109">
              <a:off x="5401093" y="2782193"/>
              <a:ext cx="1346245" cy="324712"/>
              <a:chOff x="6353075" y="4549793"/>
              <a:chExt cx="1174500" cy="462778"/>
            </a:xfrm>
          </p:grpSpPr>
          <p:cxnSp>
            <p:nvCxnSpPr>
              <p:cNvPr id="173" name="Google Shape;173;p20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74" name="Google Shape;174;p20"/>
              <p:cNvSpPr txBox="1"/>
              <p:nvPr/>
            </p:nvSpPr>
            <p:spPr>
              <a:xfrm rot="6302">
                <a:off x="6448683" y="4672371"/>
                <a:ext cx="981902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12 cm</a:t>
                </a: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75" name="Google Shape;175;p20"/>
          <p:cNvSpPr txBox="1"/>
          <p:nvPr/>
        </p:nvSpPr>
        <p:spPr>
          <a:xfrm>
            <a:off x="3992746" y="3076747"/>
            <a:ext cx="8784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30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" name="Google Shape;176;p20"/>
          <p:cNvCxnSpPr/>
          <p:nvPr/>
        </p:nvCxnSpPr>
        <p:spPr>
          <a:xfrm flipH="1" rot="10800000">
            <a:off x="3857495" y="3283986"/>
            <a:ext cx="294900" cy="414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7" name="Google Shape;177;p20"/>
          <p:cNvGrpSpPr/>
          <p:nvPr/>
        </p:nvGrpSpPr>
        <p:grpSpPr>
          <a:xfrm rot="8100000">
            <a:off x="4824741" y="2290313"/>
            <a:ext cx="1788714" cy="2042749"/>
            <a:chOff x="6158425" y="698754"/>
            <a:chExt cx="2652153" cy="3028814"/>
          </a:xfrm>
        </p:grpSpPr>
        <p:grpSp>
          <p:nvGrpSpPr>
            <p:cNvPr id="178" name="Google Shape;178;p20"/>
            <p:cNvGrpSpPr/>
            <p:nvPr/>
          </p:nvGrpSpPr>
          <p:grpSpPr>
            <a:xfrm>
              <a:off x="6158425" y="965100"/>
              <a:ext cx="2435974" cy="2389800"/>
              <a:chOff x="6794450" y="2004850"/>
              <a:chExt cx="2435974" cy="2389800"/>
            </a:xfrm>
          </p:grpSpPr>
          <p:sp>
            <p:nvSpPr>
              <p:cNvPr id="179" name="Google Shape;179;p20"/>
              <p:cNvSpPr/>
              <p:nvPr/>
            </p:nvSpPr>
            <p:spPr>
              <a:xfrm>
                <a:off x="7633799" y="3341901"/>
                <a:ext cx="226500" cy="226500"/>
              </a:xfrm>
              <a:prstGeom prst="rect">
                <a:avLst/>
              </a:prstGeom>
              <a:noFill/>
              <a:ln cap="flat" cmpd="sng" w="19050">
                <a:solidFill>
                  <a:srgbClr val="D02AA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180" name="Google Shape;180;p20"/>
              <p:cNvPicPr preferRelativeResize="0"/>
              <p:nvPr/>
            </p:nvPicPr>
            <p:blipFill rotWithShape="1">
              <a:blip r:embed="rId3">
                <a:alphaModFix/>
              </a:blip>
              <a:srcRect b="12530" l="72440" r="0" t="14193"/>
              <a:stretch/>
            </p:blipFill>
            <p:spPr>
              <a:xfrm>
                <a:off x="6794450" y="2004850"/>
                <a:ext cx="2435974" cy="2389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1" name="Google Shape;181;p20"/>
            <p:cNvGrpSpPr/>
            <p:nvPr/>
          </p:nvGrpSpPr>
          <p:grpSpPr>
            <a:xfrm rot="19456">
              <a:off x="6961346" y="3400528"/>
              <a:ext cx="809361" cy="324750"/>
              <a:chOff x="6353075" y="4549793"/>
              <a:chExt cx="1174500" cy="462870"/>
            </a:xfrm>
          </p:grpSpPr>
          <p:cxnSp>
            <p:nvCxnSpPr>
              <p:cNvPr id="182" name="Google Shape;182;p20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83" name="Google Shape;183;p20"/>
              <p:cNvSpPr txBox="1"/>
              <p:nvPr/>
            </p:nvSpPr>
            <p:spPr>
              <a:xfrm rot="-10793698">
                <a:off x="6448520" y="4672463"/>
                <a:ext cx="981902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20 cm</a:t>
                </a: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84" name="Google Shape;184;p20"/>
            <p:cNvGrpSpPr/>
            <p:nvPr/>
          </p:nvGrpSpPr>
          <p:grpSpPr>
            <a:xfrm rot="-8110492">
              <a:off x="7789781" y="1026280"/>
              <a:ext cx="1061297" cy="324643"/>
              <a:chOff x="6353075" y="4549793"/>
              <a:chExt cx="1174500" cy="462799"/>
            </a:xfrm>
          </p:grpSpPr>
          <p:cxnSp>
            <p:nvCxnSpPr>
              <p:cNvPr id="185" name="Google Shape;185;p20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86" name="Google Shape;186;p20"/>
              <p:cNvSpPr txBox="1"/>
              <p:nvPr/>
            </p:nvSpPr>
            <p:spPr>
              <a:xfrm rot="6302">
                <a:off x="6448862" y="4672392"/>
                <a:ext cx="981902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29 cm</a:t>
                </a: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87" name="Google Shape;187;p20"/>
          <p:cNvSpPr/>
          <p:nvPr/>
        </p:nvSpPr>
        <p:spPr>
          <a:xfrm>
            <a:off x="976842" y="3181226"/>
            <a:ext cx="101100" cy="1011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68000" y="14529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Squares from the sides of a triangle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6364168" y="7161325"/>
            <a:ext cx="108600" cy="1071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 rot="8545201">
            <a:off x="3930750" y="6524978"/>
            <a:ext cx="91987" cy="9141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1064858" y="7112131"/>
            <a:ext cx="99300" cy="978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76400" y="5076800"/>
            <a:ext cx="6624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drawing on any missing squares first and calculating their areas,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find the length of each side labelled with a letter.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 rotWithShape="1">
          <a:blip r:embed="rId4">
            <a:alphaModFix/>
          </a:blip>
          <a:srcRect b="0" l="0" r="68168" t="6759"/>
          <a:stretch/>
        </p:blipFill>
        <p:spPr>
          <a:xfrm>
            <a:off x="680830" y="5803163"/>
            <a:ext cx="1819495" cy="2581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 rotWithShape="1">
          <a:blip r:embed="rId4">
            <a:alphaModFix/>
          </a:blip>
          <a:srcRect b="9210" l="34959" r="24777" t="1279"/>
          <a:stretch/>
        </p:blipFill>
        <p:spPr>
          <a:xfrm rot="8610660">
            <a:off x="2783952" y="5826395"/>
            <a:ext cx="2127413" cy="2314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/>
          </a:blip>
          <a:srcRect b="39562" l="77598" r="0" t="31631"/>
          <a:stretch/>
        </p:blipFill>
        <p:spPr>
          <a:xfrm rot="-5400000">
            <a:off x="5424541" y="6924486"/>
            <a:ext cx="1384198" cy="8862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20"/>
          <p:cNvCxnSpPr/>
          <p:nvPr/>
        </p:nvCxnSpPr>
        <p:spPr>
          <a:xfrm rot="19320">
            <a:off x="3325730" y="7118977"/>
            <a:ext cx="102406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7" name="Google Shape;197;p20"/>
          <p:cNvSpPr txBox="1"/>
          <p:nvPr/>
        </p:nvSpPr>
        <p:spPr>
          <a:xfrm rot="22839">
            <a:off x="3409089" y="7178669"/>
            <a:ext cx="856138" cy="165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" name="Google Shape;198;p20"/>
          <p:cNvCxnSpPr/>
          <p:nvPr/>
        </p:nvCxnSpPr>
        <p:spPr>
          <a:xfrm rot="8562581">
            <a:off x="3194799" y="6685437"/>
            <a:ext cx="822736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9" name="Google Shape;199;p20"/>
          <p:cNvSpPr txBox="1"/>
          <p:nvPr/>
        </p:nvSpPr>
        <p:spPr>
          <a:xfrm rot="-2233016">
            <a:off x="3173876" y="6489988"/>
            <a:ext cx="687837" cy="16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006473" y="6422720"/>
            <a:ext cx="8619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275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68650" y="6148950"/>
            <a:ext cx="7953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29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" name="Google Shape;202;p20"/>
          <p:cNvCxnSpPr/>
          <p:nvPr/>
        </p:nvCxnSpPr>
        <p:spPr>
          <a:xfrm rot="10800000">
            <a:off x="875855" y="6441387"/>
            <a:ext cx="89100" cy="676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3" name="Google Shape;203;p20"/>
          <p:cNvGrpSpPr/>
          <p:nvPr/>
        </p:nvGrpSpPr>
        <p:grpSpPr>
          <a:xfrm rot="19414">
            <a:off x="1068183" y="7302650"/>
            <a:ext cx="1102286" cy="181272"/>
            <a:chOff x="6353075" y="4549793"/>
            <a:chExt cx="1174500" cy="345740"/>
          </a:xfrm>
        </p:grpSpPr>
        <p:cxnSp>
          <p:nvCxnSpPr>
            <p:cNvPr id="204" name="Google Shape;204;p20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05" name="Google Shape;205;p20"/>
            <p:cNvSpPr txBox="1"/>
            <p:nvPr/>
          </p:nvSpPr>
          <p:spPr>
            <a:xfrm rot="5749">
              <a:off x="6582651" y="4555633"/>
              <a:ext cx="717601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06" name="Google Shape;206;p20"/>
          <p:cNvCxnSpPr/>
          <p:nvPr/>
        </p:nvCxnSpPr>
        <p:spPr>
          <a:xfrm rot="-10129814">
            <a:off x="1089241" y="7013092"/>
            <a:ext cx="110164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7" name="Google Shape;207;p20"/>
          <p:cNvSpPr txBox="1"/>
          <p:nvPr/>
        </p:nvSpPr>
        <p:spPr>
          <a:xfrm rot="674298">
            <a:off x="1209879" y="6773787"/>
            <a:ext cx="920992" cy="178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8" name="Google Shape;208;p20"/>
          <p:cNvGrpSpPr/>
          <p:nvPr/>
        </p:nvGrpSpPr>
        <p:grpSpPr>
          <a:xfrm rot="-5380100">
            <a:off x="6525766" y="6844800"/>
            <a:ext cx="486956" cy="378955"/>
            <a:chOff x="6353075" y="4352282"/>
            <a:chExt cx="1174500" cy="648784"/>
          </a:xfrm>
        </p:grpSpPr>
        <p:cxnSp>
          <p:nvCxnSpPr>
            <p:cNvPr id="209" name="Google Shape;209;p20"/>
            <p:cNvCxnSpPr/>
            <p:nvPr/>
          </p:nvCxnSpPr>
          <p:spPr>
            <a:xfrm>
              <a:off x="6353075" y="4352282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10" name="Google Shape;210;p20"/>
            <p:cNvSpPr txBox="1"/>
            <p:nvPr/>
          </p:nvSpPr>
          <p:spPr>
            <a:xfrm rot="5413435">
              <a:off x="6730751" y="4597112"/>
              <a:ext cx="614105" cy="192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11" name="Google Shape;211;p20"/>
          <p:cNvCxnSpPr/>
          <p:nvPr/>
        </p:nvCxnSpPr>
        <p:spPr>
          <a:xfrm rot="18782">
            <a:off x="5747162" y="7364548"/>
            <a:ext cx="73090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2" name="Google Shape;212;p20"/>
          <p:cNvSpPr txBox="1"/>
          <p:nvPr/>
        </p:nvSpPr>
        <p:spPr>
          <a:xfrm rot="24601">
            <a:off x="5806657" y="7434979"/>
            <a:ext cx="611052" cy="194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3" name="Google Shape;213;p20"/>
          <p:cNvGrpSpPr/>
          <p:nvPr/>
        </p:nvGrpSpPr>
        <p:grpSpPr>
          <a:xfrm rot="8801341">
            <a:off x="5514530" y="6702945"/>
            <a:ext cx="920681" cy="267217"/>
            <a:chOff x="6353075" y="4549793"/>
            <a:chExt cx="1174500" cy="462949"/>
          </a:xfrm>
        </p:grpSpPr>
        <p:cxnSp>
          <p:nvCxnSpPr>
            <p:cNvPr id="214" name="Google Shape;214;p20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15" name="Google Shape;215;p20"/>
            <p:cNvSpPr txBox="1"/>
            <p:nvPr/>
          </p:nvSpPr>
          <p:spPr>
            <a:xfrm rot="-10792648">
              <a:off x="6448657" y="4672392"/>
              <a:ext cx="981902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25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6" name="Google Shape;216;p20"/>
          <p:cNvSpPr txBox="1"/>
          <p:nvPr/>
        </p:nvSpPr>
        <p:spPr>
          <a:xfrm>
            <a:off x="500677" y="2117128"/>
            <a:ext cx="354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2352431" y="2117128"/>
            <a:ext cx="354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4556893" y="2117128"/>
            <a:ext cx="354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 txBox="1"/>
          <p:nvPr/>
        </p:nvSpPr>
        <p:spPr>
          <a:xfrm>
            <a:off x="474750" y="360000"/>
            <a:ext cx="478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Length of a shorter side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68000" y="3070200"/>
            <a:ext cx="6624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Which of these are correct representations of Pythagoras’ theorem to find the length of side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Using Pythagoras’ theorem to find a shorter side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1281959" y="4537438"/>
            <a:ext cx="5406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/>
          <p:nvPr/>
        </p:nvSpPr>
        <p:spPr>
          <a:xfrm rot="-5400000">
            <a:off x="1056461" y="3666465"/>
            <a:ext cx="982800" cy="5280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/>
          <p:nvPr/>
        </p:nvSpPr>
        <p:spPr>
          <a:xfrm rot="-5400000">
            <a:off x="1657784" y="4269567"/>
            <a:ext cx="154200" cy="1542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/>
          <p:nvPr/>
        </p:nvSpPr>
        <p:spPr>
          <a:xfrm rot="-5400000">
            <a:off x="1056461" y="3666465"/>
            <a:ext cx="982800" cy="5280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0" name="Google Shape;230;p21"/>
          <p:cNvCxnSpPr/>
          <p:nvPr/>
        </p:nvCxnSpPr>
        <p:spPr>
          <a:xfrm rot="-5400000">
            <a:off x="1377155" y="3931402"/>
            <a:ext cx="984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1" name="Google Shape;231;p21"/>
          <p:cNvSpPr txBox="1"/>
          <p:nvPr/>
        </p:nvSpPr>
        <p:spPr>
          <a:xfrm>
            <a:off x="1884968" y="3844158"/>
            <a:ext cx="3456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2" name="Google Shape;232;p21"/>
          <p:cNvCxnSpPr/>
          <p:nvPr/>
        </p:nvCxnSpPr>
        <p:spPr>
          <a:xfrm rot="7075415">
            <a:off x="911456" y="3914126"/>
            <a:ext cx="115440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3" name="Google Shape;233;p21"/>
          <p:cNvSpPr txBox="1"/>
          <p:nvPr/>
        </p:nvSpPr>
        <p:spPr>
          <a:xfrm rot="-3724933">
            <a:off x="1005418" y="3797485"/>
            <a:ext cx="784273" cy="136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4" name="Google Shape;234;p21"/>
          <p:cNvCxnSpPr/>
          <p:nvPr/>
        </p:nvCxnSpPr>
        <p:spPr>
          <a:xfrm>
            <a:off x="1283870" y="4486814"/>
            <a:ext cx="538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5" name="Google Shape;235;p21"/>
          <p:cNvSpPr/>
          <p:nvPr/>
        </p:nvSpPr>
        <p:spPr>
          <a:xfrm>
            <a:off x="2422350" y="3492025"/>
            <a:ext cx="239700" cy="24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2422350" y="3492043"/>
            <a:ext cx="1362000" cy="247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i="1"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² = 21² + 9²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3933957" y="3492043"/>
            <a:ext cx="1362000" cy="247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i="1"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² = 21² </a:t>
            </a: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 9²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3933957" y="3492025"/>
            <a:ext cx="239700" cy="24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3933957" y="3909275"/>
            <a:ext cx="1362000" cy="247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21² = </a:t>
            </a:r>
            <a:r>
              <a:rPr i="1"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² + 9²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2422350" y="3909275"/>
            <a:ext cx="1362000" cy="247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21²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 = 9² + </a:t>
            </a:r>
            <a:r>
              <a:rPr i="1"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²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2422350" y="3909256"/>
            <a:ext cx="239700" cy="24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1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3933957" y="3909256"/>
            <a:ext cx="239700" cy="24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1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3933957" y="4326506"/>
            <a:ext cx="1362000" cy="247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21² = </a:t>
            </a:r>
            <a:r>
              <a:rPr i="1"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² </a:t>
            </a: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9²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2422350" y="4326506"/>
            <a:ext cx="1362000" cy="247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21²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 = 9² </a:t>
            </a: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²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2422350" y="4326488"/>
            <a:ext cx="239700" cy="24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1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3933957" y="4326488"/>
            <a:ext cx="239700" cy="24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1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468000" y="1038200"/>
            <a:ext cx="6624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Fill in all the blanks to complete the method to calculate the length of side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rounded to 1 decimal place.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248" name="Google Shape;248;p21" title="the square root of"/>
          <p:cNvPicPr preferRelativeResize="0"/>
          <p:nvPr/>
        </p:nvPicPr>
        <p:blipFill rotWithShape="1">
          <a:blip r:embed="rId3">
            <a:alphaModFix/>
          </a:blip>
          <a:srcRect b="0" l="0" r="58411" t="0"/>
          <a:stretch/>
        </p:blipFill>
        <p:spPr>
          <a:xfrm>
            <a:off x="3740329" y="2764286"/>
            <a:ext cx="266516" cy="12498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1"/>
          <p:cNvSpPr/>
          <p:nvPr/>
        </p:nvSpPr>
        <p:spPr>
          <a:xfrm>
            <a:off x="3419884" y="1581341"/>
            <a:ext cx="15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3699363" y="1581341"/>
            <a:ext cx="2466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2369625" y="1581341"/>
            <a:ext cx="2466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2744470" y="1581341"/>
            <a:ext cx="15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+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3034494" y="1581341"/>
            <a:ext cx="2466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 flipH="1">
            <a:off x="2616136" y="1494569"/>
            <a:ext cx="990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 flipH="1">
            <a:off x="3282260" y="1494569"/>
            <a:ext cx="990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 flipH="1">
            <a:off x="3948377" y="1494569"/>
            <a:ext cx="990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3419884" y="1870179"/>
            <a:ext cx="15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3699363" y="1870179"/>
            <a:ext cx="2466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2369625" y="1870179"/>
            <a:ext cx="2466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2744470" y="1870179"/>
            <a:ext cx="15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+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3034494" y="1870179"/>
            <a:ext cx="2466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3419884" y="2159016"/>
            <a:ext cx="15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/>
          <p:nvPr/>
        </p:nvSpPr>
        <p:spPr>
          <a:xfrm flipH="1">
            <a:off x="4036331" y="2159016"/>
            <a:ext cx="15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/>
          <p:nvPr/>
        </p:nvSpPr>
        <p:spPr>
          <a:xfrm flipH="1">
            <a:off x="4315776" y="2159016"/>
            <a:ext cx="2466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3699377" y="2447850"/>
            <a:ext cx="3891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3414646" y="2447904"/>
            <a:ext cx="15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3700020" y="2736778"/>
            <a:ext cx="3942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3419884" y="2736777"/>
            <a:ext cx="15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4395494" y="2736754"/>
            <a:ext cx="3174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4115699" y="2736752"/>
            <a:ext cx="15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3699363" y="2159018"/>
            <a:ext cx="2466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3034494" y="2447854"/>
            <a:ext cx="2466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3034494" y="2159018"/>
            <a:ext cx="2466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3034494" y="2736693"/>
            <a:ext cx="2466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3627050" y="2414425"/>
            <a:ext cx="487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459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5581925" y="2737300"/>
            <a:ext cx="487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7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/>
          <p:nvPr/>
        </p:nvSpPr>
        <p:spPr>
          <a:xfrm rot="-5400000">
            <a:off x="5073670" y="1855950"/>
            <a:ext cx="1447500" cy="2943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/>
          <p:nvPr/>
        </p:nvSpPr>
        <p:spPr>
          <a:xfrm rot="-5400000">
            <a:off x="5827510" y="2609550"/>
            <a:ext cx="117300" cy="1173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9" name="Google Shape;279;p21"/>
          <p:cNvCxnSpPr/>
          <p:nvPr/>
        </p:nvCxnSpPr>
        <p:spPr>
          <a:xfrm rot="-5400000">
            <a:off x="5281339" y="2004456"/>
            <a:ext cx="1450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0" name="Google Shape;280;p21"/>
          <p:cNvSpPr txBox="1"/>
          <p:nvPr/>
        </p:nvSpPr>
        <p:spPr>
          <a:xfrm>
            <a:off x="6057259" y="1970607"/>
            <a:ext cx="3363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1" name="Google Shape;281;p21"/>
          <p:cNvCxnSpPr/>
          <p:nvPr/>
        </p:nvCxnSpPr>
        <p:spPr>
          <a:xfrm rot="6080840">
            <a:off x="4973437" y="1979075"/>
            <a:ext cx="153235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2" name="Google Shape;282;p21"/>
          <p:cNvSpPr txBox="1"/>
          <p:nvPr/>
        </p:nvSpPr>
        <p:spPr>
          <a:xfrm rot="-7952">
            <a:off x="5349125" y="1970456"/>
            <a:ext cx="389101" cy="1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3" name="Google Shape;283;p21"/>
          <p:cNvCxnSpPr/>
          <p:nvPr/>
        </p:nvCxnSpPr>
        <p:spPr>
          <a:xfrm>
            <a:off x="5650275" y="2797381"/>
            <a:ext cx="30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4" name="Google Shape;284;p21"/>
          <p:cNvSpPr/>
          <p:nvPr/>
        </p:nvSpPr>
        <p:spPr>
          <a:xfrm rot="-5400000">
            <a:off x="5073670" y="1855950"/>
            <a:ext cx="1447500" cy="2943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68000" y="4834300"/>
            <a:ext cx="4094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Using Pythagoras’ theorem, show fully that the value of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is 58.52 cm when rounded to 2 decimal places.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 rot="3692541">
            <a:off x="4637741" y="5335707"/>
            <a:ext cx="727163" cy="182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/>
          <p:nvPr/>
        </p:nvSpPr>
        <p:spPr>
          <a:xfrm rot="-1708696">
            <a:off x="5152702" y="4723683"/>
            <a:ext cx="944371" cy="709852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/>
          <p:nvPr/>
        </p:nvSpPr>
        <p:spPr>
          <a:xfrm rot="-1704760">
            <a:off x="5315484" y="5372618"/>
            <a:ext cx="208062" cy="207128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9" name="Google Shape;289;p21"/>
          <p:cNvCxnSpPr/>
          <p:nvPr/>
        </p:nvCxnSpPr>
        <p:spPr>
          <a:xfrm rot="-1708014">
            <a:off x="5357185" y="5459361"/>
            <a:ext cx="945975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0" name="Google Shape;290;p21"/>
          <p:cNvSpPr txBox="1"/>
          <p:nvPr/>
        </p:nvSpPr>
        <p:spPr>
          <a:xfrm rot="-1708121">
            <a:off x="5657512" y="5481094"/>
            <a:ext cx="464464" cy="182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1" name="Google Shape;291;p21"/>
          <p:cNvCxnSpPr/>
          <p:nvPr/>
        </p:nvCxnSpPr>
        <p:spPr>
          <a:xfrm rot="-10313270">
            <a:off x="4990531" y="5001200"/>
            <a:ext cx="1220311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2" name="Google Shape;292;p21"/>
          <p:cNvSpPr txBox="1"/>
          <p:nvPr/>
        </p:nvSpPr>
        <p:spPr>
          <a:xfrm rot="484404">
            <a:off x="5329801" y="4805920"/>
            <a:ext cx="600249" cy="1837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3" name="Google Shape;293;p21"/>
          <p:cNvCxnSpPr/>
          <p:nvPr/>
        </p:nvCxnSpPr>
        <p:spPr>
          <a:xfrm rot="3691335">
            <a:off x="4780263" y="5351699"/>
            <a:ext cx="72354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4" name="Google Shape;294;p21"/>
          <p:cNvSpPr/>
          <p:nvPr/>
        </p:nvSpPr>
        <p:spPr>
          <a:xfrm rot="-1708696">
            <a:off x="5153920" y="4725931"/>
            <a:ext cx="944371" cy="709852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468000" y="6011950"/>
            <a:ext cx="5925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Show that the perimeter of this triangle is 84 cm.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 rot="2428">
            <a:off x="3985780" y="6691941"/>
            <a:ext cx="4248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/>
          <p:nvPr/>
        </p:nvSpPr>
        <p:spPr>
          <a:xfrm rot="-3194473">
            <a:off x="4245655" y="6113644"/>
            <a:ext cx="990062" cy="29322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/>
          <p:nvPr/>
        </p:nvSpPr>
        <p:spPr>
          <a:xfrm rot="-3195792">
            <a:off x="4467881" y="6560027"/>
            <a:ext cx="154980" cy="15582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9" name="Google Shape;299;p21"/>
          <p:cNvCxnSpPr/>
          <p:nvPr/>
        </p:nvCxnSpPr>
        <p:spPr>
          <a:xfrm rot="8583373">
            <a:off x="4171363" y="6214388"/>
            <a:ext cx="107016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0" name="Google Shape;300;p21"/>
          <p:cNvSpPr txBox="1"/>
          <p:nvPr/>
        </p:nvSpPr>
        <p:spPr>
          <a:xfrm rot="-2221053">
            <a:off x="4277903" y="6162662"/>
            <a:ext cx="675182" cy="15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37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1" name="Google Shape;301;p21"/>
          <p:cNvCxnSpPr/>
          <p:nvPr/>
        </p:nvCxnSpPr>
        <p:spPr>
          <a:xfrm rot="2205291">
            <a:off x="4258152" y="6710906"/>
            <a:ext cx="29880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2" name="Google Shape;302;p21"/>
          <p:cNvSpPr/>
          <p:nvPr/>
        </p:nvSpPr>
        <p:spPr>
          <a:xfrm rot="-3194473">
            <a:off x="4245655" y="6113644"/>
            <a:ext cx="990062" cy="293220"/>
          </a:xfrm>
          <a:prstGeom prst="rtTriangl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 flipH="1">
            <a:off x="467900" y="6971800"/>
            <a:ext cx="637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5) Match each triangle to a calculation and answer to find the length of its missing side.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994357" y="8225439"/>
            <a:ext cx="94200" cy="933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994360" y="7674434"/>
            <a:ext cx="982200" cy="639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6" name="Google Shape;306;p21"/>
          <p:cNvCxnSpPr/>
          <p:nvPr/>
        </p:nvCxnSpPr>
        <p:spPr>
          <a:xfrm rot="10798957">
            <a:off x="995500" y="8410897"/>
            <a:ext cx="988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7" name="Google Shape;307;p21"/>
          <p:cNvSpPr txBox="1"/>
          <p:nvPr/>
        </p:nvSpPr>
        <p:spPr>
          <a:xfrm flipH="1">
            <a:off x="1157467" y="8404681"/>
            <a:ext cx="6717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8" name="Google Shape;308;p21"/>
          <p:cNvCxnSpPr/>
          <p:nvPr/>
        </p:nvCxnSpPr>
        <p:spPr>
          <a:xfrm rot="-5456518">
            <a:off x="588080" y="8009065"/>
            <a:ext cx="711696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9" name="Google Shape;309;p21"/>
          <p:cNvSpPr txBox="1"/>
          <p:nvPr/>
        </p:nvSpPr>
        <p:spPr>
          <a:xfrm flipH="1" rot="90985">
            <a:off x="470871" y="7957179"/>
            <a:ext cx="453459" cy="97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0" name="Google Shape;310;p21"/>
          <p:cNvCxnSpPr/>
          <p:nvPr/>
        </p:nvCxnSpPr>
        <p:spPr>
          <a:xfrm rot="1998064">
            <a:off x="900017" y="7869952"/>
            <a:ext cx="1201009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1" name="Google Shape;311;p21"/>
          <p:cNvSpPr txBox="1"/>
          <p:nvPr/>
        </p:nvSpPr>
        <p:spPr>
          <a:xfrm flipH="1" rot="1986562">
            <a:off x="1087586" y="7661877"/>
            <a:ext cx="952330" cy="217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 flipH="1">
            <a:off x="520706" y="7540258"/>
            <a:ext cx="2613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/>
          <p:nvPr/>
        </p:nvSpPr>
        <p:spPr>
          <a:xfrm rot="7199198">
            <a:off x="3531587" y="7696221"/>
            <a:ext cx="114646" cy="114387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/>
          <p:nvPr/>
        </p:nvSpPr>
        <p:spPr>
          <a:xfrm rot="7199287">
            <a:off x="3055193" y="7974841"/>
            <a:ext cx="972950" cy="493936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5" name="Google Shape;315;p21"/>
          <p:cNvCxnSpPr/>
          <p:nvPr/>
        </p:nvCxnSpPr>
        <p:spPr>
          <a:xfrm rot="-3601067">
            <a:off x="2771481" y="8064470"/>
            <a:ext cx="979126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6" name="Google Shape;316;p21"/>
          <p:cNvSpPr txBox="1"/>
          <p:nvPr/>
        </p:nvSpPr>
        <p:spPr>
          <a:xfrm flipH="1" rot="-3599345">
            <a:off x="2812469" y="7886443"/>
            <a:ext cx="665181" cy="2307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7" name="Google Shape;317;p21"/>
          <p:cNvCxnSpPr/>
          <p:nvPr/>
        </p:nvCxnSpPr>
        <p:spPr>
          <a:xfrm rot="1727414">
            <a:off x="3543684" y="7733063"/>
            <a:ext cx="54941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8" name="Google Shape;318;p21"/>
          <p:cNvCxnSpPr/>
          <p:nvPr/>
        </p:nvCxnSpPr>
        <p:spPr>
          <a:xfrm rot="8827008">
            <a:off x="3059050" y="8282505"/>
            <a:ext cx="111672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9" name="Google Shape;319;p21"/>
          <p:cNvSpPr txBox="1"/>
          <p:nvPr/>
        </p:nvSpPr>
        <p:spPr>
          <a:xfrm flipH="1" rot="1751083">
            <a:off x="3633865" y="7613260"/>
            <a:ext cx="449114" cy="75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 flipH="1" rot="-1972354">
            <a:off x="3245067" y="8262465"/>
            <a:ext cx="857265" cy="1960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 flipH="1">
            <a:off x="3047040" y="7550842"/>
            <a:ext cx="2352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2" name="Google Shape;322;p21"/>
          <p:cNvGrpSpPr/>
          <p:nvPr/>
        </p:nvGrpSpPr>
        <p:grpSpPr>
          <a:xfrm rot="9900465">
            <a:off x="4565174" y="7517051"/>
            <a:ext cx="1997890" cy="764686"/>
            <a:chOff x="6025245" y="1737804"/>
            <a:chExt cx="2863329" cy="1096082"/>
          </a:xfrm>
        </p:grpSpPr>
        <p:sp>
          <p:nvSpPr>
            <p:cNvPr id="323" name="Google Shape;323;p21"/>
            <p:cNvSpPr/>
            <p:nvPr/>
          </p:nvSpPr>
          <p:spPr>
            <a:xfrm flipH="1">
              <a:off x="7887896" y="2238110"/>
              <a:ext cx="176400" cy="176400"/>
            </a:xfrm>
            <a:prstGeom prst="rect">
              <a:avLst/>
            </a:prstGeom>
            <a:noFill/>
            <a:ln cap="flat" cmpd="sng" w="1905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4" name="Google Shape;324;p21"/>
            <p:cNvSpPr/>
            <p:nvPr/>
          </p:nvSpPr>
          <p:spPr>
            <a:xfrm flipH="1">
              <a:off x="6040490" y="1759204"/>
              <a:ext cx="2023800" cy="6510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25" name="Google Shape;325;p21"/>
            <p:cNvCxnSpPr/>
            <p:nvPr/>
          </p:nvCxnSpPr>
          <p:spPr>
            <a:xfrm rot="506">
              <a:off x="6025245" y="2508218"/>
              <a:ext cx="2036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26" name="Google Shape;326;p21"/>
            <p:cNvSpPr txBox="1"/>
            <p:nvPr/>
          </p:nvSpPr>
          <p:spPr>
            <a:xfrm rot="10800000">
              <a:off x="6344253" y="2529686"/>
              <a:ext cx="1383900" cy="3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27" name="Google Shape;327;p21"/>
            <p:cNvCxnSpPr/>
            <p:nvPr/>
          </p:nvCxnSpPr>
          <p:spPr>
            <a:xfrm rot="-5284597">
              <a:off x="7806294" y="2099604"/>
              <a:ext cx="72400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28" name="Google Shape;328;p21"/>
            <p:cNvSpPr txBox="1"/>
            <p:nvPr/>
          </p:nvSpPr>
          <p:spPr>
            <a:xfrm rot="10755909">
              <a:off x="8208596" y="2048497"/>
              <a:ext cx="678356" cy="99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i="1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29" name="Google Shape;329;p21"/>
          <p:cNvSpPr txBox="1"/>
          <p:nvPr/>
        </p:nvSpPr>
        <p:spPr>
          <a:xfrm flipH="1">
            <a:off x="4832205" y="7457638"/>
            <a:ext cx="2784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0" name="Google Shape;330;p21"/>
          <p:cNvCxnSpPr/>
          <p:nvPr/>
        </p:nvCxnSpPr>
        <p:spPr>
          <a:xfrm rot="8839376">
            <a:off x="5155812" y="8034047"/>
            <a:ext cx="150626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1" name="Google Shape;331;p21"/>
          <p:cNvSpPr txBox="1"/>
          <p:nvPr/>
        </p:nvSpPr>
        <p:spPr>
          <a:xfrm flipH="1" rot="-1971298">
            <a:off x="5393043" y="8020792"/>
            <a:ext cx="1194503" cy="272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 flipH="1">
            <a:off x="857300" y="9380652"/>
            <a:ext cx="19824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length of missing side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3" name="Google Shape;333;p21"/>
          <p:cNvGrpSpPr/>
          <p:nvPr/>
        </p:nvGrpSpPr>
        <p:grpSpPr>
          <a:xfrm>
            <a:off x="863319" y="8745228"/>
            <a:ext cx="5590393" cy="501622"/>
            <a:chOff x="342150" y="2859350"/>
            <a:chExt cx="8478000" cy="760725"/>
          </a:xfrm>
        </p:grpSpPr>
        <p:cxnSp>
          <p:nvCxnSpPr>
            <p:cNvPr id="334" name="Google Shape;334;p21"/>
            <p:cNvCxnSpPr/>
            <p:nvPr/>
          </p:nvCxnSpPr>
          <p:spPr>
            <a:xfrm>
              <a:off x="342150" y="2859350"/>
              <a:ext cx="84780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5" name="Google Shape;335;p21"/>
            <p:cNvCxnSpPr/>
            <p:nvPr/>
          </p:nvCxnSpPr>
          <p:spPr>
            <a:xfrm>
              <a:off x="342150" y="3620075"/>
              <a:ext cx="84780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6" name="Google Shape;336;p21"/>
          <p:cNvSpPr txBox="1"/>
          <p:nvPr/>
        </p:nvSpPr>
        <p:spPr>
          <a:xfrm flipH="1">
            <a:off x="857458" y="8895793"/>
            <a:ext cx="9888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calculation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7" name="Google Shape;337;p21"/>
          <p:cNvGrpSpPr/>
          <p:nvPr/>
        </p:nvGrpSpPr>
        <p:grpSpPr>
          <a:xfrm>
            <a:off x="1917024" y="8883685"/>
            <a:ext cx="1022927" cy="224732"/>
            <a:chOff x="1930975" y="3468738"/>
            <a:chExt cx="1551300" cy="340813"/>
          </a:xfrm>
        </p:grpSpPr>
        <p:sp>
          <p:nvSpPr>
            <p:cNvPr id="338" name="Google Shape;338;p21"/>
            <p:cNvSpPr/>
            <p:nvPr/>
          </p:nvSpPr>
          <p:spPr>
            <a:xfrm>
              <a:off x="1930975" y="3468750"/>
              <a:ext cx="15513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34² − 31²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9" name="Google Shape;339;p21"/>
            <p:cNvSpPr/>
            <p:nvPr/>
          </p:nvSpPr>
          <p:spPr>
            <a:xfrm>
              <a:off x="1930975" y="3468738"/>
              <a:ext cx="340800" cy="340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0" name="Google Shape;340;p21"/>
          <p:cNvGrpSpPr/>
          <p:nvPr/>
        </p:nvGrpSpPr>
        <p:grpSpPr>
          <a:xfrm>
            <a:off x="2962288" y="9368657"/>
            <a:ext cx="1008882" cy="224732"/>
            <a:chOff x="3516150" y="4204213"/>
            <a:chExt cx="1530000" cy="340813"/>
          </a:xfrm>
        </p:grpSpPr>
        <p:sp>
          <p:nvSpPr>
            <p:cNvPr id="341" name="Google Shape;341;p21"/>
            <p:cNvSpPr/>
            <p:nvPr/>
          </p:nvSpPr>
          <p:spPr>
            <a:xfrm>
              <a:off x="3516150" y="4204225"/>
              <a:ext cx="15300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13.96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2" name="Google Shape;342;p21"/>
            <p:cNvSpPr/>
            <p:nvPr/>
          </p:nvSpPr>
          <p:spPr>
            <a:xfrm>
              <a:off x="3516150" y="4204213"/>
              <a:ext cx="340800" cy="340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3" name="Google Shape;343;p21"/>
          <p:cNvGrpSpPr/>
          <p:nvPr/>
        </p:nvGrpSpPr>
        <p:grpSpPr>
          <a:xfrm>
            <a:off x="3186592" y="8883685"/>
            <a:ext cx="959236" cy="224732"/>
            <a:chOff x="3800117" y="3468738"/>
            <a:chExt cx="1454710" cy="340813"/>
          </a:xfrm>
        </p:grpSpPr>
        <p:sp>
          <p:nvSpPr>
            <p:cNvPr id="344" name="Google Shape;344;p21"/>
            <p:cNvSpPr/>
            <p:nvPr/>
          </p:nvSpPr>
          <p:spPr>
            <a:xfrm>
              <a:off x="3800126" y="3468750"/>
              <a:ext cx="14547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169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2²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5" name="Google Shape;345;p21"/>
            <p:cNvSpPr/>
            <p:nvPr/>
          </p:nvSpPr>
          <p:spPr>
            <a:xfrm>
              <a:off x="3800117" y="3468738"/>
              <a:ext cx="340800" cy="340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21"/>
          <p:cNvGrpSpPr/>
          <p:nvPr/>
        </p:nvGrpSpPr>
        <p:grpSpPr>
          <a:xfrm>
            <a:off x="4392468" y="8883685"/>
            <a:ext cx="662895" cy="224732"/>
            <a:chOff x="5639550" y="3468738"/>
            <a:chExt cx="1005300" cy="340813"/>
          </a:xfrm>
        </p:grpSpPr>
        <p:sp>
          <p:nvSpPr>
            <p:cNvPr id="347" name="Google Shape;347;p21"/>
            <p:cNvSpPr/>
            <p:nvPr/>
          </p:nvSpPr>
          <p:spPr>
            <a:xfrm>
              <a:off x="5639550" y="3468750"/>
              <a:ext cx="10053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165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8" name="Google Shape;348;p21"/>
            <p:cNvSpPr/>
            <p:nvPr/>
          </p:nvSpPr>
          <p:spPr>
            <a:xfrm>
              <a:off x="5639558" y="3468738"/>
              <a:ext cx="340800" cy="340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9" name="Google Shape;349;p21"/>
          <p:cNvGrpSpPr/>
          <p:nvPr/>
        </p:nvGrpSpPr>
        <p:grpSpPr>
          <a:xfrm>
            <a:off x="5302000" y="8883685"/>
            <a:ext cx="1168523" cy="224739"/>
            <a:chOff x="7064393" y="3468738"/>
            <a:chExt cx="1772100" cy="340823"/>
          </a:xfrm>
        </p:grpSpPr>
        <p:sp>
          <p:nvSpPr>
            <p:cNvPr id="350" name="Google Shape;350;p21"/>
            <p:cNvSpPr/>
            <p:nvPr/>
          </p:nvSpPr>
          <p:spPr>
            <a:xfrm>
              <a:off x="7064393" y="3468761"/>
              <a:ext cx="17721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324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144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1" name="Google Shape;351;p21"/>
            <p:cNvSpPr/>
            <p:nvPr/>
          </p:nvSpPr>
          <p:spPr>
            <a:xfrm>
              <a:off x="7064400" y="3468738"/>
              <a:ext cx="340800" cy="340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2" name="Google Shape;352;p21"/>
          <p:cNvGrpSpPr/>
          <p:nvPr/>
        </p:nvGrpSpPr>
        <p:grpSpPr>
          <a:xfrm>
            <a:off x="4042781" y="9368657"/>
            <a:ext cx="1008882" cy="224732"/>
            <a:chOff x="5154750" y="4204213"/>
            <a:chExt cx="1530000" cy="340813"/>
          </a:xfrm>
        </p:grpSpPr>
        <p:sp>
          <p:nvSpPr>
            <p:cNvPr id="353" name="Google Shape;353;p21"/>
            <p:cNvSpPr/>
            <p:nvPr/>
          </p:nvSpPr>
          <p:spPr>
            <a:xfrm>
              <a:off x="5154750" y="4204225"/>
              <a:ext cx="15300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13.42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4" name="Google Shape;354;p21"/>
            <p:cNvSpPr/>
            <p:nvPr/>
          </p:nvSpPr>
          <p:spPr>
            <a:xfrm>
              <a:off x="5154750" y="4204213"/>
              <a:ext cx="340800" cy="340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5" name="Google Shape;355;p21"/>
          <p:cNvGrpSpPr/>
          <p:nvPr/>
        </p:nvGrpSpPr>
        <p:grpSpPr>
          <a:xfrm>
            <a:off x="5123274" y="9368657"/>
            <a:ext cx="1008882" cy="224732"/>
            <a:chOff x="6793350" y="4204213"/>
            <a:chExt cx="1530000" cy="340813"/>
          </a:xfrm>
        </p:grpSpPr>
        <p:sp>
          <p:nvSpPr>
            <p:cNvPr id="356" name="Google Shape;356;p21"/>
            <p:cNvSpPr/>
            <p:nvPr/>
          </p:nvSpPr>
          <p:spPr>
            <a:xfrm>
              <a:off x="6793350" y="4204225"/>
              <a:ext cx="15300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12.84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7" name="Google Shape;357;p21"/>
            <p:cNvSpPr/>
            <p:nvPr/>
          </p:nvSpPr>
          <p:spPr>
            <a:xfrm>
              <a:off x="6793350" y="4204213"/>
              <a:ext cx="340800" cy="340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j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58" name="Google Shape;358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59" name="Google Shape;359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