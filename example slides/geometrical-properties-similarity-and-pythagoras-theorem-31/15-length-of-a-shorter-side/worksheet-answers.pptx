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333d1d54f_0_9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333d1d54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39562" l="77597" r="9689" t="31631"/>
          <a:stretch/>
        </p:blipFill>
        <p:spPr>
          <a:xfrm rot="10800000">
            <a:off x="6232454" y="6655225"/>
            <a:ext cx="512304" cy="57778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/>
          <p:nvPr/>
        </p:nvSpPr>
        <p:spPr>
          <a:xfrm rot="-2061842">
            <a:off x="5209376" y="6140378"/>
            <a:ext cx="870052" cy="874319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 of a shorter side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>
            <a:off x="474757" y="89779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68248" t="0"/>
          <a:stretch/>
        </p:blipFill>
        <p:spPr>
          <a:xfrm>
            <a:off x="497325" y="1957599"/>
            <a:ext cx="1848267" cy="214780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471914" y="1800200"/>
            <a:ext cx="6142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Find the area of each unlabelled square.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" name="Google Shape;179;p20"/>
          <p:cNvGrpSpPr/>
          <p:nvPr/>
        </p:nvGrpSpPr>
        <p:grpSpPr>
          <a:xfrm rot="19149">
            <a:off x="1020350" y="4108205"/>
            <a:ext cx="801256" cy="219907"/>
            <a:chOff x="6353075" y="4511901"/>
            <a:chExt cx="1174500" cy="341100"/>
          </a:xfrm>
        </p:grpSpPr>
        <p:cxnSp>
          <p:nvCxnSpPr>
            <p:cNvPr id="180" name="Google Shape;180;p2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1" name="Google Shape;181;p20"/>
            <p:cNvSpPr txBox="1"/>
            <p:nvPr/>
          </p:nvSpPr>
          <p:spPr>
            <a:xfrm rot="6302">
              <a:off x="6449642" y="4512801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20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2" name="Google Shape;182;p20"/>
          <p:cNvSpPr txBox="1"/>
          <p:nvPr/>
        </p:nvSpPr>
        <p:spPr>
          <a:xfrm>
            <a:off x="1220351" y="2590901"/>
            <a:ext cx="8982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570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" name="Google Shape;183;p20"/>
          <p:cNvGrpSpPr/>
          <p:nvPr/>
        </p:nvGrpSpPr>
        <p:grpSpPr>
          <a:xfrm flipH="1" rot="-3600187">
            <a:off x="2360872" y="2614664"/>
            <a:ext cx="2121392" cy="1606391"/>
            <a:chOff x="3503700" y="1090625"/>
            <a:chExt cx="3256358" cy="2465826"/>
          </a:xfrm>
        </p:grpSpPr>
        <p:grpSp>
          <p:nvGrpSpPr>
            <p:cNvPr id="184" name="Google Shape;184;p20"/>
            <p:cNvGrpSpPr/>
            <p:nvPr/>
          </p:nvGrpSpPr>
          <p:grpSpPr>
            <a:xfrm>
              <a:off x="3503700" y="1090625"/>
              <a:ext cx="3133074" cy="2465826"/>
              <a:chOff x="3503700" y="1928825"/>
              <a:chExt cx="3133074" cy="2465826"/>
            </a:xfrm>
          </p:grpSpPr>
          <p:sp>
            <p:nvSpPr>
              <p:cNvPr id="185" name="Google Shape;185;p20"/>
              <p:cNvSpPr/>
              <p:nvPr/>
            </p:nvSpPr>
            <p:spPr>
              <a:xfrm>
                <a:off x="4837772" y="3559353"/>
                <a:ext cx="226500" cy="226500"/>
              </a:xfrm>
              <a:prstGeom prst="rect">
                <a:avLst/>
              </a:prstGeom>
              <a:noFill/>
              <a:ln cap="flat" cmpd="sng" w="19050">
                <a:solidFill>
                  <a:srgbClr val="D02A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186" name="Google Shape;186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32819" r="31734" t="24391"/>
              <a:stretch/>
            </p:blipFill>
            <p:spPr>
              <a:xfrm>
                <a:off x="3503700" y="1928825"/>
                <a:ext cx="3133074" cy="24658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7" name="Google Shape;187;p20"/>
            <p:cNvGrpSpPr/>
            <p:nvPr/>
          </p:nvGrpSpPr>
          <p:grpSpPr>
            <a:xfrm rot="-1318109">
              <a:off x="5401093" y="2782193"/>
              <a:ext cx="1346245" cy="324712"/>
              <a:chOff x="6353075" y="4549793"/>
              <a:chExt cx="1174500" cy="462778"/>
            </a:xfrm>
          </p:grpSpPr>
          <p:cxnSp>
            <p:nvCxnSpPr>
              <p:cNvPr id="188" name="Google Shape;188;p20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89" name="Google Shape;189;p20"/>
              <p:cNvSpPr txBox="1"/>
              <p:nvPr/>
            </p:nvSpPr>
            <p:spPr>
              <a:xfrm rot="6302">
                <a:off x="6448683" y="4672371"/>
                <a:ext cx="981902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12 cm</a:t>
                </a: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90" name="Google Shape;190;p20"/>
          <p:cNvSpPr txBox="1"/>
          <p:nvPr/>
        </p:nvSpPr>
        <p:spPr>
          <a:xfrm>
            <a:off x="4081184" y="3081121"/>
            <a:ext cx="8814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 flipH="1" rot="10800000">
            <a:off x="3945470" y="3288990"/>
            <a:ext cx="295800" cy="415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2" name="Google Shape;192;p20"/>
          <p:cNvGrpSpPr/>
          <p:nvPr/>
        </p:nvGrpSpPr>
        <p:grpSpPr>
          <a:xfrm rot="8100000">
            <a:off x="4916425" y="2291886"/>
            <a:ext cx="1794715" cy="2049602"/>
            <a:chOff x="6158425" y="698754"/>
            <a:chExt cx="2652153" cy="3028814"/>
          </a:xfrm>
        </p:grpSpPr>
        <p:grpSp>
          <p:nvGrpSpPr>
            <p:cNvPr id="193" name="Google Shape;193;p20"/>
            <p:cNvGrpSpPr/>
            <p:nvPr/>
          </p:nvGrpSpPr>
          <p:grpSpPr>
            <a:xfrm>
              <a:off x="6158425" y="965100"/>
              <a:ext cx="2435974" cy="2389800"/>
              <a:chOff x="6794450" y="2004850"/>
              <a:chExt cx="2435974" cy="2389800"/>
            </a:xfrm>
          </p:grpSpPr>
          <p:sp>
            <p:nvSpPr>
              <p:cNvPr id="194" name="Google Shape;194;p20"/>
              <p:cNvSpPr/>
              <p:nvPr/>
            </p:nvSpPr>
            <p:spPr>
              <a:xfrm>
                <a:off x="7633799" y="3341901"/>
                <a:ext cx="226500" cy="226500"/>
              </a:xfrm>
              <a:prstGeom prst="rect">
                <a:avLst/>
              </a:prstGeom>
              <a:noFill/>
              <a:ln cap="flat" cmpd="sng" w="19050">
                <a:solidFill>
                  <a:srgbClr val="D02A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195" name="Google Shape;195;p20"/>
              <p:cNvPicPr preferRelativeResize="0"/>
              <p:nvPr/>
            </p:nvPicPr>
            <p:blipFill rotWithShape="1">
              <a:blip r:embed="rId4">
                <a:alphaModFix/>
              </a:blip>
              <a:srcRect b="12530" l="72440" r="0" t="14193"/>
              <a:stretch/>
            </p:blipFill>
            <p:spPr>
              <a:xfrm>
                <a:off x="6794450" y="2004850"/>
                <a:ext cx="2435974" cy="238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6" name="Google Shape;196;p20"/>
            <p:cNvGrpSpPr/>
            <p:nvPr/>
          </p:nvGrpSpPr>
          <p:grpSpPr>
            <a:xfrm rot="19456">
              <a:off x="6961346" y="3400528"/>
              <a:ext cx="809361" cy="324750"/>
              <a:chOff x="6353075" y="4549793"/>
              <a:chExt cx="1174500" cy="462870"/>
            </a:xfrm>
          </p:grpSpPr>
          <p:cxnSp>
            <p:nvCxnSpPr>
              <p:cNvPr id="197" name="Google Shape;197;p20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98" name="Google Shape;198;p20"/>
              <p:cNvSpPr txBox="1"/>
              <p:nvPr/>
            </p:nvSpPr>
            <p:spPr>
              <a:xfrm rot="-10793698">
                <a:off x="6448520" y="4672463"/>
                <a:ext cx="981902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20 cm</a:t>
                </a: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99" name="Google Shape;199;p20"/>
            <p:cNvGrpSpPr/>
            <p:nvPr/>
          </p:nvGrpSpPr>
          <p:grpSpPr>
            <a:xfrm rot="-8110492">
              <a:off x="7789781" y="1026280"/>
              <a:ext cx="1061297" cy="324643"/>
              <a:chOff x="6353075" y="4549793"/>
              <a:chExt cx="1174500" cy="462799"/>
            </a:xfrm>
          </p:grpSpPr>
          <p:cxnSp>
            <p:nvCxnSpPr>
              <p:cNvPr id="200" name="Google Shape;200;p20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201" name="Google Shape;201;p20"/>
              <p:cNvSpPr txBox="1"/>
              <p:nvPr/>
            </p:nvSpPr>
            <p:spPr>
              <a:xfrm rot="6302">
                <a:off x="6448862" y="4672392"/>
                <a:ext cx="981902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29 cm</a:t>
                </a: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02" name="Google Shape;202;p20"/>
          <p:cNvSpPr txBox="1"/>
          <p:nvPr/>
        </p:nvSpPr>
        <p:spPr>
          <a:xfrm>
            <a:off x="1091476" y="3638633"/>
            <a:ext cx="8013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400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565618" y="2873847"/>
            <a:ext cx="444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170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2435244" y="3502551"/>
            <a:ext cx="11859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144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3286929" y="2675955"/>
            <a:ext cx="8814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114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5109815" y="2783690"/>
            <a:ext cx="8814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832964" y="2730757"/>
            <a:ext cx="8814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441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494260" y="3502551"/>
            <a:ext cx="8013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841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1054946" y="3185959"/>
            <a:ext cx="101400" cy="1014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68000" y="14529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Squares from the sides of a triangle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137897" y="7074680"/>
            <a:ext cx="105900" cy="1074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 rot="8503531">
            <a:off x="3762630" y="6436827"/>
            <a:ext cx="90567" cy="90908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966222" y="7025351"/>
            <a:ext cx="96900" cy="981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75314" y="5076800"/>
            <a:ext cx="65958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drawing on any missing squares first and calculating their areas,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find the length of each side labelled with a letter.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68168" t="6759"/>
          <a:stretch/>
        </p:blipFill>
        <p:spPr>
          <a:xfrm>
            <a:off x="591444" y="5712772"/>
            <a:ext cx="1775675" cy="2588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 rotWithShape="1">
          <a:blip r:embed="rId3">
            <a:alphaModFix/>
          </a:blip>
          <a:srcRect b="9210" l="34959" r="24777" t="1279"/>
          <a:stretch/>
        </p:blipFill>
        <p:spPr>
          <a:xfrm rot="8565889">
            <a:off x="2633725" y="5747348"/>
            <a:ext cx="2096546" cy="2297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 rotWithShape="1">
          <a:blip r:embed="rId3">
            <a:alphaModFix/>
          </a:blip>
          <a:srcRect b="39562" l="77598" r="0" t="31631"/>
          <a:stretch/>
        </p:blipFill>
        <p:spPr>
          <a:xfrm rot="-5400000">
            <a:off x="5202325" y="6849084"/>
            <a:ext cx="1388013" cy="8649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p20"/>
          <p:cNvGrpSpPr/>
          <p:nvPr/>
        </p:nvGrpSpPr>
        <p:grpSpPr>
          <a:xfrm rot="19796">
            <a:off x="3172640" y="7031924"/>
            <a:ext cx="999399" cy="225975"/>
            <a:chOff x="6353075" y="4549793"/>
            <a:chExt cx="1174500" cy="462778"/>
          </a:xfrm>
        </p:grpSpPr>
        <p:cxnSp>
          <p:nvCxnSpPr>
            <p:cNvPr id="219" name="Google Shape;219;p2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0" name="Google Shape;220;p20"/>
            <p:cNvSpPr txBox="1"/>
            <p:nvPr/>
          </p:nvSpPr>
          <p:spPr>
            <a:xfrm rot="6302">
              <a:off x="6448683" y="4672371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30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1" name="Google Shape;221;p20"/>
          <p:cNvGrpSpPr/>
          <p:nvPr/>
        </p:nvGrpSpPr>
        <p:grpSpPr>
          <a:xfrm rot="8517109">
            <a:off x="2972639" y="6396062"/>
            <a:ext cx="811046" cy="224801"/>
            <a:chOff x="6353075" y="4549793"/>
            <a:chExt cx="1174500" cy="462628"/>
          </a:xfrm>
        </p:grpSpPr>
        <p:cxnSp>
          <p:nvCxnSpPr>
            <p:cNvPr id="222" name="Google Shape;222;p2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3" name="Google Shape;223;p20"/>
            <p:cNvSpPr txBox="1"/>
            <p:nvPr/>
          </p:nvSpPr>
          <p:spPr>
            <a:xfrm rot="-10793698">
              <a:off x="6448674" y="4672221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12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4" name="Google Shape;224;p20"/>
          <p:cNvSpPr txBox="1"/>
          <p:nvPr/>
        </p:nvSpPr>
        <p:spPr>
          <a:xfrm>
            <a:off x="3836988" y="6334038"/>
            <a:ext cx="8409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275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47000" y="6059515"/>
            <a:ext cx="71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29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" name="Google Shape;226;p20"/>
          <p:cNvCxnSpPr/>
          <p:nvPr/>
        </p:nvCxnSpPr>
        <p:spPr>
          <a:xfrm rot="10800000">
            <a:off x="781725" y="6352823"/>
            <a:ext cx="87000" cy="678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7" name="Google Shape;227;p20"/>
          <p:cNvGrpSpPr/>
          <p:nvPr/>
        </p:nvGrpSpPr>
        <p:grpSpPr>
          <a:xfrm rot="19893">
            <a:off x="969492" y="7216084"/>
            <a:ext cx="1075743" cy="181756"/>
            <a:chOff x="6353075" y="4549793"/>
            <a:chExt cx="1174500" cy="345740"/>
          </a:xfrm>
        </p:grpSpPr>
        <p:cxnSp>
          <p:nvCxnSpPr>
            <p:cNvPr id="228" name="Google Shape;228;p2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9" name="Google Shape;229;p20"/>
            <p:cNvSpPr txBox="1"/>
            <p:nvPr/>
          </p:nvSpPr>
          <p:spPr>
            <a:xfrm rot="5749">
              <a:off x="6582651" y="4555633"/>
              <a:ext cx="717601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0" name="Google Shape;230;p20"/>
          <p:cNvGrpSpPr/>
          <p:nvPr/>
        </p:nvGrpSpPr>
        <p:grpSpPr>
          <a:xfrm rot="-10111913">
            <a:off x="1012025" y="6684999"/>
            <a:ext cx="1076306" cy="243307"/>
            <a:chOff x="6353075" y="4549793"/>
            <a:chExt cx="1174500" cy="463025"/>
          </a:xfrm>
        </p:grpSpPr>
        <p:cxnSp>
          <p:nvCxnSpPr>
            <p:cNvPr id="231" name="Google Shape;231;p2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2" name="Google Shape;232;p20"/>
            <p:cNvSpPr txBox="1"/>
            <p:nvPr/>
          </p:nvSpPr>
          <p:spPr>
            <a:xfrm rot="-10792648">
              <a:off x="6448566" y="4672168"/>
              <a:ext cx="981902" cy="33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3" name="Google Shape;233;p20"/>
          <p:cNvGrpSpPr/>
          <p:nvPr/>
        </p:nvGrpSpPr>
        <p:grpSpPr>
          <a:xfrm rot="-5380980">
            <a:off x="6288651" y="6762681"/>
            <a:ext cx="488247" cy="369807"/>
            <a:chOff x="6353075" y="4352282"/>
            <a:chExt cx="1174500" cy="648784"/>
          </a:xfrm>
        </p:grpSpPr>
        <p:cxnSp>
          <p:nvCxnSpPr>
            <p:cNvPr id="234" name="Google Shape;234;p20"/>
            <p:cNvCxnSpPr/>
            <p:nvPr/>
          </p:nvCxnSpPr>
          <p:spPr>
            <a:xfrm>
              <a:off x="6353075" y="4352282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5" name="Google Shape;235;p20"/>
            <p:cNvSpPr txBox="1"/>
            <p:nvPr/>
          </p:nvSpPr>
          <p:spPr>
            <a:xfrm rot="5413435">
              <a:off x="6730751" y="4597112"/>
              <a:ext cx="614105" cy="192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6" name="Google Shape;236;p20"/>
          <p:cNvGrpSpPr/>
          <p:nvPr/>
        </p:nvGrpSpPr>
        <p:grpSpPr>
          <a:xfrm rot="19246">
            <a:off x="5535677" y="7278468"/>
            <a:ext cx="713285" cy="266653"/>
            <a:chOff x="6353075" y="4549793"/>
            <a:chExt cx="1174500" cy="462778"/>
          </a:xfrm>
        </p:grpSpPr>
        <p:cxnSp>
          <p:nvCxnSpPr>
            <p:cNvPr id="237" name="Google Shape;237;p2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8" name="Google Shape;238;p20"/>
            <p:cNvSpPr txBox="1"/>
            <p:nvPr/>
          </p:nvSpPr>
          <p:spPr>
            <a:xfrm rot="6302">
              <a:off x="6448683" y="4672371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9" name="Google Shape;239;p20"/>
          <p:cNvGrpSpPr/>
          <p:nvPr/>
        </p:nvGrpSpPr>
        <p:grpSpPr>
          <a:xfrm rot="8758202">
            <a:off x="5304882" y="6616319"/>
            <a:ext cx="906018" cy="265696"/>
            <a:chOff x="6353075" y="4549793"/>
            <a:chExt cx="1174500" cy="462949"/>
          </a:xfrm>
        </p:grpSpPr>
        <p:cxnSp>
          <p:nvCxnSpPr>
            <p:cNvPr id="240" name="Google Shape;240;p20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41" name="Google Shape;241;p20"/>
            <p:cNvSpPr txBox="1"/>
            <p:nvPr/>
          </p:nvSpPr>
          <p:spPr>
            <a:xfrm rot="-10792648">
              <a:off x="6448657" y="4672392"/>
              <a:ext cx="981902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25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2" name="Google Shape;242;p20"/>
          <p:cNvSpPr txBox="1"/>
          <p:nvPr/>
        </p:nvSpPr>
        <p:spPr>
          <a:xfrm>
            <a:off x="1172368" y="6157967"/>
            <a:ext cx="964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225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1025324" y="7939852"/>
            <a:ext cx="964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196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1025324" y="7461989"/>
            <a:ext cx="964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3236394" y="7677010"/>
            <a:ext cx="895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900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3486204" y="5681068"/>
            <a:ext cx="895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625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 rot="-2301966">
            <a:off x="2851112" y="6235300"/>
            <a:ext cx="813457" cy="224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8" name="Google Shape;248;p20"/>
          <p:cNvCxnSpPr>
            <a:stCxn id="247" idx="0"/>
          </p:cNvCxnSpPr>
          <p:nvPr/>
        </p:nvCxnSpPr>
        <p:spPr>
          <a:xfrm flipH="1" rot="10800000">
            <a:off x="3189440" y="5858989"/>
            <a:ext cx="441000" cy="399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20"/>
          <p:cNvSpPr txBox="1"/>
          <p:nvPr/>
        </p:nvSpPr>
        <p:spPr>
          <a:xfrm>
            <a:off x="5490372" y="8036058"/>
            <a:ext cx="803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225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0" name="Google Shape;250;p20"/>
          <p:cNvCxnSpPr/>
          <p:nvPr/>
        </p:nvCxnSpPr>
        <p:spPr>
          <a:xfrm rot="10800000">
            <a:off x="5892161" y="7651753"/>
            <a:ext cx="0" cy="391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20"/>
          <p:cNvSpPr txBox="1"/>
          <p:nvPr/>
        </p:nvSpPr>
        <p:spPr>
          <a:xfrm>
            <a:off x="5309531" y="5612897"/>
            <a:ext cx="803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625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2" name="Google Shape;252;p20"/>
          <p:cNvCxnSpPr/>
          <p:nvPr/>
        </p:nvCxnSpPr>
        <p:spPr>
          <a:xfrm flipH="1" rot="10800000">
            <a:off x="5644355" y="5824659"/>
            <a:ext cx="58800" cy="636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0"/>
          <p:cNvSpPr txBox="1"/>
          <p:nvPr/>
        </p:nvSpPr>
        <p:spPr>
          <a:xfrm>
            <a:off x="6316150" y="7173428"/>
            <a:ext cx="5790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6207581" y="6261236"/>
            <a:ext cx="713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400 cm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5" name="Google Shape;255;p20"/>
          <p:cNvCxnSpPr/>
          <p:nvPr/>
        </p:nvCxnSpPr>
        <p:spPr>
          <a:xfrm flipH="1" rot="10800000">
            <a:off x="6466321" y="6504764"/>
            <a:ext cx="117600" cy="277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0"/>
          <p:cNvSpPr txBox="1"/>
          <p:nvPr/>
        </p:nvSpPr>
        <p:spPr>
          <a:xfrm>
            <a:off x="577150" y="2118214"/>
            <a:ext cx="355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2435248" y="2118214"/>
            <a:ext cx="355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4647265" y="2118214"/>
            <a:ext cx="355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a shorter side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468000" y="3019400"/>
            <a:ext cx="6624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Which of these are correct representations of Pythagoras’ theorem to find the length of side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Pythagoras’ theorem to find a shorter side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1281959" y="4385038"/>
            <a:ext cx="5406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 rot="-5400000">
            <a:off x="1056461" y="3514065"/>
            <a:ext cx="982800" cy="5280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 rot="-5400000">
            <a:off x="1657784" y="4117167"/>
            <a:ext cx="154200" cy="1542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 rot="-5400000">
            <a:off x="1056461" y="3514065"/>
            <a:ext cx="982800" cy="5280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0" name="Google Shape;270;p21"/>
          <p:cNvCxnSpPr/>
          <p:nvPr/>
        </p:nvCxnSpPr>
        <p:spPr>
          <a:xfrm rot="-5400000">
            <a:off x="1377155" y="3779002"/>
            <a:ext cx="984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1" name="Google Shape;271;p21"/>
          <p:cNvSpPr txBox="1"/>
          <p:nvPr/>
        </p:nvSpPr>
        <p:spPr>
          <a:xfrm>
            <a:off x="1884968" y="3691758"/>
            <a:ext cx="3456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2" name="Google Shape;272;p21"/>
          <p:cNvCxnSpPr/>
          <p:nvPr/>
        </p:nvCxnSpPr>
        <p:spPr>
          <a:xfrm rot="7075415">
            <a:off x="911456" y="3761726"/>
            <a:ext cx="11544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3" name="Google Shape;273;p21"/>
          <p:cNvSpPr txBox="1"/>
          <p:nvPr/>
        </p:nvSpPr>
        <p:spPr>
          <a:xfrm rot="-3724933">
            <a:off x="1005418" y="3645085"/>
            <a:ext cx="784273" cy="136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4" name="Google Shape;274;p21"/>
          <p:cNvCxnSpPr/>
          <p:nvPr/>
        </p:nvCxnSpPr>
        <p:spPr>
          <a:xfrm>
            <a:off x="1283870" y="4334414"/>
            <a:ext cx="538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5" name="Google Shape;275;p21"/>
          <p:cNvSpPr/>
          <p:nvPr/>
        </p:nvSpPr>
        <p:spPr>
          <a:xfrm>
            <a:off x="2422350" y="3339625"/>
            <a:ext cx="239700" cy="24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2422350" y="3339643"/>
            <a:ext cx="1362000" cy="247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² = 21² + 9²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3933957" y="3339643"/>
            <a:ext cx="1362000" cy="247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² = 21² 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9²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3933957" y="3339625"/>
            <a:ext cx="239700" cy="24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3933957" y="3756875"/>
            <a:ext cx="1362000" cy="247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21² =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 + 9²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2422350" y="3756875"/>
            <a:ext cx="1362000" cy="247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21²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= 9² +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2422350" y="3756856"/>
            <a:ext cx="239700" cy="24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3933957" y="3756856"/>
            <a:ext cx="239700" cy="24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3933957" y="4174106"/>
            <a:ext cx="1362000" cy="247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21² =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 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9²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2422350" y="4174106"/>
            <a:ext cx="1362000" cy="247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21²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= 9² 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2422350" y="4174088"/>
            <a:ext cx="239700" cy="24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3933957" y="4174088"/>
            <a:ext cx="239700" cy="247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468000" y="1038200"/>
            <a:ext cx="6624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Fill in all the blanks to complete the method to calculate the length of side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rounded to 1 decimal place.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288" name="Google Shape;288;p21" title="the square root of"/>
          <p:cNvPicPr preferRelativeResize="0"/>
          <p:nvPr/>
        </p:nvPicPr>
        <p:blipFill rotWithShape="1">
          <a:blip r:embed="rId3">
            <a:alphaModFix/>
          </a:blip>
          <a:srcRect b="0" l="0" r="58411" t="0"/>
          <a:stretch/>
        </p:blipFill>
        <p:spPr>
          <a:xfrm>
            <a:off x="3740329" y="2548386"/>
            <a:ext cx="266516" cy="12498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1"/>
          <p:cNvSpPr/>
          <p:nvPr/>
        </p:nvSpPr>
        <p:spPr>
          <a:xfrm>
            <a:off x="3419884" y="1365441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3699363" y="1365441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2369625" y="1365441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2744470" y="1365441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+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3034494" y="1365441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 flipH="1">
            <a:off x="2616136" y="1278669"/>
            <a:ext cx="990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 flipH="1">
            <a:off x="3282260" y="1278669"/>
            <a:ext cx="990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 flipH="1">
            <a:off x="3948377" y="1278669"/>
            <a:ext cx="990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3419884" y="1654279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3699380" y="1654275"/>
            <a:ext cx="345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2369625" y="1654279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2744470" y="1654279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+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3034494" y="1654279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3419884" y="1943116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/>
          <p:nvPr/>
        </p:nvSpPr>
        <p:spPr>
          <a:xfrm flipH="1">
            <a:off x="4036331" y="1943116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/>
          <p:nvPr/>
        </p:nvSpPr>
        <p:spPr>
          <a:xfrm flipH="1">
            <a:off x="4315776" y="1943116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3699377" y="2231950"/>
            <a:ext cx="3891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3414646" y="2232004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3700020" y="2520878"/>
            <a:ext cx="3942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3419884" y="2520877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4395494" y="2520854"/>
            <a:ext cx="3174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4115699" y="2520852"/>
            <a:ext cx="1512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3699381" y="1943125"/>
            <a:ext cx="345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3034494" y="2231954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3034494" y="1943118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3034494" y="2520793"/>
            <a:ext cx="246600" cy="1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3627050" y="2198525"/>
            <a:ext cx="487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459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5581925" y="2737300"/>
            <a:ext cx="487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7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/>
          <p:nvPr/>
        </p:nvSpPr>
        <p:spPr>
          <a:xfrm rot="-5400000">
            <a:off x="5073670" y="1855950"/>
            <a:ext cx="1447500" cy="2943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/>
          <p:nvPr/>
        </p:nvSpPr>
        <p:spPr>
          <a:xfrm rot="-5400000">
            <a:off x="5827510" y="2609550"/>
            <a:ext cx="117300" cy="1173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9" name="Google Shape;319;p21"/>
          <p:cNvCxnSpPr/>
          <p:nvPr/>
        </p:nvCxnSpPr>
        <p:spPr>
          <a:xfrm rot="-5400000">
            <a:off x="5281339" y="2004456"/>
            <a:ext cx="1450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0" name="Google Shape;320;p21"/>
          <p:cNvSpPr txBox="1"/>
          <p:nvPr/>
        </p:nvSpPr>
        <p:spPr>
          <a:xfrm>
            <a:off x="6057259" y="1970607"/>
            <a:ext cx="3363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1" name="Google Shape;321;p21"/>
          <p:cNvCxnSpPr/>
          <p:nvPr/>
        </p:nvCxnSpPr>
        <p:spPr>
          <a:xfrm rot="6080840">
            <a:off x="4973437" y="1979075"/>
            <a:ext cx="153235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2" name="Google Shape;322;p21"/>
          <p:cNvSpPr txBox="1"/>
          <p:nvPr/>
        </p:nvSpPr>
        <p:spPr>
          <a:xfrm rot="-7952">
            <a:off x="5349125" y="1970456"/>
            <a:ext cx="389101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3" name="Google Shape;323;p21"/>
          <p:cNvCxnSpPr/>
          <p:nvPr/>
        </p:nvCxnSpPr>
        <p:spPr>
          <a:xfrm>
            <a:off x="5650275" y="2797381"/>
            <a:ext cx="30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4" name="Google Shape;324;p21"/>
          <p:cNvSpPr/>
          <p:nvPr/>
        </p:nvSpPr>
        <p:spPr>
          <a:xfrm rot="-5400000">
            <a:off x="5073670" y="1855950"/>
            <a:ext cx="1447500" cy="2943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468000" y="4681900"/>
            <a:ext cx="4094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Using Pythagoras’ theorem, show fully that the value of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58.52 cm when rounded to 2 decimal places.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 rot="3692541">
            <a:off x="4637741" y="5183307"/>
            <a:ext cx="727163" cy="182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/>
          <p:nvPr/>
        </p:nvSpPr>
        <p:spPr>
          <a:xfrm rot="-1708696">
            <a:off x="5152702" y="4571283"/>
            <a:ext cx="944371" cy="709852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/>
          <p:nvPr/>
        </p:nvSpPr>
        <p:spPr>
          <a:xfrm rot="-1704760">
            <a:off x="5315484" y="5220218"/>
            <a:ext cx="208062" cy="207128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9" name="Google Shape;329;p21"/>
          <p:cNvCxnSpPr/>
          <p:nvPr/>
        </p:nvCxnSpPr>
        <p:spPr>
          <a:xfrm rot="-1708014">
            <a:off x="5357185" y="5306961"/>
            <a:ext cx="94597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0" name="Google Shape;330;p21"/>
          <p:cNvSpPr txBox="1"/>
          <p:nvPr/>
        </p:nvSpPr>
        <p:spPr>
          <a:xfrm rot="-1708121">
            <a:off x="5657512" y="5328694"/>
            <a:ext cx="464464" cy="182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1" name="Google Shape;331;p21"/>
          <p:cNvCxnSpPr/>
          <p:nvPr/>
        </p:nvCxnSpPr>
        <p:spPr>
          <a:xfrm rot="-10313270">
            <a:off x="4990531" y="4848800"/>
            <a:ext cx="1220311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2" name="Google Shape;332;p21"/>
          <p:cNvSpPr txBox="1"/>
          <p:nvPr/>
        </p:nvSpPr>
        <p:spPr>
          <a:xfrm rot="484404">
            <a:off x="5329801" y="4653520"/>
            <a:ext cx="600249" cy="183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3" name="Google Shape;333;p21"/>
          <p:cNvCxnSpPr/>
          <p:nvPr/>
        </p:nvCxnSpPr>
        <p:spPr>
          <a:xfrm rot="3691335">
            <a:off x="4780263" y="5199299"/>
            <a:ext cx="7235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4" name="Google Shape;334;p21"/>
          <p:cNvSpPr/>
          <p:nvPr/>
        </p:nvSpPr>
        <p:spPr>
          <a:xfrm rot="-1708696">
            <a:off x="5153920" y="4573531"/>
            <a:ext cx="944371" cy="709852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468000" y="5859550"/>
            <a:ext cx="5925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Show that the perimeter of this triangle is 84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 rot="2428">
            <a:off x="5662180" y="6539541"/>
            <a:ext cx="4248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/>
          <p:nvPr/>
        </p:nvSpPr>
        <p:spPr>
          <a:xfrm rot="-3194473">
            <a:off x="5922055" y="5961244"/>
            <a:ext cx="990062" cy="29322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/>
          <p:nvPr/>
        </p:nvSpPr>
        <p:spPr>
          <a:xfrm rot="-3195792">
            <a:off x="6144281" y="6407627"/>
            <a:ext cx="154980" cy="15582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9" name="Google Shape;339;p21"/>
          <p:cNvCxnSpPr/>
          <p:nvPr/>
        </p:nvCxnSpPr>
        <p:spPr>
          <a:xfrm rot="8583373">
            <a:off x="5847763" y="6061988"/>
            <a:ext cx="107016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0" name="Google Shape;340;p21"/>
          <p:cNvSpPr txBox="1"/>
          <p:nvPr/>
        </p:nvSpPr>
        <p:spPr>
          <a:xfrm rot="-2221053">
            <a:off x="5954303" y="6010262"/>
            <a:ext cx="675182" cy="15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1" name="Google Shape;341;p21"/>
          <p:cNvCxnSpPr/>
          <p:nvPr/>
        </p:nvCxnSpPr>
        <p:spPr>
          <a:xfrm rot="2205291">
            <a:off x="5934552" y="6558506"/>
            <a:ext cx="29880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2" name="Google Shape;342;p21"/>
          <p:cNvSpPr/>
          <p:nvPr/>
        </p:nvSpPr>
        <p:spPr>
          <a:xfrm rot="-3194473">
            <a:off x="5922055" y="5961244"/>
            <a:ext cx="990062" cy="293220"/>
          </a:xfrm>
          <a:prstGeom prst="rtTriangl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 flipH="1">
            <a:off x="467900" y="6971800"/>
            <a:ext cx="637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 Match each triangle to a calculation and answer to find the length of its missing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4" name="Google Shape;344;p21"/>
          <p:cNvGrpSpPr/>
          <p:nvPr/>
        </p:nvGrpSpPr>
        <p:grpSpPr>
          <a:xfrm rot="9900465">
            <a:off x="4565174" y="7517051"/>
            <a:ext cx="1997890" cy="764686"/>
            <a:chOff x="6025245" y="1737804"/>
            <a:chExt cx="2863329" cy="1096082"/>
          </a:xfrm>
        </p:grpSpPr>
        <p:sp>
          <p:nvSpPr>
            <p:cNvPr id="345" name="Google Shape;345;p21"/>
            <p:cNvSpPr/>
            <p:nvPr/>
          </p:nvSpPr>
          <p:spPr>
            <a:xfrm flipH="1">
              <a:off x="7887896" y="2238110"/>
              <a:ext cx="176400" cy="1764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6" name="Google Shape;346;p21"/>
            <p:cNvSpPr/>
            <p:nvPr/>
          </p:nvSpPr>
          <p:spPr>
            <a:xfrm flipH="1">
              <a:off x="6040490" y="1759204"/>
              <a:ext cx="2023800" cy="6510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7" name="Google Shape;347;p21"/>
            <p:cNvCxnSpPr/>
            <p:nvPr/>
          </p:nvCxnSpPr>
          <p:spPr>
            <a:xfrm rot="506">
              <a:off x="6025245" y="2508218"/>
              <a:ext cx="2036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48" name="Google Shape;348;p21"/>
            <p:cNvSpPr txBox="1"/>
            <p:nvPr/>
          </p:nvSpPr>
          <p:spPr>
            <a:xfrm rot="10800000">
              <a:off x="6344253" y="2529686"/>
              <a:ext cx="13839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9" name="Google Shape;349;p21"/>
            <p:cNvCxnSpPr/>
            <p:nvPr/>
          </p:nvCxnSpPr>
          <p:spPr>
            <a:xfrm rot="-5284597">
              <a:off x="7806294" y="2099604"/>
              <a:ext cx="72400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50" name="Google Shape;350;p21"/>
            <p:cNvSpPr txBox="1"/>
            <p:nvPr/>
          </p:nvSpPr>
          <p:spPr>
            <a:xfrm rot="10755909">
              <a:off x="8208596" y="2048497"/>
              <a:ext cx="678356" cy="99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i="1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51" name="Google Shape;351;p21"/>
          <p:cNvSpPr txBox="1"/>
          <p:nvPr/>
        </p:nvSpPr>
        <p:spPr>
          <a:xfrm flipH="1">
            <a:off x="4832205" y="7457638"/>
            <a:ext cx="2784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2" name="Google Shape;352;p21"/>
          <p:cNvCxnSpPr/>
          <p:nvPr/>
        </p:nvCxnSpPr>
        <p:spPr>
          <a:xfrm rot="8839376">
            <a:off x="5155812" y="8034047"/>
            <a:ext cx="150626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3" name="Google Shape;353;p21"/>
          <p:cNvSpPr txBox="1"/>
          <p:nvPr/>
        </p:nvSpPr>
        <p:spPr>
          <a:xfrm flipH="1" rot="-1971298">
            <a:off x="5393043" y="8020792"/>
            <a:ext cx="1194503" cy="272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 flipH="1">
            <a:off x="857300" y="9380652"/>
            <a:ext cx="19824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length of missing side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5" name="Google Shape;355;p21"/>
          <p:cNvGrpSpPr/>
          <p:nvPr/>
        </p:nvGrpSpPr>
        <p:grpSpPr>
          <a:xfrm>
            <a:off x="863319" y="8745228"/>
            <a:ext cx="5590393" cy="501622"/>
            <a:chOff x="342150" y="2859350"/>
            <a:chExt cx="8478000" cy="760725"/>
          </a:xfrm>
        </p:grpSpPr>
        <p:cxnSp>
          <p:nvCxnSpPr>
            <p:cNvPr id="356" name="Google Shape;356;p21"/>
            <p:cNvCxnSpPr/>
            <p:nvPr/>
          </p:nvCxnSpPr>
          <p:spPr>
            <a:xfrm>
              <a:off x="342150" y="2859350"/>
              <a:ext cx="8478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7" name="Google Shape;357;p21"/>
            <p:cNvCxnSpPr/>
            <p:nvPr/>
          </p:nvCxnSpPr>
          <p:spPr>
            <a:xfrm>
              <a:off x="342150" y="3620075"/>
              <a:ext cx="8478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8" name="Google Shape;358;p21"/>
          <p:cNvSpPr txBox="1"/>
          <p:nvPr/>
        </p:nvSpPr>
        <p:spPr>
          <a:xfrm flipH="1">
            <a:off x="857458" y="8895793"/>
            <a:ext cx="988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calculation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9" name="Google Shape;359;p21"/>
          <p:cNvGrpSpPr/>
          <p:nvPr/>
        </p:nvGrpSpPr>
        <p:grpSpPr>
          <a:xfrm>
            <a:off x="1917024" y="8883685"/>
            <a:ext cx="1022927" cy="224732"/>
            <a:chOff x="1930975" y="3468738"/>
            <a:chExt cx="1551300" cy="340813"/>
          </a:xfrm>
        </p:grpSpPr>
        <p:sp>
          <p:nvSpPr>
            <p:cNvPr id="360" name="Google Shape;360;p21"/>
            <p:cNvSpPr/>
            <p:nvPr/>
          </p:nvSpPr>
          <p:spPr>
            <a:xfrm>
              <a:off x="1930975" y="3468750"/>
              <a:ext cx="15513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34² − 31²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1930975" y="3468738"/>
              <a:ext cx="3408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2" name="Google Shape;362;p21"/>
          <p:cNvGrpSpPr/>
          <p:nvPr/>
        </p:nvGrpSpPr>
        <p:grpSpPr>
          <a:xfrm>
            <a:off x="2962288" y="9368657"/>
            <a:ext cx="1008882" cy="224732"/>
            <a:chOff x="3516150" y="4204213"/>
            <a:chExt cx="1530000" cy="340813"/>
          </a:xfrm>
        </p:grpSpPr>
        <p:sp>
          <p:nvSpPr>
            <p:cNvPr id="363" name="Google Shape;363;p21"/>
            <p:cNvSpPr/>
            <p:nvPr/>
          </p:nvSpPr>
          <p:spPr>
            <a:xfrm>
              <a:off x="3516150" y="4204225"/>
              <a:ext cx="1530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13.96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3516150" y="4204213"/>
              <a:ext cx="3408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5" name="Google Shape;365;p21"/>
          <p:cNvGrpSpPr/>
          <p:nvPr/>
        </p:nvGrpSpPr>
        <p:grpSpPr>
          <a:xfrm>
            <a:off x="3186592" y="8883685"/>
            <a:ext cx="959236" cy="224732"/>
            <a:chOff x="3800117" y="3468738"/>
            <a:chExt cx="1454710" cy="340813"/>
          </a:xfrm>
        </p:grpSpPr>
        <p:sp>
          <p:nvSpPr>
            <p:cNvPr id="366" name="Google Shape;366;p21"/>
            <p:cNvSpPr/>
            <p:nvPr/>
          </p:nvSpPr>
          <p:spPr>
            <a:xfrm>
              <a:off x="3800126" y="3468750"/>
              <a:ext cx="14547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169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2²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3800117" y="3468738"/>
              <a:ext cx="3408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8" name="Google Shape;368;p21"/>
          <p:cNvGrpSpPr/>
          <p:nvPr/>
        </p:nvGrpSpPr>
        <p:grpSpPr>
          <a:xfrm>
            <a:off x="4392468" y="8883685"/>
            <a:ext cx="662895" cy="224732"/>
            <a:chOff x="5639550" y="3468738"/>
            <a:chExt cx="1005300" cy="340813"/>
          </a:xfrm>
        </p:grpSpPr>
        <p:sp>
          <p:nvSpPr>
            <p:cNvPr id="369" name="Google Shape;369;p21"/>
            <p:cNvSpPr/>
            <p:nvPr/>
          </p:nvSpPr>
          <p:spPr>
            <a:xfrm>
              <a:off x="5639550" y="3468750"/>
              <a:ext cx="10053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165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5639558" y="3468738"/>
              <a:ext cx="3408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71" name="Google Shape;371;p21"/>
          <p:cNvSpPr/>
          <p:nvPr/>
        </p:nvSpPr>
        <p:spPr>
          <a:xfrm>
            <a:off x="5302000" y="8883700"/>
            <a:ext cx="1168523" cy="22472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324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5302005" y="8883685"/>
            <a:ext cx="224724" cy="224724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3" name="Google Shape;373;p21"/>
          <p:cNvGrpSpPr/>
          <p:nvPr/>
        </p:nvGrpSpPr>
        <p:grpSpPr>
          <a:xfrm>
            <a:off x="4042781" y="9368657"/>
            <a:ext cx="1008882" cy="224732"/>
            <a:chOff x="5154750" y="4204213"/>
            <a:chExt cx="1530000" cy="340813"/>
          </a:xfrm>
        </p:grpSpPr>
        <p:sp>
          <p:nvSpPr>
            <p:cNvPr id="374" name="Google Shape;374;p21"/>
            <p:cNvSpPr/>
            <p:nvPr/>
          </p:nvSpPr>
          <p:spPr>
            <a:xfrm>
              <a:off x="5154750" y="4204225"/>
              <a:ext cx="1530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13.42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5154750" y="4204213"/>
              <a:ext cx="3408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21"/>
          <p:cNvGrpSpPr/>
          <p:nvPr/>
        </p:nvGrpSpPr>
        <p:grpSpPr>
          <a:xfrm>
            <a:off x="5123274" y="9368657"/>
            <a:ext cx="1008882" cy="224732"/>
            <a:chOff x="6793350" y="4204213"/>
            <a:chExt cx="1530000" cy="340813"/>
          </a:xfrm>
        </p:grpSpPr>
        <p:sp>
          <p:nvSpPr>
            <p:cNvPr id="377" name="Google Shape;377;p21"/>
            <p:cNvSpPr/>
            <p:nvPr/>
          </p:nvSpPr>
          <p:spPr>
            <a:xfrm>
              <a:off x="6793350" y="4204225"/>
              <a:ext cx="1530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12.84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6793350" y="4204213"/>
              <a:ext cx="3408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79" name="Google Shape;379;p21"/>
          <p:cNvCxnSpPr/>
          <p:nvPr/>
        </p:nvCxnSpPr>
        <p:spPr>
          <a:xfrm>
            <a:off x="474757" y="98161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2463100" y="1319050"/>
            <a:ext cx="1542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i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3090752" y="1371850"/>
            <a:ext cx="1563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i="1"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3709610" y="1363375"/>
            <a:ext cx="2466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22</a:t>
            </a:r>
            <a:endParaRPr i="1"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3049725" y="1651288"/>
            <a:ext cx="2466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i="1"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3709865" y="1653250"/>
            <a:ext cx="3891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484</a:t>
            </a:r>
            <a:endParaRPr i="1"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2423445" y="1644230"/>
            <a:ext cx="1542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aseline="30000" i="1"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3073670" y="1922868"/>
            <a:ext cx="1542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aseline="30000" i="1"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3700475" y="1942600"/>
            <a:ext cx="8553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484      25</a:t>
            </a:r>
            <a:endParaRPr i="1"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3081290" y="2221830"/>
            <a:ext cx="1542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aseline="30000" i="1"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i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3083385" y="2500015"/>
            <a:ext cx="1542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i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3791976" y="2532375"/>
            <a:ext cx="15276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459</a:t>
            </a:r>
            <a:r>
              <a:rPr i="1" lang="en-GB" sz="12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      21.4  (1 d.p.)</a:t>
            </a:r>
            <a:endParaRPr i="1" sz="12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92" name="Google Shape;39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9151" y="3731705"/>
            <a:ext cx="281700" cy="298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4101" y="3731717"/>
            <a:ext cx="281700" cy="298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4101" y="3337542"/>
            <a:ext cx="281700" cy="298132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1"/>
          <p:cNvSpPr txBox="1"/>
          <p:nvPr/>
        </p:nvSpPr>
        <p:spPr>
          <a:xfrm>
            <a:off x="2584600" y="5379674"/>
            <a:ext cx="2094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58.52, after rounding.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2584600" y="5182500"/>
            <a:ext cx="2094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3425  =  58.5234996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7" name="Google Shape;397;p21"/>
          <p:cNvSpPr txBox="1"/>
          <p:nvPr/>
        </p:nvSpPr>
        <p:spPr>
          <a:xfrm>
            <a:off x="603400" y="5342258"/>
            <a:ext cx="2094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²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81²  −  56²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603400" y="5156885"/>
            <a:ext cx="2094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56²  + 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²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81²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603400" y="5534975"/>
            <a:ext cx="12816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²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3425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0" name="Google Shape;400;p21"/>
          <p:cNvSpPr txBox="1"/>
          <p:nvPr/>
        </p:nvSpPr>
        <p:spPr>
          <a:xfrm>
            <a:off x="2972463" y="6319275"/>
            <a:ext cx="26193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Perimeter = 84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>
            <a:off x="425545" y="6484263"/>
            <a:ext cx="2476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1225  =  35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2" name="Google Shape;402;p21"/>
          <p:cNvSpPr txBox="1"/>
          <p:nvPr/>
        </p:nvSpPr>
        <p:spPr>
          <a:xfrm>
            <a:off x="425225" y="6117563"/>
            <a:ext cx="26193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Let the missing length be called x.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3" name="Google Shape;403;p21"/>
          <p:cNvSpPr txBox="1"/>
          <p:nvPr/>
        </p:nvSpPr>
        <p:spPr>
          <a:xfrm>
            <a:off x="425545" y="6288863"/>
            <a:ext cx="2476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²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37²  −  12²  =  1225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404" name="Google Shape;404;p21" title="the square root of"/>
          <p:cNvPicPr preferRelativeResize="0"/>
          <p:nvPr/>
        </p:nvPicPr>
        <p:blipFill rotWithShape="1">
          <a:blip r:embed="rId3">
            <a:alphaModFix/>
          </a:blip>
          <a:srcRect b="0" l="0" r="48625" t="0"/>
          <a:stretch/>
        </p:blipFill>
        <p:spPr>
          <a:xfrm>
            <a:off x="697275" y="6461811"/>
            <a:ext cx="548400" cy="20819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1"/>
          <p:cNvSpPr txBox="1"/>
          <p:nvPr/>
        </p:nvSpPr>
        <p:spPr>
          <a:xfrm>
            <a:off x="2972463" y="6145975"/>
            <a:ext cx="26193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Perimeter = 12 cm + 37 cm + 35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2101605" y="7893085"/>
            <a:ext cx="224700" cy="224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2101605" y="8147085"/>
            <a:ext cx="224700" cy="224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4137142" y="7964810"/>
            <a:ext cx="224700" cy="224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4137142" y="8218810"/>
            <a:ext cx="224700" cy="224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6285017" y="7964810"/>
            <a:ext cx="224700" cy="224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6285017" y="8218810"/>
            <a:ext cx="224700" cy="224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6522442" y="7964810"/>
            <a:ext cx="224700" cy="224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994357" y="8225439"/>
            <a:ext cx="94200" cy="933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994360" y="7674434"/>
            <a:ext cx="982200" cy="63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5" name="Google Shape;415;p21"/>
          <p:cNvCxnSpPr/>
          <p:nvPr/>
        </p:nvCxnSpPr>
        <p:spPr>
          <a:xfrm rot="10798957">
            <a:off x="995500" y="8410897"/>
            <a:ext cx="988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16" name="Google Shape;416;p21"/>
          <p:cNvSpPr txBox="1"/>
          <p:nvPr/>
        </p:nvSpPr>
        <p:spPr>
          <a:xfrm flipH="1">
            <a:off x="1157467" y="8404681"/>
            <a:ext cx="6717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7" name="Google Shape;417;p21"/>
          <p:cNvCxnSpPr/>
          <p:nvPr/>
        </p:nvCxnSpPr>
        <p:spPr>
          <a:xfrm rot="-5456518">
            <a:off x="588080" y="8009065"/>
            <a:ext cx="711696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18" name="Google Shape;418;p21"/>
          <p:cNvSpPr txBox="1"/>
          <p:nvPr/>
        </p:nvSpPr>
        <p:spPr>
          <a:xfrm flipH="1" rot="90985">
            <a:off x="470871" y="7957179"/>
            <a:ext cx="453459" cy="97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9" name="Google Shape;419;p21"/>
          <p:cNvCxnSpPr/>
          <p:nvPr/>
        </p:nvCxnSpPr>
        <p:spPr>
          <a:xfrm rot="1998064">
            <a:off x="900017" y="7869952"/>
            <a:ext cx="1201009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0" name="Google Shape;420;p21"/>
          <p:cNvSpPr txBox="1"/>
          <p:nvPr/>
        </p:nvSpPr>
        <p:spPr>
          <a:xfrm flipH="1" rot="1986562">
            <a:off x="1087586" y="7661877"/>
            <a:ext cx="952330" cy="2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1"/>
          <p:cNvSpPr txBox="1"/>
          <p:nvPr/>
        </p:nvSpPr>
        <p:spPr>
          <a:xfrm flipH="1">
            <a:off x="520706" y="7540258"/>
            <a:ext cx="2613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1"/>
          <p:cNvSpPr/>
          <p:nvPr/>
        </p:nvSpPr>
        <p:spPr>
          <a:xfrm rot="7199198">
            <a:off x="3531587" y="7696221"/>
            <a:ext cx="114646" cy="114387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1"/>
          <p:cNvSpPr/>
          <p:nvPr/>
        </p:nvSpPr>
        <p:spPr>
          <a:xfrm rot="7199287">
            <a:off x="3055193" y="7974841"/>
            <a:ext cx="972950" cy="493936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4" name="Google Shape;424;p21"/>
          <p:cNvCxnSpPr/>
          <p:nvPr/>
        </p:nvCxnSpPr>
        <p:spPr>
          <a:xfrm rot="-3601067">
            <a:off x="2771481" y="8064470"/>
            <a:ext cx="979126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5" name="Google Shape;425;p21"/>
          <p:cNvSpPr txBox="1"/>
          <p:nvPr/>
        </p:nvSpPr>
        <p:spPr>
          <a:xfrm flipH="1" rot="-3599345">
            <a:off x="2812469" y="7886443"/>
            <a:ext cx="665181" cy="230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6" name="Google Shape;426;p21"/>
          <p:cNvCxnSpPr/>
          <p:nvPr/>
        </p:nvCxnSpPr>
        <p:spPr>
          <a:xfrm rot="1727414">
            <a:off x="3543684" y="7733063"/>
            <a:ext cx="549414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7" name="Google Shape;427;p21"/>
          <p:cNvCxnSpPr/>
          <p:nvPr/>
        </p:nvCxnSpPr>
        <p:spPr>
          <a:xfrm rot="8827008">
            <a:off x="3059050" y="8282505"/>
            <a:ext cx="111672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8" name="Google Shape;428;p21"/>
          <p:cNvSpPr txBox="1"/>
          <p:nvPr/>
        </p:nvSpPr>
        <p:spPr>
          <a:xfrm flipH="1" rot="1751083">
            <a:off x="3633865" y="7613260"/>
            <a:ext cx="449114" cy="75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1"/>
          <p:cNvSpPr txBox="1"/>
          <p:nvPr/>
        </p:nvSpPr>
        <p:spPr>
          <a:xfrm flipH="1" rot="-1972354">
            <a:off x="3245067" y="8262465"/>
            <a:ext cx="857265" cy="1960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21"/>
          <p:cNvSpPr txBox="1"/>
          <p:nvPr/>
        </p:nvSpPr>
        <p:spPr>
          <a:xfrm flipH="1">
            <a:off x="3047040" y="7550842"/>
            <a:ext cx="2352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