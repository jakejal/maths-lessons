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0CCD43F-E410-4BF1-9217-40925D523967}">
  <a:tblStyle styleId="{50CCD43F-E410-4BF1-9217-40925D52396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24" name="Shape 324"/>
        <p:cNvGrpSpPr/>
        <p:nvPr/>
      </p:nvGrpSpPr>
      <p:grpSpPr>
        <a:xfrm>
          <a:off x="0" y="0"/>
          <a:ext cx="0" cy="0"/>
        </a:xfrm>
      </p:grpSpPr>
      <p:sp>
        <p:nvSpPr>
          <p:cNvPr id="325" name="Google Shape;325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or similar or neither</a:t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4604794" y="2517230"/>
            <a:ext cx="2333400" cy="14937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3550" y="1777450"/>
            <a:ext cx="65658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Compare each shape with Shape A and write the letters B to F in the Venn diagram.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1438800"/>
            <a:ext cx="6624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Distinguishing between similarity and congruence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4865902" y="2593561"/>
            <a:ext cx="1450200" cy="13575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4890890" y="2884714"/>
            <a:ext cx="828000" cy="7752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435641" y="2231515"/>
            <a:ext cx="1219800" cy="1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congruent to 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5972805" y="2244924"/>
            <a:ext cx="887700" cy="1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similar to 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5877821" y="4101681"/>
            <a:ext cx="1219800" cy="7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neither congruent or similar to 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" name="Google Shape;181;p20"/>
          <p:cNvCxnSpPr>
            <a:stCxn id="178" idx="2"/>
          </p:cNvCxnSpPr>
          <p:nvPr/>
        </p:nvCxnSpPr>
        <p:spPr>
          <a:xfrm>
            <a:off x="5045541" y="2406415"/>
            <a:ext cx="178200" cy="668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" name="Google Shape;182;p20"/>
          <p:cNvCxnSpPr/>
          <p:nvPr/>
        </p:nvCxnSpPr>
        <p:spPr>
          <a:xfrm flipH="1">
            <a:off x="5856806" y="2431345"/>
            <a:ext cx="213600" cy="3429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83" name="Google Shape;183;p20"/>
          <p:cNvGrpSpPr/>
          <p:nvPr/>
        </p:nvGrpSpPr>
        <p:grpSpPr>
          <a:xfrm>
            <a:off x="894015" y="2214666"/>
            <a:ext cx="595586" cy="916707"/>
            <a:chOff x="836175" y="1436571"/>
            <a:chExt cx="908875" cy="1398912"/>
          </a:xfrm>
        </p:grpSpPr>
        <p:sp>
          <p:nvSpPr>
            <p:cNvPr id="184" name="Google Shape;184;p20"/>
            <p:cNvSpPr/>
            <p:nvPr/>
          </p:nvSpPr>
          <p:spPr>
            <a:xfrm>
              <a:off x="952500" y="1442100"/>
              <a:ext cx="777900" cy="1257900"/>
            </a:xfrm>
            <a:prstGeom prst="rect">
              <a:avLst/>
            </a:prstGeom>
            <a:solidFill>
              <a:srgbClr val="F3EEFB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5" name="Google Shape;185;p20"/>
            <p:cNvCxnSpPr/>
            <p:nvPr/>
          </p:nvCxnSpPr>
          <p:spPr>
            <a:xfrm flipH="1">
              <a:off x="836175" y="1446925"/>
              <a:ext cx="0" cy="1250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86" name="Google Shape;186;p20"/>
            <p:cNvCxnSpPr/>
            <p:nvPr/>
          </p:nvCxnSpPr>
          <p:spPr>
            <a:xfrm rot="10800000">
              <a:off x="952150" y="2835483"/>
              <a:ext cx="792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87" name="Google Shape;187;p20"/>
            <p:cNvGrpSpPr/>
            <p:nvPr/>
          </p:nvGrpSpPr>
          <p:grpSpPr>
            <a:xfrm>
              <a:off x="963306" y="2574128"/>
              <a:ext cx="113825" cy="113825"/>
              <a:chOff x="2094050" y="1581258"/>
              <a:chExt cx="145500" cy="145500"/>
            </a:xfrm>
          </p:grpSpPr>
          <p:cxnSp>
            <p:nvCxnSpPr>
              <p:cNvPr id="188" name="Google Shape;188;p2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2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90" name="Google Shape;190;p20"/>
            <p:cNvGrpSpPr/>
            <p:nvPr/>
          </p:nvGrpSpPr>
          <p:grpSpPr>
            <a:xfrm flipH="1">
              <a:off x="1616449" y="2574128"/>
              <a:ext cx="113825" cy="113825"/>
              <a:chOff x="2094050" y="1581258"/>
              <a:chExt cx="145500" cy="145500"/>
            </a:xfrm>
          </p:grpSpPr>
          <p:cxnSp>
            <p:nvCxnSpPr>
              <p:cNvPr id="191" name="Google Shape;191;p2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2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93" name="Google Shape;193;p20"/>
            <p:cNvGrpSpPr/>
            <p:nvPr/>
          </p:nvGrpSpPr>
          <p:grpSpPr>
            <a:xfrm rot="10800000">
              <a:off x="1621891" y="1436571"/>
              <a:ext cx="113825" cy="113825"/>
              <a:chOff x="2094050" y="1581258"/>
              <a:chExt cx="145500" cy="145500"/>
            </a:xfrm>
          </p:grpSpPr>
          <p:cxnSp>
            <p:nvCxnSpPr>
              <p:cNvPr id="194" name="Google Shape;194;p2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" name="Google Shape;195;p2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96" name="Google Shape;196;p20"/>
            <p:cNvGrpSpPr/>
            <p:nvPr/>
          </p:nvGrpSpPr>
          <p:grpSpPr>
            <a:xfrm rot="10800000" flipH="1">
              <a:off x="952420" y="1436571"/>
              <a:ext cx="113825" cy="113825"/>
              <a:chOff x="2094050" y="1581258"/>
              <a:chExt cx="145500" cy="145500"/>
            </a:xfrm>
          </p:grpSpPr>
          <p:cxnSp>
            <p:nvCxnSpPr>
              <p:cNvPr id="197" name="Google Shape;197;p2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8" name="Google Shape;198;p2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99" name="Google Shape;199;p20"/>
          <p:cNvSpPr txBox="1"/>
          <p:nvPr/>
        </p:nvSpPr>
        <p:spPr>
          <a:xfrm>
            <a:off x="516035" y="2551537"/>
            <a:ext cx="3780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1052609" y="3152948"/>
            <a:ext cx="4212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1162039" y="2531289"/>
            <a:ext cx="1260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2" name="Google Shape;202;p20"/>
          <p:cNvGrpSpPr/>
          <p:nvPr/>
        </p:nvGrpSpPr>
        <p:grpSpPr>
          <a:xfrm rot="3086555">
            <a:off x="1052905" y="3559529"/>
            <a:ext cx="602727" cy="925277"/>
            <a:chOff x="825395" y="1423674"/>
            <a:chExt cx="919655" cy="1411809"/>
          </a:xfrm>
        </p:grpSpPr>
        <p:sp>
          <p:nvSpPr>
            <p:cNvPr id="203" name="Google Shape;203;p20"/>
            <p:cNvSpPr/>
            <p:nvPr/>
          </p:nvSpPr>
          <p:spPr>
            <a:xfrm>
              <a:off x="952500" y="1442100"/>
              <a:ext cx="777900" cy="1257900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4" name="Google Shape;204;p20"/>
            <p:cNvCxnSpPr/>
            <p:nvPr/>
          </p:nvCxnSpPr>
          <p:spPr>
            <a:xfrm flipH="1">
              <a:off x="825395" y="1423674"/>
              <a:ext cx="0" cy="1250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05" name="Google Shape;205;p20"/>
            <p:cNvCxnSpPr/>
            <p:nvPr/>
          </p:nvCxnSpPr>
          <p:spPr>
            <a:xfrm rot="10800000">
              <a:off x="952150" y="2835483"/>
              <a:ext cx="792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206" name="Google Shape;206;p20"/>
            <p:cNvGrpSpPr/>
            <p:nvPr/>
          </p:nvGrpSpPr>
          <p:grpSpPr>
            <a:xfrm>
              <a:off x="963306" y="2574128"/>
              <a:ext cx="113825" cy="113825"/>
              <a:chOff x="2094050" y="1581258"/>
              <a:chExt cx="145500" cy="145500"/>
            </a:xfrm>
          </p:grpSpPr>
          <p:cxnSp>
            <p:nvCxnSpPr>
              <p:cNvPr id="207" name="Google Shape;207;p2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8" name="Google Shape;208;p2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09" name="Google Shape;209;p20"/>
            <p:cNvGrpSpPr/>
            <p:nvPr/>
          </p:nvGrpSpPr>
          <p:grpSpPr>
            <a:xfrm flipH="1">
              <a:off x="1616449" y="2574128"/>
              <a:ext cx="113825" cy="113825"/>
              <a:chOff x="2094050" y="1581258"/>
              <a:chExt cx="145500" cy="145500"/>
            </a:xfrm>
          </p:grpSpPr>
          <p:cxnSp>
            <p:nvCxnSpPr>
              <p:cNvPr id="210" name="Google Shape;210;p2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1" name="Google Shape;211;p2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12" name="Google Shape;212;p20"/>
            <p:cNvGrpSpPr/>
            <p:nvPr/>
          </p:nvGrpSpPr>
          <p:grpSpPr>
            <a:xfrm rot="10800000">
              <a:off x="1621891" y="1436571"/>
              <a:ext cx="113825" cy="113825"/>
              <a:chOff x="2094050" y="1581258"/>
              <a:chExt cx="145500" cy="145500"/>
            </a:xfrm>
          </p:grpSpPr>
          <p:cxnSp>
            <p:nvCxnSpPr>
              <p:cNvPr id="213" name="Google Shape;213;p2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4" name="Google Shape;214;p2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15" name="Google Shape;215;p20"/>
            <p:cNvGrpSpPr/>
            <p:nvPr/>
          </p:nvGrpSpPr>
          <p:grpSpPr>
            <a:xfrm rot="10800000" flipH="1">
              <a:off x="952420" y="1436571"/>
              <a:ext cx="113825" cy="113825"/>
              <a:chOff x="2094050" y="1581258"/>
              <a:chExt cx="145500" cy="145500"/>
            </a:xfrm>
          </p:grpSpPr>
          <p:cxnSp>
            <p:nvCxnSpPr>
              <p:cNvPr id="216" name="Google Shape;216;p2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2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18" name="Google Shape;218;p20"/>
          <p:cNvSpPr txBox="1"/>
          <p:nvPr/>
        </p:nvSpPr>
        <p:spPr>
          <a:xfrm>
            <a:off x="845299" y="3568720"/>
            <a:ext cx="4212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572840" y="4319475"/>
            <a:ext cx="4467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0" name="Google Shape;220;p20"/>
          <p:cNvGrpSpPr/>
          <p:nvPr/>
        </p:nvGrpSpPr>
        <p:grpSpPr>
          <a:xfrm rot="-5400000">
            <a:off x="2562684" y="3680284"/>
            <a:ext cx="856848" cy="1338168"/>
            <a:chOff x="878672" y="1347086"/>
            <a:chExt cx="866378" cy="1352914"/>
          </a:xfrm>
        </p:grpSpPr>
        <p:sp>
          <p:nvSpPr>
            <p:cNvPr id="221" name="Google Shape;221;p20"/>
            <p:cNvSpPr/>
            <p:nvPr/>
          </p:nvSpPr>
          <p:spPr>
            <a:xfrm>
              <a:off x="952500" y="1442100"/>
              <a:ext cx="777900" cy="1257900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2" name="Google Shape;222;p20"/>
            <p:cNvCxnSpPr/>
            <p:nvPr/>
          </p:nvCxnSpPr>
          <p:spPr>
            <a:xfrm flipH="1">
              <a:off x="878672" y="1446925"/>
              <a:ext cx="0" cy="1250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23" name="Google Shape;223;p20"/>
            <p:cNvCxnSpPr/>
            <p:nvPr/>
          </p:nvCxnSpPr>
          <p:spPr>
            <a:xfrm rot="10800000">
              <a:off x="952150" y="1347086"/>
              <a:ext cx="792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224" name="Google Shape;224;p20"/>
            <p:cNvGrpSpPr/>
            <p:nvPr/>
          </p:nvGrpSpPr>
          <p:grpSpPr>
            <a:xfrm>
              <a:off x="963306" y="2578945"/>
              <a:ext cx="113825" cy="113825"/>
              <a:chOff x="2094050" y="1587416"/>
              <a:chExt cx="145500" cy="145500"/>
            </a:xfrm>
          </p:grpSpPr>
          <p:cxnSp>
            <p:nvCxnSpPr>
              <p:cNvPr id="225" name="Google Shape;225;p2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20"/>
              <p:cNvCxnSpPr/>
              <p:nvPr/>
            </p:nvCxnSpPr>
            <p:spPr>
              <a:xfrm rot="5400000">
                <a:off x="2155708" y="1660166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27" name="Google Shape;227;p20"/>
            <p:cNvGrpSpPr/>
            <p:nvPr/>
          </p:nvGrpSpPr>
          <p:grpSpPr>
            <a:xfrm flipH="1">
              <a:off x="1616449" y="2578945"/>
              <a:ext cx="113825" cy="113825"/>
              <a:chOff x="2094050" y="1587416"/>
              <a:chExt cx="145500" cy="145500"/>
            </a:xfrm>
          </p:grpSpPr>
          <p:cxnSp>
            <p:nvCxnSpPr>
              <p:cNvPr id="228" name="Google Shape;228;p2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20"/>
              <p:cNvCxnSpPr/>
              <p:nvPr/>
            </p:nvCxnSpPr>
            <p:spPr>
              <a:xfrm rot="5400000">
                <a:off x="2155708" y="1660166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30" name="Google Shape;230;p20"/>
            <p:cNvGrpSpPr/>
            <p:nvPr/>
          </p:nvGrpSpPr>
          <p:grpSpPr>
            <a:xfrm rot="10800000">
              <a:off x="1626709" y="1436571"/>
              <a:ext cx="113825" cy="113825"/>
              <a:chOff x="2087892" y="1581258"/>
              <a:chExt cx="145500" cy="145500"/>
            </a:xfrm>
          </p:grpSpPr>
          <p:cxnSp>
            <p:nvCxnSpPr>
              <p:cNvPr id="231" name="Google Shape;231;p20"/>
              <p:cNvCxnSpPr/>
              <p:nvPr/>
            </p:nvCxnSpPr>
            <p:spPr>
              <a:xfrm>
                <a:off x="2087892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2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33" name="Google Shape;233;p20"/>
            <p:cNvGrpSpPr/>
            <p:nvPr/>
          </p:nvGrpSpPr>
          <p:grpSpPr>
            <a:xfrm rot="10800000" flipH="1">
              <a:off x="947602" y="1436571"/>
              <a:ext cx="113825" cy="113825"/>
              <a:chOff x="2087892" y="1581258"/>
              <a:chExt cx="145500" cy="145500"/>
            </a:xfrm>
          </p:grpSpPr>
          <p:cxnSp>
            <p:nvCxnSpPr>
              <p:cNvPr id="234" name="Google Shape;234;p20"/>
              <p:cNvCxnSpPr/>
              <p:nvPr/>
            </p:nvCxnSpPr>
            <p:spPr>
              <a:xfrm>
                <a:off x="2087892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5" name="Google Shape;235;p2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36" name="Google Shape;236;p20"/>
          <p:cNvSpPr txBox="1"/>
          <p:nvPr/>
        </p:nvSpPr>
        <p:spPr>
          <a:xfrm>
            <a:off x="2871963" y="4753470"/>
            <a:ext cx="4467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1932351" y="4244528"/>
            <a:ext cx="4467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8" name="Google Shape;238;p20"/>
          <p:cNvGrpSpPr/>
          <p:nvPr/>
        </p:nvGrpSpPr>
        <p:grpSpPr>
          <a:xfrm>
            <a:off x="2280129" y="2452685"/>
            <a:ext cx="486339" cy="818783"/>
            <a:chOff x="836175" y="1436571"/>
            <a:chExt cx="908875" cy="1398912"/>
          </a:xfrm>
        </p:grpSpPr>
        <p:sp>
          <p:nvSpPr>
            <p:cNvPr id="239" name="Google Shape;239;p20"/>
            <p:cNvSpPr/>
            <p:nvPr/>
          </p:nvSpPr>
          <p:spPr>
            <a:xfrm>
              <a:off x="952500" y="1442100"/>
              <a:ext cx="777900" cy="1257900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40" name="Google Shape;240;p20"/>
            <p:cNvCxnSpPr/>
            <p:nvPr/>
          </p:nvCxnSpPr>
          <p:spPr>
            <a:xfrm flipH="1">
              <a:off x="836175" y="1446925"/>
              <a:ext cx="0" cy="1250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41" name="Google Shape;241;p20"/>
            <p:cNvCxnSpPr/>
            <p:nvPr/>
          </p:nvCxnSpPr>
          <p:spPr>
            <a:xfrm rot="10800000">
              <a:off x="952150" y="2835483"/>
              <a:ext cx="792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242" name="Google Shape;242;p20"/>
            <p:cNvGrpSpPr/>
            <p:nvPr/>
          </p:nvGrpSpPr>
          <p:grpSpPr>
            <a:xfrm>
              <a:off x="963306" y="2574128"/>
              <a:ext cx="113825" cy="113825"/>
              <a:chOff x="2094050" y="1581258"/>
              <a:chExt cx="145500" cy="145500"/>
            </a:xfrm>
          </p:grpSpPr>
          <p:cxnSp>
            <p:nvCxnSpPr>
              <p:cNvPr id="243" name="Google Shape;243;p2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4" name="Google Shape;244;p2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45" name="Google Shape;245;p20"/>
            <p:cNvGrpSpPr/>
            <p:nvPr/>
          </p:nvGrpSpPr>
          <p:grpSpPr>
            <a:xfrm flipH="1">
              <a:off x="1606504" y="2574128"/>
              <a:ext cx="113825" cy="113825"/>
              <a:chOff x="2106762" y="1581258"/>
              <a:chExt cx="145500" cy="145500"/>
            </a:xfrm>
          </p:grpSpPr>
          <p:cxnSp>
            <p:nvCxnSpPr>
              <p:cNvPr id="246" name="Google Shape;246;p20"/>
              <p:cNvCxnSpPr/>
              <p:nvPr/>
            </p:nvCxnSpPr>
            <p:spPr>
              <a:xfrm>
                <a:off x="2106762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7" name="Google Shape;247;p20"/>
              <p:cNvCxnSpPr/>
              <p:nvPr/>
            </p:nvCxnSpPr>
            <p:spPr>
              <a:xfrm rot="5400000">
                <a:off x="2168420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48" name="Google Shape;248;p20"/>
            <p:cNvGrpSpPr/>
            <p:nvPr/>
          </p:nvGrpSpPr>
          <p:grpSpPr>
            <a:xfrm rot="10800000">
              <a:off x="1621891" y="1436571"/>
              <a:ext cx="113825" cy="113825"/>
              <a:chOff x="2094050" y="1581258"/>
              <a:chExt cx="145500" cy="145500"/>
            </a:xfrm>
          </p:grpSpPr>
          <p:cxnSp>
            <p:nvCxnSpPr>
              <p:cNvPr id="249" name="Google Shape;249;p2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0" name="Google Shape;250;p2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51" name="Google Shape;251;p20"/>
            <p:cNvGrpSpPr/>
            <p:nvPr/>
          </p:nvGrpSpPr>
          <p:grpSpPr>
            <a:xfrm rot="10800000" flipH="1">
              <a:off x="952420" y="1436571"/>
              <a:ext cx="113825" cy="113825"/>
              <a:chOff x="2094050" y="1581258"/>
              <a:chExt cx="145500" cy="145500"/>
            </a:xfrm>
          </p:grpSpPr>
          <p:cxnSp>
            <p:nvCxnSpPr>
              <p:cNvPr id="252" name="Google Shape;252;p2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3" name="Google Shape;253;p2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54" name="Google Shape;254;p20"/>
          <p:cNvSpPr txBox="1"/>
          <p:nvPr/>
        </p:nvSpPr>
        <p:spPr>
          <a:xfrm>
            <a:off x="1882573" y="2753523"/>
            <a:ext cx="4212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2389682" y="3305724"/>
            <a:ext cx="4212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3449561" y="3585519"/>
            <a:ext cx="421500" cy="1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3056806" y="2959297"/>
            <a:ext cx="421500" cy="1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0"/>
          <p:cNvSpPr/>
          <p:nvPr/>
        </p:nvSpPr>
        <p:spPr>
          <a:xfrm rot="-4315117">
            <a:off x="3573488" y="2880597"/>
            <a:ext cx="645686" cy="826317"/>
          </a:xfrm>
          <a:prstGeom prst="parallelogram">
            <a:avLst>
              <a:gd name="adj" fmla="val 21624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9" name="Google Shape;259;p20"/>
          <p:cNvCxnSpPr/>
          <p:nvPr/>
        </p:nvCxnSpPr>
        <p:spPr>
          <a:xfrm rot="-469635">
            <a:off x="3435520" y="3363436"/>
            <a:ext cx="698306" cy="49088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60" name="Google Shape;260;p20"/>
          <p:cNvCxnSpPr/>
          <p:nvPr/>
        </p:nvCxnSpPr>
        <p:spPr>
          <a:xfrm rot="6486008">
            <a:off x="3191349" y="3089572"/>
            <a:ext cx="519508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261" name="Google Shape;261;p20"/>
          <p:cNvGrpSpPr/>
          <p:nvPr/>
        </p:nvGrpSpPr>
        <p:grpSpPr>
          <a:xfrm rot="-6094437">
            <a:off x="3533677" y="2054171"/>
            <a:ext cx="381702" cy="561153"/>
            <a:chOff x="7122015" y="3326798"/>
            <a:chExt cx="582371" cy="856164"/>
          </a:xfrm>
        </p:grpSpPr>
        <p:sp>
          <p:nvSpPr>
            <p:cNvPr id="262" name="Google Shape;262;p20"/>
            <p:cNvSpPr/>
            <p:nvPr/>
          </p:nvSpPr>
          <p:spPr>
            <a:xfrm>
              <a:off x="7215450" y="3450662"/>
              <a:ext cx="452700" cy="732300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3" name="Google Shape;263;p20"/>
            <p:cNvCxnSpPr/>
            <p:nvPr/>
          </p:nvCxnSpPr>
          <p:spPr>
            <a:xfrm flipH="1">
              <a:off x="7122015" y="3453471"/>
              <a:ext cx="0" cy="728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64" name="Google Shape;264;p20"/>
            <p:cNvCxnSpPr/>
            <p:nvPr/>
          </p:nvCxnSpPr>
          <p:spPr>
            <a:xfrm rot="10800000">
              <a:off x="7242986" y="3326798"/>
              <a:ext cx="461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265" name="Google Shape;265;p20"/>
            <p:cNvGrpSpPr/>
            <p:nvPr/>
          </p:nvGrpSpPr>
          <p:grpSpPr>
            <a:xfrm>
              <a:off x="7219672" y="4092228"/>
              <a:ext cx="79341" cy="79341"/>
              <a:chOff x="2094050" y="1581258"/>
              <a:chExt cx="145500" cy="145500"/>
            </a:xfrm>
          </p:grpSpPr>
          <p:cxnSp>
            <p:nvCxnSpPr>
              <p:cNvPr id="266" name="Google Shape;266;p2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7" name="Google Shape;267;p2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8" name="Google Shape;268;p20"/>
            <p:cNvGrpSpPr/>
            <p:nvPr/>
          </p:nvGrpSpPr>
          <p:grpSpPr>
            <a:xfrm flipH="1">
              <a:off x="7587426" y="4092228"/>
              <a:ext cx="79341" cy="79341"/>
              <a:chOff x="2094050" y="1581258"/>
              <a:chExt cx="145500" cy="145500"/>
            </a:xfrm>
          </p:grpSpPr>
          <p:cxnSp>
            <p:nvCxnSpPr>
              <p:cNvPr id="269" name="Google Shape;269;p2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0" name="Google Shape;270;p2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71" name="Google Shape;271;p20"/>
            <p:cNvGrpSpPr/>
            <p:nvPr/>
          </p:nvGrpSpPr>
          <p:grpSpPr>
            <a:xfrm rot="10800000">
              <a:off x="7584335" y="3451758"/>
              <a:ext cx="79341" cy="79341"/>
              <a:chOff x="2094050" y="1581258"/>
              <a:chExt cx="145500" cy="145500"/>
            </a:xfrm>
          </p:grpSpPr>
          <p:cxnSp>
            <p:nvCxnSpPr>
              <p:cNvPr id="272" name="Google Shape;272;p2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3" name="Google Shape;273;p2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74" name="Google Shape;274;p20"/>
            <p:cNvGrpSpPr/>
            <p:nvPr/>
          </p:nvGrpSpPr>
          <p:grpSpPr>
            <a:xfrm rot="10800000" flipH="1">
              <a:off x="7212084" y="3451758"/>
              <a:ext cx="79341" cy="79341"/>
              <a:chOff x="2094050" y="1581258"/>
              <a:chExt cx="145500" cy="145500"/>
            </a:xfrm>
          </p:grpSpPr>
          <p:cxnSp>
            <p:nvCxnSpPr>
              <p:cNvPr id="275" name="Google Shape;275;p2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6" name="Google Shape;276;p2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77" name="Google Shape;277;p20"/>
          <p:cNvSpPr txBox="1"/>
          <p:nvPr/>
        </p:nvSpPr>
        <p:spPr>
          <a:xfrm rot="9801">
            <a:off x="3735254" y="2516258"/>
            <a:ext cx="420902" cy="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 rot="11536">
            <a:off x="3038297" y="2260994"/>
            <a:ext cx="447003" cy="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0"/>
          <p:cNvSpPr txBox="1"/>
          <p:nvPr/>
        </p:nvSpPr>
        <p:spPr>
          <a:xfrm>
            <a:off x="2495150" y="2699241"/>
            <a:ext cx="1782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0"/>
          <p:cNvSpPr txBox="1"/>
          <p:nvPr/>
        </p:nvSpPr>
        <p:spPr>
          <a:xfrm>
            <a:off x="2966255" y="4193981"/>
            <a:ext cx="1782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0"/>
          <p:cNvSpPr txBox="1"/>
          <p:nvPr/>
        </p:nvSpPr>
        <p:spPr>
          <a:xfrm>
            <a:off x="3703131" y="2184008"/>
            <a:ext cx="1782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0"/>
          <p:cNvSpPr txBox="1"/>
          <p:nvPr/>
        </p:nvSpPr>
        <p:spPr>
          <a:xfrm>
            <a:off x="1347430" y="3893230"/>
            <a:ext cx="1782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3810471" y="3171565"/>
            <a:ext cx="1782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6594628" y="2825730"/>
            <a:ext cx="1260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5946857" y="3002395"/>
            <a:ext cx="1260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6594628" y="3237948"/>
            <a:ext cx="1260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7" name="Google Shape;287;p20"/>
          <p:cNvSpPr txBox="1"/>
          <p:nvPr/>
        </p:nvSpPr>
        <p:spPr>
          <a:xfrm>
            <a:off x="5240198" y="3179060"/>
            <a:ext cx="1260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8" name="Google Shape;288;p20"/>
          <p:cNvSpPr txBox="1"/>
          <p:nvPr/>
        </p:nvSpPr>
        <p:spPr>
          <a:xfrm>
            <a:off x="5946857" y="3355724"/>
            <a:ext cx="1260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89" name="Google Shape;289;p20"/>
          <p:cNvCxnSpPr/>
          <p:nvPr/>
        </p:nvCxnSpPr>
        <p:spPr>
          <a:xfrm flipH="1">
            <a:off x="6189627" y="3889699"/>
            <a:ext cx="273000" cy="218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0" name="Google Shape;290;p20"/>
          <p:cNvSpPr txBox="1"/>
          <p:nvPr/>
        </p:nvSpPr>
        <p:spPr>
          <a:xfrm>
            <a:off x="468000" y="5459122"/>
            <a:ext cx="6624000" cy="23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information describes five connected rectangles, with vertices at points A to L.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LC is a horizontal line with length 2 units.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Point F is below Point C and CF = 2LC.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LCFI is a rectangle.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KLIJ is congruent to LCFI.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ABCL is congruent to LCFI.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CDEF is similar to LCFI but not congruent.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FGHI is similar to LCFI but not congruent.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information to plot points A to L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 the grid and draw the five rectangles.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1" name="Google Shape;291;p20"/>
          <p:cNvPicPr preferRelativeResize="0"/>
          <p:nvPr/>
        </p:nvPicPr>
        <p:blipFill>
          <a:blip r:embed="rId3">
            <a:alphaModFix/>
          </a:blip>
          <a:srcRect r="6076" b="40044"/>
          <a:stretch>
            <a:fillRect/>
          </a:stretch>
        </p:blipFill>
        <p:spPr>
          <a:xfrm>
            <a:off x="4165172" y="5761314"/>
            <a:ext cx="2926828" cy="250454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0"/>
          <p:cNvSpPr/>
          <p:nvPr/>
        </p:nvSpPr>
        <p:spPr>
          <a:xfrm>
            <a:off x="4679666" y="6043693"/>
            <a:ext cx="411300" cy="847200"/>
          </a:xfrm>
          <a:prstGeom prst="rect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4679666" y="6890177"/>
            <a:ext cx="411300" cy="847200"/>
          </a:xfrm>
          <a:prstGeom prst="rect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4261101" y="6890177"/>
            <a:ext cx="411300" cy="847200"/>
          </a:xfrm>
          <a:prstGeom prst="rect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0"/>
          <p:cNvSpPr/>
          <p:nvPr/>
        </p:nvSpPr>
        <p:spPr>
          <a:xfrm>
            <a:off x="5099513" y="6890186"/>
            <a:ext cx="1702200" cy="847200"/>
          </a:xfrm>
          <a:prstGeom prst="rect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0"/>
          <p:cNvSpPr/>
          <p:nvPr/>
        </p:nvSpPr>
        <p:spPr>
          <a:xfrm>
            <a:off x="4679661" y="7737371"/>
            <a:ext cx="411300" cy="205800"/>
          </a:xfrm>
          <a:prstGeom prst="rect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0"/>
          <p:cNvSpPr txBox="1"/>
          <p:nvPr/>
        </p:nvSpPr>
        <p:spPr>
          <a:xfrm>
            <a:off x="4548776" y="6691070"/>
            <a:ext cx="201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0"/>
          <p:cNvSpPr txBox="1"/>
          <p:nvPr/>
        </p:nvSpPr>
        <p:spPr>
          <a:xfrm>
            <a:off x="5132896" y="6700429"/>
            <a:ext cx="201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0"/>
          <p:cNvSpPr txBox="1"/>
          <p:nvPr/>
        </p:nvSpPr>
        <p:spPr>
          <a:xfrm>
            <a:off x="5140964" y="7557831"/>
            <a:ext cx="201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0"/>
          <p:cNvSpPr txBox="1"/>
          <p:nvPr/>
        </p:nvSpPr>
        <p:spPr>
          <a:xfrm>
            <a:off x="4572980" y="7536264"/>
            <a:ext cx="201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0"/>
          <p:cNvSpPr txBox="1"/>
          <p:nvPr/>
        </p:nvSpPr>
        <p:spPr>
          <a:xfrm>
            <a:off x="4613320" y="5837809"/>
            <a:ext cx="201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0"/>
          <p:cNvSpPr txBox="1"/>
          <p:nvPr/>
        </p:nvSpPr>
        <p:spPr>
          <a:xfrm>
            <a:off x="5046730" y="5844586"/>
            <a:ext cx="201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0"/>
          <p:cNvSpPr txBox="1"/>
          <p:nvPr/>
        </p:nvSpPr>
        <p:spPr>
          <a:xfrm>
            <a:off x="6744086" y="6674064"/>
            <a:ext cx="201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0"/>
          <p:cNvSpPr txBox="1"/>
          <p:nvPr/>
        </p:nvSpPr>
        <p:spPr>
          <a:xfrm>
            <a:off x="6746485" y="7758292"/>
            <a:ext cx="201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0"/>
          <p:cNvSpPr txBox="1"/>
          <p:nvPr/>
        </p:nvSpPr>
        <p:spPr>
          <a:xfrm>
            <a:off x="5037371" y="7965476"/>
            <a:ext cx="201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0"/>
          <p:cNvSpPr txBox="1"/>
          <p:nvPr/>
        </p:nvSpPr>
        <p:spPr>
          <a:xfrm>
            <a:off x="4613320" y="7972253"/>
            <a:ext cx="201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0"/>
          <p:cNvSpPr txBox="1"/>
          <p:nvPr/>
        </p:nvSpPr>
        <p:spPr>
          <a:xfrm>
            <a:off x="4202640" y="7759163"/>
            <a:ext cx="201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0"/>
          <p:cNvSpPr txBox="1"/>
          <p:nvPr/>
        </p:nvSpPr>
        <p:spPr>
          <a:xfrm>
            <a:off x="4205039" y="6679732"/>
            <a:ext cx="201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9" name="Google Shape;309;p20"/>
          <p:cNvCxnSpPr/>
          <p:nvPr/>
        </p:nvCxnSpPr>
        <p:spPr>
          <a:xfrm>
            <a:off x="4663239" y="6888782"/>
            <a:ext cx="4320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0" name="Google Shape;310;p20"/>
          <p:cNvSpPr/>
          <p:nvPr/>
        </p:nvSpPr>
        <p:spPr>
          <a:xfrm>
            <a:off x="4636828" y="6851940"/>
            <a:ext cx="73800" cy="738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0"/>
          <p:cNvSpPr/>
          <p:nvPr/>
        </p:nvSpPr>
        <p:spPr>
          <a:xfrm>
            <a:off x="5064037" y="6851940"/>
            <a:ext cx="73800" cy="738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5064037" y="6008865"/>
            <a:ext cx="73800" cy="738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0"/>
          <p:cNvSpPr/>
          <p:nvPr/>
        </p:nvSpPr>
        <p:spPr>
          <a:xfrm>
            <a:off x="4642497" y="6008865"/>
            <a:ext cx="73800" cy="738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4642497" y="7697737"/>
            <a:ext cx="73800" cy="738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0"/>
          <p:cNvSpPr/>
          <p:nvPr/>
        </p:nvSpPr>
        <p:spPr>
          <a:xfrm>
            <a:off x="4642497" y="7904311"/>
            <a:ext cx="73800" cy="738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0"/>
          <p:cNvSpPr/>
          <p:nvPr/>
        </p:nvSpPr>
        <p:spPr>
          <a:xfrm>
            <a:off x="5052699" y="7904311"/>
            <a:ext cx="73800" cy="738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0"/>
          <p:cNvSpPr/>
          <p:nvPr/>
        </p:nvSpPr>
        <p:spPr>
          <a:xfrm>
            <a:off x="5052699" y="7703406"/>
            <a:ext cx="73800" cy="738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0"/>
          <p:cNvSpPr/>
          <p:nvPr/>
        </p:nvSpPr>
        <p:spPr>
          <a:xfrm>
            <a:off x="6764256" y="7703406"/>
            <a:ext cx="73800" cy="738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0"/>
          <p:cNvSpPr/>
          <p:nvPr/>
        </p:nvSpPr>
        <p:spPr>
          <a:xfrm>
            <a:off x="6764256" y="6848992"/>
            <a:ext cx="73800" cy="738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0"/>
          <p:cNvSpPr/>
          <p:nvPr/>
        </p:nvSpPr>
        <p:spPr>
          <a:xfrm>
            <a:off x="4220957" y="6848992"/>
            <a:ext cx="73800" cy="738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0"/>
          <p:cNvSpPr/>
          <p:nvPr/>
        </p:nvSpPr>
        <p:spPr>
          <a:xfrm>
            <a:off x="4220957" y="7703406"/>
            <a:ext cx="73800" cy="738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0"/>
          <p:cNvSpPr txBox="1"/>
          <p:nvPr/>
        </p:nvSpPr>
        <p:spPr>
          <a:xfrm>
            <a:off x="464250" y="8495450"/>
            <a:ext cx="6624000" cy="9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Other solutions are possible if the rectangles overlap, DE are fixed due to space on the grid.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23" name="Google Shape;323;p20"/>
          <p:cNvCxnSpPr/>
          <p:nvPr/>
        </p:nvCxnSpPr>
        <p:spPr>
          <a:xfrm>
            <a:off x="45120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27" name="Shape 327"/>
        <p:cNvGrpSpPr/>
        <p:nvPr/>
      </p:nvGrpSpPr>
      <p:grpSpPr>
        <a:xfrm>
          <a:off x="0" y="0"/>
          <a:ext cx="0" cy="0"/>
        </a:xfrm>
      </p:grpSpPr>
      <p:grpSp>
        <p:nvGrpSpPr>
          <p:cNvPr id="328" name="Google Shape;328;p21"/>
          <p:cNvGrpSpPr/>
          <p:nvPr/>
        </p:nvGrpSpPr>
        <p:grpSpPr>
          <a:xfrm>
            <a:off x="5860702" y="1105859"/>
            <a:ext cx="1065545" cy="1566842"/>
            <a:chOff x="955997" y="2127704"/>
            <a:chExt cx="1164403" cy="1712209"/>
          </a:xfrm>
        </p:grpSpPr>
        <p:sp>
          <p:nvSpPr>
            <p:cNvPr id="329" name="Google Shape;329;p21"/>
            <p:cNvSpPr/>
            <p:nvPr/>
          </p:nvSpPr>
          <p:spPr>
            <a:xfrm>
              <a:off x="1058045" y="3657130"/>
              <a:ext cx="115800" cy="1158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0" name="Google Shape;330;p21"/>
            <p:cNvSpPr/>
            <p:nvPr/>
          </p:nvSpPr>
          <p:spPr>
            <a:xfrm>
              <a:off x="955997" y="2691429"/>
              <a:ext cx="189600" cy="189600"/>
            </a:xfrm>
            <a:prstGeom prst="arc">
              <a:avLst>
                <a:gd name="adj1" fmla="val 19420455"/>
                <a:gd name="adj2" fmla="val 4623905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1" name="Google Shape;331;p21"/>
            <p:cNvSpPr/>
            <p:nvPr/>
          </p:nvSpPr>
          <p:spPr>
            <a:xfrm>
              <a:off x="1424734" y="2127704"/>
              <a:ext cx="286800" cy="286800"/>
            </a:xfrm>
            <a:prstGeom prst="arc">
              <a:avLst>
                <a:gd name="adj1" fmla="val 3848259"/>
                <a:gd name="adj2" fmla="val 7982719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2" name="Google Shape;332;p21"/>
            <p:cNvSpPr/>
            <p:nvPr/>
          </p:nvSpPr>
          <p:spPr>
            <a:xfrm>
              <a:off x="1962600" y="3198950"/>
              <a:ext cx="157800" cy="157800"/>
            </a:xfrm>
            <a:prstGeom prst="arc">
              <a:avLst>
                <a:gd name="adj1" fmla="val 6516218"/>
                <a:gd name="adj2" fmla="val 14862503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3" name="Google Shape;333;p21"/>
            <p:cNvSpPr/>
            <p:nvPr/>
          </p:nvSpPr>
          <p:spPr>
            <a:xfrm>
              <a:off x="1727971" y="3682113"/>
              <a:ext cx="157800" cy="157800"/>
            </a:xfrm>
            <a:prstGeom prst="arc">
              <a:avLst>
                <a:gd name="adj1" fmla="val 10346114"/>
                <a:gd name="adj2" fmla="val 18259144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4" name="Google Shape;334;p21"/>
            <p:cNvSpPr/>
            <p:nvPr/>
          </p:nvSpPr>
          <p:spPr>
            <a:xfrm>
              <a:off x="1055550" y="2276775"/>
              <a:ext cx="1005101" cy="1503218"/>
            </a:xfrm>
            <a:custGeom>
              <a:rect l="l" t="t" r="r" b="b"/>
              <a:pathLst>
                <a:path w="61212" h="91548" extrusionOk="0">
                  <a:moveTo>
                    <a:pt x="0" y="30697"/>
                  </a:moveTo>
                  <a:lnTo>
                    <a:pt x="0" y="91548"/>
                  </a:lnTo>
                  <a:lnTo>
                    <a:pt x="46406" y="91548"/>
                  </a:lnTo>
                  <a:lnTo>
                    <a:pt x="61212" y="61032"/>
                  </a:lnTo>
                  <a:lnTo>
                    <a:pt x="31238" y="0"/>
                  </a:lnTo>
                  <a:close/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</p:grpSp>
      <p:sp>
        <p:nvSpPr>
          <p:cNvPr id="335" name="Google Shape;335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336" name="Google Shape;336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or similar or neither</a:t>
            </a:r>
            <a:endParaRPr/>
          </a:p>
        </p:txBody>
      </p:sp>
      <p:sp>
        <p:nvSpPr>
          <p:cNvPr id="337" name="Google Shape;33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39" name="Google Shape;339;p21"/>
          <p:cNvSpPr txBox="1"/>
          <p:nvPr/>
        </p:nvSpPr>
        <p:spPr>
          <a:xfrm>
            <a:off x="468000" y="1101700"/>
            <a:ext cx="65487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) Fill in the table for shapes B and C, matching up the angles if you can.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468000" y="720000"/>
            <a:ext cx="66240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Checking for similarity and congruence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41" name="Google Shape;341;p21"/>
          <p:cNvGraphicFramePr>
            <a:graphicFrameLocks noGrp="1"/>
          </p:cNvGraphicFramePr>
          <p:nvPr/>
        </p:nvGraphicFramePr>
        <p:xfrm>
          <a:off x="714236" y="1450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{50CCD43F-E410-4BF1-9217-40925D523967}</a:tableStyleId>
              </a:tblPr>
              <a:tblGrid>
                <a:gridCol w="1420025"/>
                <a:gridCol w="562450"/>
                <a:gridCol w="562450"/>
                <a:gridCol w="562450"/>
                <a:gridCol w="562450"/>
                <a:gridCol w="562450"/>
              </a:tblGrid>
              <a:tr h="3362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A angles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116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127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62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B angles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62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C angles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42" name="Google Shape;342;p21"/>
          <p:cNvSpPr txBox="1"/>
          <p:nvPr/>
        </p:nvSpPr>
        <p:spPr>
          <a:xfrm>
            <a:off x="6016909" y="1709110"/>
            <a:ext cx="4287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135°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6230228" y="1413669"/>
            <a:ext cx="4287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72°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21"/>
          <p:cNvSpPr txBox="1"/>
          <p:nvPr/>
        </p:nvSpPr>
        <p:spPr>
          <a:xfrm>
            <a:off x="6414631" y="2008187"/>
            <a:ext cx="4287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127°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6308219" y="2373358"/>
            <a:ext cx="4287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116°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46" name="Google Shape;346;p21"/>
          <p:cNvGrpSpPr/>
          <p:nvPr/>
        </p:nvGrpSpPr>
        <p:grpSpPr>
          <a:xfrm>
            <a:off x="5089502" y="2643067"/>
            <a:ext cx="1850097" cy="2015456"/>
            <a:chOff x="2648661" y="1452693"/>
            <a:chExt cx="2995624" cy="2995624"/>
          </a:xfrm>
        </p:grpSpPr>
        <p:sp>
          <p:nvSpPr>
            <p:cNvPr id="347" name="Google Shape;347;p21"/>
            <p:cNvSpPr/>
            <p:nvPr/>
          </p:nvSpPr>
          <p:spPr>
            <a:xfrm rot="-8100000">
              <a:off x="5396815" y="2560686"/>
              <a:ext cx="195586" cy="195586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8" name="Google Shape;348;p21"/>
            <p:cNvSpPr/>
            <p:nvPr/>
          </p:nvSpPr>
          <p:spPr>
            <a:xfrm rot="-8100000">
              <a:off x="4302987" y="3685332"/>
              <a:ext cx="320319" cy="320319"/>
            </a:xfrm>
            <a:prstGeom prst="arc">
              <a:avLst>
                <a:gd name="adj1" fmla="val 19420455"/>
                <a:gd name="adj2" fmla="val 4623905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9" name="Google Shape;349;p21"/>
            <p:cNvSpPr/>
            <p:nvPr/>
          </p:nvSpPr>
          <p:spPr>
            <a:xfrm rot="-8100000">
              <a:off x="2987822" y="3600580"/>
              <a:ext cx="484510" cy="484510"/>
            </a:xfrm>
            <a:prstGeom prst="arc">
              <a:avLst>
                <a:gd name="adj1" fmla="val 3848259"/>
                <a:gd name="adj2" fmla="val 7982719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0" name="Google Shape;350;p21"/>
            <p:cNvSpPr/>
            <p:nvPr/>
          </p:nvSpPr>
          <p:spPr>
            <a:xfrm rot="-8100000">
              <a:off x="3733874" y="1942054"/>
              <a:ext cx="266438" cy="266438"/>
            </a:xfrm>
            <a:prstGeom prst="arc">
              <a:avLst>
                <a:gd name="adj1" fmla="val 6516218"/>
                <a:gd name="adj2" fmla="val 14862503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1" name="Google Shape;351;p21"/>
            <p:cNvSpPr/>
            <p:nvPr/>
          </p:nvSpPr>
          <p:spPr>
            <a:xfrm rot="-8100000">
              <a:off x="4591132" y="1645229"/>
              <a:ext cx="266438" cy="266438"/>
            </a:xfrm>
            <a:prstGeom prst="arc">
              <a:avLst>
                <a:gd name="adj1" fmla="val 10346114"/>
                <a:gd name="adj2" fmla="val 18259144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2" name="Google Shape;352;p21"/>
            <p:cNvSpPr/>
            <p:nvPr/>
          </p:nvSpPr>
          <p:spPr>
            <a:xfrm rot="-8100000">
              <a:off x="3297685" y="1681067"/>
              <a:ext cx="1697576" cy="2538876"/>
            </a:xfrm>
            <a:custGeom>
              <a:rect l="l" t="t" r="r" b="b"/>
              <a:pathLst>
                <a:path w="61212" h="91548" extrusionOk="0">
                  <a:moveTo>
                    <a:pt x="0" y="30697"/>
                  </a:moveTo>
                  <a:lnTo>
                    <a:pt x="0" y="91548"/>
                  </a:lnTo>
                  <a:lnTo>
                    <a:pt x="46406" y="91548"/>
                  </a:lnTo>
                  <a:lnTo>
                    <a:pt x="61212" y="61032"/>
                  </a:lnTo>
                  <a:lnTo>
                    <a:pt x="31238" y="0"/>
                  </a:lnTo>
                  <a:close/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</p:grpSp>
      <p:sp>
        <p:nvSpPr>
          <p:cNvPr id="353" name="Google Shape;353;p21"/>
          <p:cNvSpPr txBox="1"/>
          <p:nvPr/>
        </p:nvSpPr>
        <p:spPr>
          <a:xfrm>
            <a:off x="6191069" y="2970875"/>
            <a:ext cx="3687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116°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>
            <a:off x="5995124" y="3978204"/>
            <a:ext cx="4287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127°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>
            <a:off x="5580331" y="4021763"/>
            <a:ext cx="3021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72°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>
            <a:off x="5817998" y="3143619"/>
            <a:ext cx="368700" cy="1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135°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1"/>
          <p:cNvSpPr txBox="1"/>
          <p:nvPr/>
        </p:nvSpPr>
        <p:spPr>
          <a:xfrm>
            <a:off x="6116284" y="2031047"/>
            <a:ext cx="168300" cy="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1"/>
          <p:cNvSpPr txBox="1"/>
          <p:nvPr/>
        </p:nvSpPr>
        <p:spPr>
          <a:xfrm>
            <a:off x="6055709" y="3552471"/>
            <a:ext cx="168300" cy="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1"/>
          <p:cNvSpPr txBox="1"/>
          <p:nvPr/>
        </p:nvSpPr>
        <p:spPr>
          <a:xfrm>
            <a:off x="668726" y="2714293"/>
            <a:ext cx="47043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Which shape is neither similar nor congruent to Shape A?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>
            <a:off x="668726" y="3228267"/>
            <a:ext cx="47043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Is it possible to determine congruence for the other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shape? Explain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1"/>
          <p:cNvSpPr txBox="1"/>
          <p:nvPr/>
        </p:nvSpPr>
        <p:spPr>
          <a:xfrm>
            <a:off x="2344223" y="1921012"/>
            <a:ext cx="368700" cy="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116°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2" name="Google Shape;362;p21"/>
          <p:cNvSpPr txBox="1"/>
          <p:nvPr/>
        </p:nvSpPr>
        <p:spPr>
          <a:xfrm>
            <a:off x="2889403" y="1921012"/>
            <a:ext cx="368700" cy="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127°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3" name="Google Shape;363;p21"/>
          <p:cNvSpPr txBox="1"/>
          <p:nvPr/>
        </p:nvSpPr>
        <p:spPr>
          <a:xfrm>
            <a:off x="3434583" y="1921012"/>
            <a:ext cx="368700" cy="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72°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4" name="Google Shape;364;p21"/>
          <p:cNvSpPr txBox="1"/>
          <p:nvPr/>
        </p:nvSpPr>
        <p:spPr>
          <a:xfrm>
            <a:off x="3979762" y="1921012"/>
            <a:ext cx="368700" cy="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135°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5" name="Google Shape;365;p21"/>
          <p:cNvSpPr txBox="1"/>
          <p:nvPr/>
        </p:nvSpPr>
        <p:spPr>
          <a:xfrm>
            <a:off x="4494960" y="1921012"/>
            <a:ext cx="368700" cy="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90°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6" name="Google Shape;366;p21"/>
          <p:cNvSpPr txBox="1"/>
          <p:nvPr/>
        </p:nvSpPr>
        <p:spPr>
          <a:xfrm>
            <a:off x="2344223" y="2246223"/>
            <a:ext cx="368700" cy="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90°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7" name="Google Shape;367;p21"/>
          <p:cNvSpPr txBox="1"/>
          <p:nvPr/>
        </p:nvSpPr>
        <p:spPr>
          <a:xfrm>
            <a:off x="2889403" y="2246223"/>
            <a:ext cx="368700" cy="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127°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8" name="Google Shape;368;p21"/>
          <p:cNvSpPr txBox="1"/>
          <p:nvPr/>
        </p:nvSpPr>
        <p:spPr>
          <a:xfrm>
            <a:off x="3434583" y="2246223"/>
            <a:ext cx="368700" cy="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72°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9" name="Google Shape;369;p21"/>
          <p:cNvSpPr txBox="1"/>
          <p:nvPr/>
        </p:nvSpPr>
        <p:spPr>
          <a:xfrm>
            <a:off x="3979762" y="2246223"/>
            <a:ext cx="368700" cy="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135°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0" name="Google Shape;370;p21"/>
          <p:cNvSpPr txBox="1"/>
          <p:nvPr/>
        </p:nvSpPr>
        <p:spPr>
          <a:xfrm>
            <a:off x="4494960" y="2246223"/>
            <a:ext cx="368700" cy="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116°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1" name="Google Shape;371;p21"/>
          <p:cNvSpPr txBox="1"/>
          <p:nvPr/>
        </p:nvSpPr>
        <p:spPr>
          <a:xfrm>
            <a:off x="935702" y="2934890"/>
            <a:ext cx="1668600" cy="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shape 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2" name="Google Shape;372;p21"/>
          <p:cNvSpPr txBox="1"/>
          <p:nvPr/>
        </p:nvSpPr>
        <p:spPr>
          <a:xfrm>
            <a:off x="935731" y="3722365"/>
            <a:ext cx="4100700" cy="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No. Congruence cannot be determined without establishing whether the lengths are the same.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3" name="Google Shape;373;p21"/>
          <p:cNvSpPr txBox="1"/>
          <p:nvPr/>
        </p:nvSpPr>
        <p:spPr>
          <a:xfrm>
            <a:off x="468000" y="4602350"/>
            <a:ext cx="66240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) Fill in the table for shape B.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74" name="Google Shape;374;p21"/>
          <p:cNvGraphicFramePr>
            <a:graphicFrameLocks noGrp="1"/>
          </p:cNvGraphicFramePr>
          <p:nvPr/>
        </p:nvGraphicFramePr>
        <p:xfrm>
          <a:off x="715500" y="49522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{50CCD43F-E410-4BF1-9217-40925D523967}</a:tableStyleId>
              </a:tblPr>
              <a:tblGrid>
                <a:gridCol w="2144150"/>
                <a:gridCol w="738350"/>
                <a:gridCol w="738350"/>
                <a:gridCol w="738350"/>
                <a:gridCol w="739075"/>
              </a:tblGrid>
              <a:tr h="350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109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119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75" name="Google Shape;375;p21"/>
          <p:cNvGraphicFramePr>
            <a:graphicFrameLocks noGrp="1"/>
          </p:cNvGraphicFramePr>
          <p:nvPr/>
        </p:nvGraphicFramePr>
        <p:xfrm>
          <a:off x="714755" y="53144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{50CCD43F-E410-4BF1-9217-40925D523967}</a:tableStyleId>
              </a:tblPr>
              <a:tblGrid>
                <a:gridCol w="2144900"/>
                <a:gridCol w="738350"/>
                <a:gridCol w="738350"/>
                <a:gridCol w="738350"/>
                <a:gridCol w="7383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A lengths (m)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B lengths (m)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76" name="Google Shape;376;p21"/>
          <p:cNvSpPr txBox="1"/>
          <p:nvPr/>
        </p:nvSpPr>
        <p:spPr>
          <a:xfrm>
            <a:off x="714225" y="6286975"/>
            <a:ext cx="63777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Are shapes A and B congruent, similar or neither?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Justify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77" name="Google Shape;377;p21"/>
          <p:cNvGrpSpPr/>
          <p:nvPr/>
        </p:nvGrpSpPr>
        <p:grpSpPr>
          <a:xfrm>
            <a:off x="5295293" y="6306211"/>
            <a:ext cx="1692592" cy="2974873"/>
            <a:chOff x="6518377" y="1018125"/>
            <a:chExt cx="2064641" cy="3628779"/>
          </a:xfrm>
        </p:grpSpPr>
        <p:sp>
          <p:nvSpPr>
            <p:cNvPr id="378" name="Google Shape;378;p21"/>
            <p:cNvSpPr/>
            <p:nvPr/>
          </p:nvSpPr>
          <p:spPr>
            <a:xfrm>
              <a:off x="6831050" y="1231525"/>
              <a:ext cx="1539400" cy="3107650"/>
            </a:xfrm>
            <a:custGeom>
              <a:rect l="l" t="t" r="r" b="b"/>
              <a:pathLst>
                <a:path w="61576" h="124304" extrusionOk="0">
                  <a:moveTo>
                    <a:pt x="385" y="0"/>
                  </a:moveTo>
                  <a:lnTo>
                    <a:pt x="31173" y="0"/>
                  </a:lnTo>
                  <a:lnTo>
                    <a:pt x="61576" y="54648"/>
                  </a:lnTo>
                  <a:lnTo>
                    <a:pt x="0" y="124306"/>
                  </a:lnTo>
                  <a:close/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379" name="Google Shape;379;p21"/>
            <p:cNvSpPr/>
            <p:nvPr/>
          </p:nvSpPr>
          <p:spPr>
            <a:xfrm>
              <a:off x="7426250" y="1018125"/>
              <a:ext cx="409200" cy="409200"/>
            </a:xfrm>
            <a:prstGeom prst="arc">
              <a:avLst>
                <a:gd name="adj1" fmla="val 3917495"/>
                <a:gd name="adj2" fmla="val 10347035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0" name="Google Shape;380;p21"/>
            <p:cNvSpPr/>
            <p:nvPr/>
          </p:nvSpPr>
          <p:spPr>
            <a:xfrm>
              <a:off x="8173818" y="2389725"/>
              <a:ext cx="409200" cy="409200"/>
            </a:xfrm>
            <a:prstGeom prst="arc">
              <a:avLst>
                <a:gd name="adj1" fmla="val 7814988"/>
                <a:gd name="adj2" fmla="val 14106678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1" name="Google Shape;381;p21"/>
            <p:cNvSpPr/>
            <p:nvPr/>
          </p:nvSpPr>
          <p:spPr>
            <a:xfrm>
              <a:off x="6518377" y="4018104"/>
              <a:ext cx="628800" cy="628800"/>
            </a:xfrm>
            <a:prstGeom prst="arc">
              <a:avLst>
                <a:gd name="adj1" fmla="val 16262957"/>
                <a:gd name="adj2" fmla="val 18536825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2" name="Google Shape;382;p21"/>
            <p:cNvSpPr/>
            <p:nvPr/>
          </p:nvSpPr>
          <p:spPr>
            <a:xfrm>
              <a:off x="6845850" y="1232175"/>
              <a:ext cx="162000" cy="1620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83" name="Google Shape;383;p21"/>
          <p:cNvSpPr txBox="1"/>
          <p:nvPr/>
        </p:nvSpPr>
        <p:spPr>
          <a:xfrm>
            <a:off x="5851775" y="6623210"/>
            <a:ext cx="691800" cy="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119°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6261639" y="7399642"/>
            <a:ext cx="691800" cy="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109°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5" name="Google Shape;385;p21"/>
          <p:cNvSpPr txBox="1"/>
          <p:nvPr/>
        </p:nvSpPr>
        <p:spPr>
          <a:xfrm>
            <a:off x="5590270" y="8476833"/>
            <a:ext cx="691800" cy="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86" name="Google Shape;386;p21"/>
          <p:cNvCxnSpPr/>
          <p:nvPr/>
        </p:nvCxnSpPr>
        <p:spPr>
          <a:xfrm>
            <a:off x="5547284" y="6398049"/>
            <a:ext cx="656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7" name="Google Shape;387;p21"/>
          <p:cNvCxnSpPr>
            <a:endCxn id="384" idx="3"/>
          </p:cNvCxnSpPr>
          <p:nvPr/>
        </p:nvCxnSpPr>
        <p:spPr>
          <a:xfrm>
            <a:off x="6279339" y="6449392"/>
            <a:ext cx="674100" cy="1149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8" name="Google Shape;388;p21"/>
          <p:cNvCxnSpPr/>
          <p:nvPr/>
        </p:nvCxnSpPr>
        <p:spPr>
          <a:xfrm flipH="1">
            <a:off x="5684511" y="7669749"/>
            <a:ext cx="1194600" cy="1398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9" name="Google Shape;389;p21"/>
          <p:cNvCxnSpPr/>
          <p:nvPr/>
        </p:nvCxnSpPr>
        <p:spPr>
          <a:xfrm flipH="1">
            <a:off x="5423018" y="6491863"/>
            <a:ext cx="0" cy="2561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90" name="Google Shape;390;p21"/>
          <p:cNvSpPr txBox="1"/>
          <p:nvPr/>
        </p:nvSpPr>
        <p:spPr>
          <a:xfrm>
            <a:off x="5670511" y="6140322"/>
            <a:ext cx="691800" cy="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1" name="Google Shape;391;p21"/>
          <p:cNvSpPr txBox="1"/>
          <p:nvPr/>
        </p:nvSpPr>
        <p:spPr>
          <a:xfrm>
            <a:off x="6577695" y="6742706"/>
            <a:ext cx="691800" cy="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2" name="Google Shape;392;p21"/>
          <p:cNvSpPr txBox="1"/>
          <p:nvPr/>
        </p:nvSpPr>
        <p:spPr>
          <a:xfrm>
            <a:off x="6349095" y="8266706"/>
            <a:ext cx="691800" cy="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21"/>
          <p:cNvSpPr txBox="1"/>
          <p:nvPr/>
        </p:nvSpPr>
        <p:spPr>
          <a:xfrm>
            <a:off x="4930159" y="7428506"/>
            <a:ext cx="691800" cy="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4" name="Google Shape;394;p21"/>
          <p:cNvSpPr txBox="1"/>
          <p:nvPr/>
        </p:nvSpPr>
        <p:spPr>
          <a:xfrm>
            <a:off x="5866550" y="7343225"/>
            <a:ext cx="2997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5" name="Google Shape;395;p21"/>
          <p:cNvSpPr txBox="1"/>
          <p:nvPr/>
        </p:nvSpPr>
        <p:spPr>
          <a:xfrm>
            <a:off x="2951700" y="5813473"/>
            <a:ext cx="4638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6" name="Google Shape;396;p21"/>
          <p:cNvSpPr txBox="1"/>
          <p:nvPr/>
        </p:nvSpPr>
        <p:spPr>
          <a:xfrm>
            <a:off x="3666364" y="5813473"/>
            <a:ext cx="4638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7" name="Google Shape;397;p21"/>
          <p:cNvSpPr txBox="1"/>
          <p:nvPr/>
        </p:nvSpPr>
        <p:spPr>
          <a:xfrm>
            <a:off x="4419512" y="5813473"/>
            <a:ext cx="4638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8" name="Google Shape;398;p21"/>
          <p:cNvSpPr txBox="1"/>
          <p:nvPr/>
        </p:nvSpPr>
        <p:spPr>
          <a:xfrm>
            <a:off x="5182282" y="5813473"/>
            <a:ext cx="4638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9" name="Google Shape;399;p21"/>
          <p:cNvSpPr txBox="1"/>
          <p:nvPr/>
        </p:nvSpPr>
        <p:spPr>
          <a:xfrm>
            <a:off x="884147" y="6984700"/>
            <a:ext cx="3246000" cy="9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Shape B is similar to shape A. They have the same angles and the lengths in shape B are all double the lengths of shape A.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Shape B is an enlargement of shape A with a scale factor of 2.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98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Congruent or similar or neither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2024-02-06T10:32:57.436</cp:lastPrinted>
  <dcterms:created xsi:type="dcterms:W3CDTF">2024-02-06T10:32:57Z</dcterms:created>
  <dcterms:modified xsi:type="dcterms:W3CDTF">2024-02-06T10:36:19Z</dcterms:modified>
</cp:coreProperties>
</file>