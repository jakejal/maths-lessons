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</p:sldIdLst>
  <p:sldSz cx="9144000" cy="5143500"/>
  <p:notesSz cx="6858000" cy="9144000"/>
  <p:embeddedFontLst>
    <p:embeddedFont>
      <p:font typeface="Lexend" panose="00000000000000000000"/>
      <p:regular r:id="rId44"/>
    </p:embeddedFont>
    <p:embeddedFont>
      <p:font typeface="Lexend Medium" panose="00000000000000000000"/>
      <p:regular r:id="rId45"/>
    </p:embeddedFont>
    <p:embeddedFont>
      <p:font typeface="Kalam" panose="02000000000000000000"/>
      <p:regular r:id="rId46"/>
    </p:embeddedFont>
    <p:embeddedFont>
      <p:font typeface="Lexend Light" panose="00000000000000000000"/>
      <p:regular r:id="rId47"/>
    </p:embeddedFont>
  </p:embeddedFontLst>
  <p:custDataLst>
    <p:tags r:id="rId43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28EA2C3-3113-48B0-853A-994F52F9E5FD}">
  <a:tblStyle styleId="{128EA2C3-3113-48B0-853A-994F52F9E5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tags" Target="tags/tag1.xml" /><Relationship Id="rId44" Type="http://schemas.openxmlformats.org/officeDocument/2006/relationships/font" Target="fonts/font1.fntdata" /><Relationship Id="rId45" Type="http://schemas.openxmlformats.org/officeDocument/2006/relationships/font" Target="fonts/font2.fntdata" /><Relationship Id="rId46" Type="http://schemas.openxmlformats.org/officeDocument/2006/relationships/font" Target="fonts/font3.fntdata" /><Relationship Id="rId47" Type="http://schemas.openxmlformats.org/officeDocument/2006/relationships/font" Target="fonts/font4.fntdata" /><Relationship Id="rId48" Type="http://schemas.openxmlformats.org/officeDocument/2006/relationships/presProps" Target="presProps.xml" /><Relationship Id="rId49" Type="http://schemas.openxmlformats.org/officeDocument/2006/relationships/viewProps" Target="viewProps.xml" /><Relationship Id="rId5" Type="http://schemas.openxmlformats.org/officeDocument/2006/relationships/slide" Target="slides/slide3.xml" /><Relationship Id="rId50" Type="http://schemas.openxmlformats.org/officeDocument/2006/relationships/theme" Target="theme/theme1.xml" /><Relationship Id="rId51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0" name="Shape 750"/>
        <p:cNvGrpSpPr/>
        <p:nvPr/>
      </p:nvGrpSpPr>
      <p:grpSpPr>
        <a:xfrm>
          <a:off x="0" y="0"/>
          <a:ext cx="0" cy="0"/>
        </a:xfrm>
      </p:grpSpPr>
      <p:sp>
        <p:nvSpPr>
          <p:cNvPr id="751" name="Google Shape;751;g2add98b9c9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add98b9c9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6" name="Shape 756"/>
        <p:cNvGrpSpPr/>
        <p:nvPr/>
      </p:nvGrpSpPr>
      <p:grpSpPr>
        <a:xfrm>
          <a:off x="0" y="0"/>
          <a:ext cx="0" cy="0"/>
        </a:xfrm>
      </p:grpSpPr>
      <p:sp>
        <p:nvSpPr>
          <p:cNvPr id="757" name="Google Shape;757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1" name="Shape 761"/>
        <p:cNvGrpSpPr/>
        <p:nvPr/>
      </p:nvGrpSpPr>
      <p:grpSpPr>
        <a:xfrm>
          <a:off x="0" y="0"/>
          <a:ext cx="0" cy="0"/>
        </a:xfrm>
      </p:grpSpPr>
      <p:sp>
        <p:nvSpPr>
          <p:cNvPr id="762" name="Google Shape;762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6" name="Shape 766"/>
        <p:cNvGrpSpPr/>
        <p:nvPr/>
      </p:nvGrpSpPr>
      <p:grpSpPr>
        <a:xfrm>
          <a:off x="0" y="0"/>
          <a:ext cx="0" cy="0"/>
        </a:xfrm>
      </p:grpSpPr>
      <p:sp>
        <p:nvSpPr>
          <p:cNvPr id="767" name="Google Shape;767;g2add98b9c9c_0_149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dd98b9c9c_0_149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g2add98b9c9c_0_7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add98b9c9c_0_7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g2b0d04adf3a_0_12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0d04adf3a_0_1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32" name="Shape 832"/>
        <p:cNvGrpSpPr/>
        <p:nvPr/>
      </p:nvGrpSpPr>
      <p:grpSpPr>
        <a:xfrm>
          <a:off x="0" y="0"/>
          <a:ext cx="0" cy="0"/>
        </a:xfrm>
      </p:grpSpPr>
      <p:sp>
        <p:nvSpPr>
          <p:cNvPr id="833" name="Google Shape;833;g2b0d04adf3a_0_1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b0d04adf3a_0_1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3" name="Shape 893"/>
        <p:cNvGrpSpPr/>
        <p:nvPr/>
      </p:nvGrpSpPr>
      <p:grpSpPr>
        <a:xfrm>
          <a:off x="0" y="0"/>
          <a:ext cx="0" cy="0"/>
        </a:xfrm>
      </p:grpSpPr>
      <p:sp>
        <p:nvSpPr>
          <p:cNvPr id="894" name="Google Shape;894;g2b0d04b5e17_3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2b0d04b5e17_3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06" name="Shape 906"/>
        <p:cNvGrpSpPr/>
        <p:nvPr/>
      </p:nvGrpSpPr>
      <p:grpSpPr>
        <a:xfrm>
          <a:off x="0" y="0"/>
          <a:ext cx="0" cy="0"/>
        </a:xfrm>
      </p:grpSpPr>
      <p:sp>
        <p:nvSpPr>
          <p:cNvPr id="907" name="Google Shape;907;g2b13fd9eba5_0_1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b13fd9eba5_0_1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4" name="Shape 954"/>
        <p:cNvGrpSpPr/>
        <p:nvPr/>
      </p:nvGrpSpPr>
      <p:grpSpPr>
        <a:xfrm>
          <a:off x="0" y="0"/>
          <a:ext cx="0" cy="0"/>
        </a:xfrm>
      </p:grpSpPr>
      <p:sp>
        <p:nvSpPr>
          <p:cNvPr id="955" name="Google Shape;955;g2b13fd9eba5_0_27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b13fd9eba5_0_27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2" name="Shape 1002"/>
        <p:cNvGrpSpPr/>
        <p:nvPr/>
      </p:nvGrpSpPr>
      <p:grpSpPr>
        <a:xfrm>
          <a:off x="0" y="0"/>
          <a:ext cx="0" cy="0"/>
        </a:xfrm>
      </p:grpSpPr>
      <p:sp>
        <p:nvSpPr>
          <p:cNvPr id="1003" name="Google Shape;1003;g2b13fd9eba5_0_34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b13fd9eba5_0_34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50" name="Shape 1050"/>
        <p:cNvGrpSpPr/>
        <p:nvPr/>
      </p:nvGrpSpPr>
      <p:grpSpPr>
        <a:xfrm>
          <a:off x="0" y="0"/>
          <a:ext cx="0" cy="0"/>
        </a:xfrm>
      </p:grpSpPr>
      <p:sp>
        <p:nvSpPr>
          <p:cNvPr id="1051" name="Google Shape;1051;g2b13fd9eba5_0_4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b13fd9eba5_0_4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02" name="Shape 1102"/>
        <p:cNvGrpSpPr/>
        <p:nvPr/>
      </p:nvGrpSpPr>
      <p:grpSpPr>
        <a:xfrm>
          <a:off x="0" y="0"/>
          <a:ext cx="0" cy="0"/>
        </a:xfrm>
      </p:grpSpPr>
      <p:sp>
        <p:nvSpPr>
          <p:cNvPr id="1103" name="Google Shape;1103;g2b13fd9eba5_0_13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b13fd9eba5_0_13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2" name="Shape 1152"/>
        <p:cNvGrpSpPr/>
        <p:nvPr/>
      </p:nvGrpSpPr>
      <p:grpSpPr>
        <a:xfrm>
          <a:off x="0" y="0"/>
          <a:ext cx="0" cy="0"/>
        </a:xfrm>
      </p:grpSpPr>
      <p:sp>
        <p:nvSpPr>
          <p:cNvPr id="1153" name="Google Shape;1153;g2b13fd9eba5_0_146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2b13fd9eba5_0_146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1" name="Shape 1201"/>
        <p:cNvGrpSpPr/>
        <p:nvPr/>
      </p:nvGrpSpPr>
      <p:grpSpPr>
        <a:xfrm>
          <a:off x="0" y="0"/>
          <a:ext cx="0" cy="0"/>
        </a:xfrm>
      </p:grpSpPr>
      <p:sp>
        <p:nvSpPr>
          <p:cNvPr id="1202" name="Google Shape;1202;g2b13fd9eba5_0_15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2b13fd9eba5_0_15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51" name="Shape 1251"/>
        <p:cNvGrpSpPr/>
        <p:nvPr/>
      </p:nvGrpSpPr>
      <p:grpSpPr>
        <a:xfrm>
          <a:off x="0" y="0"/>
          <a:ext cx="0" cy="0"/>
        </a:xfrm>
      </p:grpSpPr>
      <p:sp>
        <p:nvSpPr>
          <p:cNvPr id="1252" name="Google Shape;1252;g2b13fd9eba5_0_32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b13fd9eba5_0_32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67" name="Shape 1367"/>
        <p:cNvGrpSpPr/>
        <p:nvPr/>
      </p:nvGrpSpPr>
      <p:grpSpPr>
        <a:xfrm>
          <a:off x="0" y="0"/>
          <a:ext cx="0" cy="0"/>
        </a:xfrm>
      </p:grpSpPr>
      <p:sp>
        <p:nvSpPr>
          <p:cNvPr id="1368" name="Google Shape;1368;g2b0d04adf3a_0_11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2b0d04adf3a_0_1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379" name="Shape 1379"/>
        <p:cNvGrpSpPr/>
        <p:nvPr/>
      </p:nvGrpSpPr>
      <p:grpSpPr>
        <a:xfrm>
          <a:off x="0" y="0"/>
          <a:ext cx="0" cy="0"/>
        </a:xfrm>
      </p:grpSpPr>
      <p:sp>
        <p:nvSpPr>
          <p:cNvPr id="1380" name="Google Shape;1380;g2b13fd9eba5_0_338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2b13fd9eba5_0_338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00" name="Shape 1500"/>
        <p:cNvGrpSpPr/>
        <p:nvPr/>
      </p:nvGrpSpPr>
      <p:grpSpPr>
        <a:xfrm>
          <a:off x="0" y="0"/>
          <a:ext cx="0" cy="0"/>
        </a:xfrm>
      </p:grpSpPr>
      <p:sp>
        <p:nvSpPr>
          <p:cNvPr id="1501" name="Google Shape;1501;g2b0d04adf3a_0_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b0d04adf3a_0_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37" name="Shape 1537"/>
        <p:cNvGrpSpPr/>
        <p:nvPr/>
      </p:nvGrpSpPr>
      <p:grpSpPr>
        <a:xfrm>
          <a:off x="0" y="0"/>
          <a:ext cx="0" cy="0"/>
        </a:xfrm>
      </p:grpSpPr>
      <p:sp>
        <p:nvSpPr>
          <p:cNvPr id="1538" name="Google Shape;1538;g2b16465957b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2b16465957b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0" name="Shape 1580"/>
        <p:cNvGrpSpPr/>
        <p:nvPr/>
      </p:nvGrpSpPr>
      <p:grpSpPr>
        <a:xfrm>
          <a:off x="0" y="0"/>
          <a:ext cx="0" cy="0"/>
        </a:xfrm>
      </p:grpSpPr>
      <p:sp>
        <p:nvSpPr>
          <p:cNvPr id="1581" name="Google Shape;1581;g2add98b9c9c_0_14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2" name="Google Shape;1582;g2add98b9c9c_0_14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88" name="Shape 1588"/>
        <p:cNvGrpSpPr/>
        <p:nvPr/>
      </p:nvGrpSpPr>
      <p:grpSpPr>
        <a:xfrm>
          <a:off x="0" y="0"/>
          <a:ext cx="0" cy="0"/>
        </a:xfrm>
      </p:grpSpPr>
      <p:sp>
        <p:nvSpPr>
          <p:cNvPr id="1589" name="Google Shape;1589;g2b13fd9eba5_0_16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2b13fd9eba5_0_16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8" name="Shape 1608"/>
        <p:cNvGrpSpPr/>
        <p:nvPr/>
      </p:nvGrpSpPr>
      <p:grpSpPr>
        <a:xfrm>
          <a:off x="0" y="0"/>
          <a:ext cx="0" cy="0"/>
        </a:xfrm>
      </p:grpSpPr>
      <p:sp>
        <p:nvSpPr>
          <p:cNvPr id="1609" name="Google Shape;1609;g2b13fd9eba5_0_16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0" name="Google Shape;1610;g2b13fd9eba5_0_16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1" name="Shape 1651"/>
        <p:cNvGrpSpPr/>
        <p:nvPr/>
      </p:nvGrpSpPr>
      <p:grpSpPr>
        <a:xfrm>
          <a:off x="0" y="0"/>
          <a:ext cx="0" cy="0"/>
        </a:xfrm>
      </p:grpSpPr>
      <p:sp>
        <p:nvSpPr>
          <p:cNvPr id="1652" name="Google Shape;1652;g2b13fd9eba5_0_17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2b13fd9eba5_0_17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92" name="Shape 1692"/>
        <p:cNvGrpSpPr/>
        <p:nvPr/>
      </p:nvGrpSpPr>
      <p:grpSpPr>
        <a:xfrm>
          <a:off x="0" y="0"/>
          <a:ext cx="0" cy="0"/>
        </a:xfrm>
      </p:grpSpPr>
      <p:sp>
        <p:nvSpPr>
          <p:cNvPr id="1693" name="Google Shape;1693;g2b13fd9eba5_0_1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2b13fd9eba5_0_1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32" name="Shape 1732"/>
        <p:cNvGrpSpPr/>
        <p:nvPr/>
      </p:nvGrpSpPr>
      <p:grpSpPr>
        <a:xfrm>
          <a:off x="0" y="0"/>
          <a:ext cx="0" cy="0"/>
        </a:xfrm>
      </p:grpSpPr>
      <p:sp>
        <p:nvSpPr>
          <p:cNvPr id="1733" name="Google Shape;1733;g2b13fd9eba5_0_23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2b13fd9eba5_0_23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74" name="Shape 1774"/>
        <p:cNvGrpSpPr/>
        <p:nvPr/>
      </p:nvGrpSpPr>
      <p:grpSpPr>
        <a:xfrm>
          <a:off x="0" y="0"/>
          <a:ext cx="0" cy="0"/>
        </a:xfrm>
      </p:grpSpPr>
      <p:sp>
        <p:nvSpPr>
          <p:cNvPr id="1775" name="Google Shape;1775;g2b13fd9eba5_0_23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b13fd9eba5_0_23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16" name="Shape 1816"/>
        <p:cNvGrpSpPr/>
        <p:nvPr/>
      </p:nvGrpSpPr>
      <p:grpSpPr>
        <a:xfrm>
          <a:off x="0" y="0"/>
          <a:ext cx="0" cy="0"/>
        </a:xfrm>
      </p:grpSpPr>
      <p:sp>
        <p:nvSpPr>
          <p:cNvPr id="1817" name="Google Shape;1817;g2b13fd9eba5_0_24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8" name="Google Shape;1818;g2b13fd9eba5_0_24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78" name="Shape 1878"/>
        <p:cNvGrpSpPr/>
        <p:nvPr/>
      </p:nvGrpSpPr>
      <p:grpSpPr>
        <a:xfrm>
          <a:off x="0" y="0"/>
          <a:ext cx="0" cy="0"/>
        </a:xfrm>
      </p:grpSpPr>
      <p:sp>
        <p:nvSpPr>
          <p:cNvPr id="1879" name="Google Shape;1879;g2b13fd9eba5_0_28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2b13fd9eba5_0_28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44" name="Shape 1944"/>
        <p:cNvGrpSpPr/>
        <p:nvPr/>
      </p:nvGrpSpPr>
      <p:grpSpPr>
        <a:xfrm>
          <a:off x="0" y="0"/>
          <a:ext cx="0" cy="0"/>
        </a:xfrm>
      </p:grpSpPr>
      <p:sp>
        <p:nvSpPr>
          <p:cNvPr id="1945" name="Google Shape;1945;g2b13fd9eba5_0_247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2b13fd9eba5_0_24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3" name="Shape 2013"/>
        <p:cNvGrpSpPr/>
        <p:nvPr/>
      </p:nvGrpSpPr>
      <p:grpSpPr>
        <a:xfrm>
          <a:off x="0" y="0"/>
          <a:ext cx="0" cy="0"/>
        </a:xfrm>
      </p:grpSpPr>
      <p:sp>
        <p:nvSpPr>
          <p:cNvPr id="2014" name="Google Shape;2014;g2b13fd9eba5_0_274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5" name="Google Shape;2015;g2b13fd9eba5_0_27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82" name="Shape 2082"/>
        <p:cNvGrpSpPr/>
        <p:nvPr/>
      </p:nvGrpSpPr>
      <p:grpSpPr>
        <a:xfrm>
          <a:off x="0" y="0"/>
          <a:ext cx="0" cy="0"/>
        </a:xfrm>
      </p:grpSpPr>
      <p:sp>
        <p:nvSpPr>
          <p:cNvPr id="2083" name="Google Shape;2083;g2b13fd9eba5_0_295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4" name="Google Shape;2084;g2b13fd9eba5_0_295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13" name="Shape 2113"/>
        <p:cNvGrpSpPr/>
        <p:nvPr/>
      </p:nvGrpSpPr>
      <p:grpSpPr>
        <a:xfrm>
          <a:off x="0" y="0"/>
          <a:ext cx="0" cy="0"/>
        </a:xfrm>
      </p:grpSpPr>
      <p:sp>
        <p:nvSpPr>
          <p:cNvPr id="2114" name="Google Shape;2114;g2b13fd9eba5_0_28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2b13fd9eba5_0_28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27" name="Shape 2127"/>
        <p:cNvGrpSpPr/>
        <p:nvPr/>
      </p:nvGrpSpPr>
      <p:grpSpPr>
        <a:xfrm>
          <a:off x="0" y="0"/>
          <a:ext cx="0" cy="0"/>
        </a:xfrm>
      </p:grpSpPr>
      <p:sp>
        <p:nvSpPr>
          <p:cNvPr id="2128" name="Google Shape;2128;g2b13fd9eba5_0_30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9" name="Google Shape;2129;g2b13fd9eba5_0_30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41" name="Shape 2141"/>
        <p:cNvGrpSpPr/>
        <p:nvPr/>
      </p:nvGrpSpPr>
      <p:grpSpPr>
        <a:xfrm>
          <a:off x="0" y="0"/>
          <a:ext cx="0" cy="0"/>
        </a:xfrm>
      </p:grpSpPr>
      <p:sp>
        <p:nvSpPr>
          <p:cNvPr id="2142" name="Google Shape;2142;g2b13fd9eba5_0_31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3" name="Google Shape;2143;g2b13fd9eba5_0_31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74" name="Shape 2174"/>
        <p:cNvGrpSpPr/>
        <p:nvPr/>
      </p:nvGrpSpPr>
      <p:grpSpPr>
        <a:xfrm>
          <a:off x="0" y="0"/>
          <a:ext cx="0" cy="0"/>
        </a:xfrm>
      </p:grpSpPr>
      <p:sp>
        <p:nvSpPr>
          <p:cNvPr id="2175" name="Google Shape;2175;g2b13fd9eba5_0_30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6" name="Google Shape;2176;g2b13fd9eba5_0_30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01" name="Shape 2201"/>
        <p:cNvGrpSpPr/>
        <p:nvPr/>
      </p:nvGrpSpPr>
      <p:grpSpPr>
        <a:xfrm>
          <a:off x="0" y="0"/>
          <a:ext cx="0" cy="0"/>
        </a:xfrm>
      </p:grpSpPr>
      <p:sp>
        <p:nvSpPr>
          <p:cNvPr id="2202" name="Google Shape;2202;g2b13fd9eba5_0_321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2b13fd9eba5_0_32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46" name="Shape 2246"/>
        <p:cNvGrpSpPr/>
        <p:nvPr/>
      </p:nvGrpSpPr>
      <p:grpSpPr>
        <a:xfrm>
          <a:off x="0" y="0"/>
          <a:ext cx="0" cy="0"/>
        </a:xfrm>
      </p:grpSpPr>
      <p:sp>
        <p:nvSpPr>
          <p:cNvPr id="2247" name="Google Shape;2247;g2b13fd9eba5_0_319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8" name="Google Shape;2248;g2b13fd9eba5_0_319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78" name="Shape 2278"/>
        <p:cNvGrpSpPr/>
        <p:nvPr/>
      </p:nvGrpSpPr>
      <p:grpSpPr>
        <a:xfrm>
          <a:off x="0" y="0"/>
          <a:ext cx="0" cy="0"/>
        </a:xfrm>
      </p:grpSpPr>
      <p:sp>
        <p:nvSpPr>
          <p:cNvPr id="2279" name="Google Shape;2279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0" name="Google Shape;2280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284" name="Shape 2284"/>
        <p:cNvGrpSpPr/>
        <p:nvPr/>
      </p:nvGrpSpPr>
      <p:grpSpPr>
        <a:xfrm>
          <a:off x="0" y="0"/>
          <a:ext cx="0" cy="0"/>
        </a:xfrm>
      </p:grpSpPr>
      <p:sp>
        <p:nvSpPr>
          <p:cNvPr id="2285" name="Google Shape;2285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6" name="Google Shape;2286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6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type="subTitle" idx="3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type="subTitle" idx="4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type="subTitle" idx="5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type="subTitle" idx="6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type="subTitle" idx="3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type="subTitle" idx="4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type="subTitle" idx="5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subTitle" idx="6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type="subTitle" idx="7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type="subTitle" idx="8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type="subTitle" idx="3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type="subTitle" idx="4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type="subTitle" idx="5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type="subTitle" idx="6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type="subTitle" idx="7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type="subTitle" idx="8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type="subTitle" idx="9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type="subTitle" idx="13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type="subTitle" idx="1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type="subTitle" idx="2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type="subTitle" idx="3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type="subTitle" idx="4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pic>
        <p:nvPicPr>
          <p:cNvPr id="166" name="Google Shape;166;p18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pic>
        <p:nvPicPr>
          <p:cNvPr id="184" name="Google Shape;184;p19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8" name="Google Shape;208;p2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pic>
        <p:nvPicPr>
          <p:cNvPr id="213" name="Google Shape;213;p2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2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</a:xfrm>
      </p:grpSpPr>
      <p:pic>
        <p:nvPicPr>
          <p:cNvPr id="220" name="Google Shape;220;p2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</a:xfrm>
      </p:grpSpPr>
      <p:pic>
        <p:nvPicPr>
          <p:cNvPr id="227" name="Google Shape;227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4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0" name="Google Shape;250;p25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6" name="Google Shape;276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</a:xfrm>
      </p:grpSpPr>
      <p:pic>
        <p:nvPicPr>
          <p:cNvPr id="309" name="Google Shape;309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</a:xfrm>
      </p:grpSpPr>
      <p:pic>
        <p:nvPicPr>
          <p:cNvPr id="332" name="Google Shape;332;p3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</a:xfrm>
      </p:grpSpPr>
      <p:pic>
        <p:nvPicPr>
          <p:cNvPr id="355" name="Google Shape;355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</a:xfrm>
      </p:grpSpPr>
      <p:pic>
        <p:nvPicPr>
          <p:cNvPr id="397" name="Google Shape;397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</a:xfrm>
      </p:grpSpPr>
      <p:pic>
        <p:nvPicPr>
          <p:cNvPr id="416" name="Google Shape;416;p3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</a:xfrm>
      </p:grpSpPr>
      <p:pic>
        <p:nvPicPr>
          <p:cNvPr id="435" name="Google Shape;435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</a:xfrm>
      </p:grpSpPr>
      <p:pic>
        <p:nvPicPr>
          <p:cNvPr id="477" name="Google Shape;477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</a:xfrm>
      </p:grpSpPr>
      <p:pic>
        <p:nvPicPr>
          <p:cNvPr id="500" name="Google Shape;500;p3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</a:xfrm>
      </p:grpSpPr>
      <p:pic>
        <p:nvPicPr>
          <p:cNvPr id="523" name="Google Shape;523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3" name="Google Shape;553;p40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4" name="Google Shape;554;p40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</a:xfrm>
      </p:grpSpPr>
      <p:pic>
        <p:nvPicPr>
          <p:cNvPr id="565" name="Google Shape;565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2" name="Google Shape;572;p41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3" name="Google Shape;573;p41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</a:xfrm>
      </p:grpSpPr>
      <p:pic>
        <p:nvPicPr>
          <p:cNvPr id="584" name="Google Shape;584;p4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1" name="Google Shape;591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2" name="Google Shape;592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</a:xfrm>
      </p:grpSpPr>
      <p:pic>
        <p:nvPicPr>
          <p:cNvPr id="603" name="Google Shape;603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0" name="Google Shape;610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1" name="Google Shape;611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4" name="Google Shape;624;p4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</a:xfrm>
      </p:grpSpPr>
      <p:pic>
        <p:nvPicPr>
          <p:cNvPr id="629" name="Google Shape;629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1" name="Google Shape;631;p4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</a:xfrm>
      </p:grpSpPr>
      <p:pic>
        <p:nvPicPr>
          <p:cNvPr id="636" name="Google Shape;636;p4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8" name="Google Shape;638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</a:xfrm>
      </p:grpSpPr>
      <p:pic>
        <p:nvPicPr>
          <p:cNvPr id="643" name="Google Shape;643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5" name="Google Shape;645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2" name="Google Shape;652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</a:xfrm>
      </p:grpSpPr>
      <p:pic>
        <p:nvPicPr>
          <p:cNvPr id="658" name="Google Shape;658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0" name="Google Shape;660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</a:xfrm>
      </p:grpSpPr>
      <p:pic>
        <p:nvPicPr>
          <p:cNvPr id="666" name="Google Shape;666;p5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8" name="Google Shape;668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</a:xfrm>
      </p:grpSpPr>
      <p:pic>
        <p:nvPicPr>
          <p:cNvPr id="674" name="Google Shape;674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6" name="Google Shape;676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4" name="Google Shape;684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</a:xfrm>
      </p:grpSpPr>
      <p:pic>
        <p:nvPicPr>
          <p:cNvPr id="690" name="Google Shape;690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2" name="Google Shape;692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</a:xfrm>
      </p:grpSpPr>
      <p:pic>
        <p:nvPicPr>
          <p:cNvPr id="698" name="Google Shape;698;p5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0" name="Google Shape;700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</a:xfrm>
      </p:grpSpPr>
      <p:pic>
        <p:nvPicPr>
          <p:cNvPr id="706" name="Google Shape;706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Font typeface="Lexend"/>
              <a:buNone/>
              <a:defRPr sz="20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image" Target="../media/image42.png" /><Relationship Id="rId63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4.png" /><Relationship Id="rId4" Type="http://schemas.openxmlformats.org/officeDocument/2006/relationships/image" Target="../media/image45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7.png" /><Relationship Id="rId4" Type="http://schemas.openxmlformats.org/officeDocument/2006/relationships/image" Target="../media/image45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5.png" /><Relationship Id="rId4" Type="http://schemas.openxmlformats.org/officeDocument/2006/relationships/image" Target="../media/image48.png" /><Relationship Id="rId5" Type="http://schemas.openxmlformats.org/officeDocument/2006/relationships/image" Target="../media/image49.png" /><Relationship Id="rId6" Type="http://schemas.openxmlformats.org/officeDocument/2006/relationships/image" Target="../media/image50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1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1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1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7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2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2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1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2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43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53.png" /><Relationship Id="rId4" Type="http://schemas.openxmlformats.org/officeDocument/2006/relationships/image" Target="../media/image48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54.png" /><Relationship Id="rId4" Type="http://schemas.openxmlformats.org/officeDocument/2006/relationships/image" Target="../media/image45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55.png" /><Relationship Id="rId4" Type="http://schemas.openxmlformats.org/officeDocument/2006/relationships/image" Target="../media/image54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55.png" /><Relationship Id="rId4" Type="http://schemas.openxmlformats.org/officeDocument/2006/relationships/image" Target="../media/image56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55.png" /><Relationship Id="rId4" Type="http://schemas.openxmlformats.org/officeDocument/2006/relationships/image" Target="../media/image56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7.xml" /><Relationship Id="rId3" Type="http://schemas.openxmlformats.org/officeDocument/2006/relationships/image" Target="../media/image56.png" /><Relationship Id="rId4" Type="http://schemas.openxmlformats.org/officeDocument/2006/relationships/image" Target="../media/image55.png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6.png" /><Relationship Id="rId4" Type="http://schemas.openxmlformats.org/officeDocument/2006/relationships/image" Target="../media/image55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56.png" /><Relationship Id="rId4" Type="http://schemas.openxmlformats.org/officeDocument/2006/relationships/image" Target="../media/image55.pn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6.png" /><Relationship Id="rId4" Type="http://schemas.openxmlformats.org/officeDocument/2006/relationships/image" Target="../media/image55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56.png" /><Relationship Id="rId4" Type="http://schemas.openxmlformats.org/officeDocument/2006/relationships/image" Target="../media/image55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4.xml" /><Relationship Id="rId2" Type="http://schemas.openxmlformats.org/officeDocument/2006/relationships/notesSlide" Target="../notesSlides/notesSlide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2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51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2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51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8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2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5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9.xml" /><Relationship Id="rId2" Type="http://schemas.openxmlformats.org/officeDocument/2006/relationships/notesSlide" Target="../notesSlides/notesSlide40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5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53" name="Shape 753"/>
        <p:cNvGrpSpPr/>
        <p:nvPr/>
      </p:nvGrpSpPr>
      <p:grpSpPr>
        <a:xfrm>
          <a:off x="0" y="0"/>
          <a: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similar or neither</a:t>
            </a:r>
            <a:endParaRPr/>
          </a:p>
        </p:txBody>
      </p:sp>
      <p:sp>
        <p:nvSpPr>
          <p:cNvPr id="755" name="Google Shape;755;p6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Geometrical properties and Pythagoras’ theorem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9" name="Shape 759"/>
        <p:cNvGrpSpPr/>
        <p:nvPr/>
      </p:nvGrpSpPr>
      <p:grpSpPr>
        <a:xfrm>
          <a:off x="0" y="0"/>
          <a: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4" name="Shape 764"/>
        <p:cNvGrpSpPr/>
        <p:nvPr/>
      </p:nvGrpSpPr>
      <p:grpSpPr>
        <a:xfrm>
          <a:off x="0" y="0"/>
          <a:ext cx="0" cy="0"/>
        </a:xfrm>
      </p:grpSpPr>
      <p:sp>
        <p:nvSpPr>
          <p:cNvPr id="765" name="Google Shape;765;p65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determine whether shapes are similar, congruent or neither.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p66"/>
          <p:cNvSpPr txBox="1"/>
          <p:nvPr>
            <p:ph type="subTitle" idx="2"/>
          </p:nvPr>
        </p:nvSpPr>
        <p:spPr>
          <a:xfrm>
            <a:off x="324000" y="2173438"/>
            <a:ext cx="8496000" cy="82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If one shape can fit exactly on top of another using rotation, reflection or translation, then the shapes are congruent. </a:t>
            </a:r>
            <a:endParaRPr b="0"/>
          </a:p>
        </p:txBody>
      </p:sp>
      <p:sp>
        <p:nvSpPr>
          <p:cNvPr id="771" name="Google Shape;771;p66"/>
          <p:cNvSpPr txBox="1"/>
          <p:nvPr>
            <p:ph type="subTitle" idx="1"/>
          </p:nvPr>
        </p:nvSpPr>
        <p:spPr>
          <a:xfrm>
            <a:off x="324000" y="10488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Two shapes are similar if the only difference between them is their size. Their side lengths are in the same proportions.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5" name="Shape 775"/>
        <p:cNvGrpSpPr/>
        <p:nvPr/>
      </p:nvGrpSpPr>
      <p:grpSpPr>
        <a:xfrm>
          <a:off x="0" y="0"/>
          <a: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777" name="Google Shape;777;p67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sp>
        <p:nvSpPr>
          <p:cNvPr id="778" name="Google Shape;778;p67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similar or neither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3" name="Shape 783"/>
        <p:cNvGrpSpPr/>
        <p:nvPr/>
      </p:nvGrpSpPr>
      <p:grpSpPr>
        <a:xfrm>
          <a:off x="0" y="0"/>
          <a: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785" name="Google Shape;785;p68"/>
          <p:cNvSpPr txBox="1"/>
          <p:nvPr>
            <p:ph type="body" idx="1"/>
          </p:nvPr>
        </p:nvSpPr>
        <p:spPr>
          <a:xfrm>
            <a:off x="324000" y="759300"/>
            <a:ext cx="8496000" cy="65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When two shapes are </a:t>
            </a:r>
            <a:r>
              <a:rPr lang="en-GB" sz="1900">
                <a:solidFill>
                  <a:schemeClr val="accent4"/>
                </a:solidFill>
              </a:rPr>
              <a:t>congruent</a:t>
            </a:r>
            <a:r>
              <a:rPr lang="en-GB" sz="1900"/>
              <a:t>, the angles are the same in each shape and the lengths are the same in each shape.</a:t>
            </a:r>
            <a:endParaRPr sz="1900"/>
          </a:p>
        </p:txBody>
      </p:sp>
      <p:sp>
        <p:nvSpPr>
          <p:cNvPr id="786" name="Google Shape;786;p68"/>
          <p:cNvSpPr txBox="1"/>
          <p:nvPr>
            <p:ph type="body" idx="1"/>
          </p:nvPr>
        </p:nvSpPr>
        <p:spPr>
          <a:xfrm>
            <a:off x="324000" y="1484960"/>
            <a:ext cx="8496000" cy="65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When two shapes are </a:t>
            </a:r>
            <a:r>
              <a:rPr lang="en-GB" sz="1900">
                <a:solidFill>
                  <a:schemeClr val="accent4"/>
                </a:solidFill>
              </a:rPr>
              <a:t>similar</a:t>
            </a:r>
            <a:r>
              <a:rPr lang="en-GB" sz="1900"/>
              <a:t>, the angles are the same in each shape and the lengths are in the same proportions.</a:t>
            </a:r>
            <a:endParaRPr sz="1900"/>
          </a:p>
        </p:txBody>
      </p:sp>
      <p:grpSp>
        <p:nvGrpSpPr>
          <p:cNvPr id="787" name="Google Shape;787;p68"/>
          <p:cNvGrpSpPr/>
          <p:nvPr/>
        </p:nvGrpSpPr>
        <p:grpSpPr>
          <a:xfrm rot="-5400000" flipH="1">
            <a:off x="677796" y="3013619"/>
            <a:ext cx="1540428" cy="1204598"/>
            <a:chOff x="3209763" y="3302751"/>
            <a:chExt cx="1213604" cy="948951"/>
          </a:xfrm>
        </p:grpSpPr>
        <p:sp>
          <p:nvSpPr>
            <p:cNvPr id="788" name="Google Shape;788;p68"/>
            <p:cNvSpPr/>
            <p:nvPr/>
          </p:nvSpPr>
          <p:spPr>
            <a:xfrm>
              <a:off x="3285100" y="3398654"/>
              <a:ext cx="1038521" cy="779812"/>
            </a:xfrm>
            <a:custGeom>
              <a:rect l="l" t="t" r="r" b="b"/>
              <a:pathLst>
                <a:path w="50740" h="38100" extrusionOk="0">
                  <a:moveTo>
                    <a:pt x="0" y="0"/>
                  </a:moveTo>
                  <a:lnTo>
                    <a:pt x="50740" y="0"/>
                  </a:lnTo>
                  <a:lnTo>
                    <a:pt x="50740" y="38100"/>
                  </a:lnTo>
                  <a:close/>
                </a:path>
              </a:pathLst>
            </a:custGeom>
            <a:solidFill>
              <a:srgbClr val="F3EEFB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grpSp>
          <p:nvGrpSpPr>
            <p:cNvPr id="789" name="Google Shape;789;p68"/>
            <p:cNvGrpSpPr/>
            <p:nvPr/>
          </p:nvGrpSpPr>
          <p:grpSpPr>
            <a:xfrm>
              <a:off x="3209763" y="3302751"/>
              <a:ext cx="1213604" cy="948951"/>
              <a:chOff x="4962363" y="3607551"/>
              <a:chExt cx="1213604" cy="948951"/>
            </a:xfrm>
          </p:grpSpPr>
          <p:cxnSp>
            <p:nvCxnSpPr>
              <p:cNvPr id="790" name="Google Shape;790;p68"/>
              <p:cNvCxnSpPr/>
              <p:nvPr/>
            </p:nvCxnSpPr>
            <p:spPr>
              <a:xfrm>
                <a:off x="5050725" y="3607551"/>
                <a:ext cx="10281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791" name="Google Shape;791;p68"/>
              <p:cNvCxnSpPr/>
              <p:nvPr/>
            </p:nvCxnSpPr>
            <p:spPr>
              <a:xfrm flipH="1">
                <a:off x="6175967" y="3703451"/>
                <a:ext cx="0" cy="786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792" name="Google Shape;792;p68"/>
              <p:cNvCxnSpPr/>
              <p:nvPr/>
            </p:nvCxnSpPr>
            <p:spPr>
              <a:xfrm>
                <a:off x="4962363" y="3775302"/>
                <a:ext cx="1044300" cy="781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</p:grpSp>
      <p:sp>
        <p:nvSpPr>
          <p:cNvPr id="793" name="Google Shape;793;p68"/>
          <p:cNvSpPr txBox="1"/>
          <p:nvPr/>
        </p:nvSpPr>
        <p:spPr>
          <a:xfrm>
            <a:off x="1169815" y="4386438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68"/>
          <p:cNvSpPr txBox="1"/>
          <p:nvPr/>
        </p:nvSpPr>
        <p:spPr>
          <a:xfrm>
            <a:off x="321086" y="3442755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8"/>
          <p:cNvSpPr txBox="1"/>
          <p:nvPr/>
        </p:nvSpPr>
        <p:spPr>
          <a:xfrm>
            <a:off x="1589513" y="3350568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8"/>
          <p:cNvSpPr txBox="1"/>
          <p:nvPr/>
        </p:nvSpPr>
        <p:spPr>
          <a:xfrm>
            <a:off x="990841" y="3366783"/>
            <a:ext cx="4830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8"/>
          <p:cNvSpPr/>
          <p:nvPr/>
        </p:nvSpPr>
        <p:spPr>
          <a:xfrm flipH="1">
            <a:off x="961911" y="4067458"/>
            <a:ext cx="181800" cy="181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8"/>
          <p:cNvSpPr/>
          <p:nvPr/>
        </p:nvSpPr>
        <p:spPr>
          <a:xfrm rot="-5400000" flipH="1">
            <a:off x="685981" y="2722245"/>
            <a:ext cx="563700" cy="563700"/>
          </a:xfrm>
          <a:prstGeom prst="arc">
            <a:avLst>
              <a:gd name="adj1" fmla="val 21594268"/>
              <a:gd name="adj2" fmla="val 235371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8"/>
          <p:cNvSpPr/>
          <p:nvPr/>
        </p:nvSpPr>
        <p:spPr>
          <a:xfrm rot="-5400000" flipH="1">
            <a:off x="1661120" y="3968013"/>
            <a:ext cx="582900" cy="582900"/>
          </a:xfrm>
          <a:prstGeom prst="arc">
            <a:avLst>
              <a:gd name="adj1" fmla="val 13190205"/>
              <a:gd name="adj2" fmla="val 1607183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8"/>
          <p:cNvSpPr txBox="1"/>
          <p:nvPr/>
        </p:nvSpPr>
        <p:spPr>
          <a:xfrm>
            <a:off x="1366780" y="3940780"/>
            <a:ext cx="4830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1" name="Google Shape;801;p68"/>
          <p:cNvGrpSpPr/>
          <p:nvPr/>
        </p:nvGrpSpPr>
        <p:grpSpPr>
          <a:xfrm flipH="1">
            <a:off x="3244963" y="3168499"/>
            <a:ext cx="1540428" cy="1204598"/>
            <a:chOff x="3209763" y="3302751"/>
            <a:chExt cx="1213604" cy="948951"/>
          </a:xfrm>
        </p:grpSpPr>
        <p:sp>
          <p:nvSpPr>
            <p:cNvPr id="802" name="Google Shape;802;p68"/>
            <p:cNvSpPr/>
            <p:nvPr/>
          </p:nvSpPr>
          <p:spPr>
            <a:xfrm>
              <a:off x="3285100" y="3398654"/>
              <a:ext cx="1038521" cy="779812"/>
            </a:xfrm>
            <a:custGeom>
              <a:rect l="l" t="t" r="r" b="b"/>
              <a:pathLst>
                <a:path w="50740" h="38100" extrusionOk="0">
                  <a:moveTo>
                    <a:pt x="0" y="0"/>
                  </a:moveTo>
                  <a:lnTo>
                    <a:pt x="50740" y="0"/>
                  </a:lnTo>
                  <a:lnTo>
                    <a:pt x="50740" y="38100"/>
                  </a:lnTo>
                  <a:close/>
                </a:path>
              </a:pathLst>
            </a:custGeom>
            <a:solidFill>
              <a:srgbClr val="F3EEFB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grpSp>
          <p:nvGrpSpPr>
            <p:cNvPr id="803" name="Google Shape;803;p68"/>
            <p:cNvGrpSpPr/>
            <p:nvPr/>
          </p:nvGrpSpPr>
          <p:grpSpPr>
            <a:xfrm>
              <a:off x="3209763" y="3302751"/>
              <a:ext cx="1213604" cy="948951"/>
              <a:chOff x="4962363" y="3607551"/>
              <a:chExt cx="1213604" cy="948951"/>
            </a:xfrm>
          </p:grpSpPr>
          <p:cxnSp>
            <p:nvCxnSpPr>
              <p:cNvPr id="804" name="Google Shape;804;p68"/>
              <p:cNvCxnSpPr/>
              <p:nvPr/>
            </p:nvCxnSpPr>
            <p:spPr>
              <a:xfrm>
                <a:off x="5050725" y="3607551"/>
                <a:ext cx="10281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05" name="Google Shape;805;p68"/>
              <p:cNvCxnSpPr/>
              <p:nvPr/>
            </p:nvCxnSpPr>
            <p:spPr>
              <a:xfrm flipH="1">
                <a:off x="6175967" y="3703451"/>
                <a:ext cx="0" cy="786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06" name="Google Shape;806;p68"/>
              <p:cNvCxnSpPr/>
              <p:nvPr/>
            </p:nvCxnSpPr>
            <p:spPr>
              <a:xfrm>
                <a:off x="4962363" y="3775302"/>
                <a:ext cx="1044300" cy="781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</p:grpSp>
      <p:sp>
        <p:nvSpPr>
          <p:cNvPr id="807" name="Google Shape;807;p68"/>
          <p:cNvSpPr txBox="1"/>
          <p:nvPr/>
        </p:nvSpPr>
        <p:spPr>
          <a:xfrm>
            <a:off x="2723407" y="3607053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8"/>
          <p:cNvSpPr txBox="1"/>
          <p:nvPr/>
        </p:nvSpPr>
        <p:spPr>
          <a:xfrm>
            <a:off x="3723851" y="2910725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8"/>
          <p:cNvSpPr txBox="1"/>
          <p:nvPr/>
        </p:nvSpPr>
        <p:spPr>
          <a:xfrm>
            <a:off x="4064077" y="3874352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8"/>
          <p:cNvSpPr txBox="1"/>
          <p:nvPr/>
        </p:nvSpPr>
        <p:spPr>
          <a:xfrm>
            <a:off x="4008262" y="3311979"/>
            <a:ext cx="4830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8"/>
          <p:cNvSpPr/>
          <p:nvPr/>
        </p:nvSpPr>
        <p:spPr>
          <a:xfrm rot="5400000" flipH="1">
            <a:off x="3381987" y="3284849"/>
            <a:ext cx="181800" cy="181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8"/>
          <p:cNvSpPr/>
          <p:nvPr/>
        </p:nvSpPr>
        <p:spPr>
          <a:xfrm flipH="1">
            <a:off x="4345150" y="3008770"/>
            <a:ext cx="563700" cy="563700"/>
          </a:xfrm>
          <a:prstGeom prst="arc">
            <a:avLst>
              <a:gd name="adj1" fmla="val 21594268"/>
              <a:gd name="adj2" fmla="val 235371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/>
          <p:nvPr/>
        </p:nvSpPr>
        <p:spPr>
          <a:xfrm flipH="1">
            <a:off x="3080182" y="3983909"/>
            <a:ext cx="582900" cy="582900"/>
          </a:xfrm>
          <a:prstGeom prst="arc">
            <a:avLst>
              <a:gd name="adj1" fmla="val 13190205"/>
              <a:gd name="adj2" fmla="val 1607183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8"/>
          <p:cNvSpPr txBox="1"/>
          <p:nvPr/>
        </p:nvSpPr>
        <p:spPr>
          <a:xfrm>
            <a:off x="3434265" y="3764119"/>
            <a:ext cx="4830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5" name="Google Shape;815;p68"/>
          <p:cNvGrpSpPr/>
          <p:nvPr/>
        </p:nvGrpSpPr>
        <p:grpSpPr>
          <a:xfrm rot="10800000" flipH="1">
            <a:off x="5981943" y="2915354"/>
            <a:ext cx="2194610" cy="1677407"/>
            <a:chOff x="3239359" y="3342480"/>
            <a:chExt cx="1144278" cy="874560"/>
          </a:xfrm>
        </p:grpSpPr>
        <p:sp>
          <p:nvSpPr>
            <p:cNvPr id="816" name="Google Shape;816;p68"/>
            <p:cNvSpPr/>
            <p:nvPr/>
          </p:nvSpPr>
          <p:spPr>
            <a:xfrm>
              <a:off x="3285100" y="3398654"/>
              <a:ext cx="1038521" cy="779812"/>
            </a:xfrm>
            <a:custGeom>
              <a:rect l="l" t="t" r="r" b="b"/>
              <a:pathLst>
                <a:path w="50740" h="38100" extrusionOk="0">
                  <a:moveTo>
                    <a:pt x="0" y="0"/>
                  </a:moveTo>
                  <a:lnTo>
                    <a:pt x="50740" y="0"/>
                  </a:lnTo>
                  <a:lnTo>
                    <a:pt x="50740" y="38100"/>
                  </a:lnTo>
                  <a:close/>
                </a:path>
              </a:pathLst>
            </a:custGeom>
            <a:solidFill>
              <a:srgbClr val="F3EEFB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grpSp>
          <p:nvGrpSpPr>
            <p:cNvPr id="817" name="Google Shape;817;p68"/>
            <p:cNvGrpSpPr/>
            <p:nvPr/>
          </p:nvGrpSpPr>
          <p:grpSpPr>
            <a:xfrm>
              <a:off x="3239359" y="3342480"/>
              <a:ext cx="1144278" cy="874560"/>
              <a:chOff x="4991959" y="3647280"/>
              <a:chExt cx="1144278" cy="874560"/>
            </a:xfrm>
          </p:grpSpPr>
          <p:cxnSp>
            <p:nvCxnSpPr>
              <p:cNvPr id="818" name="Google Shape;818;p68"/>
              <p:cNvCxnSpPr/>
              <p:nvPr/>
            </p:nvCxnSpPr>
            <p:spPr>
              <a:xfrm>
                <a:off x="5050725" y="3647280"/>
                <a:ext cx="10281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19" name="Google Shape;819;p68"/>
              <p:cNvCxnSpPr/>
              <p:nvPr/>
            </p:nvCxnSpPr>
            <p:spPr>
              <a:xfrm flipH="1">
                <a:off x="6136236" y="3703451"/>
                <a:ext cx="0" cy="786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20" name="Google Shape;820;p68"/>
              <p:cNvCxnSpPr/>
              <p:nvPr/>
            </p:nvCxnSpPr>
            <p:spPr>
              <a:xfrm>
                <a:off x="4991959" y="3740640"/>
                <a:ext cx="1044300" cy="781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</p:grpSp>
      <p:sp>
        <p:nvSpPr>
          <p:cNvPr id="821" name="Google Shape;821;p68"/>
          <p:cNvSpPr txBox="1"/>
          <p:nvPr/>
        </p:nvSpPr>
        <p:spPr>
          <a:xfrm>
            <a:off x="8232527" y="3620068"/>
            <a:ext cx="5046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68"/>
          <p:cNvSpPr txBox="1"/>
          <p:nvPr/>
        </p:nvSpPr>
        <p:spPr>
          <a:xfrm>
            <a:off x="6849077" y="4599399"/>
            <a:ext cx="5829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8"/>
          <p:cNvSpPr txBox="1"/>
          <p:nvPr/>
        </p:nvSpPr>
        <p:spPr>
          <a:xfrm>
            <a:off x="6499492" y="3399275"/>
            <a:ext cx="6093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68"/>
          <p:cNvSpPr txBox="1"/>
          <p:nvPr/>
        </p:nvSpPr>
        <p:spPr>
          <a:xfrm>
            <a:off x="6521847" y="4195459"/>
            <a:ext cx="3681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8"/>
          <p:cNvSpPr/>
          <p:nvPr/>
        </p:nvSpPr>
        <p:spPr>
          <a:xfrm rot="-5400000" flipH="1">
            <a:off x="7858405" y="4296854"/>
            <a:ext cx="187200" cy="186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68"/>
          <p:cNvSpPr/>
          <p:nvPr/>
        </p:nvSpPr>
        <p:spPr>
          <a:xfrm rot="10800000" flipH="1">
            <a:off x="5809821" y="4149030"/>
            <a:ext cx="651000" cy="651000"/>
          </a:xfrm>
          <a:prstGeom prst="arc">
            <a:avLst>
              <a:gd name="adj1" fmla="val 21594268"/>
              <a:gd name="adj2" fmla="val 235371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68"/>
          <p:cNvSpPr/>
          <p:nvPr/>
        </p:nvSpPr>
        <p:spPr>
          <a:xfrm rot="10800000" flipH="1">
            <a:off x="7756629" y="2691723"/>
            <a:ext cx="609300" cy="609300"/>
          </a:xfrm>
          <a:prstGeom prst="arc">
            <a:avLst>
              <a:gd name="adj1" fmla="val 13190205"/>
              <a:gd name="adj2" fmla="val 1607183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8"/>
          <p:cNvSpPr txBox="1"/>
          <p:nvPr/>
        </p:nvSpPr>
        <p:spPr>
          <a:xfrm>
            <a:off x="7684223" y="3282128"/>
            <a:ext cx="3339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8"/>
          <p:cNvSpPr txBox="1"/>
          <p:nvPr>
            <p:ph type="body" idx="1"/>
          </p:nvPr>
        </p:nvSpPr>
        <p:spPr>
          <a:xfrm>
            <a:off x="2733675" y="2397425"/>
            <a:ext cx="25365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congruent</a:t>
            </a:r>
            <a:r>
              <a:rPr lang="en-GB" sz="1800"/>
              <a:t> to Shape A</a:t>
            </a:r>
            <a:endParaRPr sz="1800"/>
          </a:p>
        </p:txBody>
      </p:sp>
      <p:sp>
        <p:nvSpPr>
          <p:cNvPr id="830" name="Google Shape;830;p68"/>
          <p:cNvSpPr txBox="1"/>
          <p:nvPr>
            <p:ph type="body" idx="1"/>
          </p:nvPr>
        </p:nvSpPr>
        <p:spPr>
          <a:xfrm>
            <a:off x="295275" y="2397425"/>
            <a:ext cx="11478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Shape A</a:t>
            </a:r>
            <a:endParaRPr sz="1800"/>
          </a:p>
        </p:txBody>
      </p:sp>
      <p:sp>
        <p:nvSpPr>
          <p:cNvPr id="831" name="Google Shape;831;p68"/>
          <p:cNvSpPr txBox="1"/>
          <p:nvPr>
            <p:ph type="body" idx="1"/>
          </p:nvPr>
        </p:nvSpPr>
        <p:spPr>
          <a:xfrm>
            <a:off x="5956764" y="2397425"/>
            <a:ext cx="25365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similar</a:t>
            </a:r>
            <a:r>
              <a:rPr lang="en-GB" sz="1800"/>
              <a:t> to Shape A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5" name="Shape 835"/>
        <p:cNvGrpSpPr/>
        <p:nvPr/>
      </p:nvGrpSpPr>
      <p:grpSpPr>
        <a:xfrm>
          <a:off x="0" y="0"/>
          <a:ext cx="0" cy="0"/>
        </a:xfrm>
      </p:grpSpPr>
      <p:sp>
        <p:nvSpPr>
          <p:cNvPr id="836" name="Google Shape;836;p69"/>
          <p:cNvSpPr txBox="1"/>
          <p:nvPr>
            <p:ph type="body" idx="1"/>
          </p:nvPr>
        </p:nvSpPr>
        <p:spPr>
          <a:xfrm>
            <a:off x="324000" y="759300"/>
            <a:ext cx="8496000" cy="3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If two shapes are </a:t>
            </a:r>
            <a:r>
              <a:rPr lang="en-GB" sz="1900">
                <a:solidFill>
                  <a:schemeClr val="accent4"/>
                </a:solidFill>
              </a:rPr>
              <a:t>congruent</a:t>
            </a:r>
            <a:r>
              <a:rPr lang="en-GB" sz="1900"/>
              <a:t> then they are </a:t>
            </a:r>
            <a:r>
              <a:rPr lang="en-GB" sz="1900">
                <a:solidFill>
                  <a:schemeClr val="accent4"/>
                </a:solidFill>
              </a:rPr>
              <a:t>also similar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837" name="Google Shape;837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838" name="Google Shape;838;p69"/>
          <p:cNvSpPr txBox="1"/>
          <p:nvPr>
            <p:ph type="body" idx="1"/>
          </p:nvPr>
        </p:nvSpPr>
        <p:spPr>
          <a:xfrm>
            <a:off x="2733395" y="2499173"/>
            <a:ext cx="2765100" cy="3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also </a:t>
            </a:r>
            <a:r>
              <a:rPr lang="en-GB" sz="1800">
                <a:solidFill>
                  <a:schemeClr val="accent4"/>
                </a:solidFill>
              </a:rPr>
              <a:t>similar</a:t>
            </a:r>
            <a:r>
              <a:rPr lang="en-GB" sz="1800"/>
              <a:t> to Shape A</a:t>
            </a:r>
            <a:endParaRPr sz="1800"/>
          </a:p>
        </p:txBody>
      </p:sp>
      <p:sp>
        <p:nvSpPr>
          <p:cNvPr id="839" name="Google Shape;839;p69"/>
          <p:cNvSpPr txBox="1"/>
          <p:nvPr>
            <p:ph type="body" idx="1"/>
          </p:nvPr>
        </p:nvSpPr>
        <p:spPr>
          <a:xfrm>
            <a:off x="5956764" y="2496314"/>
            <a:ext cx="28713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accent4"/>
                </a:solidFill>
              </a:rPr>
              <a:t>incongruent</a:t>
            </a:r>
            <a:r>
              <a:rPr lang="en-GB" sz="1700"/>
              <a:t> to Shape A</a:t>
            </a:r>
            <a:endParaRPr sz="1700"/>
          </a:p>
        </p:txBody>
      </p:sp>
      <p:grpSp>
        <p:nvGrpSpPr>
          <p:cNvPr id="840" name="Google Shape;840;p69"/>
          <p:cNvGrpSpPr/>
          <p:nvPr/>
        </p:nvGrpSpPr>
        <p:grpSpPr>
          <a:xfrm rot="-5400000" flipH="1">
            <a:off x="677796" y="3013619"/>
            <a:ext cx="1540428" cy="1204598"/>
            <a:chOff x="3209763" y="3302751"/>
            <a:chExt cx="1213604" cy="948951"/>
          </a:xfrm>
        </p:grpSpPr>
        <p:sp>
          <p:nvSpPr>
            <p:cNvPr id="841" name="Google Shape;841;p69"/>
            <p:cNvSpPr/>
            <p:nvPr/>
          </p:nvSpPr>
          <p:spPr>
            <a:xfrm>
              <a:off x="3285100" y="3398654"/>
              <a:ext cx="1038521" cy="779812"/>
            </a:xfrm>
            <a:custGeom>
              <a:rect l="l" t="t" r="r" b="b"/>
              <a:pathLst>
                <a:path w="50740" h="38100" extrusionOk="0">
                  <a:moveTo>
                    <a:pt x="0" y="0"/>
                  </a:moveTo>
                  <a:lnTo>
                    <a:pt x="50740" y="0"/>
                  </a:lnTo>
                  <a:lnTo>
                    <a:pt x="50740" y="38100"/>
                  </a:lnTo>
                  <a:close/>
                </a:path>
              </a:pathLst>
            </a:custGeom>
            <a:solidFill>
              <a:srgbClr val="F3EEFB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grpSp>
          <p:nvGrpSpPr>
            <p:cNvPr id="842" name="Google Shape;842;p69"/>
            <p:cNvGrpSpPr/>
            <p:nvPr/>
          </p:nvGrpSpPr>
          <p:grpSpPr>
            <a:xfrm>
              <a:off x="3209763" y="3302751"/>
              <a:ext cx="1213604" cy="948951"/>
              <a:chOff x="4962363" y="3607551"/>
              <a:chExt cx="1213604" cy="948951"/>
            </a:xfrm>
          </p:grpSpPr>
          <p:cxnSp>
            <p:nvCxnSpPr>
              <p:cNvPr id="843" name="Google Shape;843;p69"/>
              <p:cNvCxnSpPr/>
              <p:nvPr/>
            </p:nvCxnSpPr>
            <p:spPr>
              <a:xfrm>
                <a:off x="5050725" y="3607551"/>
                <a:ext cx="10281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44" name="Google Shape;844;p69"/>
              <p:cNvCxnSpPr/>
              <p:nvPr/>
            </p:nvCxnSpPr>
            <p:spPr>
              <a:xfrm flipH="1">
                <a:off x="6175967" y="3703451"/>
                <a:ext cx="0" cy="786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45" name="Google Shape;845;p69"/>
              <p:cNvCxnSpPr/>
              <p:nvPr/>
            </p:nvCxnSpPr>
            <p:spPr>
              <a:xfrm>
                <a:off x="4962363" y="3775302"/>
                <a:ext cx="1044300" cy="781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</p:grpSp>
      <p:sp>
        <p:nvSpPr>
          <p:cNvPr id="846" name="Google Shape;846;p69"/>
          <p:cNvSpPr txBox="1"/>
          <p:nvPr/>
        </p:nvSpPr>
        <p:spPr>
          <a:xfrm>
            <a:off x="1169815" y="4386438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69"/>
          <p:cNvSpPr txBox="1"/>
          <p:nvPr/>
        </p:nvSpPr>
        <p:spPr>
          <a:xfrm>
            <a:off x="321086" y="3442755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69"/>
          <p:cNvSpPr txBox="1"/>
          <p:nvPr/>
        </p:nvSpPr>
        <p:spPr>
          <a:xfrm>
            <a:off x="1589513" y="3350568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69"/>
          <p:cNvSpPr txBox="1"/>
          <p:nvPr/>
        </p:nvSpPr>
        <p:spPr>
          <a:xfrm>
            <a:off x="990841" y="3366783"/>
            <a:ext cx="4830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69"/>
          <p:cNvSpPr/>
          <p:nvPr/>
        </p:nvSpPr>
        <p:spPr>
          <a:xfrm flipH="1">
            <a:off x="961911" y="4067458"/>
            <a:ext cx="181800" cy="181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69"/>
          <p:cNvSpPr/>
          <p:nvPr/>
        </p:nvSpPr>
        <p:spPr>
          <a:xfrm rot="-5400000" flipH="1">
            <a:off x="685981" y="2722245"/>
            <a:ext cx="563700" cy="563700"/>
          </a:xfrm>
          <a:prstGeom prst="arc">
            <a:avLst>
              <a:gd name="adj1" fmla="val 21594268"/>
              <a:gd name="adj2" fmla="val 235371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69"/>
          <p:cNvSpPr/>
          <p:nvPr/>
        </p:nvSpPr>
        <p:spPr>
          <a:xfrm rot="-5400000" flipH="1">
            <a:off x="1661120" y="3968013"/>
            <a:ext cx="582900" cy="582900"/>
          </a:xfrm>
          <a:prstGeom prst="arc">
            <a:avLst>
              <a:gd name="adj1" fmla="val 13190205"/>
              <a:gd name="adj2" fmla="val 1607183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69"/>
          <p:cNvSpPr txBox="1"/>
          <p:nvPr/>
        </p:nvSpPr>
        <p:spPr>
          <a:xfrm>
            <a:off x="1366780" y="3940780"/>
            <a:ext cx="4830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4" name="Google Shape;854;p69"/>
          <p:cNvGrpSpPr/>
          <p:nvPr/>
        </p:nvGrpSpPr>
        <p:grpSpPr>
          <a:xfrm flipH="1">
            <a:off x="3244963" y="3168499"/>
            <a:ext cx="1540428" cy="1204598"/>
            <a:chOff x="3209763" y="3302751"/>
            <a:chExt cx="1213604" cy="948951"/>
          </a:xfrm>
        </p:grpSpPr>
        <p:sp>
          <p:nvSpPr>
            <p:cNvPr id="855" name="Google Shape;855;p69"/>
            <p:cNvSpPr/>
            <p:nvPr/>
          </p:nvSpPr>
          <p:spPr>
            <a:xfrm>
              <a:off x="3285100" y="3398654"/>
              <a:ext cx="1038521" cy="779812"/>
            </a:xfrm>
            <a:custGeom>
              <a:rect l="l" t="t" r="r" b="b"/>
              <a:pathLst>
                <a:path w="50740" h="38100" extrusionOk="0">
                  <a:moveTo>
                    <a:pt x="0" y="0"/>
                  </a:moveTo>
                  <a:lnTo>
                    <a:pt x="50740" y="0"/>
                  </a:lnTo>
                  <a:lnTo>
                    <a:pt x="50740" y="38100"/>
                  </a:lnTo>
                  <a:close/>
                </a:path>
              </a:pathLst>
            </a:custGeom>
            <a:solidFill>
              <a:srgbClr val="F3EEFB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grpSp>
          <p:nvGrpSpPr>
            <p:cNvPr id="856" name="Google Shape;856;p69"/>
            <p:cNvGrpSpPr/>
            <p:nvPr/>
          </p:nvGrpSpPr>
          <p:grpSpPr>
            <a:xfrm>
              <a:off x="3209763" y="3302751"/>
              <a:ext cx="1213604" cy="948951"/>
              <a:chOff x="4962363" y="3607551"/>
              <a:chExt cx="1213604" cy="948951"/>
            </a:xfrm>
          </p:grpSpPr>
          <p:cxnSp>
            <p:nvCxnSpPr>
              <p:cNvPr id="857" name="Google Shape;857;p69"/>
              <p:cNvCxnSpPr/>
              <p:nvPr/>
            </p:nvCxnSpPr>
            <p:spPr>
              <a:xfrm>
                <a:off x="5050725" y="3607551"/>
                <a:ext cx="10281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58" name="Google Shape;858;p69"/>
              <p:cNvCxnSpPr/>
              <p:nvPr/>
            </p:nvCxnSpPr>
            <p:spPr>
              <a:xfrm flipH="1">
                <a:off x="6175967" y="3703451"/>
                <a:ext cx="0" cy="786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59" name="Google Shape;859;p69"/>
              <p:cNvCxnSpPr/>
              <p:nvPr/>
            </p:nvCxnSpPr>
            <p:spPr>
              <a:xfrm>
                <a:off x="4962363" y="3775302"/>
                <a:ext cx="1044300" cy="781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</p:grpSp>
      <p:sp>
        <p:nvSpPr>
          <p:cNvPr id="860" name="Google Shape;860;p69"/>
          <p:cNvSpPr txBox="1"/>
          <p:nvPr/>
        </p:nvSpPr>
        <p:spPr>
          <a:xfrm>
            <a:off x="2723407" y="3607053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69"/>
          <p:cNvSpPr txBox="1"/>
          <p:nvPr/>
        </p:nvSpPr>
        <p:spPr>
          <a:xfrm>
            <a:off x="3723851" y="2910725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69"/>
          <p:cNvSpPr txBox="1"/>
          <p:nvPr/>
        </p:nvSpPr>
        <p:spPr>
          <a:xfrm>
            <a:off x="4064077" y="3874352"/>
            <a:ext cx="6357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69"/>
          <p:cNvSpPr txBox="1"/>
          <p:nvPr/>
        </p:nvSpPr>
        <p:spPr>
          <a:xfrm>
            <a:off x="4008262" y="3311979"/>
            <a:ext cx="4830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69"/>
          <p:cNvSpPr/>
          <p:nvPr/>
        </p:nvSpPr>
        <p:spPr>
          <a:xfrm rot="5400000" flipH="1">
            <a:off x="3381987" y="3284849"/>
            <a:ext cx="181800" cy="181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69"/>
          <p:cNvSpPr/>
          <p:nvPr/>
        </p:nvSpPr>
        <p:spPr>
          <a:xfrm flipH="1">
            <a:off x="4345150" y="3008770"/>
            <a:ext cx="563700" cy="563700"/>
          </a:xfrm>
          <a:prstGeom prst="arc">
            <a:avLst>
              <a:gd name="adj1" fmla="val 21594268"/>
              <a:gd name="adj2" fmla="val 235371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69"/>
          <p:cNvSpPr/>
          <p:nvPr/>
        </p:nvSpPr>
        <p:spPr>
          <a:xfrm flipH="1">
            <a:off x="3080182" y="3983909"/>
            <a:ext cx="582900" cy="582900"/>
          </a:xfrm>
          <a:prstGeom prst="arc">
            <a:avLst>
              <a:gd name="adj1" fmla="val 13190205"/>
              <a:gd name="adj2" fmla="val 1607183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69"/>
          <p:cNvSpPr txBox="1"/>
          <p:nvPr/>
        </p:nvSpPr>
        <p:spPr>
          <a:xfrm>
            <a:off x="3434265" y="3764119"/>
            <a:ext cx="4830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8" name="Google Shape;868;p69"/>
          <p:cNvGrpSpPr/>
          <p:nvPr/>
        </p:nvGrpSpPr>
        <p:grpSpPr>
          <a:xfrm rot="10800000" flipH="1">
            <a:off x="5981943" y="2915354"/>
            <a:ext cx="2194610" cy="1677407"/>
            <a:chOff x="3239359" y="3342480"/>
            <a:chExt cx="1144278" cy="874560"/>
          </a:xfrm>
        </p:grpSpPr>
        <p:sp>
          <p:nvSpPr>
            <p:cNvPr id="869" name="Google Shape;869;p69"/>
            <p:cNvSpPr/>
            <p:nvPr/>
          </p:nvSpPr>
          <p:spPr>
            <a:xfrm>
              <a:off x="3285100" y="3398654"/>
              <a:ext cx="1038521" cy="779812"/>
            </a:xfrm>
            <a:custGeom>
              <a:rect l="l" t="t" r="r" b="b"/>
              <a:pathLst>
                <a:path w="50740" h="38100" extrusionOk="0">
                  <a:moveTo>
                    <a:pt x="0" y="0"/>
                  </a:moveTo>
                  <a:lnTo>
                    <a:pt x="50740" y="0"/>
                  </a:lnTo>
                  <a:lnTo>
                    <a:pt x="50740" y="38100"/>
                  </a:lnTo>
                  <a:close/>
                </a:path>
              </a:pathLst>
            </a:custGeom>
            <a:solidFill>
              <a:srgbClr val="F3EEFB"/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grpSp>
          <p:nvGrpSpPr>
            <p:cNvPr id="870" name="Google Shape;870;p69"/>
            <p:cNvGrpSpPr/>
            <p:nvPr/>
          </p:nvGrpSpPr>
          <p:grpSpPr>
            <a:xfrm>
              <a:off x="3239359" y="3342480"/>
              <a:ext cx="1144278" cy="874560"/>
              <a:chOff x="4991959" y="3647280"/>
              <a:chExt cx="1144278" cy="874560"/>
            </a:xfrm>
          </p:grpSpPr>
          <p:cxnSp>
            <p:nvCxnSpPr>
              <p:cNvPr id="871" name="Google Shape;871;p69"/>
              <p:cNvCxnSpPr/>
              <p:nvPr/>
            </p:nvCxnSpPr>
            <p:spPr>
              <a:xfrm>
                <a:off x="5050725" y="3647280"/>
                <a:ext cx="10281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72" name="Google Shape;872;p69"/>
              <p:cNvCxnSpPr/>
              <p:nvPr/>
            </p:nvCxnSpPr>
            <p:spPr>
              <a:xfrm flipH="1">
                <a:off x="6136236" y="3703451"/>
                <a:ext cx="0" cy="7860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873" name="Google Shape;873;p69"/>
              <p:cNvCxnSpPr/>
              <p:nvPr/>
            </p:nvCxnSpPr>
            <p:spPr>
              <a:xfrm>
                <a:off x="4991959" y="3740640"/>
                <a:ext cx="1044300" cy="7812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</p:grpSp>
      <p:sp>
        <p:nvSpPr>
          <p:cNvPr id="874" name="Google Shape;874;p69"/>
          <p:cNvSpPr txBox="1"/>
          <p:nvPr/>
        </p:nvSpPr>
        <p:spPr>
          <a:xfrm>
            <a:off x="8232527" y="3620068"/>
            <a:ext cx="5046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6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69"/>
          <p:cNvSpPr txBox="1"/>
          <p:nvPr/>
        </p:nvSpPr>
        <p:spPr>
          <a:xfrm>
            <a:off x="6849077" y="4599399"/>
            <a:ext cx="5829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69"/>
          <p:cNvSpPr txBox="1"/>
          <p:nvPr/>
        </p:nvSpPr>
        <p:spPr>
          <a:xfrm>
            <a:off x="6499492" y="3399275"/>
            <a:ext cx="609300" cy="3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69"/>
          <p:cNvSpPr txBox="1"/>
          <p:nvPr/>
        </p:nvSpPr>
        <p:spPr>
          <a:xfrm>
            <a:off x="6521847" y="4195459"/>
            <a:ext cx="3681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69"/>
          <p:cNvSpPr/>
          <p:nvPr/>
        </p:nvSpPr>
        <p:spPr>
          <a:xfrm rot="-5400000" flipH="1">
            <a:off x="7858405" y="4296854"/>
            <a:ext cx="187200" cy="1866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69"/>
          <p:cNvSpPr/>
          <p:nvPr/>
        </p:nvSpPr>
        <p:spPr>
          <a:xfrm rot="10800000" flipH="1">
            <a:off x="5809821" y="4149030"/>
            <a:ext cx="651000" cy="651000"/>
          </a:xfrm>
          <a:prstGeom prst="arc">
            <a:avLst>
              <a:gd name="adj1" fmla="val 21594268"/>
              <a:gd name="adj2" fmla="val 235371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69"/>
          <p:cNvSpPr/>
          <p:nvPr/>
        </p:nvSpPr>
        <p:spPr>
          <a:xfrm rot="10800000" flipH="1">
            <a:off x="7756629" y="2691723"/>
            <a:ext cx="609300" cy="609300"/>
          </a:xfrm>
          <a:prstGeom prst="arc">
            <a:avLst>
              <a:gd name="adj1" fmla="val 13190205"/>
              <a:gd name="adj2" fmla="val 1607183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69"/>
          <p:cNvSpPr txBox="1"/>
          <p:nvPr/>
        </p:nvSpPr>
        <p:spPr>
          <a:xfrm>
            <a:off x="7684223" y="3282128"/>
            <a:ext cx="333900" cy="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53°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69"/>
          <p:cNvSpPr txBox="1"/>
          <p:nvPr>
            <p:ph type="body" idx="1"/>
          </p:nvPr>
        </p:nvSpPr>
        <p:spPr>
          <a:xfrm>
            <a:off x="2733675" y="2168825"/>
            <a:ext cx="25365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congruent</a:t>
            </a:r>
            <a:r>
              <a:rPr lang="en-GB" sz="1800"/>
              <a:t> to Shape A</a:t>
            </a:r>
            <a:endParaRPr sz="1800"/>
          </a:p>
        </p:txBody>
      </p:sp>
      <p:sp>
        <p:nvSpPr>
          <p:cNvPr id="883" name="Google Shape;883;p69"/>
          <p:cNvSpPr txBox="1"/>
          <p:nvPr>
            <p:ph type="body" idx="1"/>
          </p:nvPr>
        </p:nvSpPr>
        <p:spPr>
          <a:xfrm>
            <a:off x="295275" y="2168825"/>
            <a:ext cx="11478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Shape A</a:t>
            </a:r>
            <a:endParaRPr sz="1800"/>
          </a:p>
        </p:txBody>
      </p:sp>
      <p:sp>
        <p:nvSpPr>
          <p:cNvPr id="884" name="Google Shape;884;p69"/>
          <p:cNvSpPr txBox="1"/>
          <p:nvPr>
            <p:ph type="body" idx="1"/>
          </p:nvPr>
        </p:nvSpPr>
        <p:spPr>
          <a:xfrm>
            <a:off x="5956764" y="2168825"/>
            <a:ext cx="25365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similar</a:t>
            </a:r>
            <a:r>
              <a:rPr lang="en-GB" sz="1800"/>
              <a:t> to Shape A</a:t>
            </a:r>
            <a:endParaRPr sz="1800"/>
          </a:p>
        </p:txBody>
      </p:sp>
      <p:sp>
        <p:nvSpPr>
          <p:cNvPr id="885" name="Google Shape;885;p69"/>
          <p:cNvSpPr txBox="1"/>
          <p:nvPr>
            <p:ph type="body" idx="1"/>
          </p:nvPr>
        </p:nvSpPr>
        <p:spPr>
          <a:xfrm>
            <a:off x="324000" y="1216500"/>
            <a:ext cx="84960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If two shapes are </a:t>
            </a:r>
            <a:r>
              <a:rPr lang="en-GB" sz="1900">
                <a:solidFill>
                  <a:schemeClr val="accent4"/>
                </a:solidFill>
              </a:rPr>
              <a:t>similar</a:t>
            </a:r>
            <a:r>
              <a:rPr lang="en-GB" sz="1900"/>
              <a:t> then they are </a:t>
            </a:r>
            <a:r>
              <a:rPr lang="en-GB" sz="1900">
                <a:solidFill>
                  <a:schemeClr val="accent4"/>
                </a:solidFill>
              </a:rPr>
              <a:t>not necessarily congruent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886" name="Google Shape;886;p69"/>
          <p:cNvSpPr txBox="1"/>
          <p:nvPr>
            <p:ph type="body" idx="1"/>
          </p:nvPr>
        </p:nvSpPr>
        <p:spPr>
          <a:xfrm>
            <a:off x="324000" y="1673700"/>
            <a:ext cx="8496000" cy="37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Similar shapes are only congruent if the </a:t>
            </a:r>
            <a:r>
              <a:rPr lang="en-GB" sz="1900">
                <a:solidFill>
                  <a:schemeClr val="accent4"/>
                </a:solidFill>
              </a:rPr>
              <a:t>scale factor</a:t>
            </a:r>
            <a:r>
              <a:rPr lang="en-GB" sz="1900"/>
              <a:t> between them is </a:t>
            </a:r>
            <a:r>
              <a:rPr lang="en-GB" sz="1900">
                <a:solidFill>
                  <a:schemeClr val="accent4"/>
                </a:solidFill>
              </a:rPr>
              <a:t>1</a:t>
            </a:r>
            <a:r>
              <a:rPr lang="en-GB" sz="1900"/>
              <a:t>.</a:t>
            </a:r>
            <a:endParaRPr sz="1900"/>
          </a:p>
        </p:txBody>
      </p:sp>
      <p:cxnSp>
        <p:nvCxnSpPr>
          <p:cNvPr id="887" name="Google Shape;887;p69"/>
          <p:cNvCxnSpPr/>
          <p:nvPr/>
        </p:nvCxnSpPr>
        <p:spPr>
          <a:xfrm rot="10800000" flipH="1">
            <a:off x="1645807" y="3829053"/>
            <a:ext cx="1146600" cy="699000"/>
          </a:xfrm>
          <a:prstGeom prst="curvedConnector3">
            <a:avLst>
              <a:gd name="adj1" fmla="val 95591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8" name="Google Shape;888;p69"/>
          <p:cNvCxnSpPr/>
          <p:nvPr/>
        </p:nvCxnSpPr>
        <p:spPr>
          <a:xfrm>
            <a:off x="2103557" y="3463628"/>
            <a:ext cx="2020500" cy="426300"/>
          </a:xfrm>
          <a:prstGeom prst="curvedConnector3">
            <a:avLst>
              <a:gd name="adj1" fmla="val 8569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9" name="Google Shape;889;p69"/>
          <p:cNvCxnSpPr/>
          <p:nvPr/>
        </p:nvCxnSpPr>
        <p:spPr>
          <a:xfrm rot="10800000" flipH="1">
            <a:off x="433850" y="3006900"/>
            <a:ext cx="3281400" cy="459000"/>
          </a:xfrm>
          <a:prstGeom prst="curvedConnector3">
            <a:avLst>
              <a:gd name="adj1" fmla="val 26140"/>
            </a:avLst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0" name="Google Shape;890;p69"/>
          <p:cNvSpPr txBox="1"/>
          <p:nvPr/>
        </p:nvSpPr>
        <p:spPr>
          <a:xfrm>
            <a:off x="1895051" y="2834525"/>
            <a:ext cx="3339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 1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69"/>
          <p:cNvSpPr txBox="1"/>
          <p:nvPr/>
        </p:nvSpPr>
        <p:spPr>
          <a:xfrm>
            <a:off x="2809451" y="3285064"/>
            <a:ext cx="3339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 1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69"/>
          <p:cNvSpPr txBox="1"/>
          <p:nvPr/>
        </p:nvSpPr>
        <p:spPr>
          <a:xfrm>
            <a:off x="2199851" y="4428064"/>
            <a:ext cx="3339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× 1</a:t>
            </a:r>
            <a:endParaRPr sz="16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6" name="Shape 896"/>
        <p:cNvGrpSpPr/>
        <p:nvPr/>
      </p:nvGrpSpPr>
      <p:grpSpPr>
        <a:xfrm>
          <a:off x="0" y="0"/>
          <a:ext cx="0" cy="0"/>
        </a:xfrm>
      </p:grpSpPr>
      <p:sp>
        <p:nvSpPr>
          <p:cNvPr id="897" name="Google Shape;897;p70"/>
          <p:cNvSpPr txBox="1"/>
          <p:nvPr>
            <p:ph type="body" idx="1"/>
          </p:nvPr>
        </p:nvSpPr>
        <p:spPr>
          <a:xfrm>
            <a:off x="324000" y="759300"/>
            <a:ext cx="8496000" cy="72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4"/>
                </a:solidFill>
              </a:rPr>
              <a:t>All</a:t>
            </a:r>
            <a:r>
              <a:rPr lang="en-GB" sz="1800"/>
              <a:t> pairs of congruent shapes are also similar but only </a:t>
            </a:r>
            <a:r>
              <a:rPr lang="en-GB" sz="1800">
                <a:solidFill>
                  <a:schemeClr val="accent4"/>
                </a:solidFill>
              </a:rPr>
              <a:t>some</a:t>
            </a:r>
            <a:r>
              <a:rPr lang="en-GB" sz="1800"/>
              <a:t> pairs of similar shapes are also congruent.</a:t>
            </a:r>
            <a:endParaRPr sz="1800"/>
          </a:p>
        </p:txBody>
      </p:sp>
      <p:sp>
        <p:nvSpPr>
          <p:cNvPr id="898" name="Google Shape;89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899" name="Google Shape;899;p70"/>
          <p:cNvSpPr txBox="1"/>
          <p:nvPr>
            <p:ph type="body" idx="1"/>
          </p:nvPr>
        </p:nvSpPr>
        <p:spPr>
          <a:xfrm>
            <a:off x="324000" y="2435700"/>
            <a:ext cx="8496000" cy="3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pair of shapes can also be </a:t>
            </a:r>
            <a:r>
              <a:rPr lang="en-GB" sz="1800">
                <a:solidFill>
                  <a:schemeClr val="accent4"/>
                </a:solidFill>
              </a:rPr>
              <a:t>neither</a:t>
            </a:r>
            <a:r>
              <a:rPr lang="en-GB" sz="1800"/>
              <a:t> congruent nor similar.</a:t>
            </a:r>
            <a:endParaRPr sz="1800"/>
          </a:p>
        </p:txBody>
      </p:sp>
      <p:sp>
        <p:nvSpPr>
          <p:cNvPr id="900" name="Google Shape;900;p70"/>
          <p:cNvSpPr/>
          <p:nvPr/>
        </p:nvSpPr>
        <p:spPr>
          <a:xfrm>
            <a:off x="3509356" y="2930219"/>
            <a:ext cx="1933800" cy="1810200"/>
          </a:xfrm>
          <a:prstGeom prst="ellipse">
            <a:avLst/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0"/>
          <p:cNvSpPr/>
          <p:nvPr/>
        </p:nvSpPr>
        <p:spPr>
          <a:xfrm>
            <a:off x="3542678" y="3318496"/>
            <a:ext cx="1104300" cy="10338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0"/>
          <p:cNvSpPr txBox="1"/>
          <p:nvPr>
            <p:ph type="body" idx="1"/>
          </p:nvPr>
        </p:nvSpPr>
        <p:spPr>
          <a:xfrm>
            <a:off x="3583173" y="3709055"/>
            <a:ext cx="1033800" cy="22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lt1"/>
                </a:solidFill>
              </a:rPr>
              <a:t>congruent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03" name="Google Shape;903;p70"/>
          <p:cNvSpPr txBox="1"/>
          <p:nvPr>
            <p:ph type="body" idx="1"/>
          </p:nvPr>
        </p:nvSpPr>
        <p:spPr>
          <a:xfrm>
            <a:off x="4391890" y="3116788"/>
            <a:ext cx="699300" cy="22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similar</a:t>
            </a:r>
            <a:endParaRPr sz="1600"/>
          </a:p>
        </p:txBody>
      </p:sp>
      <p:sp>
        <p:nvSpPr>
          <p:cNvPr id="904" name="Google Shape;904;p70"/>
          <p:cNvSpPr txBox="1"/>
          <p:nvPr>
            <p:ph type="body" idx="1"/>
          </p:nvPr>
        </p:nvSpPr>
        <p:spPr>
          <a:xfrm>
            <a:off x="5607744" y="3342069"/>
            <a:ext cx="1148700" cy="79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neither congruent nor similar</a:t>
            </a:r>
            <a:endParaRPr sz="1600"/>
          </a:p>
        </p:txBody>
      </p:sp>
      <p:sp>
        <p:nvSpPr>
          <p:cNvPr id="905" name="Google Shape;905;p70"/>
          <p:cNvSpPr txBox="1"/>
          <p:nvPr>
            <p:ph type="body" idx="1"/>
          </p:nvPr>
        </p:nvSpPr>
        <p:spPr>
          <a:xfrm>
            <a:off x="324000" y="1423287"/>
            <a:ext cx="8496000" cy="9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Stating that shapes are congruent also implies that they are similar. Therefore, it is </a:t>
            </a:r>
            <a:r>
              <a:rPr lang="en-GB" sz="1800">
                <a:solidFill>
                  <a:schemeClr val="accent4"/>
                </a:solidFill>
              </a:rPr>
              <a:t>sufficient</a:t>
            </a:r>
            <a:r>
              <a:rPr lang="en-GB" sz="1800"/>
              <a:t> to state that shapes are congruent </a:t>
            </a:r>
            <a:r>
              <a:rPr lang="en-GB" sz="1800">
                <a:solidFill>
                  <a:schemeClr val="accent4"/>
                </a:solidFill>
              </a:rPr>
              <a:t>without</a:t>
            </a:r>
            <a:r>
              <a:rPr lang="en-GB" sz="1800"/>
              <a:t> stating that they are also similar.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9" name="Shape 909"/>
        <p:cNvGrpSpPr/>
        <p:nvPr/>
      </p:nvGrpSpPr>
      <p:grpSpPr>
        <a:xfrm>
          <a:off x="0" y="0"/>
          <a:ext cx="0" cy="0"/>
        </a:xfrm>
      </p:grpSpPr>
      <p:sp>
        <p:nvSpPr>
          <p:cNvPr id="910" name="Google Shape;910;p71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Are these shapes congruent, similar or neither?  </a:t>
            </a:r>
            <a:endParaRPr sz="1900"/>
          </a:p>
        </p:txBody>
      </p:sp>
      <p:sp>
        <p:nvSpPr>
          <p:cNvPr id="911" name="Google Shape;91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912" name="Google Shape;912;p71"/>
          <p:cNvSpPr/>
          <p:nvPr/>
        </p:nvSpPr>
        <p:spPr>
          <a:xfrm>
            <a:off x="883300" y="1725375"/>
            <a:ext cx="2004600" cy="1185900"/>
          </a:xfrm>
          <a:prstGeom prst="parallelogram">
            <a:avLst>
              <a:gd name="adj" fmla="val 28685"/>
            </a:avLst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1"/>
          <p:cNvSpPr/>
          <p:nvPr/>
        </p:nvSpPr>
        <p:spPr>
          <a:xfrm>
            <a:off x="711215" y="2705093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1"/>
          <p:cNvSpPr/>
          <p:nvPr/>
        </p:nvSpPr>
        <p:spPr>
          <a:xfrm>
            <a:off x="999686" y="1556650"/>
            <a:ext cx="379800" cy="379800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1"/>
          <p:cNvSpPr/>
          <p:nvPr/>
        </p:nvSpPr>
        <p:spPr>
          <a:xfrm rot="10800000">
            <a:off x="2676086" y="1556650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1"/>
          <p:cNvSpPr/>
          <p:nvPr/>
        </p:nvSpPr>
        <p:spPr>
          <a:xfrm rot="10800000">
            <a:off x="2387615" y="2705093"/>
            <a:ext cx="379800" cy="379800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1"/>
          <p:cNvSpPr txBox="1"/>
          <p:nvPr>
            <p:ph type="body" idx="1"/>
          </p:nvPr>
        </p:nvSpPr>
        <p:spPr>
          <a:xfrm>
            <a:off x="1090700" y="2600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918" name="Google Shape;918;p71"/>
          <p:cNvSpPr txBox="1"/>
          <p:nvPr>
            <p:ph type="body" idx="1"/>
          </p:nvPr>
        </p:nvSpPr>
        <p:spPr>
          <a:xfrm>
            <a:off x="2369771" y="1783733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919" name="Google Shape;919;p71"/>
          <p:cNvSpPr txBox="1"/>
          <p:nvPr>
            <p:ph type="body" idx="1"/>
          </p:nvPr>
        </p:nvSpPr>
        <p:spPr>
          <a:xfrm>
            <a:off x="1346514" y="1838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sp>
        <p:nvSpPr>
          <p:cNvPr id="920" name="Google Shape;920;p71"/>
          <p:cNvSpPr txBox="1"/>
          <p:nvPr>
            <p:ph type="body" idx="1"/>
          </p:nvPr>
        </p:nvSpPr>
        <p:spPr>
          <a:xfrm>
            <a:off x="2032314" y="2600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cxnSp>
        <p:nvCxnSpPr>
          <p:cNvPr id="921" name="Google Shape;921;p71"/>
          <p:cNvCxnSpPr/>
          <p:nvPr/>
        </p:nvCxnSpPr>
        <p:spPr>
          <a:xfrm rot="10800000">
            <a:off x="875950" y="3064075"/>
            <a:ext cx="1671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22" name="Google Shape;922;p71"/>
          <p:cNvSpPr txBox="1"/>
          <p:nvPr>
            <p:ph type="body" idx="1"/>
          </p:nvPr>
        </p:nvSpPr>
        <p:spPr>
          <a:xfrm>
            <a:off x="1417276" y="3079125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923" name="Google Shape;923;p71"/>
          <p:cNvCxnSpPr/>
          <p:nvPr/>
        </p:nvCxnSpPr>
        <p:spPr>
          <a:xfrm flipH="1">
            <a:off x="707132" y="1714500"/>
            <a:ext cx="365100" cy="1197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24" name="Google Shape;924;p71"/>
          <p:cNvSpPr txBox="1"/>
          <p:nvPr>
            <p:ph type="body" idx="1"/>
          </p:nvPr>
        </p:nvSpPr>
        <p:spPr>
          <a:xfrm>
            <a:off x="350476" y="2088525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cxnSp>
        <p:nvCxnSpPr>
          <p:cNvPr id="925" name="Google Shape;925;p71"/>
          <p:cNvCxnSpPr/>
          <p:nvPr/>
        </p:nvCxnSpPr>
        <p:spPr>
          <a:xfrm rot="10800000">
            <a:off x="1732365" y="2911675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26" name="Google Shape;926;p71"/>
          <p:cNvCxnSpPr/>
          <p:nvPr/>
        </p:nvCxnSpPr>
        <p:spPr>
          <a:xfrm rot="10800000">
            <a:off x="1587236" y="2911675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27" name="Google Shape;927;p71"/>
          <p:cNvCxnSpPr/>
          <p:nvPr/>
        </p:nvCxnSpPr>
        <p:spPr>
          <a:xfrm rot="10800000">
            <a:off x="1993830" y="1728830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28" name="Google Shape;928;p71"/>
          <p:cNvCxnSpPr/>
          <p:nvPr/>
        </p:nvCxnSpPr>
        <p:spPr>
          <a:xfrm rot="10800000">
            <a:off x="1848701" y="1728830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29" name="Google Shape;929;p71"/>
          <p:cNvCxnSpPr/>
          <p:nvPr/>
        </p:nvCxnSpPr>
        <p:spPr>
          <a:xfrm flipH="1">
            <a:off x="1022416" y="2188891"/>
            <a:ext cx="6930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30" name="Google Shape;930;p71"/>
          <p:cNvCxnSpPr/>
          <p:nvPr/>
        </p:nvCxnSpPr>
        <p:spPr>
          <a:xfrm flipH="1">
            <a:off x="2691545" y="2188891"/>
            <a:ext cx="6930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31" name="Google Shape;931;p71"/>
          <p:cNvSpPr/>
          <p:nvPr/>
        </p:nvSpPr>
        <p:spPr>
          <a:xfrm rot="-4415292">
            <a:off x="3268285" y="1758726"/>
            <a:ext cx="2004679" cy="1185928"/>
          </a:xfrm>
          <a:prstGeom prst="parallelogram">
            <a:avLst>
              <a:gd name="adj" fmla="val 28685"/>
            </a:avLst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1"/>
          <p:cNvSpPr/>
          <p:nvPr/>
        </p:nvSpPr>
        <p:spPr>
          <a:xfrm rot="-4414175">
            <a:off x="4355730" y="3269311"/>
            <a:ext cx="379706" cy="379706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1"/>
          <p:cNvSpPr/>
          <p:nvPr/>
        </p:nvSpPr>
        <p:spPr>
          <a:xfrm rot="-4414175">
            <a:off x="3335613" y="2668065"/>
            <a:ext cx="379706" cy="379706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1"/>
          <p:cNvSpPr/>
          <p:nvPr/>
        </p:nvSpPr>
        <p:spPr>
          <a:xfrm rot="6385825">
            <a:off x="3809383" y="1059797"/>
            <a:ext cx="379706" cy="379706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1"/>
          <p:cNvSpPr/>
          <p:nvPr/>
        </p:nvSpPr>
        <p:spPr>
          <a:xfrm rot="6385825">
            <a:off x="4829501" y="1661043"/>
            <a:ext cx="379706" cy="379706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1"/>
          <p:cNvSpPr txBox="1"/>
          <p:nvPr>
            <p:ph type="body" idx="1"/>
          </p:nvPr>
        </p:nvSpPr>
        <p:spPr>
          <a:xfrm>
            <a:off x="4290080" y="3035047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937" name="Google Shape;937;p71"/>
          <p:cNvSpPr txBox="1"/>
          <p:nvPr>
            <p:ph type="body" idx="1"/>
          </p:nvPr>
        </p:nvSpPr>
        <p:spPr>
          <a:xfrm>
            <a:off x="3969876" y="1432268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938" name="Google Shape;938;p71"/>
          <p:cNvSpPr txBox="1"/>
          <p:nvPr>
            <p:ph type="body" idx="1"/>
          </p:nvPr>
        </p:nvSpPr>
        <p:spPr>
          <a:xfrm>
            <a:off x="3678543" y="2552517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sp>
        <p:nvSpPr>
          <p:cNvPr id="939" name="Google Shape;939;p71"/>
          <p:cNvSpPr txBox="1"/>
          <p:nvPr>
            <p:ph type="body" idx="1"/>
          </p:nvPr>
        </p:nvSpPr>
        <p:spPr>
          <a:xfrm>
            <a:off x="4399985" y="1881397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cxnSp>
        <p:nvCxnSpPr>
          <p:cNvPr id="940" name="Google Shape;940;p71"/>
          <p:cNvCxnSpPr/>
          <p:nvPr/>
        </p:nvCxnSpPr>
        <p:spPr>
          <a:xfrm rot="6384696">
            <a:off x="4101222" y="2729404"/>
            <a:ext cx="1671294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41" name="Google Shape;941;p71"/>
          <p:cNvSpPr txBox="1"/>
          <p:nvPr>
            <p:ph type="body" idx="1"/>
          </p:nvPr>
        </p:nvSpPr>
        <p:spPr>
          <a:xfrm>
            <a:off x="4944310" y="2635824"/>
            <a:ext cx="6294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942" name="Google Shape;942;p71"/>
          <p:cNvCxnSpPr/>
          <p:nvPr/>
        </p:nvCxnSpPr>
        <p:spPr>
          <a:xfrm rot="-4414555" flipH="1">
            <a:off x="3801536" y="2707118"/>
            <a:ext cx="364993" cy="119693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43" name="Google Shape;943;p71"/>
          <p:cNvSpPr txBox="1"/>
          <p:nvPr>
            <p:ph type="body" idx="1"/>
          </p:nvPr>
        </p:nvSpPr>
        <p:spPr>
          <a:xfrm>
            <a:off x="3493388" y="3285368"/>
            <a:ext cx="6294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cxnSp>
        <p:nvCxnSpPr>
          <p:cNvPr id="944" name="Google Shape;944;p71"/>
          <p:cNvCxnSpPr/>
          <p:nvPr/>
        </p:nvCxnSpPr>
        <p:spPr>
          <a:xfrm rot="6384345">
            <a:off x="4732098" y="2580422"/>
            <a:ext cx="17950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45" name="Google Shape;945;p71"/>
          <p:cNvCxnSpPr/>
          <p:nvPr/>
        </p:nvCxnSpPr>
        <p:spPr>
          <a:xfrm rot="6384345">
            <a:off x="4691087" y="2719636"/>
            <a:ext cx="17950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46" name="Google Shape;946;p71"/>
          <p:cNvCxnSpPr/>
          <p:nvPr/>
        </p:nvCxnSpPr>
        <p:spPr>
          <a:xfrm rot="6384345">
            <a:off x="3671349" y="1995360"/>
            <a:ext cx="17950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47" name="Google Shape;947;p71"/>
          <p:cNvCxnSpPr/>
          <p:nvPr/>
        </p:nvCxnSpPr>
        <p:spPr>
          <a:xfrm rot="6384345">
            <a:off x="3630338" y="2134574"/>
            <a:ext cx="179509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48" name="Google Shape;948;p71"/>
          <p:cNvCxnSpPr/>
          <p:nvPr/>
        </p:nvCxnSpPr>
        <p:spPr>
          <a:xfrm rot="-4420821" flipH="1">
            <a:off x="3978796" y="3034436"/>
            <a:ext cx="69396" cy="21082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49" name="Google Shape;949;p71"/>
          <p:cNvCxnSpPr/>
          <p:nvPr/>
        </p:nvCxnSpPr>
        <p:spPr>
          <a:xfrm rot="-4420821" flipH="1">
            <a:off x="4450466" y="1433336"/>
            <a:ext cx="69396" cy="21082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950" name="Google Shape;95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95417" y="3420216"/>
            <a:ext cx="550570" cy="688499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71"/>
          <p:cNvSpPr txBox="1"/>
          <p:nvPr/>
        </p:nvSpPr>
        <p:spPr>
          <a:xfrm>
            <a:off x="80057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Jun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2" name="Google Shape;952;p71"/>
          <p:cNvPicPr preferRelativeResize="0"/>
          <p:nvPr/>
        </p:nvPicPr>
        <p:blipFill>
          <a:blip r:embed="rId4">
            <a:alphaModFix/>
          </a:blip>
          <a:srcRect l="40550" t="13015" b="4760"/>
          <a:stretch>
            <a:fillRect/>
          </a:stretch>
        </p:blipFill>
        <p:spPr>
          <a:xfrm flipH="1">
            <a:off x="5618231" y="1147093"/>
            <a:ext cx="3429545" cy="22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71"/>
          <p:cNvSpPr txBox="1"/>
          <p:nvPr>
            <p:ph type="body" idx="1"/>
          </p:nvPr>
        </p:nvSpPr>
        <p:spPr>
          <a:xfrm>
            <a:off x="5757175" y="1325875"/>
            <a:ext cx="3150600" cy="16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It doesn’t matter that the orientations are different. 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They are both parallelograms with the </a:t>
            </a:r>
            <a:r>
              <a:rPr lang="en-GB" sz="1600">
                <a:solidFill>
                  <a:schemeClr val="accent4"/>
                </a:solidFill>
              </a:rPr>
              <a:t>same lengths</a:t>
            </a:r>
            <a:r>
              <a:rPr lang="en-GB" sz="1600"/>
              <a:t> and </a:t>
            </a:r>
            <a:r>
              <a:rPr lang="en-GB" sz="1600">
                <a:solidFill>
                  <a:schemeClr val="accent4"/>
                </a:solidFill>
              </a:rPr>
              <a:t>angles</a:t>
            </a:r>
            <a:r>
              <a:rPr lang="en-GB" sz="1600"/>
              <a:t>. So they are </a:t>
            </a:r>
            <a:r>
              <a:rPr lang="en-GB" sz="1600">
                <a:solidFill>
                  <a:schemeClr val="accent4"/>
                </a:solidFill>
              </a:rPr>
              <a:t>congruent</a:t>
            </a:r>
            <a:r>
              <a:rPr lang="en-GB" sz="1600"/>
              <a:t>.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7" name="Shape 957"/>
        <p:cNvGrpSpPr/>
        <p:nvPr/>
      </p:nvGrpSpPr>
      <p:grpSpPr>
        <a:xfrm>
          <a:off x="0" y="0"/>
          <a:ext cx="0" cy="0"/>
        </a:xfrm>
      </p:grpSpPr>
      <p:sp>
        <p:nvSpPr>
          <p:cNvPr id="958" name="Google Shape;958;p72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Are these shapes congruent, similar or neither?  </a:t>
            </a:r>
            <a:endParaRPr sz="1900"/>
          </a:p>
        </p:txBody>
      </p:sp>
      <p:sp>
        <p:nvSpPr>
          <p:cNvPr id="959" name="Google Shape;95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960" name="Google Shape;960;p72"/>
          <p:cNvSpPr/>
          <p:nvPr/>
        </p:nvSpPr>
        <p:spPr>
          <a:xfrm>
            <a:off x="883300" y="1725375"/>
            <a:ext cx="2004600" cy="1185900"/>
          </a:xfrm>
          <a:prstGeom prst="parallelogram">
            <a:avLst>
              <a:gd name="adj" fmla="val 28685"/>
            </a:avLst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2"/>
          <p:cNvSpPr/>
          <p:nvPr/>
        </p:nvSpPr>
        <p:spPr>
          <a:xfrm>
            <a:off x="711215" y="2705093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2"/>
          <p:cNvSpPr/>
          <p:nvPr/>
        </p:nvSpPr>
        <p:spPr>
          <a:xfrm>
            <a:off x="999686" y="1556650"/>
            <a:ext cx="379800" cy="379800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2"/>
          <p:cNvSpPr/>
          <p:nvPr/>
        </p:nvSpPr>
        <p:spPr>
          <a:xfrm rot="10800000">
            <a:off x="2676086" y="1556650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2"/>
          <p:cNvSpPr/>
          <p:nvPr/>
        </p:nvSpPr>
        <p:spPr>
          <a:xfrm rot="10800000">
            <a:off x="2387615" y="2705093"/>
            <a:ext cx="379800" cy="379800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2"/>
          <p:cNvSpPr txBox="1"/>
          <p:nvPr>
            <p:ph type="body" idx="1"/>
          </p:nvPr>
        </p:nvSpPr>
        <p:spPr>
          <a:xfrm>
            <a:off x="1090700" y="2600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966" name="Google Shape;966;p72"/>
          <p:cNvSpPr txBox="1"/>
          <p:nvPr>
            <p:ph type="body" idx="1"/>
          </p:nvPr>
        </p:nvSpPr>
        <p:spPr>
          <a:xfrm>
            <a:off x="2369771" y="1783733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967" name="Google Shape;967;p72"/>
          <p:cNvSpPr txBox="1"/>
          <p:nvPr>
            <p:ph type="body" idx="1"/>
          </p:nvPr>
        </p:nvSpPr>
        <p:spPr>
          <a:xfrm>
            <a:off x="1346514" y="1838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sp>
        <p:nvSpPr>
          <p:cNvPr id="968" name="Google Shape;968;p72"/>
          <p:cNvSpPr txBox="1"/>
          <p:nvPr>
            <p:ph type="body" idx="1"/>
          </p:nvPr>
        </p:nvSpPr>
        <p:spPr>
          <a:xfrm>
            <a:off x="2032314" y="2600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cxnSp>
        <p:nvCxnSpPr>
          <p:cNvPr id="969" name="Google Shape;969;p72"/>
          <p:cNvCxnSpPr/>
          <p:nvPr/>
        </p:nvCxnSpPr>
        <p:spPr>
          <a:xfrm rot="10800000">
            <a:off x="875950" y="3064075"/>
            <a:ext cx="1671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70" name="Google Shape;970;p72"/>
          <p:cNvSpPr txBox="1"/>
          <p:nvPr>
            <p:ph type="body" idx="1"/>
          </p:nvPr>
        </p:nvSpPr>
        <p:spPr>
          <a:xfrm>
            <a:off x="1417276" y="3079125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971" name="Google Shape;971;p72"/>
          <p:cNvCxnSpPr/>
          <p:nvPr/>
        </p:nvCxnSpPr>
        <p:spPr>
          <a:xfrm flipH="1">
            <a:off x="707132" y="1714500"/>
            <a:ext cx="365100" cy="1197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72" name="Google Shape;972;p72"/>
          <p:cNvSpPr txBox="1"/>
          <p:nvPr>
            <p:ph type="body" idx="1"/>
          </p:nvPr>
        </p:nvSpPr>
        <p:spPr>
          <a:xfrm>
            <a:off x="350476" y="2088525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cxnSp>
        <p:nvCxnSpPr>
          <p:cNvPr id="973" name="Google Shape;973;p72"/>
          <p:cNvCxnSpPr/>
          <p:nvPr/>
        </p:nvCxnSpPr>
        <p:spPr>
          <a:xfrm rot="10800000">
            <a:off x="1732365" y="2911675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74" name="Google Shape;974;p72"/>
          <p:cNvCxnSpPr/>
          <p:nvPr/>
        </p:nvCxnSpPr>
        <p:spPr>
          <a:xfrm rot="10800000">
            <a:off x="1587236" y="2911675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75" name="Google Shape;975;p72"/>
          <p:cNvCxnSpPr/>
          <p:nvPr/>
        </p:nvCxnSpPr>
        <p:spPr>
          <a:xfrm rot="10800000">
            <a:off x="1993830" y="1728830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76" name="Google Shape;976;p72"/>
          <p:cNvCxnSpPr/>
          <p:nvPr/>
        </p:nvCxnSpPr>
        <p:spPr>
          <a:xfrm rot="10800000">
            <a:off x="1848701" y="1728830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77" name="Google Shape;977;p72"/>
          <p:cNvCxnSpPr/>
          <p:nvPr/>
        </p:nvCxnSpPr>
        <p:spPr>
          <a:xfrm flipH="1">
            <a:off x="1022416" y="2188891"/>
            <a:ext cx="6930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78" name="Google Shape;978;p72"/>
          <p:cNvCxnSpPr/>
          <p:nvPr/>
        </p:nvCxnSpPr>
        <p:spPr>
          <a:xfrm flipH="1">
            <a:off x="2691545" y="2188891"/>
            <a:ext cx="6930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79" name="Google Shape;979;p72"/>
          <p:cNvSpPr txBox="1"/>
          <p:nvPr/>
        </p:nvSpPr>
        <p:spPr>
          <a:xfrm>
            <a:off x="80057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0" name="Google Shape;980;p72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flipH="1">
            <a:off x="5726552" y="1299499"/>
            <a:ext cx="3092623" cy="2036261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72"/>
          <p:cNvSpPr txBox="1"/>
          <p:nvPr>
            <p:ph type="body" idx="1"/>
          </p:nvPr>
        </p:nvSpPr>
        <p:spPr>
          <a:xfrm>
            <a:off x="5847025" y="1478275"/>
            <a:ext cx="2744400" cy="16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They are not congruent because the lengths are different. One shape is an enlargement of the other, so they are </a:t>
            </a:r>
            <a:r>
              <a:rPr lang="en-GB" sz="1600">
                <a:solidFill>
                  <a:schemeClr val="accent4"/>
                </a:solidFill>
              </a:rPr>
              <a:t>similar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982" name="Google Shape;982;p72"/>
          <p:cNvSpPr/>
          <p:nvPr/>
        </p:nvSpPr>
        <p:spPr>
          <a:xfrm rot="-1002096">
            <a:off x="3680332" y="1881076"/>
            <a:ext cx="1401942" cy="829430"/>
          </a:xfrm>
          <a:prstGeom prst="parallelogram">
            <a:avLst>
              <a:gd name="adj" fmla="val 28685"/>
            </a:avLst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2"/>
          <p:cNvSpPr/>
          <p:nvPr/>
        </p:nvSpPr>
        <p:spPr>
          <a:xfrm rot="-1000467">
            <a:off x="3704821" y="2747224"/>
            <a:ext cx="265567" cy="265567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2"/>
          <p:cNvSpPr/>
          <p:nvPr/>
        </p:nvSpPr>
        <p:spPr>
          <a:xfrm rot="-1000467">
            <a:off x="3667218" y="1919941"/>
            <a:ext cx="265567" cy="265567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2"/>
          <p:cNvSpPr/>
          <p:nvPr/>
        </p:nvSpPr>
        <p:spPr>
          <a:xfrm rot="9799533">
            <a:off x="4790326" y="1582858"/>
            <a:ext cx="265567" cy="265567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2"/>
          <p:cNvSpPr/>
          <p:nvPr/>
        </p:nvSpPr>
        <p:spPr>
          <a:xfrm rot="9799533">
            <a:off x="4827929" y="2410141"/>
            <a:ext cx="265567" cy="265567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2"/>
          <p:cNvSpPr txBox="1"/>
          <p:nvPr>
            <p:ph type="body" idx="1"/>
          </p:nvPr>
        </p:nvSpPr>
        <p:spPr>
          <a:xfrm rot="2060">
            <a:off x="3899348" y="2521926"/>
            <a:ext cx="500700" cy="1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988" name="Google Shape;988;p72"/>
          <p:cNvSpPr txBox="1"/>
          <p:nvPr>
            <p:ph type="body" idx="1"/>
          </p:nvPr>
        </p:nvSpPr>
        <p:spPr>
          <a:xfrm rot="2946">
            <a:off x="4529932" y="1812354"/>
            <a:ext cx="350100" cy="1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989" name="Google Shape;989;p72"/>
          <p:cNvSpPr txBox="1"/>
          <p:nvPr>
            <p:ph type="body" idx="1"/>
          </p:nvPr>
        </p:nvSpPr>
        <p:spPr>
          <a:xfrm rot="2060">
            <a:off x="3909459" y="2062895"/>
            <a:ext cx="500700" cy="1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sp>
        <p:nvSpPr>
          <p:cNvPr id="990" name="Google Shape;990;p72"/>
          <p:cNvSpPr txBox="1"/>
          <p:nvPr>
            <p:ph type="body" idx="1"/>
          </p:nvPr>
        </p:nvSpPr>
        <p:spPr>
          <a:xfrm rot="2060">
            <a:off x="4415479" y="2348228"/>
            <a:ext cx="500700" cy="1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cxnSp>
        <p:nvCxnSpPr>
          <p:cNvPr id="991" name="Google Shape;991;p72"/>
          <p:cNvCxnSpPr/>
          <p:nvPr/>
        </p:nvCxnSpPr>
        <p:spPr>
          <a:xfrm rot="9797707">
            <a:off x="3839482" y="2861656"/>
            <a:ext cx="1168931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92" name="Google Shape;992;p72"/>
          <p:cNvSpPr txBox="1"/>
          <p:nvPr>
            <p:ph type="body" idx="1"/>
          </p:nvPr>
        </p:nvSpPr>
        <p:spPr>
          <a:xfrm rot="1639">
            <a:off x="4310705" y="2894945"/>
            <a:ext cx="629400" cy="1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cxnSp>
        <p:nvCxnSpPr>
          <p:cNvPr id="993" name="Google Shape;993;p72"/>
          <p:cNvCxnSpPr/>
          <p:nvPr/>
        </p:nvCxnSpPr>
        <p:spPr>
          <a:xfrm rot="-1003889" flipH="1">
            <a:off x="3520267" y="2093416"/>
            <a:ext cx="255309" cy="83692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94" name="Google Shape;994;p72"/>
          <p:cNvSpPr txBox="1"/>
          <p:nvPr>
            <p:ph type="body" idx="1"/>
          </p:nvPr>
        </p:nvSpPr>
        <p:spPr>
          <a:xfrm rot="1873">
            <a:off x="3126812" y="2425819"/>
            <a:ext cx="550500" cy="18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cxnSp>
        <p:nvCxnSpPr>
          <p:cNvPr id="995" name="Google Shape;995;p72"/>
          <p:cNvCxnSpPr/>
          <p:nvPr/>
        </p:nvCxnSpPr>
        <p:spPr>
          <a:xfrm flipH="1">
            <a:off x="4157835" y="1875207"/>
            <a:ext cx="185400" cy="49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96" name="Google Shape;996;p72"/>
          <p:cNvCxnSpPr/>
          <p:nvPr/>
        </p:nvCxnSpPr>
        <p:spPr>
          <a:xfrm rot="-1001955" flipH="1">
            <a:off x="3798991" y="2372220"/>
            <a:ext cx="56378" cy="21364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997" name="Google Shape;997;p72"/>
          <p:cNvCxnSpPr/>
          <p:nvPr/>
        </p:nvCxnSpPr>
        <p:spPr>
          <a:xfrm rot="-998027" flipH="1">
            <a:off x="4900893" y="1988504"/>
            <a:ext cx="75458" cy="272492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998" name="Google Shape;99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73151" y="3375886"/>
            <a:ext cx="550499" cy="721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99" name="Google Shape;999;p72"/>
          <p:cNvCxnSpPr/>
          <p:nvPr/>
        </p:nvCxnSpPr>
        <p:spPr>
          <a:xfrm flipH="1">
            <a:off x="4298759" y="1833435"/>
            <a:ext cx="185400" cy="49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00" name="Google Shape;1000;p72"/>
          <p:cNvCxnSpPr/>
          <p:nvPr/>
        </p:nvCxnSpPr>
        <p:spPr>
          <a:xfrm flipH="1">
            <a:off x="4268004" y="2706521"/>
            <a:ext cx="185400" cy="49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01" name="Google Shape;1001;p72"/>
          <p:cNvCxnSpPr/>
          <p:nvPr/>
        </p:nvCxnSpPr>
        <p:spPr>
          <a:xfrm flipH="1">
            <a:off x="4408928" y="2664749"/>
            <a:ext cx="185400" cy="49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5" name="Shape 1005"/>
        <p:cNvGrpSpPr/>
        <p:nvPr/>
      </p:nvGrpSpPr>
      <p:grpSpPr>
        <a:xfrm>
          <a:off x="0" y="0"/>
          <a:ext cx="0" cy="0"/>
        </a:xfrm>
      </p:grpSpPr>
      <p:sp>
        <p:nvSpPr>
          <p:cNvPr id="1006" name="Google Shape;1006;p73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Are these shapes congruent, similar or neither?  </a:t>
            </a:r>
            <a:endParaRPr sz="1900"/>
          </a:p>
        </p:txBody>
      </p:sp>
      <p:sp>
        <p:nvSpPr>
          <p:cNvPr id="1007" name="Google Shape;100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1008" name="Google Shape;1008;p73"/>
          <p:cNvSpPr/>
          <p:nvPr/>
        </p:nvSpPr>
        <p:spPr>
          <a:xfrm>
            <a:off x="883300" y="1725375"/>
            <a:ext cx="2004600" cy="1185900"/>
          </a:xfrm>
          <a:prstGeom prst="parallelogram">
            <a:avLst>
              <a:gd name="adj" fmla="val 28685"/>
            </a:avLst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3"/>
          <p:cNvSpPr/>
          <p:nvPr/>
        </p:nvSpPr>
        <p:spPr>
          <a:xfrm>
            <a:off x="711215" y="2705093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3"/>
          <p:cNvSpPr/>
          <p:nvPr/>
        </p:nvSpPr>
        <p:spPr>
          <a:xfrm>
            <a:off x="999686" y="1556650"/>
            <a:ext cx="379800" cy="379800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73"/>
          <p:cNvSpPr/>
          <p:nvPr/>
        </p:nvSpPr>
        <p:spPr>
          <a:xfrm rot="10800000">
            <a:off x="2676086" y="1556650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3"/>
          <p:cNvSpPr/>
          <p:nvPr/>
        </p:nvSpPr>
        <p:spPr>
          <a:xfrm rot="10800000">
            <a:off x="2387615" y="2705093"/>
            <a:ext cx="379800" cy="379800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3" name="Google Shape;1013;p73"/>
          <p:cNvSpPr txBox="1"/>
          <p:nvPr>
            <p:ph type="body" idx="1"/>
          </p:nvPr>
        </p:nvSpPr>
        <p:spPr>
          <a:xfrm>
            <a:off x="1090700" y="2600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1014" name="Google Shape;1014;p73"/>
          <p:cNvSpPr txBox="1"/>
          <p:nvPr>
            <p:ph type="body" idx="1"/>
          </p:nvPr>
        </p:nvSpPr>
        <p:spPr>
          <a:xfrm>
            <a:off x="2369771" y="1783733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1015" name="Google Shape;1015;p73"/>
          <p:cNvSpPr txBox="1"/>
          <p:nvPr>
            <p:ph type="body" idx="1"/>
          </p:nvPr>
        </p:nvSpPr>
        <p:spPr>
          <a:xfrm>
            <a:off x="1346514" y="1838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sp>
        <p:nvSpPr>
          <p:cNvPr id="1016" name="Google Shape;1016;p73"/>
          <p:cNvSpPr txBox="1"/>
          <p:nvPr>
            <p:ph type="body" idx="1"/>
          </p:nvPr>
        </p:nvSpPr>
        <p:spPr>
          <a:xfrm>
            <a:off x="2032314" y="2600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cxnSp>
        <p:nvCxnSpPr>
          <p:cNvPr id="1017" name="Google Shape;1017;p73"/>
          <p:cNvCxnSpPr/>
          <p:nvPr/>
        </p:nvCxnSpPr>
        <p:spPr>
          <a:xfrm rot="10800000">
            <a:off x="875950" y="3064075"/>
            <a:ext cx="1671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18" name="Google Shape;1018;p73"/>
          <p:cNvSpPr txBox="1"/>
          <p:nvPr>
            <p:ph type="body" idx="1"/>
          </p:nvPr>
        </p:nvSpPr>
        <p:spPr>
          <a:xfrm>
            <a:off x="1417276" y="3079125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019" name="Google Shape;1019;p73"/>
          <p:cNvCxnSpPr/>
          <p:nvPr/>
        </p:nvCxnSpPr>
        <p:spPr>
          <a:xfrm flipH="1">
            <a:off x="707132" y="1714500"/>
            <a:ext cx="365100" cy="1197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20" name="Google Shape;1020;p73"/>
          <p:cNvSpPr txBox="1"/>
          <p:nvPr>
            <p:ph type="body" idx="1"/>
          </p:nvPr>
        </p:nvSpPr>
        <p:spPr>
          <a:xfrm>
            <a:off x="350476" y="2088525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cxnSp>
        <p:nvCxnSpPr>
          <p:cNvPr id="1021" name="Google Shape;1021;p73"/>
          <p:cNvCxnSpPr/>
          <p:nvPr/>
        </p:nvCxnSpPr>
        <p:spPr>
          <a:xfrm rot="10800000">
            <a:off x="1732365" y="2911675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22" name="Google Shape;1022;p73"/>
          <p:cNvCxnSpPr/>
          <p:nvPr/>
        </p:nvCxnSpPr>
        <p:spPr>
          <a:xfrm rot="10800000">
            <a:off x="1587236" y="2911675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23" name="Google Shape;1023;p73"/>
          <p:cNvCxnSpPr/>
          <p:nvPr/>
        </p:nvCxnSpPr>
        <p:spPr>
          <a:xfrm rot="10800000">
            <a:off x="1993830" y="1728830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24" name="Google Shape;1024;p73"/>
          <p:cNvCxnSpPr/>
          <p:nvPr/>
        </p:nvCxnSpPr>
        <p:spPr>
          <a:xfrm rot="10800000">
            <a:off x="1848701" y="1728830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25" name="Google Shape;1025;p73"/>
          <p:cNvCxnSpPr/>
          <p:nvPr/>
        </p:nvCxnSpPr>
        <p:spPr>
          <a:xfrm flipH="1">
            <a:off x="1022416" y="2188891"/>
            <a:ext cx="6930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26" name="Google Shape;1026;p73"/>
          <p:cNvCxnSpPr/>
          <p:nvPr/>
        </p:nvCxnSpPr>
        <p:spPr>
          <a:xfrm flipH="1">
            <a:off x="2691545" y="2188891"/>
            <a:ext cx="6930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27" name="Google Shape;1027;p73"/>
          <p:cNvSpPr txBox="1"/>
          <p:nvPr/>
        </p:nvSpPr>
        <p:spPr>
          <a:xfrm>
            <a:off x="8005750" y="4065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3"/>
          <p:cNvSpPr/>
          <p:nvPr/>
        </p:nvSpPr>
        <p:spPr>
          <a:xfrm rot="-5400000">
            <a:off x="3234278" y="1819778"/>
            <a:ext cx="2004600" cy="1185900"/>
          </a:xfrm>
          <a:prstGeom prst="parallelogram">
            <a:avLst>
              <a:gd name="adj" fmla="val 42426"/>
            </a:avLst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3"/>
          <p:cNvSpPr/>
          <p:nvPr/>
        </p:nvSpPr>
        <p:spPr>
          <a:xfrm rot="-5400000">
            <a:off x="4623346" y="3207314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3"/>
          <p:cNvSpPr/>
          <p:nvPr/>
        </p:nvSpPr>
        <p:spPr>
          <a:xfrm rot="-5400000">
            <a:off x="3474903" y="2724670"/>
            <a:ext cx="379800" cy="379800"/>
          </a:xfrm>
          <a:prstGeom prst="arc">
            <a:avLst>
              <a:gd name="adj1" fmla="val 11137"/>
              <a:gd name="adj2" fmla="val 664773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3"/>
          <p:cNvSpPr/>
          <p:nvPr/>
        </p:nvSpPr>
        <p:spPr>
          <a:xfrm rot="5400000">
            <a:off x="3474903" y="1242442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3"/>
          <p:cNvSpPr/>
          <p:nvPr/>
        </p:nvSpPr>
        <p:spPr>
          <a:xfrm rot="5400000">
            <a:off x="4623346" y="1718200"/>
            <a:ext cx="379800" cy="379800"/>
          </a:xfrm>
          <a:prstGeom prst="arc">
            <a:avLst>
              <a:gd name="adj1" fmla="val 11137"/>
              <a:gd name="adj2" fmla="val 66266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3"/>
          <p:cNvSpPr txBox="1"/>
          <p:nvPr>
            <p:ph type="body" idx="1"/>
          </p:nvPr>
        </p:nvSpPr>
        <p:spPr>
          <a:xfrm>
            <a:off x="4466444" y="2980229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sp>
        <p:nvSpPr>
          <p:cNvPr id="1034" name="Google Shape;1034;p73"/>
          <p:cNvSpPr txBox="1"/>
          <p:nvPr>
            <p:ph type="body" idx="1"/>
          </p:nvPr>
        </p:nvSpPr>
        <p:spPr>
          <a:xfrm>
            <a:off x="3671828" y="1603144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sp>
        <p:nvSpPr>
          <p:cNvPr id="1035" name="Google Shape;1035;p73"/>
          <p:cNvSpPr txBox="1"/>
          <p:nvPr>
            <p:ph type="body" idx="1"/>
          </p:nvPr>
        </p:nvSpPr>
        <p:spPr>
          <a:xfrm>
            <a:off x="3711715" y="2495814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120°</a:t>
            </a:r>
            <a:endParaRPr sz="1600"/>
          </a:p>
        </p:txBody>
      </p:sp>
      <p:sp>
        <p:nvSpPr>
          <p:cNvPr id="1036" name="Google Shape;1036;p73"/>
          <p:cNvSpPr txBox="1"/>
          <p:nvPr>
            <p:ph type="body" idx="1"/>
          </p:nvPr>
        </p:nvSpPr>
        <p:spPr>
          <a:xfrm>
            <a:off x="4306773" y="2038614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120°</a:t>
            </a:r>
            <a:endParaRPr sz="1600"/>
          </a:p>
        </p:txBody>
      </p:sp>
      <p:cxnSp>
        <p:nvCxnSpPr>
          <p:cNvPr id="1037" name="Google Shape;1037;p73"/>
          <p:cNvCxnSpPr/>
          <p:nvPr/>
        </p:nvCxnSpPr>
        <p:spPr>
          <a:xfrm rot="5400000">
            <a:off x="4146678" y="2586728"/>
            <a:ext cx="1671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38" name="Google Shape;1038;p73"/>
          <p:cNvSpPr txBox="1"/>
          <p:nvPr>
            <p:ph type="body" idx="1"/>
          </p:nvPr>
        </p:nvSpPr>
        <p:spPr>
          <a:xfrm>
            <a:off x="5026336" y="2437052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039" name="Google Shape;1039;p73"/>
          <p:cNvCxnSpPr/>
          <p:nvPr/>
        </p:nvCxnSpPr>
        <p:spPr>
          <a:xfrm rot="-5400000" flipH="1">
            <a:off x="3975803" y="2716603"/>
            <a:ext cx="520500" cy="1187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40" name="Google Shape;1040;p73"/>
          <p:cNvSpPr txBox="1"/>
          <p:nvPr>
            <p:ph type="body" idx="1"/>
          </p:nvPr>
        </p:nvSpPr>
        <p:spPr>
          <a:xfrm>
            <a:off x="3821678" y="3360633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cxnSp>
        <p:nvCxnSpPr>
          <p:cNvPr id="1041" name="Google Shape;1041;p73"/>
          <p:cNvCxnSpPr/>
          <p:nvPr/>
        </p:nvCxnSpPr>
        <p:spPr>
          <a:xfrm rot="5400000">
            <a:off x="4740228" y="2476263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42" name="Google Shape;1042;p73"/>
          <p:cNvCxnSpPr/>
          <p:nvPr/>
        </p:nvCxnSpPr>
        <p:spPr>
          <a:xfrm rot="5400000">
            <a:off x="4740228" y="2621392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43" name="Google Shape;1043;p73"/>
          <p:cNvCxnSpPr/>
          <p:nvPr/>
        </p:nvCxnSpPr>
        <p:spPr>
          <a:xfrm rot="5400000">
            <a:off x="3557383" y="2214798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44" name="Google Shape;1044;p73"/>
          <p:cNvCxnSpPr/>
          <p:nvPr/>
        </p:nvCxnSpPr>
        <p:spPr>
          <a:xfrm rot="5400000">
            <a:off x="3557383" y="2359927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45" name="Google Shape;1045;p73"/>
          <p:cNvCxnSpPr/>
          <p:nvPr/>
        </p:nvCxnSpPr>
        <p:spPr>
          <a:xfrm rot="-5400000" flipH="1">
            <a:off x="4166978" y="3049278"/>
            <a:ext cx="86700" cy="206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46" name="Google Shape;1046;p73"/>
          <p:cNvCxnSpPr/>
          <p:nvPr/>
        </p:nvCxnSpPr>
        <p:spPr>
          <a:xfrm rot="-5400000" flipH="1">
            <a:off x="4219853" y="1575153"/>
            <a:ext cx="88500" cy="206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1047" name="Google Shape;104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85954" y="3455936"/>
            <a:ext cx="54654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73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5920925" y="2184675"/>
            <a:ext cx="2662052" cy="129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73"/>
          <p:cNvSpPr txBox="1"/>
          <p:nvPr>
            <p:ph type="body" idx="1"/>
          </p:nvPr>
        </p:nvSpPr>
        <p:spPr>
          <a:xfrm>
            <a:off x="5989241" y="2291117"/>
            <a:ext cx="2460300" cy="11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</a:t>
            </a:r>
            <a:r>
              <a:rPr lang="en-GB" sz="1600">
                <a:solidFill>
                  <a:schemeClr val="accent4"/>
                </a:solidFill>
              </a:rPr>
              <a:t>angles are different</a:t>
            </a:r>
            <a:r>
              <a:rPr lang="en-GB" sz="1600"/>
              <a:t>, so they are </a:t>
            </a:r>
            <a:r>
              <a:rPr lang="en-GB" sz="1600">
                <a:solidFill>
                  <a:schemeClr val="accent4"/>
                </a:solidFill>
              </a:rPr>
              <a:t>neither</a:t>
            </a:r>
            <a:r>
              <a:rPr lang="en-GB" sz="1600"/>
              <a:t> congruent nor similar.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53" name="Shape 1053"/>
        <p:cNvGrpSpPr/>
        <p:nvPr/>
      </p:nvGrpSpPr>
      <p:grpSpPr>
        <a:xfrm>
          <a:off x="0" y="0"/>
          <a:ext cx="0" cy="0"/>
        </a:xfrm>
      </p:grpSpPr>
      <p:sp>
        <p:nvSpPr>
          <p:cNvPr id="1054" name="Google Shape;1054;p74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Are these shapes congruent, similar or neither?  </a:t>
            </a:r>
            <a:endParaRPr sz="1900"/>
          </a:p>
        </p:txBody>
      </p:sp>
      <p:sp>
        <p:nvSpPr>
          <p:cNvPr id="1055" name="Google Shape;1055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1056" name="Google Shape;1056;p74"/>
          <p:cNvSpPr/>
          <p:nvPr/>
        </p:nvSpPr>
        <p:spPr>
          <a:xfrm>
            <a:off x="883300" y="1725375"/>
            <a:ext cx="2004600" cy="1185900"/>
          </a:xfrm>
          <a:prstGeom prst="parallelogram">
            <a:avLst>
              <a:gd name="adj" fmla="val 28685"/>
            </a:avLst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4"/>
          <p:cNvSpPr/>
          <p:nvPr/>
        </p:nvSpPr>
        <p:spPr>
          <a:xfrm>
            <a:off x="711215" y="2705093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4"/>
          <p:cNvSpPr/>
          <p:nvPr/>
        </p:nvSpPr>
        <p:spPr>
          <a:xfrm>
            <a:off x="999686" y="1556650"/>
            <a:ext cx="379800" cy="379800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4"/>
          <p:cNvSpPr/>
          <p:nvPr/>
        </p:nvSpPr>
        <p:spPr>
          <a:xfrm rot="10800000">
            <a:off x="2676086" y="1556650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4"/>
          <p:cNvSpPr/>
          <p:nvPr/>
        </p:nvSpPr>
        <p:spPr>
          <a:xfrm rot="10800000">
            <a:off x="2387615" y="2705093"/>
            <a:ext cx="379800" cy="379800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4"/>
          <p:cNvSpPr txBox="1"/>
          <p:nvPr>
            <p:ph type="body" idx="1"/>
          </p:nvPr>
        </p:nvSpPr>
        <p:spPr>
          <a:xfrm>
            <a:off x="1090700" y="2600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1062" name="Google Shape;1062;p74"/>
          <p:cNvSpPr txBox="1"/>
          <p:nvPr>
            <p:ph type="body" idx="1"/>
          </p:nvPr>
        </p:nvSpPr>
        <p:spPr>
          <a:xfrm>
            <a:off x="2369771" y="1783733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1063" name="Google Shape;1063;p74"/>
          <p:cNvSpPr txBox="1"/>
          <p:nvPr>
            <p:ph type="body" idx="1"/>
          </p:nvPr>
        </p:nvSpPr>
        <p:spPr>
          <a:xfrm>
            <a:off x="1346514" y="1838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sp>
        <p:nvSpPr>
          <p:cNvPr id="1064" name="Google Shape;1064;p74"/>
          <p:cNvSpPr txBox="1"/>
          <p:nvPr>
            <p:ph type="body" idx="1"/>
          </p:nvPr>
        </p:nvSpPr>
        <p:spPr>
          <a:xfrm>
            <a:off x="2032314" y="2600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cxnSp>
        <p:nvCxnSpPr>
          <p:cNvPr id="1065" name="Google Shape;1065;p74"/>
          <p:cNvCxnSpPr/>
          <p:nvPr/>
        </p:nvCxnSpPr>
        <p:spPr>
          <a:xfrm rot="10800000">
            <a:off x="875950" y="3064075"/>
            <a:ext cx="1671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66" name="Google Shape;1066;p74"/>
          <p:cNvSpPr txBox="1"/>
          <p:nvPr>
            <p:ph type="body" idx="1"/>
          </p:nvPr>
        </p:nvSpPr>
        <p:spPr>
          <a:xfrm>
            <a:off x="1417276" y="3079125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cm</a:t>
            </a:r>
            <a:endParaRPr sz="1600"/>
          </a:p>
        </p:txBody>
      </p:sp>
      <p:cxnSp>
        <p:nvCxnSpPr>
          <p:cNvPr id="1067" name="Google Shape;1067;p74"/>
          <p:cNvCxnSpPr/>
          <p:nvPr/>
        </p:nvCxnSpPr>
        <p:spPr>
          <a:xfrm flipH="1">
            <a:off x="707132" y="1714500"/>
            <a:ext cx="365100" cy="1197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68" name="Google Shape;1068;p74"/>
          <p:cNvSpPr txBox="1"/>
          <p:nvPr>
            <p:ph type="body" idx="1"/>
          </p:nvPr>
        </p:nvSpPr>
        <p:spPr>
          <a:xfrm>
            <a:off x="350476" y="2088525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cxnSp>
        <p:nvCxnSpPr>
          <p:cNvPr id="1069" name="Google Shape;1069;p74"/>
          <p:cNvCxnSpPr/>
          <p:nvPr/>
        </p:nvCxnSpPr>
        <p:spPr>
          <a:xfrm rot="10800000">
            <a:off x="1732365" y="2911675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70" name="Google Shape;1070;p74"/>
          <p:cNvCxnSpPr/>
          <p:nvPr/>
        </p:nvCxnSpPr>
        <p:spPr>
          <a:xfrm rot="10800000">
            <a:off x="1587236" y="2911675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71" name="Google Shape;1071;p74"/>
          <p:cNvCxnSpPr/>
          <p:nvPr/>
        </p:nvCxnSpPr>
        <p:spPr>
          <a:xfrm rot="10800000">
            <a:off x="1993830" y="1728830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72" name="Google Shape;1072;p74"/>
          <p:cNvCxnSpPr/>
          <p:nvPr/>
        </p:nvCxnSpPr>
        <p:spPr>
          <a:xfrm rot="10800000">
            <a:off x="1848701" y="1728830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73" name="Google Shape;1073;p74"/>
          <p:cNvCxnSpPr/>
          <p:nvPr/>
        </p:nvCxnSpPr>
        <p:spPr>
          <a:xfrm flipH="1">
            <a:off x="1022416" y="2188891"/>
            <a:ext cx="6930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74" name="Google Shape;1074;p74"/>
          <p:cNvCxnSpPr/>
          <p:nvPr/>
        </p:nvCxnSpPr>
        <p:spPr>
          <a:xfrm flipH="1">
            <a:off x="2691545" y="2188891"/>
            <a:ext cx="6930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075" name="Google Shape;1075;p74"/>
          <p:cNvSpPr txBox="1"/>
          <p:nvPr/>
        </p:nvSpPr>
        <p:spPr>
          <a:xfrm>
            <a:off x="8005750" y="3303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6" name="Google Shape;1076;p74"/>
          <p:cNvPicPr preferRelativeResize="0"/>
          <p:nvPr/>
        </p:nvPicPr>
        <p:blipFill>
          <a:blip r:embed="rId3">
            <a:alphaModFix/>
          </a:blip>
          <a:srcRect l="40550" t="13015" b="4760"/>
          <a:stretch>
            <a:fillRect/>
          </a:stretch>
        </p:blipFill>
        <p:spPr>
          <a:xfrm flipH="1">
            <a:off x="5618225" y="1147097"/>
            <a:ext cx="3429550" cy="14246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74"/>
          <p:cNvSpPr txBox="1"/>
          <p:nvPr>
            <p:ph type="body" idx="1"/>
          </p:nvPr>
        </p:nvSpPr>
        <p:spPr>
          <a:xfrm>
            <a:off x="5757175" y="1325875"/>
            <a:ext cx="3150600" cy="91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</a:t>
            </a:r>
            <a:r>
              <a:rPr lang="en-GB" sz="1600">
                <a:solidFill>
                  <a:schemeClr val="accent4"/>
                </a:solidFill>
              </a:rPr>
              <a:t>angles are the same</a:t>
            </a:r>
            <a:r>
              <a:rPr lang="en-GB" sz="1600"/>
              <a:t> but the </a:t>
            </a:r>
            <a:r>
              <a:rPr lang="en-GB" sz="1600">
                <a:solidFill>
                  <a:schemeClr val="accent4"/>
                </a:solidFill>
              </a:rPr>
              <a:t>lengths are different</a:t>
            </a:r>
            <a:r>
              <a:rPr lang="en-GB" sz="1600"/>
              <a:t>. Does that mean they are similar?</a:t>
            </a:r>
            <a:endParaRPr sz="1600"/>
          </a:p>
        </p:txBody>
      </p:sp>
      <p:sp>
        <p:nvSpPr>
          <p:cNvPr id="1078" name="Google Shape;1078;p74"/>
          <p:cNvSpPr/>
          <p:nvPr/>
        </p:nvSpPr>
        <p:spPr>
          <a:xfrm>
            <a:off x="3702700" y="1725375"/>
            <a:ext cx="1731300" cy="1185900"/>
          </a:xfrm>
          <a:prstGeom prst="parallelogram">
            <a:avLst>
              <a:gd name="adj" fmla="val 28685"/>
            </a:avLst>
          </a:prstGeom>
          <a:solidFill>
            <a:srgbClr val="F3EEFB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4"/>
          <p:cNvSpPr/>
          <p:nvPr/>
        </p:nvSpPr>
        <p:spPr>
          <a:xfrm>
            <a:off x="3530615" y="2705093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4"/>
          <p:cNvSpPr/>
          <p:nvPr/>
        </p:nvSpPr>
        <p:spPr>
          <a:xfrm>
            <a:off x="3819086" y="1556650"/>
            <a:ext cx="379800" cy="379800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4"/>
          <p:cNvSpPr/>
          <p:nvPr/>
        </p:nvSpPr>
        <p:spPr>
          <a:xfrm rot="10800000">
            <a:off x="5266886" y="1556650"/>
            <a:ext cx="379800" cy="379800"/>
          </a:xfrm>
          <a:prstGeom prst="arc">
            <a:avLst>
              <a:gd name="adj1" fmla="val 17334630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4"/>
          <p:cNvSpPr/>
          <p:nvPr/>
        </p:nvSpPr>
        <p:spPr>
          <a:xfrm rot="10800000">
            <a:off x="4931299" y="2705093"/>
            <a:ext cx="379800" cy="379800"/>
          </a:xfrm>
          <a:prstGeom prst="arc">
            <a:avLst>
              <a:gd name="adj1" fmla="val 11137"/>
              <a:gd name="adj2" fmla="val 556684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4"/>
          <p:cNvSpPr txBox="1"/>
          <p:nvPr>
            <p:ph type="body" idx="1"/>
          </p:nvPr>
        </p:nvSpPr>
        <p:spPr>
          <a:xfrm>
            <a:off x="3910100" y="2600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1084" name="Google Shape;1084;p74"/>
          <p:cNvSpPr txBox="1"/>
          <p:nvPr>
            <p:ph type="body" idx="1"/>
          </p:nvPr>
        </p:nvSpPr>
        <p:spPr>
          <a:xfrm>
            <a:off x="4960571" y="1783733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75°</a:t>
            </a:r>
            <a:endParaRPr sz="1600"/>
          </a:p>
        </p:txBody>
      </p:sp>
      <p:sp>
        <p:nvSpPr>
          <p:cNvPr id="1085" name="Google Shape;1085;p74"/>
          <p:cNvSpPr txBox="1"/>
          <p:nvPr>
            <p:ph type="body" idx="1"/>
          </p:nvPr>
        </p:nvSpPr>
        <p:spPr>
          <a:xfrm>
            <a:off x="4165914" y="1838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sp>
        <p:nvSpPr>
          <p:cNvPr id="1086" name="Google Shape;1086;p74"/>
          <p:cNvSpPr txBox="1"/>
          <p:nvPr>
            <p:ph type="body" idx="1"/>
          </p:nvPr>
        </p:nvSpPr>
        <p:spPr>
          <a:xfrm>
            <a:off x="4623114" y="2600162"/>
            <a:ext cx="5007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105°</a:t>
            </a:r>
            <a:endParaRPr sz="1600"/>
          </a:p>
        </p:txBody>
      </p:sp>
      <p:cxnSp>
        <p:nvCxnSpPr>
          <p:cNvPr id="1087" name="Google Shape;1087;p74"/>
          <p:cNvCxnSpPr/>
          <p:nvPr/>
        </p:nvCxnSpPr>
        <p:spPr>
          <a:xfrm rot="10800000">
            <a:off x="3695225" y="3064075"/>
            <a:ext cx="141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88" name="Google Shape;1088;p74"/>
          <p:cNvSpPr txBox="1"/>
          <p:nvPr>
            <p:ph type="body" idx="1"/>
          </p:nvPr>
        </p:nvSpPr>
        <p:spPr>
          <a:xfrm>
            <a:off x="4160476" y="3079125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cxnSp>
        <p:nvCxnSpPr>
          <p:cNvPr id="1089" name="Google Shape;1089;p74"/>
          <p:cNvCxnSpPr/>
          <p:nvPr/>
        </p:nvCxnSpPr>
        <p:spPr>
          <a:xfrm flipH="1">
            <a:off x="3526532" y="1714500"/>
            <a:ext cx="365100" cy="1197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90" name="Google Shape;1090;p74"/>
          <p:cNvSpPr txBox="1"/>
          <p:nvPr>
            <p:ph type="body" idx="1"/>
          </p:nvPr>
        </p:nvSpPr>
        <p:spPr>
          <a:xfrm>
            <a:off x="3169876" y="2088525"/>
            <a:ext cx="629100" cy="2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cxnSp>
        <p:nvCxnSpPr>
          <p:cNvPr id="1091" name="Google Shape;1091;p74"/>
          <p:cNvCxnSpPr/>
          <p:nvPr/>
        </p:nvCxnSpPr>
        <p:spPr>
          <a:xfrm rot="10800000">
            <a:off x="4399365" y="2911675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92" name="Google Shape;1092;p74"/>
          <p:cNvCxnSpPr/>
          <p:nvPr/>
        </p:nvCxnSpPr>
        <p:spPr>
          <a:xfrm rot="10800000">
            <a:off x="4254236" y="2911675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93" name="Google Shape;1093;p74"/>
          <p:cNvCxnSpPr/>
          <p:nvPr/>
        </p:nvCxnSpPr>
        <p:spPr>
          <a:xfrm rot="10800000">
            <a:off x="4737030" y="1728830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94" name="Google Shape;1094;p74"/>
          <p:cNvCxnSpPr/>
          <p:nvPr/>
        </p:nvCxnSpPr>
        <p:spPr>
          <a:xfrm rot="10800000">
            <a:off x="4591901" y="1728830"/>
            <a:ext cx="179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95" name="Google Shape;1095;p74"/>
          <p:cNvCxnSpPr/>
          <p:nvPr/>
        </p:nvCxnSpPr>
        <p:spPr>
          <a:xfrm flipH="1">
            <a:off x="3841816" y="2188891"/>
            <a:ext cx="6930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096" name="Google Shape;1096;p74"/>
          <p:cNvCxnSpPr/>
          <p:nvPr/>
        </p:nvCxnSpPr>
        <p:spPr>
          <a:xfrm flipH="1">
            <a:off x="5235229" y="2188891"/>
            <a:ext cx="69300" cy="210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1097" name="Google Shape;109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2210378" y="3311700"/>
            <a:ext cx="5578276" cy="10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74"/>
          <p:cNvSpPr txBox="1"/>
          <p:nvPr>
            <p:ph type="body" idx="1"/>
          </p:nvPr>
        </p:nvSpPr>
        <p:spPr>
          <a:xfrm>
            <a:off x="2289375" y="3429275"/>
            <a:ext cx="54369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lengths are </a:t>
            </a:r>
            <a:r>
              <a:rPr lang="en-GB" sz="1600">
                <a:solidFill>
                  <a:schemeClr val="accent4"/>
                </a:solidFill>
              </a:rPr>
              <a:t>not in the same proportion</a:t>
            </a:r>
            <a:r>
              <a:rPr lang="en-GB" sz="1600"/>
              <a:t>, so they are not similar. They are </a:t>
            </a:r>
            <a:r>
              <a:rPr lang="en-GB" sz="1600">
                <a:solidFill>
                  <a:schemeClr val="accent4"/>
                </a:solidFill>
              </a:rPr>
              <a:t>neither</a:t>
            </a:r>
            <a:r>
              <a:rPr lang="en-GB" sz="1600"/>
              <a:t> congruent nor similar.</a:t>
            </a:r>
            <a:endParaRPr sz="1600"/>
          </a:p>
        </p:txBody>
      </p:sp>
      <p:pic>
        <p:nvPicPr>
          <p:cNvPr id="1099" name="Google Shape;1099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5549" y="2562729"/>
            <a:ext cx="629099" cy="697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788653" y="3852085"/>
            <a:ext cx="405000" cy="764731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74"/>
          <p:cNvSpPr txBox="1"/>
          <p:nvPr/>
        </p:nvSpPr>
        <p:spPr>
          <a:xfrm>
            <a:off x="7535400" y="4575829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05" name="Shape 1105"/>
        <p:cNvGrpSpPr/>
        <p:nvPr/>
      </p:nvGrpSpPr>
      <p:grpSpPr>
        <a:xfrm>
          <a:off x="0" y="0"/>
          <a:ext cx="0" cy="0"/>
        </a:xfrm>
      </p:grpSpPr>
      <p:sp>
        <p:nvSpPr>
          <p:cNvPr id="1106" name="Google Shape;1106;p75"/>
          <p:cNvSpPr txBox="1"/>
          <p:nvPr>
            <p:ph type="title"/>
          </p:nvPr>
        </p:nvSpPr>
        <p:spPr>
          <a:xfrm>
            <a:off x="324000" y="748782"/>
            <a:ext cx="8179200" cy="76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two shapes are                       .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Fill in the blank.</a:t>
            </a:r>
            <a:endParaRPr/>
          </a:p>
        </p:txBody>
      </p:sp>
      <p:sp>
        <p:nvSpPr>
          <p:cNvPr id="1107" name="Google Shape;1107;p7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1108" name="Google Shape;1108;p75"/>
          <p:cNvSpPr txBox="1"/>
          <p:nvPr>
            <p:ph type="subTitle" idx="1"/>
          </p:nvPr>
        </p:nvSpPr>
        <p:spPr>
          <a:xfrm>
            <a:off x="1034425" y="1837775"/>
            <a:ext cx="42804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congruent</a:t>
            </a:r>
            <a:endParaRPr/>
          </a:p>
        </p:txBody>
      </p:sp>
      <p:sp>
        <p:nvSpPr>
          <p:cNvPr id="1109" name="Google Shape;1109;p75"/>
          <p:cNvSpPr txBox="1"/>
          <p:nvPr>
            <p:ph type="subTitle" idx="3"/>
          </p:nvPr>
        </p:nvSpPr>
        <p:spPr>
          <a:xfrm>
            <a:off x="1034425" y="2794251"/>
            <a:ext cx="42804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similar</a:t>
            </a:r>
            <a:endParaRPr/>
          </a:p>
        </p:txBody>
      </p:sp>
      <p:sp>
        <p:nvSpPr>
          <p:cNvPr id="1110" name="Google Shape;1110;p75"/>
          <p:cNvSpPr txBox="1"/>
          <p:nvPr>
            <p:ph type="subTitle" idx="4"/>
          </p:nvPr>
        </p:nvSpPr>
        <p:spPr>
          <a:xfrm>
            <a:off x="1034425" y="3766974"/>
            <a:ext cx="42564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neither congruent nor similar</a:t>
            </a:r>
            <a:endParaRPr/>
          </a:p>
        </p:txBody>
      </p:sp>
      <p:cxnSp>
        <p:nvCxnSpPr>
          <p:cNvPr id="1111" name="Google Shape;1111;p75"/>
          <p:cNvCxnSpPr/>
          <p:nvPr/>
        </p:nvCxnSpPr>
        <p:spPr>
          <a:xfrm>
            <a:off x="3017450" y="1054300"/>
            <a:ext cx="1708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2" name="Google Shape;1112;p75"/>
          <p:cNvSpPr/>
          <p:nvPr/>
        </p:nvSpPr>
        <p:spPr>
          <a:xfrm>
            <a:off x="4995373" y="1308672"/>
            <a:ext cx="1576800" cy="11829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3" name="Google Shape;1113;p75"/>
          <p:cNvCxnSpPr/>
          <p:nvPr/>
        </p:nvCxnSpPr>
        <p:spPr>
          <a:xfrm rot="10800000">
            <a:off x="5581857" y="2491199"/>
            <a:ext cx="158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114" name="Google Shape;1114;p75"/>
          <p:cNvCxnSpPr/>
          <p:nvPr/>
        </p:nvCxnSpPr>
        <p:spPr>
          <a:xfrm rot="10800000">
            <a:off x="5543694" y="1308103"/>
            <a:ext cx="158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115" name="Google Shape;1115;p75"/>
          <p:cNvSpPr/>
          <p:nvPr/>
        </p:nvSpPr>
        <p:spPr>
          <a:xfrm>
            <a:off x="4833200" y="2305371"/>
            <a:ext cx="342600" cy="342600"/>
          </a:xfrm>
          <a:prstGeom prst="arc">
            <a:avLst>
              <a:gd name="adj1" fmla="val 17165155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75"/>
          <p:cNvSpPr/>
          <p:nvPr/>
        </p:nvSpPr>
        <p:spPr>
          <a:xfrm>
            <a:off x="5101621" y="1150201"/>
            <a:ext cx="342600" cy="342600"/>
          </a:xfrm>
          <a:prstGeom prst="arc">
            <a:avLst>
              <a:gd name="adj1" fmla="val 21422408"/>
              <a:gd name="adj2" fmla="val 56793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75"/>
          <p:cNvSpPr/>
          <p:nvPr/>
        </p:nvSpPr>
        <p:spPr>
          <a:xfrm flipH="1">
            <a:off x="6392850" y="2305371"/>
            <a:ext cx="342600" cy="342600"/>
          </a:xfrm>
          <a:prstGeom prst="arc">
            <a:avLst>
              <a:gd name="adj1" fmla="val 17165155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75"/>
          <p:cNvSpPr/>
          <p:nvPr/>
        </p:nvSpPr>
        <p:spPr>
          <a:xfrm flipH="1">
            <a:off x="6124429" y="1150201"/>
            <a:ext cx="342600" cy="342600"/>
          </a:xfrm>
          <a:prstGeom prst="arc">
            <a:avLst>
              <a:gd name="adj1" fmla="val 21422408"/>
              <a:gd name="adj2" fmla="val 56793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9" name="Google Shape;1119;p75"/>
          <p:cNvCxnSpPr/>
          <p:nvPr/>
        </p:nvCxnSpPr>
        <p:spPr>
          <a:xfrm>
            <a:off x="5296664" y="1170939"/>
            <a:ext cx="958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20" name="Google Shape;1120;p75"/>
          <p:cNvCxnSpPr/>
          <p:nvPr/>
        </p:nvCxnSpPr>
        <p:spPr>
          <a:xfrm rot="10800000" flipH="1">
            <a:off x="4811575" y="1308000"/>
            <a:ext cx="290100" cy="114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21" name="Google Shape;1121;p75"/>
          <p:cNvCxnSpPr/>
          <p:nvPr/>
        </p:nvCxnSpPr>
        <p:spPr>
          <a:xfrm rot="10800000">
            <a:off x="6487975" y="1308000"/>
            <a:ext cx="290100" cy="114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22" name="Google Shape;1122;p75"/>
          <p:cNvCxnSpPr/>
          <p:nvPr/>
        </p:nvCxnSpPr>
        <p:spPr>
          <a:xfrm>
            <a:off x="4991864" y="2680507"/>
            <a:ext cx="1594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23" name="Google Shape;1123;p75"/>
          <p:cNvSpPr txBox="1"/>
          <p:nvPr>
            <p:ph type="subTitle" idx="4"/>
          </p:nvPr>
        </p:nvSpPr>
        <p:spPr>
          <a:xfrm>
            <a:off x="5526201" y="913472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124" name="Google Shape;1124;p75"/>
          <p:cNvSpPr txBox="1"/>
          <p:nvPr>
            <p:ph type="subTitle" idx="4"/>
          </p:nvPr>
        </p:nvSpPr>
        <p:spPr>
          <a:xfrm>
            <a:off x="5516580" y="2666072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125" name="Google Shape;1125;p75"/>
          <p:cNvSpPr txBox="1"/>
          <p:nvPr>
            <p:ph type="subTitle" idx="4"/>
          </p:nvPr>
        </p:nvSpPr>
        <p:spPr>
          <a:xfrm>
            <a:off x="4459401" y="1703566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126" name="Google Shape;1126;p75"/>
          <p:cNvSpPr txBox="1"/>
          <p:nvPr>
            <p:ph type="subTitle" idx="4"/>
          </p:nvPr>
        </p:nvSpPr>
        <p:spPr>
          <a:xfrm>
            <a:off x="6698064" y="1703566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127" name="Google Shape;1127;p75"/>
          <p:cNvSpPr txBox="1"/>
          <p:nvPr>
            <p:ph type="subTitle" idx="4"/>
          </p:nvPr>
        </p:nvSpPr>
        <p:spPr>
          <a:xfrm>
            <a:off x="5192530" y="2189625"/>
            <a:ext cx="432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128" name="Google Shape;1128;p75"/>
          <p:cNvSpPr txBox="1"/>
          <p:nvPr>
            <p:ph type="subTitle" idx="4"/>
          </p:nvPr>
        </p:nvSpPr>
        <p:spPr>
          <a:xfrm>
            <a:off x="6106850" y="2189625"/>
            <a:ext cx="432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129" name="Google Shape;1129;p75"/>
          <p:cNvSpPr txBox="1"/>
          <p:nvPr>
            <p:ph type="subTitle" idx="4"/>
          </p:nvPr>
        </p:nvSpPr>
        <p:spPr>
          <a:xfrm>
            <a:off x="5857012" y="1484583"/>
            <a:ext cx="558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130" name="Google Shape;1130;p75"/>
          <p:cNvSpPr txBox="1"/>
          <p:nvPr>
            <p:ph type="subTitle" idx="4"/>
          </p:nvPr>
        </p:nvSpPr>
        <p:spPr>
          <a:xfrm>
            <a:off x="5248182" y="1484583"/>
            <a:ext cx="558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grpSp>
        <p:nvGrpSpPr>
          <p:cNvPr id="1131" name="Google Shape;1131;p75"/>
          <p:cNvGrpSpPr/>
          <p:nvPr/>
        </p:nvGrpSpPr>
        <p:grpSpPr>
          <a:xfrm rot="6251263">
            <a:off x="6614676" y="3065512"/>
            <a:ext cx="1902254" cy="1497773"/>
            <a:chOff x="6357200" y="3283800"/>
            <a:chExt cx="1902250" cy="1497770"/>
          </a:xfrm>
        </p:grpSpPr>
        <p:sp>
          <p:nvSpPr>
            <p:cNvPr id="1132" name="Google Shape;1132;p75"/>
            <p:cNvSpPr/>
            <p:nvPr/>
          </p:nvSpPr>
          <p:spPr>
            <a:xfrm>
              <a:off x="6519373" y="3442272"/>
              <a:ext cx="1576800" cy="1182900"/>
            </a:xfrm>
            <a:prstGeom prst="trapezoid">
              <a:avLst>
                <a:gd name="adj" fmla="val 25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3" name="Google Shape;1133;p75"/>
            <p:cNvCxnSpPr/>
            <p:nvPr/>
          </p:nvCxnSpPr>
          <p:spPr>
            <a:xfrm rot="4546442" flipH="1">
              <a:off x="7208274" y="4493561"/>
              <a:ext cx="65922" cy="26237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134" name="Google Shape;1134;p75"/>
            <p:cNvCxnSpPr/>
            <p:nvPr/>
          </p:nvCxnSpPr>
          <p:spPr>
            <a:xfrm rot="4540994" flipH="1">
              <a:off x="7315520" y="3326863"/>
              <a:ext cx="59446" cy="232399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135" name="Google Shape;1135;p75"/>
            <p:cNvSpPr/>
            <p:nvPr/>
          </p:nvSpPr>
          <p:spPr>
            <a:xfrm>
              <a:off x="6357200" y="4438971"/>
              <a:ext cx="342600" cy="342600"/>
            </a:xfrm>
            <a:prstGeom prst="arc">
              <a:avLst>
                <a:gd name="adj1" fmla="val 17165155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6" name="Google Shape;1136;p75"/>
            <p:cNvSpPr/>
            <p:nvPr/>
          </p:nvSpPr>
          <p:spPr>
            <a:xfrm>
              <a:off x="6625621" y="3283800"/>
              <a:ext cx="342600" cy="342600"/>
            </a:xfrm>
            <a:prstGeom prst="arc">
              <a:avLst>
                <a:gd name="adj1" fmla="val 21422408"/>
                <a:gd name="adj2" fmla="val 567935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7" name="Google Shape;1137;p75"/>
            <p:cNvSpPr/>
            <p:nvPr/>
          </p:nvSpPr>
          <p:spPr>
            <a:xfrm flipH="1">
              <a:off x="7916850" y="4438971"/>
              <a:ext cx="342600" cy="342600"/>
            </a:xfrm>
            <a:prstGeom prst="arc">
              <a:avLst>
                <a:gd name="adj1" fmla="val 17165155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8" name="Google Shape;1138;p75"/>
            <p:cNvSpPr/>
            <p:nvPr/>
          </p:nvSpPr>
          <p:spPr>
            <a:xfrm flipH="1">
              <a:off x="7648429" y="3283800"/>
              <a:ext cx="342600" cy="342600"/>
            </a:xfrm>
            <a:prstGeom prst="arc">
              <a:avLst>
                <a:gd name="adj1" fmla="val 21422408"/>
                <a:gd name="adj2" fmla="val 567935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9" name="Google Shape;1139;p75"/>
            <p:cNvCxnSpPr/>
            <p:nvPr/>
          </p:nvCxnSpPr>
          <p:spPr>
            <a:xfrm>
              <a:off x="6820664" y="3304539"/>
              <a:ext cx="9585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40" name="Google Shape;1140;p75"/>
            <p:cNvCxnSpPr/>
            <p:nvPr/>
          </p:nvCxnSpPr>
          <p:spPr>
            <a:xfrm rot="10800000" flipH="1">
              <a:off x="6417677" y="3383629"/>
              <a:ext cx="290100" cy="1145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41" name="Google Shape;1141;p75"/>
            <p:cNvCxnSpPr/>
            <p:nvPr/>
          </p:nvCxnSpPr>
          <p:spPr>
            <a:xfrm rot="10800000">
              <a:off x="7931104" y="3462045"/>
              <a:ext cx="290100" cy="1145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142" name="Google Shape;1142;p75"/>
            <p:cNvCxnSpPr/>
            <p:nvPr/>
          </p:nvCxnSpPr>
          <p:spPr>
            <a:xfrm>
              <a:off x="6505253" y="4772132"/>
              <a:ext cx="1594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1143" name="Google Shape;1143;p75"/>
          <p:cNvSpPr txBox="1"/>
          <p:nvPr>
            <p:ph type="subTitle" idx="4"/>
          </p:nvPr>
        </p:nvSpPr>
        <p:spPr>
          <a:xfrm>
            <a:off x="8318510" y="3886459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144" name="Google Shape;1144;p75"/>
          <p:cNvSpPr txBox="1"/>
          <p:nvPr>
            <p:ph type="subTitle" idx="4"/>
          </p:nvPr>
        </p:nvSpPr>
        <p:spPr>
          <a:xfrm>
            <a:off x="6317074" y="3447300"/>
            <a:ext cx="594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145" name="Google Shape;1145;p75"/>
          <p:cNvSpPr txBox="1"/>
          <p:nvPr>
            <p:ph type="subTitle" idx="4"/>
          </p:nvPr>
        </p:nvSpPr>
        <p:spPr>
          <a:xfrm>
            <a:off x="7173364" y="4571051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146" name="Google Shape;1146;p75"/>
          <p:cNvSpPr txBox="1"/>
          <p:nvPr>
            <p:ph type="subTitle" idx="4"/>
          </p:nvPr>
        </p:nvSpPr>
        <p:spPr>
          <a:xfrm>
            <a:off x="7724739" y="2828857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147" name="Google Shape;1147;p75"/>
          <p:cNvSpPr txBox="1"/>
          <p:nvPr>
            <p:ph type="subTitle" idx="4"/>
          </p:nvPr>
        </p:nvSpPr>
        <p:spPr>
          <a:xfrm>
            <a:off x="6945130" y="4094625"/>
            <a:ext cx="432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148" name="Google Shape;1148;p75"/>
          <p:cNvSpPr txBox="1"/>
          <p:nvPr>
            <p:ph type="subTitle" idx="4"/>
          </p:nvPr>
        </p:nvSpPr>
        <p:spPr>
          <a:xfrm>
            <a:off x="7173650" y="3104025"/>
            <a:ext cx="432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149" name="Google Shape;1149;p75"/>
          <p:cNvSpPr txBox="1"/>
          <p:nvPr>
            <p:ph type="subTitle" idx="4"/>
          </p:nvPr>
        </p:nvSpPr>
        <p:spPr>
          <a:xfrm>
            <a:off x="7685812" y="3541983"/>
            <a:ext cx="558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150" name="Google Shape;1150;p75"/>
          <p:cNvSpPr txBox="1"/>
          <p:nvPr>
            <p:ph type="subTitle" idx="4"/>
          </p:nvPr>
        </p:nvSpPr>
        <p:spPr>
          <a:xfrm>
            <a:off x="7534182" y="4075383"/>
            <a:ext cx="558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pic>
        <p:nvPicPr>
          <p:cNvPr id="1151" name="Google Shape;115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8" y="17915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5" name="Shape 1155"/>
        <p:cNvGrpSpPr/>
        <p:nvPr/>
      </p:nvGrpSpPr>
      <p:grpSpPr>
        <a:xfrm>
          <a:off x="0" y="0"/>
          <a:ext cx="0" cy="0"/>
        </a:xfrm>
      </p:grpSpPr>
      <p:sp>
        <p:nvSpPr>
          <p:cNvPr id="1156" name="Google Shape;1156;p76"/>
          <p:cNvSpPr txBox="1"/>
          <p:nvPr>
            <p:ph type="title"/>
          </p:nvPr>
        </p:nvSpPr>
        <p:spPr>
          <a:xfrm>
            <a:off x="324000" y="748782"/>
            <a:ext cx="8179200" cy="76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two shapes are                       .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Fill in the blank.</a:t>
            </a:r>
            <a:endParaRPr/>
          </a:p>
        </p:txBody>
      </p:sp>
      <p:sp>
        <p:nvSpPr>
          <p:cNvPr id="1157" name="Google Shape;1157;p7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1158" name="Google Shape;1158;p76"/>
          <p:cNvSpPr txBox="1"/>
          <p:nvPr>
            <p:ph type="subTitle" idx="1"/>
          </p:nvPr>
        </p:nvSpPr>
        <p:spPr>
          <a:xfrm>
            <a:off x="1034425" y="1837775"/>
            <a:ext cx="42804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congruent</a:t>
            </a:r>
            <a:endParaRPr/>
          </a:p>
        </p:txBody>
      </p:sp>
      <p:sp>
        <p:nvSpPr>
          <p:cNvPr id="1159" name="Google Shape;1159;p76"/>
          <p:cNvSpPr txBox="1"/>
          <p:nvPr>
            <p:ph type="subTitle" idx="3"/>
          </p:nvPr>
        </p:nvSpPr>
        <p:spPr>
          <a:xfrm>
            <a:off x="1034425" y="2794251"/>
            <a:ext cx="42804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similar</a:t>
            </a:r>
            <a:endParaRPr/>
          </a:p>
        </p:txBody>
      </p:sp>
      <p:sp>
        <p:nvSpPr>
          <p:cNvPr id="1160" name="Google Shape;1160;p76"/>
          <p:cNvSpPr txBox="1"/>
          <p:nvPr>
            <p:ph type="subTitle" idx="4"/>
          </p:nvPr>
        </p:nvSpPr>
        <p:spPr>
          <a:xfrm>
            <a:off x="1034425" y="3766974"/>
            <a:ext cx="42564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neither congruent nor similar</a:t>
            </a:r>
            <a:endParaRPr/>
          </a:p>
        </p:txBody>
      </p:sp>
      <p:cxnSp>
        <p:nvCxnSpPr>
          <p:cNvPr id="1161" name="Google Shape;1161;p76"/>
          <p:cNvCxnSpPr/>
          <p:nvPr/>
        </p:nvCxnSpPr>
        <p:spPr>
          <a:xfrm>
            <a:off x="3017450" y="1054300"/>
            <a:ext cx="1708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2" name="Google Shape;1162;p76"/>
          <p:cNvSpPr/>
          <p:nvPr/>
        </p:nvSpPr>
        <p:spPr>
          <a:xfrm>
            <a:off x="4995373" y="1308672"/>
            <a:ext cx="1576800" cy="11829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3" name="Google Shape;1163;p76"/>
          <p:cNvCxnSpPr/>
          <p:nvPr/>
        </p:nvCxnSpPr>
        <p:spPr>
          <a:xfrm rot="10800000">
            <a:off x="5581857" y="2491199"/>
            <a:ext cx="158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164" name="Google Shape;1164;p76"/>
          <p:cNvCxnSpPr/>
          <p:nvPr/>
        </p:nvCxnSpPr>
        <p:spPr>
          <a:xfrm rot="10800000">
            <a:off x="5543694" y="1308103"/>
            <a:ext cx="158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165" name="Google Shape;1165;p76"/>
          <p:cNvSpPr/>
          <p:nvPr/>
        </p:nvSpPr>
        <p:spPr>
          <a:xfrm>
            <a:off x="4833200" y="2305371"/>
            <a:ext cx="342600" cy="342600"/>
          </a:xfrm>
          <a:prstGeom prst="arc">
            <a:avLst>
              <a:gd name="adj1" fmla="val 17165155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76"/>
          <p:cNvSpPr/>
          <p:nvPr/>
        </p:nvSpPr>
        <p:spPr>
          <a:xfrm>
            <a:off x="5101621" y="1150201"/>
            <a:ext cx="342600" cy="342600"/>
          </a:xfrm>
          <a:prstGeom prst="arc">
            <a:avLst>
              <a:gd name="adj1" fmla="val 21422408"/>
              <a:gd name="adj2" fmla="val 56793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6"/>
          <p:cNvSpPr/>
          <p:nvPr/>
        </p:nvSpPr>
        <p:spPr>
          <a:xfrm flipH="1">
            <a:off x="6392850" y="2305371"/>
            <a:ext cx="342600" cy="342600"/>
          </a:xfrm>
          <a:prstGeom prst="arc">
            <a:avLst>
              <a:gd name="adj1" fmla="val 17165155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6"/>
          <p:cNvSpPr/>
          <p:nvPr/>
        </p:nvSpPr>
        <p:spPr>
          <a:xfrm flipH="1">
            <a:off x="6124429" y="1150201"/>
            <a:ext cx="342600" cy="342600"/>
          </a:xfrm>
          <a:prstGeom prst="arc">
            <a:avLst>
              <a:gd name="adj1" fmla="val 21422408"/>
              <a:gd name="adj2" fmla="val 56793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9" name="Google Shape;1169;p76"/>
          <p:cNvCxnSpPr/>
          <p:nvPr/>
        </p:nvCxnSpPr>
        <p:spPr>
          <a:xfrm>
            <a:off x="5296664" y="1170939"/>
            <a:ext cx="958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70" name="Google Shape;1170;p76"/>
          <p:cNvCxnSpPr/>
          <p:nvPr/>
        </p:nvCxnSpPr>
        <p:spPr>
          <a:xfrm rot="10800000" flipH="1">
            <a:off x="4811575" y="1308000"/>
            <a:ext cx="290100" cy="114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71" name="Google Shape;1171;p76"/>
          <p:cNvCxnSpPr/>
          <p:nvPr/>
        </p:nvCxnSpPr>
        <p:spPr>
          <a:xfrm rot="10800000">
            <a:off x="6487975" y="1308000"/>
            <a:ext cx="290100" cy="114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72" name="Google Shape;1172;p76"/>
          <p:cNvCxnSpPr/>
          <p:nvPr/>
        </p:nvCxnSpPr>
        <p:spPr>
          <a:xfrm>
            <a:off x="4991864" y="2680507"/>
            <a:ext cx="1594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73" name="Google Shape;1173;p76"/>
          <p:cNvSpPr txBox="1"/>
          <p:nvPr>
            <p:ph type="subTitle" idx="4"/>
          </p:nvPr>
        </p:nvSpPr>
        <p:spPr>
          <a:xfrm>
            <a:off x="5526201" y="913472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174" name="Google Shape;1174;p76"/>
          <p:cNvSpPr txBox="1"/>
          <p:nvPr>
            <p:ph type="subTitle" idx="4"/>
          </p:nvPr>
        </p:nvSpPr>
        <p:spPr>
          <a:xfrm>
            <a:off x="5516580" y="2666072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175" name="Google Shape;1175;p76"/>
          <p:cNvSpPr txBox="1"/>
          <p:nvPr>
            <p:ph type="subTitle" idx="4"/>
          </p:nvPr>
        </p:nvSpPr>
        <p:spPr>
          <a:xfrm>
            <a:off x="4459401" y="1703566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176" name="Google Shape;1176;p76"/>
          <p:cNvSpPr txBox="1"/>
          <p:nvPr>
            <p:ph type="subTitle" idx="4"/>
          </p:nvPr>
        </p:nvSpPr>
        <p:spPr>
          <a:xfrm>
            <a:off x="6698064" y="1703566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177" name="Google Shape;1177;p76"/>
          <p:cNvSpPr txBox="1"/>
          <p:nvPr>
            <p:ph type="subTitle" idx="4"/>
          </p:nvPr>
        </p:nvSpPr>
        <p:spPr>
          <a:xfrm>
            <a:off x="5192530" y="2189625"/>
            <a:ext cx="432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178" name="Google Shape;1178;p76"/>
          <p:cNvSpPr txBox="1"/>
          <p:nvPr>
            <p:ph type="subTitle" idx="4"/>
          </p:nvPr>
        </p:nvSpPr>
        <p:spPr>
          <a:xfrm>
            <a:off x="6106850" y="2189625"/>
            <a:ext cx="432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179" name="Google Shape;1179;p76"/>
          <p:cNvSpPr txBox="1"/>
          <p:nvPr>
            <p:ph type="subTitle" idx="4"/>
          </p:nvPr>
        </p:nvSpPr>
        <p:spPr>
          <a:xfrm>
            <a:off x="5857012" y="1484583"/>
            <a:ext cx="558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180" name="Google Shape;1180;p76"/>
          <p:cNvSpPr txBox="1"/>
          <p:nvPr>
            <p:ph type="subTitle" idx="4"/>
          </p:nvPr>
        </p:nvSpPr>
        <p:spPr>
          <a:xfrm>
            <a:off x="5248182" y="1484583"/>
            <a:ext cx="558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pic>
        <p:nvPicPr>
          <p:cNvPr id="1181" name="Google Shape;118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5583" y="39494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76"/>
          <p:cNvSpPr/>
          <p:nvPr/>
        </p:nvSpPr>
        <p:spPr>
          <a:xfrm>
            <a:off x="6158695" y="3213675"/>
            <a:ext cx="1860900" cy="11829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3" name="Google Shape;1183;p76"/>
          <p:cNvCxnSpPr/>
          <p:nvPr/>
        </p:nvCxnSpPr>
        <p:spPr>
          <a:xfrm rot="10800000">
            <a:off x="7003170" y="4396202"/>
            <a:ext cx="186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184" name="Google Shape;1184;p76"/>
          <p:cNvCxnSpPr/>
          <p:nvPr/>
        </p:nvCxnSpPr>
        <p:spPr>
          <a:xfrm rot="10800000">
            <a:off x="6958134" y="3213106"/>
            <a:ext cx="186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185" name="Google Shape;1185;p76"/>
          <p:cNvSpPr/>
          <p:nvPr/>
        </p:nvSpPr>
        <p:spPr>
          <a:xfrm>
            <a:off x="5967316" y="4210373"/>
            <a:ext cx="404400" cy="342600"/>
          </a:xfrm>
          <a:prstGeom prst="arc">
            <a:avLst>
              <a:gd name="adj1" fmla="val 17165155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76"/>
          <p:cNvSpPr/>
          <p:nvPr/>
        </p:nvSpPr>
        <p:spPr>
          <a:xfrm>
            <a:off x="6234936" y="3055203"/>
            <a:ext cx="404400" cy="342600"/>
          </a:xfrm>
          <a:prstGeom prst="arc">
            <a:avLst>
              <a:gd name="adj1" fmla="val 21422408"/>
              <a:gd name="adj2" fmla="val 56793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76"/>
          <p:cNvSpPr/>
          <p:nvPr/>
        </p:nvSpPr>
        <p:spPr>
          <a:xfrm flipH="1">
            <a:off x="7807740" y="4210373"/>
            <a:ext cx="404400" cy="342600"/>
          </a:xfrm>
          <a:prstGeom prst="arc">
            <a:avLst>
              <a:gd name="adj1" fmla="val 17165155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76"/>
          <p:cNvSpPr/>
          <p:nvPr/>
        </p:nvSpPr>
        <p:spPr>
          <a:xfrm flipH="1">
            <a:off x="7561768" y="3055203"/>
            <a:ext cx="404400" cy="342600"/>
          </a:xfrm>
          <a:prstGeom prst="arc">
            <a:avLst>
              <a:gd name="adj1" fmla="val 21422408"/>
              <a:gd name="adj2" fmla="val 56793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9" name="Google Shape;1189;p76"/>
          <p:cNvCxnSpPr/>
          <p:nvPr/>
        </p:nvCxnSpPr>
        <p:spPr>
          <a:xfrm>
            <a:off x="6514246" y="3075942"/>
            <a:ext cx="1131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90" name="Google Shape;1190;p76"/>
          <p:cNvCxnSpPr/>
          <p:nvPr/>
        </p:nvCxnSpPr>
        <p:spPr>
          <a:xfrm rot="10800000" flipH="1">
            <a:off x="5941797" y="3213003"/>
            <a:ext cx="342300" cy="114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91" name="Google Shape;1191;p76"/>
          <p:cNvCxnSpPr/>
          <p:nvPr/>
        </p:nvCxnSpPr>
        <p:spPr>
          <a:xfrm rot="10800000">
            <a:off x="7920142" y="3213003"/>
            <a:ext cx="342300" cy="114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92" name="Google Shape;1192;p76"/>
          <p:cNvCxnSpPr/>
          <p:nvPr/>
        </p:nvCxnSpPr>
        <p:spPr>
          <a:xfrm>
            <a:off x="6154554" y="4585510"/>
            <a:ext cx="1881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93" name="Google Shape;1193;p76"/>
          <p:cNvSpPr txBox="1"/>
          <p:nvPr>
            <p:ph type="subTitle" idx="4"/>
          </p:nvPr>
        </p:nvSpPr>
        <p:spPr>
          <a:xfrm>
            <a:off x="6785119" y="2818475"/>
            <a:ext cx="853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194" name="Google Shape;1194;p76"/>
          <p:cNvSpPr txBox="1"/>
          <p:nvPr>
            <p:ph type="subTitle" idx="4"/>
          </p:nvPr>
        </p:nvSpPr>
        <p:spPr>
          <a:xfrm>
            <a:off x="6926165" y="4571075"/>
            <a:ext cx="853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cm</a:t>
            </a:r>
            <a:endParaRPr sz="1600"/>
          </a:p>
        </p:txBody>
      </p:sp>
      <p:sp>
        <p:nvSpPr>
          <p:cNvPr id="1195" name="Google Shape;1195;p76"/>
          <p:cNvSpPr txBox="1"/>
          <p:nvPr>
            <p:ph type="subTitle" idx="4"/>
          </p:nvPr>
        </p:nvSpPr>
        <p:spPr>
          <a:xfrm>
            <a:off x="5526200" y="3608569"/>
            <a:ext cx="853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196" name="Google Shape;1196;p76"/>
          <p:cNvSpPr txBox="1"/>
          <p:nvPr>
            <p:ph type="subTitle" idx="4"/>
          </p:nvPr>
        </p:nvSpPr>
        <p:spPr>
          <a:xfrm>
            <a:off x="8168022" y="3608569"/>
            <a:ext cx="8535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197" name="Google Shape;1197;p76"/>
          <p:cNvSpPr txBox="1"/>
          <p:nvPr>
            <p:ph type="subTitle" idx="4"/>
          </p:nvPr>
        </p:nvSpPr>
        <p:spPr>
          <a:xfrm>
            <a:off x="6391352" y="4094625"/>
            <a:ext cx="396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198" name="Google Shape;1198;p76"/>
          <p:cNvSpPr txBox="1"/>
          <p:nvPr>
            <p:ph type="subTitle" idx="4"/>
          </p:nvPr>
        </p:nvSpPr>
        <p:spPr>
          <a:xfrm>
            <a:off x="7470336" y="4094628"/>
            <a:ext cx="5097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199" name="Google Shape;1199;p76"/>
          <p:cNvSpPr txBox="1"/>
          <p:nvPr>
            <p:ph type="subTitle" idx="4"/>
          </p:nvPr>
        </p:nvSpPr>
        <p:spPr>
          <a:xfrm>
            <a:off x="7317082" y="3384173"/>
            <a:ext cx="6588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200" name="Google Shape;1200;p76"/>
          <p:cNvSpPr txBox="1"/>
          <p:nvPr>
            <p:ph type="subTitle" idx="4"/>
          </p:nvPr>
        </p:nvSpPr>
        <p:spPr>
          <a:xfrm>
            <a:off x="6457032" y="3389585"/>
            <a:ext cx="6588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4" name="Shape 1204"/>
        <p:cNvGrpSpPr/>
        <p:nvPr/>
      </p:nvGrpSpPr>
      <p:grpSpPr>
        <a:xfrm>
          <a:off x="0" y="0"/>
          <a:ext cx="0" cy="0"/>
        </a:xfrm>
      </p:grpSpPr>
      <p:sp>
        <p:nvSpPr>
          <p:cNvPr id="1205" name="Google Shape;1205;p77"/>
          <p:cNvSpPr txBox="1"/>
          <p:nvPr>
            <p:ph type="title"/>
          </p:nvPr>
        </p:nvSpPr>
        <p:spPr>
          <a:xfrm>
            <a:off x="324000" y="748782"/>
            <a:ext cx="8179200" cy="76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two shapes are                       .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Fill in the blank.</a:t>
            </a:r>
            <a:endParaRPr/>
          </a:p>
        </p:txBody>
      </p:sp>
      <p:sp>
        <p:nvSpPr>
          <p:cNvPr id="1206" name="Google Shape;1206;p7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1207" name="Google Shape;1207;p77"/>
          <p:cNvSpPr txBox="1"/>
          <p:nvPr>
            <p:ph type="subTitle" idx="1"/>
          </p:nvPr>
        </p:nvSpPr>
        <p:spPr>
          <a:xfrm>
            <a:off x="1034425" y="1837775"/>
            <a:ext cx="42804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congruent</a:t>
            </a:r>
            <a:endParaRPr/>
          </a:p>
        </p:txBody>
      </p:sp>
      <p:sp>
        <p:nvSpPr>
          <p:cNvPr id="1208" name="Google Shape;1208;p77"/>
          <p:cNvSpPr txBox="1"/>
          <p:nvPr>
            <p:ph type="subTitle" idx="3"/>
          </p:nvPr>
        </p:nvSpPr>
        <p:spPr>
          <a:xfrm>
            <a:off x="1034425" y="2794251"/>
            <a:ext cx="42804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similar</a:t>
            </a:r>
            <a:endParaRPr/>
          </a:p>
        </p:txBody>
      </p:sp>
      <p:sp>
        <p:nvSpPr>
          <p:cNvPr id="1209" name="Google Shape;1209;p77"/>
          <p:cNvSpPr txBox="1"/>
          <p:nvPr>
            <p:ph type="subTitle" idx="4"/>
          </p:nvPr>
        </p:nvSpPr>
        <p:spPr>
          <a:xfrm>
            <a:off x="1034425" y="3766974"/>
            <a:ext cx="42564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neither congruent nor similar</a:t>
            </a:r>
            <a:endParaRPr/>
          </a:p>
        </p:txBody>
      </p:sp>
      <p:cxnSp>
        <p:nvCxnSpPr>
          <p:cNvPr id="1210" name="Google Shape;1210;p77"/>
          <p:cNvCxnSpPr/>
          <p:nvPr/>
        </p:nvCxnSpPr>
        <p:spPr>
          <a:xfrm>
            <a:off x="3017450" y="1054300"/>
            <a:ext cx="1708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1" name="Google Shape;1211;p77"/>
          <p:cNvSpPr/>
          <p:nvPr/>
        </p:nvSpPr>
        <p:spPr>
          <a:xfrm>
            <a:off x="4995373" y="1308672"/>
            <a:ext cx="1576800" cy="11829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2" name="Google Shape;1212;p77"/>
          <p:cNvCxnSpPr/>
          <p:nvPr/>
        </p:nvCxnSpPr>
        <p:spPr>
          <a:xfrm rot="10800000">
            <a:off x="5581857" y="2491199"/>
            <a:ext cx="158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1213" name="Google Shape;1213;p77"/>
          <p:cNvCxnSpPr/>
          <p:nvPr/>
        </p:nvCxnSpPr>
        <p:spPr>
          <a:xfrm rot="10800000">
            <a:off x="5543694" y="1308103"/>
            <a:ext cx="158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214" name="Google Shape;1214;p77"/>
          <p:cNvSpPr/>
          <p:nvPr/>
        </p:nvSpPr>
        <p:spPr>
          <a:xfrm>
            <a:off x="4833200" y="2305371"/>
            <a:ext cx="342600" cy="342600"/>
          </a:xfrm>
          <a:prstGeom prst="arc">
            <a:avLst>
              <a:gd name="adj1" fmla="val 17165155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77"/>
          <p:cNvSpPr/>
          <p:nvPr/>
        </p:nvSpPr>
        <p:spPr>
          <a:xfrm>
            <a:off x="5101621" y="1150201"/>
            <a:ext cx="342600" cy="342600"/>
          </a:xfrm>
          <a:prstGeom prst="arc">
            <a:avLst>
              <a:gd name="adj1" fmla="val 21422408"/>
              <a:gd name="adj2" fmla="val 56793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77"/>
          <p:cNvSpPr/>
          <p:nvPr/>
        </p:nvSpPr>
        <p:spPr>
          <a:xfrm flipH="1">
            <a:off x="6392850" y="2305371"/>
            <a:ext cx="342600" cy="342600"/>
          </a:xfrm>
          <a:prstGeom prst="arc">
            <a:avLst>
              <a:gd name="adj1" fmla="val 17165155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77"/>
          <p:cNvSpPr/>
          <p:nvPr/>
        </p:nvSpPr>
        <p:spPr>
          <a:xfrm flipH="1">
            <a:off x="6124429" y="1150201"/>
            <a:ext cx="342600" cy="342600"/>
          </a:xfrm>
          <a:prstGeom prst="arc">
            <a:avLst>
              <a:gd name="adj1" fmla="val 21422408"/>
              <a:gd name="adj2" fmla="val 567935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18" name="Google Shape;1218;p77"/>
          <p:cNvCxnSpPr/>
          <p:nvPr/>
        </p:nvCxnSpPr>
        <p:spPr>
          <a:xfrm>
            <a:off x="5296664" y="1170939"/>
            <a:ext cx="9585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19" name="Google Shape;1219;p77"/>
          <p:cNvCxnSpPr/>
          <p:nvPr/>
        </p:nvCxnSpPr>
        <p:spPr>
          <a:xfrm rot="10800000" flipH="1">
            <a:off x="4811575" y="1308000"/>
            <a:ext cx="290100" cy="114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20" name="Google Shape;1220;p77"/>
          <p:cNvCxnSpPr/>
          <p:nvPr/>
        </p:nvCxnSpPr>
        <p:spPr>
          <a:xfrm rot="10800000">
            <a:off x="6487975" y="1308000"/>
            <a:ext cx="290100" cy="1145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21" name="Google Shape;1221;p77"/>
          <p:cNvCxnSpPr/>
          <p:nvPr/>
        </p:nvCxnSpPr>
        <p:spPr>
          <a:xfrm>
            <a:off x="4991864" y="2680507"/>
            <a:ext cx="1594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22" name="Google Shape;1222;p77"/>
          <p:cNvSpPr txBox="1"/>
          <p:nvPr>
            <p:ph type="subTitle" idx="4"/>
          </p:nvPr>
        </p:nvSpPr>
        <p:spPr>
          <a:xfrm>
            <a:off x="5526201" y="913472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223" name="Google Shape;1223;p77"/>
          <p:cNvSpPr txBox="1"/>
          <p:nvPr>
            <p:ph type="subTitle" idx="4"/>
          </p:nvPr>
        </p:nvSpPr>
        <p:spPr>
          <a:xfrm>
            <a:off x="5516580" y="2666072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224" name="Google Shape;1224;p77"/>
          <p:cNvSpPr txBox="1"/>
          <p:nvPr>
            <p:ph type="subTitle" idx="4"/>
          </p:nvPr>
        </p:nvSpPr>
        <p:spPr>
          <a:xfrm>
            <a:off x="4459401" y="1703566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225" name="Google Shape;1225;p77"/>
          <p:cNvSpPr txBox="1"/>
          <p:nvPr>
            <p:ph type="subTitle" idx="4"/>
          </p:nvPr>
        </p:nvSpPr>
        <p:spPr>
          <a:xfrm>
            <a:off x="6698064" y="1703566"/>
            <a:ext cx="723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226" name="Google Shape;1226;p77"/>
          <p:cNvSpPr txBox="1"/>
          <p:nvPr>
            <p:ph type="subTitle" idx="4"/>
          </p:nvPr>
        </p:nvSpPr>
        <p:spPr>
          <a:xfrm>
            <a:off x="5192530" y="2189625"/>
            <a:ext cx="432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227" name="Google Shape;1227;p77"/>
          <p:cNvSpPr txBox="1"/>
          <p:nvPr>
            <p:ph type="subTitle" idx="4"/>
          </p:nvPr>
        </p:nvSpPr>
        <p:spPr>
          <a:xfrm>
            <a:off x="6106850" y="2189625"/>
            <a:ext cx="4320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228" name="Google Shape;1228;p77"/>
          <p:cNvSpPr txBox="1"/>
          <p:nvPr>
            <p:ph type="subTitle" idx="4"/>
          </p:nvPr>
        </p:nvSpPr>
        <p:spPr>
          <a:xfrm>
            <a:off x="5857012" y="1484583"/>
            <a:ext cx="558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229" name="Google Shape;1229;p77"/>
          <p:cNvSpPr txBox="1"/>
          <p:nvPr>
            <p:ph type="subTitle" idx="4"/>
          </p:nvPr>
        </p:nvSpPr>
        <p:spPr>
          <a:xfrm>
            <a:off x="5248182" y="1484583"/>
            <a:ext cx="5583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pic>
        <p:nvPicPr>
          <p:cNvPr id="1230" name="Google Shape;123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783" y="270000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1" name="Google Shape;1231;p77"/>
          <p:cNvGrpSpPr/>
          <p:nvPr/>
        </p:nvGrpSpPr>
        <p:grpSpPr>
          <a:xfrm rot="10800000">
            <a:off x="6501732" y="3251828"/>
            <a:ext cx="1602304" cy="1272976"/>
            <a:chOff x="6335575" y="3013179"/>
            <a:chExt cx="1966500" cy="1562126"/>
          </a:xfrm>
        </p:grpSpPr>
        <p:sp>
          <p:nvSpPr>
            <p:cNvPr id="1232" name="Google Shape;1232;p77"/>
            <p:cNvSpPr/>
            <p:nvPr/>
          </p:nvSpPr>
          <p:spPr>
            <a:xfrm>
              <a:off x="6519373" y="3213672"/>
              <a:ext cx="1576800" cy="1182900"/>
            </a:xfrm>
            <a:prstGeom prst="trapezoid">
              <a:avLst>
                <a:gd name="adj" fmla="val 25000"/>
              </a:avLst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33" name="Google Shape;1233;p77"/>
            <p:cNvCxnSpPr/>
            <p:nvPr/>
          </p:nvCxnSpPr>
          <p:spPr>
            <a:xfrm rot="10800000">
              <a:off x="7105857" y="4396199"/>
              <a:ext cx="158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234" name="Google Shape;1234;p77"/>
            <p:cNvCxnSpPr/>
            <p:nvPr/>
          </p:nvCxnSpPr>
          <p:spPr>
            <a:xfrm rot="10800000">
              <a:off x="7067694" y="3213103"/>
              <a:ext cx="1581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235" name="Google Shape;1235;p77"/>
            <p:cNvSpPr/>
            <p:nvPr/>
          </p:nvSpPr>
          <p:spPr>
            <a:xfrm>
              <a:off x="6345983" y="4174751"/>
              <a:ext cx="400800" cy="400500"/>
            </a:xfrm>
            <a:prstGeom prst="arc">
              <a:avLst>
                <a:gd name="adj1" fmla="val 17165155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6" name="Google Shape;1236;p77"/>
            <p:cNvSpPr/>
            <p:nvPr/>
          </p:nvSpPr>
          <p:spPr>
            <a:xfrm>
              <a:off x="6555535" y="3013179"/>
              <a:ext cx="466500" cy="466500"/>
            </a:xfrm>
            <a:prstGeom prst="arc">
              <a:avLst>
                <a:gd name="adj1" fmla="val 21422408"/>
                <a:gd name="adj2" fmla="val 567935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77"/>
            <p:cNvSpPr/>
            <p:nvPr/>
          </p:nvSpPr>
          <p:spPr>
            <a:xfrm flipH="1">
              <a:off x="7870871" y="4171805"/>
              <a:ext cx="403500" cy="403500"/>
            </a:xfrm>
            <a:prstGeom prst="arc">
              <a:avLst>
                <a:gd name="adj1" fmla="val 17165155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8" name="Google Shape;1238;p77"/>
            <p:cNvSpPr/>
            <p:nvPr/>
          </p:nvSpPr>
          <p:spPr>
            <a:xfrm flipH="1">
              <a:off x="7599504" y="3027188"/>
              <a:ext cx="447600" cy="447300"/>
            </a:xfrm>
            <a:prstGeom prst="arc">
              <a:avLst>
                <a:gd name="adj1" fmla="val 21422408"/>
                <a:gd name="adj2" fmla="val 567935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39" name="Google Shape;1239;p77"/>
            <p:cNvCxnSpPr/>
            <p:nvPr/>
          </p:nvCxnSpPr>
          <p:spPr>
            <a:xfrm rot="10800000" flipH="1">
              <a:off x="6335575" y="3213000"/>
              <a:ext cx="290100" cy="1145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240" name="Google Shape;1240;p77"/>
            <p:cNvCxnSpPr/>
            <p:nvPr/>
          </p:nvCxnSpPr>
          <p:spPr>
            <a:xfrm rot="10800000">
              <a:off x="8011975" y="3213000"/>
              <a:ext cx="290100" cy="11454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241" name="Google Shape;1241;p77"/>
            <p:cNvCxnSpPr/>
            <p:nvPr/>
          </p:nvCxnSpPr>
          <p:spPr>
            <a:xfrm>
              <a:off x="6515864" y="4520131"/>
              <a:ext cx="15948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1242" name="Google Shape;1242;p77"/>
          <p:cNvSpPr txBox="1"/>
          <p:nvPr>
            <p:ph type="subTitle" idx="4"/>
          </p:nvPr>
        </p:nvSpPr>
        <p:spPr>
          <a:xfrm>
            <a:off x="7122883" y="3077351"/>
            <a:ext cx="5895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 cm</a:t>
            </a:r>
            <a:endParaRPr sz="1600"/>
          </a:p>
        </p:txBody>
      </p:sp>
      <p:sp>
        <p:nvSpPr>
          <p:cNvPr id="1243" name="Google Shape;1243;p77"/>
          <p:cNvSpPr txBox="1"/>
          <p:nvPr>
            <p:ph type="subTitle" idx="4"/>
          </p:nvPr>
        </p:nvSpPr>
        <p:spPr>
          <a:xfrm>
            <a:off x="7137446" y="4478755"/>
            <a:ext cx="5895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 cm</a:t>
            </a:r>
            <a:endParaRPr sz="1600"/>
          </a:p>
        </p:txBody>
      </p:sp>
      <p:sp>
        <p:nvSpPr>
          <p:cNvPr id="1244" name="Google Shape;1244;p77"/>
          <p:cNvSpPr txBox="1"/>
          <p:nvPr>
            <p:ph type="subTitle" idx="4"/>
          </p:nvPr>
        </p:nvSpPr>
        <p:spPr>
          <a:xfrm>
            <a:off x="5919800" y="3818600"/>
            <a:ext cx="7002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2.5 cm</a:t>
            </a:r>
            <a:endParaRPr sz="1600"/>
          </a:p>
        </p:txBody>
      </p:sp>
      <p:sp>
        <p:nvSpPr>
          <p:cNvPr id="1245" name="Google Shape;1245;p77"/>
          <p:cNvSpPr txBox="1"/>
          <p:nvPr>
            <p:ph type="subTitle" idx="4"/>
          </p:nvPr>
        </p:nvSpPr>
        <p:spPr>
          <a:xfrm>
            <a:off x="8007273" y="3818600"/>
            <a:ext cx="7620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2.5 cm</a:t>
            </a:r>
            <a:endParaRPr sz="1600"/>
          </a:p>
        </p:txBody>
      </p:sp>
      <p:sp>
        <p:nvSpPr>
          <p:cNvPr id="1246" name="Google Shape;1246;p77"/>
          <p:cNvSpPr txBox="1"/>
          <p:nvPr>
            <p:ph type="subTitle" idx="4"/>
          </p:nvPr>
        </p:nvSpPr>
        <p:spPr>
          <a:xfrm>
            <a:off x="6811280" y="3483630"/>
            <a:ext cx="3519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247" name="Google Shape;1247;p77"/>
          <p:cNvSpPr txBox="1"/>
          <p:nvPr>
            <p:ph type="subTitle" idx="4"/>
          </p:nvPr>
        </p:nvSpPr>
        <p:spPr>
          <a:xfrm>
            <a:off x="7470028" y="3483630"/>
            <a:ext cx="3519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248" name="Google Shape;1248;p77"/>
          <p:cNvSpPr txBox="1"/>
          <p:nvPr>
            <p:ph type="subTitle" idx="4"/>
          </p:nvPr>
        </p:nvSpPr>
        <p:spPr>
          <a:xfrm>
            <a:off x="7347204" y="3919138"/>
            <a:ext cx="5583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249" name="Google Shape;1249;p77"/>
          <p:cNvSpPr txBox="1"/>
          <p:nvPr>
            <p:ph type="subTitle" idx="4"/>
          </p:nvPr>
        </p:nvSpPr>
        <p:spPr>
          <a:xfrm>
            <a:off x="6848207" y="3911619"/>
            <a:ext cx="558300" cy="26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cxnSp>
        <p:nvCxnSpPr>
          <p:cNvPr id="1250" name="Google Shape;1250;p77"/>
          <p:cNvCxnSpPr/>
          <p:nvPr/>
        </p:nvCxnSpPr>
        <p:spPr>
          <a:xfrm>
            <a:off x="6949966" y="4464407"/>
            <a:ext cx="762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54" name="Shape 1254"/>
        <p:cNvGrpSpPr/>
        <p:nvPr/>
      </p:nvGrpSpPr>
      <p:grpSpPr>
        <a:xfrm>
          <a:off x="0" y="0"/>
          <a:ext cx="0" cy="0"/>
        </a:xfrm>
      </p:grpSpPr>
      <p:sp>
        <p:nvSpPr>
          <p:cNvPr id="1255" name="Google Shape;1255;p78"/>
          <p:cNvSpPr/>
          <p:nvPr/>
        </p:nvSpPr>
        <p:spPr>
          <a:xfrm>
            <a:off x="5669733" y="1716557"/>
            <a:ext cx="3019500" cy="19329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78"/>
          <p:cNvSpPr txBox="1"/>
          <p:nvPr>
            <p:ph type="body" idx="1"/>
          </p:nvPr>
        </p:nvSpPr>
        <p:spPr>
          <a:xfrm>
            <a:off x="324000" y="759300"/>
            <a:ext cx="78582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66400" lvl="0" indent="-26640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Compare each shape with Shape A and write the letters B to F in the Venn diagram.</a:t>
            </a:r>
            <a:endParaRPr sz="1800"/>
          </a:p>
        </p:txBody>
      </p:sp>
      <p:sp>
        <p:nvSpPr>
          <p:cNvPr id="1257" name="Google Shape;1257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1258" name="Google Shape;1258;p78"/>
          <p:cNvSpPr/>
          <p:nvPr/>
        </p:nvSpPr>
        <p:spPr>
          <a:xfrm>
            <a:off x="6007601" y="1815328"/>
            <a:ext cx="1876500" cy="17565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78"/>
          <p:cNvSpPr/>
          <p:nvPr/>
        </p:nvSpPr>
        <p:spPr>
          <a:xfrm>
            <a:off x="6039933" y="2192073"/>
            <a:ext cx="1071600" cy="10029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78"/>
          <p:cNvSpPr txBox="1"/>
          <p:nvPr>
            <p:ph type="body" idx="4294967295"/>
          </p:nvPr>
        </p:nvSpPr>
        <p:spPr>
          <a:xfrm>
            <a:off x="5450852" y="1346850"/>
            <a:ext cx="1578300" cy="22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congruent to A</a:t>
            </a:r>
            <a:endParaRPr sz="1600"/>
          </a:p>
        </p:txBody>
      </p:sp>
      <p:sp>
        <p:nvSpPr>
          <p:cNvPr id="1261" name="Google Shape;1261;p78"/>
          <p:cNvSpPr txBox="1"/>
          <p:nvPr>
            <p:ph type="body" idx="4294967295"/>
          </p:nvPr>
        </p:nvSpPr>
        <p:spPr>
          <a:xfrm>
            <a:off x="7439906" y="1364200"/>
            <a:ext cx="1148700" cy="22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similar to A</a:t>
            </a:r>
            <a:endParaRPr sz="1600"/>
          </a:p>
        </p:txBody>
      </p:sp>
      <p:sp>
        <p:nvSpPr>
          <p:cNvPr id="1262" name="Google Shape;1262;p78"/>
          <p:cNvSpPr txBox="1"/>
          <p:nvPr>
            <p:ph type="body" idx="4294967295"/>
          </p:nvPr>
        </p:nvSpPr>
        <p:spPr>
          <a:xfrm>
            <a:off x="7317000" y="3766800"/>
            <a:ext cx="1578300" cy="100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neither congruent nor similar to A</a:t>
            </a:r>
            <a:endParaRPr sz="1600"/>
          </a:p>
        </p:txBody>
      </p:sp>
      <p:cxnSp>
        <p:nvCxnSpPr>
          <p:cNvPr id="1263" name="Google Shape;1263;p78"/>
          <p:cNvCxnSpPr>
            <a:stCxn id="1260" idx="2"/>
          </p:cNvCxnSpPr>
          <p:nvPr/>
        </p:nvCxnSpPr>
        <p:spPr>
          <a:xfrm>
            <a:off x="6240002" y="1573050"/>
            <a:ext cx="230700" cy="864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4" name="Google Shape;1264;p78"/>
          <p:cNvCxnSpPr/>
          <p:nvPr/>
        </p:nvCxnSpPr>
        <p:spPr>
          <a:xfrm flipH="1">
            <a:off x="7289900" y="1605425"/>
            <a:ext cx="276300" cy="443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5" name="Google Shape;1265;p78"/>
          <p:cNvCxnSpPr/>
          <p:nvPr/>
        </p:nvCxnSpPr>
        <p:spPr>
          <a:xfrm flipH="1">
            <a:off x="7720325" y="3492500"/>
            <a:ext cx="353400" cy="282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6" name="Google Shape;1266;p78"/>
          <p:cNvGrpSpPr/>
          <p:nvPr/>
        </p:nvGrpSpPr>
        <p:grpSpPr>
          <a:xfrm>
            <a:off x="868120" y="1477529"/>
            <a:ext cx="770726" cy="1186277"/>
            <a:chOff x="836175" y="1436571"/>
            <a:chExt cx="908875" cy="1398912"/>
          </a:xfrm>
        </p:grpSpPr>
        <p:sp>
          <p:nvSpPr>
            <p:cNvPr id="1267" name="Google Shape;1267;p78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solidFill>
              <a:srgbClr val="F3EEFB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68" name="Google Shape;1268;p78"/>
            <p:cNvCxnSpPr/>
            <p:nvPr/>
          </p:nvCxnSpPr>
          <p:spPr>
            <a:xfrm flipH="1">
              <a:off x="836175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269" name="Google Shape;1269;p78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270" name="Google Shape;1270;p78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271" name="Google Shape;1271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2" name="Google Shape;1272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73" name="Google Shape;1273;p78"/>
            <p:cNvGrpSpPr/>
            <p:nvPr/>
          </p:nvGrpSpPr>
          <p:grpSpPr>
            <a:xfrm flipH="1">
              <a:off x="1616449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274" name="Google Shape;1274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5" name="Google Shape;1275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76" name="Google Shape;1276;p78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277" name="Google Shape;1277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8" name="Google Shape;1278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79" name="Google Shape;1279;p78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280" name="Google Shape;1280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1" name="Google Shape;1281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282" name="Google Shape;1282;p78"/>
          <p:cNvSpPr txBox="1"/>
          <p:nvPr>
            <p:ph type="body" idx="4294967295"/>
          </p:nvPr>
        </p:nvSpPr>
        <p:spPr>
          <a:xfrm>
            <a:off x="378975" y="1913350"/>
            <a:ext cx="4893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283" name="Google Shape;1283;p78"/>
          <p:cNvSpPr txBox="1"/>
          <p:nvPr>
            <p:ph type="body" idx="4294967295"/>
          </p:nvPr>
        </p:nvSpPr>
        <p:spPr>
          <a:xfrm>
            <a:off x="1073289" y="2691562"/>
            <a:ext cx="5451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284" name="Google Shape;1284;p78"/>
          <p:cNvSpPr txBox="1"/>
          <p:nvPr>
            <p:ph type="body" idx="4294967295"/>
          </p:nvPr>
        </p:nvSpPr>
        <p:spPr>
          <a:xfrm>
            <a:off x="1214888" y="1887150"/>
            <a:ext cx="1632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</a:t>
            </a:r>
            <a:endParaRPr sz="1900"/>
          </a:p>
        </p:txBody>
      </p:sp>
      <p:grpSp>
        <p:nvGrpSpPr>
          <p:cNvPr id="1285" name="Google Shape;1285;p78"/>
          <p:cNvGrpSpPr/>
          <p:nvPr/>
        </p:nvGrpSpPr>
        <p:grpSpPr>
          <a:xfrm rot="3086363">
            <a:off x="997639" y="3217639"/>
            <a:ext cx="779876" cy="1197227"/>
            <a:chOff x="825395" y="1423674"/>
            <a:chExt cx="919655" cy="1411809"/>
          </a:xfrm>
        </p:grpSpPr>
        <p:sp>
          <p:nvSpPr>
            <p:cNvPr id="1286" name="Google Shape;1286;p78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87" name="Google Shape;1287;p78"/>
            <p:cNvCxnSpPr/>
            <p:nvPr/>
          </p:nvCxnSpPr>
          <p:spPr>
            <a:xfrm flipH="1">
              <a:off x="825395" y="1423674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288" name="Google Shape;1288;p78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289" name="Google Shape;1289;p78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290" name="Google Shape;1290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1" name="Google Shape;1291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92" name="Google Shape;1292;p78"/>
            <p:cNvGrpSpPr/>
            <p:nvPr/>
          </p:nvGrpSpPr>
          <p:grpSpPr>
            <a:xfrm flipH="1">
              <a:off x="1616449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293" name="Google Shape;1293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4" name="Google Shape;1294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95" name="Google Shape;1295;p78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296" name="Google Shape;1296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7" name="Google Shape;1297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298" name="Google Shape;1298;p78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299" name="Google Shape;1299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0" name="Google Shape;1300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301" name="Google Shape;1301;p78"/>
          <p:cNvSpPr txBox="1"/>
          <p:nvPr>
            <p:ph type="body" idx="4294967295"/>
          </p:nvPr>
        </p:nvSpPr>
        <p:spPr>
          <a:xfrm>
            <a:off x="728835" y="3229561"/>
            <a:ext cx="5451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302" name="Google Shape;1302;p78"/>
          <p:cNvSpPr txBox="1"/>
          <p:nvPr>
            <p:ph type="body" idx="4294967295"/>
          </p:nvPr>
        </p:nvSpPr>
        <p:spPr>
          <a:xfrm>
            <a:off x="376279" y="4201020"/>
            <a:ext cx="5781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grpSp>
        <p:nvGrpSpPr>
          <p:cNvPr id="1303" name="Google Shape;1303;p78"/>
          <p:cNvGrpSpPr/>
          <p:nvPr/>
        </p:nvGrpSpPr>
        <p:grpSpPr>
          <a:xfrm rot="-5400000">
            <a:off x="3027322" y="3221429"/>
            <a:ext cx="1108791" cy="1731595"/>
            <a:chOff x="878672" y="1347086"/>
            <a:chExt cx="866378" cy="1352914"/>
          </a:xfrm>
        </p:grpSpPr>
        <p:sp>
          <p:nvSpPr>
            <p:cNvPr id="1304" name="Google Shape;1304;p78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05" name="Google Shape;1305;p78"/>
            <p:cNvCxnSpPr/>
            <p:nvPr/>
          </p:nvCxnSpPr>
          <p:spPr>
            <a:xfrm flipH="1">
              <a:off x="878672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306" name="Google Shape;1306;p78"/>
            <p:cNvCxnSpPr/>
            <p:nvPr/>
          </p:nvCxnSpPr>
          <p:spPr>
            <a:xfrm rot="10800000">
              <a:off x="952150" y="1347086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307" name="Google Shape;1307;p78"/>
            <p:cNvGrpSpPr/>
            <p:nvPr/>
          </p:nvGrpSpPr>
          <p:grpSpPr>
            <a:xfrm>
              <a:off x="963306" y="2578945"/>
              <a:ext cx="113825" cy="113825"/>
              <a:chOff x="2094050" y="1587416"/>
              <a:chExt cx="145500" cy="145500"/>
            </a:xfrm>
          </p:grpSpPr>
          <p:cxnSp>
            <p:nvCxnSpPr>
              <p:cNvPr id="1308" name="Google Shape;1308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9" name="Google Shape;1309;p78"/>
              <p:cNvCxnSpPr/>
              <p:nvPr/>
            </p:nvCxnSpPr>
            <p:spPr>
              <a:xfrm rot="5400000">
                <a:off x="2155708" y="1660166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10" name="Google Shape;1310;p78"/>
            <p:cNvGrpSpPr/>
            <p:nvPr/>
          </p:nvGrpSpPr>
          <p:grpSpPr>
            <a:xfrm flipH="1">
              <a:off x="1616449" y="2578945"/>
              <a:ext cx="113825" cy="113825"/>
              <a:chOff x="2094050" y="1587416"/>
              <a:chExt cx="145500" cy="145500"/>
            </a:xfrm>
          </p:grpSpPr>
          <p:cxnSp>
            <p:nvCxnSpPr>
              <p:cNvPr id="1311" name="Google Shape;1311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2" name="Google Shape;1312;p78"/>
              <p:cNvCxnSpPr/>
              <p:nvPr/>
            </p:nvCxnSpPr>
            <p:spPr>
              <a:xfrm rot="5400000">
                <a:off x="2155708" y="1660166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13" name="Google Shape;1313;p78"/>
            <p:cNvGrpSpPr/>
            <p:nvPr/>
          </p:nvGrpSpPr>
          <p:grpSpPr>
            <a:xfrm rot="10800000">
              <a:off x="1626709" y="1436571"/>
              <a:ext cx="113825" cy="113825"/>
              <a:chOff x="2087892" y="1581258"/>
              <a:chExt cx="145500" cy="145500"/>
            </a:xfrm>
          </p:grpSpPr>
          <p:cxnSp>
            <p:nvCxnSpPr>
              <p:cNvPr id="1314" name="Google Shape;1314;p78"/>
              <p:cNvCxnSpPr/>
              <p:nvPr/>
            </p:nvCxnSpPr>
            <p:spPr>
              <a:xfrm>
                <a:off x="208789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5" name="Google Shape;1315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16" name="Google Shape;1316;p78"/>
            <p:cNvGrpSpPr/>
            <p:nvPr/>
          </p:nvGrpSpPr>
          <p:grpSpPr>
            <a:xfrm rot="10800000" flipH="1">
              <a:off x="947602" y="1436571"/>
              <a:ext cx="113825" cy="113825"/>
              <a:chOff x="2087892" y="1581258"/>
              <a:chExt cx="145500" cy="145500"/>
            </a:xfrm>
          </p:grpSpPr>
          <p:cxnSp>
            <p:nvCxnSpPr>
              <p:cNvPr id="1317" name="Google Shape;1317;p78"/>
              <p:cNvCxnSpPr/>
              <p:nvPr/>
            </p:nvCxnSpPr>
            <p:spPr>
              <a:xfrm>
                <a:off x="208789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8" name="Google Shape;1318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319" name="Google Shape;1319;p78"/>
          <p:cNvSpPr txBox="1"/>
          <p:nvPr>
            <p:ph type="body" idx="4294967295"/>
          </p:nvPr>
        </p:nvSpPr>
        <p:spPr>
          <a:xfrm>
            <a:off x="3427490" y="4610200"/>
            <a:ext cx="5781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9 cm</a:t>
            </a:r>
            <a:endParaRPr sz="1600"/>
          </a:p>
        </p:txBody>
      </p:sp>
      <p:sp>
        <p:nvSpPr>
          <p:cNvPr id="1320" name="Google Shape;1320;p78"/>
          <p:cNvSpPr txBox="1"/>
          <p:nvPr>
            <p:ph type="body" idx="4294967295"/>
          </p:nvPr>
        </p:nvSpPr>
        <p:spPr>
          <a:xfrm>
            <a:off x="2211654" y="3951641"/>
            <a:ext cx="5781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grpSp>
        <p:nvGrpSpPr>
          <p:cNvPr id="1321" name="Google Shape;1321;p78"/>
          <p:cNvGrpSpPr/>
          <p:nvPr/>
        </p:nvGrpSpPr>
        <p:grpSpPr>
          <a:xfrm>
            <a:off x="2661664" y="1785346"/>
            <a:ext cx="629305" cy="1059396"/>
            <a:chOff x="836175" y="1436571"/>
            <a:chExt cx="908875" cy="1398912"/>
          </a:xfrm>
        </p:grpSpPr>
        <p:sp>
          <p:nvSpPr>
            <p:cNvPr id="1322" name="Google Shape;1322;p78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23" name="Google Shape;1323;p78"/>
            <p:cNvCxnSpPr/>
            <p:nvPr/>
          </p:nvCxnSpPr>
          <p:spPr>
            <a:xfrm flipH="1">
              <a:off x="836175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324" name="Google Shape;1324;p78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325" name="Google Shape;1325;p78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326" name="Google Shape;1326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7" name="Google Shape;1327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28" name="Google Shape;1328;p78"/>
            <p:cNvGrpSpPr/>
            <p:nvPr/>
          </p:nvGrpSpPr>
          <p:grpSpPr>
            <a:xfrm flipH="1">
              <a:off x="1606504" y="2574128"/>
              <a:ext cx="113825" cy="113825"/>
              <a:chOff x="2106762" y="1581258"/>
              <a:chExt cx="145500" cy="145500"/>
            </a:xfrm>
          </p:grpSpPr>
          <p:cxnSp>
            <p:nvCxnSpPr>
              <p:cNvPr id="1329" name="Google Shape;1329;p78"/>
              <p:cNvCxnSpPr/>
              <p:nvPr/>
            </p:nvCxnSpPr>
            <p:spPr>
              <a:xfrm>
                <a:off x="210676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0" name="Google Shape;1330;p78"/>
              <p:cNvCxnSpPr/>
              <p:nvPr/>
            </p:nvCxnSpPr>
            <p:spPr>
              <a:xfrm rot="5400000">
                <a:off x="2168420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31" name="Google Shape;1331;p78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332" name="Google Shape;1332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3" name="Google Shape;1333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34" name="Google Shape;1334;p78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335" name="Google Shape;1335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6" name="Google Shape;1336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337" name="Google Shape;1337;p78"/>
          <p:cNvSpPr txBox="1"/>
          <p:nvPr>
            <p:ph type="body" idx="4294967295"/>
          </p:nvPr>
        </p:nvSpPr>
        <p:spPr>
          <a:xfrm>
            <a:off x="2147242" y="2174715"/>
            <a:ext cx="545100" cy="1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338" name="Google Shape;1338;p78"/>
          <p:cNvSpPr txBox="1"/>
          <p:nvPr>
            <p:ph type="body" idx="4294967295"/>
          </p:nvPr>
        </p:nvSpPr>
        <p:spPr>
          <a:xfrm>
            <a:off x="2803430" y="2889250"/>
            <a:ext cx="545100" cy="1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 cm</a:t>
            </a:r>
            <a:endParaRPr sz="1600"/>
          </a:p>
        </p:txBody>
      </p:sp>
      <p:sp>
        <p:nvSpPr>
          <p:cNvPr id="1339" name="Google Shape;1339;p78"/>
          <p:cNvSpPr txBox="1"/>
          <p:nvPr>
            <p:ph type="body" idx="4294967295"/>
          </p:nvPr>
        </p:nvSpPr>
        <p:spPr>
          <a:xfrm>
            <a:off x="4174888" y="3098899"/>
            <a:ext cx="545400" cy="21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340" name="Google Shape;1340;p78"/>
          <p:cNvSpPr txBox="1"/>
          <p:nvPr>
            <p:ph type="body" idx="4294967295"/>
          </p:nvPr>
        </p:nvSpPr>
        <p:spPr>
          <a:xfrm>
            <a:off x="3666672" y="2288582"/>
            <a:ext cx="545400" cy="21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341" name="Google Shape;1341;p78"/>
          <p:cNvSpPr/>
          <p:nvPr/>
        </p:nvSpPr>
        <p:spPr>
          <a:xfrm rot="-4314586">
            <a:off x="4335292" y="2186651"/>
            <a:ext cx="835710" cy="1069373"/>
          </a:xfrm>
          <a:prstGeom prst="parallelogram">
            <a:avLst>
              <a:gd name="adj" fmla="val 21624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2" name="Google Shape;1342;p78"/>
          <p:cNvCxnSpPr/>
          <p:nvPr/>
        </p:nvCxnSpPr>
        <p:spPr>
          <a:xfrm rot="-469405">
            <a:off x="4156640" y="2811568"/>
            <a:ext cx="903611" cy="63500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343" name="Google Shape;1343;p78"/>
          <p:cNvCxnSpPr/>
          <p:nvPr/>
        </p:nvCxnSpPr>
        <p:spPr>
          <a:xfrm rot="6485721">
            <a:off x="3840783" y="2457173"/>
            <a:ext cx="672249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344" name="Google Shape;1344;p78"/>
          <p:cNvGrpSpPr/>
          <p:nvPr/>
        </p:nvGrpSpPr>
        <p:grpSpPr>
          <a:xfrm rot="-6094258">
            <a:off x="4283949" y="1118081"/>
            <a:ext cx="493871" cy="726057"/>
            <a:chOff x="7122015" y="3326798"/>
            <a:chExt cx="582371" cy="856164"/>
          </a:xfrm>
        </p:grpSpPr>
        <p:sp>
          <p:nvSpPr>
            <p:cNvPr id="1345" name="Google Shape;1345;p78"/>
            <p:cNvSpPr/>
            <p:nvPr/>
          </p:nvSpPr>
          <p:spPr>
            <a:xfrm>
              <a:off x="7215450" y="3450662"/>
              <a:ext cx="452700" cy="732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46" name="Google Shape;1346;p78"/>
            <p:cNvCxnSpPr/>
            <p:nvPr/>
          </p:nvCxnSpPr>
          <p:spPr>
            <a:xfrm flipH="1">
              <a:off x="7122015" y="3453471"/>
              <a:ext cx="0" cy="728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347" name="Google Shape;1347;p78"/>
            <p:cNvCxnSpPr/>
            <p:nvPr/>
          </p:nvCxnSpPr>
          <p:spPr>
            <a:xfrm rot="10800000">
              <a:off x="7242986" y="3326798"/>
              <a:ext cx="4614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348" name="Google Shape;1348;p78"/>
            <p:cNvGrpSpPr/>
            <p:nvPr/>
          </p:nvGrpSpPr>
          <p:grpSpPr>
            <a:xfrm>
              <a:off x="7219672" y="4092228"/>
              <a:ext cx="79341" cy="79341"/>
              <a:chOff x="2094050" y="1581258"/>
              <a:chExt cx="145500" cy="145500"/>
            </a:xfrm>
          </p:grpSpPr>
          <p:cxnSp>
            <p:nvCxnSpPr>
              <p:cNvPr id="1349" name="Google Shape;1349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0" name="Google Shape;1350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51" name="Google Shape;1351;p78"/>
            <p:cNvGrpSpPr/>
            <p:nvPr/>
          </p:nvGrpSpPr>
          <p:grpSpPr>
            <a:xfrm flipH="1">
              <a:off x="7587426" y="4092228"/>
              <a:ext cx="79341" cy="79341"/>
              <a:chOff x="2094050" y="1581258"/>
              <a:chExt cx="145500" cy="145500"/>
            </a:xfrm>
          </p:grpSpPr>
          <p:cxnSp>
            <p:nvCxnSpPr>
              <p:cNvPr id="1352" name="Google Shape;1352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3" name="Google Shape;1353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54" name="Google Shape;1354;p78"/>
            <p:cNvGrpSpPr/>
            <p:nvPr/>
          </p:nvGrpSpPr>
          <p:grpSpPr>
            <a:xfrm rot="10800000">
              <a:off x="7584335" y="3451758"/>
              <a:ext cx="79341" cy="79341"/>
              <a:chOff x="2094050" y="1581258"/>
              <a:chExt cx="145500" cy="145500"/>
            </a:xfrm>
          </p:grpSpPr>
          <p:cxnSp>
            <p:nvCxnSpPr>
              <p:cNvPr id="1355" name="Google Shape;1355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6" name="Google Shape;1356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357" name="Google Shape;1357;p78"/>
            <p:cNvGrpSpPr/>
            <p:nvPr/>
          </p:nvGrpSpPr>
          <p:grpSpPr>
            <a:xfrm rot="10800000" flipH="1">
              <a:off x="7212084" y="3451758"/>
              <a:ext cx="79341" cy="79341"/>
              <a:chOff x="2094050" y="1581258"/>
              <a:chExt cx="145500" cy="145500"/>
            </a:xfrm>
          </p:grpSpPr>
          <p:cxnSp>
            <p:nvCxnSpPr>
              <p:cNvPr id="1358" name="Google Shape;1358;p78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9" name="Google Shape;1359;p78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360" name="Google Shape;1360;p78"/>
          <p:cNvSpPr txBox="1"/>
          <p:nvPr>
            <p:ph type="body" idx="4294967295"/>
          </p:nvPr>
        </p:nvSpPr>
        <p:spPr>
          <a:xfrm rot="9465">
            <a:off x="4544569" y="1715274"/>
            <a:ext cx="544802" cy="12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 cm</a:t>
            </a:r>
            <a:endParaRPr sz="1600"/>
          </a:p>
        </p:txBody>
      </p:sp>
      <p:sp>
        <p:nvSpPr>
          <p:cNvPr id="1361" name="Google Shape;1361;p78"/>
          <p:cNvSpPr txBox="1"/>
          <p:nvPr>
            <p:ph type="body" idx="4294967295"/>
          </p:nvPr>
        </p:nvSpPr>
        <p:spPr>
          <a:xfrm rot="10698">
            <a:off x="3642722" y="1384924"/>
            <a:ext cx="578403" cy="12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 cm</a:t>
            </a:r>
            <a:endParaRPr sz="1600"/>
          </a:p>
        </p:txBody>
      </p:sp>
      <p:sp>
        <p:nvSpPr>
          <p:cNvPr id="1362" name="Google Shape;1362;p78"/>
          <p:cNvSpPr txBox="1"/>
          <p:nvPr>
            <p:ph type="body" idx="4294967295"/>
          </p:nvPr>
        </p:nvSpPr>
        <p:spPr>
          <a:xfrm>
            <a:off x="2939902" y="2104476"/>
            <a:ext cx="2307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B</a:t>
            </a:r>
            <a:endParaRPr sz="1900"/>
          </a:p>
        </p:txBody>
      </p:sp>
      <p:sp>
        <p:nvSpPr>
          <p:cNvPr id="1363" name="Google Shape;1363;p78"/>
          <p:cNvSpPr txBox="1"/>
          <p:nvPr>
            <p:ph type="body" idx="4294967295"/>
          </p:nvPr>
        </p:nvSpPr>
        <p:spPr>
          <a:xfrm>
            <a:off x="3549502" y="3886234"/>
            <a:ext cx="2307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F</a:t>
            </a:r>
            <a:endParaRPr sz="1900"/>
          </a:p>
        </p:txBody>
      </p:sp>
      <p:sp>
        <p:nvSpPr>
          <p:cNvPr id="1364" name="Google Shape;1364;p78"/>
          <p:cNvSpPr txBox="1"/>
          <p:nvPr>
            <p:ph type="body" idx="4294967295"/>
          </p:nvPr>
        </p:nvSpPr>
        <p:spPr>
          <a:xfrm>
            <a:off x="4503002" y="1285377"/>
            <a:ext cx="2307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C</a:t>
            </a:r>
            <a:endParaRPr sz="1900"/>
          </a:p>
        </p:txBody>
      </p:sp>
      <p:sp>
        <p:nvSpPr>
          <p:cNvPr id="1365" name="Google Shape;1365;p78"/>
          <p:cNvSpPr txBox="1"/>
          <p:nvPr>
            <p:ph type="body" idx="4294967295"/>
          </p:nvPr>
        </p:nvSpPr>
        <p:spPr>
          <a:xfrm>
            <a:off x="1378580" y="3649469"/>
            <a:ext cx="2307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E</a:t>
            </a:r>
            <a:endParaRPr sz="1900"/>
          </a:p>
        </p:txBody>
      </p:sp>
      <p:sp>
        <p:nvSpPr>
          <p:cNvPr id="1366" name="Google Shape;1366;p78"/>
          <p:cNvSpPr txBox="1"/>
          <p:nvPr>
            <p:ph type="body" idx="4294967295"/>
          </p:nvPr>
        </p:nvSpPr>
        <p:spPr>
          <a:xfrm>
            <a:off x="4641897" y="2563252"/>
            <a:ext cx="2307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D</a:t>
            </a:r>
            <a:endParaRPr sz="1900"/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70" name="Shape 1370"/>
        <p:cNvGrpSpPr/>
        <p:nvPr/>
      </p:nvGrpSpPr>
      <p:grpSpPr>
        <a:xfrm>
          <a:off x="0" y="0"/>
          <a:ext cx="0" cy="0"/>
        </a:xfrm>
      </p:grpSpPr>
      <p:sp>
        <p:nvSpPr>
          <p:cNvPr id="1371" name="Google Shape;1371;p79"/>
          <p:cNvSpPr txBox="1"/>
          <p:nvPr>
            <p:ph type="body" idx="1"/>
          </p:nvPr>
        </p:nvSpPr>
        <p:spPr>
          <a:xfrm>
            <a:off x="324000" y="669450"/>
            <a:ext cx="84960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91599" lvl="0" indent="-291599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2) The information describes five connected rectangles, with vertices at points A to L. 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LC is a horizontal line with</a:t>
            </a:r>
            <a:endParaRPr sz="1800"/>
          </a:p>
          <a:p>
            <a:pPr marL="45720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length 2 units.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Point F is below Point C and CF = 2LC.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LCFI is a rectangle.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KLIJ is congruent to LCFI.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ABCL is congruent to LCFI.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CDEF is similar to LCFI but</a:t>
            </a:r>
            <a:endParaRPr sz="1800"/>
          </a:p>
          <a:p>
            <a:pPr marL="45720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not congruent.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FGHI is similar to LCFI but</a:t>
            </a:r>
            <a:endParaRPr sz="1800"/>
          </a:p>
          <a:p>
            <a:pPr marL="45720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not congruent.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Use the information to plot points A to L </a:t>
            </a:r>
            <a:br>
              <a:rPr lang="en-GB" sz="1800"/>
            </a:br>
            <a:r>
              <a:rPr lang="en-GB" sz="1800"/>
              <a:t>on the grid and draw the five rectangles. </a:t>
            </a:r>
            <a:endParaRPr sz="1800"/>
          </a:p>
        </p:txBody>
      </p:sp>
      <p:sp>
        <p:nvSpPr>
          <p:cNvPr id="1372" name="Google Shape;1372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pic>
        <p:nvPicPr>
          <p:cNvPr id="1373" name="Google Shape;1373;p79"/>
          <p:cNvPicPr preferRelativeResize="0"/>
          <p:nvPr/>
        </p:nvPicPr>
        <p:blipFill>
          <a:blip r:embed="rId3">
            <a:alphaModFix/>
          </a:blip>
          <a:srcRect r="6076" b="40044"/>
          <a:stretch>
            <a:fillRect/>
          </a:stretch>
        </p:blipFill>
        <p:spPr>
          <a:xfrm>
            <a:off x="5066025" y="1146896"/>
            <a:ext cx="3753975" cy="3212373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79"/>
          <p:cNvSpPr txBox="1"/>
          <p:nvPr>
            <p:ph type="body" idx="1"/>
          </p:nvPr>
        </p:nvSpPr>
        <p:spPr>
          <a:xfrm>
            <a:off x="5558039" y="2339416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L</a:t>
            </a:r>
            <a:endParaRPr sz="1600"/>
          </a:p>
        </p:txBody>
      </p:sp>
      <p:sp>
        <p:nvSpPr>
          <p:cNvPr id="1375" name="Google Shape;1375;p79"/>
          <p:cNvSpPr txBox="1"/>
          <p:nvPr>
            <p:ph type="body" idx="1"/>
          </p:nvPr>
        </p:nvSpPr>
        <p:spPr>
          <a:xfrm>
            <a:off x="6307236" y="2351419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cxnSp>
        <p:nvCxnSpPr>
          <p:cNvPr id="1376" name="Google Shape;1376;p79"/>
          <p:cNvCxnSpPr/>
          <p:nvPr/>
        </p:nvCxnSpPr>
        <p:spPr>
          <a:xfrm>
            <a:off x="5704850" y="2593004"/>
            <a:ext cx="554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7" name="Google Shape;1377;p79"/>
          <p:cNvSpPr/>
          <p:nvPr/>
        </p:nvSpPr>
        <p:spPr>
          <a:xfrm>
            <a:off x="5670975" y="2545750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79"/>
          <p:cNvSpPr/>
          <p:nvPr/>
        </p:nvSpPr>
        <p:spPr>
          <a:xfrm>
            <a:off x="6218917" y="2545750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382" name="Shape 1382"/>
        <p:cNvGrpSpPr/>
        <p:nvPr/>
      </p:nvGrpSpPr>
      <p:grpSpPr>
        <a:xfrm>
          <a:off x="0" y="0"/>
          <a:ext cx="0" cy="0"/>
        </a:xfrm>
      </p:grpSpPr>
      <p:sp>
        <p:nvSpPr>
          <p:cNvPr id="1383" name="Google Shape;1383;p80"/>
          <p:cNvSpPr/>
          <p:nvPr/>
        </p:nvSpPr>
        <p:spPr>
          <a:xfrm>
            <a:off x="5669733" y="1716557"/>
            <a:ext cx="3019500" cy="19329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0"/>
          <p:cNvSpPr txBox="1"/>
          <p:nvPr>
            <p:ph type="body" idx="1"/>
          </p:nvPr>
        </p:nvSpPr>
        <p:spPr>
          <a:xfrm>
            <a:off x="324000" y="759300"/>
            <a:ext cx="78891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66400" lvl="0" indent="-26640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Compare each shape with Shape A and write the letters B to F in the Venn diagram.</a:t>
            </a:r>
            <a:endParaRPr sz="1800"/>
          </a:p>
        </p:txBody>
      </p:sp>
      <p:sp>
        <p:nvSpPr>
          <p:cNvPr id="1385" name="Google Shape;1385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1386" name="Google Shape;1386;p80"/>
          <p:cNvSpPr/>
          <p:nvPr/>
        </p:nvSpPr>
        <p:spPr>
          <a:xfrm>
            <a:off x="6007601" y="1815328"/>
            <a:ext cx="1876500" cy="17565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0"/>
          <p:cNvSpPr/>
          <p:nvPr/>
        </p:nvSpPr>
        <p:spPr>
          <a:xfrm>
            <a:off x="6039933" y="2192073"/>
            <a:ext cx="1071600" cy="1002900"/>
          </a:xfrm>
          <a:prstGeom prst="ellipse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80"/>
          <p:cNvSpPr txBox="1"/>
          <p:nvPr>
            <p:ph type="body" idx="4294967295"/>
          </p:nvPr>
        </p:nvSpPr>
        <p:spPr>
          <a:xfrm>
            <a:off x="5450852" y="1346850"/>
            <a:ext cx="1578300" cy="22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congruent to A</a:t>
            </a:r>
            <a:endParaRPr sz="1600"/>
          </a:p>
        </p:txBody>
      </p:sp>
      <p:sp>
        <p:nvSpPr>
          <p:cNvPr id="1389" name="Google Shape;1389;p80"/>
          <p:cNvSpPr txBox="1"/>
          <p:nvPr>
            <p:ph type="body" idx="4294967295"/>
          </p:nvPr>
        </p:nvSpPr>
        <p:spPr>
          <a:xfrm>
            <a:off x="7439906" y="1364200"/>
            <a:ext cx="1148700" cy="22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similar to A</a:t>
            </a:r>
            <a:endParaRPr sz="1600"/>
          </a:p>
        </p:txBody>
      </p:sp>
      <p:sp>
        <p:nvSpPr>
          <p:cNvPr id="1390" name="Google Shape;1390;p80"/>
          <p:cNvSpPr txBox="1"/>
          <p:nvPr>
            <p:ph type="body" idx="4294967295"/>
          </p:nvPr>
        </p:nvSpPr>
        <p:spPr>
          <a:xfrm>
            <a:off x="7317000" y="3766800"/>
            <a:ext cx="1578300" cy="100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neither congruent nor similar to A</a:t>
            </a:r>
            <a:endParaRPr sz="1600"/>
          </a:p>
        </p:txBody>
      </p:sp>
      <p:cxnSp>
        <p:nvCxnSpPr>
          <p:cNvPr id="1391" name="Google Shape;1391;p80"/>
          <p:cNvCxnSpPr>
            <a:stCxn id="1388" idx="2"/>
          </p:cNvCxnSpPr>
          <p:nvPr/>
        </p:nvCxnSpPr>
        <p:spPr>
          <a:xfrm>
            <a:off x="6240002" y="1573050"/>
            <a:ext cx="230700" cy="864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2" name="Google Shape;1392;p80"/>
          <p:cNvCxnSpPr/>
          <p:nvPr/>
        </p:nvCxnSpPr>
        <p:spPr>
          <a:xfrm flipH="1">
            <a:off x="7289900" y="1605425"/>
            <a:ext cx="276300" cy="443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93" name="Google Shape;1393;p80"/>
          <p:cNvGrpSpPr/>
          <p:nvPr/>
        </p:nvGrpSpPr>
        <p:grpSpPr>
          <a:xfrm>
            <a:off x="868120" y="1477529"/>
            <a:ext cx="770726" cy="1186277"/>
            <a:chOff x="836175" y="1436571"/>
            <a:chExt cx="908875" cy="1398912"/>
          </a:xfrm>
        </p:grpSpPr>
        <p:sp>
          <p:nvSpPr>
            <p:cNvPr id="1394" name="Google Shape;1394;p8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solidFill>
              <a:srgbClr val="F3EEFB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95" name="Google Shape;1395;p80"/>
            <p:cNvCxnSpPr/>
            <p:nvPr/>
          </p:nvCxnSpPr>
          <p:spPr>
            <a:xfrm flipH="1">
              <a:off x="836175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396" name="Google Shape;1396;p80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397" name="Google Shape;1397;p80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398" name="Google Shape;1398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9" name="Google Shape;1399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00" name="Google Shape;1400;p80"/>
            <p:cNvGrpSpPr/>
            <p:nvPr/>
          </p:nvGrpSpPr>
          <p:grpSpPr>
            <a:xfrm flipH="1">
              <a:off x="1616449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401" name="Google Shape;1401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2" name="Google Shape;1402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03" name="Google Shape;1403;p80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404" name="Google Shape;1404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5" name="Google Shape;1405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06" name="Google Shape;1406;p80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407" name="Google Shape;1407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8" name="Google Shape;1408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09" name="Google Shape;1409;p80"/>
          <p:cNvSpPr txBox="1"/>
          <p:nvPr>
            <p:ph type="body" idx="4294967295"/>
          </p:nvPr>
        </p:nvSpPr>
        <p:spPr>
          <a:xfrm>
            <a:off x="378975" y="1913350"/>
            <a:ext cx="4893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410" name="Google Shape;1410;p80"/>
          <p:cNvSpPr txBox="1"/>
          <p:nvPr>
            <p:ph type="body" idx="4294967295"/>
          </p:nvPr>
        </p:nvSpPr>
        <p:spPr>
          <a:xfrm>
            <a:off x="1073289" y="2691562"/>
            <a:ext cx="5451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411" name="Google Shape;1411;p80"/>
          <p:cNvSpPr txBox="1"/>
          <p:nvPr>
            <p:ph type="body" idx="4294967295"/>
          </p:nvPr>
        </p:nvSpPr>
        <p:spPr>
          <a:xfrm>
            <a:off x="1214888" y="1887150"/>
            <a:ext cx="1632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A</a:t>
            </a:r>
            <a:endParaRPr sz="1900"/>
          </a:p>
        </p:txBody>
      </p:sp>
      <p:grpSp>
        <p:nvGrpSpPr>
          <p:cNvPr id="1412" name="Google Shape;1412;p80"/>
          <p:cNvGrpSpPr/>
          <p:nvPr/>
        </p:nvGrpSpPr>
        <p:grpSpPr>
          <a:xfrm rot="3086363">
            <a:off x="997639" y="3217639"/>
            <a:ext cx="779876" cy="1197227"/>
            <a:chOff x="825395" y="1423674"/>
            <a:chExt cx="919655" cy="1411809"/>
          </a:xfrm>
        </p:grpSpPr>
        <p:sp>
          <p:nvSpPr>
            <p:cNvPr id="1413" name="Google Shape;1413;p8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14" name="Google Shape;1414;p80"/>
            <p:cNvCxnSpPr/>
            <p:nvPr/>
          </p:nvCxnSpPr>
          <p:spPr>
            <a:xfrm flipH="1">
              <a:off x="825395" y="1423674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15" name="Google Shape;1415;p80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416" name="Google Shape;1416;p80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417" name="Google Shape;1417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8" name="Google Shape;1418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19" name="Google Shape;1419;p80"/>
            <p:cNvGrpSpPr/>
            <p:nvPr/>
          </p:nvGrpSpPr>
          <p:grpSpPr>
            <a:xfrm flipH="1">
              <a:off x="1616449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420" name="Google Shape;1420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1" name="Google Shape;1421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22" name="Google Shape;1422;p80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423" name="Google Shape;1423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4" name="Google Shape;1424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25" name="Google Shape;1425;p80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426" name="Google Shape;1426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7" name="Google Shape;1427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28" name="Google Shape;1428;p80"/>
          <p:cNvSpPr txBox="1"/>
          <p:nvPr>
            <p:ph type="body" idx="4294967295"/>
          </p:nvPr>
        </p:nvSpPr>
        <p:spPr>
          <a:xfrm>
            <a:off x="728835" y="3229561"/>
            <a:ext cx="5451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429" name="Google Shape;1429;p80"/>
          <p:cNvSpPr txBox="1"/>
          <p:nvPr>
            <p:ph type="body" idx="4294967295"/>
          </p:nvPr>
        </p:nvSpPr>
        <p:spPr>
          <a:xfrm>
            <a:off x="376279" y="4201020"/>
            <a:ext cx="5781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grpSp>
        <p:nvGrpSpPr>
          <p:cNvPr id="1430" name="Google Shape;1430;p80"/>
          <p:cNvGrpSpPr/>
          <p:nvPr/>
        </p:nvGrpSpPr>
        <p:grpSpPr>
          <a:xfrm rot="-5400000">
            <a:off x="3027322" y="3221429"/>
            <a:ext cx="1108791" cy="1731595"/>
            <a:chOff x="878672" y="1347086"/>
            <a:chExt cx="866378" cy="1352914"/>
          </a:xfrm>
        </p:grpSpPr>
        <p:sp>
          <p:nvSpPr>
            <p:cNvPr id="1431" name="Google Shape;1431;p8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32" name="Google Shape;1432;p80"/>
            <p:cNvCxnSpPr/>
            <p:nvPr/>
          </p:nvCxnSpPr>
          <p:spPr>
            <a:xfrm flipH="1">
              <a:off x="878672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33" name="Google Shape;1433;p80"/>
            <p:cNvCxnSpPr/>
            <p:nvPr/>
          </p:nvCxnSpPr>
          <p:spPr>
            <a:xfrm rot="10800000">
              <a:off x="952150" y="1347086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434" name="Google Shape;1434;p80"/>
            <p:cNvGrpSpPr/>
            <p:nvPr/>
          </p:nvGrpSpPr>
          <p:grpSpPr>
            <a:xfrm>
              <a:off x="963306" y="2578945"/>
              <a:ext cx="113825" cy="113825"/>
              <a:chOff x="2094050" y="1587416"/>
              <a:chExt cx="145500" cy="145500"/>
            </a:xfrm>
          </p:grpSpPr>
          <p:cxnSp>
            <p:nvCxnSpPr>
              <p:cNvPr id="1435" name="Google Shape;1435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6" name="Google Shape;1436;p80"/>
              <p:cNvCxnSpPr/>
              <p:nvPr/>
            </p:nvCxnSpPr>
            <p:spPr>
              <a:xfrm rot="5400000">
                <a:off x="2155708" y="1660166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37" name="Google Shape;1437;p80"/>
            <p:cNvGrpSpPr/>
            <p:nvPr/>
          </p:nvGrpSpPr>
          <p:grpSpPr>
            <a:xfrm flipH="1">
              <a:off x="1616449" y="2578945"/>
              <a:ext cx="113825" cy="113825"/>
              <a:chOff x="2094050" y="1587416"/>
              <a:chExt cx="145500" cy="145500"/>
            </a:xfrm>
          </p:grpSpPr>
          <p:cxnSp>
            <p:nvCxnSpPr>
              <p:cNvPr id="1438" name="Google Shape;1438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9" name="Google Shape;1439;p80"/>
              <p:cNvCxnSpPr/>
              <p:nvPr/>
            </p:nvCxnSpPr>
            <p:spPr>
              <a:xfrm rot="5400000">
                <a:off x="2155708" y="1660166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40" name="Google Shape;1440;p80"/>
            <p:cNvGrpSpPr/>
            <p:nvPr/>
          </p:nvGrpSpPr>
          <p:grpSpPr>
            <a:xfrm rot="10800000">
              <a:off x="1626709" y="1436571"/>
              <a:ext cx="113825" cy="113825"/>
              <a:chOff x="2087892" y="1581258"/>
              <a:chExt cx="145500" cy="145500"/>
            </a:xfrm>
          </p:grpSpPr>
          <p:cxnSp>
            <p:nvCxnSpPr>
              <p:cNvPr id="1441" name="Google Shape;1441;p80"/>
              <p:cNvCxnSpPr/>
              <p:nvPr/>
            </p:nvCxnSpPr>
            <p:spPr>
              <a:xfrm>
                <a:off x="208789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2" name="Google Shape;1442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43" name="Google Shape;1443;p80"/>
            <p:cNvGrpSpPr/>
            <p:nvPr/>
          </p:nvGrpSpPr>
          <p:grpSpPr>
            <a:xfrm rot="10800000" flipH="1">
              <a:off x="947602" y="1436571"/>
              <a:ext cx="113825" cy="113825"/>
              <a:chOff x="2087892" y="1581258"/>
              <a:chExt cx="145500" cy="145500"/>
            </a:xfrm>
          </p:grpSpPr>
          <p:cxnSp>
            <p:nvCxnSpPr>
              <p:cNvPr id="1444" name="Google Shape;1444;p80"/>
              <p:cNvCxnSpPr/>
              <p:nvPr/>
            </p:nvCxnSpPr>
            <p:spPr>
              <a:xfrm>
                <a:off x="208789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5" name="Google Shape;1445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46" name="Google Shape;1446;p80"/>
          <p:cNvSpPr txBox="1"/>
          <p:nvPr>
            <p:ph type="body" idx="4294967295"/>
          </p:nvPr>
        </p:nvSpPr>
        <p:spPr>
          <a:xfrm>
            <a:off x="3427490" y="4610200"/>
            <a:ext cx="5781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9 cm</a:t>
            </a:r>
            <a:endParaRPr sz="1600"/>
          </a:p>
        </p:txBody>
      </p:sp>
      <p:sp>
        <p:nvSpPr>
          <p:cNvPr id="1447" name="Google Shape;1447;p80"/>
          <p:cNvSpPr txBox="1"/>
          <p:nvPr>
            <p:ph type="body" idx="4294967295"/>
          </p:nvPr>
        </p:nvSpPr>
        <p:spPr>
          <a:xfrm>
            <a:off x="2211654" y="3951641"/>
            <a:ext cx="578100" cy="2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grpSp>
        <p:nvGrpSpPr>
          <p:cNvPr id="1448" name="Google Shape;1448;p80"/>
          <p:cNvGrpSpPr/>
          <p:nvPr/>
        </p:nvGrpSpPr>
        <p:grpSpPr>
          <a:xfrm>
            <a:off x="2661664" y="1785346"/>
            <a:ext cx="629305" cy="1059396"/>
            <a:chOff x="836175" y="1436571"/>
            <a:chExt cx="908875" cy="1398912"/>
          </a:xfrm>
        </p:grpSpPr>
        <p:sp>
          <p:nvSpPr>
            <p:cNvPr id="1449" name="Google Shape;1449;p80"/>
            <p:cNvSpPr/>
            <p:nvPr/>
          </p:nvSpPr>
          <p:spPr>
            <a:xfrm>
              <a:off x="952500" y="1442100"/>
              <a:ext cx="777900" cy="12579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50" name="Google Shape;1450;p80"/>
            <p:cNvCxnSpPr/>
            <p:nvPr/>
          </p:nvCxnSpPr>
          <p:spPr>
            <a:xfrm flipH="1">
              <a:off x="836175" y="1446925"/>
              <a:ext cx="0" cy="1250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51" name="Google Shape;1451;p80"/>
            <p:cNvCxnSpPr/>
            <p:nvPr/>
          </p:nvCxnSpPr>
          <p:spPr>
            <a:xfrm rot="10800000">
              <a:off x="952150" y="2835483"/>
              <a:ext cx="792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452" name="Google Shape;1452;p80"/>
            <p:cNvGrpSpPr/>
            <p:nvPr/>
          </p:nvGrpSpPr>
          <p:grpSpPr>
            <a:xfrm>
              <a:off x="963306" y="2574128"/>
              <a:ext cx="113825" cy="113825"/>
              <a:chOff x="2094050" y="1581258"/>
              <a:chExt cx="145500" cy="145500"/>
            </a:xfrm>
          </p:grpSpPr>
          <p:cxnSp>
            <p:nvCxnSpPr>
              <p:cNvPr id="1453" name="Google Shape;1453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4" name="Google Shape;1454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55" name="Google Shape;1455;p80"/>
            <p:cNvGrpSpPr/>
            <p:nvPr/>
          </p:nvGrpSpPr>
          <p:grpSpPr>
            <a:xfrm flipH="1">
              <a:off x="1606504" y="2574128"/>
              <a:ext cx="113825" cy="113825"/>
              <a:chOff x="2106762" y="1581258"/>
              <a:chExt cx="145500" cy="145500"/>
            </a:xfrm>
          </p:grpSpPr>
          <p:cxnSp>
            <p:nvCxnSpPr>
              <p:cNvPr id="1456" name="Google Shape;1456;p80"/>
              <p:cNvCxnSpPr/>
              <p:nvPr/>
            </p:nvCxnSpPr>
            <p:spPr>
              <a:xfrm>
                <a:off x="2106762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7" name="Google Shape;1457;p80"/>
              <p:cNvCxnSpPr/>
              <p:nvPr/>
            </p:nvCxnSpPr>
            <p:spPr>
              <a:xfrm rot="5400000">
                <a:off x="2168420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58" name="Google Shape;1458;p80"/>
            <p:cNvGrpSpPr/>
            <p:nvPr/>
          </p:nvGrpSpPr>
          <p:grpSpPr>
            <a:xfrm rot="10800000">
              <a:off x="1621891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459" name="Google Shape;1459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0" name="Google Shape;1460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61" name="Google Shape;1461;p80"/>
            <p:cNvGrpSpPr/>
            <p:nvPr/>
          </p:nvGrpSpPr>
          <p:grpSpPr>
            <a:xfrm rot="10800000" flipH="1">
              <a:off x="952420" y="1436571"/>
              <a:ext cx="113825" cy="113825"/>
              <a:chOff x="2094050" y="1581258"/>
              <a:chExt cx="145500" cy="145500"/>
            </a:xfrm>
          </p:grpSpPr>
          <p:cxnSp>
            <p:nvCxnSpPr>
              <p:cNvPr id="1462" name="Google Shape;1462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3" name="Google Shape;1463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64" name="Google Shape;1464;p80"/>
          <p:cNvSpPr txBox="1"/>
          <p:nvPr>
            <p:ph type="body" idx="4294967295"/>
          </p:nvPr>
        </p:nvSpPr>
        <p:spPr>
          <a:xfrm>
            <a:off x="2147242" y="2174715"/>
            <a:ext cx="545100" cy="1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cm</a:t>
            </a:r>
            <a:endParaRPr sz="1600"/>
          </a:p>
        </p:txBody>
      </p:sp>
      <p:sp>
        <p:nvSpPr>
          <p:cNvPr id="1465" name="Google Shape;1465;p80"/>
          <p:cNvSpPr txBox="1"/>
          <p:nvPr>
            <p:ph type="body" idx="4294967295"/>
          </p:nvPr>
        </p:nvSpPr>
        <p:spPr>
          <a:xfrm>
            <a:off x="2803430" y="2889250"/>
            <a:ext cx="545100" cy="1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 cm</a:t>
            </a:r>
            <a:endParaRPr sz="1600"/>
          </a:p>
        </p:txBody>
      </p:sp>
      <p:sp>
        <p:nvSpPr>
          <p:cNvPr id="1466" name="Google Shape;1466;p80"/>
          <p:cNvSpPr txBox="1"/>
          <p:nvPr>
            <p:ph type="body" idx="4294967295"/>
          </p:nvPr>
        </p:nvSpPr>
        <p:spPr>
          <a:xfrm>
            <a:off x="4174888" y="3098899"/>
            <a:ext cx="545400" cy="21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cm</a:t>
            </a:r>
            <a:endParaRPr sz="1600"/>
          </a:p>
        </p:txBody>
      </p:sp>
      <p:sp>
        <p:nvSpPr>
          <p:cNvPr id="1467" name="Google Shape;1467;p80"/>
          <p:cNvSpPr txBox="1"/>
          <p:nvPr>
            <p:ph type="body" idx="4294967295"/>
          </p:nvPr>
        </p:nvSpPr>
        <p:spPr>
          <a:xfrm>
            <a:off x="3666672" y="2288582"/>
            <a:ext cx="545400" cy="21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cm</a:t>
            </a:r>
            <a:endParaRPr sz="1600"/>
          </a:p>
        </p:txBody>
      </p:sp>
      <p:sp>
        <p:nvSpPr>
          <p:cNvPr id="1468" name="Google Shape;1468;p80"/>
          <p:cNvSpPr/>
          <p:nvPr/>
        </p:nvSpPr>
        <p:spPr>
          <a:xfrm rot="-4314586">
            <a:off x="4335292" y="2186651"/>
            <a:ext cx="835710" cy="1069373"/>
          </a:xfrm>
          <a:prstGeom prst="parallelogram">
            <a:avLst>
              <a:gd name="adj" fmla="val 21624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9" name="Google Shape;1469;p80"/>
          <p:cNvCxnSpPr/>
          <p:nvPr/>
        </p:nvCxnSpPr>
        <p:spPr>
          <a:xfrm rot="-469405">
            <a:off x="4156640" y="2811568"/>
            <a:ext cx="903611" cy="63500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70" name="Google Shape;1470;p80"/>
          <p:cNvCxnSpPr/>
          <p:nvPr/>
        </p:nvCxnSpPr>
        <p:spPr>
          <a:xfrm rot="6485721">
            <a:off x="3840783" y="2457173"/>
            <a:ext cx="672249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471" name="Google Shape;1471;p80"/>
          <p:cNvGrpSpPr/>
          <p:nvPr/>
        </p:nvGrpSpPr>
        <p:grpSpPr>
          <a:xfrm rot="-6094258">
            <a:off x="4283949" y="1118081"/>
            <a:ext cx="493871" cy="726057"/>
            <a:chOff x="7122015" y="3326798"/>
            <a:chExt cx="582371" cy="856164"/>
          </a:xfrm>
        </p:grpSpPr>
        <p:sp>
          <p:nvSpPr>
            <p:cNvPr id="1472" name="Google Shape;1472;p80"/>
            <p:cNvSpPr/>
            <p:nvPr/>
          </p:nvSpPr>
          <p:spPr>
            <a:xfrm>
              <a:off x="7215450" y="3450662"/>
              <a:ext cx="452700" cy="732300"/>
            </a:xfrm>
            <a:prstGeom prst="rect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73" name="Google Shape;1473;p80"/>
            <p:cNvCxnSpPr/>
            <p:nvPr/>
          </p:nvCxnSpPr>
          <p:spPr>
            <a:xfrm flipH="1">
              <a:off x="7122015" y="3453471"/>
              <a:ext cx="0" cy="728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474" name="Google Shape;1474;p80"/>
            <p:cNvCxnSpPr/>
            <p:nvPr/>
          </p:nvCxnSpPr>
          <p:spPr>
            <a:xfrm rot="10800000">
              <a:off x="7242986" y="3326798"/>
              <a:ext cx="4614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grpSp>
          <p:nvGrpSpPr>
            <p:cNvPr id="1475" name="Google Shape;1475;p80"/>
            <p:cNvGrpSpPr/>
            <p:nvPr/>
          </p:nvGrpSpPr>
          <p:grpSpPr>
            <a:xfrm>
              <a:off x="7219672" y="4092228"/>
              <a:ext cx="79341" cy="79341"/>
              <a:chOff x="2094050" y="1581258"/>
              <a:chExt cx="145500" cy="145500"/>
            </a:xfrm>
          </p:grpSpPr>
          <p:cxnSp>
            <p:nvCxnSpPr>
              <p:cNvPr id="1476" name="Google Shape;1476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77" name="Google Shape;1477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78" name="Google Shape;1478;p80"/>
            <p:cNvGrpSpPr/>
            <p:nvPr/>
          </p:nvGrpSpPr>
          <p:grpSpPr>
            <a:xfrm flipH="1">
              <a:off x="7587426" y="4092228"/>
              <a:ext cx="79341" cy="79341"/>
              <a:chOff x="2094050" y="1581258"/>
              <a:chExt cx="145500" cy="145500"/>
            </a:xfrm>
          </p:grpSpPr>
          <p:cxnSp>
            <p:nvCxnSpPr>
              <p:cNvPr id="1479" name="Google Shape;1479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0" name="Google Shape;1480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81" name="Google Shape;1481;p80"/>
            <p:cNvGrpSpPr/>
            <p:nvPr/>
          </p:nvGrpSpPr>
          <p:grpSpPr>
            <a:xfrm rot="10800000">
              <a:off x="7584335" y="3451758"/>
              <a:ext cx="79341" cy="79341"/>
              <a:chOff x="2094050" y="1581258"/>
              <a:chExt cx="145500" cy="145500"/>
            </a:xfrm>
          </p:grpSpPr>
          <p:cxnSp>
            <p:nvCxnSpPr>
              <p:cNvPr id="1482" name="Google Shape;1482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3" name="Google Shape;1483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84" name="Google Shape;1484;p80"/>
            <p:cNvGrpSpPr/>
            <p:nvPr/>
          </p:nvGrpSpPr>
          <p:grpSpPr>
            <a:xfrm rot="10800000" flipH="1">
              <a:off x="7212084" y="3451758"/>
              <a:ext cx="79341" cy="79341"/>
              <a:chOff x="2094050" y="1581258"/>
              <a:chExt cx="145500" cy="145500"/>
            </a:xfrm>
          </p:grpSpPr>
          <p:cxnSp>
            <p:nvCxnSpPr>
              <p:cNvPr id="1485" name="Google Shape;1485;p80"/>
              <p:cNvCxnSpPr/>
              <p:nvPr/>
            </p:nvCxnSpPr>
            <p:spPr>
              <a:xfrm>
                <a:off x="2094050" y="1592350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6" name="Google Shape;1486;p80"/>
              <p:cNvCxnSpPr/>
              <p:nvPr/>
            </p:nvCxnSpPr>
            <p:spPr>
              <a:xfrm rot="5400000">
                <a:off x="2155708" y="1654008"/>
                <a:ext cx="145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87" name="Google Shape;1487;p80"/>
          <p:cNvSpPr txBox="1"/>
          <p:nvPr>
            <p:ph type="body" idx="4294967295"/>
          </p:nvPr>
        </p:nvSpPr>
        <p:spPr>
          <a:xfrm rot="9465">
            <a:off x="4544569" y="1715274"/>
            <a:ext cx="544802" cy="12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 cm</a:t>
            </a:r>
            <a:endParaRPr sz="1600"/>
          </a:p>
        </p:txBody>
      </p:sp>
      <p:sp>
        <p:nvSpPr>
          <p:cNvPr id="1488" name="Google Shape;1488;p80"/>
          <p:cNvSpPr txBox="1"/>
          <p:nvPr>
            <p:ph type="body" idx="4294967295"/>
          </p:nvPr>
        </p:nvSpPr>
        <p:spPr>
          <a:xfrm rot="10698">
            <a:off x="3642722" y="1384924"/>
            <a:ext cx="578403" cy="12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 cm</a:t>
            </a:r>
            <a:endParaRPr sz="1600"/>
          </a:p>
        </p:txBody>
      </p:sp>
      <p:sp>
        <p:nvSpPr>
          <p:cNvPr id="1489" name="Google Shape;1489;p80"/>
          <p:cNvSpPr txBox="1"/>
          <p:nvPr>
            <p:ph type="body" idx="4294967295"/>
          </p:nvPr>
        </p:nvSpPr>
        <p:spPr>
          <a:xfrm>
            <a:off x="2921552" y="2136926"/>
            <a:ext cx="2307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B</a:t>
            </a:r>
            <a:endParaRPr sz="1900"/>
          </a:p>
        </p:txBody>
      </p:sp>
      <p:sp>
        <p:nvSpPr>
          <p:cNvPr id="1490" name="Google Shape;1490;p80"/>
          <p:cNvSpPr txBox="1"/>
          <p:nvPr>
            <p:ph type="body" idx="4294967295"/>
          </p:nvPr>
        </p:nvSpPr>
        <p:spPr>
          <a:xfrm>
            <a:off x="3549502" y="3886234"/>
            <a:ext cx="2307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F</a:t>
            </a:r>
            <a:endParaRPr sz="1900"/>
          </a:p>
        </p:txBody>
      </p:sp>
      <p:sp>
        <p:nvSpPr>
          <p:cNvPr id="1491" name="Google Shape;1491;p80"/>
          <p:cNvSpPr txBox="1"/>
          <p:nvPr>
            <p:ph type="body" idx="4294967295"/>
          </p:nvPr>
        </p:nvSpPr>
        <p:spPr>
          <a:xfrm>
            <a:off x="4503002" y="1285377"/>
            <a:ext cx="2307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C</a:t>
            </a:r>
            <a:endParaRPr sz="1900"/>
          </a:p>
        </p:txBody>
      </p:sp>
      <p:sp>
        <p:nvSpPr>
          <p:cNvPr id="1492" name="Google Shape;1492;p80"/>
          <p:cNvSpPr txBox="1"/>
          <p:nvPr>
            <p:ph type="body" idx="4294967295"/>
          </p:nvPr>
        </p:nvSpPr>
        <p:spPr>
          <a:xfrm>
            <a:off x="1378580" y="3649469"/>
            <a:ext cx="2307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E</a:t>
            </a:r>
            <a:endParaRPr sz="1900"/>
          </a:p>
        </p:txBody>
      </p:sp>
      <p:sp>
        <p:nvSpPr>
          <p:cNvPr id="1493" name="Google Shape;1493;p80"/>
          <p:cNvSpPr txBox="1"/>
          <p:nvPr>
            <p:ph type="body" idx="4294967295"/>
          </p:nvPr>
        </p:nvSpPr>
        <p:spPr>
          <a:xfrm>
            <a:off x="4641897" y="2563252"/>
            <a:ext cx="2307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D</a:t>
            </a:r>
            <a:endParaRPr sz="1900"/>
          </a:p>
        </p:txBody>
      </p:sp>
      <p:sp>
        <p:nvSpPr>
          <p:cNvPr id="1494" name="Google Shape;1494;p80"/>
          <p:cNvSpPr txBox="1"/>
          <p:nvPr>
            <p:ph type="body" idx="4294967295"/>
          </p:nvPr>
        </p:nvSpPr>
        <p:spPr>
          <a:xfrm>
            <a:off x="8244531" y="2115750"/>
            <a:ext cx="1632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5" name="Google Shape;1495;p80"/>
          <p:cNvSpPr txBox="1"/>
          <p:nvPr>
            <p:ph type="body" idx="4294967295"/>
          </p:nvPr>
        </p:nvSpPr>
        <p:spPr>
          <a:xfrm>
            <a:off x="7406331" y="2344350"/>
            <a:ext cx="1632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6" name="Google Shape;1496;p80"/>
          <p:cNvSpPr txBox="1"/>
          <p:nvPr>
            <p:ph type="body" idx="4294967295"/>
          </p:nvPr>
        </p:nvSpPr>
        <p:spPr>
          <a:xfrm>
            <a:off x="8244531" y="2649150"/>
            <a:ext cx="1632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7" name="Google Shape;1497;p80"/>
          <p:cNvSpPr txBox="1"/>
          <p:nvPr>
            <p:ph type="body" idx="4294967295"/>
          </p:nvPr>
        </p:nvSpPr>
        <p:spPr>
          <a:xfrm>
            <a:off x="6491931" y="2572950"/>
            <a:ext cx="1632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8" name="Google Shape;1498;p80"/>
          <p:cNvSpPr txBox="1"/>
          <p:nvPr>
            <p:ph type="body" idx="4294967295"/>
          </p:nvPr>
        </p:nvSpPr>
        <p:spPr>
          <a:xfrm>
            <a:off x="7406331" y="2801550"/>
            <a:ext cx="163200" cy="27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99" name="Google Shape;1499;p80"/>
          <p:cNvCxnSpPr/>
          <p:nvPr/>
        </p:nvCxnSpPr>
        <p:spPr>
          <a:xfrm flipH="1">
            <a:off x="7720325" y="3492500"/>
            <a:ext cx="353400" cy="282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03" name="Shape 1503"/>
        <p:cNvGrpSpPr/>
        <p:nvPr/>
      </p:nvGrpSpPr>
      <p:grpSpPr>
        <a:xfrm>
          <a:off x="0" y="0"/>
          <a:ext cx="0" cy="0"/>
        </a:xfrm>
      </p:grpSpPr>
      <p:sp>
        <p:nvSpPr>
          <p:cNvPr id="1504" name="Google Shape;1504;p81"/>
          <p:cNvSpPr txBox="1"/>
          <p:nvPr>
            <p:ph type="body" idx="1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2) The information describes five connected rectangles, with vertices at points A to L. </a:t>
            </a: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LC is a horizontal line with length 2 units.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Point F is below Point C and CF = 2LC.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LCFI is a rectangle.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KLIJ is congruent to LCFI.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ABCL is congruent to LCFI.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CDEF is similar to LCFI but not congruent.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FGHI is similar to LCFI but not congruent.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Use the information to plot points A to L </a:t>
            </a:r>
            <a:br>
              <a:rPr lang="en-GB" sz="1600"/>
            </a:br>
            <a:r>
              <a:rPr lang="en-GB" sz="1600"/>
              <a:t>on the grid and draw the five rectangles. </a:t>
            </a:r>
            <a:endParaRPr sz="1600"/>
          </a:p>
        </p:txBody>
      </p:sp>
      <p:sp>
        <p:nvSpPr>
          <p:cNvPr id="1505" name="Google Shape;1505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pic>
        <p:nvPicPr>
          <p:cNvPr id="1506" name="Google Shape;1506;p81"/>
          <p:cNvPicPr preferRelativeResize="0"/>
          <p:nvPr/>
        </p:nvPicPr>
        <p:blipFill>
          <a:blip r:embed="rId3">
            <a:alphaModFix/>
          </a:blip>
          <a:srcRect r="6076" b="40044"/>
          <a:stretch>
            <a:fillRect/>
          </a:stretch>
        </p:blipFill>
        <p:spPr>
          <a:xfrm>
            <a:off x="5066025" y="1146896"/>
            <a:ext cx="3753975" cy="3212373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81"/>
          <p:cNvSpPr/>
          <p:nvPr/>
        </p:nvSpPr>
        <p:spPr>
          <a:xfrm>
            <a:off x="5725919" y="1509079"/>
            <a:ext cx="527700" cy="10866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81"/>
          <p:cNvSpPr/>
          <p:nvPr/>
        </p:nvSpPr>
        <p:spPr>
          <a:xfrm>
            <a:off x="5725919" y="2594793"/>
            <a:ext cx="527700" cy="10866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81"/>
          <p:cNvSpPr/>
          <p:nvPr/>
        </p:nvSpPr>
        <p:spPr>
          <a:xfrm>
            <a:off x="5189064" y="2594793"/>
            <a:ext cx="527700" cy="10866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81"/>
          <p:cNvSpPr/>
          <p:nvPr/>
        </p:nvSpPr>
        <p:spPr>
          <a:xfrm>
            <a:off x="6264419" y="2594805"/>
            <a:ext cx="2183100" cy="10866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81"/>
          <p:cNvSpPr/>
          <p:nvPr/>
        </p:nvSpPr>
        <p:spPr>
          <a:xfrm>
            <a:off x="5725913" y="3681418"/>
            <a:ext cx="527700" cy="2640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81"/>
          <p:cNvSpPr txBox="1"/>
          <p:nvPr>
            <p:ph type="body" idx="1"/>
          </p:nvPr>
        </p:nvSpPr>
        <p:spPr>
          <a:xfrm>
            <a:off x="5558039" y="2339416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L</a:t>
            </a:r>
            <a:endParaRPr sz="1600"/>
          </a:p>
        </p:txBody>
      </p:sp>
      <p:sp>
        <p:nvSpPr>
          <p:cNvPr id="1513" name="Google Shape;1513;p81"/>
          <p:cNvSpPr txBox="1"/>
          <p:nvPr>
            <p:ph type="body" idx="1"/>
          </p:nvPr>
        </p:nvSpPr>
        <p:spPr>
          <a:xfrm>
            <a:off x="6307236" y="2351419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514" name="Google Shape;1514;p81"/>
          <p:cNvSpPr txBox="1"/>
          <p:nvPr>
            <p:ph type="body" idx="1"/>
          </p:nvPr>
        </p:nvSpPr>
        <p:spPr>
          <a:xfrm>
            <a:off x="6317584" y="3451137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515" name="Google Shape;1515;p81"/>
          <p:cNvSpPr txBox="1"/>
          <p:nvPr>
            <p:ph type="body" idx="1"/>
          </p:nvPr>
        </p:nvSpPr>
        <p:spPr>
          <a:xfrm>
            <a:off x="5589083" y="3423474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</a:t>
            </a:r>
            <a:endParaRPr sz="1600"/>
          </a:p>
        </p:txBody>
      </p:sp>
      <p:sp>
        <p:nvSpPr>
          <p:cNvPr id="1516" name="Google Shape;1516;p81"/>
          <p:cNvSpPr txBox="1"/>
          <p:nvPr>
            <p:ph type="body" idx="1"/>
          </p:nvPr>
        </p:nvSpPr>
        <p:spPr>
          <a:xfrm>
            <a:off x="5640823" y="1245009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517" name="Google Shape;1517;p81"/>
          <p:cNvSpPr txBox="1"/>
          <p:nvPr>
            <p:ph type="body" idx="1"/>
          </p:nvPr>
        </p:nvSpPr>
        <p:spPr>
          <a:xfrm>
            <a:off x="6196719" y="1253702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18" name="Google Shape;1518;p81"/>
          <p:cNvSpPr txBox="1"/>
          <p:nvPr>
            <p:ph type="body" idx="1"/>
          </p:nvPr>
        </p:nvSpPr>
        <p:spPr>
          <a:xfrm>
            <a:off x="8373763" y="2317603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519" name="Google Shape;1519;p81"/>
          <p:cNvSpPr txBox="1"/>
          <p:nvPr>
            <p:ph type="body" idx="1"/>
          </p:nvPr>
        </p:nvSpPr>
        <p:spPr>
          <a:xfrm>
            <a:off x="8376840" y="3708251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520" name="Google Shape;1520;p81"/>
          <p:cNvSpPr txBox="1"/>
          <p:nvPr>
            <p:ph type="body" idx="1"/>
          </p:nvPr>
        </p:nvSpPr>
        <p:spPr>
          <a:xfrm>
            <a:off x="6184715" y="3973989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521" name="Google Shape;1521;p81"/>
          <p:cNvSpPr txBox="1"/>
          <p:nvPr>
            <p:ph type="body" idx="1"/>
          </p:nvPr>
        </p:nvSpPr>
        <p:spPr>
          <a:xfrm>
            <a:off x="5640823" y="3982681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sp>
        <p:nvSpPr>
          <p:cNvPr id="1522" name="Google Shape;1522;p81"/>
          <p:cNvSpPr txBox="1"/>
          <p:nvPr>
            <p:ph type="body" idx="1"/>
          </p:nvPr>
        </p:nvSpPr>
        <p:spPr>
          <a:xfrm>
            <a:off x="5114082" y="3709368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</a:t>
            </a:r>
            <a:endParaRPr sz="1600"/>
          </a:p>
        </p:txBody>
      </p:sp>
      <p:sp>
        <p:nvSpPr>
          <p:cNvPr id="1523" name="Google Shape;1523;p81"/>
          <p:cNvSpPr txBox="1"/>
          <p:nvPr>
            <p:ph type="body" idx="1"/>
          </p:nvPr>
        </p:nvSpPr>
        <p:spPr>
          <a:xfrm>
            <a:off x="5117159" y="2324874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K</a:t>
            </a:r>
            <a:endParaRPr sz="1600"/>
          </a:p>
        </p:txBody>
      </p:sp>
      <p:cxnSp>
        <p:nvCxnSpPr>
          <p:cNvPr id="1524" name="Google Shape;1524;p81"/>
          <p:cNvCxnSpPr/>
          <p:nvPr/>
        </p:nvCxnSpPr>
        <p:spPr>
          <a:xfrm>
            <a:off x="5704850" y="2593004"/>
            <a:ext cx="554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5" name="Google Shape;1525;p81"/>
          <p:cNvSpPr/>
          <p:nvPr/>
        </p:nvSpPr>
        <p:spPr>
          <a:xfrm>
            <a:off x="5670975" y="2545750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81"/>
          <p:cNvSpPr/>
          <p:nvPr/>
        </p:nvSpPr>
        <p:spPr>
          <a:xfrm>
            <a:off x="6218917" y="2545750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81"/>
          <p:cNvSpPr/>
          <p:nvPr/>
        </p:nvSpPr>
        <p:spPr>
          <a:xfrm>
            <a:off x="6218917" y="1464408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81"/>
          <p:cNvSpPr/>
          <p:nvPr/>
        </p:nvSpPr>
        <p:spPr>
          <a:xfrm>
            <a:off x="5678246" y="1464408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81"/>
          <p:cNvSpPr/>
          <p:nvPr/>
        </p:nvSpPr>
        <p:spPr>
          <a:xfrm>
            <a:off x="5678246" y="3630582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81"/>
          <p:cNvSpPr/>
          <p:nvPr/>
        </p:nvSpPr>
        <p:spPr>
          <a:xfrm>
            <a:off x="5678246" y="3895537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81"/>
          <p:cNvSpPr/>
          <p:nvPr/>
        </p:nvSpPr>
        <p:spPr>
          <a:xfrm>
            <a:off x="6204375" y="3895537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81"/>
          <p:cNvSpPr/>
          <p:nvPr/>
        </p:nvSpPr>
        <p:spPr>
          <a:xfrm>
            <a:off x="6204375" y="3637853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81"/>
          <p:cNvSpPr/>
          <p:nvPr/>
        </p:nvSpPr>
        <p:spPr>
          <a:xfrm>
            <a:off x="8399633" y="3637853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81"/>
          <p:cNvSpPr/>
          <p:nvPr/>
        </p:nvSpPr>
        <p:spPr>
          <a:xfrm>
            <a:off x="8399633" y="2541969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81"/>
          <p:cNvSpPr/>
          <p:nvPr/>
        </p:nvSpPr>
        <p:spPr>
          <a:xfrm>
            <a:off x="5137575" y="2541969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81"/>
          <p:cNvSpPr/>
          <p:nvPr/>
        </p:nvSpPr>
        <p:spPr>
          <a:xfrm>
            <a:off x="5137575" y="3637853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40" name="Shape 1540"/>
        <p:cNvGrpSpPr/>
        <p:nvPr/>
      </p:nvGrpSpPr>
      <p:grpSpPr>
        <a:xfrm>
          <a:off x="0" y="0"/>
          <a:ext cx="0" cy="0"/>
        </a:xfrm>
      </p:grpSpPr>
      <p:sp>
        <p:nvSpPr>
          <p:cNvPr id="1541" name="Google Shape;1541;p82"/>
          <p:cNvSpPr txBox="1"/>
          <p:nvPr>
            <p:ph type="body" idx="1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2) The information describes five connected rectangles, with vertices at points A to L. </a:t>
            </a:r>
            <a:endParaRPr sz="1600"/>
          </a:p>
          <a:p>
            <a:pPr marL="457200" lvl="0" indent="-330200" algn="l" rtl="0">
              <a:spcBef>
                <a:spcPts val="100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LC is a horizontal line with length 2 units.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Point F is below Point C and CF = 2LC.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LCFI is a rectangle.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KLIJ is congruent to LCFI.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ABCL is congruent to LCFI.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CDEF is similar to LCFI but not congruent.</a:t>
            </a:r>
            <a:endParaRPr sz="1600"/>
          </a:p>
          <a:p>
            <a:pPr marL="457200" lvl="0" indent="-330200" algn="l" rtl="0">
              <a:spcBef>
                <a:spcPct val="0"/>
              </a:spcBef>
              <a:spcAft>
                <a:spcPct val="0"/>
              </a:spcAft>
              <a:buSzPts val="1600"/>
              <a:buChar char="●"/>
            </a:pPr>
            <a:r>
              <a:rPr lang="en-GB" sz="1600"/>
              <a:t>FGHI is similar to LCFI but not congruent.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Use the information to plot points A to L </a:t>
            </a:r>
            <a:br>
              <a:rPr lang="en-GB" sz="1600"/>
            </a:br>
            <a:r>
              <a:rPr lang="en-GB" sz="1600"/>
              <a:t>on the grid and draw the five rectangles. </a:t>
            </a:r>
            <a:endParaRPr sz="1600"/>
          </a:p>
        </p:txBody>
      </p:sp>
      <p:sp>
        <p:nvSpPr>
          <p:cNvPr id="1542" name="Google Shape;1542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pic>
        <p:nvPicPr>
          <p:cNvPr id="1543" name="Google Shape;1543;p82"/>
          <p:cNvPicPr preferRelativeResize="0"/>
          <p:nvPr/>
        </p:nvPicPr>
        <p:blipFill>
          <a:blip r:embed="rId3">
            <a:alphaModFix/>
          </a:blip>
          <a:srcRect r="6076" b="40044"/>
          <a:stretch>
            <a:fillRect/>
          </a:stretch>
        </p:blipFill>
        <p:spPr>
          <a:xfrm>
            <a:off x="5066025" y="1146896"/>
            <a:ext cx="3753975" cy="3212373"/>
          </a:xfrm>
          <a:prstGeom prst="rect">
            <a:avLst/>
          </a:prstGeom>
          <a:noFill/>
          <a:ln>
            <a:noFill/>
          </a:ln>
        </p:spPr>
      </p:pic>
      <p:sp>
        <p:nvSpPr>
          <p:cNvPr id="1544" name="Google Shape;1544;p82"/>
          <p:cNvSpPr/>
          <p:nvPr/>
        </p:nvSpPr>
        <p:spPr>
          <a:xfrm>
            <a:off x="5725919" y="1509079"/>
            <a:ext cx="527700" cy="10866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82"/>
          <p:cNvSpPr/>
          <p:nvPr/>
        </p:nvSpPr>
        <p:spPr>
          <a:xfrm>
            <a:off x="5725919" y="2594793"/>
            <a:ext cx="527700" cy="10866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82"/>
          <p:cNvSpPr/>
          <p:nvPr/>
        </p:nvSpPr>
        <p:spPr>
          <a:xfrm>
            <a:off x="5189064" y="2594793"/>
            <a:ext cx="527700" cy="10866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7" name="Google Shape;1547;p82"/>
          <p:cNvSpPr/>
          <p:nvPr/>
        </p:nvSpPr>
        <p:spPr>
          <a:xfrm>
            <a:off x="6264419" y="2594805"/>
            <a:ext cx="2183100" cy="10866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8" name="Google Shape;1548;p82"/>
          <p:cNvSpPr/>
          <p:nvPr/>
        </p:nvSpPr>
        <p:spPr>
          <a:xfrm>
            <a:off x="5725913" y="3681418"/>
            <a:ext cx="527700" cy="2640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9" name="Google Shape;1549;p82"/>
          <p:cNvSpPr txBox="1"/>
          <p:nvPr>
            <p:ph type="body" idx="1"/>
          </p:nvPr>
        </p:nvSpPr>
        <p:spPr>
          <a:xfrm>
            <a:off x="5558039" y="2339416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L</a:t>
            </a:r>
            <a:endParaRPr sz="1600"/>
          </a:p>
        </p:txBody>
      </p:sp>
      <p:sp>
        <p:nvSpPr>
          <p:cNvPr id="1550" name="Google Shape;1550;p82"/>
          <p:cNvSpPr txBox="1"/>
          <p:nvPr>
            <p:ph type="body" idx="1"/>
          </p:nvPr>
        </p:nvSpPr>
        <p:spPr>
          <a:xfrm>
            <a:off x="6307236" y="2351419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1551" name="Google Shape;1551;p82"/>
          <p:cNvSpPr txBox="1"/>
          <p:nvPr>
            <p:ph type="body" idx="1"/>
          </p:nvPr>
        </p:nvSpPr>
        <p:spPr>
          <a:xfrm>
            <a:off x="6317584" y="3451137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F</a:t>
            </a:r>
            <a:endParaRPr sz="1600"/>
          </a:p>
        </p:txBody>
      </p:sp>
      <p:sp>
        <p:nvSpPr>
          <p:cNvPr id="1552" name="Google Shape;1552;p82"/>
          <p:cNvSpPr txBox="1"/>
          <p:nvPr>
            <p:ph type="body" idx="1"/>
          </p:nvPr>
        </p:nvSpPr>
        <p:spPr>
          <a:xfrm>
            <a:off x="5589083" y="3423474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</a:t>
            </a:r>
            <a:endParaRPr sz="1600"/>
          </a:p>
        </p:txBody>
      </p:sp>
      <p:sp>
        <p:nvSpPr>
          <p:cNvPr id="1553" name="Google Shape;1553;p82"/>
          <p:cNvSpPr txBox="1"/>
          <p:nvPr>
            <p:ph type="body" idx="1"/>
          </p:nvPr>
        </p:nvSpPr>
        <p:spPr>
          <a:xfrm>
            <a:off x="5640823" y="1245009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554" name="Google Shape;1554;p82"/>
          <p:cNvSpPr txBox="1"/>
          <p:nvPr>
            <p:ph type="body" idx="1"/>
          </p:nvPr>
        </p:nvSpPr>
        <p:spPr>
          <a:xfrm>
            <a:off x="6196719" y="1253702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555" name="Google Shape;1555;p82"/>
          <p:cNvSpPr txBox="1"/>
          <p:nvPr>
            <p:ph type="body" idx="1"/>
          </p:nvPr>
        </p:nvSpPr>
        <p:spPr>
          <a:xfrm>
            <a:off x="8373763" y="2317603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endParaRPr sz="1600"/>
          </a:p>
        </p:txBody>
      </p:sp>
      <p:sp>
        <p:nvSpPr>
          <p:cNvPr id="1556" name="Google Shape;1556;p82"/>
          <p:cNvSpPr txBox="1"/>
          <p:nvPr>
            <p:ph type="body" idx="1"/>
          </p:nvPr>
        </p:nvSpPr>
        <p:spPr>
          <a:xfrm>
            <a:off x="8376840" y="3708251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endParaRPr sz="1600"/>
          </a:p>
        </p:txBody>
      </p:sp>
      <p:sp>
        <p:nvSpPr>
          <p:cNvPr id="1557" name="Google Shape;1557;p82"/>
          <p:cNvSpPr txBox="1"/>
          <p:nvPr>
            <p:ph type="body" idx="1"/>
          </p:nvPr>
        </p:nvSpPr>
        <p:spPr>
          <a:xfrm>
            <a:off x="6184715" y="3973989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558" name="Google Shape;1558;p82"/>
          <p:cNvSpPr txBox="1"/>
          <p:nvPr>
            <p:ph type="body" idx="1"/>
          </p:nvPr>
        </p:nvSpPr>
        <p:spPr>
          <a:xfrm>
            <a:off x="5640823" y="3982681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  <p:sp>
        <p:nvSpPr>
          <p:cNvPr id="1559" name="Google Shape;1559;p82"/>
          <p:cNvSpPr txBox="1"/>
          <p:nvPr>
            <p:ph type="body" idx="1"/>
          </p:nvPr>
        </p:nvSpPr>
        <p:spPr>
          <a:xfrm>
            <a:off x="5114082" y="3709368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J</a:t>
            </a:r>
            <a:endParaRPr sz="1600"/>
          </a:p>
        </p:txBody>
      </p:sp>
      <p:sp>
        <p:nvSpPr>
          <p:cNvPr id="1560" name="Google Shape;1560;p82"/>
          <p:cNvSpPr txBox="1"/>
          <p:nvPr>
            <p:ph type="body" idx="1"/>
          </p:nvPr>
        </p:nvSpPr>
        <p:spPr>
          <a:xfrm>
            <a:off x="5117159" y="2324874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K</a:t>
            </a:r>
            <a:endParaRPr sz="1600"/>
          </a:p>
        </p:txBody>
      </p:sp>
      <p:cxnSp>
        <p:nvCxnSpPr>
          <p:cNvPr id="1561" name="Google Shape;1561;p82"/>
          <p:cNvCxnSpPr/>
          <p:nvPr/>
        </p:nvCxnSpPr>
        <p:spPr>
          <a:xfrm>
            <a:off x="5704850" y="2593004"/>
            <a:ext cx="554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2" name="Google Shape;1562;p82"/>
          <p:cNvSpPr/>
          <p:nvPr/>
        </p:nvSpPr>
        <p:spPr>
          <a:xfrm>
            <a:off x="5670975" y="2545750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3" name="Google Shape;1563;p82"/>
          <p:cNvSpPr/>
          <p:nvPr/>
        </p:nvSpPr>
        <p:spPr>
          <a:xfrm>
            <a:off x="6218917" y="2545750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82"/>
          <p:cNvSpPr/>
          <p:nvPr/>
        </p:nvSpPr>
        <p:spPr>
          <a:xfrm>
            <a:off x="6218917" y="1464408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82"/>
          <p:cNvSpPr/>
          <p:nvPr/>
        </p:nvSpPr>
        <p:spPr>
          <a:xfrm>
            <a:off x="5678246" y="1464408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82"/>
          <p:cNvSpPr/>
          <p:nvPr/>
        </p:nvSpPr>
        <p:spPr>
          <a:xfrm>
            <a:off x="5678246" y="3630582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82"/>
          <p:cNvSpPr/>
          <p:nvPr/>
        </p:nvSpPr>
        <p:spPr>
          <a:xfrm>
            <a:off x="5678246" y="3895537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82"/>
          <p:cNvSpPr/>
          <p:nvPr/>
        </p:nvSpPr>
        <p:spPr>
          <a:xfrm>
            <a:off x="6204375" y="3895537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82"/>
          <p:cNvSpPr/>
          <p:nvPr/>
        </p:nvSpPr>
        <p:spPr>
          <a:xfrm>
            <a:off x="6204375" y="3637853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82"/>
          <p:cNvSpPr/>
          <p:nvPr/>
        </p:nvSpPr>
        <p:spPr>
          <a:xfrm>
            <a:off x="8399633" y="3637853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82"/>
          <p:cNvSpPr/>
          <p:nvPr/>
        </p:nvSpPr>
        <p:spPr>
          <a:xfrm>
            <a:off x="8399633" y="2541969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82"/>
          <p:cNvSpPr/>
          <p:nvPr/>
        </p:nvSpPr>
        <p:spPr>
          <a:xfrm>
            <a:off x="5137575" y="2541969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82"/>
          <p:cNvSpPr/>
          <p:nvPr/>
        </p:nvSpPr>
        <p:spPr>
          <a:xfrm>
            <a:off x="5137575" y="3637853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82"/>
          <p:cNvSpPr txBox="1"/>
          <p:nvPr/>
        </p:nvSpPr>
        <p:spPr>
          <a:xfrm>
            <a:off x="324000" y="3748075"/>
            <a:ext cx="41181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Other solutions are possible if the rectangles overlap, DE are fixed due to space on the grid.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5" name="Google Shape;1575;p82"/>
          <p:cNvSpPr/>
          <p:nvPr/>
        </p:nvSpPr>
        <p:spPr>
          <a:xfrm>
            <a:off x="5725913" y="3417547"/>
            <a:ext cx="527700" cy="2640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82"/>
          <p:cNvSpPr txBox="1"/>
          <p:nvPr>
            <p:ph type="body" idx="1"/>
          </p:nvPr>
        </p:nvSpPr>
        <p:spPr>
          <a:xfrm>
            <a:off x="6184715" y="3135789"/>
            <a:ext cx="258300" cy="34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</a:t>
            </a:r>
            <a:endParaRPr sz="1600"/>
          </a:p>
        </p:txBody>
      </p:sp>
      <p:sp>
        <p:nvSpPr>
          <p:cNvPr id="1577" name="Google Shape;1577;p82"/>
          <p:cNvSpPr/>
          <p:nvPr/>
        </p:nvSpPr>
        <p:spPr>
          <a:xfrm>
            <a:off x="5678246" y="3362137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82"/>
          <p:cNvSpPr/>
          <p:nvPr/>
        </p:nvSpPr>
        <p:spPr>
          <a:xfrm>
            <a:off x="6204375" y="3362137"/>
            <a:ext cx="94500" cy="94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82"/>
          <p:cNvSpPr txBox="1"/>
          <p:nvPr>
            <p:ph type="body" idx="1"/>
          </p:nvPr>
        </p:nvSpPr>
        <p:spPr>
          <a:xfrm>
            <a:off x="5558050" y="3103834"/>
            <a:ext cx="258300" cy="2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H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3" name="Shape 1583"/>
        <p:cNvGrpSpPr/>
        <p:nvPr/>
      </p:nvGrpSpPr>
      <p:grpSpPr>
        <a:xfrm>
          <a:off x="0" y="0"/>
          <a:ext cx="0" cy="0"/>
        </a:xfrm>
      </p:grpSpPr>
      <p:sp>
        <p:nvSpPr>
          <p:cNvPr id="1584" name="Google Shape;1584;p8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Distinguishing between similarity and congruence</a:t>
            </a:r>
            <a:endParaRPr/>
          </a:p>
        </p:txBody>
      </p:sp>
      <p:sp>
        <p:nvSpPr>
          <p:cNvPr id="1585" name="Google Shape;1585;p83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sp>
        <p:nvSpPr>
          <p:cNvPr id="1586" name="Google Shape;1586;p83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Congruent or similar or neither</a:t>
            </a:r>
            <a:endParaRPr/>
          </a:p>
        </p:txBody>
      </p:sp>
      <p:pic>
        <p:nvPicPr>
          <p:cNvPr id="1587" name="Google Shape;158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7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91" name="Shape 1591"/>
        <p:cNvGrpSpPr/>
        <p:nvPr/>
      </p:nvGrpSpPr>
      <p:grpSpPr>
        <a:xfrm>
          <a:off x="0" y="0"/>
          <a:ext cx="0" cy="0"/>
        </a:xfrm>
      </p:grpSpPr>
      <p:sp>
        <p:nvSpPr>
          <p:cNvPr id="1592" name="Google Shape;1592;p84"/>
          <p:cNvSpPr txBox="1"/>
          <p:nvPr>
            <p:ph type="body" idx="1"/>
          </p:nvPr>
        </p:nvSpPr>
        <p:spPr>
          <a:xfrm>
            <a:off x="6167859" y="759300"/>
            <a:ext cx="1060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similarity</a:t>
            </a:r>
            <a:endParaRPr sz="1800"/>
          </a:p>
        </p:txBody>
      </p:sp>
      <p:sp>
        <p:nvSpPr>
          <p:cNvPr id="1593" name="Google Shape;1593;p84"/>
          <p:cNvSpPr txBox="1"/>
          <p:nvPr>
            <p:ph type="body" idx="1"/>
          </p:nvPr>
        </p:nvSpPr>
        <p:spPr>
          <a:xfrm>
            <a:off x="1771800" y="759300"/>
            <a:ext cx="1360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congruence</a:t>
            </a:r>
            <a:endParaRPr sz="1800"/>
          </a:p>
        </p:txBody>
      </p:sp>
      <p:sp>
        <p:nvSpPr>
          <p:cNvPr id="1594" name="Google Shape;1594;p84"/>
          <p:cNvSpPr txBox="1"/>
          <p:nvPr>
            <p:ph type="body" idx="1"/>
          </p:nvPr>
        </p:nvSpPr>
        <p:spPr>
          <a:xfrm>
            <a:off x="324000" y="1292700"/>
            <a:ext cx="39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two shapes are </a:t>
            </a:r>
            <a:r>
              <a:rPr lang="en-GB" sz="1800">
                <a:solidFill>
                  <a:schemeClr val="accent5"/>
                </a:solidFill>
              </a:rPr>
              <a:t>congruent</a:t>
            </a:r>
            <a:r>
              <a:rPr lang="en-GB" sz="1800"/>
              <a:t> then…</a:t>
            </a:r>
            <a:endParaRPr sz="1800"/>
          </a:p>
        </p:txBody>
      </p:sp>
      <p:sp>
        <p:nvSpPr>
          <p:cNvPr id="1595" name="Google Shape;159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sp>
        <p:nvSpPr>
          <p:cNvPr id="1596" name="Google Shape;1596;p84"/>
          <p:cNvSpPr txBox="1"/>
          <p:nvPr>
            <p:ph type="body" idx="1"/>
          </p:nvPr>
        </p:nvSpPr>
        <p:spPr>
          <a:xfrm>
            <a:off x="324000" y="1749900"/>
            <a:ext cx="359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the angles are the same</a:t>
            </a:r>
            <a:endParaRPr sz="1800"/>
          </a:p>
        </p:txBody>
      </p:sp>
      <p:sp>
        <p:nvSpPr>
          <p:cNvPr id="1597" name="Google Shape;1597;p84"/>
          <p:cNvSpPr txBox="1"/>
          <p:nvPr>
            <p:ph type="body" idx="1"/>
          </p:nvPr>
        </p:nvSpPr>
        <p:spPr>
          <a:xfrm>
            <a:off x="324000" y="2207100"/>
            <a:ext cx="4077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the angles are in the same order</a:t>
            </a:r>
            <a:endParaRPr sz="1800"/>
          </a:p>
        </p:txBody>
      </p:sp>
      <p:sp>
        <p:nvSpPr>
          <p:cNvPr id="1598" name="Google Shape;1598;p84"/>
          <p:cNvSpPr txBox="1"/>
          <p:nvPr>
            <p:ph type="body" idx="1"/>
          </p:nvPr>
        </p:nvSpPr>
        <p:spPr>
          <a:xfrm>
            <a:off x="324000" y="2664300"/>
            <a:ext cx="3904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the lengths are the same</a:t>
            </a:r>
            <a:endParaRPr sz="1800"/>
          </a:p>
        </p:txBody>
      </p:sp>
      <p:sp>
        <p:nvSpPr>
          <p:cNvPr id="1599" name="Google Shape;1599;p84"/>
          <p:cNvSpPr txBox="1"/>
          <p:nvPr>
            <p:ph type="body" idx="1"/>
          </p:nvPr>
        </p:nvSpPr>
        <p:spPr>
          <a:xfrm>
            <a:off x="4743600" y="1292700"/>
            <a:ext cx="39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two shapes are </a:t>
            </a:r>
            <a:r>
              <a:rPr lang="en-GB" sz="1800">
                <a:solidFill>
                  <a:schemeClr val="accent5"/>
                </a:solidFill>
              </a:rPr>
              <a:t>similar</a:t>
            </a:r>
            <a:r>
              <a:rPr lang="en-GB" sz="1800"/>
              <a:t> then…</a:t>
            </a:r>
            <a:endParaRPr sz="1800"/>
          </a:p>
        </p:txBody>
      </p:sp>
      <p:sp>
        <p:nvSpPr>
          <p:cNvPr id="1600" name="Google Shape;1600;p84"/>
          <p:cNvSpPr txBox="1"/>
          <p:nvPr>
            <p:ph type="body" idx="1"/>
          </p:nvPr>
        </p:nvSpPr>
        <p:spPr>
          <a:xfrm>
            <a:off x="4743600" y="1749900"/>
            <a:ext cx="3594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the angles are the same</a:t>
            </a:r>
            <a:endParaRPr sz="1800"/>
          </a:p>
        </p:txBody>
      </p:sp>
      <p:sp>
        <p:nvSpPr>
          <p:cNvPr id="1601" name="Google Shape;1601;p84"/>
          <p:cNvSpPr txBox="1"/>
          <p:nvPr>
            <p:ph type="body" idx="1"/>
          </p:nvPr>
        </p:nvSpPr>
        <p:spPr>
          <a:xfrm>
            <a:off x="4743600" y="2207100"/>
            <a:ext cx="40776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the angles are in the same order</a:t>
            </a:r>
            <a:endParaRPr sz="1800"/>
          </a:p>
        </p:txBody>
      </p:sp>
      <p:sp>
        <p:nvSpPr>
          <p:cNvPr id="1602" name="Google Shape;1602;p84"/>
          <p:cNvSpPr txBox="1"/>
          <p:nvPr>
            <p:ph type="body" idx="1"/>
          </p:nvPr>
        </p:nvSpPr>
        <p:spPr>
          <a:xfrm>
            <a:off x="4743600" y="2664300"/>
            <a:ext cx="39045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the lengths are in the same proportions</a:t>
            </a:r>
            <a:endParaRPr sz="1800"/>
          </a:p>
        </p:txBody>
      </p:sp>
      <p:cxnSp>
        <p:nvCxnSpPr>
          <p:cNvPr id="1603" name="Google Shape;1603;p84"/>
          <p:cNvCxnSpPr/>
          <p:nvPr/>
        </p:nvCxnSpPr>
        <p:spPr>
          <a:xfrm flipH="1">
            <a:off x="4574884" y="808175"/>
            <a:ext cx="0" cy="2446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04" name="Google Shape;160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197" y="3950750"/>
            <a:ext cx="479175" cy="690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5" name="Google Shape;160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584" y="3316452"/>
            <a:ext cx="5330002" cy="108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84"/>
          <p:cNvSpPr txBox="1"/>
          <p:nvPr>
            <p:ph type="body" idx="1"/>
          </p:nvPr>
        </p:nvSpPr>
        <p:spPr>
          <a:xfrm>
            <a:off x="1074450" y="3437036"/>
            <a:ext cx="5062200" cy="5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If two shapes have different angles then we can </a:t>
            </a:r>
            <a:r>
              <a:rPr lang="en-GB" sz="1800">
                <a:solidFill>
                  <a:schemeClr val="accent5"/>
                </a:solidFill>
              </a:rPr>
              <a:t>rule out</a:t>
            </a:r>
            <a:r>
              <a:rPr lang="en-GB" sz="1800"/>
              <a:t> both congruence and similarity.</a:t>
            </a:r>
            <a:endParaRPr sz="1800"/>
          </a:p>
        </p:txBody>
      </p:sp>
      <p:sp>
        <p:nvSpPr>
          <p:cNvPr id="1607" name="Google Shape;1607;p84"/>
          <p:cNvSpPr txBox="1"/>
          <p:nvPr>
            <p:ph type="body" idx="1"/>
          </p:nvPr>
        </p:nvSpPr>
        <p:spPr>
          <a:xfrm>
            <a:off x="436689" y="4623852"/>
            <a:ext cx="5085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Sam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11" name="Shape 1611"/>
        <p:cNvGrpSpPr/>
        <p:nvPr/>
      </p:nvGrpSpPr>
      <p:grpSpPr>
        <a:xfrm>
          <a:off x="0" y="0"/>
          <a:ext cx="0" cy="0"/>
        </a:xfrm>
      </p:grpSpPr>
      <p:sp>
        <p:nvSpPr>
          <p:cNvPr id="1612" name="Google Shape;1612;p85"/>
          <p:cNvSpPr txBox="1"/>
          <p:nvPr>
            <p:ph type="body" idx="1"/>
          </p:nvPr>
        </p:nvSpPr>
        <p:spPr>
          <a:xfrm>
            <a:off x="324000" y="759300"/>
            <a:ext cx="8496000" cy="75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table can be used to check that two shapes have the same angles in the same order.</a:t>
            </a:r>
            <a:endParaRPr sz="2000"/>
          </a:p>
        </p:txBody>
      </p:sp>
      <p:sp>
        <p:nvSpPr>
          <p:cNvPr id="1613" name="Google Shape;161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for similarity and congruence</a:t>
            </a:r>
            <a:endParaRPr/>
          </a:p>
        </p:txBody>
      </p:sp>
      <p:pic>
        <p:nvPicPr>
          <p:cNvPr id="1614" name="Google Shape;161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4278" y="3316200"/>
            <a:ext cx="586275" cy="75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15" name="Google Shape;1615;p85"/>
          <p:cNvSpPr txBox="1"/>
          <p:nvPr/>
        </p:nvSpPr>
        <p:spPr>
          <a:xfrm>
            <a:off x="7792082" y="40891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6" name="Google Shape;1616;p85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6172400" y="1561875"/>
            <a:ext cx="2525199" cy="157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Google Shape;1617;p85"/>
          <p:cNvSpPr txBox="1"/>
          <p:nvPr>
            <p:ph type="body" idx="1"/>
          </p:nvPr>
        </p:nvSpPr>
        <p:spPr>
          <a:xfrm>
            <a:off x="6261425" y="1744475"/>
            <a:ext cx="2223900" cy="85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Here is a 100° and 80° angle. So these could go here in the table.</a:t>
            </a:r>
            <a:endParaRPr sz="1600"/>
          </a:p>
        </p:txBody>
      </p:sp>
      <p:graphicFrame>
        <p:nvGraphicFramePr>
          <p:cNvPr id="1618" name="Google Shape;1618;p85"/>
          <p:cNvGraphicFramePr>
            <a:graphicFrameLocks noGrp="1"/>
          </p:cNvGraphicFramePr>
          <p:nvPr/>
        </p:nvGraphicFramePr>
        <p:xfrm>
          <a:off x="800100" y="318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23325"/>
                <a:gridCol w="750225"/>
                <a:gridCol w="750225"/>
                <a:gridCol w="750225"/>
                <a:gridCol w="7502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19" name="Google Shape;1619;p85"/>
          <p:cNvSpPr/>
          <p:nvPr/>
        </p:nvSpPr>
        <p:spPr>
          <a:xfrm>
            <a:off x="829476" y="1651116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85"/>
          <p:cNvSpPr/>
          <p:nvPr/>
        </p:nvSpPr>
        <p:spPr>
          <a:xfrm>
            <a:off x="3446788" y="1648012"/>
            <a:ext cx="2022900" cy="1287600"/>
          </a:xfrm>
          <a:prstGeom prst="parallelogram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85"/>
          <p:cNvSpPr/>
          <p:nvPr/>
        </p:nvSpPr>
        <p:spPr>
          <a:xfrm>
            <a:off x="647197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85"/>
          <p:cNvSpPr/>
          <p:nvPr/>
        </p:nvSpPr>
        <p:spPr>
          <a:xfrm>
            <a:off x="963998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85"/>
          <p:cNvSpPr/>
          <p:nvPr/>
        </p:nvSpPr>
        <p:spPr>
          <a:xfrm flipH="1">
            <a:off x="2337436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85"/>
          <p:cNvSpPr/>
          <p:nvPr/>
        </p:nvSpPr>
        <p:spPr>
          <a:xfrm flipH="1">
            <a:off x="2020635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85"/>
          <p:cNvSpPr/>
          <p:nvPr/>
        </p:nvSpPr>
        <p:spPr>
          <a:xfrm>
            <a:off x="3251410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85"/>
          <p:cNvSpPr/>
          <p:nvPr/>
        </p:nvSpPr>
        <p:spPr>
          <a:xfrm>
            <a:off x="3568211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85"/>
          <p:cNvSpPr/>
          <p:nvPr/>
        </p:nvSpPr>
        <p:spPr>
          <a:xfrm rot="10800000">
            <a:off x="5254297" y="1455040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85"/>
          <p:cNvSpPr/>
          <p:nvPr/>
        </p:nvSpPr>
        <p:spPr>
          <a:xfrm rot="10800000">
            <a:off x="4937495" y="274528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85"/>
          <p:cNvSpPr txBox="1"/>
          <p:nvPr>
            <p:ph type="body" idx="1"/>
          </p:nvPr>
        </p:nvSpPr>
        <p:spPr>
          <a:xfrm>
            <a:off x="1006257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30" name="Google Shape;1630;p85"/>
          <p:cNvSpPr txBox="1"/>
          <p:nvPr>
            <p:ph type="body" idx="1"/>
          </p:nvPr>
        </p:nvSpPr>
        <p:spPr>
          <a:xfrm>
            <a:off x="2106744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31" name="Google Shape;1631;p85"/>
          <p:cNvSpPr txBox="1"/>
          <p:nvPr>
            <p:ph type="body" idx="1"/>
          </p:nvPr>
        </p:nvSpPr>
        <p:spPr>
          <a:xfrm>
            <a:off x="1796218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32" name="Google Shape;1632;p85"/>
          <p:cNvSpPr txBox="1"/>
          <p:nvPr>
            <p:ph type="body" idx="1"/>
          </p:nvPr>
        </p:nvSpPr>
        <p:spPr>
          <a:xfrm>
            <a:off x="1145052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33" name="Google Shape;1633;p85"/>
          <p:cNvSpPr txBox="1"/>
          <p:nvPr>
            <p:ph type="body" idx="1"/>
          </p:nvPr>
        </p:nvSpPr>
        <p:spPr>
          <a:xfrm>
            <a:off x="3662908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34" name="Google Shape;1634;p85"/>
          <p:cNvSpPr txBox="1"/>
          <p:nvPr>
            <p:ph type="body" idx="1"/>
          </p:nvPr>
        </p:nvSpPr>
        <p:spPr>
          <a:xfrm>
            <a:off x="4925997" y="1764460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35" name="Google Shape;1635;p85"/>
          <p:cNvSpPr txBox="1"/>
          <p:nvPr>
            <p:ph type="body" idx="1"/>
          </p:nvPr>
        </p:nvSpPr>
        <p:spPr>
          <a:xfrm>
            <a:off x="4582247" y="2624625"/>
            <a:ext cx="58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36" name="Google Shape;1636;p85"/>
          <p:cNvSpPr txBox="1"/>
          <p:nvPr>
            <p:ph type="body" idx="1"/>
          </p:nvPr>
        </p:nvSpPr>
        <p:spPr>
          <a:xfrm>
            <a:off x="3888102" y="1764475"/>
            <a:ext cx="58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37" name="Google Shape;1637;p85"/>
          <p:cNvSpPr txBox="1"/>
          <p:nvPr>
            <p:ph type="body" idx="1"/>
          </p:nvPr>
        </p:nvSpPr>
        <p:spPr>
          <a:xfrm>
            <a:off x="2702217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38" name="Google Shape;1638;p85"/>
          <p:cNvSpPr txBox="1"/>
          <p:nvPr>
            <p:ph type="body" idx="1"/>
          </p:nvPr>
        </p:nvSpPr>
        <p:spPr>
          <a:xfrm>
            <a:off x="3435353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39" name="Google Shape;1639;p85"/>
          <p:cNvSpPr txBox="1"/>
          <p:nvPr>
            <p:ph type="body" idx="1"/>
          </p:nvPr>
        </p:nvSpPr>
        <p:spPr>
          <a:xfrm>
            <a:off x="4197353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40" name="Google Shape;1640;p85"/>
          <p:cNvSpPr txBox="1"/>
          <p:nvPr>
            <p:ph type="body" idx="1"/>
          </p:nvPr>
        </p:nvSpPr>
        <p:spPr>
          <a:xfrm>
            <a:off x="4912017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41" name="Google Shape;1641;p85"/>
          <p:cNvSpPr txBox="1"/>
          <p:nvPr>
            <p:ph type="body" idx="1"/>
          </p:nvPr>
        </p:nvSpPr>
        <p:spPr>
          <a:xfrm>
            <a:off x="3457001" y="369695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42" name="Google Shape;1642;p85"/>
          <p:cNvSpPr txBox="1"/>
          <p:nvPr>
            <p:ph type="body" idx="1"/>
          </p:nvPr>
        </p:nvSpPr>
        <p:spPr>
          <a:xfrm>
            <a:off x="4211776" y="369695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cxnSp>
        <p:nvCxnSpPr>
          <p:cNvPr id="1643" name="Google Shape;1643;p85"/>
          <p:cNvCxnSpPr/>
          <p:nvPr/>
        </p:nvCxnSpPr>
        <p:spPr>
          <a:xfrm>
            <a:off x="1169676" y="2062619"/>
            <a:ext cx="2892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4" name="Google Shape;1644;p85"/>
          <p:cNvCxnSpPr/>
          <p:nvPr/>
        </p:nvCxnSpPr>
        <p:spPr>
          <a:xfrm>
            <a:off x="1860713" y="2062619"/>
            <a:ext cx="2892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5" name="Google Shape;1645;p85"/>
          <p:cNvCxnSpPr/>
          <p:nvPr/>
        </p:nvCxnSpPr>
        <p:spPr>
          <a:xfrm>
            <a:off x="2097160" y="2848233"/>
            <a:ext cx="2565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6" name="Google Shape;1646;p85"/>
          <p:cNvCxnSpPr/>
          <p:nvPr/>
        </p:nvCxnSpPr>
        <p:spPr>
          <a:xfrm>
            <a:off x="1001921" y="2848233"/>
            <a:ext cx="2565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7" name="Google Shape;1647;p85"/>
          <p:cNvCxnSpPr/>
          <p:nvPr/>
        </p:nvCxnSpPr>
        <p:spPr>
          <a:xfrm>
            <a:off x="3921505" y="2004626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8" name="Google Shape;1648;p85"/>
          <p:cNvCxnSpPr/>
          <p:nvPr/>
        </p:nvCxnSpPr>
        <p:spPr>
          <a:xfrm>
            <a:off x="4901795" y="2004515"/>
            <a:ext cx="2892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9" name="Google Shape;1649;p85"/>
          <p:cNvSpPr txBox="1"/>
          <p:nvPr>
            <p:ph type="body" idx="1"/>
          </p:nvPr>
        </p:nvSpPr>
        <p:spPr>
          <a:xfrm>
            <a:off x="1572179" y="22066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650" name="Google Shape;1650;p85"/>
          <p:cNvSpPr txBox="1"/>
          <p:nvPr>
            <p:ph type="body" idx="1"/>
          </p:nvPr>
        </p:nvSpPr>
        <p:spPr>
          <a:xfrm>
            <a:off x="4345906" y="22066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4" name="Shape 1654"/>
        <p:cNvGrpSpPr/>
        <p:nvPr/>
      </p:nvGrpSpPr>
      <p:grpSpPr>
        <a:xfrm>
          <a:off x="0" y="0"/>
          <a:ext cx="0" cy="0"/>
        </a:xfrm>
      </p:grpSpPr>
      <p:pic>
        <p:nvPicPr>
          <p:cNvPr id="1655" name="Google Shape;165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808241" y="1349570"/>
            <a:ext cx="2877123" cy="189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656" name="Google Shape;1656;p86"/>
          <p:cNvSpPr txBox="1"/>
          <p:nvPr>
            <p:ph type="body" idx="1"/>
          </p:nvPr>
        </p:nvSpPr>
        <p:spPr>
          <a:xfrm>
            <a:off x="324000" y="759300"/>
            <a:ext cx="8496000" cy="75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table can be used to check that two shapes have the same angles in the same order.</a:t>
            </a:r>
            <a:endParaRPr sz="2000"/>
          </a:p>
        </p:txBody>
      </p:sp>
      <p:sp>
        <p:nvSpPr>
          <p:cNvPr id="1657" name="Google Shape;165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graphicFrame>
        <p:nvGraphicFramePr>
          <p:cNvPr id="1658" name="Google Shape;1658;p86"/>
          <p:cNvGraphicFramePr>
            <a:graphicFrameLocks noGrp="1"/>
          </p:cNvGraphicFramePr>
          <p:nvPr/>
        </p:nvGraphicFramePr>
        <p:xfrm>
          <a:off x="800100" y="318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23325"/>
                <a:gridCol w="750225"/>
                <a:gridCol w="750225"/>
                <a:gridCol w="750225"/>
                <a:gridCol w="7502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59" name="Google Shape;1659;p86"/>
          <p:cNvSpPr/>
          <p:nvPr/>
        </p:nvSpPr>
        <p:spPr>
          <a:xfrm>
            <a:off x="829476" y="1651116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86"/>
          <p:cNvSpPr/>
          <p:nvPr/>
        </p:nvSpPr>
        <p:spPr>
          <a:xfrm>
            <a:off x="3446788" y="1648012"/>
            <a:ext cx="2022900" cy="1287600"/>
          </a:xfrm>
          <a:prstGeom prst="parallelogram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86"/>
          <p:cNvSpPr/>
          <p:nvPr/>
        </p:nvSpPr>
        <p:spPr>
          <a:xfrm>
            <a:off x="647197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86"/>
          <p:cNvSpPr/>
          <p:nvPr/>
        </p:nvSpPr>
        <p:spPr>
          <a:xfrm>
            <a:off x="963998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86"/>
          <p:cNvSpPr/>
          <p:nvPr/>
        </p:nvSpPr>
        <p:spPr>
          <a:xfrm flipH="1">
            <a:off x="2337436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86"/>
          <p:cNvSpPr/>
          <p:nvPr/>
        </p:nvSpPr>
        <p:spPr>
          <a:xfrm flipH="1">
            <a:off x="2020635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86"/>
          <p:cNvSpPr/>
          <p:nvPr/>
        </p:nvSpPr>
        <p:spPr>
          <a:xfrm>
            <a:off x="3251410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86"/>
          <p:cNvSpPr/>
          <p:nvPr/>
        </p:nvSpPr>
        <p:spPr>
          <a:xfrm>
            <a:off x="3568211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86"/>
          <p:cNvSpPr/>
          <p:nvPr/>
        </p:nvSpPr>
        <p:spPr>
          <a:xfrm rot="10800000">
            <a:off x="5254297" y="1455040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86"/>
          <p:cNvSpPr/>
          <p:nvPr/>
        </p:nvSpPr>
        <p:spPr>
          <a:xfrm rot="10800000">
            <a:off x="4937495" y="274528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86"/>
          <p:cNvSpPr txBox="1"/>
          <p:nvPr>
            <p:ph type="body" idx="1"/>
          </p:nvPr>
        </p:nvSpPr>
        <p:spPr>
          <a:xfrm>
            <a:off x="1006257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70" name="Google Shape;1670;p86"/>
          <p:cNvSpPr txBox="1"/>
          <p:nvPr>
            <p:ph type="body" idx="1"/>
          </p:nvPr>
        </p:nvSpPr>
        <p:spPr>
          <a:xfrm>
            <a:off x="2106744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71" name="Google Shape;1671;p86"/>
          <p:cNvSpPr txBox="1"/>
          <p:nvPr>
            <p:ph type="body" idx="1"/>
          </p:nvPr>
        </p:nvSpPr>
        <p:spPr>
          <a:xfrm>
            <a:off x="1796218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72" name="Google Shape;1672;p86"/>
          <p:cNvSpPr txBox="1"/>
          <p:nvPr>
            <p:ph type="body" idx="1"/>
          </p:nvPr>
        </p:nvSpPr>
        <p:spPr>
          <a:xfrm>
            <a:off x="1145052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73" name="Google Shape;1673;p86"/>
          <p:cNvSpPr txBox="1"/>
          <p:nvPr>
            <p:ph type="body" idx="1"/>
          </p:nvPr>
        </p:nvSpPr>
        <p:spPr>
          <a:xfrm>
            <a:off x="3662908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74" name="Google Shape;1674;p86"/>
          <p:cNvSpPr txBox="1"/>
          <p:nvPr>
            <p:ph type="body" idx="1"/>
          </p:nvPr>
        </p:nvSpPr>
        <p:spPr>
          <a:xfrm>
            <a:off x="4925997" y="1764460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75" name="Google Shape;1675;p86"/>
          <p:cNvSpPr txBox="1"/>
          <p:nvPr>
            <p:ph type="body" idx="1"/>
          </p:nvPr>
        </p:nvSpPr>
        <p:spPr>
          <a:xfrm>
            <a:off x="4582247" y="2624625"/>
            <a:ext cx="58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76" name="Google Shape;1676;p86"/>
          <p:cNvSpPr txBox="1"/>
          <p:nvPr>
            <p:ph type="body" idx="1"/>
          </p:nvPr>
        </p:nvSpPr>
        <p:spPr>
          <a:xfrm>
            <a:off x="3888102" y="1764475"/>
            <a:ext cx="58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77" name="Google Shape;1677;p86"/>
          <p:cNvSpPr txBox="1"/>
          <p:nvPr>
            <p:ph type="body" idx="1"/>
          </p:nvPr>
        </p:nvSpPr>
        <p:spPr>
          <a:xfrm>
            <a:off x="2702217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78" name="Google Shape;1678;p86"/>
          <p:cNvSpPr txBox="1"/>
          <p:nvPr>
            <p:ph type="body" idx="1"/>
          </p:nvPr>
        </p:nvSpPr>
        <p:spPr>
          <a:xfrm>
            <a:off x="3435353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79" name="Google Shape;1679;p86"/>
          <p:cNvSpPr txBox="1"/>
          <p:nvPr>
            <p:ph type="body" idx="1"/>
          </p:nvPr>
        </p:nvSpPr>
        <p:spPr>
          <a:xfrm>
            <a:off x="4197353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80" name="Google Shape;1680;p86"/>
          <p:cNvSpPr txBox="1"/>
          <p:nvPr>
            <p:ph type="body" idx="1"/>
          </p:nvPr>
        </p:nvSpPr>
        <p:spPr>
          <a:xfrm>
            <a:off x="4912017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81" name="Google Shape;1681;p86"/>
          <p:cNvSpPr txBox="1"/>
          <p:nvPr>
            <p:ph type="body" idx="1"/>
          </p:nvPr>
        </p:nvSpPr>
        <p:spPr>
          <a:xfrm>
            <a:off x="2702217" y="369695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82" name="Google Shape;1682;p86"/>
          <p:cNvSpPr txBox="1"/>
          <p:nvPr>
            <p:ph type="body" idx="1"/>
          </p:nvPr>
        </p:nvSpPr>
        <p:spPr>
          <a:xfrm>
            <a:off x="3457001" y="369695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83" name="Google Shape;1683;p86"/>
          <p:cNvSpPr txBox="1"/>
          <p:nvPr>
            <p:ph type="body" idx="1"/>
          </p:nvPr>
        </p:nvSpPr>
        <p:spPr>
          <a:xfrm>
            <a:off x="4211776" y="369695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684" name="Google Shape;1684;p86"/>
          <p:cNvSpPr txBox="1"/>
          <p:nvPr>
            <p:ph type="body" idx="1"/>
          </p:nvPr>
        </p:nvSpPr>
        <p:spPr>
          <a:xfrm>
            <a:off x="4930490" y="369695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685" name="Google Shape;1685;p86"/>
          <p:cNvSpPr txBox="1"/>
          <p:nvPr>
            <p:ph type="body" idx="1"/>
          </p:nvPr>
        </p:nvSpPr>
        <p:spPr>
          <a:xfrm>
            <a:off x="1572179" y="22066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686" name="Google Shape;1686;p86"/>
          <p:cNvSpPr txBox="1"/>
          <p:nvPr>
            <p:ph type="body" idx="1"/>
          </p:nvPr>
        </p:nvSpPr>
        <p:spPr>
          <a:xfrm>
            <a:off x="4345906" y="22066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pic>
        <p:nvPicPr>
          <p:cNvPr id="1687" name="Google Shape;1687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4278" y="3316200"/>
            <a:ext cx="586275" cy="755999"/>
          </a:xfrm>
          <a:prstGeom prst="rect">
            <a:avLst/>
          </a:prstGeom>
          <a:noFill/>
          <a:ln>
            <a:noFill/>
          </a:ln>
        </p:spPr>
      </p:pic>
      <p:sp>
        <p:nvSpPr>
          <p:cNvPr id="1688" name="Google Shape;1688;p86"/>
          <p:cNvSpPr txBox="1"/>
          <p:nvPr/>
        </p:nvSpPr>
        <p:spPr>
          <a:xfrm>
            <a:off x="7792082" y="40891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86"/>
          <p:cNvSpPr txBox="1"/>
          <p:nvPr>
            <p:ph type="body" idx="1"/>
          </p:nvPr>
        </p:nvSpPr>
        <p:spPr>
          <a:xfrm>
            <a:off x="5917775" y="1391100"/>
            <a:ext cx="2711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But then the other angles don’t match.</a:t>
            </a:r>
            <a:endParaRPr sz="1600"/>
          </a:p>
        </p:txBody>
      </p:sp>
      <p:sp>
        <p:nvSpPr>
          <p:cNvPr id="1690" name="Google Shape;1690;p86"/>
          <p:cNvSpPr txBox="1"/>
          <p:nvPr>
            <p:ph type="body" idx="1"/>
          </p:nvPr>
        </p:nvSpPr>
        <p:spPr>
          <a:xfrm>
            <a:off x="5944800" y="2049275"/>
            <a:ext cx="2711700" cy="100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Shape A has consecutive angles which are the same but shape B doesn’t.</a:t>
            </a:r>
            <a:endParaRPr sz="1600"/>
          </a:p>
        </p:txBody>
      </p:sp>
      <p:sp>
        <p:nvSpPr>
          <p:cNvPr id="1691" name="Google Shape;1691;p86"/>
          <p:cNvSpPr txBox="1"/>
          <p:nvPr>
            <p:ph type="body" idx="1"/>
          </p:nvPr>
        </p:nvSpPr>
        <p:spPr>
          <a:xfrm>
            <a:off x="799675" y="4190950"/>
            <a:ext cx="6240300" cy="75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angles are the same but they are not in the same order. So the shapes are </a:t>
            </a:r>
            <a:r>
              <a:rPr lang="en-GB" sz="1800">
                <a:solidFill>
                  <a:schemeClr val="accent5"/>
                </a:solidFill>
              </a:rPr>
              <a:t>neither </a:t>
            </a:r>
            <a:r>
              <a:rPr lang="en-GB" sz="1800"/>
              <a:t>congruent nor similar.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5" name="Shape 1695"/>
        <p:cNvGrpSpPr/>
        <p:nvPr/>
      </p:nvGrpSpPr>
      <p:grpSpPr>
        <a:xfrm>
          <a:off x="0" y="0"/>
          <a:ext cx="0" cy="0"/>
        </a:xfrm>
      </p:grpSpPr>
      <p:pic>
        <p:nvPicPr>
          <p:cNvPr id="1696" name="Google Shape;169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808241" y="1349570"/>
            <a:ext cx="2877123" cy="189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697" name="Google Shape;1697;p87"/>
          <p:cNvSpPr txBox="1"/>
          <p:nvPr>
            <p:ph type="body" idx="1"/>
          </p:nvPr>
        </p:nvSpPr>
        <p:spPr>
          <a:xfrm>
            <a:off x="324000" y="759300"/>
            <a:ext cx="8496000" cy="75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table can be used to check that two shapes have the same angles in the same order.</a:t>
            </a:r>
            <a:endParaRPr sz="2000"/>
          </a:p>
        </p:txBody>
      </p:sp>
      <p:sp>
        <p:nvSpPr>
          <p:cNvPr id="1698" name="Google Shape;169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graphicFrame>
        <p:nvGraphicFramePr>
          <p:cNvPr id="1699" name="Google Shape;1699;p87"/>
          <p:cNvGraphicFramePr>
            <a:graphicFrameLocks noGrp="1"/>
          </p:cNvGraphicFramePr>
          <p:nvPr/>
        </p:nvGraphicFramePr>
        <p:xfrm>
          <a:off x="800100" y="318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23325"/>
                <a:gridCol w="750225"/>
                <a:gridCol w="750225"/>
                <a:gridCol w="750225"/>
                <a:gridCol w="7502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00" name="Google Shape;1700;p87"/>
          <p:cNvSpPr txBox="1"/>
          <p:nvPr/>
        </p:nvSpPr>
        <p:spPr>
          <a:xfrm>
            <a:off x="7792082" y="40891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87"/>
          <p:cNvSpPr txBox="1"/>
          <p:nvPr>
            <p:ph type="body" idx="1"/>
          </p:nvPr>
        </p:nvSpPr>
        <p:spPr>
          <a:xfrm>
            <a:off x="5898533" y="1458448"/>
            <a:ext cx="27117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Here are two consecutive 100° angles.</a:t>
            </a:r>
            <a:endParaRPr sz="1600"/>
          </a:p>
        </p:txBody>
      </p:sp>
      <p:sp>
        <p:nvSpPr>
          <p:cNvPr id="1702" name="Google Shape;1702;p87"/>
          <p:cNvSpPr txBox="1"/>
          <p:nvPr>
            <p:ph type="body" idx="1"/>
          </p:nvPr>
        </p:nvSpPr>
        <p:spPr>
          <a:xfrm>
            <a:off x="5925558" y="2116623"/>
            <a:ext cx="2711700" cy="65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 can put these in the table first and then fill in the rest.</a:t>
            </a:r>
            <a:endParaRPr sz="1600"/>
          </a:p>
        </p:txBody>
      </p:sp>
      <p:pic>
        <p:nvPicPr>
          <p:cNvPr id="1703" name="Google Shape;1703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2212" y="3279869"/>
            <a:ext cx="845025" cy="81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87"/>
          <p:cNvSpPr/>
          <p:nvPr/>
        </p:nvSpPr>
        <p:spPr>
          <a:xfrm>
            <a:off x="829476" y="1651116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87"/>
          <p:cNvSpPr/>
          <p:nvPr/>
        </p:nvSpPr>
        <p:spPr>
          <a:xfrm>
            <a:off x="647197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6" name="Google Shape;1706;p87"/>
          <p:cNvSpPr/>
          <p:nvPr/>
        </p:nvSpPr>
        <p:spPr>
          <a:xfrm>
            <a:off x="963998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7" name="Google Shape;1707;p87"/>
          <p:cNvSpPr/>
          <p:nvPr/>
        </p:nvSpPr>
        <p:spPr>
          <a:xfrm flipH="1">
            <a:off x="2337436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87"/>
          <p:cNvSpPr/>
          <p:nvPr/>
        </p:nvSpPr>
        <p:spPr>
          <a:xfrm flipH="1">
            <a:off x="2020635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9" name="Google Shape;1709;p87"/>
          <p:cNvSpPr txBox="1"/>
          <p:nvPr>
            <p:ph type="body" idx="1"/>
          </p:nvPr>
        </p:nvSpPr>
        <p:spPr>
          <a:xfrm>
            <a:off x="1006257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10" name="Google Shape;1710;p87"/>
          <p:cNvSpPr txBox="1"/>
          <p:nvPr>
            <p:ph type="body" idx="1"/>
          </p:nvPr>
        </p:nvSpPr>
        <p:spPr>
          <a:xfrm>
            <a:off x="2106744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11" name="Google Shape;1711;p87"/>
          <p:cNvSpPr txBox="1"/>
          <p:nvPr>
            <p:ph type="body" idx="1"/>
          </p:nvPr>
        </p:nvSpPr>
        <p:spPr>
          <a:xfrm>
            <a:off x="1796218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12" name="Google Shape;1712;p87"/>
          <p:cNvSpPr txBox="1"/>
          <p:nvPr>
            <p:ph type="body" idx="1"/>
          </p:nvPr>
        </p:nvSpPr>
        <p:spPr>
          <a:xfrm>
            <a:off x="1145052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13" name="Google Shape;1713;p87"/>
          <p:cNvSpPr txBox="1"/>
          <p:nvPr>
            <p:ph type="body" idx="1"/>
          </p:nvPr>
        </p:nvSpPr>
        <p:spPr>
          <a:xfrm>
            <a:off x="1572179" y="22066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714" name="Google Shape;1714;p87"/>
          <p:cNvSpPr/>
          <p:nvPr/>
        </p:nvSpPr>
        <p:spPr>
          <a:xfrm rot="10800000">
            <a:off x="3570257" y="1650251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87"/>
          <p:cNvSpPr/>
          <p:nvPr/>
        </p:nvSpPr>
        <p:spPr>
          <a:xfrm rot="10800000">
            <a:off x="5080636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87"/>
          <p:cNvSpPr/>
          <p:nvPr/>
        </p:nvSpPr>
        <p:spPr>
          <a:xfrm rot="10800000">
            <a:off x="4763835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87"/>
          <p:cNvSpPr/>
          <p:nvPr/>
        </p:nvSpPr>
        <p:spPr>
          <a:xfrm rot="10800000" flipH="1">
            <a:off x="3390397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87"/>
          <p:cNvSpPr/>
          <p:nvPr/>
        </p:nvSpPr>
        <p:spPr>
          <a:xfrm rot="10800000" flipH="1">
            <a:off x="3707198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87"/>
          <p:cNvSpPr txBox="1"/>
          <p:nvPr>
            <p:ph type="body" idx="1"/>
          </p:nvPr>
        </p:nvSpPr>
        <p:spPr>
          <a:xfrm>
            <a:off x="3749457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20" name="Google Shape;1720;p87"/>
          <p:cNvSpPr txBox="1"/>
          <p:nvPr>
            <p:ph type="body" idx="1"/>
          </p:nvPr>
        </p:nvSpPr>
        <p:spPr>
          <a:xfrm>
            <a:off x="4849944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21" name="Google Shape;1721;p87"/>
          <p:cNvSpPr txBox="1"/>
          <p:nvPr>
            <p:ph type="body" idx="1"/>
          </p:nvPr>
        </p:nvSpPr>
        <p:spPr>
          <a:xfrm>
            <a:off x="4539418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22" name="Google Shape;1722;p87"/>
          <p:cNvSpPr txBox="1"/>
          <p:nvPr>
            <p:ph type="body" idx="1"/>
          </p:nvPr>
        </p:nvSpPr>
        <p:spPr>
          <a:xfrm>
            <a:off x="3888252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23" name="Google Shape;1723;p87"/>
          <p:cNvSpPr txBox="1"/>
          <p:nvPr>
            <p:ph type="body" idx="1"/>
          </p:nvPr>
        </p:nvSpPr>
        <p:spPr>
          <a:xfrm>
            <a:off x="4315379" y="20542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724" name="Google Shape;1724;p87"/>
          <p:cNvSpPr txBox="1"/>
          <p:nvPr>
            <p:ph type="body" idx="1"/>
          </p:nvPr>
        </p:nvSpPr>
        <p:spPr>
          <a:xfrm>
            <a:off x="2702217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25" name="Google Shape;1725;p87"/>
          <p:cNvSpPr txBox="1"/>
          <p:nvPr>
            <p:ph type="body" idx="1"/>
          </p:nvPr>
        </p:nvSpPr>
        <p:spPr>
          <a:xfrm>
            <a:off x="3435353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26" name="Google Shape;1726;p87"/>
          <p:cNvSpPr txBox="1"/>
          <p:nvPr>
            <p:ph type="body" idx="1"/>
          </p:nvPr>
        </p:nvSpPr>
        <p:spPr>
          <a:xfrm>
            <a:off x="4197353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27" name="Google Shape;1727;p87"/>
          <p:cNvSpPr txBox="1"/>
          <p:nvPr>
            <p:ph type="body" idx="1"/>
          </p:nvPr>
        </p:nvSpPr>
        <p:spPr>
          <a:xfrm>
            <a:off x="4912017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cxnSp>
        <p:nvCxnSpPr>
          <p:cNvPr id="1728" name="Google Shape;1728;p87"/>
          <p:cNvCxnSpPr/>
          <p:nvPr/>
        </p:nvCxnSpPr>
        <p:spPr>
          <a:xfrm>
            <a:off x="3921505" y="2766626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9" name="Google Shape;1729;p87"/>
          <p:cNvCxnSpPr/>
          <p:nvPr/>
        </p:nvCxnSpPr>
        <p:spPr>
          <a:xfrm>
            <a:off x="4596995" y="2766515"/>
            <a:ext cx="2892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0" name="Google Shape;1730;p87"/>
          <p:cNvSpPr txBox="1"/>
          <p:nvPr>
            <p:ph type="body" idx="1"/>
          </p:nvPr>
        </p:nvSpPr>
        <p:spPr>
          <a:xfrm>
            <a:off x="2702217" y="3688964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31" name="Google Shape;1731;p87"/>
          <p:cNvSpPr txBox="1"/>
          <p:nvPr>
            <p:ph type="body" idx="1"/>
          </p:nvPr>
        </p:nvSpPr>
        <p:spPr>
          <a:xfrm>
            <a:off x="3435353" y="3688964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35" name="Shape 1735"/>
        <p:cNvGrpSpPr/>
        <p:nvPr/>
      </p:nvGrpSpPr>
      <p:grpSpPr>
        <a:xfrm>
          <a:off x="0" y="0"/>
          <a:ext cx="0" cy="0"/>
        </a:xfrm>
      </p:grpSpPr>
      <p:pic>
        <p:nvPicPr>
          <p:cNvPr id="1736" name="Google Shape;173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835362" y="1910353"/>
            <a:ext cx="2537344" cy="128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88"/>
          <p:cNvSpPr txBox="1"/>
          <p:nvPr>
            <p:ph type="body" idx="1"/>
          </p:nvPr>
        </p:nvSpPr>
        <p:spPr>
          <a:xfrm>
            <a:off x="324000" y="759300"/>
            <a:ext cx="8496000" cy="75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table can be used to check that two shapes have the same angles in the same order.</a:t>
            </a:r>
            <a:endParaRPr sz="2000"/>
          </a:p>
        </p:txBody>
      </p:sp>
      <p:sp>
        <p:nvSpPr>
          <p:cNvPr id="1738" name="Google Shape;173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graphicFrame>
        <p:nvGraphicFramePr>
          <p:cNvPr id="1739" name="Google Shape;1739;p88"/>
          <p:cNvGraphicFramePr>
            <a:graphicFrameLocks noGrp="1"/>
          </p:cNvGraphicFramePr>
          <p:nvPr/>
        </p:nvGraphicFramePr>
        <p:xfrm>
          <a:off x="800100" y="318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23325"/>
                <a:gridCol w="750225"/>
                <a:gridCol w="750225"/>
                <a:gridCol w="750225"/>
                <a:gridCol w="7502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40" name="Google Shape;1740;p88"/>
          <p:cNvSpPr txBox="1"/>
          <p:nvPr/>
        </p:nvSpPr>
        <p:spPr>
          <a:xfrm>
            <a:off x="7792082" y="40891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88"/>
          <p:cNvSpPr txBox="1"/>
          <p:nvPr>
            <p:ph type="body" idx="1"/>
          </p:nvPr>
        </p:nvSpPr>
        <p:spPr>
          <a:xfrm>
            <a:off x="5974725" y="2068050"/>
            <a:ext cx="2310600" cy="70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 can fill in the table in such a way that all the angles match up.</a:t>
            </a:r>
            <a:endParaRPr sz="1600"/>
          </a:p>
        </p:txBody>
      </p:sp>
      <p:pic>
        <p:nvPicPr>
          <p:cNvPr id="1742" name="Google Shape;1742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2212" y="3279869"/>
            <a:ext cx="845025" cy="81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88"/>
          <p:cNvSpPr/>
          <p:nvPr/>
        </p:nvSpPr>
        <p:spPr>
          <a:xfrm>
            <a:off x="829476" y="1651116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88"/>
          <p:cNvSpPr/>
          <p:nvPr/>
        </p:nvSpPr>
        <p:spPr>
          <a:xfrm>
            <a:off x="647197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88"/>
          <p:cNvSpPr/>
          <p:nvPr/>
        </p:nvSpPr>
        <p:spPr>
          <a:xfrm>
            <a:off x="963998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88"/>
          <p:cNvSpPr/>
          <p:nvPr/>
        </p:nvSpPr>
        <p:spPr>
          <a:xfrm flipH="1">
            <a:off x="2337436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88"/>
          <p:cNvSpPr/>
          <p:nvPr/>
        </p:nvSpPr>
        <p:spPr>
          <a:xfrm flipH="1">
            <a:off x="2020635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88"/>
          <p:cNvSpPr txBox="1"/>
          <p:nvPr>
            <p:ph type="body" idx="1"/>
          </p:nvPr>
        </p:nvSpPr>
        <p:spPr>
          <a:xfrm>
            <a:off x="1006257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49" name="Google Shape;1749;p88"/>
          <p:cNvSpPr txBox="1"/>
          <p:nvPr>
            <p:ph type="body" idx="1"/>
          </p:nvPr>
        </p:nvSpPr>
        <p:spPr>
          <a:xfrm>
            <a:off x="2106744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50" name="Google Shape;1750;p88"/>
          <p:cNvSpPr txBox="1"/>
          <p:nvPr>
            <p:ph type="body" idx="1"/>
          </p:nvPr>
        </p:nvSpPr>
        <p:spPr>
          <a:xfrm>
            <a:off x="1796218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51" name="Google Shape;1751;p88"/>
          <p:cNvSpPr txBox="1"/>
          <p:nvPr>
            <p:ph type="body" idx="1"/>
          </p:nvPr>
        </p:nvSpPr>
        <p:spPr>
          <a:xfrm>
            <a:off x="1145052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52" name="Google Shape;1752;p88"/>
          <p:cNvSpPr txBox="1"/>
          <p:nvPr>
            <p:ph type="body" idx="1"/>
          </p:nvPr>
        </p:nvSpPr>
        <p:spPr>
          <a:xfrm>
            <a:off x="1572179" y="22066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753" name="Google Shape;1753;p88"/>
          <p:cNvSpPr/>
          <p:nvPr/>
        </p:nvSpPr>
        <p:spPr>
          <a:xfrm rot="10800000">
            <a:off x="3570257" y="1650251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4" name="Google Shape;1754;p88"/>
          <p:cNvSpPr/>
          <p:nvPr/>
        </p:nvSpPr>
        <p:spPr>
          <a:xfrm rot="10800000">
            <a:off x="5080636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88"/>
          <p:cNvSpPr/>
          <p:nvPr/>
        </p:nvSpPr>
        <p:spPr>
          <a:xfrm rot="10800000">
            <a:off x="4763835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6" name="Google Shape;1756;p88"/>
          <p:cNvSpPr/>
          <p:nvPr/>
        </p:nvSpPr>
        <p:spPr>
          <a:xfrm rot="10800000" flipH="1">
            <a:off x="3390397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7" name="Google Shape;1757;p88"/>
          <p:cNvSpPr/>
          <p:nvPr/>
        </p:nvSpPr>
        <p:spPr>
          <a:xfrm rot="10800000" flipH="1">
            <a:off x="3707198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88"/>
          <p:cNvSpPr txBox="1"/>
          <p:nvPr>
            <p:ph type="body" idx="1"/>
          </p:nvPr>
        </p:nvSpPr>
        <p:spPr>
          <a:xfrm>
            <a:off x="3749457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59" name="Google Shape;1759;p88"/>
          <p:cNvSpPr txBox="1"/>
          <p:nvPr>
            <p:ph type="body" idx="1"/>
          </p:nvPr>
        </p:nvSpPr>
        <p:spPr>
          <a:xfrm>
            <a:off x="4849944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60" name="Google Shape;1760;p88"/>
          <p:cNvSpPr txBox="1"/>
          <p:nvPr>
            <p:ph type="body" idx="1"/>
          </p:nvPr>
        </p:nvSpPr>
        <p:spPr>
          <a:xfrm>
            <a:off x="4539418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61" name="Google Shape;1761;p88"/>
          <p:cNvSpPr txBox="1"/>
          <p:nvPr>
            <p:ph type="body" idx="1"/>
          </p:nvPr>
        </p:nvSpPr>
        <p:spPr>
          <a:xfrm>
            <a:off x="3888252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62" name="Google Shape;1762;p88"/>
          <p:cNvSpPr txBox="1"/>
          <p:nvPr>
            <p:ph type="body" idx="1"/>
          </p:nvPr>
        </p:nvSpPr>
        <p:spPr>
          <a:xfrm>
            <a:off x="4315379" y="20542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763" name="Google Shape;1763;p88"/>
          <p:cNvSpPr txBox="1"/>
          <p:nvPr>
            <p:ph type="body" idx="1"/>
          </p:nvPr>
        </p:nvSpPr>
        <p:spPr>
          <a:xfrm>
            <a:off x="2702217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64" name="Google Shape;1764;p88"/>
          <p:cNvSpPr txBox="1"/>
          <p:nvPr>
            <p:ph type="body" idx="1"/>
          </p:nvPr>
        </p:nvSpPr>
        <p:spPr>
          <a:xfrm>
            <a:off x="3435353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65" name="Google Shape;1765;p88"/>
          <p:cNvSpPr txBox="1"/>
          <p:nvPr>
            <p:ph type="body" idx="1"/>
          </p:nvPr>
        </p:nvSpPr>
        <p:spPr>
          <a:xfrm>
            <a:off x="4197353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66" name="Google Shape;1766;p88"/>
          <p:cNvSpPr txBox="1"/>
          <p:nvPr>
            <p:ph type="body" idx="1"/>
          </p:nvPr>
        </p:nvSpPr>
        <p:spPr>
          <a:xfrm>
            <a:off x="4912017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cxnSp>
        <p:nvCxnSpPr>
          <p:cNvPr id="1767" name="Google Shape;1767;p88"/>
          <p:cNvCxnSpPr/>
          <p:nvPr/>
        </p:nvCxnSpPr>
        <p:spPr>
          <a:xfrm>
            <a:off x="3921505" y="2766626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8" name="Google Shape;1768;p88"/>
          <p:cNvCxnSpPr/>
          <p:nvPr/>
        </p:nvCxnSpPr>
        <p:spPr>
          <a:xfrm>
            <a:off x="4596995" y="2766515"/>
            <a:ext cx="2892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9" name="Google Shape;1769;p88"/>
          <p:cNvSpPr txBox="1"/>
          <p:nvPr>
            <p:ph type="body" idx="1"/>
          </p:nvPr>
        </p:nvSpPr>
        <p:spPr>
          <a:xfrm>
            <a:off x="2702217" y="3688964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70" name="Google Shape;1770;p88"/>
          <p:cNvSpPr txBox="1"/>
          <p:nvPr>
            <p:ph type="body" idx="1"/>
          </p:nvPr>
        </p:nvSpPr>
        <p:spPr>
          <a:xfrm>
            <a:off x="3435353" y="3688964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71" name="Google Shape;1771;p88"/>
          <p:cNvSpPr txBox="1"/>
          <p:nvPr>
            <p:ph type="body" idx="1"/>
          </p:nvPr>
        </p:nvSpPr>
        <p:spPr>
          <a:xfrm>
            <a:off x="4197353" y="3689734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72" name="Google Shape;1772;p88"/>
          <p:cNvSpPr txBox="1"/>
          <p:nvPr>
            <p:ph type="body" idx="1"/>
          </p:nvPr>
        </p:nvSpPr>
        <p:spPr>
          <a:xfrm>
            <a:off x="4912017" y="3689734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73" name="Google Shape;1773;p88"/>
          <p:cNvSpPr txBox="1"/>
          <p:nvPr>
            <p:ph type="body" idx="1"/>
          </p:nvPr>
        </p:nvSpPr>
        <p:spPr>
          <a:xfrm>
            <a:off x="799675" y="4190950"/>
            <a:ext cx="5627400" cy="75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shapes have the same angles in the same order, so they could be either </a:t>
            </a:r>
            <a:r>
              <a:rPr lang="en-GB" sz="1800">
                <a:solidFill>
                  <a:schemeClr val="accent5"/>
                </a:solidFill>
              </a:rPr>
              <a:t>congruent or similar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7" name="Shape 1777"/>
        <p:cNvGrpSpPr/>
        <p:nvPr/>
      </p:nvGrpSpPr>
      <p:grpSpPr>
        <a:xfrm>
          <a:off x="0" y="0"/>
          <a:ext cx="0" cy="0"/>
        </a:xfrm>
      </p:grpSpPr>
      <p:sp>
        <p:nvSpPr>
          <p:cNvPr id="1778" name="Google Shape;1778;p89"/>
          <p:cNvSpPr txBox="1"/>
          <p:nvPr>
            <p:ph type="body" idx="1"/>
          </p:nvPr>
        </p:nvSpPr>
        <p:spPr>
          <a:xfrm>
            <a:off x="324000" y="759300"/>
            <a:ext cx="8496000" cy="75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 table can be used to check that two shapes have the same angles in the same order.</a:t>
            </a:r>
            <a:endParaRPr sz="2000"/>
          </a:p>
        </p:txBody>
      </p:sp>
      <p:sp>
        <p:nvSpPr>
          <p:cNvPr id="1779" name="Google Shape;177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graphicFrame>
        <p:nvGraphicFramePr>
          <p:cNvPr id="1780" name="Google Shape;1780;p89"/>
          <p:cNvGraphicFramePr>
            <a:graphicFrameLocks noGrp="1"/>
          </p:cNvGraphicFramePr>
          <p:nvPr/>
        </p:nvGraphicFramePr>
        <p:xfrm>
          <a:off x="800100" y="318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23325"/>
                <a:gridCol w="750225"/>
                <a:gridCol w="750225"/>
                <a:gridCol w="750225"/>
                <a:gridCol w="7502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81" name="Google Shape;1781;p89"/>
          <p:cNvSpPr txBox="1"/>
          <p:nvPr/>
        </p:nvSpPr>
        <p:spPr>
          <a:xfrm>
            <a:off x="7792082" y="40891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2" name="Google Shape;178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2212" y="3279869"/>
            <a:ext cx="845025" cy="81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783" name="Google Shape;1783;p89"/>
          <p:cNvSpPr/>
          <p:nvPr/>
        </p:nvSpPr>
        <p:spPr>
          <a:xfrm>
            <a:off x="829476" y="1651116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89"/>
          <p:cNvSpPr/>
          <p:nvPr/>
        </p:nvSpPr>
        <p:spPr>
          <a:xfrm>
            <a:off x="647197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89"/>
          <p:cNvSpPr/>
          <p:nvPr/>
        </p:nvSpPr>
        <p:spPr>
          <a:xfrm>
            <a:off x="963998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89"/>
          <p:cNvSpPr/>
          <p:nvPr/>
        </p:nvSpPr>
        <p:spPr>
          <a:xfrm flipH="1">
            <a:off x="2337436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89"/>
          <p:cNvSpPr/>
          <p:nvPr/>
        </p:nvSpPr>
        <p:spPr>
          <a:xfrm flipH="1">
            <a:off x="2020635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89"/>
          <p:cNvSpPr txBox="1"/>
          <p:nvPr>
            <p:ph type="body" idx="1"/>
          </p:nvPr>
        </p:nvSpPr>
        <p:spPr>
          <a:xfrm>
            <a:off x="1006257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89" name="Google Shape;1789;p89"/>
          <p:cNvSpPr txBox="1"/>
          <p:nvPr>
            <p:ph type="body" idx="1"/>
          </p:nvPr>
        </p:nvSpPr>
        <p:spPr>
          <a:xfrm>
            <a:off x="2106744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90" name="Google Shape;1790;p89"/>
          <p:cNvSpPr txBox="1"/>
          <p:nvPr>
            <p:ph type="body" idx="1"/>
          </p:nvPr>
        </p:nvSpPr>
        <p:spPr>
          <a:xfrm>
            <a:off x="1796218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91" name="Google Shape;1791;p89"/>
          <p:cNvSpPr txBox="1"/>
          <p:nvPr>
            <p:ph type="body" idx="1"/>
          </p:nvPr>
        </p:nvSpPr>
        <p:spPr>
          <a:xfrm>
            <a:off x="1145052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792" name="Google Shape;1792;p89"/>
          <p:cNvSpPr txBox="1"/>
          <p:nvPr>
            <p:ph type="body" idx="1"/>
          </p:nvPr>
        </p:nvSpPr>
        <p:spPr>
          <a:xfrm>
            <a:off x="1572179" y="22066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793" name="Google Shape;1793;p89"/>
          <p:cNvSpPr/>
          <p:nvPr/>
        </p:nvSpPr>
        <p:spPr>
          <a:xfrm rot="10800000">
            <a:off x="3570257" y="1650251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89"/>
          <p:cNvSpPr/>
          <p:nvPr/>
        </p:nvSpPr>
        <p:spPr>
          <a:xfrm rot="10800000">
            <a:off x="5080636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89"/>
          <p:cNvSpPr/>
          <p:nvPr/>
        </p:nvSpPr>
        <p:spPr>
          <a:xfrm rot="10800000">
            <a:off x="4763835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89"/>
          <p:cNvSpPr/>
          <p:nvPr/>
        </p:nvSpPr>
        <p:spPr>
          <a:xfrm rot="10800000" flipH="1">
            <a:off x="3390397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89"/>
          <p:cNvSpPr/>
          <p:nvPr/>
        </p:nvSpPr>
        <p:spPr>
          <a:xfrm rot="10800000" flipH="1">
            <a:off x="3707198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89"/>
          <p:cNvSpPr txBox="1"/>
          <p:nvPr>
            <p:ph type="body" idx="1"/>
          </p:nvPr>
        </p:nvSpPr>
        <p:spPr>
          <a:xfrm>
            <a:off x="3749457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799" name="Google Shape;1799;p89"/>
          <p:cNvSpPr txBox="1"/>
          <p:nvPr>
            <p:ph type="body" idx="1"/>
          </p:nvPr>
        </p:nvSpPr>
        <p:spPr>
          <a:xfrm>
            <a:off x="4849944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800" name="Google Shape;1800;p89"/>
          <p:cNvSpPr txBox="1"/>
          <p:nvPr>
            <p:ph type="body" idx="1"/>
          </p:nvPr>
        </p:nvSpPr>
        <p:spPr>
          <a:xfrm>
            <a:off x="4539418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01" name="Google Shape;1801;p89"/>
          <p:cNvSpPr txBox="1"/>
          <p:nvPr>
            <p:ph type="body" idx="1"/>
          </p:nvPr>
        </p:nvSpPr>
        <p:spPr>
          <a:xfrm>
            <a:off x="3888252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02" name="Google Shape;1802;p89"/>
          <p:cNvSpPr txBox="1"/>
          <p:nvPr>
            <p:ph type="body" idx="1"/>
          </p:nvPr>
        </p:nvSpPr>
        <p:spPr>
          <a:xfrm>
            <a:off x="4315379" y="20542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803" name="Google Shape;1803;p89"/>
          <p:cNvSpPr txBox="1"/>
          <p:nvPr>
            <p:ph type="body" idx="1"/>
          </p:nvPr>
        </p:nvSpPr>
        <p:spPr>
          <a:xfrm>
            <a:off x="2702217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04" name="Google Shape;1804;p89"/>
          <p:cNvSpPr txBox="1"/>
          <p:nvPr>
            <p:ph type="body" idx="1"/>
          </p:nvPr>
        </p:nvSpPr>
        <p:spPr>
          <a:xfrm>
            <a:off x="3435353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05" name="Google Shape;1805;p89"/>
          <p:cNvSpPr txBox="1"/>
          <p:nvPr>
            <p:ph type="body" idx="1"/>
          </p:nvPr>
        </p:nvSpPr>
        <p:spPr>
          <a:xfrm>
            <a:off x="4197353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806" name="Google Shape;1806;p89"/>
          <p:cNvSpPr txBox="1"/>
          <p:nvPr>
            <p:ph type="body" idx="1"/>
          </p:nvPr>
        </p:nvSpPr>
        <p:spPr>
          <a:xfrm>
            <a:off x="4912017" y="32798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cxnSp>
        <p:nvCxnSpPr>
          <p:cNvPr id="1807" name="Google Shape;1807;p89"/>
          <p:cNvCxnSpPr/>
          <p:nvPr/>
        </p:nvCxnSpPr>
        <p:spPr>
          <a:xfrm>
            <a:off x="3921505" y="2766626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8" name="Google Shape;1808;p89"/>
          <p:cNvCxnSpPr/>
          <p:nvPr/>
        </p:nvCxnSpPr>
        <p:spPr>
          <a:xfrm>
            <a:off x="4596995" y="2766515"/>
            <a:ext cx="2892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9" name="Google Shape;1809;p89"/>
          <p:cNvSpPr txBox="1"/>
          <p:nvPr>
            <p:ph type="body" idx="1"/>
          </p:nvPr>
        </p:nvSpPr>
        <p:spPr>
          <a:xfrm>
            <a:off x="2702217" y="3688964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10" name="Google Shape;1810;p89"/>
          <p:cNvSpPr txBox="1"/>
          <p:nvPr>
            <p:ph type="body" idx="1"/>
          </p:nvPr>
        </p:nvSpPr>
        <p:spPr>
          <a:xfrm>
            <a:off x="3435353" y="3688964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11" name="Google Shape;1811;p89"/>
          <p:cNvSpPr txBox="1"/>
          <p:nvPr>
            <p:ph type="body" idx="1"/>
          </p:nvPr>
        </p:nvSpPr>
        <p:spPr>
          <a:xfrm>
            <a:off x="4197353" y="3689734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812" name="Google Shape;1812;p89"/>
          <p:cNvSpPr txBox="1"/>
          <p:nvPr>
            <p:ph type="body" idx="1"/>
          </p:nvPr>
        </p:nvSpPr>
        <p:spPr>
          <a:xfrm>
            <a:off x="4912017" y="3689734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813" name="Google Shape;1813;p89"/>
          <p:cNvSpPr txBox="1"/>
          <p:nvPr>
            <p:ph type="body" idx="1"/>
          </p:nvPr>
        </p:nvSpPr>
        <p:spPr>
          <a:xfrm>
            <a:off x="799675" y="4190950"/>
            <a:ext cx="5627400" cy="75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shapes have the same angles in the same order, so they could be either </a:t>
            </a:r>
            <a:r>
              <a:rPr lang="en-GB" sz="1800">
                <a:solidFill>
                  <a:schemeClr val="accent5"/>
                </a:solidFill>
              </a:rPr>
              <a:t>congruent or similar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1814" name="Google Shape;181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760127" y="1722200"/>
            <a:ext cx="2696648" cy="1524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Google Shape;1815;p89"/>
          <p:cNvSpPr txBox="1"/>
          <p:nvPr>
            <p:ph type="body" idx="1"/>
          </p:nvPr>
        </p:nvSpPr>
        <p:spPr>
          <a:xfrm>
            <a:off x="5984254" y="1825406"/>
            <a:ext cx="2337300" cy="11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I’ll need to know some </a:t>
            </a:r>
            <a:r>
              <a:rPr lang="en-GB" sz="1600">
                <a:solidFill>
                  <a:schemeClr val="accent5"/>
                </a:solidFill>
              </a:rPr>
              <a:t>lengths</a:t>
            </a:r>
            <a:r>
              <a:rPr lang="en-GB" sz="1600"/>
              <a:t> before I can determine if they are congruent or similar.</a:t>
            </a:r>
            <a:endParaRPr sz="1600"/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19" name="Shape 1819"/>
        <p:cNvGrpSpPr/>
        <p:nvPr/>
      </p:nvGrpSpPr>
      <p:grpSpPr>
        <a:xfrm>
          <a:off x="0" y="0"/>
          <a:ext cx="0" cy="0"/>
        </a:xfrm>
      </p:grpSpPr>
      <p:sp>
        <p:nvSpPr>
          <p:cNvPr id="1820" name="Google Shape;1820;p90"/>
          <p:cNvSpPr txBox="1"/>
          <p:nvPr>
            <p:ph type="body" idx="1"/>
          </p:nvPr>
        </p:nvSpPr>
        <p:spPr>
          <a:xfrm>
            <a:off x="324000" y="759300"/>
            <a:ext cx="84960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table can be used to check multiplicatives relationships between lengths.</a:t>
            </a:r>
            <a:endParaRPr sz="1800"/>
          </a:p>
        </p:txBody>
      </p:sp>
      <p:sp>
        <p:nvSpPr>
          <p:cNvPr id="1821" name="Google Shape;182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graphicFrame>
        <p:nvGraphicFramePr>
          <p:cNvPr id="1822" name="Google Shape;1822;p90"/>
          <p:cNvGraphicFramePr>
            <a:graphicFrameLocks noGrp="1"/>
          </p:cNvGraphicFramePr>
          <p:nvPr/>
        </p:nvGraphicFramePr>
        <p:xfrm>
          <a:off x="800100" y="340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23325"/>
                <a:gridCol w="750225"/>
                <a:gridCol w="750225"/>
                <a:gridCol w="750225"/>
                <a:gridCol w="7502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23" name="Google Shape;1823;p90"/>
          <p:cNvSpPr txBox="1"/>
          <p:nvPr/>
        </p:nvSpPr>
        <p:spPr>
          <a:xfrm>
            <a:off x="7792082" y="40891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4" name="Google Shape;1824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2212" y="3279869"/>
            <a:ext cx="845025" cy="81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90"/>
          <p:cNvSpPr/>
          <p:nvPr/>
        </p:nvSpPr>
        <p:spPr>
          <a:xfrm>
            <a:off x="829476" y="1651116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6" name="Google Shape;1826;p90"/>
          <p:cNvSpPr/>
          <p:nvPr/>
        </p:nvSpPr>
        <p:spPr>
          <a:xfrm>
            <a:off x="647197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7" name="Google Shape;1827;p90"/>
          <p:cNvSpPr/>
          <p:nvPr/>
        </p:nvSpPr>
        <p:spPr>
          <a:xfrm>
            <a:off x="963998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8" name="Google Shape;1828;p90"/>
          <p:cNvSpPr/>
          <p:nvPr/>
        </p:nvSpPr>
        <p:spPr>
          <a:xfrm flipH="1">
            <a:off x="2337436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9" name="Google Shape;1829;p90"/>
          <p:cNvSpPr/>
          <p:nvPr/>
        </p:nvSpPr>
        <p:spPr>
          <a:xfrm flipH="1">
            <a:off x="2020635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0" name="Google Shape;1830;p90"/>
          <p:cNvSpPr txBox="1"/>
          <p:nvPr>
            <p:ph type="body" idx="1"/>
          </p:nvPr>
        </p:nvSpPr>
        <p:spPr>
          <a:xfrm>
            <a:off x="1006257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831" name="Google Shape;1831;p90"/>
          <p:cNvSpPr txBox="1"/>
          <p:nvPr>
            <p:ph type="body" idx="1"/>
          </p:nvPr>
        </p:nvSpPr>
        <p:spPr>
          <a:xfrm>
            <a:off x="2106744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832" name="Google Shape;1832;p90"/>
          <p:cNvSpPr txBox="1"/>
          <p:nvPr>
            <p:ph type="body" idx="1"/>
          </p:nvPr>
        </p:nvSpPr>
        <p:spPr>
          <a:xfrm>
            <a:off x="1796218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33" name="Google Shape;1833;p90"/>
          <p:cNvSpPr txBox="1"/>
          <p:nvPr>
            <p:ph type="body" idx="1"/>
          </p:nvPr>
        </p:nvSpPr>
        <p:spPr>
          <a:xfrm>
            <a:off x="1145052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34" name="Google Shape;1834;p90"/>
          <p:cNvSpPr txBox="1"/>
          <p:nvPr>
            <p:ph type="body" idx="1"/>
          </p:nvPr>
        </p:nvSpPr>
        <p:spPr>
          <a:xfrm>
            <a:off x="1572179" y="22066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835" name="Google Shape;1835;p90"/>
          <p:cNvSpPr/>
          <p:nvPr/>
        </p:nvSpPr>
        <p:spPr>
          <a:xfrm rot="10800000">
            <a:off x="3570257" y="1650251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90"/>
          <p:cNvSpPr/>
          <p:nvPr/>
        </p:nvSpPr>
        <p:spPr>
          <a:xfrm rot="10800000">
            <a:off x="5080636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90"/>
          <p:cNvSpPr/>
          <p:nvPr/>
        </p:nvSpPr>
        <p:spPr>
          <a:xfrm rot="10800000">
            <a:off x="4763835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90"/>
          <p:cNvSpPr/>
          <p:nvPr/>
        </p:nvSpPr>
        <p:spPr>
          <a:xfrm rot="10800000" flipH="1">
            <a:off x="3390397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90"/>
          <p:cNvSpPr/>
          <p:nvPr/>
        </p:nvSpPr>
        <p:spPr>
          <a:xfrm rot="10800000" flipH="1">
            <a:off x="3707198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90"/>
          <p:cNvSpPr txBox="1"/>
          <p:nvPr>
            <p:ph type="body" idx="1"/>
          </p:nvPr>
        </p:nvSpPr>
        <p:spPr>
          <a:xfrm>
            <a:off x="3749457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841" name="Google Shape;1841;p90"/>
          <p:cNvSpPr txBox="1"/>
          <p:nvPr>
            <p:ph type="body" idx="1"/>
          </p:nvPr>
        </p:nvSpPr>
        <p:spPr>
          <a:xfrm>
            <a:off x="4849944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842" name="Google Shape;1842;p90"/>
          <p:cNvSpPr txBox="1"/>
          <p:nvPr>
            <p:ph type="body" idx="1"/>
          </p:nvPr>
        </p:nvSpPr>
        <p:spPr>
          <a:xfrm>
            <a:off x="4539418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43" name="Google Shape;1843;p90"/>
          <p:cNvSpPr txBox="1"/>
          <p:nvPr>
            <p:ph type="body" idx="1"/>
          </p:nvPr>
        </p:nvSpPr>
        <p:spPr>
          <a:xfrm>
            <a:off x="3888252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44" name="Google Shape;1844;p90"/>
          <p:cNvSpPr txBox="1"/>
          <p:nvPr>
            <p:ph type="body" idx="1"/>
          </p:nvPr>
        </p:nvSpPr>
        <p:spPr>
          <a:xfrm>
            <a:off x="4315379" y="20542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845" name="Google Shape;1845;p90"/>
          <p:cNvSpPr txBox="1"/>
          <p:nvPr>
            <p:ph type="body" idx="1"/>
          </p:nvPr>
        </p:nvSpPr>
        <p:spPr>
          <a:xfrm>
            <a:off x="2702217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46" name="Google Shape;1846;p90"/>
          <p:cNvSpPr txBox="1"/>
          <p:nvPr>
            <p:ph type="body" idx="1"/>
          </p:nvPr>
        </p:nvSpPr>
        <p:spPr>
          <a:xfrm>
            <a:off x="3435353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47" name="Google Shape;1847;p90"/>
          <p:cNvSpPr txBox="1"/>
          <p:nvPr>
            <p:ph type="body" idx="1"/>
          </p:nvPr>
        </p:nvSpPr>
        <p:spPr>
          <a:xfrm>
            <a:off x="4197353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848" name="Google Shape;1848;p90"/>
          <p:cNvSpPr txBox="1"/>
          <p:nvPr>
            <p:ph type="body" idx="1"/>
          </p:nvPr>
        </p:nvSpPr>
        <p:spPr>
          <a:xfrm>
            <a:off x="4912017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pic>
        <p:nvPicPr>
          <p:cNvPr id="1849" name="Google Shape;1849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760127" y="1620000"/>
            <a:ext cx="2917248" cy="162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0" name="Google Shape;1850;p90"/>
          <p:cNvSpPr txBox="1"/>
          <p:nvPr>
            <p:ph type="body" idx="1"/>
          </p:nvPr>
        </p:nvSpPr>
        <p:spPr>
          <a:xfrm>
            <a:off x="5965000" y="1749200"/>
            <a:ext cx="2588400" cy="6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edge between the two 100° angles is 6m.</a:t>
            </a:r>
            <a:endParaRPr sz="1600"/>
          </a:p>
        </p:txBody>
      </p:sp>
      <p:graphicFrame>
        <p:nvGraphicFramePr>
          <p:cNvPr id="1851" name="Google Shape;1851;p90"/>
          <p:cNvGraphicFramePr>
            <a:graphicFrameLocks noGrp="1"/>
          </p:cNvGraphicFramePr>
          <p:nvPr/>
        </p:nvGraphicFramePr>
        <p:xfrm>
          <a:off x="799355" y="3836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2204850"/>
                <a:gridCol w="678400"/>
                <a:gridCol w="738350"/>
                <a:gridCol w="738350"/>
                <a:gridCol w="7383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852" name="Google Shape;1852;p90"/>
          <p:cNvCxnSpPr/>
          <p:nvPr/>
        </p:nvCxnSpPr>
        <p:spPr>
          <a:xfrm rot="10800000">
            <a:off x="1144951" y="1513804"/>
            <a:ext cx="1096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53" name="Google Shape;1853;p90"/>
          <p:cNvSpPr txBox="1"/>
          <p:nvPr>
            <p:ph type="body" idx="1"/>
          </p:nvPr>
        </p:nvSpPr>
        <p:spPr>
          <a:xfrm flipH="1">
            <a:off x="1516586" y="1271508"/>
            <a:ext cx="390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cxnSp>
        <p:nvCxnSpPr>
          <p:cNvPr id="1854" name="Google Shape;1854;p90"/>
          <p:cNvCxnSpPr/>
          <p:nvPr/>
        </p:nvCxnSpPr>
        <p:spPr>
          <a:xfrm rot="10800000">
            <a:off x="3583450" y="1513800"/>
            <a:ext cx="1698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55" name="Google Shape;1855;p90"/>
          <p:cNvSpPr txBox="1"/>
          <p:nvPr>
            <p:ph type="body" idx="1"/>
          </p:nvPr>
        </p:nvSpPr>
        <p:spPr>
          <a:xfrm flipH="1">
            <a:off x="4183571" y="127150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cxnSp>
        <p:nvCxnSpPr>
          <p:cNvPr id="1856" name="Google Shape;1856;p90"/>
          <p:cNvCxnSpPr/>
          <p:nvPr/>
        </p:nvCxnSpPr>
        <p:spPr>
          <a:xfrm rot="10800000">
            <a:off x="792938" y="3056286"/>
            <a:ext cx="1782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57" name="Google Shape;1857;p90"/>
          <p:cNvSpPr txBox="1"/>
          <p:nvPr>
            <p:ph type="body" idx="1"/>
          </p:nvPr>
        </p:nvSpPr>
        <p:spPr>
          <a:xfrm flipH="1">
            <a:off x="1511417" y="3052211"/>
            <a:ext cx="634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cxnSp>
        <p:nvCxnSpPr>
          <p:cNvPr id="1858" name="Google Shape;1858;p90"/>
          <p:cNvCxnSpPr/>
          <p:nvPr/>
        </p:nvCxnSpPr>
        <p:spPr>
          <a:xfrm rot="10800000">
            <a:off x="3917145" y="3056275"/>
            <a:ext cx="1096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59" name="Google Shape;1859;p90"/>
          <p:cNvSpPr txBox="1"/>
          <p:nvPr>
            <p:ph type="body" idx="1"/>
          </p:nvPr>
        </p:nvSpPr>
        <p:spPr>
          <a:xfrm flipH="1">
            <a:off x="4283132" y="3052200"/>
            <a:ext cx="390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cxnSp>
        <p:nvCxnSpPr>
          <p:cNvPr id="1860" name="Google Shape;1860;p90"/>
          <p:cNvCxnSpPr/>
          <p:nvPr/>
        </p:nvCxnSpPr>
        <p:spPr>
          <a:xfrm rot="10800000">
            <a:off x="2357339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61" name="Google Shape;1861;p90"/>
          <p:cNvSpPr txBox="1"/>
          <p:nvPr>
            <p:ph type="body" idx="1"/>
          </p:nvPr>
        </p:nvSpPr>
        <p:spPr>
          <a:xfrm flipH="1">
            <a:off x="2502047" y="19854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cxnSp>
        <p:nvCxnSpPr>
          <p:cNvPr id="1862" name="Google Shape;1862;p90"/>
          <p:cNvCxnSpPr/>
          <p:nvPr/>
        </p:nvCxnSpPr>
        <p:spPr>
          <a:xfrm rot="10800000">
            <a:off x="3432990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63" name="Google Shape;1863;p90"/>
          <p:cNvCxnSpPr/>
          <p:nvPr/>
        </p:nvCxnSpPr>
        <p:spPr>
          <a:xfrm rot="10800000" flipH="1">
            <a:off x="680939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64" name="Google Shape;1864;p90"/>
          <p:cNvSpPr txBox="1"/>
          <p:nvPr>
            <p:ph type="body" idx="1"/>
          </p:nvPr>
        </p:nvSpPr>
        <p:spPr>
          <a:xfrm flipH="1">
            <a:off x="501605" y="19854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cxnSp>
        <p:nvCxnSpPr>
          <p:cNvPr id="1865" name="Google Shape;1865;p90"/>
          <p:cNvCxnSpPr/>
          <p:nvPr/>
        </p:nvCxnSpPr>
        <p:spPr>
          <a:xfrm rot="10800000" flipH="1">
            <a:off x="5100539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66" name="Google Shape;1866;p90"/>
          <p:cNvSpPr txBox="1"/>
          <p:nvPr>
            <p:ph type="body" idx="1"/>
          </p:nvPr>
        </p:nvSpPr>
        <p:spPr>
          <a:xfrm flipH="1">
            <a:off x="5302205" y="22902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1867" name="Google Shape;1867;p90"/>
          <p:cNvSpPr txBox="1"/>
          <p:nvPr>
            <p:ph type="body" idx="1"/>
          </p:nvPr>
        </p:nvSpPr>
        <p:spPr>
          <a:xfrm flipH="1">
            <a:off x="3226332" y="22902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cxnSp>
        <p:nvCxnSpPr>
          <p:cNvPr id="1868" name="Google Shape;1868;p90"/>
          <p:cNvCxnSpPr/>
          <p:nvPr/>
        </p:nvCxnSpPr>
        <p:spPr>
          <a:xfrm>
            <a:off x="1526986" y="1515876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9" name="Google Shape;1869;p90"/>
          <p:cNvCxnSpPr/>
          <p:nvPr/>
        </p:nvCxnSpPr>
        <p:spPr>
          <a:xfrm>
            <a:off x="1155608" y="2078139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0" name="Google Shape;1870;p90"/>
          <p:cNvCxnSpPr/>
          <p:nvPr/>
        </p:nvCxnSpPr>
        <p:spPr>
          <a:xfrm>
            <a:off x="1841408" y="2078139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1" name="Google Shape;1871;p90"/>
          <p:cNvCxnSpPr/>
          <p:nvPr/>
        </p:nvCxnSpPr>
        <p:spPr>
          <a:xfrm>
            <a:off x="2736565" y="3754539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2" name="Google Shape;1872;p90"/>
          <p:cNvCxnSpPr/>
          <p:nvPr/>
        </p:nvCxnSpPr>
        <p:spPr>
          <a:xfrm>
            <a:off x="3460850" y="3754539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3" name="Google Shape;1873;p90"/>
          <p:cNvSpPr txBox="1"/>
          <p:nvPr>
            <p:ph type="body" idx="1"/>
          </p:nvPr>
        </p:nvSpPr>
        <p:spPr>
          <a:xfrm flipH="1">
            <a:off x="3097514" y="3928879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874" name="Google Shape;1874;p90"/>
          <p:cNvSpPr txBox="1"/>
          <p:nvPr>
            <p:ph type="body" idx="1"/>
          </p:nvPr>
        </p:nvSpPr>
        <p:spPr>
          <a:xfrm flipH="1">
            <a:off x="3783314" y="3928879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875" name="Google Shape;1875;p90"/>
          <p:cNvSpPr txBox="1"/>
          <p:nvPr>
            <p:ph type="body" idx="1"/>
          </p:nvPr>
        </p:nvSpPr>
        <p:spPr>
          <a:xfrm flipH="1">
            <a:off x="4545333" y="3928875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876" name="Google Shape;1876;p90"/>
          <p:cNvSpPr txBox="1"/>
          <p:nvPr>
            <p:ph type="body" idx="1"/>
          </p:nvPr>
        </p:nvSpPr>
        <p:spPr>
          <a:xfrm flipH="1">
            <a:off x="5444792" y="3928879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877" name="Google Shape;1877;p90"/>
          <p:cNvSpPr txBox="1"/>
          <p:nvPr>
            <p:ph type="body" idx="1"/>
          </p:nvPr>
        </p:nvSpPr>
        <p:spPr>
          <a:xfrm>
            <a:off x="5964999" y="2387664"/>
            <a:ext cx="2588400" cy="6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 can fill in the rest of the table in the same way.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81" name="Shape 1881"/>
        <p:cNvGrpSpPr/>
        <p:nvPr/>
      </p:nvGrpSpPr>
      <p:grpSpPr>
        <a:xfrm>
          <a:off x="0" y="0"/>
          <a:ext cx="0" cy="0"/>
        </a:xfrm>
      </p:grpSpPr>
      <p:sp>
        <p:nvSpPr>
          <p:cNvPr id="1882" name="Google Shape;1882;p91"/>
          <p:cNvSpPr txBox="1"/>
          <p:nvPr>
            <p:ph type="body" idx="1"/>
          </p:nvPr>
        </p:nvSpPr>
        <p:spPr>
          <a:xfrm flipH="1">
            <a:off x="3097514" y="3928879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883" name="Google Shape;1883;p91"/>
          <p:cNvSpPr txBox="1"/>
          <p:nvPr>
            <p:ph type="body" idx="1"/>
          </p:nvPr>
        </p:nvSpPr>
        <p:spPr>
          <a:xfrm flipH="1">
            <a:off x="3783314" y="3928879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884" name="Google Shape;1884;p91"/>
          <p:cNvSpPr txBox="1"/>
          <p:nvPr>
            <p:ph type="body" idx="1"/>
          </p:nvPr>
        </p:nvSpPr>
        <p:spPr>
          <a:xfrm flipH="1">
            <a:off x="4545333" y="3928875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885" name="Google Shape;1885;p91"/>
          <p:cNvSpPr txBox="1"/>
          <p:nvPr>
            <p:ph type="body" idx="1"/>
          </p:nvPr>
        </p:nvSpPr>
        <p:spPr>
          <a:xfrm flipH="1">
            <a:off x="5297692" y="3928879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886" name="Google Shape;1886;p91"/>
          <p:cNvSpPr txBox="1"/>
          <p:nvPr>
            <p:ph type="body" idx="1"/>
          </p:nvPr>
        </p:nvSpPr>
        <p:spPr>
          <a:xfrm>
            <a:off x="324000" y="759300"/>
            <a:ext cx="84960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table can be used to check multiplicatives relationships between lengths.</a:t>
            </a:r>
            <a:endParaRPr sz="1800"/>
          </a:p>
        </p:txBody>
      </p:sp>
      <p:sp>
        <p:nvSpPr>
          <p:cNvPr id="1887" name="Google Shape;188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graphicFrame>
        <p:nvGraphicFramePr>
          <p:cNvPr id="1888" name="Google Shape;1888;p91"/>
          <p:cNvGraphicFramePr>
            <a:graphicFrameLocks noGrp="1"/>
          </p:cNvGraphicFramePr>
          <p:nvPr/>
        </p:nvGraphicFramePr>
        <p:xfrm>
          <a:off x="800100" y="340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23325"/>
                <a:gridCol w="750225"/>
                <a:gridCol w="750225"/>
                <a:gridCol w="750225"/>
                <a:gridCol w="7502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89" name="Google Shape;1889;p91"/>
          <p:cNvSpPr txBox="1"/>
          <p:nvPr/>
        </p:nvSpPr>
        <p:spPr>
          <a:xfrm>
            <a:off x="7792082" y="40891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0" name="Google Shape;189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2212" y="3279869"/>
            <a:ext cx="845025" cy="81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891" name="Google Shape;1891;p91"/>
          <p:cNvSpPr/>
          <p:nvPr/>
        </p:nvSpPr>
        <p:spPr>
          <a:xfrm>
            <a:off x="829476" y="1651116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2" name="Google Shape;1892;p91"/>
          <p:cNvSpPr/>
          <p:nvPr/>
        </p:nvSpPr>
        <p:spPr>
          <a:xfrm>
            <a:off x="647197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3" name="Google Shape;1893;p91"/>
          <p:cNvSpPr/>
          <p:nvPr/>
        </p:nvSpPr>
        <p:spPr>
          <a:xfrm>
            <a:off x="963998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91"/>
          <p:cNvSpPr/>
          <p:nvPr/>
        </p:nvSpPr>
        <p:spPr>
          <a:xfrm flipH="1">
            <a:off x="2337436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91"/>
          <p:cNvSpPr/>
          <p:nvPr/>
        </p:nvSpPr>
        <p:spPr>
          <a:xfrm flipH="1">
            <a:off x="2020635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6" name="Google Shape;1896;p91"/>
          <p:cNvSpPr txBox="1"/>
          <p:nvPr>
            <p:ph type="body" idx="1"/>
          </p:nvPr>
        </p:nvSpPr>
        <p:spPr>
          <a:xfrm>
            <a:off x="1006257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897" name="Google Shape;1897;p91"/>
          <p:cNvSpPr txBox="1"/>
          <p:nvPr>
            <p:ph type="body" idx="1"/>
          </p:nvPr>
        </p:nvSpPr>
        <p:spPr>
          <a:xfrm>
            <a:off x="2106744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898" name="Google Shape;1898;p91"/>
          <p:cNvSpPr txBox="1"/>
          <p:nvPr>
            <p:ph type="body" idx="1"/>
          </p:nvPr>
        </p:nvSpPr>
        <p:spPr>
          <a:xfrm>
            <a:off x="1796218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899" name="Google Shape;1899;p91"/>
          <p:cNvSpPr txBox="1"/>
          <p:nvPr>
            <p:ph type="body" idx="1"/>
          </p:nvPr>
        </p:nvSpPr>
        <p:spPr>
          <a:xfrm>
            <a:off x="1145052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900" name="Google Shape;1900;p91"/>
          <p:cNvSpPr txBox="1"/>
          <p:nvPr>
            <p:ph type="body" idx="1"/>
          </p:nvPr>
        </p:nvSpPr>
        <p:spPr>
          <a:xfrm>
            <a:off x="1572179" y="22066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901" name="Google Shape;1901;p91"/>
          <p:cNvSpPr/>
          <p:nvPr/>
        </p:nvSpPr>
        <p:spPr>
          <a:xfrm rot="10800000">
            <a:off x="3570257" y="1650251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2" name="Google Shape;1902;p91"/>
          <p:cNvSpPr/>
          <p:nvPr/>
        </p:nvSpPr>
        <p:spPr>
          <a:xfrm rot="10800000">
            <a:off x="5080636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3" name="Google Shape;1903;p91"/>
          <p:cNvSpPr/>
          <p:nvPr/>
        </p:nvSpPr>
        <p:spPr>
          <a:xfrm rot="10800000">
            <a:off x="4763835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4" name="Google Shape;1904;p91"/>
          <p:cNvSpPr/>
          <p:nvPr/>
        </p:nvSpPr>
        <p:spPr>
          <a:xfrm rot="10800000" flipH="1">
            <a:off x="3390397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5" name="Google Shape;1905;p91"/>
          <p:cNvSpPr/>
          <p:nvPr/>
        </p:nvSpPr>
        <p:spPr>
          <a:xfrm rot="10800000" flipH="1">
            <a:off x="3707198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6" name="Google Shape;1906;p91"/>
          <p:cNvSpPr txBox="1"/>
          <p:nvPr>
            <p:ph type="body" idx="1"/>
          </p:nvPr>
        </p:nvSpPr>
        <p:spPr>
          <a:xfrm>
            <a:off x="3749457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907" name="Google Shape;1907;p91"/>
          <p:cNvSpPr txBox="1"/>
          <p:nvPr>
            <p:ph type="body" idx="1"/>
          </p:nvPr>
        </p:nvSpPr>
        <p:spPr>
          <a:xfrm>
            <a:off x="4849944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908" name="Google Shape;1908;p91"/>
          <p:cNvSpPr txBox="1"/>
          <p:nvPr>
            <p:ph type="body" idx="1"/>
          </p:nvPr>
        </p:nvSpPr>
        <p:spPr>
          <a:xfrm>
            <a:off x="4539418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909" name="Google Shape;1909;p91"/>
          <p:cNvSpPr txBox="1"/>
          <p:nvPr>
            <p:ph type="body" idx="1"/>
          </p:nvPr>
        </p:nvSpPr>
        <p:spPr>
          <a:xfrm>
            <a:off x="3888252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910" name="Google Shape;1910;p91"/>
          <p:cNvSpPr txBox="1"/>
          <p:nvPr>
            <p:ph type="body" idx="1"/>
          </p:nvPr>
        </p:nvSpPr>
        <p:spPr>
          <a:xfrm>
            <a:off x="4315379" y="20542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911" name="Google Shape;1911;p91"/>
          <p:cNvSpPr txBox="1"/>
          <p:nvPr>
            <p:ph type="body" idx="1"/>
          </p:nvPr>
        </p:nvSpPr>
        <p:spPr>
          <a:xfrm>
            <a:off x="2702217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912" name="Google Shape;1912;p91"/>
          <p:cNvSpPr txBox="1"/>
          <p:nvPr>
            <p:ph type="body" idx="1"/>
          </p:nvPr>
        </p:nvSpPr>
        <p:spPr>
          <a:xfrm>
            <a:off x="3435353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913" name="Google Shape;1913;p91"/>
          <p:cNvSpPr txBox="1"/>
          <p:nvPr>
            <p:ph type="body" idx="1"/>
          </p:nvPr>
        </p:nvSpPr>
        <p:spPr>
          <a:xfrm>
            <a:off x="4197353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914" name="Google Shape;1914;p91"/>
          <p:cNvSpPr txBox="1"/>
          <p:nvPr>
            <p:ph type="body" idx="1"/>
          </p:nvPr>
        </p:nvSpPr>
        <p:spPr>
          <a:xfrm>
            <a:off x="4912017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pic>
        <p:nvPicPr>
          <p:cNvPr id="1915" name="Google Shape;1915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760127" y="1620000"/>
            <a:ext cx="2917248" cy="162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6" name="Google Shape;1916;p91"/>
          <p:cNvSpPr txBox="1"/>
          <p:nvPr>
            <p:ph type="body" idx="1"/>
          </p:nvPr>
        </p:nvSpPr>
        <p:spPr>
          <a:xfrm>
            <a:off x="5965000" y="1749200"/>
            <a:ext cx="2795100" cy="6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edge between these two 100° angles is also 6m.</a:t>
            </a:r>
            <a:endParaRPr sz="1600"/>
          </a:p>
        </p:txBody>
      </p:sp>
      <p:graphicFrame>
        <p:nvGraphicFramePr>
          <p:cNvPr id="1917" name="Google Shape;1917;p91"/>
          <p:cNvGraphicFramePr>
            <a:graphicFrameLocks noGrp="1"/>
          </p:cNvGraphicFramePr>
          <p:nvPr/>
        </p:nvGraphicFramePr>
        <p:xfrm>
          <a:off x="799355" y="3836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2216850"/>
                <a:gridCol w="666400"/>
                <a:gridCol w="738350"/>
                <a:gridCol w="738350"/>
                <a:gridCol w="7383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1918" name="Google Shape;1918;p91"/>
          <p:cNvCxnSpPr/>
          <p:nvPr/>
        </p:nvCxnSpPr>
        <p:spPr>
          <a:xfrm rot="10800000">
            <a:off x="1144951" y="1513804"/>
            <a:ext cx="1096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19" name="Google Shape;1919;p91"/>
          <p:cNvSpPr txBox="1"/>
          <p:nvPr>
            <p:ph type="body" idx="1"/>
          </p:nvPr>
        </p:nvSpPr>
        <p:spPr>
          <a:xfrm flipH="1">
            <a:off x="1516586" y="1271508"/>
            <a:ext cx="390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cxnSp>
        <p:nvCxnSpPr>
          <p:cNvPr id="1920" name="Google Shape;1920;p91"/>
          <p:cNvCxnSpPr/>
          <p:nvPr/>
        </p:nvCxnSpPr>
        <p:spPr>
          <a:xfrm rot="10800000">
            <a:off x="3583450" y="1513800"/>
            <a:ext cx="1698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21" name="Google Shape;1921;p91"/>
          <p:cNvSpPr txBox="1"/>
          <p:nvPr>
            <p:ph type="body" idx="1"/>
          </p:nvPr>
        </p:nvSpPr>
        <p:spPr>
          <a:xfrm flipH="1">
            <a:off x="4183571" y="127150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cxnSp>
        <p:nvCxnSpPr>
          <p:cNvPr id="1922" name="Google Shape;1922;p91"/>
          <p:cNvCxnSpPr/>
          <p:nvPr/>
        </p:nvCxnSpPr>
        <p:spPr>
          <a:xfrm rot="10800000">
            <a:off x="792938" y="3056286"/>
            <a:ext cx="1782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23" name="Google Shape;1923;p91"/>
          <p:cNvSpPr txBox="1"/>
          <p:nvPr>
            <p:ph type="body" idx="1"/>
          </p:nvPr>
        </p:nvSpPr>
        <p:spPr>
          <a:xfrm flipH="1">
            <a:off x="1511417" y="3052211"/>
            <a:ext cx="634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cxnSp>
        <p:nvCxnSpPr>
          <p:cNvPr id="1924" name="Google Shape;1924;p91"/>
          <p:cNvCxnSpPr/>
          <p:nvPr/>
        </p:nvCxnSpPr>
        <p:spPr>
          <a:xfrm rot="10800000">
            <a:off x="3917145" y="3056275"/>
            <a:ext cx="1096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25" name="Google Shape;1925;p91"/>
          <p:cNvSpPr txBox="1"/>
          <p:nvPr>
            <p:ph type="body" idx="1"/>
          </p:nvPr>
        </p:nvSpPr>
        <p:spPr>
          <a:xfrm flipH="1">
            <a:off x="4283132" y="3052200"/>
            <a:ext cx="390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cxnSp>
        <p:nvCxnSpPr>
          <p:cNvPr id="1926" name="Google Shape;1926;p91"/>
          <p:cNvCxnSpPr/>
          <p:nvPr/>
        </p:nvCxnSpPr>
        <p:spPr>
          <a:xfrm rot="10800000">
            <a:off x="2357339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27" name="Google Shape;1927;p91"/>
          <p:cNvSpPr txBox="1"/>
          <p:nvPr>
            <p:ph type="body" idx="1"/>
          </p:nvPr>
        </p:nvSpPr>
        <p:spPr>
          <a:xfrm flipH="1">
            <a:off x="2502047" y="19854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cxnSp>
        <p:nvCxnSpPr>
          <p:cNvPr id="1928" name="Google Shape;1928;p91"/>
          <p:cNvCxnSpPr/>
          <p:nvPr/>
        </p:nvCxnSpPr>
        <p:spPr>
          <a:xfrm rot="10800000">
            <a:off x="3432990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29" name="Google Shape;1929;p91"/>
          <p:cNvCxnSpPr/>
          <p:nvPr/>
        </p:nvCxnSpPr>
        <p:spPr>
          <a:xfrm rot="10800000" flipH="1">
            <a:off x="680939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30" name="Google Shape;1930;p91"/>
          <p:cNvSpPr txBox="1"/>
          <p:nvPr>
            <p:ph type="body" idx="1"/>
          </p:nvPr>
        </p:nvSpPr>
        <p:spPr>
          <a:xfrm flipH="1">
            <a:off x="501605" y="19854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cxnSp>
        <p:nvCxnSpPr>
          <p:cNvPr id="1931" name="Google Shape;1931;p91"/>
          <p:cNvCxnSpPr/>
          <p:nvPr/>
        </p:nvCxnSpPr>
        <p:spPr>
          <a:xfrm rot="10800000" flipH="1">
            <a:off x="5100539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32" name="Google Shape;1932;p91"/>
          <p:cNvSpPr txBox="1"/>
          <p:nvPr>
            <p:ph type="body" idx="1"/>
          </p:nvPr>
        </p:nvSpPr>
        <p:spPr>
          <a:xfrm flipH="1">
            <a:off x="5302205" y="22902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1933" name="Google Shape;1933;p91"/>
          <p:cNvSpPr txBox="1"/>
          <p:nvPr>
            <p:ph type="body" idx="1"/>
          </p:nvPr>
        </p:nvSpPr>
        <p:spPr>
          <a:xfrm flipH="1">
            <a:off x="3226332" y="22902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cxnSp>
        <p:nvCxnSpPr>
          <p:cNvPr id="1934" name="Google Shape;1934;p91"/>
          <p:cNvCxnSpPr/>
          <p:nvPr/>
        </p:nvCxnSpPr>
        <p:spPr>
          <a:xfrm>
            <a:off x="4290661" y="3268864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5" name="Google Shape;1935;p91"/>
          <p:cNvCxnSpPr/>
          <p:nvPr/>
        </p:nvCxnSpPr>
        <p:spPr>
          <a:xfrm>
            <a:off x="3917283" y="2763664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6" name="Google Shape;1936;p91"/>
          <p:cNvCxnSpPr/>
          <p:nvPr/>
        </p:nvCxnSpPr>
        <p:spPr>
          <a:xfrm>
            <a:off x="4603083" y="2763664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7" name="Google Shape;1937;p91"/>
          <p:cNvCxnSpPr/>
          <p:nvPr/>
        </p:nvCxnSpPr>
        <p:spPr>
          <a:xfrm>
            <a:off x="2736565" y="3754539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8" name="Google Shape;1938;p91"/>
          <p:cNvCxnSpPr/>
          <p:nvPr/>
        </p:nvCxnSpPr>
        <p:spPr>
          <a:xfrm>
            <a:off x="3460850" y="3754539"/>
            <a:ext cx="3498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9" name="Google Shape;1939;p91"/>
          <p:cNvSpPr txBox="1"/>
          <p:nvPr>
            <p:ph type="body" idx="1"/>
          </p:nvPr>
        </p:nvSpPr>
        <p:spPr>
          <a:xfrm flipH="1">
            <a:off x="3097514" y="4338742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940" name="Google Shape;1940;p91"/>
          <p:cNvSpPr txBox="1"/>
          <p:nvPr>
            <p:ph type="body" idx="1"/>
          </p:nvPr>
        </p:nvSpPr>
        <p:spPr>
          <a:xfrm flipH="1">
            <a:off x="3783314" y="4338742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941" name="Google Shape;1941;p91"/>
          <p:cNvSpPr txBox="1"/>
          <p:nvPr>
            <p:ph type="body" idx="1"/>
          </p:nvPr>
        </p:nvSpPr>
        <p:spPr>
          <a:xfrm flipH="1">
            <a:off x="4545333" y="4338739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942" name="Google Shape;1942;p91"/>
          <p:cNvSpPr txBox="1"/>
          <p:nvPr>
            <p:ph type="body" idx="1"/>
          </p:nvPr>
        </p:nvSpPr>
        <p:spPr>
          <a:xfrm flipH="1">
            <a:off x="5297692" y="4338742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943" name="Google Shape;1943;p91"/>
          <p:cNvSpPr txBox="1"/>
          <p:nvPr>
            <p:ph type="body" idx="1"/>
          </p:nvPr>
        </p:nvSpPr>
        <p:spPr>
          <a:xfrm>
            <a:off x="5964999" y="2387664"/>
            <a:ext cx="2588400" cy="6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 can fill in the rest of the table in the same way.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47" name="Shape 1947"/>
        <p:cNvGrpSpPr/>
        <p:nvPr/>
      </p:nvGrpSpPr>
      <p:grpSpPr>
        <a:xfrm>
          <a:off x="0" y="0"/>
          <a:ext cx="0" cy="0"/>
        </a:xfrm>
      </p:grpSpPr>
      <p:sp>
        <p:nvSpPr>
          <p:cNvPr id="1948" name="Google Shape;1948;p92"/>
          <p:cNvSpPr txBox="1"/>
          <p:nvPr>
            <p:ph type="body" idx="1"/>
          </p:nvPr>
        </p:nvSpPr>
        <p:spPr>
          <a:xfrm>
            <a:off x="324000" y="759300"/>
            <a:ext cx="84960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table can be used to check multiplicatives relationships between lengths.</a:t>
            </a:r>
            <a:endParaRPr sz="1800"/>
          </a:p>
        </p:txBody>
      </p:sp>
      <p:sp>
        <p:nvSpPr>
          <p:cNvPr id="1949" name="Google Shape;194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sp>
        <p:nvSpPr>
          <p:cNvPr id="1950" name="Google Shape;1950;p92"/>
          <p:cNvSpPr txBox="1"/>
          <p:nvPr>
            <p:ph type="body" idx="1"/>
          </p:nvPr>
        </p:nvSpPr>
        <p:spPr>
          <a:xfrm flipH="1">
            <a:off x="3783314" y="4338742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951" name="Google Shape;1951;p92"/>
          <p:cNvSpPr txBox="1"/>
          <p:nvPr>
            <p:ph type="body" idx="1"/>
          </p:nvPr>
        </p:nvSpPr>
        <p:spPr>
          <a:xfrm flipH="1">
            <a:off x="4545333" y="4338739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952" name="Google Shape;1952;p92"/>
          <p:cNvSpPr txBox="1"/>
          <p:nvPr>
            <p:ph type="body" idx="1"/>
          </p:nvPr>
        </p:nvSpPr>
        <p:spPr>
          <a:xfrm flipH="1">
            <a:off x="5297692" y="4338742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953" name="Google Shape;1953;p92"/>
          <p:cNvSpPr txBox="1"/>
          <p:nvPr>
            <p:ph type="body" idx="1"/>
          </p:nvPr>
        </p:nvSpPr>
        <p:spPr>
          <a:xfrm flipH="1">
            <a:off x="3783314" y="3928879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1954" name="Google Shape;1954;p92"/>
          <p:cNvSpPr txBox="1"/>
          <p:nvPr>
            <p:ph type="body" idx="1"/>
          </p:nvPr>
        </p:nvSpPr>
        <p:spPr>
          <a:xfrm flipH="1">
            <a:off x="4545333" y="3928875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1955" name="Google Shape;1955;p92"/>
          <p:cNvSpPr txBox="1"/>
          <p:nvPr>
            <p:ph type="body" idx="1"/>
          </p:nvPr>
        </p:nvSpPr>
        <p:spPr>
          <a:xfrm flipH="1">
            <a:off x="5297692" y="3928879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graphicFrame>
        <p:nvGraphicFramePr>
          <p:cNvPr id="1956" name="Google Shape;1956;p92"/>
          <p:cNvGraphicFramePr>
            <a:graphicFrameLocks noGrp="1"/>
          </p:cNvGraphicFramePr>
          <p:nvPr/>
        </p:nvGraphicFramePr>
        <p:xfrm>
          <a:off x="799355" y="3836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2222825"/>
                <a:gridCol w="660425"/>
                <a:gridCol w="738350"/>
                <a:gridCol w="738350"/>
                <a:gridCol w="7383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57" name="Google Shape;1957;p92"/>
          <p:cNvSpPr txBox="1"/>
          <p:nvPr>
            <p:ph type="body" idx="1"/>
          </p:nvPr>
        </p:nvSpPr>
        <p:spPr>
          <a:xfrm flipH="1">
            <a:off x="3097514" y="4338742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958" name="Google Shape;1958;p92"/>
          <p:cNvSpPr txBox="1"/>
          <p:nvPr>
            <p:ph type="body" idx="1"/>
          </p:nvPr>
        </p:nvSpPr>
        <p:spPr>
          <a:xfrm flipH="1">
            <a:off x="3097514" y="3938500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graphicFrame>
        <p:nvGraphicFramePr>
          <p:cNvPr id="1959" name="Google Shape;1959;p92"/>
          <p:cNvGraphicFramePr>
            <a:graphicFrameLocks noGrp="1"/>
          </p:cNvGraphicFramePr>
          <p:nvPr/>
        </p:nvGraphicFramePr>
        <p:xfrm>
          <a:off x="800100" y="340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23325"/>
                <a:gridCol w="750225"/>
                <a:gridCol w="750225"/>
                <a:gridCol w="750225"/>
                <a:gridCol w="7502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60" name="Google Shape;1960;p92"/>
          <p:cNvSpPr txBox="1"/>
          <p:nvPr/>
        </p:nvSpPr>
        <p:spPr>
          <a:xfrm>
            <a:off x="7792082" y="40891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61" name="Google Shape;196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2212" y="3279869"/>
            <a:ext cx="845025" cy="817762"/>
          </a:xfrm>
          <a:prstGeom prst="rect">
            <a:avLst/>
          </a:prstGeom>
          <a:noFill/>
          <a:ln>
            <a:noFill/>
          </a:ln>
        </p:spPr>
      </p:pic>
      <p:sp>
        <p:nvSpPr>
          <p:cNvPr id="1962" name="Google Shape;1962;p92"/>
          <p:cNvSpPr/>
          <p:nvPr/>
        </p:nvSpPr>
        <p:spPr>
          <a:xfrm>
            <a:off x="829476" y="1651116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3" name="Google Shape;1963;p92"/>
          <p:cNvSpPr/>
          <p:nvPr/>
        </p:nvSpPr>
        <p:spPr>
          <a:xfrm>
            <a:off x="647197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4" name="Google Shape;1964;p92"/>
          <p:cNvSpPr/>
          <p:nvPr/>
        </p:nvSpPr>
        <p:spPr>
          <a:xfrm>
            <a:off x="963998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5" name="Google Shape;1965;p92"/>
          <p:cNvSpPr/>
          <p:nvPr/>
        </p:nvSpPr>
        <p:spPr>
          <a:xfrm flipH="1">
            <a:off x="2337436" y="2745205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6" name="Google Shape;1966;p92"/>
          <p:cNvSpPr/>
          <p:nvPr/>
        </p:nvSpPr>
        <p:spPr>
          <a:xfrm flipH="1">
            <a:off x="2020635" y="1454961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7" name="Google Shape;1967;p92"/>
          <p:cNvSpPr txBox="1"/>
          <p:nvPr>
            <p:ph type="body" idx="1"/>
          </p:nvPr>
        </p:nvSpPr>
        <p:spPr>
          <a:xfrm>
            <a:off x="1006257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968" name="Google Shape;1968;p92"/>
          <p:cNvSpPr txBox="1"/>
          <p:nvPr>
            <p:ph type="body" idx="1"/>
          </p:nvPr>
        </p:nvSpPr>
        <p:spPr>
          <a:xfrm>
            <a:off x="2106744" y="26246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969" name="Google Shape;1969;p92"/>
          <p:cNvSpPr txBox="1"/>
          <p:nvPr>
            <p:ph type="body" idx="1"/>
          </p:nvPr>
        </p:nvSpPr>
        <p:spPr>
          <a:xfrm>
            <a:off x="1796218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970" name="Google Shape;1970;p92"/>
          <p:cNvSpPr txBox="1"/>
          <p:nvPr>
            <p:ph type="body" idx="1"/>
          </p:nvPr>
        </p:nvSpPr>
        <p:spPr>
          <a:xfrm>
            <a:off x="1145052" y="18361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971" name="Google Shape;1971;p92"/>
          <p:cNvSpPr txBox="1"/>
          <p:nvPr>
            <p:ph type="body" idx="1"/>
          </p:nvPr>
        </p:nvSpPr>
        <p:spPr>
          <a:xfrm>
            <a:off x="1572179" y="22066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1972" name="Google Shape;1972;p92"/>
          <p:cNvSpPr/>
          <p:nvPr/>
        </p:nvSpPr>
        <p:spPr>
          <a:xfrm rot="10800000">
            <a:off x="3570257" y="1650251"/>
            <a:ext cx="1716900" cy="12876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92"/>
          <p:cNvSpPr/>
          <p:nvPr/>
        </p:nvSpPr>
        <p:spPr>
          <a:xfrm rot="10800000">
            <a:off x="5080636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92"/>
          <p:cNvSpPr/>
          <p:nvPr/>
        </p:nvSpPr>
        <p:spPr>
          <a:xfrm rot="10800000">
            <a:off x="4763835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92"/>
          <p:cNvSpPr/>
          <p:nvPr/>
        </p:nvSpPr>
        <p:spPr>
          <a:xfrm rot="10800000" flipH="1">
            <a:off x="3390397" y="1454961"/>
            <a:ext cx="388800" cy="3888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92"/>
          <p:cNvSpPr/>
          <p:nvPr/>
        </p:nvSpPr>
        <p:spPr>
          <a:xfrm rot="10800000" flipH="1">
            <a:off x="3707198" y="2745205"/>
            <a:ext cx="388800" cy="3888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92"/>
          <p:cNvSpPr txBox="1"/>
          <p:nvPr>
            <p:ph type="body" idx="1"/>
          </p:nvPr>
        </p:nvSpPr>
        <p:spPr>
          <a:xfrm>
            <a:off x="3749457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978" name="Google Shape;1978;p92"/>
          <p:cNvSpPr txBox="1"/>
          <p:nvPr>
            <p:ph type="body" idx="1"/>
          </p:nvPr>
        </p:nvSpPr>
        <p:spPr>
          <a:xfrm>
            <a:off x="4849944" y="1786423"/>
            <a:ext cx="388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979" name="Google Shape;1979;p92"/>
          <p:cNvSpPr txBox="1"/>
          <p:nvPr>
            <p:ph type="body" idx="1"/>
          </p:nvPr>
        </p:nvSpPr>
        <p:spPr>
          <a:xfrm>
            <a:off x="4539418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980" name="Google Shape;1980;p92"/>
          <p:cNvSpPr txBox="1"/>
          <p:nvPr>
            <p:ph type="body" idx="1"/>
          </p:nvPr>
        </p:nvSpPr>
        <p:spPr>
          <a:xfrm>
            <a:off x="3888252" y="252195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981" name="Google Shape;1981;p92"/>
          <p:cNvSpPr txBox="1"/>
          <p:nvPr>
            <p:ph type="body" idx="1"/>
          </p:nvPr>
        </p:nvSpPr>
        <p:spPr>
          <a:xfrm>
            <a:off x="4315379" y="2054262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1982" name="Google Shape;1982;p92"/>
          <p:cNvSpPr txBox="1"/>
          <p:nvPr>
            <p:ph type="body" idx="1"/>
          </p:nvPr>
        </p:nvSpPr>
        <p:spPr>
          <a:xfrm>
            <a:off x="2702217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983" name="Google Shape;1983;p92"/>
          <p:cNvSpPr txBox="1"/>
          <p:nvPr>
            <p:ph type="body" idx="1"/>
          </p:nvPr>
        </p:nvSpPr>
        <p:spPr>
          <a:xfrm>
            <a:off x="3435353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1984" name="Google Shape;1984;p92"/>
          <p:cNvSpPr txBox="1"/>
          <p:nvPr>
            <p:ph type="body" idx="1"/>
          </p:nvPr>
        </p:nvSpPr>
        <p:spPr>
          <a:xfrm>
            <a:off x="4197353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1985" name="Google Shape;1985;p92"/>
          <p:cNvSpPr txBox="1"/>
          <p:nvPr>
            <p:ph type="body" idx="1"/>
          </p:nvPr>
        </p:nvSpPr>
        <p:spPr>
          <a:xfrm>
            <a:off x="4912017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pic>
        <p:nvPicPr>
          <p:cNvPr id="1986" name="Google Shape;198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022875" y="1883350"/>
            <a:ext cx="2654500" cy="1363098"/>
          </a:xfrm>
          <a:prstGeom prst="rect">
            <a:avLst/>
          </a:prstGeom>
          <a:noFill/>
          <a:ln>
            <a:noFill/>
          </a:ln>
        </p:spPr>
      </p:pic>
      <p:sp>
        <p:nvSpPr>
          <p:cNvPr id="1987" name="Google Shape;1987;p92"/>
          <p:cNvSpPr txBox="1"/>
          <p:nvPr>
            <p:ph type="body" idx="1"/>
          </p:nvPr>
        </p:nvSpPr>
        <p:spPr>
          <a:xfrm>
            <a:off x="6193600" y="1977800"/>
            <a:ext cx="2395800" cy="6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The lengths are the same in the two shapes.</a:t>
            </a:r>
            <a:endParaRPr sz="1600"/>
          </a:p>
        </p:txBody>
      </p:sp>
      <p:cxnSp>
        <p:nvCxnSpPr>
          <p:cNvPr id="1988" name="Google Shape;1988;p92"/>
          <p:cNvCxnSpPr/>
          <p:nvPr/>
        </p:nvCxnSpPr>
        <p:spPr>
          <a:xfrm rot="10800000">
            <a:off x="1144951" y="1513804"/>
            <a:ext cx="1096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89" name="Google Shape;1989;p92"/>
          <p:cNvSpPr txBox="1"/>
          <p:nvPr>
            <p:ph type="body" idx="1"/>
          </p:nvPr>
        </p:nvSpPr>
        <p:spPr>
          <a:xfrm flipH="1">
            <a:off x="1516586" y="1271508"/>
            <a:ext cx="390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cxnSp>
        <p:nvCxnSpPr>
          <p:cNvPr id="1990" name="Google Shape;1990;p92"/>
          <p:cNvCxnSpPr/>
          <p:nvPr/>
        </p:nvCxnSpPr>
        <p:spPr>
          <a:xfrm rot="10800000">
            <a:off x="3583450" y="1513800"/>
            <a:ext cx="1698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91" name="Google Shape;1991;p92"/>
          <p:cNvSpPr txBox="1"/>
          <p:nvPr>
            <p:ph type="body" idx="1"/>
          </p:nvPr>
        </p:nvSpPr>
        <p:spPr>
          <a:xfrm flipH="1">
            <a:off x="4183571" y="1271500"/>
            <a:ext cx="5397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cxnSp>
        <p:nvCxnSpPr>
          <p:cNvPr id="1992" name="Google Shape;1992;p92"/>
          <p:cNvCxnSpPr/>
          <p:nvPr/>
        </p:nvCxnSpPr>
        <p:spPr>
          <a:xfrm rot="10800000">
            <a:off x="792938" y="3056286"/>
            <a:ext cx="17823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93" name="Google Shape;1993;p92"/>
          <p:cNvSpPr txBox="1"/>
          <p:nvPr>
            <p:ph type="body" idx="1"/>
          </p:nvPr>
        </p:nvSpPr>
        <p:spPr>
          <a:xfrm flipH="1">
            <a:off x="1511417" y="3052211"/>
            <a:ext cx="6348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cxnSp>
        <p:nvCxnSpPr>
          <p:cNvPr id="1994" name="Google Shape;1994;p92"/>
          <p:cNvCxnSpPr/>
          <p:nvPr/>
        </p:nvCxnSpPr>
        <p:spPr>
          <a:xfrm rot="10800000">
            <a:off x="3917145" y="3056275"/>
            <a:ext cx="1096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95" name="Google Shape;1995;p92"/>
          <p:cNvSpPr txBox="1"/>
          <p:nvPr>
            <p:ph type="body" idx="1"/>
          </p:nvPr>
        </p:nvSpPr>
        <p:spPr>
          <a:xfrm flipH="1">
            <a:off x="4283132" y="3052200"/>
            <a:ext cx="390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cxnSp>
        <p:nvCxnSpPr>
          <p:cNvPr id="1996" name="Google Shape;1996;p92"/>
          <p:cNvCxnSpPr/>
          <p:nvPr/>
        </p:nvCxnSpPr>
        <p:spPr>
          <a:xfrm rot="10800000">
            <a:off x="2357339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97" name="Google Shape;1997;p92"/>
          <p:cNvSpPr txBox="1"/>
          <p:nvPr>
            <p:ph type="body" idx="1"/>
          </p:nvPr>
        </p:nvSpPr>
        <p:spPr>
          <a:xfrm flipH="1">
            <a:off x="2502047" y="19854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cxnSp>
        <p:nvCxnSpPr>
          <p:cNvPr id="1998" name="Google Shape;1998;p92"/>
          <p:cNvCxnSpPr/>
          <p:nvPr/>
        </p:nvCxnSpPr>
        <p:spPr>
          <a:xfrm rot="10800000">
            <a:off x="3432990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99" name="Google Shape;1999;p92"/>
          <p:cNvCxnSpPr/>
          <p:nvPr/>
        </p:nvCxnSpPr>
        <p:spPr>
          <a:xfrm rot="10800000" flipH="1">
            <a:off x="680939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00" name="Google Shape;2000;p92"/>
          <p:cNvSpPr txBox="1"/>
          <p:nvPr>
            <p:ph type="body" idx="1"/>
          </p:nvPr>
        </p:nvSpPr>
        <p:spPr>
          <a:xfrm flipH="1">
            <a:off x="501605" y="19854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cxnSp>
        <p:nvCxnSpPr>
          <p:cNvPr id="2001" name="Google Shape;2001;p92"/>
          <p:cNvCxnSpPr/>
          <p:nvPr/>
        </p:nvCxnSpPr>
        <p:spPr>
          <a:xfrm rot="10800000" flipH="1">
            <a:off x="5100539" y="1664600"/>
            <a:ext cx="336600" cy="1289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02" name="Google Shape;2002;p92"/>
          <p:cNvSpPr txBox="1"/>
          <p:nvPr>
            <p:ph type="body" idx="1"/>
          </p:nvPr>
        </p:nvSpPr>
        <p:spPr>
          <a:xfrm flipH="1">
            <a:off x="5302205" y="22902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2003" name="Google Shape;2003;p92"/>
          <p:cNvSpPr txBox="1"/>
          <p:nvPr>
            <p:ph type="body" idx="1"/>
          </p:nvPr>
        </p:nvSpPr>
        <p:spPr>
          <a:xfrm flipH="1">
            <a:off x="3226332" y="2290200"/>
            <a:ext cx="433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2004" name="Google Shape;2004;p92"/>
          <p:cNvSpPr txBox="1"/>
          <p:nvPr>
            <p:ph type="body" idx="1"/>
          </p:nvPr>
        </p:nvSpPr>
        <p:spPr>
          <a:xfrm>
            <a:off x="6193600" y="2616275"/>
            <a:ext cx="2357100" cy="3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So they are </a:t>
            </a:r>
            <a:r>
              <a:rPr lang="en-GB" sz="1600">
                <a:solidFill>
                  <a:schemeClr val="accent5"/>
                </a:solidFill>
              </a:rPr>
              <a:t>congruent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2005" name="Google Shape;2005;p92"/>
          <p:cNvSpPr/>
          <p:nvPr/>
        </p:nvSpPr>
        <p:spPr>
          <a:xfrm>
            <a:off x="2969825" y="4053230"/>
            <a:ext cx="336600" cy="426600"/>
          </a:xfrm>
          <a:prstGeom prst="arc">
            <a:avLst>
              <a:gd name="adj1" fmla="val 18041158"/>
              <a:gd name="adj2" fmla="val 3613075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92"/>
          <p:cNvSpPr txBox="1"/>
          <p:nvPr>
            <p:ph type="body" idx="1"/>
          </p:nvPr>
        </p:nvSpPr>
        <p:spPr>
          <a:xfrm flipH="1">
            <a:off x="3323080" y="4057426"/>
            <a:ext cx="336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1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2007" name="Google Shape;2007;p92"/>
          <p:cNvSpPr/>
          <p:nvPr/>
        </p:nvSpPr>
        <p:spPr>
          <a:xfrm>
            <a:off x="3655625" y="4053230"/>
            <a:ext cx="336600" cy="426600"/>
          </a:xfrm>
          <a:prstGeom prst="arc">
            <a:avLst>
              <a:gd name="adj1" fmla="val 18041158"/>
              <a:gd name="adj2" fmla="val 3613075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8" name="Google Shape;2008;p92"/>
          <p:cNvSpPr txBox="1"/>
          <p:nvPr>
            <p:ph type="body" idx="1"/>
          </p:nvPr>
        </p:nvSpPr>
        <p:spPr>
          <a:xfrm flipH="1">
            <a:off x="4008880" y="4057426"/>
            <a:ext cx="336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1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2009" name="Google Shape;2009;p92"/>
          <p:cNvSpPr/>
          <p:nvPr/>
        </p:nvSpPr>
        <p:spPr>
          <a:xfrm>
            <a:off x="4505998" y="4053230"/>
            <a:ext cx="336600" cy="426600"/>
          </a:xfrm>
          <a:prstGeom prst="arc">
            <a:avLst>
              <a:gd name="adj1" fmla="val 18041158"/>
              <a:gd name="adj2" fmla="val 3613075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0" name="Google Shape;2010;p92"/>
          <p:cNvSpPr txBox="1"/>
          <p:nvPr>
            <p:ph type="body" idx="1"/>
          </p:nvPr>
        </p:nvSpPr>
        <p:spPr>
          <a:xfrm flipH="1">
            <a:off x="4859252" y="4057426"/>
            <a:ext cx="336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1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2011" name="Google Shape;2011;p92"/>
          <p:cNvSpPr/>
          <p:nvPr/>
        </p:nvSpPr>
        <p:spPr>
          <a:xfrm>
            <a:off x="5179625" y="4053230"/>
            <a:ext cx="336600" cy="426600"/>
          </a:xfrm>
          <a:prstGeom prst="arc">
            <a:avLst>
              <a:gd name="adj1" fmla="val 18041158"/>
              <a:gd name="adj2" fmla="val 3613075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2" name="Google Shape;2012;p92"/>
          <p:cNvSpPr txBox="1"/>
          <p:nvPr>
            <p:ph type="body" idx="1"/>
          </p:nvPr>
        </p:nvSpPr>
        <p:spPr>
          <a:xfrm flipH="1">
            <a:off x="5532880" y="4057426"/>
            <a:ext cx="336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1</a:t>
            </a:r>
            <a:endParaRPr sz="1600"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16" name="Shape 2016"/>
        <p:cNvGrpSpPr/>
        <p:nvPr/>
      </p:nvGrpSpPr>
      <p:grpSpPr>
        <a:xfrm>
          <a:off x="0" y="0"/>
          <a:ext cx="0" cy="0"/>
        </a:xfrm>
      </p:grpSpPr>
      <p:graphicFrame>
        <p:nvGraphicFramePr>
          <p:cNvPr id="2017" name="Google Shape;2017;p93"/>
          <p:cNvGraphicFramePr>
            <a:graphicFrameLocks noGrp="1"/>
          </p:cNvGraphicFramePr>
          <p:nvPr/>
        </p:nvGraphicFramePr>
        <p:xfrm>
          <a:off x="799355" y="3836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2228825"/>
                <a:gridCol w="654425"/>
                <a:gridCol w="738350"/>
                <a:gridCol w="738350"/>
                <a:gridCol w="7383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18" name="Google Shape;2018;p93"/>
          <p:cNvSpPr txBox="1"/>
          <p:nvPr>
            <p:ph type="body" idx="1"/>
          </p:nvPr>
        </p:nvSpPr>
        <p:spPr>
          <a:xfrm>
            <a:off x="324000" y="759300"/>
            <a:ext cx="84960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 table can be used to check multiplicatives relationships between lengths.</a:t>
            </a:r>
            <a:endParaRPr sz="1800"/>
          </a:p>
        </p:txBody>
      </p:sp>
      <p:sp>
        <p:nvSpPr>
          <p:cNvPr id="2019" name="Google Shape;2019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sp>
        <p:nvSpPr>
          <p:cNvPr id="2020" name="Google Shape;2020;p93"/>
          <p:cNvSpPr txBox="1"/>
          <p:nvPr>
            <p:ph type="body" idx="1"/>
          </p:nvPr>
        </p:nvSpPr>
        <p:spPr>
          <a:xfrm flipH="1">
            <a:off x="3783314" y="4338742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2021" name="Google Shape;2021;p93"/>
          <p:cNvSpPr txBox="1"/>
          <p:nvPr>
            <p:ph type="body" idx="1"/>
          </p:nvPr>
        </p:nvSpPr>
        <p:spPr>
          <a:xfrm flipH="1">
            <a:off x="4545333" y="4338739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endParaRPr sz="1600"/>
          </a:p>
        </p:txBody>
      </p:sp>
      <p:sp>
        <p:nvSpPr>
          <p:cNvPr id="2022" name="Google Shape;2022;p93"/>
          <p:cNvSpPr txBox="1"/>
          <p:nvPr>
            <p:ph type="body" idx="1"/>
          </p:nvPr>
        </p:nvSpPr>
        <p:spPr>
          <a:xfrm flipH="1">
            <a:off x="5297692" y="4338742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2023" name="Google Shape;2023;p93"/>
          <p:cNvSpPr txBox="1"/>
          <p:nvPr>
            <p:ph type="body" idx="1"/>
          </p:nvPr>
        </p:nvSpPr>
        <p:spPr>
          <a:xfrm flipH="1">
            <a:off x="3783314" y="3928879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2024" name="Google Shape;2024;p93"/>
          <p:cNvSpPr txBox="1"/>
          <p:nvPr>
            <p:ph type="body" idx="1"/>
          </p:nvPr>
        </p:nvSpPr>
        <p:spPr>
          <a:xfrm flipH="1">
            <a:off x="4545333" y="3928875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endParaRPr sz="1600"/>
          </a:p>
        </p:txBody>
      </p:sp>
      <p:sp>
        <p:nvSpPr>
          <p:cNvPr id="2025" name="Google Shape;2025;p93"/>
          <p:cNvSpPr txBox="1"/>
          <p:nvPr>
            <p:ph type="body" idx="1"/>
          </p:nvPr>
        </p:nvSpPr>
        <p:spPr>
          <a:xfrm flipH="1">
            <a:off x="5297692" y="3928879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2026" name="Google Shape;2026;p93"/>
          <p:cNvSpPr txBox="1"/>
          <p:nvPr>
            <p:ph type="body" idx="1"/>
          </p:nvPr>
        </p:nvSpPr>
        <p:spPr>
          <a:xfrm flipH="1">
            <a:off x="3097514" y="4338742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2027" name="Google Shape;2027;p93"/>
          <p:cNvSpPr txBox="1"/>
          <p:nvPr>
            <p:ph type="body" idx="1"/>
          </p:nvPr>
        </p:nvSpPr>
        <p:spPr>
          <a:xfrm flipH="1">
            <a:off x="3097514" y="3938500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graphicFrame>
        <p:nvGraphicFramePr>
          <p:cNvPr id="2028" name="Google Shape;2028;p93"/>
          <p:cNvGraphicFramePr>
            <a:graphicFrameLocks noGrp="1"/>
          </p:cNvGraphicFramePr>
          <p:nvPr/>
        </p:nvGraphicFramePr>
        <p:xfrm>
          <a:off x="800100" y="340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23325"/>
                <a:gridCol w="750225"/>
                <a:gridCol w="750225"/>
                <a:gridCol w="750225"/>
                <a:gridCol w="7502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29" name="Google Shape;2029;p93"/>
          <p:cNvSpPr txBox="1"/>
          <p:nvPr/>
        </p:nvSpPr>
        <p:spPr>
          <a:xfrm>
            <a:off x="7792082" y="408911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0" name="Google Shape;203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2212" y="3279869"/>
            <a:ext cx="845025" cy="817762"/>
          </a:xfrm>
          <a:prstGeom prst="rect">
            <a:avLst/>
          </a:prstGeom>
          <a:noFill/>
          <a:ln>
            <a:noFill/>
          </a:ln>
        </p:spPr>
      </p:pic>
      <p:sp>
        <p:nvSpPr>
          <p:cNvPr id="2031" name="Google Shape;2031;p93"/>
          <p:cNvSpPr/>
          <p:nvPr/>
        </p:nvSpPr>
        <p:spPr>
          <a:xfrm>
            <a:off x="1043190" y="1803146"/>
            <a:ext cx="1304100" cy="9780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2" name="Google Shape;2032;p93"/>
          <p:cNvSpPr/>
          <p:nvPr/>
        </p:nvSpPr>
        <p:spPr>
          <a:xfrm>
            <a:off x="904733" y="2634199"/>
            <a:ext cx="295200" cy="2952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3" name="Google Shape;2033;p93"/>
          <p:cNvSpPr/>
          <p:nvPr/>
        </p:nvSpPr>
        <p:spPr>
          <a:xfrm>
            <a:off x="1145371" y="1654151"/>
            <a:ext cx="295200" cy="2952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4" name="Google Shape;2034;p93"/>
          <p:cNvSpPr/>
          <p:nvPr/>
        </p:nvSpPr>
        <p:spPr>
          <a:xfrm flipH="1">
            <a:off x="2188745" y="2634199"/>
            <a:ext cx="295200" cy="2952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5" name="Google Shape;2035;p93"/>
          <p:cNvSpPr/>
          <p:nvPr/>
        </p:nvSpPr>
        <p:spPr>
          <a:xfrm flipH="1">
            <a:off x="1948107" y="1654151"/>
            <a:ext cx="295200" cy="2952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93"/>
          <p:cNvSpPr txBox="1"/>
          <p:nvPr>
            <p:ph type="body" idx="1"/>
          </p:nvPr>
        </p:nvSpPr>
        <p:spPr>
          <a:xfrm>
            <a:off x="1177477" y="2542600"/>
            <a:ext cx="3906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2037" name="Google Shape;2037;p93"/>
          <p:cNvSpPr txBox="1"/>
          <p:nvPr>
            <p:ph type="body" idx="1"/>
          </p:nvPr>
        </p:nvSpPr>
        <p:spPr>
          <a:xfrm>
            <a:off x="1919772" y="2542600"/>
            <a:ext cx="3888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2038" name="Google Shape;2038;p93"/>
          <p:cNvSpPr txBox="1"/>
          <p:nvPr>
            <p:ph type="body" idx="1"/>
          </p:nvPr>
        </p:nvSpPr>
        <p:spPr>
          <a:xfrm>
            <a:off x="1705368" y="1922052"/>
            <a:ext cx="4821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2039" name="Google Shape;2039;p93"/>
          <p:cNvSpPr txBox="1"/>
          <p:nvPr>
            <p:ph type="body" idx="1"/>
          </p:nvPr>
        </p:nvSpPr>
        <p:spPr>
          <a:xfrm>
            <a:off x="1225173" y="1922052"/>
            <a:ext cx="4821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2040" name="Google Shape;2040;p93"/>
          <p:cNvSpPr txBox="1"/>
          <p:nvPr>
            <p:ph type="body" idx="1"/>
          </p:nvPr>
        </p:nvSpPr>
        <p:spPr>
          <a:xfrm>
            <a:off x="1607338" y="2225130"/>
            <a:ext cx="1947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endParaRPr sz="1600"/>
          </a:p>
        </p:txBody>
      </p:sp>
      <p:sp>
        <p:nvSpPr>
          <p:cNvPr id="2041" name="Google Shape;2041;p93"/>
          <p:cNvSpPr/>
          <p:nvPr/>
        </p:nvSpPr>
        <p:spPr>
          <a:xfrm rot="10800000">
            <a:off x="3590096" y="1554821"/>
            <a:ext cx="1816500" cy="1362300"/>
          </a:xfrm>
          <a:prstGeom prst="trapezoid">
            <a:avLst>
              <a:gd name="adj" fmla="val 250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93"/>
          <p:cNvSpPr/>
          <p:nvPr/>
        </p:nvSpPr>
        <p:spPr>
          <a:xfrm rot="10800000">
            <a:off x="5188140" y="1348319"/>
            <a:ext cx="411300" cy="4113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93"/>
          <p:cNvSpPr/>
          <p:nvPr/>
        </p:nvSpPr>
        <p:spPr>
          <a:xfrm rot="10800000">
            <a:off x="4852976" y="2713345"/>
            <a:ext cx="411300" cy="4113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4" name="Google Shape;2044;p93"/>
          <p:cNvSpPr/>
          <p:nvPr/>
        </p:nvSpPr>
        <p:spPr>
          <a:xfrm rot="10800000" flipH="1">
            <a:off x="3399898" y="1348319"/>
            <a:ext cx="411300" cy="411300"/>
          </a:xfrm>
          <a:prstGeom prst="arc">
            <a:avLst>
              <a:gd name="adj1" fmla="val 16907101"/>
              <a:gd name="adj2" fmla="val 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5" name="Google Shape;2045;p93"/>
          <p:cNvSpPr/>
          <p:nvPr/>
        </p:nvSpPr>
        <p:spPr>
          <a:xfrm rot="10800000" flipH="1">
            <a:off x="3735062" y="2713345"/>
            <a:ext cx="411300" cy="411300"/>
          </a:xfrm>
          <a:prstGeom prst="arc">
            <a:avLst>
              <a:gd name="adj1" fmla="val 191574"/>
              <a:gd name="adj2" fmla="val 622156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6" name="Google Shape;2046;p93"/>
          <p:cNvSpPr txBox="1"/>
          <p:nvPr>
            <p:ph type="body" idx="1"/>
          </p:nvPr>
        </p:nvSpPr>
        <p:spPr>
          <a:xfrm>
            <a:off x="3779770" y="1698958"/>
            <a:ext cx="411300" cy="2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2047" name="Google Shape;2047;p93"/>
          <p:cNvSpPr txBox="1"/>
          <p:nvPr>
            <p:ph type="body" idx="1"/>
          </p:nvPr>
        </p:nvSpPr>
        <p:spPr>
          <a:xfrm>
            <a:off x="4944042" y="1698958"/>
            <a:ext cx="411300" cy="2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2048" name="Google Shape;2048;p93"/>
          <p:cNvSpPr txBox="1"/>
          <p:nvPr>
            <p:ph type="body" idx="1"/>
          </p:nvPr>
        </p:nvSpPr>
        <p:spPr>
          <a:xfrm>
            <a:off x="4615518" y="2477115"/>
            <a:ext cx="570900" cy="2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2049" name="Google Shape;2049;p93"/>
          <p:cNvSpPr txBox="1"/>
          <p:nvPr>
            <p:ph type="body" idx="1"/>
          </p:nvPr>
        </p:nvSpPr>
        <p:spPr>
          <a:xfrm>
            <a:off x="3926610" y="2477115"/>
            <a:ext cx="570900" cy="2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2050" name="Google Shape;2050;p93"/>
          <p:cNvSpPr txBox="1"/>
          <p:nvPr>
            <p:ph type="body" idx="1"/>
          </p:nvPr>
        </p:nvSpPr>
        <p:spPr>
          <a:xfrm>
            <a:off x="4378494" y="1982320"/>
            <a:ext cx="271500" cy="2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2051" name="Google Shape;2051;p93"/>
          <p:cNvSpPr txBox="1"/>
          <p:nvPr>
            <p:ph type="body" idx="1"/>
          </p:nvPr>
        </p:nvSpPr>
        <p:spPr>
          <a:xfrm>
            <a:off x="2702217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2052" name="Google Shape;2052;p93"/>
          <p:cNvSpPr txBox="1"/>
          <p:nvPr>
            <p:ph type="body" idx="1"/>
          </p:nvPr>
        </p:nvSpPr>
        <p:spPr>
          <a:xfrm>
            <a:off x="3435353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100°</a:t>
            </a:r>
            <a:endParaRPr sz="1600"/>
          </a:p>
        </p:txBody>
      </p:sp>
      <p:sp>
        <p:nvSpPr>
          <p:cNvPr id="2053" name="Google Shape;2053;p93"/>
          <p:cNvSpPr txBox="1"/>
          <p:nvPr>
            <p:ph type="body" idx="1"/>
          </p:nvPr>
        </p:nvSpPr>
        <p:spPr>
          <a:xfrm>
            <a:off x="4197353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sp>
        <p:nvSpPr>
          <p:cNvPr id="2054" name="Google Shape;2054;p93"/>
          <p:cNvSpPr txBox="1"/>
          <p:nvPr>
            <p:ph type="body" idx="1"/>
          </p:nvPr>
        </p:nvSpPr>
        <p:spPr>
          <a:xfrm>
            <a:off x="4912017" y="3508470"/>
            <a:ext cx="474000" cy="25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80°</a:t>
            </a:r>
            <a:endParaRPr sz="1600"/>
          </a:p>
        </p:txBody>
      </p:sp>
      <p:pic>
        <p:nvPicPr>
          <p:cNvPr id="2055" name="Google Shape;205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964051" y="1217700"/>
            <a:ext cx="2713324" cy="20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Google Shape;2056;p93"/>
          <p:cNvSpPr txBox="1"/>
          <p:nvPr>
            <p:ph type="body" idx="1"/>
          </p:nvPr>
        </p:nvSpPr>
        <p:spPr>
          <a:xfrm>
            <a:off x="6117400" y="1292000"/>
            <a:ext cx="2540700" cy="10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In this case, all the lengths in shape B are double the corresponding lengths in shape A.</a:t>
            </a:r>
            <a:endParaRPr sz="1600"/>
          </a:p>
        </p:txBody>
      </p:sp>
      <p:cxnSp>
        <p:nvCxnSpPr>
          <p:cNvPr id="2057" name="Google Shape;2057;p93"/>
          <p:cNvCxnSpPr/>
          <p:nvPr/>
        </p:nvCxnSpPr>
        <p:spPr>
          <a:xfrm rot="10800000">
            <a:off x="1282836" y="1698847"/>
            <a:ext cx="8331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58" name="Google Shape;2058;p93"/>
          <p:cNvSpPr txBox="1"/>
          <p:nvPr>
            <p:ph type="body" idx="1"/>
          </p:nvPr>
        </p:nvSpPr>
        <p:spPr>
          <a:xfrm flipH="1">
            <a:off x="1536234" y="1464289"/>
            <a:ext cx="4332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 m</a:t>
            </a:r>
            <a:endParaRPr sz="1600"/>
          </a:p>
        </p:txBody>
      </p:sp>
      <p:cxnSp>
        <p:nvCxnSpPr>
          <p:cNvPr id="2059" name="Google Shape;2059;p93"/>
          <p:cNvCxnSpPr/>
          <p:nvPr/>
        </p:nvCxnSpPr>
        <p:spPr>
          <a:xfrm rot="10800000">
            <a:off x="3604193" y="1410533"/>
            <a:ext cx="1797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0" name="Google Shape;2060;p93"/>
          <p:cNvSpPr txBox="1"/>
          <p:nvPr>
            <p:ph type="body" idx="1"/>
          </p:nvPr>
        </p:nvSpPr>
        <p:spPr>
          <a:xfrm flipH="1">
            <a:off x="4239127" y="1154190"/>
            <a:ext cx="570900" cy="2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cxnSp>
        <p:nvCxnSpPr>
          <p:cNvPr id="2061" name="Google Shape;2061;p93"/>
          <p:cNvCxnSpPr/>
          <p:nvPr/>
        </p:nvCxnSpPr>
        <p:spPr>
          <a:xfrm rot="10800000">
            <a:off x="1015349" y="2870491"/>
            <a:ext cx="1353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2" name="Google Shape;2062;p93"/>
          <p:cNvSpPr txBox="1"/>
          <p:nvPr>
            <p:ph type="body" idx="1"/>
          </p:nvPr>
        </p:nvSpPr>
        <p:spPr>
          <a:xfrm flipH="1">
            <a:off x="1510758" y="2867396"/>
            <a:ext cx="4821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5 m</a:t>
            </a:r>
            <a:endParaRPr sz="1600"/>
          </a:p>
        </p:txBody>
      </p:sp>
      <p:cxnSp>
        <p:nvCxnSpPr>
          <p:cNvPr id="2063" name="Google Shape;2063;p93"/>
          <p:cNvCxnSpPr/>
          <p:nvPr/>
        </p:nvCxnSpPr>
        <p:spPr>
          <a:xfrm rot="10800000">
            <a:off x="3957149" y="3042410"/>
            <a:ext cx="1160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4" name="Google Shape;2064;p93"/>
          <p:cNvSpPr txBox="1"/>
          <p:nvPr>
            <p:ph type="body" idx="1"/>
          </p:nvPr>
        </p:nvSpPr>
        <p:spPr>
          <a:xfrm flipH="1">
            <a:off x="4344517" y="3038098"/>
            <a:ext cx="413100" cy="2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cxnSp>
        <p:nvCxnSpPr>
          <p:cNvPr id="2065" name="Google Shape;2065;p93"/>
          <p:cNvCxnSpPr/>
          <p:nvPr/>
        </p:nvCxnSpPr>
        <p:spPr>
          <a:xfrm rot="10800000">
            <a:off x="2203812" y="1813368"/>
            <a:ext cx="255600" cy="979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6" name="Google Shape;2066;p93"/>
          <p:cNvSpPr txBox="1"/>
          <p:nvPr>
            <p:ph type="body" idx="1"/>
          </p:nvPr>
        </p:nvSpPr>
        <p:spPr>
          <a:xfrm flipH="1">
            <a:off x="2342461" y="2057075"/>
            <a:ext cx="4332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cxnSp>
        <p:nvCxnSpPr>
          <p:cNvPr id="2067" name="Google Shape;2067;p93"/>
          <p:cNvCxnSpPr/>
          <p:nvPr/>
        </p:nvCxnSpPr>
        <p:spPr>
          <a:xfrm rot="10800000">
            <a:off x="3444970" y="1570089"/>
            <a:ext cx="356100" cy="136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68" name="Google Shape;2068;p93"/>
          <p:cNvCxnSpPr/>
          <p:nvPr/>
        </p:nvCxnSpPr>
        <p:spPr>
          <a:xfrm rot="10800000" flipH="1">
            <a:off x="930363" y="1813368"/>
            <a:ext cx="255600" cy="979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9" name="Google Shape;2069;p93"/>
          <p:cNvSpPr txBox="1"/>
          <p:nvPr>
            <p:ph type="body" idx="1"/>
          </p:nvPr>
        </p:nvSpPr>
        <p:spPr>
          <a:xfrm flipH="1">
            <a:off x="690001" y="2057075"/>
            <a:ext cx="433200" cy="1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cxnSp>
        <p:nvCxnSpPr>
          <p:cNvPr id="2070" name="Google Shape;2070;p93"/>
          <p:cNvCxnSpPr/>
          <p:nvPr/>
        </p:nvCxnSpPr>
        <p:spPr>
          <a:xfrm rot="10800000" flipH="1">
            <a:off x="5209161" y="1570089"/>
            <a:ext cx="356100" cy="136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71" name="Google Shape;2071;p93"/>
          <p:cNvSpPr txBox="1"/>
          <p:nvPr>
            <p:ph type="body" idx="1"/>
          </p:nvPr>
        </p:nvSpPr>
        <p:spPr>
          <a:xfrm flipH="1">
            <a:off x="5422425" y="2231933"/>
            <a:ext cx="458400" cy="2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2072" name="Google Shape;2072;p93"/>
          <p:cNvSpPr txBox="1"/>
          <p:nvPr>
            <p:ph type="body" idx="1"/>
          </p:nvPr>
        </p:nvSpPr>
        <p:spPr>
          <a:xfrm flipH="1">
            <a:off x="3226233" y="2231933"/>
            <a:ext cx="458400" cy="25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2073" name="Google Shape;2073;p93"/>
          <p:cNvSpPr txBox="1"/>
          <p:nvPr>
            <p:ph type="body" idx="1"/>
          </p:nvPr>
        </p:nvSpPr>
        <p:spPr>
          <a:xfrm>
            <a:off x="6104400" y="2477492"/>
            <a:ext cx="2203500" cy="3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So they are </a:t>
            </a:r>
            <a:r>
              <a:rPr lang="en-GB" sz="1600">
                <a:solidFill>
                  <a:schemeClr val="accent5"/>
                </a:solidFill>
              </a:rPr>
              <a:t>similar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2074" name="Google Shape;2074;p93"/>
          <p:cNvSpPr/>
          <p:nvPr/>
        </p:nvSpPr>
        <p:spPr>
          <a:xfrm>
            <a:off x="2969825" y="4053230"/>
            <a:ext cx="336600" cy="426600"/>
          </a:xfrm>
          <a:prstGeom prst="arc">
            <a:avLst>
              <a:gd name="adj1" fmla="val 18041158"/>
              <a:gd name="adj2" fmla="val 3613075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93"/>
          <p:cNvSpPr txBox="1"/>
          <p:nvPr>
            <p:ph type="body" idx="1"/>
          </p:nvPr>
        </p:nvSpPr>
        <p:spPr>
          <a:xfrm flipH="1">
            <a:off x="3323080" y="4057426"/>
            <a:ext cx="336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2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2076" name="Google Shape;2076;p93"/>
          <p:cNvSpPr/>
          <p:nvPr/>
        </p:nvSpPr>
        <p:spPr>
          <a:xfrm>
            <a:off x="3655625" y="4053230"/>
            <a:ext cx="336600" cy="426600"/>
          </a:xfrm>
          <a:prstGeom prst="arc">
            <a:avLst>
              <a:gd name="adj1" fmla="val 18041158"/>
              <a:gd name="adj2" fmla="val 3613075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93"/>
          <p:cNvSpPr txBox="1"/>
          <p:nvPr>
            <p:ph type="body" idx="1"/>
          </p:nvPr>
        </p:nvSpPr>
        <p:spPr>
          <a:xfrm flipH="1">
            <a:off x="4008880" y="4057426"/>
            <a:ext cx="336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2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2078" name="Google Shape;2078;p93"/>
          <p:cNvSpPr/>
          <p:nvPr/>
        </p:nvSpPr>
        <p:spPr>
          <a:xfrm>
            <a:off x="4505998" y="4053230"/>
            <a:ext cx="336600" cy="426600"/>
          </a:xfrm>
          <a:prstGeom prst="arc">
            <a:avLst>
              <a:gd name="adj1" fmla="val 18041158"/>
              <a:gd name="adj2" fmla="val 3613075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9" name="Google Shape;2079;p93"/>
          <p:cNvSpPr txBox="1"/>
          <p:nvPr>
            <p:ph type="body" idx="1"/>
          </p:nvPr>
        </p:nvSpPr>
        <p:spPr>
          <a:xfrm flipH="1">
            <a:off x="4859252" y="4057426"/>
            <a:ext cx="336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2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2080" name="Google Shape;2080;p93"/>
          <p:cNvSpPr/>
          <p:nvPr/>
        </p:nvSpPr>
        <p:spPr>
          <a:xfrm>
            <a:off x="5179625" y="4053230"/>
            <a:ext cx="336600" cy="426600"/>
          </a:xfrm>
          <a:prstGeom prst="arc">
            <a:avLst>
              <a:gd name="adj1" fmla="val 18041158"/>
              <a:gd name="adj2" fmla="val 3613075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1" name="Google Shape;2081;p93"/>
          <p:cNvSpPr txBox="1"/>
          <p:nvPr>
            <p:ph type="body" idx="1"/>
          </p:nvPr>
        </p:nvSpPr>
        <p:spPr>
          <a:xfrm flipH="1">
            <a:off x="5532880" y="4057426"/>
            <a:ext cx="3366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accent5"/>
                </a:solidFill>
              </a:rPr>
              <a:t>× 2</a:t>
            </a:r>
            <a:endParaRPr sz="1600">
              <a:solidFill>
                <a:schemeClr val="accent5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85" name="Shape 2085"/>
        <p:cNvGrpSpPr/>
        <p:nvPr/>
      </p:nvGrpSpPr>
      <p:grpSpPr>
        <a:xfrm>
          <a:off x="0" y="0"/>
          <a:ext cx="0" cy="0"/>
        </a:xfrm>
      </p:grpSpPr>
      <p:sp>
        <p:nvSpPr>
          <p:cNvPr id="2086" name="Google Shape;2086;p94"/>
          <p:cNvSpPr txBox="1"/>
          <p:nvPr>
            <p:ph type="body" idx="1"/>
          </p:nvPr>
        </p:nvSpPr>
        <p:spPr>
          <a:xfrm>
            <a:off x="324000" y="759300"/>
            <a:ext cx="8237700" cy="51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What is the value of </a:t>
            </a: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?</a:t>
            </a:r>
            <a:endParaRPr/>
          </a:p>
        </p:txBody>
      </p:sp>
      <p:sp>
        <p:nvSpPr>
          <p:cNvPr id="2087" name="Google Shape;2087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for similarity and congruence</a:t>
            </a:r>
            <a:endParaRPr/>
          </a:p>
        </p:txBody>
      </p:sp>
      <p:sp>
        <p:nvSpPr>
          <p:cNvPr id="2088" name="Google Shape;2088;p94"/>
          <p:cNvSpPr/>
          <p:nvPr/>
        </p:nvSpPr>
        <p:spPr>
          <a:xfrm>
            <a:off x="569700" y="1737300"/>
            <a:ext cx="2727268" cy="2323618"/>
          </a:xfrm>
          <a:custGeom>
            <a:rect l="l" t="t" r="r" b="b"/>
            <a:pathLst>
              <a:path w="144319" h="122959" extrusionOk="0">
                <a:moveTo>
                  <a:pt x="44739" y="23091"/>
                </a:moveTo>
                <a:lnTo>
                  <a:pt x="144319" y="0"/>
                </a:lnTo>
                <a:lnTo>
                  <a:pt x="108528" y="122959"/>
                </a:lnTo>
                <a:lnTo>
                  <a:pt x="0" y="86014"/>
                </a:lnTo>
                <a:close/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/>
        </p:txBody>
      </p:sp>
      <p:sp>
        <p:nvSpPr>
          <p:cNvPr id="2089" name="Google Shape;2089;p94"/>
          <p:cNvSpPr/>
          <p:nvPr/>
        </p:nvSpPr>
        <p:spPr>
          <a:xfrm>
            <a:off x="314410" y="3092813"/>
            <a:ext cx="517800" cy="517800"/>
          </a:xfrm>
          <a:prstGeom prst="arc">
            <a:avLst>
              <a:gd name="adj1" fmla="val 18442307"/>
              <a:gd name="adj2" fmla="val 1333123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0" name="Google Shape;2090;p94"/>
          <p:cNvSpPr/>
          <p:nvPr/>
        </p:nvSpPr>
        <p:spPr>
          <a:xfrm>
            <a:off x="1195700" y="1998300"/>
            <a:ext cx="399300" cy="399300"/>
          </a:xfrm>
          <a:prstGeom prst="arc">
            <a:avLst>
              <a:gd name="adj1" fmla="val 20725825"/>
              <a:gd name="adj2" fmla="val 7461734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1" name="Google Shape;2091;p94"/>
          <p:cNvSpPr/>
          <p:nvPr/>
        </p:nvSpPr>
        <p:spPr>
          <a:xfrm>
            <a:off x="3073640" y="1546512"/>
            <a:ext cx="399300" cy="399300"/>
          </a:xfrm>
          <a:prstGeom prst="arc">
            <a:avLst>
              <a:gd name="adj1" fmla="val 5827948"/>
              <a:gd name="adj2" fmla="val 994085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2" name="Google Shape;2092;p94"/>
          <p:cNvSpPr/>
          <p:nvPr/>
        </p:nvSpPr>
        <p:spPr>
          <a:xfrm>
            <a:off x="2404076" y="3843336"/>
            <a:ext cx="399300" cy="399300"/>
          </a:xfrm>
          <a:prstGeom prst="arc">
            <a:avLst>
              <a:gd name="adj1" fmla="val 11692633"/>
              <a:gd name="adj2" fmla="val 1776765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3" name="Google Shape;2093;p94"/>
          <p:cNvSpPr txBox="1"/>
          <p:nvPr>
            <p:ph type="body" idx="1"/>
          </p:nvPr>
        </p:nvSpPr>
        <p:spPr>
          <a:xfrm>
            <a:off x="1443750" y="2330189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138°</a:t>
            </a:r>
            <a:endParaRPr sz="1900"/>
          </a:p>
        </p:txBody>
      </p:sp>
      <p:sp>
        <p:nvSpPr>
          <p:cNvPr id="2094" name="Google Shape;2094;p94"/>
          <p:cNvSpPr txBox="1"/>
          <p:nvPr>
            <p:ph type="body" idx="1"/>
          </p:nvPr>
        </p:nvSpPr>
        <p:spPr>
          <a:xfrm>
            <a:off x="2662950" y="1872989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61°</a:t>
            </a:r>
            <a:endParaRPr sz="1900"/>
          </a:p>
        </p:txBody>
      </p:sp>
      <p:sp>
        <p:nvSpPr>
          <p:cNvPr id="2095" name="Google Shape;2095;p94"/>
          <p:cNvSpPr txBox="1"/>
          <p:nvPr>
            <p:ph type="body" idx="1"/>
          </p:nvPr>
        </p:nvSpPr>
        <p:spPr>
          <a:xfrm>
            <a:off x="2303550" y="3559000"/>
            <a:ext cx="517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87°</a:t>
            </a:r>
            <a:endParaRPr sz="1900"/>
          </a:p>
        </p:txBody>
      </p:sp>
      <p:sp>
        <p:nvSpPr>
          <p:cNvPr id="2096" name="Google Shape;2096;p94"/>
          <p:cNvSpPr txBox="1"/>
          <p:nvPr>
            <p:ph type="body" idx="1"/>
          </p:nvPr>
        </p:nvSpPr>
        <p:spPr>
          <a:xfrm>
            <a:off x="834150" y="3101810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74°</a:t>
            </a:r>
            <a:endParaRPr sz="1900"/>
          </a:p>
        </p:txBody>
      </p:sp>
      <p:cxnSp>
        <p:nvCxnSpPr>
          <p:cNvPr id="2097" name="Google Shape;2097;p94"/>
          <p:cNvCxnSpPr/>
          <p:nvPr/>
        </p:nvCxnSpPr>
        <p:spPr>
          <a:xfrm rot="10800000" flipH="1">
            <a:off x="1382758" y="1606790"/>
            <a:ext cx="1837800" cy="4329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98" name="Google Shape;2098;p94"/>
          <p:cNvCxnSpPr/>
          <p:nvPr/>
        </p:nvCxnSpPr>
        <p:spPr>
          <a:xfrm rot="10800000" flipH="1">
            <a:off x="2816323" y="1759200"/>
            <a:ext cx="624000" cy="2320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99" name="Google Shape;2099;p94"/>
          <p:cNvCxnSpPr/>
          <p:nvPr/>
        </p:nvCxnSpPr>
        <p:spPr>
          <a:xfrm rot="10800000" flipH="1">
            <a:off x="439886" y="2140286"/>
            <a:ext cx="827700" cy="1159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00" name="Google Shape;2100;p94"/>
          <p:cNvCxnSpPr/>
          <p:nvPr/>
        </p:nvCxnSpPr>
        <p:spPr>
          <a:xfrm>
            <a:off x="507225" y="3511750"/>
            <a:ext cx="2020500" cy="692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01" name="Google Shape;2101;p94"/>
          <p:cNvSpPr txBox="1"/>
          <p:nvPr>
            <p:ph type="body" idx="1"/>
          </p:nvPr>
        </p:nvSpPr>
        <p:spPr>
          <a:xfrm>
            <a:off x="1872856" y="1539325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8 m</a:t>
            </a:r>
            <a:endParaRPr sz="1900"/>
          </a:p>
        </p:txBody>
      </p:sp>
      <p:sp>
        <p:nvSpPr>
          <p:cNvPr id="2102" name="Google Shape;2102;p94"/>
          <p:cNvSpPr txBox="1"/>
          <p:nvPr>
            <p:ph type="body" idx="1"/>
          </p:nvPr>
        </p:nvSpPr>
        <p:spPr>
          <a:xfrm>
            <a:off x="3168256" y="2758525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10 m</a:t>
            </a:r>
            <a:endParaRPr sz="1900"/>
          </a:p>
        </p:txBody>
      </p:sp>
      <p:sp>
        <p:nvSpPr>
          <p:cNvPr id="2103" name="Google Shape;2103;p94"/>
          <p:cNvSpPr txBox="1"/>
          <p:nvPr>
            <p:ph type="body" idx="1"/>
          </p:nvPr>
        </p:nvSpPr>
        <p:spPr>
          <a:xfrm>
            <a:off x="1167814" y="3853419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9 m</a:t>
            </a:r>
            <a:endParaRPr sz="1900"/>
          </a:p>
        </p:txBody>
      </p:sp>
      <p:sp>
        <p:nvSpPr>
          <p:cNvPr id="2104" name="Google Shape;2104;p94"/>
          <p:cNvSpPr txBox="1"/>
          <p:nvPr>
            <p:ph type="body" idx="1"/>
          </p:nvPr>
        </p:nvSpPr>
        <p:spPr>
          <a:xfrm>
            <a:off x="368098" y="2405619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900"/>
              <a:t>6 m</a:t>
            </a:r>
            <a:endParaRPr sz="1900"/>
          </a:p>
        </p:txBody>
      </p:sp>
      <p:graphicFrame>
        <p:nvGraphicFramePr>
          <p:cNvPr id="2105" name="Google Shape;2105;p94"/>
          <p:cNvGraphicFramePr>
            <a:graphicFrameLocks noGrp="1"/>
          </p:cNvGraphicFramePr>
          <p:nvPr/>
        </p:nvGraphicFramePr>
        <p:xfrm>
          <a:off x="3999755" y="27699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2027925"/>
                <a:gridCol w="698075"/>
                <a:gridCol w="698075"/>
                <a:gridCol w="698075"/>
                <a:gridCol w="69807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06" name="Google Shape;2106;p94"/>
          <p:cNvSpPr txBox="1"/>
          <p:nvPr>
            <p:ph type="body" idx="1"/>
          </p:nvPr>
        </p:nvSpPr>
        <p:spPr>
          <a:xfrm flipH="1">
            <a:off x="7593333" y="2833211"/>
            <a:ext cx="2565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800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7" name="Google Shape;2107;p94"/>
          <p:cNvSpPr txBox="1"/>
          <p:nvPr>
            <p:ph type="body" idx="1"/>
          </p:nvPr>
        </p:nvSpPr>
        <p:spPr>
          <a:xfrm flipH="1">
            <a:off x="6145514" y="2871700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graphicFrame>
        <p:nvGraphicFramePr>
          <p:cNvPr id="2108" name="Google Shape;2108;p94"/>
          <p:cNvGraphicFramePr>
            <a:graphicFrameLocks noGrp="1"/>
          </p:cNvGraphicFramePr>
          <p:nvPr/>
        </p:nvGraphicFramePr>
        <p:xfrm>
          <a:off x="4000500" y="234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640850"/>
                <a:gridCol w="714325"/>
                <a:gridCol w="714325"/>
                <a:gridCol w="714325"/>
                <a:gridCol w="7143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138°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61°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87°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74°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09" name="Google Shape;2109;p94"/>
          <p:cNvSpPr txBox="1"/>
          <p:nvPr>
            <p:ph type="body" idx="1"/>
          </p:nvPr>
        </p:nvSpPr>
        <p:spPr>
          <a:xfrm flipH="1">
            <a:off x="5840725" y="3747600"/>
            <a:ext cx="990300" cy="49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400" i="1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= 9</a:t>
            </a:r>
            <a:endParaRPr sz="2400" i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0" name="Google Shape;2110;p94"/>
          <p:cNvSpPr txBox="1"/>
          <p:nvPr>
            <p:ph type="body" idx="1"/>
          </p:nvPr>
        </p:nvSpPr>
        <p:spPr>
          <a:xfrm flipH="1">
            <a:off x="6831341" y="2852450"/>
            <a:ext cx="3993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1" name="Google Shape;2111;p94"/>
          <p:cNvSpPr txBox="1"/>
          <p:nvPr>
            <p:ph type="body" idx="1"/>
          </p:nvPr>
        </p:nvSpPr>
        <p:spPr>
          <a:xfrm flipH="1">
            <a:off x="7564450" y="2852458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2" name="Google Shape;2112;p94"/>
          <p:cNvSpPr txBox="1"/>
          <p:nvPr>
            <p:ph type="body" idx="1"/>
          </p:nvPr>
        </p:nvSpPr>
        <p:spPr>
          <a:xfrm flipH="1">
            <a:off x="8251020" y="2852458"/>
            <a:ext cx="166200" cy="24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16" name="Shape 2116"/>
        <p:cNvGrpSpPr/>
        <p:nvPr/>
      </p:nvGrpSpPr>
      <p:grpSpPr>
        <a:xfrm>
          <a:off x="0" y="0"/>
          <a:ext cx="0" cy="0"/>
        </a:xfrm>
      </p:grpSpPr>
      <p:sp>
        <p:nvSpPr>
          <p:cNvPr id="2117" name="Google Shape;2117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shapes A and B are                       .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Fill in the blank.</a:t>
            </a:r>
            <a:endParaRPr/>
          </a:p>
        </p:txBody>
      </p:sp>
      <p:sp>
        <p:nvSpPr>
          <p:cNvPr id="2118" name="Google Shape;2118;p9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sp>
        <p:nvSpPr>
          <p:cNvPr id="2119" name="Google Shape;2119;p95"/>
          <p:cNvSpPr txBox="1"/>
          <p:nvPr>
            <p:ph type="subTitle" idx="1"/>
          </p:nvPr>
        </p:nvSpPr>
        <p:spPr>
          <a:xfrm>
            <a:off x="1034425" y="1837775"/>
            <a:ext cx="389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congruent</a:t>
            </a:r>
            <a:endParaRPr/>
          </a:p>
        </p:txBody>
      </p:sp>
      <p:sp>
        <p:nvSpPr>
          <p:cNvPr id="2120" name="Google Shape;2120;p95"/>
          <p:cNvSpPr txBox="1"/>
          <p:nvPr>
            <p:ph type="subTitle" idx="3"/>
          </p:nvPr>
        </p:nvSpPr>
        <p:spPr>
          <a:xfrm>
            <a:off x="1034425" y="2794251"/>
            <a:ext cx="3894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similar</a:t>
            </a:r>
            <a:endParaRPr/>
          </a:p>
        </p:txBody>
      </p:sp>
      <p:sp>
        <p:nvSpPr>
          <p:cNvPr id="2121" name="Google Shape;2121;p95"/>
          <p:cNvSpPr txBox="1"/>
          <p:nvPr>
            <p:ph type="subTitle" idx="4"/>
          </p:nvPr>
        </p:nvSpPr>
        <p:spPr>
          <a:xfrm>
            <a:off x="1034425" y="3766975"/>
            <a:ext cx="42252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neither congruent nor similar</a:t>
            </a:r>
            <a:endParaRPr/>
          </a:p>
        </p:txBody>
      </p:sp>
      <p:cxnSp>
        <p:nvCxnSpPr>
          <p:cNvPr id="2122" name="Google Shape;2122;p95"/>
          <p:cNvCxnSpPr/>
          <p:nvPr/>
        </p:nvCxnSpPr>
        <p:spPr>
          <a:xfrm>
            <a:off x="3550850" y="1054300"/>
            <a:ext cx="1708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23" name="Google Shape;212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783" y="2700000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24" name="Google Shape;2124;p95"/>
          <p:cNvGraphicFramePr>
            <a:graphicFrameLocks noGrp="1"/>
          </p:cNvGraphicFramePr>
          <p:nvPr/>
        </p:nvGraphicFramePr>
        <p:xfrm>
          <a:off x="3461005" y="20745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2254575"/>
                <a:gridCol w="776100"/>
                <a:gridCol w="776100"/>
                <a:gridCol w="776100"/>
                <a:gridCol w="7761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25" name="Google Shape;2125;p95"/>
          <p:cNvGraphicFramePr>
            <a:graphicFrameLocks noGrp="1"/>
          </p:cNvGraphicFramePr>
          <p:nvPr/>
        </p:nvGraphicFramePr>
        <p:xfrm>
          <a:off x="3461712" y="1647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807700"/>
                <a:gridCol w="786950"/>
                <a:gridCol w="786950"/>
                <a:gridCol w="786950"/>
                <a:gridCol w="786950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138°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61°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87°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74°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26" name="Google Shape;2126;p95"/>
          <p:cNvGraphicFramePr>
            <a:graphicFrameLocks noGrp="1"/>
          </p:cNvGraphicFramePr>
          <p:nvPr/>
        </p:nvGraphicFramePr>
        <p:xfrm>
          <a:off x="3460980" y="24932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2254600"/>
                <a:gridCol w="776100"/>
                <a:gridCol w="776100"/>
                <a:gridCol w="776100"/>
                <a:gridCol w="7761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30" name="Shape 2130"/>
        <p:cNvGrpSpPr/>
        <p:nvPr/>
      </p:nvGrpSpPr>
      <p:grpSpPr>
        <a:xfrm>
          <a:off x="0" y="0"/>
          <a:ext cx="0" cy="0"/>
        </a:xfrm>
      </p:grpSpPr>
      <p:sp>
        <p:nvSpPr>
          <p:cNvPr id="2131" name="Google Shape;2131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shapes A and B are                       .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Fill in the blank.</a:t>
            </a:r>
            <a:endParaRPr/>
          </a:p>
        </p:txBody>
      </p:sp>
      <p:sp>
        <p:nvSpPr>
          <p:cNvPr id="2132" name="Google Shape;2132;p9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sp>
        <p:nvSpPr>
          <p:cNvPr id="2133" name="Google Shape;2133;p96"/>
          <p:cNvSpPr txBox="1"/>
          <p:nvPr>
            <p:ph type="subTitle" idx="1"/>
          </p:nvPr>
        </p:nvSpPr>
        <p:spPr>
          <a:xfrm>
            <a:off x="1034425" y="1837775"/>
            <a:ext cx="389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congruent</a:t>
            </a:r>
            <a:endParaRPr/>
          </a:p>
        </p:txBody>
      </p:sp>
      <p:sp>
        <p:nvSpPr>
          <p:cNvPr id="2134" name="Google Shape;2134;p96"/>
          <p:cNvSpPr txBox="1"/>
          <p:nvPr>
            <p:ph type="subTitle" idx="3"/>
          </p:nvPr>
        </p:nvSpPr>
        <p:spPr>
          <a:xfrm>
            <a:off x="1034425" y="2794251"/>
            <a:ext cx="3894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similar</a:t>
            </a:r>
            <a:endParaRPr/>
          </a:p>
        </p:txBody>
      </p:sp>
      <p:sp>
        <p:nvSpPr>
          <p:cNvPr id="2135" name="Google Shape;2135;p96"/>
          <p:cNvSpPr txBox="1"/>
          <p:nvPr>
            <p:ph type="subTitle" idx="4"/>
          </p:nvPr>
        </p:nvSpPr>
        <p:spPr>
          <a:xfrm>
            <a:off x="1034425" y="3766975"/>
            <a:ext cx="4382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neither congruent nor similar</a:t>
            </a:r>
            <a:endParaRPr/>
          </a:p>
        </p:txBody>
      </p:sp>
      <p:cxnSp>
        <p:nvCxnSpPr>
          <p:cNvPr id="2136" name="Google Shape;2136;p96"/>
          <p:cNvCxnSpPr/>
          <p:nvPr/>
        </p:nvCxnSpPr>
        <p:spPr>
          <a:xfrm>
            <a:off x="3550850" y="1054300"/>
            <a:ext cx="17088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37" name="Google Shape;213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5508" y="1806763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38" name="Google Shape;2138;p96"/>
          <p:cNvGraphicFramePr>
            <a:graphicFrameLocks noGrp="1"/>
          </p:cNvGraphicFramePr>
          <p:nvPr/>
        </p:nvGraphicFramePr>
        <p:xfrm>
          <a:off x="3461005" y="20745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2254575"/>
                <a:gridCol w="776100"/>
                <a:gridCol w="776100"/>
                <a:gridCol w="776100"/>
                <a:gridCol w="7761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39" name="Google Shape;2139;p96"/>
          <p:cNvGraphicFramePr>
            <a:graphicFrameLocks noGrp="1"/>
          </p:cNvGraphicFramePr>
          <p:nvPr/>
        </p:nvGraphicFramePr>
        <p:xfrm>
          <a:off x="3461712" y="16477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807700"/>
                <a:gridCol w="786950"/>
                <a:gridCol w="786950"/>
                <a:gridCol w="786950"/>
                <a:gridCol w="786950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138°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61°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87°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74°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140" name="Google Shape;2140;p96"/>
          <p:cNvGraphicFramePr>
            <a:graphicFrameLocks noGrp="1"/>
          </p:cNvGraphicFramePr>
          <p:nvPr/>
        </p:nvGraphicFramePr>
        <p:xfrm>
          <a:off x="3460980" y="24932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2254600"/>
                <a:gridCol w="776100"/>
                <a:gridCol w="776100"/>
                <a:gridCol w="776100"/>
                <a:gridCol w="77610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44" name="Shape 2144"/>
        <p:cNvGrpSpPr/>
        <p:nvPr/>
      </p:nvGrpSpPr>
      <p:grpSpPr>
        <a:xfrm>
          <a:off x="0" y="0"/>
          <a:ext cx="0" cy="0"/>
        </a:xfrm>
      </p:grpSpPr>
      <p:sp>
        <p:nvSpPr>
          <p:cNvPr id="2145" name="Google Shape;2145;p9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a ) Fill in the table for shapes B and C, matching up the angles if you can.</a:t>
            </a:r>
            <a:endParaRPr sz="1600"/>
          </a:p>
        </p:txBody>
      </p:sp>
      <p:sp>
        <p:nvSpPr>
          <p:cNvPr id="2146" name="Google Shape;2146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graphicFrame>
        <p:nvGraphicFramePr>
          <p:cNvPr id="2147" name="Google Shape;2147;p97"/>
          <p:cNvGraphicFramePr>
            <a:graphicFrameLocks noGrp="1"/>
          </p:cNvGraphicFramePr>
          <p:nvPr/>
        </p:nvGraphicFramePr>
        <p:xfrm>
          <a:off x="876300" y="127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12625"/>
                <a:gridCol w="678350"/>
                <a:gridCol w="678350"/>
                <a:gridCol w="678350"/>
                <a:gridCol w="678350"/>
                <a:gridCol w="678350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116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127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C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48" name="Google Shape;2148;p97"/>
          <p:cNvSpPr txBox="1"/>
          <p:nvPr/>
        </p:nvSpPr>
        <p:spPr>
          <a:xfrm>
            <a:off x="7495868" y="1523382"/>
            <a:ext cx="5391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9" name="Google Shape;2149;p97"/>
          <p:cNvSpPr txBox="1"/>
          <p:nvPr/>
        </p:nvSpPr>
        <p:spPr>
          <a:xfrm>
            <a:off x="7764209" y="1151737"/>
            <a:ext cx="5391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0" name="Google Shape;2150;p97"/>
          <p:cNvSpPr txBox="1"/>
          <p:nvPr/>
        </p:nvSpPr>
        <p:spPr>
          <a:xfrm>
            <a:off x="7996176" y="1899601"/>
            <a:ext cx="5391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1" name="Google Shape;2151;p97"/>
          <p:cNvSpPr txBox="1"/>
          <p:nvPr/>
        </p:nvSpPr>
        <p:spPr>
          <a:xfrm>
            <a:off x="7862317" y="2358962"/>
            <a:ext cx="5391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52" name="Google Shape;2152;p97"/>
          <p:cNvGrpSpPr/>
          <p:nvPr/>
        </p:nvGrpSpPr>
        <p:grpSpPr>
          <a:xfrm>
            <a:off x="6329252" y="2698183"/>
            <a:ext cx="2327300" cy="2535196"/>
            <a:chOff x="2648661" y="1452693"/>
            <a:chExt cx="2995624" cy="2995624"/>
          </a:xfrm>
        </p:grpSpPr>
        <p:sp>
          <p:nvSpPr>
            <p:cNvPr id="2153" name="Google Shape;2153;p97"/>
            <p:cNvSpPr/>
            <p:nvPr/>
          </p:nvSpPr>
          <p:spPr>
            <a:xfrm rot="-8100000">
              <a:off x="5396815" y="2560686"/>
              <a:ext cx="195586" cy="195586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4" name="Google Shape;2154;p97"/>
            <p:cNvSpPr/>
            <p:nvPr/>
          </p:nvSpPr>
          <p:spPr>
            <a:xfrm rot="-8100000">
              <a:off x="4302987" y="3685332"/>
              <a:ext cx="320319" cy="320319"/>
            </a:xfrm>
            <a:prstGeom prst="arc">
              <a:avLst>
                <a:gd name="adj1" fmla="val 19420455"/>
                <a:gd name="adj2" fmla="val 462390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5" name="Google Shape;2155;p97"/>
            <p:cNvSpPr/>
            <p:nvPr/>
          </p:nvSpPr>
          <p:spPr>
            <a:xfrm rot="-8100000">
              <a:off x="2987822" y="3600580"/>
              <a:ext cx="484510" cy="484510"/>
            </a:xfrm>
            <a:prstGeom prst="arc">
              <a:avLst>
                <a:gd name="adj1" fmla="val 3848259"/>
                <a:gd name="adj2" fmla="val 7982719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6" name="Google Shape;2156;p97"/>
            <p:cNvSpPr/>
            <p:nvPr/>
          </p:nvSpPr>
          <p:spPr>
            <a:xfrm rot="-8100000">
              <a:off x="3733874" y="1942054"/>
              <a:ext cx="266438" cy="266438"/>
            </a:xfrm>
            <a:prstGeom prst="arc">
              <a:avLst>
                <a:gd name="adj1" fmla="val 6516218"/>
                <a:gd name="adj2" fmla="val 1486250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7" name="Google Shape;2157;p97"/>
            <p:cNvSpPr/>
            <p:nvPr/>
          </p:nvSpPr>
          <p:spPr>
            <a:xfrm rot="-8100000">
              <a:off x="4591132" y="1645229"/>
              <a:ext cx="266438" cy="266438"/>
            </a:xfrm>
            <a:prstGeom prst="arc">
              <a:avLst>
                <a:gd name="adj1" fmla="val 10346114"/>
                <a:gd name="adj2" fmla="val 1825914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58" name="Google Shape;2158;p97"/>
            <p:cNvSpPr/>
            <p:nvPr/>
          </p:nvSpPr>
          <p:spPr>
            <a:xfrm rot="-8100000">
              <a:off x="3297685" y="1681067"/>
              <a:ext cx="1697576" cy="2538876"/>
            </a:xfrm>
            <a:custGeom>
              <a:rect l="l" t="t" r="r" b="b"/>
              <a:pathLst>
                <a:path w="61212" h="91548" extrusionOk="0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2159" name="Google Shape;2159;p97"/>
          <p:cNvGrpSpPr/>
          <p:nvPr/>
        </p:nvGrpSpPr>
        <p:grpSpPr>
          <a:xfrm>
            <a:off x="7299337" y="764455"/>
            <a:ext cx="1340345" cy="1970923"/>
            <a:chOff x="955997" y="2127704"/>
            <a:chExt cx="1164403" cy="1712209"/>
          </a:xfrm>
        </p:grpSpPr>
        <p:sp>
          <p:nvSpPr>
            <p:cNvPr id="2160" name="Google Shape;2160;p97"/>
            <p:cNvSpPr/>
            <p:nvPr/>
          </p:nvSpPr>
          <p:spPr>
            <a:xfrm>
              <a:off x="1058045" y="3657130"/>
              <a:ext cx="115800" cy="1158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1" name="Google Shape;2161;p97"/>
            <p:cNvSpPr/>
            <p:nvPr/>
          </p:nvSpPr>
          <p:spPr>
            <a:xfrm>
              <a:off x="955997" y="2691429"/>
              <a:ext cx="189600" cy="189600"/>
            </a:xfrm>
            <a:prstGeom prst="arc">
              <a:avLst>
                <a:gd name="adj1" fmla="val 19420455"/>
                <a:gd name="adj2" fmla="val 462390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2" name="Google Shape;2162;p97"/>
            <p:cNvSpPr/>
            <p:nvPr/>
          </p:nvSpPr>
          <p:spPr>
            <a:xfrm>
              <a:off x="1424734" y="2127704"/>
              <a:ext cx="286800" cy="286800"/>
            </a:xfrm>
            <a:prstGeom prst="arc">
              <a:avLst>
                <a:gd name="adj1" fmla="val 3848259"/>
                <a:gd name="adj2" fmla="val 7982719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3" name="Google Shape;2163;p97"/>
            <p:cNvSpPr/>
            <p:nvPr/>
          </p:nvSpPr>
          <p:spPr>
            <a:xfrm>
              <a:off x="1962600" y="3198950"/>
              <a:ext cx="157800" cy="157800"/>
            </a:xfrm>
            <a:prstGeom prst="arc">
              <a:avLst>
                <a:gd name="adj1" fmla="val 6516218"/>
                <a:gd name="adj2" fmla="val 1486250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4" name="Google Shape;2164;p97"/>
            <p:cNvSpPr/>
            <p:nvPr/>
          </p:nvSpPr>
          <p:spPr>
            <a:xfrm>
              <a:off x="1727971" y="3682113"/>
              <a:ext cx="157800" cy="157800"/>
            </a:xfrm>
            <a:prstGeom prst="arc">
              <a:avLst>
                <a:gd name="adj1" fmla="val 10346114"/>
                <a:gd name="adj2" fmla="val 1825914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65" name="Google Shape;2165;p97"/>
            <p:cNvSpPr/>
            <p:nvPr/>
          </p:nvSpPr>
          <p:spPr>
            <a:xfrm>
              <a:off x="1055550" y="2276775"/>
              <a:ext cx="1005101" cy="1503218"/>
            </a:xfrm>
            <a:custGeom>
              <a:rect l="l" t="t" r="r" b="b"/>
              <a:pathLst>
                <a:path w="61212" h="91548" extrusionOk="0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sp>
        <p:nvSpPr>
          <p:cNvPr id="2166" name="Google Shape;2166;p97"/>
          <p:cNvSpPr txBox="1"/>
          <p:nvPr/>
        </p:nvSpPr>
        <p:spPr>
          <a:xfrm>
            <a:off x="7714949" y="3110600"/>
            <a:ext cx="4638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97"/>
          <p:cNvSpPr txBox="1"/>
          <p:nvPr/>
        </p:nvSpPr>
        <p:spPr>
          <a:xfrm>
            <a:off x="7468463" y="4377754"/>
            <a:ext cx="5391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8" name="Google Shape;2168;p97"/>
          <p:cNvSpPr txBox="1"/>
          <p:nvPr/>
        </p:nvSpPr>
        <p:spPr>
          <a:xfrm>
            <a:off x="6964656" y="4377748"/>
            <a:ext cx="3801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9" name="Google Shape;2169;p97"/>
          <p:cNvSpPr txBox="1"/>
          <p:nvPr/>
        </p:nvSpPr>
        <p:spPr>
          <a:xfrm>
            <a:off x="7245651" y="3327900"/>
            <a:ext cx="4638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0" name="Google Shape;2170;p97"/>
          <p:cNvSpPr txBox="1"/>
          <p:nvPr>
            <p:ph type="body" idx="1"/>
          </p:nvPr>
        </p:nvSpPr>
        <p:spPr>
          <a:xfrm>
            <a:off x="7620875" y="1928358"/>
            <a:ext cx="211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2171" name="Google Shape;2171;p97"/>
          <p:cNvSpPr txBox="1"/>
          <p:nvPr>
            <p:ph type="body" idx="1"/>
          </p:nvPr>
        </p:nvSpPr>
        <p:spPr>
          <a:xfrm>
            <a:off x="7544675" y="3842209"/>
            <a:ext cx="211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2172" name="Google Shape;2172;p97"/>
          <p:cNvSpPr txBox="1"/>
          <p:nvPr>
            <p:ph type="body" idx="1"/>
          </p:nvPr>
        </p:nvSpPr>
        <p:spPr>
          <a:xfrm>
            <a:off x="576500" y="2787836"/>
            <a:ext cx="5917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Which shape is neither similar nor congruent to Shape A?</a:t>
            </a:r>
            <a:endParaRPr sz="1600"/>
          </a:p>
        </p:txBody>
      </p:sp>
      <p:sp>
        <p:nvSpPr>
          <p:cNvPr id="2173" name="Google Shape;2173;p97"/>
          <p:cNvSpPr txBox="1"/>
          <p:nvPr>
            <p:ph type="body" idx="1"/>
          </p:nvPr>
        </p:nvSpPr>
        <p:spPr>
          <a:xfrm>
            <a:off x="576500" y="3434382"/>
            <a:ext cx="5917800" cy="5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Is it possible to determine congruence for the other </a:t>
            </a:r>
            <a:br>
              <a:rPr lang="en-GB" sz="1600"/>
            </a:br>
            <a:r>
              <a:rPr lang="en-GB" sz="1600"/>
              <a:t>    shape? Explain your answer.</a:t>
            </a:r>
            <a:endParaRPr sz="1600"/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77" name="Shape 2177"/>
        <p:cNvGrpSpPr/>
        <p:nvPr/>
      </p:nvGrpSpPr>
      <p:grpSpPr>
        <a:xfrm>
          <a:off x="0" y="0"/>
          <a:ext cx="0" cy="0"/>
        </a:xfrm>
      </p:grpSpPr>
      <p:sp>
        <p:nvSpPr>
          <p:cNvPr id="2178" name="Google Shape;2178;p98"/>
          <p:cNvSpPr txBox="1"/>
          <p:nvPr>
            <p:ph type="body" idx="1"/>
          </p:nvPr>
        </p:nvSpPr>
        <p:spPr>
          <a:xfrm>
            <a:off x="324000" y="759300"/>
            <a:ext cx="84960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a ) Fill in the table for shape B.</a:t>
            </a:r>
            <a:endParaRPr sz="1600"/>
          </a:p>
        </p:txBody>
      </p:sp>
      <p:sp>
        <p:nvSpPr>
          <p:cNvPr id="2179" name="Google Shape;2179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sp>
        <p:nvSpPr>
          <p:cNvPr id="2180" name="Google Shape;2180;p98"/>
          <p:cNvSpPr txBox="1"/>
          <p:nvPr>
            <p:ph type="body" idx="1"/>
          </p:nvPr>
        </p:nvSpPr>
        <p:spPr>
          <a:xfrm>
            <a:off x="548400" y="2969100"/>
            <a:ext cx="8271600" cy="58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Are shapes A and B congruent, similar or neither? </a:t>
            </a:r>
            <a:br>
              <a:rPr lang="en-GB" sz="1600"/>
            </a:br>
            <a:r>
              <a:rPr lang="en-GB" sz="1600"/>
              <a:t>    Justify your answer.</a:t>
            </a:r>
            <a:endParaRPr sz="1600"/>
          </a:p>
        </p:txBody>
      </p:sp>
      <p:grpSp>
        <p:nvGrpSpPr>
          <p:cNvPr id="2181" name="Google Shape;2181;p98"/>
          <p:cNvGrpSpPr/>
          <p:nvPr/>
        </p:nvGrpSpPr>
        <p:grpSpPr>
          <a:xfrm>
            <a:off x="6980093" y="1091574"/>
            <a:ext cx="1692592" cy="2974873"/>
            <a:chOff x="6518377" y="1018125"/>
            <a:chExt cx="2064641" cy="3628779"/>
          </a:xfrm>
        </p:grpSpPr>
        <p:sp>
          <p:nvSpPr>
            <p:cNvPr id="2182" name="Google Shape;2182;p98"/>
            <p:cNvSpPr/>
            <p:nvPr/>
          </p:nvSpPr>
          <p:spPr>
            <a:xfrm>
              <a:off x="6831050" y="1231525"/>
              <a:ext cx="1539400" cy="3107650"/>
            </a:xfrm>
            <a:custGeom>
              <a:rect l="l" t="t" r="r" b="b"/>
              <a:pathLst>
                <a:path w="61576" h="124304" extrusionOk="0">
                  <a:moveTo>
                    <a:pt x="385" y="0"/>
                  </a:moveTo>
                  <a:lnTo>
                    <a:pt x="31173" y="0"/>
                  </a:lnTo>
                  <a:lnTo>
                    <a:pt x="61576" y="54648"/>
                  </a:lnTo>
                  <a:lnTo>
                    <a:pt x="0" y="124306"/>
                  </a:lnTo>
                  <a:close/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2183" name="Google Shape;2183;p98"/>
            <p:cNvSpPr/>
            <p:nvPr/>
          </p:nvSpPr>
          <p:spPr>
            <a:xfrm>
              <a:off x="7426250" y="1018125"/>
              <a:ext cx="409200" cy="409200"/>
            </a:xfrm>
            <a:prstGeom prst="arc">
              <a:avLst>
                <a:gd name="adj1" fmla="val 3917495"/>
                <a:gd name="adj2" fmla="val 1034703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4" name="Google Shape;2184;p98"/>
            <p:cNvSpPr/>
            <p:nvPr/>
          </p:nvSpPr>
          <p:spPr>
            <a:xfrm>
              <a:off x="8173818" y="2389725"/>
              <a:ext cx="409200" cy="409200"/>
            </a:xfrm>
            <a:prstGeom prst="arc">
              <a:avLst>
                <a:gd name="adj1" fmla="val 7814988"/>
                <a:gd name="adj2" fmla="val 14106678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5" name="Google Shape;2185;p98"/>
            <p:cNvSpPr/>
            <p:nvPr/>
          </p:nvSpPr>
          <p:spPr>
            <a:xfrm>
              <a:off x="6518377" y="4018104"/>
              <a:ext cx="628800" cy="628800"/>
            </a:xfrm>
            <a:prstGeom prst="arc">
              <a:avLst>
                <a:gd name="adj1" fmla="val 16262957"/>
                <a:gd name="adj2" fmla="val 1853682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86" name="Google Shape;2186;p98"/>
            <p:cNvSpPr/>
            <p:nvPr/>
          </p:nvSpPr>
          <p:spPr>
            <a:xfrm>
              <a:off x="6845850" y="1232175"/>
              <a:ext cx="162000" cy="1620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87" name="Google Shape;2187;p98"/>
          <p:cNvSpPr txBox="1"/>
          <p:nvPr>
            <p:ph type="body" idx="4294967295"/>
          </p:nvPr>
        </p:nvSpPr>
        <p:spPr>
          <a:xfrm>
            <a:off x="7536575" y="1408573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119°</a:t>
            </a:r>
            <a:endParaRPr sz="1600"/>
          </a:p>
        </p:txBody>
      </p:sp>
      <p:sp>
        <p:nvSpPr>
          <p:cNvPr id="2188" name="Google Shape;2188;p98"/>
          <p:cNvSpPr txBox="1"/>
          <p:nvPr>
            <p:ph type="body" idx="4294967295"/>
          </p:nvPr>
        </p:nvSpPr>
        <p:spPr>
          <a:xfrm>
            <a:off x="7946439" y="2185005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109°</a:t>
            </a:r>
            <a:endParaRPr sz="1600"/>
          </a:p>
        </p:txBody>
      </p:sp>
      <p:sp>
        <p:nvSpPr>
          <p:cNvPr id="2189" name="Google Shape;2189;p98"/>
          <p:cNvSpPr txBox="1"/>
          <p:nvPr>
            <p:ph type="body" idx="4294967295"/>
          </p:nvPr>
        </p:nvSpPr>
        <p:spPr>
          <a:xfrm>
            <a:off x="7254645" y="3262220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42°</a:t>
            </a:r>
            <a:endParaRPr sz="1600"/>
          </a:p>
        </p:txBody>
      </p:sp>
      <p:cxnSp>
        <p:nvCxnSpPr>
          <p:cNvPr id="2190" name="Google Shape;2190;p98"/>
          <p:cNvCxnSpPr/>
          <p:nvPr/>
        </p:nvCxnSpPr>
        <p:spPr>
          <a:xfrm>
            <a:off x="7232084" y="1183411"/>
            <a:ext cx="656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91" name="Google Shape;2191;p98"/>
          <p:cNvCxnSpPr>
            <a:endCxn id="2188" idx="3"/>
          </p:cNvCxnSpPr>
          <p:nvPr/>
        </p:nvCxnSpPr>
        <p:spPr>
          <a:xfrm>
            <a:off x="7964139" y="1234755"/>
            <a:ext cx="674100" cy="1149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92" name="Google Shape;2192;p98"/>
          <p:cNvCxnSpPr/>
          <p:nvPr/>
        </p:nvCxnSpPr>
        <p:spPr>
          <a:xfrm flipH="1">
            <a:off x="7369311" y="2455111"/>
            <a:ext cx="1194600" cy="1398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93" name="Google Shape;2193;p98"/>
          <p:cNvCxnSpPr/>
          <p:nvPr/>
        </p:nvCxnSpPr>
        <p:spPr>
          <a:xfrm flipH="1">
            <a:off x="7107818" y="1277225"/>
            <a:ext cx="0" cy="256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94" name="Google Shape;2194;p98"/>
          <p:cNvSpPr txBox="1"/>
          <p:nvPr>
            <p:ph type="body" idx="4294967295"/>
          </p:nvPr>
        </p:nvSpPr>
        <p:spPr>
          <a:xfrm>
            <a:off x="7355311" y="925684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2195" name="Google Shape;2195;p98"/>
          <p:cNvSpPr txBox="1"/>
          <p:nvPr>
            <p:ph type="body" idx="4294967295"/>
          </p:nvPr>
        </p:nvSpPr>
        <p:spPr>
          <a:xfrm>
            <a:off x="8262495" y="1528068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2196" name="Google Shape;2196;p98"/>
          <p:cNvSpPr txBox="1"/>
          <p:nvPr>
            <p:ph type="body" idx="4294967295"/>
          </p:nvPr>
        </p:nvSpPr>
        <p:spPr>
          <a:xfrm>
            <a:off x="8033895" y="3052068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12 m</a:t>
            </a:r>
            <a:endParaRPr sz="1600"/>
          </a:p>
        </p:txBody>
      </p:sp>
      <p:sp>
        <p:nvSpPr>
          <p:cNvPr id="2197" name="Google Shape;2197;p98"/>
          <p:cNvSpPr txBox="1"/>
          <p:nvPr>
            <p:ph type="body" idx="4294967295"/>
          </p:nvPr>
        </p:nvSpPr>
        <p:spPr>
          <a:xfrm>
            <a:off x="6614959" y="2213868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16 m</a:t>
            </a:r>
            <a:endParaRPr sz="1600"/>
          </a:p>
        </p:txBody>
      </p:sp>
      <p:sp>
        <p:nvSpPr>
          <p:cNvPr id="2198" name="Google Shape;2198;p98"/>
          <p:cNvSpPr txBox="1"/>
          <p:nvPr>
            <p:ph type="body" idx="1"/>
          </p:nvPr>
        </p:nvSpPr>
        <p:spPr>
          <a:xfrm>
            <a:off x="7551350" y="2128588"/>
            <a:ext cx="2997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graphicFrame>
        <p:nvGraphicFramePr>
          <p:cNvPr id="2199" name="Google Shape;2199;p98"/>
          <p:cNvGraphicFramePr>
            <a:graphicFrameLocks noGrp="1"/>
          </p:cNvGraphicFramePr>
          <p:nvPr/>
        </p:nvGraphicFramePr>
        <p:xfrm>
          <a:off x="876300" y="127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23325"/>
                <a:gridCol w="750225"/>
                <a:gridCol w="750225"/>
                <a:gridCol w="750225"/>
                <a:gridCol w="7502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119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00" name="Google Shape;2200;p98"/>
          <p:cNvGraphicFramePr>
            <a:graphicFrameLocks noGrp="1"/>
          </p:cNvGraphicFramePr>
          <p:nvPr/>
        </p:nvGraphicFramePr>
        <p:xfrm>
          <a:off x="875555" y="16999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2222850"/>
                <a:gridCol w="660400"/>
                <a:gridCol w="738350"/>
                <a:gridCol w="738350"/>
                <a:gridCol w="738350"/>
              </a:tblGrid>
              <a:tr h="480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9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04" name="Shape 2204"/>
        <p:cNvGrpSpPr/>
        <p:nvPr/>
      </p:nvGrpSpPr>
      <p:grpSpPr>
        <a:xfrm>
          <a:off x="0" y="0"/>
          <a:ext cx="0" cy="0"/>
        </a:xfrm>
      </p:grpSpPr>
      <p:sp>
        <p:nvSpPr>
          <p:cNvPr id="2205" name="Google Shape;2205;p9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1) a ) Fill in the table for shapes B and C, matching up the angles if you can.</a:t>
            </a:r>
            <a:endParaRPr sz="1600"/>
          </a:p>
        </p:txBody>
      </p:sp>
      <p:sp>
        <p:nvSpPr>
          <p:cNvPr id="2206" name="Google Shape;2206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graphicFrame>
        <p:nvGraphicFramePr>
          <p:cNvPr id="2207" name="Google Shape;2207;p99"/>
          <p:cNvGraphicFramePr>
            <a:graphicFrameLocks noGrp="1"/>
          </p:cNvGraphicFramePr>
          <p:nvPr/>
        </p:nvGraphicFramePr>
        <p:xfrm>
          <a:off x="876300" y="127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12625"/>
                <a:gridCol w="678350"/>
                <a:gridCol w="678350"/>
                <a:gridCol w="678350"/>
                <a:gridCol w="678350"/>
                <a:gridCol w="678350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116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127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C 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08" name="Google Shape;2208;p99"/>
          <p:cNvSpPr txBox="1"/>
          <p:nvPr/>
        </p:nvSpPr>
        <p:spPr>
          <a:xfrm>
            <a:off x="7495868" y="1523382"/>
            <a:ext cx="5391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99"/>
          <p:cNvSpPr txBox="1"/>
          <p:nvPr/>
        </p:nvSpPr>
        <p:spPr>
          <a:xfrm>
            <a:off x="7764209" y="1151737"/>
            <a:ext cx="5391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0" name="Google Shape;2210;p99"/>
          <p:cNvSpPr txBox="1"/>
          <p:nvPr/>
        </p:nvSpPr>
        <p:spPr>
          <a:xfrm>
            <a:off x="7996176" y="1899601"/>
            <a:ext cx="5391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99"/>
          <p:cNvSpPr txBox="1"/>
          <p:nvPr/>
        </p:nvSpPr>
        <p:spPr>
          <a:xfrm>
            <a:off x="7862317" y="2358962"/>
            <a:ext cx="5391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12" name="Google Shape;2212;p99"/>
          <p:cNvGrpSpPr/>
          <p:nvPr/>
        </p:nvGrpSpPr>
        <p:grpSpPr>
          <a:xfrm>
            <a:off x="6329252" y="2698183"/>
            <a:ext cx="2327300" cy="2535196"/>
            <a:chOff x="2648661" y="1452693"/>
            <a:chExt cx="2995624" cy="2995624"/>
          </a:xfrm>
        </p:grpSpPr>
        <p:sp>
          <p:nvSpPr>
            <p:cNvPr id="2213" name="Google Shape;2213;p99"/>
            <p:cNvSpPr/>
            <p:nvPr/>
          </p:nvSpPr>
          <p:spPr>
            <a:xfrm rot="-8100000">
              <a:off x="5396815" y="2560686"/>
              <a:ext cx="195586" cy="195586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4" name="Google Shape;2214;p99"/>
            <p:cNvSpPr/>
            <p:nvPr/>
          </p:nvSpPr>
          <p:spPr>
            <a:xfrm rot="-8100000">
              <a:off x="4302987" y="3685332"/>
              <a:ext cx="320319" cy="320319"/>
            </a:xfrm>
            <a:prstGeom prst="arc">
              <a:avLst>
                <a:gd name="adj1" fmla="val 19420455"/>
                <a:gd name="adj2" fmla="val 462390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5" name="Google Shape;2215;p99"/>
            <p:cNvSpPr/>
            <p:nvPr/>
          </p:nvSpPr>
          <p:spPr>
            <a:xfrm rot="-8100000">
              <a:off x="2987822" y="3600580"/>
              <a:ext cx="484510" cy="484510"/>
            </a:xfrm>
            <a:prstGeom prst="arc">
              <a:avLst>
                <a:gd name="adj1" fmla="val 3848259"/>
                <a:gd name="adj2" fmla="val 7982719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6" name="Google Shape;2216;p99"/>
            <p:cNvSpPr/>
            <p:nvPr/>
          </p:nvSpPr>
          <p:spPr>
            <a:xfrm rot="-8100000">
              <a:off x="3733874" y="1942054"/>
              <a:ext cx="266438" cy="266438"/>
            </a:xfrm>
            <a:prstGeom prst="arc">
              <a:avLst>
                <a:gd name="adj1" fmla="val 6516218"/>
                <a:gd name="adj2" fmla="val 1486250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7" name="Google Shape;2217;p99"/>
            <p:cNvSpPr/>
            <p:nvPr/>
          </p:nvSpPr>
          <p:spPr>
            <a:xfrm rot="-8100000">
              <a:off x="4591132" y="1645229"/>
              <a:ext cx="266438" cy="266438"/>
            </a:xfrm>
            <a:prstGeom prst="arc">
              <a:avLst>
                <a:gd name="adj1" fmla="val 10346114"/>
                <a:gd name="adj2" fmla="val 1825914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8" name="Google Shape;2218;p99"/>
            <p:cNvSpPr/>
            <p:nvPr/>
          </p:nvSpPr>
          <p:spPr>
            <a:xfrm rot="-8100000">
              <a:off x="3297685" y="1681067"/>
              <a:ext cx="1697576" cy="2538876"/>
            </a:xfrm>
            <a:custGeom>
              <a:rect l="l" t="t" r="r" b="b"/>
              <a:pathLst>
                <a:path w="61212" h="91548" extrusionOk="0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grpSp>
        <p:nvGrpSpPr>
          <p:cNvPr id="2219" name="Google Shape;2219;p99"/>
          <p:cNvGrpSpPr/>
          <p:nvPr/>
        </p:nvGrpSpPr>
        <p:grpSpPr>
          <a:xfrm>
            <a:off x="7299337" y="764455"/>
            <a:ext cx="1340345" cy="1970923"/>
            <a:chOff x="955997" y="2127704"/>
            <a:chExt cx="1164403" cy="1712209"/>
          </a:xfrm>
        </p:grpSpPr>
        <p:sp>
          <p:nvSpPr>
            <p:cNvPr id="2220" name="Google Shape;2220;p99"/>
            <p:cNvSpPr/>
            <p:nvPr/>
          </p:nvSpPr>
          <p:spPr>
            <a:xfrm>
              <a:off x="1058045" y="3657130"/>
              <a:ext cx="115800" cy="1158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1" name="Google Shape;2221;p99"/>
            <p:cNvSpPr/>
            <p:nvPr/>
          </p:nvSpPr>
          <p:spPr>
            <a:xfrm>
              <a:off x="955997" y="2691429"/>
              <a:ext cx="189600" cy="189600"/>
            </a:xfrm>
            <a:prstGeom prst="arc">
              <a:avLst>
                <a:gd name="adj1" fmla="val 19420455"/>
                <a:gd name="adj2" fmla="val 462390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2" name="Google Shape;2222;p99"/>
            <p:cNvSpPr/>
            <p:nvPr/>
          </p:nvSpPr>
          <p:spPr>
            <a:xfrm>
              <a:off x="1424734" y="2127704"/>
              <a:ext cx="286800" cy="286800"/>
            </a:xfrm>
            <a:prstGeom prst="arc">
              <a:avLst>
                <a:gd name="adj1" fmla="val 3848259"/>
                <a:gd name="adj2" fmla="val 7982719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3" name="Google Shape;2223;p99"/>
            <p:cNvSpPr/>
            <p:nvPr/>
          </p:nvSpPr>
          <p:spPr>
            <a:xfrm>
              <a:off x="1962600" y="3198950"/>
              <a:ext cx="157800" cy="157800"/>
            </a:xfrm>
            <a:prstGeom prst="arc">
              <a:avLst>
                <a:gd name="adj1" fmla="val 6516218"/>
                <a:gd name="adj2" fmla="val 14862503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4" name="Google Shape;2224;p99"/>
            <p:cNvSpPr/>
            <p:nvPr/>
          </p:nvSpPr>
          <p:spPr>
            <a:xfrm>
              <a:off x="1727971" y="3682113"/>
              <a:ext cx="157800" cy="157800"/>
            </a:xfrm>
            <a:prstGeom prst="arc">
              <a:avLst>
                <a:gd name="adj1" fmla="val 10346114"/>
                <a:gd name="adj2" fmla="val 1825914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5" name="Google Shape;2225;p99"/>
            <p:cNvSpPr/>
            <p:nvPr/>
          </p:nvSpPr>
          <p:spPr>
            <a:xfrm>
              <a:off x="1055550" y="2276775"/>
              <a:ext cx="1005101" cy="1503218"/>
            </a:xfrm>
            <a:custGeom>
              <a:rect l="l" t="t" r="r" b="b"/>
              <a:pathLst>
                <a:path w="61212" h="91548" extrusionOk="0">
                  <a:moveTo>
                    <a:pt x="0" y="30697"/>
                  </a:moveTo>
                  <a:lnTo>
                    <a:pt x="0" y="91548"/>
                  </a:lnTo>
                  <a:lnTo>
                    <a:pt x="46406" y="91548"/>
                  </a:lnTo>
                  <a:lnTo>
                    <a:pt x="61212" y="61032"/>
                  </a:lnTo>
                  <a:lnTo>
                    <a:pt x="31238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</p:grpSp>
      <p:sp>
        <p:nvSpPr>
          <p:cNvPr id="2226" name="Google Shape;2226;p99"/>
          <p:cNvSpPr txBox="1"/>
          <p:nvPr/>
        </p:nvSpPr>
        <p:spPr>
          <a:xfrm>
            <a:off x="7714949" y="3110600"/>
            <a:ext cx="4638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116°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99"/>
          <p:cNvSpPr txBox="1"/>
          <p:nvPr/>
        </p:nvSpPr>
        <p:spPr>
          <a:xfrm>
            <a:off x="7468463" y="4377754"/>
            <a:ext cx="5391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127°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99"/>
          <p:cNvSpPr txBox="1"/>
          <p:nvPr/>
        </p:nvSpPr>
        <p:spPr>
          <a:xfrm>
            <a:off x="6952681" y="4377748"/>
            <a:ext cx="3801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9" name="Google Shape;2229;p99"/>
          <p:cNvSpPr txBox="1"/>
          <p:nvPr/>
        </p:nvSpPr>
        <p:spPr>
          <a:xfrm>
            <a:off x="7245651" y="3327900"/>
            <a:ext cx="463800" cy="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135°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0" name="Google Shape;2230;p99"/>
          <p:cNvSpPr txBox="1"/>
          <p:nvPr>
            <p:ph type="body" idx="1"/>
          </p:nvPr>
        </p:nvSpPr>
        <p:spPr>
          <a:xfrm>
            <a:off x="7620875" y="1928358"/>
            <a:ext cx="211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2231" name="Google Shape;2231;p99"/>
          <p:cNvSpPr txBox="1"/>
          <p:nvPr>
            <p:ph type="body" idx="1"/>
          </p:nvPr>
        </p:nvSpPr>
        <p:spPr>
          <a:xfrm>
            <a:off x="7544675" y="3842209"/>
            <a:ext cx="211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endParaRPr sz="1600"/>
          </a:p>
        </p:txBody>
      </p:sp>
      <p:sp>
        <p:nvSpPr>
          <p:cNvPr id="2232" name="Google Shape;2232;p99"/>
          <p:cNvSpPr txBox="1"/>
          <p:nvPr>
            <p:ph type="body" idx="1"/>
          </p:nvPr>
        </p:nvSpPr>
        <p:spPr>
          <a:xfrm>
            <a:off x="576500" y="2787836"/>
            <a:ext cx="59178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Which shape is neither similar nor congruent to Shape A?</a:t>
            </a:r>
            <a:endParaRPr sz="1600"/>
          </a:p>
        </p:txBody>
      </p:sp>
      <p:sp>
        <p:nvSpPr>
          <p:cNvPr id="2233" name="Google Shape;2233;p99"/>
          <p:cNvSpPr txBox="1"/>
          <p:nvPr>
            <p:ph type="body" idx="1"/>
          </p:nvPr>
        </p:nvSpPr>
        <p:spPr>
          <a:xfrm>
            <a:off x="576500" y="3434382"/>
            <a:ext cx="5917800" cy="5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c) Is it possible to determine congruence for the other </a:t>
            </a:r>
            <a:br>
              <a:rPr lang="en-GB" sz="1600"/>
            </a:br>
            <a:r>
              <a:rPr lang="en-GB" sz="1600"/>
              <a:t>    shape? Explain your answer.</a:t>
            </a:r>
            <a:endParaRPr sz="1600"/>
          </a:p>
        </p:txBody>
      </p:sp>
      <p:sp>
        <p:nvSpPr>
          <p:cNvPr id="2234" name="Google Shape;2234;p99"/>
          <p:cNvSpPr txBox="1"/>
          <p:nvPr>
            <p:ph type="body" idx="1"/>
          </p:nvPr>
        </p:nvSpPr>
        <p:spPr>
          <a:xfrm>
            <a:off x="2684164" y="1789941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116°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5" name="Google Shape;2235;p99"/>
          <p:cNvSpPr txBox="1"/>
          <p:nvPr>
            <p:ph type="body" idx="1"/>
          </p:nvPr>
        </p:nvSpPr>
        <p:spPr>
          <a:xfrm>
            <a:off x="3369964" y="1789941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127°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6" name="Google Shape;2236;p99"/>
          <p:cNvSpPr txBox="1"/>
          <p:nvPr>
            <p:ph type="body" idx="1"/>
          </p:nvPr>
        </p:nvSpPr>
        <p:spPr>
          <a:xfrm>
            <a:off x="4055764" y="1789941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72°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7" name="Google Shape;2237;p99"/>
          <p:cNvSpPr txBox="1"/>
          <p:nvPr>
            <p:ph type="body" idx="1"/>
          </p:nvPr>
        </p:nvSpPr>
        <p:spPr>
          <a:xfrm>
            <a:off x="4741564" y="1789941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135°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8" name="Google Shape;2238;p99"/>
          <p:cNvSpPr txBox="1"/>
          <p:nvPr>
            <p:ph type="body" idx="1"/>
          </p:nvPr>
        </p:nvSpPr>
        <p:spPr>
          <a:xfrm>
            <a:off x="5389648" y="1789941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90°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9" name="Google Shape;2239;p99"/>
          <p:cNvSpPr txBox="1"/>
          <p:nvPr>
            <p:ph type="body" idx="1"/>
          </p:nvPr>
        </p:nvSpPr>
        <p:spPr>
          <a:xfrm>
            <a:off x="2684164" y="2199035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90°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0" name="Google Shape;2240;p99"/>
          <p:cNvSpPr txBox="1"/>
          <p:nvPr>
            <p:ph type="body" idx="1"/>
          </p:nvPr>
        </p:nvSpPr>
        <p:spPr>
          <a:xfrm>
            <a:off x="3369964" y="2199035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127°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1" name="Google Shape;2241;p99"/>
          <p:cNvSpPr txBox="1"/>
          <p:nvPr>
            <p:ph type="body" idx="1"/>
          </p:nvPr>
        </p:nvSpPr>
        <p:spPr>
          <a:xfrm>
            <a:off x="4055764" y="2199035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72°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2" name="Google Shape;2242;p99"/>
          <p:cNvSpPr txBox="1"/>
          <p:nvPr>
            <p:ph type="body" idx="1"/>
          </p:nvPr>
        </p:nvSpPr>
        <p:spPr>
          <a:xfrm>
            <a:off x="4741564" y="2199035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135°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3" name="Google Shape;2243;p99"/>
          <p:cNvSpPr txBox="1"/>
          <p:nvPr>
            <p:ph type="body" idx="1"/>
          </p:nvPr>
        </p:nvSpPr>
        <p:spPr>
          <a:xfrm>
            <a:off x="5389648" y="2199035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116°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4" name="Google Shape;2244;p99"/>
          <p:cNvSpPr txBox="1"/>
          <p:nvPr>
            <p:ph type="body" idx="1"/>
          </p:nvPr>
        </p:nvSpPr>
        <p:spPr>
          <a:xfrm>
            <a:off x="912338" y="3065333"/>
            <a:ext cx="20991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shape C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5" name="Google Shape;2245;p99"/>
          <p:cNvSpPr txBox="1"/>
          <p:nvPr>
            <p:ph type="body" idx="1"/>
          </p:nvPr>
        </p:nvSpPr>
        <p:spPr>
          <a:xfrm>
            <a:off x="912375" y="4055925"/>
            <a:ext cx="51585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No. Congruence cannot be determined without establishing whether the lengths are the same.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49" name="Shape 2249"/>
        <p:cNvGrpSpPr/>
        <p:nvPr/>
      </p:nvGrpSpPr>
      <p:grpSpPr>
        <a:xfrm>
          <a:off x="0" y="0"/>
          <a:ext cx="0" cy="0"/>
        </a:xfrm>
      </p:grpSpPr>
      <p:sp>
        <p:nvSpPr>
          <p:cNvPr id="2250" name="Google Shape;2250;p10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2) a ) Fill in the table for shape B.</a:t>
            </a:r>
            <a:endParaRPr sz="1600"/>
          </a:p>
        </p:txBody>
      </p:sp>
      <p:sp>
        <p:nvSpPr>
          <p:cNvPr id="2251" name="Google Shape;2251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for similarity and congruence</a:t>
            </a:r>
            <a:endParaRPr/>
          </a:p>
        </p:txBody>
      </p:sp>
      <p:graphicFrame>
        <p:nvGraphicFramePr>
          <p:cNvPr id="2252" name="Google Shape;2252;p100"/>
          <p:cNvGraphicFramePr>
            <a:graphicFrameLocks noGrp="1"/>
          </p:cNvGraphicFramePr>
          <p:nvPr/>
        </p:nvGraphicFramePr>
        <p:xfrm>
          <a:off x="876300" y="127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1723325"/>
                <a:gridCol w="750225"/>
                <a:gridCol w="750225"/>
                <a:gridCol w="750225"/>
                <a:gridCol w="750225"/>
              </a:tblGrid>
              <a:tr h="2085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angles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109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119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53" name="Google Shape;2253;p100"/>
          <p:cNvGraphicFramePr>
            <a:graphicFrameLocks noGrp="1"/>
          </p:cNvGraphicFramePr>
          <p:nvPr/>
        </p:nvGraphicFramePr>
        <p:xfrm>
          <a:off x="875555" y="16999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{128EA2C3-3113-48B0-853A-994F52F9E5FD}</a:tableStyleId>
              </a:tblPr>
              <a:tblGrid>
                <a:gridCol w="2222850"/>
                <a:gridCol w="660400"/>
                <a:gridCol w="738350"/>
                <a:gridCol w="738350"/>
                <a:gridCol w="738350"/>
              </a:tblGrid>
              <a:tr h="480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A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191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shape B lengths (m)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54" name="Google Shape;2254;p100"/>
          <p:cNvSpPr txBox="1"/>
          <p:nvPr>
            <p:ph type="body" idx="1"/>
          </p:nvPr>
        </p:nvSpPr>
        <p:spPr>
          <a:xfrm>
            <a:off x="548400" y="2969100"/>
            <a:ext cx="8271600" cy="58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b) Are shapes A and B congruent, similar or neither? </a:t>
            </a:r>
            <a:br>
              <a:rPr lang="en-GB" sz="1600"/>
            </a:br>
            <a:r>
              <a:rPr lang="en-GB" sz="1600"/>
              <a:t>    Justify your answer.</a:t>
            </a:r>
            <a:endParaRPr sz="1600"/>
          </a:p>
        </p:txBody>
      </p:sp>
      <p:grpSp>
        <p:nvGrpSpPr>
          <p:cNvPr id="2255" name="Google Shape;2255;p100"/>
          <p:cNvGrpSpPr/>
          <p:nvPr/>
        </p:nvGrpSpPr>
        <p:grpSpPr>
          <a:xfrm>
            <a:off x="6980093" y="1091574"/>
            <a:ext cx="1692592" cy="2974873"/>
            <a:chOff x="6518377" y="1018125"/>
            <a:chExt cx="2064641" cy="3628779"/>
          </a:xfrm>
        </p:grpSpPr>
        <p:sp>
          <p:nvSpPr>
            <p:cNvPr id="2256" name="Google Shape;2256;p100"/>
            <p:cNvSpPr/>
            <p:nvPr/>
          </p:nvSpPr>
          <p:spPr>
            <a:xfrm>
              <a:off x="6831050" y="1231525"/>
              <a:ext cx="1539400" cy="3107650"/>
            </a:xfrm>
            <a:custGeom>
              <a:rect l="l" t="t" r="r" b="b"/>
              <a:pathLst>
                <a:path w="61576" h="124304" extrusionOk="0">
                  <a:moveTo>
                    <a:pt x="385" y="0"/>
                  </a:moveTo>
                  <a:lnTo>
                    <a:pt x="31173" y="0"/>
                  </a:lnTo>
                  <a:lnTo>
                    <a:pt x="61576" y="54648"/>
                  </a:lnTo>
                  <a:lnTo>
                    <a:pt x="0" y="124306"/>
                  </a:lnTo>
                  <a:close/>
                </a:path>
              </a:pathLst>
            </a:cu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sp>
          <p:nvSpPr>
            <p:cNvPr id="2257" name="Google Shape;2257;p100"/>
            <p:cNvSpPr/>
            <p:nvPr/>
          </p:nvSpPr>
          <p:spPr>
            <a:xfrm>
              <a:off x="7426250" y="1018125"/>
              <a:ext cx="409200" cy="409200"/>
            </a:xfrm>
            <a:prstGeom prst="arc">
              <a:avLst>
                <a:gd name="adj1" fmla="val 3917495"/>
                <a:gd name="adj2" fmla="val 1034703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8" name="Google Shape;2258;p100"/>
            <p:cNvSpPr/>
            <p:nvPr/>
          </p:nvSpPr>
          <p:spPr>
            <a:xfrm>
              <a:off x="8173818" y="2389725"/>
              <a:ext cx="409200" cy="409200"/>
            </a:xfrm>
            <a:prstGeom prst="arc">
              <a:avLst>
                <a:gd name="adj1" fmla="val 7814988"/>
                <a:gd name="adj2" fmla="val 14106678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9" name="Google Shape;2259;p100"/>
            <p:cNvSpPr/>
            <p:nvPr/>
          </p:nvSpPr>
          <p:spPr>
            <a:xfrm>
              <a:off x="6518377" y="4018104"/>
              <a:ext cx="628800" cy="628800"/>
            </a:xfrm>
            <a:prstGeom prst="arc">
              <a:avLst>
                <a:gd name="adj1" fmla="val 16262957"/>
                <a:gd name="adj2" fmla="val 1853682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0" name="Google Shape;2260;p100"/>
            <p:cNvSpPr/>
            <p:nvPr/>
          </p:nvSpPr>
          <p:spPr>
            <a:xfrm>
              <a:off x="6845850" y="1232175"/>
              <a:ext cx="162000" cy="1620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61" name="Google Shape;2261;p100"/>
          <p:cNvSpPr txBox="1"/>
          <p:nvPr>
            <p:ph type="body" idx="4294967295"/>
          </p:nvPr>
        </p:nvSpPr>
        <p:spPr>
          <a:xfrm>
            <a:off x="7536575" y="1408573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119°</a:t>
            </a:r>
            <a:endParaRPr sz="1600"/>
          </a:p>
        </p:txBody>
      </p:sp>
      <p:sp>
        <p:nvSpPr>
          <p:cNvPr id="2262" name="Google Shape;2262;p100"/>
          <p:cNvSpPr txBox="1"/>
          <p:nvPr>
            <p:ph type="body" idx="4294967295"/>
          </p:nvPr>
        </p:nvSpPr>
        <p:spPr>
          <a:xfrm>
            <a:off x="7946439" y="2185005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109°</a:t>
            </a:r>
            <a:endParaRPr sz="1600"/>
          </a:p>
        </p:txBody>
      </p:sp>
      <p:sp>
        <p:nvSpPr>
          <p:cNvPr id="2263" name="Google Shape;2263;p100"/>
          <p:cNvSpPr txBox="1"/>
          <p:nvPr>
            <p:ph type="body" idx="4294967295"/>
          </p:nvPr>
        </p:nvSpPr>
        <p:spPr>
          <a:xfrm>
            <a:off x="7275070" y="3262195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42°</a:t>
            </a:r>
            <a:endParaRPr sz="1600"/>
          </a:p>
        </p:txBody>
      </p:sp>
      <p:cxnSp>
        <p:nvCxnSpPr>
          <p:cNvPr id="2264" name="Google Shape;2264;p100"/>
          <p:cNvCxnSpPr/>
          <p:nvPr/>
        </p:nvCxnSpPr>
        <p:spPr>
          <a:xfrm>
            <a:off x="7232084" y="1183411"/>
            <a:ext cx="656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65" name="Google Shape;2265;p100"/>
          <p:cNvCxnSpPr>
            <a:endCxn id="2262" idx="3"/>
          </p:cNvCxnSpPr>
          <p:nvPr/>
        </p:nvCxnSpPr>
        <p:spPr>
          <a:xfrm>
            <a:off x="7964139" y="1234755"/>
            <a:ext cx="674100" cy="1149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66" name="Google Shape;2266;p100"/>
          <p:cNvCxnSpPr/>
          <p:nvPr/>
        </p:nvCxnSpPr>
        <p:spPr>
          <a:xfrm flipH="1">
            <a:off x="7369311" y="2455111"/>
            <a:ext cx="1194600" cy="1398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67" name="Google Shape;2267;p100"/>
          <p:cNvCxnSpPr/>
          <p:nvPr/>
        </p:nvCxnSpPr>
        <p:spPr>
          <a:xfrm flipH="1">
            <a:off x="7107818" y="1277225"/>
            <a:ext cx="0" cy="256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68" name="Google Shape;2268;p100"/>
          <p:cNvSpPr txBox="1"/>
          <p:nvPr>
            <p:ph type="body" idx="4294967295"/>
          </p:nvPr>
        </p:nvSpPr>
        <p:spPr>
          <a:xfrm>
            <a:off x="7355311" y="925684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2269" name="Google Shape;2269;p100"/>
          <p:cNvSpPr txBox="1"/>
          <p:nvPr>
            <p:ph type="body" idx="4294967295"/>
          </p:nvPr>
        </p:nvSpPr>
        <p:spPr>
          <a:xfrm>
            <a:off x="8262495" y="1528068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2270" name="Google Shape;2270;p100"/>
          <p:cNvSpPr txBox="1"/>
          <p:nvPr>
            <p:ph type="body" idx="4294967295"/>
          </p:nvPr>
        </p:nvSpPr>
        <p:spPr>
          <a:xfrm>
            <a:off x="8033895" y="3052068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12 m</a:t>
            </a:r>
            <a:endParaRPr sz="1600"/>
          </a:p>
        </p:txBody>
      </p:sp>
      <p:sp>
        <p:nvSpPr>
          <p:cNvPr id="2271" name="Google Shape;2271;p100"/>
          <p:cNvSpPr txBox="1"/>
          <p:nvPr>
            <p:ph type="body" idx="4294967295"/>
          </p:nvPr>
        </p:nvSpPr>
        <p:spPr>
          <a:xfrm>
            <a:off x="6614959" y="2213868"/>
            <a:ext cx="691800" cy="39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16 m</a:t>
            </a:r>
            <a:endParaRPr sz="1600"/>
          </a:p>
        </p:txBody>
      </p:sp>
      <p:sp>
        <p:nvSpPr>
          <p:cNvPr id="2272" name="Google Shape;2272;p100"/>
          <p:cNvSpPr txBox="1"/>
          <p:nvPr>
            <p:ph type="body" idx="1"/>
          </p:nvPr>
        </p:nvSpPr>
        <p:spPr>
          <a:xfrm>
            <a:off x="7551350" y="2128588"/>
            <a:ext cx="299700" cy="33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endParaRPr sz="1600"/>
          </a:p>
        </p:txBody>
      </p:sp>
      <p:sp>
        <p:nvSpPr>
          <p:cNvPr id="2273" name="Google Shape;2273;p100"/>
          <p:cNvSpPr txBox="1"/>
          <p:nvPr>
            <p:ph type="body" idx="1"/>
          </p:nvPr>
        </p:nvSpPr>
        <p:spPr>
          <a:xfrm>
            <a:off x="3134800" y="2284685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4" name="Google Shape;2274;p100"/>
          <p:cNvSpPr txBox="1"/>
          <p:nvPr>
            <p:ph type="body" idx="1"/>
          </p:nvPr>
        </p:nvSpPr>
        <p:spPr>
          <a:xfrm>
            <a:off x="3817514" y="2284685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5" name="Google Shape;2275;p100"/>
          <p:cNvSpPr txBox="1"/>
          <p:nvPr>
            <p:ph type="body" idx="1"/>
          </p:nvPr>
        </p:nvSpPr>
        <p:spPr>
          <a:xfrm>
            <a:off x="4580312" y="2284685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6" name="Google Shape;2276;p100"/>
          <p:cNvSpPr txBox="1"/>
          <p:nvPr>
            <p:ph type="body" idx="1"/>
          </p:nvPr>
        </p:nvSpPr>
        <p:spPr>
          <a:xfrm>
            <a:off x="5343082" y="2255810"/>
            <a:ext cx="463800" cy="25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7" name="Google Shape;2277;p100"/>
          <p:cNvSpPr txBox="1"/>
          <p:nvPr>
            <p:ph type="body" idx="1"/>
          </p:nvPr>
        </p:nvSpPr>
        <p:spPr>
          <a:xfrm>
            <a:off x="768773" y="3666837"/>
            <a:ext cx="6281400" cy="99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Shape B is similar to shape A. They have the same angles and the lengths in shape B are all double the lengths of shape A.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Shape B is an enlargement of shape A with a scale factor of 2.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81" name="Shape 2281"/>
        <p:cNvGrpSpPr/>
        <p:nvPr/>
      </p:nvGrpSpPr>
      <p:grpSpPr>
        <a:xfrm>
          <a:off x="0" y="0"/>
          <a:ext cx="0" cy="0"/>
        </a:xfrm>
      </p:grpSpPr>
      <p:sp>
        <p:nvSpPr>
          <p:cNvPr id="2282" name="Google Shape;2282;p101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If two shapes are congruent, then they are also similar.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If two shapes are similar, it does not necessarily mean they are congruent.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Congruent shapes have a scale factor of one.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A ratio table can be a helpful tool for checking the multipliers.</a:t>
            </a:r>
            <a:br>
              <a:rPr lang="en-GB" sz="2000"/>
            </a:br>
            <a:endParaRPr sz="1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The multiplicative relationship between sides of the object is preserved in its image with similar and congruent shapes.</a:t>
            </a:r>
            <a:endParaRPr sz="2000"/>
          </a:p>
        </p:txBody>
      </p:sp>
      <p:sp>
        <p:nvSpPr>
          <p:cNvPr id="2283" name="Google Shape;2283;p101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Congruent or similar or neither</a:t>
            </a:r>
            <a:endParaRPr/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87" name="Shape 2287"/>
        <p:cNvGrpSpPr/>
        <p:nvPr/>
      </p:nvGrpSpPr>
      <p:grpSpPr>
        <a:xfrm>
          <a:off x="0" y="0"/>
          <a:ext cx="0" cy="0"/>
        </a:xfrm>
      </p:grpSpPr>
      <p:sp>
        <p:nvSpPr>
          <p:cNvPr id="2288" name="Google Shape;2288;p102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89" name="Google Shape;2289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686</Paragraphs>
  <Slides>40</Slides>
  <Notes>40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baseType="lpstr" size="49">
      <vt:lpstr>Arial</vt:lpstr>
      <vt:lpstr>Lexend</vt:lpstr>
      <vt:lpstr>Lexend Medium</vt:lpstr>
      <vt:lpstr>Kalam</vt:lpstr>
      <vt:lpstr>Lexend Light</vt:lpstr>
      <vt:lpstr>Calibri</vt:lpstr>
      <vt:lpstr>ABeeZee</vt:lpstr>
      <vt:lpstr>Times New Roman</vt:lpstr>
      <vt:lpstr>simple-light-2</vt:lpstr>
      <vt:lpstr>Congruent or similar or neither</vt:lpstr>
      <vt:lpstr>PowerPoint Presentation</vt:lpstr>
      <vt:lpstr>PowerPoint Presentation</vt:lpstr>
      <vt:lpstr>PowerPoint Presentation</vt:lpstr>
      <vt:lpstr>Distinguishing between similarity and congruence</vt:lpstr>
      <vt:lpstr>Distinguishing between similarity and congruence</vt:lpstr>
      <vt:lpstr>Distinguishing between similarity and congruence</vt:lpstr>
      <vt:lpstr>Distinguishing between similarity and congruence</vt:lpstr>
      <vt:lpstr>Distinguishing between similarity and congruence</vt:lpstr>
      <vt:lpstr>Distinguishing between similarity and congruence</vt:lpstr>
      <vt:lpstr>Distinguishing between similarity and congruence</vt:lpstr>
      <vt:lpstr>Distinguishing between similarity and congruence</vt:lpstr>
      <vt:lpstr>The two shapes are                       .
Fill in the blank.</vt:lpstr>
      <vt:lpstr>The two shapes are                       .
Fill in the blank.</vt:lpstr>
      <vt:lpstr>The two shapes are                       .
Fill in the blank.</vt:lpstr>
      <vt:lpstr>Distinguishing between similarity and congruence</vt:lpstr>
      <vt:lpstr>Distinguishing between similarity and congruence</vt:lpstr>
      <vt:lpstr>Distinguishing between similarity and congruence</vt:lpstr>
      <vt:lpstr>Distinguishing between similarity and congruence</vt:lpstr>
      <vt:lpstr>Distinguishing between similarity and congruence</vt:lpstr>
      <vt:lpstr>Distinguishing between similarity and congruence</vt:lpstr>
      <vt:lpstr>Checking for similarity and congruence</vt:lpstr>
      <vt:lpstr>Checking for similarity and congruence</vt:lpstr>
      <vt:lpstr>Checking for similarity and congruence</vt:lpstr>
      <vt:lpstr>Checking for similarity and congruence</vt:lpstr>
      <vt:lpstr>Checking for similarity and congruence</vt:lpstr>
      <vt:lpstr>Checking for similarity and congruence</vt:lpstr>
      <vt:lpstr>Checking for similarity and congruence</vt:lpstr>
      <vt:lpstr>Checking for similarity and congruence</vt:lpstr>
      <vt:lpstr>Checking for similarity and congruence</vt:lpstr>
      <vt:lpstr>Checking for similarity and congruence</vt:lpstr>
      <vt:lpstr>Checking for similarity and congruence</vt:lpstr>
      <vt:lpstr>The shapes A and B are                       .
Fill in the blank.</vt:lpstr>
      <vt:lpstr>The shapes A and B are                       .
Fill in the blank.</vt:lpstr>
      <vt:lpstr>Checking for similarity and congruence</vt:lpstr>
      <vt:lpstr>Checking for similarity and congruence</vt:lpstr>
      <vt:lpstr>Checking for similarity and congruence</vt:lpstr>
      <vt:lpstr>Checking for similarity and congruence</vt:lpstr>
      <vt:lpstr>Congruent or similar or neither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2024-02-06T10:36:16.307</cp:lastPrinted>
  <dcterms:created xsi:type="dcterms:W3CDTF">2024-02-06T10:36:16Z</dcterms:created>
  <dcterms:modified xsi:type="dcterms:W3CDTF">2024-02-06T10:36:33Z</dcterms:modified>
</cp:coreProperties>
</file>