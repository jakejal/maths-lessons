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9C426484-82C0-4939-9C36-6B0898B541CA}">
  <a:tblStyle styleId="{9C426484-82C0-4939-9C36-6B0898B541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81" name="Shape 281"/>
        <p:cNvGrpSpPr/>
        <p:nvPr/>
      </p:nvGrpSpPr>
      <p:grpSpPr>
        <a:xfrm>
          <a:off x="0" y="0"/>
          <a:ext cx="0" cy="0"/>
        </a:xfrm>
      </p:grpSpPr>
      <p:sp>
        <p:nvSpPr>
          <p:cNvPr id="282" name="Google Shape;28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Congruent or similar or neither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4604794" y="2517230"/>
            <a:ext cx="2333400" cy="14937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3550" y="1777450"/>
            <a:ext cx="65658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Compare each shape with Shape A and write the letters B to F in the Venn diagram.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38800"/>
            <a:ext cx="6624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Distinguishing between similarity and congruence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4865902" y="2593561"/>
            <a:ext cx="1450200" cy="13575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890890" y="2884714"/>
            <a:ext cx="828000" cy="7752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435641" y="2231515"/>
            <a:ext cx="12198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congruent to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5972805" y="2244924"/>
            <a:ext cx="8877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similar to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5877821" y="4101681"/>
            <a:ext cx="1219800" cy="7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neither congruent or similar to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" name="Google Shape;169;p20"/>
          <p:cNvCxnSpPr>
            <a:stCxn id="166" idx="2"/>
          </p:cNvCxnSpPr>
          <p:nvPr/>
        </p:nvCxnSpPr>
        <p:spPr>
          <a:xfrm>
            <a:off x="5045541" y="2406415"/>
            <a:ext cx="178200" cy="668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170;p20"/>
          <p:cNvCxnSpPr/>
          <p:nvPr/>
        </p:nvCxnSpPr>
        <p:spPr>
          <a:xfrm flipH="1">
            <a:off x="5856806" y="2431345"/>
            <a:ext cx="213600" cy="342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71" name="Google Shape;171;p20"/>
          <p:cNvGrpSpPr/>
          <p:nvPr/>
        </p:nvGrpSpPr>
        <p:grpSpPr>
          <a:xfrm>
            <a:off x="894015" y="2214666"/>
            <a:ext cx="595586" cy="916707"/>
            <a:chOff x="836175" y="1436571"/>
            <a:chExt cx="908875" cy="1398912"/>
          </a:xfrm>
        </p:grpSpPr>
        <p:sp>
          <p:nvSpPr>
            <p:cNvPr id="172" name="Google Shape;172;p20"/>
            <p:cNvSpPr/>
            <p:nvPr/>
          </p:nvSpPr>
          <p:spPr>
            <a:xfrm>
              <a:off x="952500" y="1442100"/>
              <a:ext cx="777900" cy="1257900"/>
            </a:xfrm>
            <a:prstGeom prst="rect">
              <a:avLst/>
            </a:prstGeom>
            <a:solidFill>
              <a:srgbClr val="F3EEFB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3" name="Google Shape;173;p20"/>
            <p:cNvCxnSpPr/>
            <p:nvPr/>
          </p:nvCxnSpPr>
          <p:spPr>
            <a:xfrm flipH="1">
              <a:off x="836175" y="1446925"/>
              <a:ext cx="0" cy="1250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74" name="Google Shape;174;p20"/>
            <p:cNvCxnSpPr/>
            <p:nvPr/>
          </p:nvCxnSpPr>
          <p:spPr>
            <a:xfrm rot="10800000">
              <a:off x="952150" y="2835483"/>
              <a:ext cx="792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75" name="Google Shape;175;p20"/>
            <p:cNvGrpSpPr/>
            <p:nvPr/>
          </p:nvGrpSpPr>
          <p:grpSpPr>
            <a:xfrm>
              <a:off x="963306" y="2574128"/>
              <a:ext cx="113825" cy="113825"/>
              <a:chOff x="2094050" y="1581258"/>
              <a:chExt cx="145500" cy="145500"/>
            </a:xfrm>
          </p:grpSpPr>
          <p:cxnSp>
            <p:nvCxnSpPr>
              <p:cNvPr id="176" name="Google Shape;176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78" name="Google Shape;178;p20"/>
            <p:cNvGrpSpPr/>
            <p:nvPr/>
          </p:nvGrpSpPr>
          <p:grpSpPr>
            <a:xfrm flipH="1">
              <a:off x="1616449" y="2574128"/>
              <a:ext cx="113825" cy="113825"/>
              <a:chOff x="2094050" y="1581258"/>
              <a:chExt cx="145500" cy="145500"/>
            </a:xfrm>
          </p:grpSpPr>
          <p:cxnSp>
            <p:nvCxnSpPr>
              <p:cNvPr id="179" name="Google Shape;179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" name="Google Shape;180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1" name="Google Shape;181;p20"/>
            <p:cNvGrpSpPr/>
            <p:nvPr/>
          </p:nvGrpSpPr>
          <p:grpSpPr>
            <a:xfrm rot="10800000">
              <a:off x="1621891" y="1436571"/>
              <a:ext cx="113825" cy="113825"/>
              <a:chOff x="2094050" y="1581258"/>
              <a:chExt cx="145500" cy="145500"/>
            </a:xfrm>
          </p:grpSpPr>
          <p:cxnSp>
            <p:nvCxnSpPr>
              <p:cNvPr id="182" name="Google Shape;182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" name="Google Shape;183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4" name="Google Shape;184;p20"/>
            <p:cNvGrpSpPr/>
            <p:nvPr/>
          </p:nvGrpSpPr>
          <p:grpSpPr>
            <a:xfrm rot="10800000" flipH="1">
              <a:off x="952420" y="1436571"/>
              <a:ext cx="113825" cy="113825"/>
              <a:chOff x="2094050" y="1581258"/>
              <a:chExt cx="145500" cy="145500"/>
            </a:xfrm>
          </p:grpSpPr>
          <p:cxnSp>
            <p:nvCxnSpPr>
              <p:cNvPr id="185" name="Google Shape;185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87" name="Google Shape;187;p20"/>
          <p:cNvSpPr txBox="1"/>
          <p:nvPr/>
        </p:nvSpPr>
        <p:spPr>
          <a:xfrm>
            <a:off x="516035" y="2551537"/>
            <a:ext cx="3780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052609" y="3152948"/>
            <a:ext cx="4212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1162039" y="2531289"/>
            <a:ext cx="1260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0" name="Google Shape;190;p20"/>
          <p:cNvGrpSpPr/>
          <p:nvPr/>
        </p:nvGrpSpPr>
        <p:grpSpPr>
          <a:xfrm rot="3086555">
            <a:off x="1052905" y="3559529"/>
            <a:ext cx="602727" cy="925277"/>
            <a:chOff x="825395" y="1423674"/>
            <a:chExt cx="919655" cy="1411809"/>
          </a:xfrm>
        </p:grpSpPr>
        <p:sp>
          <p:nvSpPr>
            <p:cNvPr id="191" name="Google Shape;191;p20"/>
            <p:cNvSpPr/>
            <p:nvPr/>
          </p:nvSpPr>
          <p:spPr>
            <a:xfrm>
              <a:off x="952500" y="1442100"/>
              <a:ext cx="777900" cy="1257900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2" name="Google Shape;192;p20"/>
            <p:cNvCxnSpPr/>
            <p:nvPr/>
          </p:nvCxnSpPr>
          <p:spPr>
            <a:xfrm flipH="1">
              <a:off x="825395" y="1423674"/>
              <a:ext cx="0" cy="1250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93" name="Google Shape;193;p20"/>
            <p:cNvCxnSpPr/>
            <p:nvPr/>
          </p:nvCxnSpPr>
          <p:spPr>
            <a:xfrm rot="10800000">
              <a:off x="952150" y="2835483"/>
              <a:ext cx="792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94" name="Google Shape;194;p20"/>
            <p:cNvGrpSpPr/>
            <p:nvPr/>
          </p:nvGrpSpPr>
          <p:grpSpPr>
            <a:xfrm>
              <a:off x="963306" y="2574128"/>
              <a:ext cx="113825" cy="113825"/>
              <a:chOff x="2094050" y="1581258"/>
              <a:chExt cx="145500" cy="145500"/>
            </a:xfrm>
          </p:grpSpPr>
          <p:cxnSp>
            <p:nvCxnSpPr>
              <p:cNvPr id="195" name="Google Shape;195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" name="Google Shape;196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7" name="Google Shape;197;p20"/>
            <p:cNvGrpSpPr/>
            <p:nvPr/>
          </p:nvGrpSpPr>
          <p:grpSpPr>
            <a:xfrm flipH="1">
              <a:off x="1616449" y="2574128"/>
              <a:ext cx="113825" cy="113825"/>
              <a:chOff x="2094050" y="1581258"/>
              <a:chExt cx="145500" cy="145500"/>
            </a:xfrm>
          </p:grpSpPr>
          <p:cxnSp>
            <p:nvCxnSpPr>
              <p:cNvPr id="198" name="Google Shape;198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9" name="Google Shape;199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0" name="Google Shape;200;p20"/>
            <p:cNvGrpSpPr/>
            <p:nvPr/>
          </p:nvGrpSpPr>
          <p:grpSpPr>
            <a:xfrm rot="10800000">
              <a:off x="1621891" y="1436571"/>
              <a:ext cx="113825" cy="113825"/>
              <a:chOff x="2094050" y="1581258"/>
              <a:chExt cx="145500" cy="145500"/>
            </a:xfrm>
          </p:grpSpPr>
          <p:cxnSp>
            <p:nvCxnSpPr>
              <p:cNvPr id="201" name="Google Shape;201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" name="Google Shape;202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3" name="Google Shape;203;p20"/>
            <p:cNvGrpSpPr/>
            <p:nvPr/>
          </p:nvGrpSpPr>
          <p:grpSpPr>
            <a:xfrm rot="10800000" flipH="1">
              <a:off x="952420" y="1436571"/>
              <a:ext cx="113825" cy="113825"/>
              <a:chOff x="2094050" y="1581258"/>
              <a:chExt cx="145500" cy="145500"/>
            </a:xfrm>
          </p:grpSpPr>
          <p:cxnSp>
            <p:nvCxnSpPr>
              <p:cNvPr id="204" name="Google Shape;204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" name="Google Shape;205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06" name="Google Shape;206;p20"/>
          <p:cNvSpPr txBox="1"/>
          <p:nvPr/>
        </p:nvSpPr>
        <p:spPr>
          <a:xfrm>
            <a:off x="845299" y="3568720"/>
            <a:ext cx="4212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572840" y="4319475"/>
            <a:ext cx="4467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8" name="Google Shape;208;p20"/>
          <p:cNvGrpSpPr/>
          <p:nvPr/>
        </p:nvGrpSpPr>
        <p:grpSpPr>
          <a:xfrm rot="-5400000">
            <a:off x="2562684" y="3680284"/>
            <a:ext cx="856848" cy="1338168"/>
            <a:chOff x="878672" y="1347086"/>
            <a:chExt cx="866378" cy="1352914"/>
          </a:xfrm>
        </p:grpSpPr>
        <p:sp>
          <p:nvSpPr>
            <p:cNvPr id="209" name="Google Shape;209;p20"/>
            <p:cNvSpPr/>
            <p:nvPr/>
          </p:nvSpPr>
          <p:spPr>
            <a:xfrm>
              <a:off x="952500" y="1442100"/>
              <a:ext cx="777900" cy="1257900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0" name="Google Shape;210;p20"/>
            <p:cNvCxnSpPr/>
            <p:nvPr/>
          </p:nvCxnSpPr>
          <p:spPr>
            <a:xfrm flipH="1">
              <a:off x="878672" y="1446925"/>
              <a:ext cx="0" cy="1250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11" name="Google Shape;211;p20"/>
            <p:cNvCxnSpPr/>
            <p:nvPr/>
          </p:nvCxnSpPr>
          <p:spPr>
            <a:xfrm rot="10800000">
              <a:off x="952150" y="1347086"/>
              <a:ext cx="792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212" name="Google Shape;212;p20"/>
            <p:cNvGrpSpPr/>
            <p:nvPr/>
          </p:nvGrpSpPr>
          <p:grpSpPr>
            <a:xfrm>
              <a:off x="963306" y="2578945"/>
              <a:ext cx="113825" cy="113825"/>
              <a:chOff x="2094050" y="1587416"/>
              <a:chExt cx="145500" cy="145500"/>
            </a:xfrm>
          </p:grpSpPr>
          <p:cxnSp>
            <p:nvCxnSpPr>
              <p:cNvPr id="213" name="Google Shape;213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4" name="Google Shape;214;p20"/>
              <p:cNvCxnSpPr/>
              <p:nvPr/>
            </p:nvCxnSpPr>
            <p:spPr>
              <a:xfrm rot="5400000">
                <a:off x="2155708" y="1660166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15" name="Google Shape;215;p20"/>
            <p:cNvGrpSpPr/>
            <p:nvPr/>
          </p:nvGrpSpPr>
          <p:grpSpPr>
            <a:xfrm flipH="1">
              <a:off x="1616449" y="2578945"/>
              <a:ext cx="113825" cy="113825"/>
              <a:chOff x="2094050" y="1587416"/>
              <a:chExt cx="145500" cy="145500"/>
            </a:xfrm>
          </p:grpSpPr>
          <p:cxnSp>
            <p:nvCxnSpPr>
              <p:cNvPr id="216" name="Google Shape;216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20"/>
              <p:cNvCxnSpPr/>
              <p:nvPr/>
            </p:nvCxnSpPr>
            <p:spPr>
              <a:xfrm rot="5400000">
                <a:off x="2155708" y="1660166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18" name="Google Shape;218;p20"/>
            <p:cNvGrpSpPr/>
            <p:nvPr/>
          </p:nvGrpSpPr>
          <p:grpSpPr>
            <a:xfrm rot="10800000">
              <a:off x="1626709" y="1436571"/>
              <a:ext cx="113825" cy="113825"/>
              <a:chOff x="2087892" y="1581258"/>
              <a:chExt cx="145500" cy="145500"/>
            </a:xfrm>
          </p:grpSpPr>
          <p:cxnSp>
            <p:nvCxnSpPr>
              <p:cNvPr id="219" name="Google Shape;219;p20"/>
              <p:cNvCxnSpPr/>
              <p:nvPr/>
            </p:nvCxnSpPr>
            <p:spPr>
              <a:xfrm>
                <a:off x="2087892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0" name="Google Shape;220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21" name="Google Shape;221;p20"/>
            <p:cNvGrpSpPr/>
            <p:nvPr/>
          </p:nvGrpSpPr>
          <p:grpSpPr>
            <a:xfrm rot="10800000" flipH="1">
              <a:off x="947602" y="1436571"/>
              <a:ext cx="113825" cy="113825"/>
              <a:chOff x="2087892" y="1581258"/>
              <a:chExt cx="145500" cy="145500"/>
            </a:xfrm>
          </p:grpSpPr>
          <p:cxnSp>
            <p:nvCxnSpPr>
              <p:cNvPr id="222" name="Google Shape;222;p20"/>
              <p:cNvCxnSpPr/>
              <p:nvPr/>
            </p:nvCxnSpPr>
            <p:spPr>
              <a:xfrm>
                <a:off x="2087892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3" name="Google Shape;223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24" name="Google Shape;224;p20"/>
          <p:cNvSpPr txBox="1"/>
          <p:nvPr/>
        </p:nvSpPr>
        <p:spPr>
          <a:xfrm>
            <a:off x="2871963" y="4753470"/>
            <a:ext cx="4467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1932351" y="4244528"/>
            <a:ext cx="4467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6" name="Google Shape;226;p20"/>
          <p:cNvGrpSpPr/>
          <p:nvPr/>
        </p:nvGrpSpPr>
        <p:grpSpPr>
          <a:xfrm>
            <a:off x="2280129" y="2452685"/>
            <a:ext cx="486339" cy="818783"/>
            <a:chOff x="836175" y="1436571"/>
            <a:chExt cx="908875" cy="1398912"/>
          </a:xfrm>
        </p:grpSpPr>
        <p:sp>
          <p:nvSpPr>
            <p:cNvPr id="227" name="Google Shape;227;p20"/>
            <p:cNvSpPr/>
            <p:nvPr/>
          </p:nvSpPr>
          <p:spPr>
            <a:xfrm>
              <a:off x="952500" y="1442100"/>
              <a:ext cx="777900" cy="1257900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8" name="Google Shape;228;p20"/>
            <p:cNvCxnSpPr/>
            <p:nvPr/>
          </p:nvCxnSpPr>
          <p:spPr>
            <a:xfrm flipH="1">
              <a:off x="836175" y="1446925"/>
              <a:ext cx="0" cy="1250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29" name="Google Shape;229;p20"/>
            <p:cNvCxnSpPr/>
            <p:nvPr/>
          </p:nvCxnSpPr>
          <p:spPr>
            <a:xfrm rot="10800000">
              <a:off x="952150" y="2835483"/>
              <a:ext cx="792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230" name="Google Shape;230;p20"/>
            <p:cNvGrpSpPr/>
            <p:nvPr/>
          </p:nvGrpSpPr>
          <p:grpSpPr>
            <a:xfrm>
              <a:off x="963306" y="2574128"/>
              <a:ext cx="113825" cy="113825"/>
              <a:chOff x="2094050" y="1581258"/>
              <a:chExt cx="145500" cy="145500"/>
            </a:xfrm>
          </p:grpSpPr>
          <p:cxnSp>
            <p:nvCxnSpPr>
              <p:cNvPr id="231" name="Google Shape;231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33" name="Google Shape;233;p20"/>
            <p:cNvGrpSpPr/>
            <p:nvPr/>
          </p:nvGrpSpPr>
          <p:grpSpPr>
            <a:xfrm flipH="1">
              <a:off x="1606504" y="2574128"/>
              <a:ext cx="113825" cy="113825"/>
              <a:chOff x="2106762" y="1581258"/>
              <a:chExt cx="145500" cy="145500"/>
            </a:xfrm>
          </p:grpSpPr>
          <p:cxnSp>
            <p:nvCxnSpPr>
              <p:cNvPr id="234" name="Google Shape;234;p20"/>
              <p:cNvCxnSpPr/>
              <p:nvPr/>
            </p:nvCxnSpPr>
            <p:spPr>
              <a:xfrm>
                <a:off x="2106762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5" name="Google Shape;235;p20"/>
              <p:cNvCxnSpPr/>
              <p:nvPr/>
            </p:nvCxnSpPr>
            <p:spPr>
              <a:xfrm rot="5400000">
                <a:off x="2168420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36" name="Google Shape;236;p20"/>
            <p:cNvGrpSpPr/>
            <p:nvPr/>
          </p:nvGrpSpPr>
          <p:grpSpPr>
            <a:xfrm rot="10800000">
              <a:off x="1621891" y="1436571"/>
              <a:ext cx="113825" cy="113825"/>
              <a:chOff x="2094050" y="1581258"/>
              <a:chExt cx="145500" cy="145500"/>
            </a:xfrm>
          </p:grpSpPr>
          <p:cxnSp>
            <p:nvCxnSpPr>
              <p:cNvPr id="237" name="Google Shape;237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8" name="Google Shape;238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39" name="Google Shape;239;p20"/>
            <p:cNvGrpSpPr/>
            <p:nvPr/>
          </p:nvGrpSpPr>
          <p:grpSpPr>
            <a:xfrm rot="10800000" flipH="1">
              <a:off x="952420" y="1436571"/>
              <a:ext cx="113825" cy="113825"/>
              <a:chOff x="2094050" y="1581258"/>
              <a:chExt cx="145500" cy="145500"/>
            </a:xfrm>
          </p:grpSpPr>
          <p:cxnSp>
            <p:nvCxnSpPr>
              <p:cNvPr id="240" name="Google Shape;240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1" name="Google Shape;241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42" name="Google Shape;242;p20"/>
          <p:cNvSpPr txBox="1"/>
          <p:nvPr/>
        </p:nvSpPr>
        <p:spPr>
          <a:xfrm>
            <a:off x="1882573" y="2753523"/>
            <a:ext cx="4212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2389682" y="3305724"/>
            <a:ext cx="4212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3449561" y="3585519"/>
            <a:ext cx="421500" cy="1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3056806" y="2959297"/>
            <a:ext cx="421500" cy="1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/>
          <p:nvPr/>
        </p:nvSpPr>
        <p:spPr>
          <a:xfrm rot="-4315117">
            <a:off x="3573488" y="2880597"/>
            <a:ext cx="645686" cy="826317"/>
          </a:xfrm>
          <a:prstGeom prst="parallelogram">
            <a:avLst>
              <a:gd name="adj" fmla="val 21624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7" name="Google Shape;247;p20"/>
          <p:cNvCxnSpPr/>
          <p:nvPr/>
        </p:nvCxnSpPr>
        <p:spPr>
          <a:xfrm rot="-469635">
            <a:off x="3435520" y="3363436"/>
            <a:ext cx="698306" cy="49088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8" name="Google Shape;248;p20"/>
          <p:cNvCxnSpPr/>
          <p:nvPr/>
        </p:nvCxnSpPr>
        <p:spPr>
          <a:xfrm rot="6486008">
            <a:off x="3191349" y="3089572"/>
            <a:ext cx="519508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49" name="Google Shape;249;p20"/>
          <p:cNvGrpSpPr/>
          <p:nvPr/>
        </p:nvGrpSpPr>
        <p:grpSpPr>
          <a:xfrm rot="-6094437">
            <a:off x="3533677" y="2054171"/>
            <a:ext cx="381702" cy="561153"/>
            <a:chOff x="7122015" y="3326798"/>
            <a:chExt cx="582371" cy="856164"/>
          </a:xfrm>
        </p:grpSpPr>
        <p:sp>
          <p:nvSpPr>
            <p:cNvPr id="250" name="Google Shape;250;p20"/>
            <p:cNvSpPr/>
            <p:nvPr/>
          </p:nvSpPr>
          <p:spPr>
            <a:xfrm>
              <a:off x="7215450" y="3450662"/>
              <a:ext cx="452700" cy="732300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1" name="Google Shape;251;p20"/>
            <p:cNvCxnSpPr/>
            <p:nvPr/>
          </p:nvCxnSpPr>
          <p:spPr>
            <a:xfrm flipH="1">
              <a:off x="7122015" y="3453471"/>
              <a:ext cx="0" cy="728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52" name="Google Shape;252;p20"/>
            <p:cNvCxnSpPr/>
            <p:nvPr/>
          </p:nvCxnSpPr>
          <p:spPr>
            <a:xfrm rot="10800000">
              <a:off x="7242986" y="3326798"/>
              <a:ext cx="461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253" name="Google Shape;253;p20"/>
            <p:cNvGrpSpPr/>
            <p:nvPr/>
          </p:nvGrpSpPr>
          <p:grpSpPr>
            <a:xfrm>
              <a:off x="7219672" y="4092228"/>
              <a:ext cx="79341" cy="79341"/>
              <a:chOff x="2094050" y="1581258"/>
              <a:chExt cx="145500" cy="145500"/>
            </a:xfrm>
          </p:grpSpPr>
          <p:cxnSp>
            <p:nvCxnSpPr>
              <p:cNvPr id="254" name="Google Shape;254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5" name="Google Shape;255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6" name="Google Shape;256;p20"/>
            <p:cNvGrpSpPr/>
            <p:nvPr/>
          </p:nvGrpSpPr>
          <p:grpSpPr>
            <a:xfrm flipH="1">
              <a:off x="7587426" y="4092228"/>
              <a:ext cx="79341" cy="79341"/>
              <a:chOff x="2094050" y="1581258"/>
              <a:chExt cx="145500" cy="145500"/>
            </a:xfrm>
          </p:grpSpPr>
          <p:cxnSp>
            <p:nvCxnSpPr>
              <p:cNvPr id="257" name="Google Shape;257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9" name="Google Shape;259;p20"/>
            <p:cNvGrpSpPr/>
            <p:nvPr/>
          </p:nvGrpSpPr>
          <p:grpSpPr>
            <a:xfrm rot="10800000">
              <a:off x="7584335" y="3451758"/>
              <a:ext cx="79341" cy="79341"/>
              <a:chOff x="2094050" y="1581258"/>
              <a:chExt cx="145500" cy="145500"/>
            </a:xfrm>
          </p:grpSpPr>
          <p:cxnSp>
            <p:nvCxnSpPr>
              <p:cNvPr id="260" name="Google Shape;260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2" name="Google Shape;262;p20"/>
            <p:cNvGrpSpPr/>
            <p:nvPr/>
          </p:nvGrpSpPr>
          <p:grpSpPr>
            <a:xfrm rot="10800000" flipH="1">
              <a:off x="7212084" y="3451758"/>
              <a:ext cx="79341" cy="79341"/>
              <a:chOff x="2094050" y="1581258"/>
              <a:chExt cx="145500" cy="145500"/>
            </a:xfrm>
          </p:grpSpPr>
          <p:cxnSp>
            <p:nvCxnSpPr>
              <p:cNvPr id="263" name="Google Shape;263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65" name="Google Shape;265;p20"/>
          <p:cNvSpPr txBox="1"/>
          <p:nvPr/>
        </p:nvSpPr>
        <p:spPr>
          <a:xfrm rot="9801">
            <a:off x="3735254" y="2516258"/>
            <a:ext cx="420902" cy="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 rot="11536">
            <a:off x="3038297" y="2260994"/>
            <a:ext cx="447003" cy="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2495150" y="2699241"/>
            <a:ext cx="1782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2966255" y="4193981"/>
            <a:ext cx="1782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3703131" y="2184008"/>
            <a:ext cx="1782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1347430" y="3893230"/>
            <a:ext cx="1782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3810471" y="3171565"/>
            <a:ext cx="1782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2" name="Google Shape;272;p20"/>
          <p:cNvCxnSpPr/>
          <p:nvPr/>
        </p:nvCxnSpPr>
        <p:spPr>
          <a:xfrm flipH="1">
            <a:off x="6189627" y="3889699"/>
            <a:ext cx="273000" cy="218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p20"/>
          <p:cNvSpPr txBox="1"/>
          <p:nvPr/>
        </p:nvSpPr>
        <p:spPr>
          <a:xfrm>
            <a:off x="468000" y="5459122"/>
            <a:ext cx="6624000" cy="23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information describes five connected rectangles, with vertices at points A to L.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LC is a horizontal line with length 2 units.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Point F is below Point C and CF = 2LC.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LCFI is a rectangle.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KLIJ is congruent to LCFI.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ABCL is congruent to LCFI.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CDEF is similar to LCFI but not congruent.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FGHI is similar to LCFI but not congruent.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information to plot points A to L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 the grid and draw the five rectangles.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4" name="Google Shape;274;p20"/>
          <p:cNvPicPr preferRelativeResize="0"/>
          <p:nvPr/>
        </p:nvPicPr>
        <p:blipFill>
          <a:blip r:embed="rId3">
            <a:alphaModFix/>
          </a:blip>
          <a:srcRect r="6076" b="40044"/>
          <a:stretch>
            <a:fillRect/>
          </a:stretch>
        </p:blipFill>
        <p:spPr>
          <a:xfrm>
            <a:off x="4165172" y="5761314"/>
            <a:ext cx="2926828" cy="250454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0"/>
          <p:cNvSpPr txBox="1"/>
          <p:nvPr/>
        </p:nvSpPr>
        <p:spPr>
          <a:xfrm>
            <a:off x="4548776" y="6691070"/>
            <a:ext cx="201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5132896" y="6700429"/>
            <a:ext cx="201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7" name="Google Shape;277;p20"/>
          <p:cNvCxnSpPr/>
          <p:nvPr/>
        </p:nvCxnSpPr>
        <p:spPr>
          <a:xfrm>
            <a:off x="4663239" y="6888782"/>
            <a:ext cx="432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8" name="Google Shape;278;p20"/>
          <p:cNvSpPr/>
          <p:nvPr/>
        </p:nvSpPr>
        <p:spPr>
          <a:xfrm>
            <a:off x="4636828" y="6851940"/>
            <a:ext cx="73800" cy="73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5064037" y="6851940"/>
            <a:ext cx="73800" cy="73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0" name="Google Shape;280;p20"/>
          <p:cNvCxnSpPr/>
          <p:nvPr/>
        </p:nvCxnSpPr>
        <p:spPr>
          <a:xfrm>
            <a:off x="45120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84" name="Shape 284"/>
        <p:cNvGrpSpPr/>
        <p:nvPr/>
      </p:nvGrpSpPr>
      <p:grpSpPr>
        <a:xfrm>
          <a:off x="0" y="0"/>
          <a:ext cx="0" cy="0"/>
        </a:xfrm>
      </p:grpSpPr>
      <p:sp>
        <p:nvSpPr>
          <p:cNvPr id="285" name="Google Shape;28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86" name="Google Shape;286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Congruent or similar or neither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grpSp>
        <p:nvGrpSpPr>
          <p:cNvPr id="289" name="Google Shape;289;p21"/>
          <p:cNvGrpSpPr/>
          <p:nvPr/>
        </p:nvGrpSpPr>
        <p:grpSpPr>
          <a:xfrm>
            <a:off x="5860702" y="1105859"/>
            <a:ext cx="1065545" cy="1566842"/>
            <a:chOff x="955997" y="2127704"/>
            <a:chExt cx="1164403" cy="1712209"/>
          </a:xfrm>
        </p:grpSpPr>
        <p:sp>
          <p:nvSpPr>
            <p:cNvPr id="290" name="Google Shape;290;p21"/>
            <p:cNvSpPr/>
            <p:nvPr/>
          </p:nvSpPr>
          <p:spPr>
            <a:xfrm>
              <a:off x="1058045" y="3657130"/>
              <a:ext cx="115800" cy="115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1" name="Google Shape;291;p21"/>
            <p:cNvSpPr/>
            <p:nvPr/>
          </p:nvSpPr>
          <p:spPr>
            <a:xfrm>
              <a:off x="955997" y="2691429"/>
              <a:ext cx="189600" cy="189600"/>
            </a:xfrm>
            <a:prstGeom prst="arc">
              <a:avLst>
                <a:gd name="adj1" fmla="val 19420455"/>
                <a:gd name="adj2" fmla="val 4623905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2" name="Google Shape;292;p21"/>
            <p:cNvSpPr/>
            <p:nvPr/>
          </p:nvSpPr>
          <p:spPr>
            <a:xfrm>
              <a:off x="1424734" y="2127704"/>
              <a:ext cx="286800" cy="286800"/>
            </a:xfrm>
            <a:prstGeom prst="arc">
              <a:avLst>
                <a:gd name="adj1" fmla="val 3848259"/>
                <a:gd name="adj2" fmla="val 7982719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3" name="Google Shape;293;p21"/>
            <p:cNvSpPr/>
            <p:nvPr/>
          </p:nvSpPr>
          <p:spPr>
            <a:xfrm>
              <a:off x="1962600" y="3198950"/>
              <a:ext cx="157800" cy="157800"/>
            </a:xfrm>
            <a:prstGeom prst="arc">
              <a:avLst>
                <a:gd name="adj1" fmla="val 6516218"/>
                <a:gd name="adj2" fmla="val 14862503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4" name="Google Shape;294;p21"/>
            <p:cNvSpPr/>
            <p:nvPr/>
          </p:nvSpPr>
          <p:spPr>
            <a:xfrm>
              <a:off x="1727971" y="3682113"/>
              <a:ext cx="157800" cy="157800"/>
            </a:xfrm>
            <a:prstGeom prst="arc">
              <a:avLst>
                <a:gd name="adj1" fmla="val 10346114"/>
                <a:gd name="adj2" fmla="val 18259144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5" name="Google Shape;295;p21"/>
            <p:cNvSpPr/>
            <p:nvPr/>
          </p:nvSpPr>
          <p:spPr>
            <a:xfrm>
              <a:off x="1055550" y="2276775"/>
              <a:ext cx="1005101" cy="1503218"/>
            </a:xfrm>
            <a:custGeom>
              <a:rect l="l" t="t" r="r" b="b"/>
              <a:pathLst>
                <a:path w="61212" h="91548" extrusionOk="0">
                  <a:moveTo>
                    <a:pt x="0" y="30697"/>
                  </a:moveTo>
                  <a:lnTo>
                    <a:pt x="0" y="91548"/>
                  </a:lnTo>
                  <a:lnTo>
                    <a:pt x="46406" y="91548"/>
                  </a:lnTo>
                  <a:lnTo>
                    <a:pt x="61212" y="61032"/>
                  </a:lnTo>
                  <a:lnTo>
                    <a:pt x="31238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sp>
        <p:nvSpPr>
          <p:cNvPr id="296" name="Google Shape;296;p21"/>
          <p:cNvSpPr txBox="1"/>
          <p:nvPr/>
        </p:nvSpPr>
        <p:spPr>
          <a:xfrm>
            <a:off x="468000" y="1101700"/>
            <a:ext cx="65487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) Fill in the table for shapes B and C, matching up the angles if you can.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468000" y="720000"/>
            <a:ext cx="6624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Checking for similarity and congruence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98" name="Google Shape;298;p21"/>
          <p:cNvGraphicFramePr>
            <a:graphicFrameLocks noGrp="1"/>
          </p:cNvGraphicFramePr>
          <p:nvPr/>
        </p:nvGraphicFramePr>
        <p:xfrm>
          <a:off x="714236" y="1450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{9C426484-82C0-4939-9C36-6B0898B541CA}</a:tableStyleId>
              </a:tblPr>
              <a:tblGrid>
                <a:gridCol w="1420025"/>
                <a:gridCol w="562450"/>
                <a:gridCol w="562450"/>
                <a:gridCol w="562450"/>
                <a:gridCol w="562450"/>
                <a:gridCol w="562450"/>
              </a:tblGrid>
              <a:tr h="336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A angles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116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127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 angles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C angles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99" name="Google Shape;299;p21"/>
          <p:cNvSpPr txBox="1"/>
          <p:nvPr/>
        </p:nvSpPr>
        <p:spPr>
          <a:xfrm>
            <a:off x="6016909" y="1709110"/>
            <a:ext cx="4287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135°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6230228" y="1413669"/>
            <a:ext cx="4287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6414631" y="2008187"/>
            <a:ext cx="4287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127°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6308219" y="2373358"/>
            <a:ext cx="4287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116°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3" name="Google Shape;303;p21"/>
          <p:cNvGrpSpPr/>
          <p:nvPr/>
        </p:nvGrpSpPr>
        <p:grpSpPr>
          <a:xfrm>
            <a:off x="5089502" y="2643067"/>
            <a:ext cx="1850097" cy="2015456"/>
            <a:chOff x="2648661" y="1452693"/>
            <a:chExt cx="2995624" cy="2995624"/>
          </a:xfrm>
        </p:grpSpPr>
        <p:sp>
          <p:nvSpPr>
            <p:cNvPr id="304" name="Google Shape;304;p21"/>
            <p:cNvSpPr/>
            <p:nvPr/>
          </p:nvSpPr>
          <p:spPr>
            <a:xfrm rot="-8100000">
              <a:off x="5396815" y="2560686"/>
              <a:ext cx="195586" cy="195586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5" name="Google Shape;305;p21"/>
            <p:cNvSpPr/>
            <p:nvPr/>
          </p:nvSpPr>
          <p:spPr>
            <a:xfrm rot="-8100000">
              <a:off x="4302987" y="3685332"/>
              <a:ext cx="320319" cy="320319"/>
            </a:xfrm>
            <a:prstGeom prst="arc">
              <a:avLst>
                <a:gd name="adj1" fmla="val 19420455"/>
                <a:gd name="adj2" fmla="val 4623905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6" name="Google Shape;306;p21"/>
            <p:cNvSpPr/>
            <p:nvPr/>
          </p:nvSpPr>
          <p:spPr>
            <a:xfrm rot="-8100000">
              <a:off x="2987822" y="3600580"/>
              <a:ext cx="484510" cy="484510"/>
            </a:xfrm>
            <a:prstGeom prst="arc">
              <a:avLst>
                <a:gd name="adj1" fmla="val 3848259"/>
                <a:gd name="adj2" fmla="val 7982719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7" name="Google Shape;307;p21"/>
            <p:cNvSpPr/>
            <p:nvPr/>
          </p:nvSpPr>
          <p:spPr>
            <a:xfrm rot="-8100000">
              <a:off x="3733874" y="1942054"/>
              <a:ext cx="266438" cy="266438"/>
            </a:xfrm>
            <a:prstGeom prst="arc">
              <a:avLst>
                <a:gd name="adj1" fmla="val 6516218"/>
                <a:gd name="adj2" fmla="val 14862503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8" name="Google Shape;308;p21"/>
            <p:cNvSpPr/>
            <p:nvPr/>
          </p:nvSpPr>
          <p:spPr>
            <a:xfrm rot="-8100000">
              <a:off x="4591132" y="1645229"/>
              <a:ext cx="266438" cy="266438"/>
            </a:xfrm>
            <a:prstGeom prst="arc">
              <a:avLst>
                <a:gd name="adj1" fmla="val 10346114"/>
                <a:gd name="adj2" fmla="val 18259144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rot="-8100000">
              <a:off x="3297685" y="1681067"/>
              <a:ext cx="1697576" cy="2538876"/>
            </a:xfrm>
            <a:custGeom>
              <a:rect l="l" t="t" r="r" b="b"/>
              <a:pathLst>
                <a:path w="61212" h="91548" extrusionOk="0">
                  <a:moveTo>
                    <a:pt x="0" y="30697"/>
                  </a:moveTo>
                  <a:lnTo>
                    <a:pt x="0" y="91548"/>
                  </a:lnTo>
                  <a:lnTo>
                    <a:pt x="46406" y="91548"/>
                  </a:lnTo>
                  <a:lnTo>
                    <a:pt x="61212" y="61032"/>
                  </a:lnTo>
                  <a:lnTo>
                    <a:pt x="31238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sp>
        <p:nvSpPr>
          <p:cNvPr id="310" name="Google Shape;310;p21"/>
          <p:cNvSpPr txBox="1"/>
          <p:nvPr/>
        </p:nvSpPr>
        <p:spPr>
          <a:xfrm>
            <a:off x="6191069" y="2970875"/>
            <a:ext cx="3687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116°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5995124" y="3978204"/>
            <a:ext cx="4287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127°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5580331" y="4021763"/>
            <a:ext cx="3021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5817998" y="3143619"/>
            <a:ext cx="3687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135°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6116284" y="2031047"/>
            <a:ext cx="1683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6055709" y="3552471"/>
            <a:ext cx="1683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668726" y="2714293"/>
            <a:ext cx="4704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shape is neither similar nor congruent to Shape A?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668726" y="3228267"/>
            <a:ext cx="47043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Is it possible to determine congruence for the other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shape? Explain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468000" y="4602350"/>
            <a:ext cx="6624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) Fill in the table for shape 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19" name="Google Shape;319;p21"/>
          <p:cNvGraphicFramePr>
            <a:graphicFrameLocks noGrp="1"/>
          </p:cNvGraphicFramePr>
          <p:nvPr/>
        </p:nvGraphicFramePr>
        <p:xfrm>
          <a:off x="715500" y="49522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{9C426484-82C0-4939-9C36-6B0898B541CA}</a:tableStyleId>
              </a:tblPr>
              <a:tblGrid>
                <a:gridCol w="2144150"/>
                <a:gridCol w="738350"/>
                <a:gridCol w="738350"/>
                <a:gridCol w="738350"/>
                <a:gridCol w="739075"/>
              </a:tblGrid>
              <a:tr h="350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119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20" name="Google Shape;320;p21"/>
          <p:cNvGraphicFramePr>
            <a:graphicFrameLocks noGrp="1"/>
          </p:cNvGraphicFramePr>
          <p:nvPr/>
        </p:nvGraphicFramePr>
        <p:xfrm>
          <a:off x="714755" y="53144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{9C426484-82C0-4939-9C36-6B0898B541CA}</a:tableStyleId>
              </a:tblPr>
              <a:tblGrid>
                <a:gridCol w="2144900"/>
                <a:gridCol w="738350"/>
                <a:gridCol w="738350"/>
                <a:gridCol w="738350"/>
                <a:gridCol w="7383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A lengths (m)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 lengths (m)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21" name="Google Shape;321;p21"/>
          <p:cNvSpPr txBox="1"/>
          <p:nvPr/>
        </p:nvSpPr>
        <p:spPr>
          <a:xfrm>
            <a:off x="714225" y="6286975"/>
            <a:ext cx="63777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Are shapes A and B congruent, similar or neither?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Justify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2" name="Google Shape;322;p21"/>
          <p:cNvGrpSpPr/>
          <p:nvPr/>
        </p:nvGrpSpPr>
        <p:grpSpPr>
          <a:xfrm>
            <a:off x="5295293" y="6306211"/>
            <a:ext cx="1692592" cy="2974873"/>
            <a:chOff x="6518377" y="1018125"/>
            <a:chExt cx="2064641" cy="3628779"/>
          </a:xfrm>
        </p:grpSpPr>
        <p:sp>
          <p:nvSpPr>
            <p:cNvPr id="323" name="Google Shape;323;p21"/>
            <p:cNvSpPr/>
            <p:nvPr/>
          </p:nvSpPr>
          <p:spPr>
            <a:xfrm>
              <a:off x="6831050" y="1231525"/>
              <a:ext cx="1539400" cy="3107650"/>
            </a:xfrm>
            <a:custGeom>
              <a:rect l="l" t="t" r="r" b="b"/>
              <a:pathLst>
                <a:path w="61576" h="124304" extrusionOk="0">
                  <a:moveTo>
                    <a:pt x="385" y="0"/>
                  </a:moveTo>
                  <a:lnTo>
                    <a:pt x="31173" y="0"/>
                  </a:lnTo>
                  <a:lnTo>
                    <a:pt x="61576" y="54648"/>
                  </a:lnTo>
                  <a:lnTo>
                    <a:pt x="0" y="124306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324" name="Google Shape;324;p21"/>
            <p:cNvSpPr/>
            <p:nvPr/>
          </p:nvSpPr>
          <p:spPr>
            <a:xfrm>
              <a:off x="7426250" y="1018125"/>
              <a:ext cx="409200" cy="409200"/>
            </a:xfrm>
            <a:prstGeom prst="arc">
              <a:avLst>
                <a:gd name="adj1" fmla="val 3917495"/>
                <a:gd name="adj2" fmla="val 10347035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" name="Google Shape;325;p21"/>
            <p:cNvSpPr/>
            <p:nvPr/>
          </p:nvSpPr>
          <p:spPr>
            <a:xfrm>
              <a:off x="8173818" y="2389725"/>
              <a:ext cx="409200" cy="409200"/>
            </a:xfrm>
            <a:prstGeom prst="arc">
              <a:avLst>
                <a:gd name="adj1" fmla="val 7814988"/>
                <a:gd name="adj2" fmla="val 14106678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6" name="Google Shape;326;p21"/>
            <p:cNvSpPr/>
            <p:nvPr/>
          </p:nvSpPr>
          <p:spPr>
            <a:xfrm>
              <a:off x="6518377" y="4018104"/>
              <a:ext cx="628800" cy="628800"/>
            </a:xfrm>
            <a:prstGeom prst="arc">
              <a:avLst>
                <a:gd name="adj1" fmla="val 16262957"/>
                <a:gd name="adj2" fmla="val 18536825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7" name="Google Shape;327;p21"/>
            <p:cNvSpPr/>
            <p:nvPr/>
          </p:nvSpPr>
          <p:spPr>
            <a:xfrm>
              <a:off x="6845850" y="1232175"/>
              <a:ext cx="162000" cy="1620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28" name="Google Shape;328;p21"/>
          <p:cNvSpPr txBox="1"/>
          <p:nvPr/>
        </p:nvSpPr>
        <p:spPr>
          <a:xfrm>
            <a:off x="5851775" y="6623210"/>
            <a:ext cx="6918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119°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6261639" y="7399642"/>
            <a:ext cx="6918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109°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5590270" y="8476833"/>
            <a:ext cx="6918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1" name="Google Shape;331;p21"/>
          <p:cNvCxnSpPr/>
          <p:nvPr/>
        </p:nvCxnSpPr>
        <p:spPr>
          <a:xfrm>
            <a:off x="5547284" y="6398049"/>
            <a:ext cx="656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2" name="Google Shape;332;p21"/>
          <p:cNvCxnSpPr>
            <a:endCxn id="329" idx="3"/>
          </p:cNvCxnSpPr>
          <p:nvPr/>
        </p:nvCxnSpPr>
        <p:spPr>
          <a:xfrm>
            <a:off x="6279339" y="6449392"/>
            <a:ext cx="674100" cy="1149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3" name="Google Shape;333;p21"/>
          <p:cNvCxnSpPr/>
          <p:nvPr/>
        </p:nvCxnSpPr>
        <p:spPr>
          <a:xfrm flipH="1">
            <a:off x="5684511" y="7669749"/>
            <a:ext cx="1194600" cy="1398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4" name="Google Shape;334;p21"/>
          <p:cNvCxnSpPr/>
          <p:nvPr/>
        </p:nvCxnSpPr>
        <p:spPr>
          <a:xfrm flipH="1">
            <a:off x="5423018" y="6491863"/>
            <a:ext cx="0" cy="2561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5" name="Google Shape;335;p21"/>
          <p:cNvSpPr txBox="1"/>
          <p:nvPr/>
        </p:nvSpPr>
        <p:spPr>
          <a:xfrm>
            <a:off x="5670511" y="6140322"/>
            <a:ext cx="6918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6577695" y="6742706"/>
            <a:ext cx="6918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6349095" y="8266706"/>
            <a:ext cx="6918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4930159" y="7428506"/>
            <a:ext cx="6918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5866550" y="7343225"/>
            <a:ext cx="2997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Congruent or similar or neither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2024-02-06T10:36:07.119</cp:lastPrinted>
  <dcterms:created xsi:type="dcterms:W3CDTF">2024-02-06T10:36:07Z</dcterms:created>
  <dcterms:modified xsi:type="dcterms:W3CDTF">2024-02-06T10:33:03Z</dcterms:modified>
</cp:coreProperties>
</file>