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sp>
        <p:nvSpPr>
          <p:cNvPr id="286" name="Google Shape;28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Applying the criteria for congruence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84525" y="14859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Choosing the correct criteria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826100"/>
            <a:ext cx="64131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What criteria proves each pair to be congruent to each other?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2174031"/>
            <a:ext cx="27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3632494"/>
            <a:ext cx="27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842908" y="2174031"/>
            <a:ext cx="27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842908" y="3632494"/>
            <a:ext cx="27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749868" y="2269592"/>
            <a:ext cx="1202374" cy="1079351"/>
          </a:xfrm>
          <a:custGeom>
            <a:rect l="l" t="t" r="r" b="b"/>
            <a:pathLst>
              <a:path w="61779" h="55458" extrusionOk="0">
                <a:moveTo>
                  <a:pt x="0" y="22126"/>
                </a:moveTo>
                <a:lnTo>
                  <a:pt x="20688" y="0"/>
                </a:lnTo>
                <a:lnTo>
                  <a:pt x="61779" y="55458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8" name="Google Shape;168;p20"/>
          <p:cNvSpPr/>
          <p:nvPr/>
        </p:nvSpPr>
        <p:spPr>
          <a:xfrm>
            <a:off x="941321" y="2060501"/>
            <a:ext cx="425100" cy="425100"/>
          </a:xfrm>
          <a:prstGeom prst="pie">
            <a:avLst>
              <a:gd name="adj1" fmla="val 3179600"/>
              <a:gd name="adj2" fmla="val 805321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 rot="8652395">
            <a:off x="1514297" y="2911481"/>
            <a:ext cx="875074" cy="875250"/>
          </a:xfrm>
          <a:prstGeom prst="pie">
            <a:avLst>
              <a:gd name="adj1" fmla="val 3869477"/>
              <a:gd name="adj2" fmla="val 53473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693368" y="2772484"/>
            <a:ext cx="1223400" cy="65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1" name="Google Shape;171;p20"/>
          <p:cNvSpPr txBox="1"/>
          <p:nvPr/>
        </p:nvSpPr>
        <p:spPr>
          <a:xfrm>
            <a:off x="941320" y="3095075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005508" y="2477520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350382" y="2848835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rot="5670492">
            <a:off x="2441432" y="2414899"/>
            <a:ext cx="1202542" cy="1079502"/>
          </a:xfrm>
          <a:custGeom>
            <a:rect l="l" t="t" r="r" b="b"/>
            <a:pathLst>
              <a:path w="61779" h="55458" extrusionOk="0">
                <a:moveTo>
                  <a:pt x="0" y="22126"/>
                </a:moveTo>
                <a:lnTo>
                  <a:pt x="20688" y="0"/>
                </a:lnTo>
                <a:lnTo>
                  <a:pt x="61779" y="55458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5" name="Google Shape;175;p20"/>
          <p:cNvSpPr/>
          <p:nvPr/>
        </p:nvSpPr>
        <p:spPr>
          <a:xfrm rot="5669503">
            <a:off x="3380240" y="2587656"/>
            <a:ext cx="425206" cy="425206"/>
          </a:xfrm>
          <a:prstGeom prst="pie">
            <a:avLst>
              <a:gd name="adj1" fmla="val 3179600"/>
              <a:gd name="adj2" fmla="val 805321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 rot="-7277227">
            <a:off x="2019658" y="3073465"/>
            <a:ext cx="875171" cy="875071"/>
          </a:xfrm>
          <a:prstGeom prst="pie">
            <a:avLst>
              <a:gd name="adj1" fmla="val 3869477"/>
              <a:gd name="adj2" fmla="val 534734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rot="5670906">
            <a:off x="2143601" y="2557002"/>
            <a:ext cx="1223296" cy="65752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8" name="Google Shape;178;p20"/>
          <p:cNvSpPr txBox="1"/>
          <p:nvPr/>
        </p:nvSpPr>
        <p:spPr>
          <a:xfrm rot="-2424">
            <a:off x="2366018" y="2619133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 rot="-2424">
            <a:off x="3100837" y="2624165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 rot="-2424">
            <a:off x="2785189" y="3001680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rot="-1039493">
            <a:off x="4357942" y="2212989"/>
            <a:ext cx="563149" cy="1113682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 rot="-1040322">
            <a:off x="4517205" y="3232064"/>
            <a:ext cx="133884" cy="133884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 rot="-9246221">
            <a:off x="5911018" y="2422121"/>
            <a:ext cx="563259" cy="1113774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 rot="-9247389">
            <a:off x="6532270" y="2565411"/>
            <a:ext cx="134040" cy="13404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 rot="-1039262">
            <a:off x="4409653" y="2123555"/>
            <a:ext cx="590477" cy="113531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6" name="Google Shape;186;p20"/>
          <p:cNvCxnSpPr/>
          <p:nvPr/>
        </p:nvCxnSpPr>
        <p:spPr>
          <a:xfrm rot="-2246111" flipH="1">
            <a:off x="5709671" y="2492633"/>
            <a:ext cx="754117" cy="99719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7" name="Google Shape;187;p20"/>
          <p:cNvCxnSpPr/>
          <p:nvPr/>
        </p:nvCxnSpPr>
        <p:spPr>
          <a:xfrm rot="-1039634">
            <a:off x="4560013" y="3399445"/>
            <a:ext cx="574156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8" name="Google Shape;188;p20"/>
          <p:cNvCxnSpPr/>
          <p:nvPr/>
        </p:nvCxnSpPr>
        <p:spPr>
          <a:xfrm>
            <a:off x="6214989" y="2262056"/>
            <a:ext cx="511200" cy="259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9" name="Google Shape;189;p20"/>
          <p:cNvSpPr txBox="1"/>
          <p:nvPr/>
        </p:nvSpPr>
        <p:spPr>
          <a:xfrm rot="-1549">
            <a:off x="4777035" y="2522124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 rot="-1549">
            <a:off x="5527442" y="2809728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 rot="-1549">
            <a:off x="4749223" y="3441669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 rot="-1796">
            <a:off x="6439252" y="2179239"/>
            <a:ext cx="57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 rot="-1008341">
            <a:off x="992820" y="3772053"/>
            <a:ext cx="726739" cy="1030782"/>
          </a:xfrm>
          <a:custGeom>
            <a:rect l="l" t="t" r="r" b="b"/>
            <a:pathLst>
              <a:path w="37338" h="52959" extrusionOk="0">
                <a:moveTo>
                  <a:pt x="0" y="28956"/>
                </a:moveTo>
                <a:lnTo>
                  <a:pt x="9906" y="52959"/>
                </a:lnTo>
                <a:lnTo>
                  <a:pt x="37338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94" name="Google Shape;194;p20"/>
          <p:cNvCxnSpPr/>
          <p:nvPr/>
        </p:nvCxnSpPr>
        <p:spPr>
          <a:xfrm rot="9791624" flipH="1">
            <a:off x="861699" y="3720335"/>
            <a:ext cx="707624" cy="55464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5" name="Google Shape;195;p20"/>
          <p:cNvCxnSpPr/>
          <p:nvPr/>
        </p:nvCxnSpPr>
        <p:spPr>
          <a:xfrm rot="-1010036">
            <a:off x="1022861" y="4462551"/>
            <a:ext cx="183357" cy="47794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6" name="Google Shape;196;p20"/>
          <p:cNvSpPr/>
          <p:nvPr/>
        </p:nvSpPr>
        <p:spPr>
          <a:xfrm rot="-1007069">
            <a:off x="811045" y="4226016"/>
            <a:ext cx="424902" cy="424902"/>
          </a:xfrm>
          <a:prstGeom prst="pie">
            <a:avLst>
              <a:gd name="adj1" fmla="val 19326311"/>
              <a:gd name="adj2" fmla="val 403487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 rot="-6408341">
            <a:off x="2360277" y="3668433"/>
            <a:ext cx="726739" cy="1030782"/>
          </a:xfrm>
          <a:custGeom>
            <a:rect l="l" t="t" r="r" b="b"/>
            <a:pathLst>
              <a:path w="37338" h="52959" extrusionOk="0">
                <a:moveTo>
                  <a:pt x="0" y="28956"/>
                </a:moveTo>
                <a:lnTo>
                  <a:pt x="9906" y="52959"/>
                </a:lnTo>
                <a:lnTo>
                  <a:pt x="37338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98" name="Google Shape;198;p20"/>
          <p:cNvCxnSpPr/>
          <p:nvPr/>
        </p:nvCxnSpPr>
        <p:spPr>
          <a:xfrm rot="4391624" flipH="1">
            <a:off x="2080045" y="4047182"/>
            <a:ext cx="707624" cy="55464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9" name="Google Shape;199;p20"/>
          <p:cNvCxnSpPr/>
          <p:nvPr/>
        </p:nvCxnSpPr>
        <p:spPr>
          <a:xfrm rot="-6410036">
            <a:off x="3046048" y="4186501"/>
            <a:ext cx="183357" cy="47794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0" name="Google Shape;200;p20"/>
          <p:cNvSpPr/>
          <p:nvPr/>
        </p:nvSpPr>
        <p:spPr>
          <a:xfrm rot="-6407069">
            <a:off x="2662218" y="4304067"/>
            <a:ext cx="424902" cy="424902"/>
          </a:xfrm>
          <a:prstGeom prst="pie">
            <a:avLst>
              <a:gd name="adj1" fmla="val 19326311"/>
              <a:gd name="adj2" fmla="val 403487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857141" y="3802280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758739" y="4646505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133545" y="4316060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210470" y="4446295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424807" y="4497203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638075" y="4115899"/>
            <a:ext cx="42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>
            <a:endCxn id="205" idx="1"/>
          </p:cNvCxnSpPr>
          <p:nvPr/>
        </p:nvCxnSpPr>
        <p:spPr>
          <a:xfrm>
            <a:off x="1166807" y="4441103"/>
            <a:ext cx="258000" cy="148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" name="Google Shape;208;p20"/>
          <p:cNvSpPr/>
          <p:nvPr/>
        </p:nvSpPr>
        <p:spPr>
          <a:xfrm>
            <a:off x="4164984" y="3937160"/>
            <a:ext cx="1268001" cy="734106"/>
          </a:xfrm>
          <a:custGeom>
            <a:rect l="l" t="t" r="r" b="b"/>
            <a:pathLst>
              <a:path w="65151" h="37719" extrusionOk="0">
                <a:moveTo>
                  <a:pt x="28194" y="0"/>
                </a:moveTo>
                <a:lnTo>
                  <a:pt x="0" y="37719"/>
                </a:lnTo>
                <a:lnTo>
                  <a:pt x="65151" y="3771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09" name="Google Shape;209;p20"/>
          <p:cNvSpPr/>
          <p:nvPr/>
        </p:nvSpPr>
        <p:spPr>
          <a:xfrm rot="2262274">
            <a:off x="5740419" y="3729801"/>
            <a:ext cx="1267940" cy="734071"/>
          </a:xfrm>
          <a:custGeom>
            <a:rect l="l" t="t" r="r" b="b"/>
            <a:pathLst>
              <a:path w="65151" h="37719" extrusionOk="0">
                <a:moveTo>
                  <a:pt x="28194" y="0"/>
                </a:moveTo>
                <a:lnTo>
                  <a:pt x="0" y="37719"/>
                </a:lnTo>
                <a:lnTo>
                  <a:pt x="65151" y="3771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210" name="Google Shape;210;p20"/>
          <p:cNvCxnSpPr/>
          <p:nvPr/>
        </p:nvCxnSpPr>
        <p:spPr>
          <a:xfrm>
            <a:off x="4164322" y="4754410"/>
            <a:ext cx="1269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1" name="Google Shape;211;p20"/>
          <p:cNvCxnSpPr/>
          <p:nvPr/>
        </p:nvCxnSpPr>
        <p:spPr>
          <a:xfrm rot="10800000">
            <a:off x="5583731" y="4067409"/>
            <a:ext cx="1012500" cy="79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2" name="Google Shape;212;p20"/>
          <p:cNvSpPr/>
          <p:nvPr/>
        </p:nvSpPr>
        <p:spPr>
          <a:xfrm rot="-7277440">
            <a:off x="3926462" y="4425527"/>
            <a:ext cx="486927" cy="487083"/>
          </a:xfrm>
          <a:prstGeom prst="pie">
            <a:avLst>
              <a:gd name="adj1" fmla="val 4078120"/>
              <a:gd name="adj2" fmla="val 728010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 rot="6733249">
            <a:off x="5184741" y="4425718"/>
            <a:ext cx="487073" cy="486960"/>
          </a:xfrm>
          <a:prstGeom prst="pie">
            <a:avLst>
              <a:gd name="adj1" fmla="val 4078120"/>
              <a:gd name="adj2" fmla="val 678838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 rot="8870247">
            <a:off x="6406988" y="4529775"/>
            <a:ext cx="486922" cy="486828"/>
          </a:xfrm>
          <a:prstGeom prst="pie">
            <a:avLst>
              <a:gd name="adj1" fmla="val 4187321"/>
              <a:gd name="adj2" fmla="val 693080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 rot="8870247">
            <a:off x="6285678" y="3513936"/>
            <a:ext cx="486922" cy="486828"/>
          </a:xfrm>
          <a:prstGeom prst="pie">
            <a:avLst>
              <a:gd name="adj1" fmla="val 17698740"/>
              <a:gd name="adj2" fmla="val 1021149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 rot="-1549">
            <a:off x="4547709" y="4758308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 rot="-1549">
            <a:off x="5638004" y="4472306"/>
            <a:ext cx="6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 rot="-2424">
            <a:off x="4409593" y="4420536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 rot="-2424">
            <a:off x="4921871" y="4420536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 rot="-2424">
            <a:off x="6320457" y="4336078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rot="-2424">
            <a:off x="6201813" y="3980147"/>
            <a:ext cx="42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0"/>
          <p:cNvCxnSpPr/>
          <p:nvPr/>
        </p:nvCxnSpPr>
        <p:spPr>
          <a:xfrm>
            <a:off x="480775" y="5435600"/>
            <a:ext cx="6613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0"/>
          <p:cNvSpPr txBox="1"/>
          <p:nvPr/>
        </p:nvSpPr>
        <p:spPr>
          <a:xfrm>
            <a:off x="484525" y="55245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Congruent or not?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11328" y="6506248"/>
            <a:ext cx="1978500" cy="1229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" name="Google Shape;225;p20"/>
          <p:cNvGrpSpPr/>
          <p:nvPr/>
        </p:nvGrpSpPr>
        <p:grpSpPr>
          <a:xfrm>
            <a:off x="459083" y="6505818"/>
            <a:ext cx="1926561" cy="1189742"/>
            <a:chOff x="328754" y="3063258"/>
            <a:chExt cx="2869896" cy="1772296"/>
          </a:xfrm>
        </p:grpSpPr>
        <p:sp>
          <p:nvSpPr>
            <p:cNvPr id="226" name="Google Shape;226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227" name="Google Shape;227;p20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28" name="Google Shape;228;p20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0" name="Google Shape;230;p20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1" name="Google Shape;231;p20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32" name="Google Shape;232;p20"/>
          <p:cNvSpPr txBox="1"/>
          <p:nvPr/>
        </p:nvSpPr>
        <p:spPr>
          <a:xfrm>
            <a:off x="491225" y="5853800"/>
            <a:ext cx="65871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Decide which of the triangles are congruent to triangle XYZ, giving the criteria that proves it. All edges are in centimetres.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1020591" y="6914914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839022" y="7194675"/>
            <a:ext cx="3447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1696356" y="6718165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0"/>
          <p:cNvGrpSpPr/>
          <p:nvPr/>
        </p:nvGrpSpPr>
        <p:grpSpPr>
          <a:xfrm>
            <a:off x="609852" y="8167345"/>
            <a:ext cx="1811369" cy="937135"/>
            <a:chOff x="500350" y="3245650"/>
            <a:chExt cx="2698300" cy="1396000"/>
          </a:xfrm>
        </p:grpSpPr>
        <p:sp>
          <p:nvSpPr>
            <p:cNvPr id="237" name="Google Shape;237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238" name="Google Shape;238;p20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9" name="Google Shape;239;p20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0" name="Google Shape;240;p20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41" name="Google Shape;241;p20"/>
          <p:cNvGrpSpPr/>
          <p:nvPr/>
        </p:nvGrpSpPr>
        <p:grpSpPr>
          <a:xfrm rot="1667659" flipH="1">
            <a:off x="2944213" y="6296509"/>
            <a:ext cx="1862940" cy="1189641"/>
            <a:chOff x="328754" y="3063258"/>
            <a:chExt cx="2775358" cy="1772296"/>
          </a:xfrm>
        </p:grpSpPr>
        <p:sp>
          <p:nvSpPr>
            <p:cNvPr id="242" name="Google Shape;242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43" name="Google Shape;243;p20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5" name="Google Shape;245;p20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46" name="Google Shape;246;p20"/>
          <p:cNvGrpSpPr/>
          <p:nvPr/>
        </p:nvGrpSpPr>
        <p:grpSpPr>
          <a:xfrm rot="9130051" flipH="1">
            <a:off x="4767744" y="6487537"/>
            <a:ext cx="2155166" cy="1200279"/>
            <a:chOff x="328754" y="3063258"/>
            <a:chExt cx="3210661" cy="1788117"/>
          </a:xfrm>
        </p:grpSpPr>
        <p:sp>
          <p:nvSpPr>
            <p:cNvPr id="247" name="Google Shape;247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48" name="Google Shape;248;p20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0" name="Google Shape;250;p20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1" name="Google Shape;251;p20"/>
            <p:cNvSpPr/>
            <p:nvPr/>
          </p:nvSpPr>
          <p:spPr>
            <a:xfrm rot="124976">
              <a:off x="2674085" y="3986044"/>
              <a:ext cx="850162" cy="850162"/>
            </a:xfrm>
            <a:prstGeom prst="pie">
              <a:avLst>
                <a:gd name="adj1" fmla="val 10489862"/>
                <a:gd name="adj2" fmla="val 1240652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2" name="Google Shape;252;p20"/>
          <p:cNvGrpSpPr/>
          <p:nvPr/>
        </p:nvGrpSpPr>
        <p:grpSpPr>
          <a:xfrm rot="-10526218" flipH="1">
            <a:off x="2612804" y="8085143"/>
            <a:ext cx="1950639" cy="1077806"/>
            <a:chOff x="633338" y="3245650"/>
            <a:chExt cx="2906078" cy="1605724"/>
          </a:xfrm>
        </p:grpSpPr>
        <p:sp>
          <p:nvSpPr>
            <p:cNvPr id="253" name="Google Shape;253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254" name="Google Shape;254;p20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5" name="Google Shape;255;p20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56" name="Google Shape;256;p20"/>
            <p:cNvSpPr/>
            <p:nvPr/>
          </p:nvSpPr>
          <p:spPr>
            <a:xfrm rot="124976">
              <a:off x="2674085" y="3986044"/>
              <a:ext cx="850162" cy="850162"/>
            </a:xfrm>
            <a:prstGeom prst="pie">
              <a:avLst>
                <a:gd name="adj1" fmla="val 10489862"/>
                <a:gd name="adj2" fmla="val 1240652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" name="Google Shape;257;p20"/>
          <p:cNvGrpSpPr/>
          <p:nvPr/>
        </p:nvGrpSpPr>
        <p:grpSpPr>
          <a:xfrm rot="-1669949" flipH="1">
            <a:off x="4757869" y="7930288"/>
            <a:ext cx="1862968" cy="1189659"/>
            <a:chOff x="328754" y="3063258"/>
            <a:chExt cx="2775358" cy="1772296"/>
          </a:xfrm>
        </p:grpSpPr>
        <p:sp>
          <p:nvSpPr>
            <p:cNvPr id="258" name="Google Shape;258;p20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59" name="Google Shape;259;p20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1" name="Google Shape;261;p20"/>
          <p:cNvSpPr txBox="1"/>
          <p:nvPr/>
        </p:nvSpPr>
        <p:spPr>
          <a:xfrm>
            <a:off x="631455" y="6867856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1334523" y="7542816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945414" y="6500962"/>
            <a:ext cx="1668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34417" y="7423761"/>
            <a:ext cx="1668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2349382" y="7313763"/>
            <a:ext cx="1668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3643983" y="8400659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3279373" y="8034339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3599821" y="8838842"/>
            <a:ext cx="2565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1254237" y="9115983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1702737" y="8242245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605013" y="8430924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4490884" y="7051825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3979112" y="6848836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4013851" y="7200575"/>
            <a:ext cx="3447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5418251" y="7256852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5151751" y="7075125"/>
            <a:ext cx="3138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5357929" y="6459893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5767768" y="8199750"/>
            <a:ext cx="28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6002786" y="8400650"/>
            <a:ext cx="3447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2573053" y="6656001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4651699" y="6643576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507976" y="8199744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2341743" y="8199744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4646971" y="8204713"/>
            <a:ext cx="5286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sp>
        <p:nvSpPr>
          <p:cNvPr id="289" name="Google Shape;28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90" name="Google Shape;29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Applying the criteria for congruence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497736" y="1215100"/>
            <a:ext cx="2403300" cy="998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76400" y="704866"/>
            <a:ext cx="63111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Decide which of the triangles are congruent to triangle ABC. State the criteria that proves it. All edges are in centimetres.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797672" y="1460986"/>
            <a:ext cx="1874100" cy="4575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/>
          <p:nvPr/>
        </p:nvCxnSpPr>
        <p:spPr>
          <a:xfrm>
            <a:off x="803877" y="1987079"/>
            <a:ext cx="1861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7" name="Google Shape;297;p21"/>
          <p:cNvCxnSpPr/>
          <p:nvPr/>
        </p:nvCxnSpPr>
        <p:spPr>
          <a:xfrm flipH="1">
            <a:off x="712154" y="1460986"/>
            <a:ext cx="0" cy="463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8" name="Google Shape;298;p21"/>
          <p:cNvSpPr/>
          <p:nvPr/>
        </p:nvSpPr>
        <p:spPr>
          <a:xfrm>
            <a:off x="797672" y="1809777"/>
            <a:ext cx="107100" cy="107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1967669" y="1227053"/>
            <a:ext cx="1378200" cy="1378200"/>
          </a:xfrm>
          <a:prstGeom prst="pie">
            <a:avLst>
              <a:gd name="adj1" fmla="val 10793649"/>
              <a:gd name="adj2" fmla="val 1162439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0" name="Google Shape;300;p21"/>
          <p:cNvCxnSpPr/>
          <p:nvPr/>
        </p:nvCxnSpPr>
        <p:spPr>
          <a:xfrm>
            <a:off x="803628" y="1394966"/>
            <a:ext cx="1880400" cy="43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1" name="Google Shape;301;p21"/>
          <p:cNvSpPr txBox="1"/>
          <p:nvPr/>
        </p:nvSpPr>
        <p:spPr>
          <a:xfrm>
            <a:off x="1661298" y="1706489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1552376" y="1367539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527577" y="1569583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 flipH="1">
            <a:off x="1552375" y="1973327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651728" y="1266162"/>
            <a:ext cx="177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651728" y="1916883"/>
            <a:ext cx="177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2724194" y="1796124"/>
            <a:ext cx="177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8" name="Google Shape;308;p21"/>
          <p:cNvGrpSpPr/>
          <p:nvPr/>
        </p:nvGrpSpPr>
        <p:grpSpPr>
          <a:xfrm rot="1542732">
            <a:off x="776295" y="2772487"/>
            <a:ext cx="1886578" cy="592147"/>
            <a:chOff x="1124350" y="3336475"/>
            <a:chExt cx="2462375" cy="772875"/>
          </a:xfrm>
        </p:grpSpPr>
        <p:sp>
          <p:nvSpPr>
            <p:cNvPr id="309" name="Google Shape;309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0" name="Google Shape;310;p21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11" name="Google Shape;311;p21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2" name="Google Shape;312;p21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313" name="Google Shape;313;p21"/>
          <p:cNvGrpSpPr/>
          <p:nvPr/>
        </p:nvGrpSpPr>
        <p:grpSpPr>
          <a:xfrm flipH="1">
            <a:off x="4426053" y="1092578"/>
            <a:ext cx="1971941" cy="529586"/>
            <a:chOff x="1012725" y="3336475"/>
            <a:chExt cx="2574000" cy="691275"/>
          </a:xfrm>
        </p:grpSpPr>
        <p:sp>
          <p:nvSpPr>
            <p:cNvPr id="314" name="Google Shape;314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5" name="Google Shape;315;p21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16" name="Google Shape;316;p21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7" name="Google Shape;317;p21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318" name="Google Shape;318;p21"/>
          <p:cNvGrpSpPr/>
          <p:nvPr/>
        </p:nvGrpSpPr>
        <p:grpSpPr>
          <a:xfrm rot="-5400000">
            <a:off x="5061146" y="1785400"/>
            <a:ext cx="2683232" cy="1378291"/>
            <a:chOff x="948168" y="3117302"/>
            <a:chExt cx="3502457" cy="1799100"/>
          </a:xfrm>
        </p:grpSpPr>
        <p:sp>
          <p:nvSpPr>
            <p:cNvPr id="319" name="Google Shape;319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2651525" y="3117302"/>
              <a:ext cx="1799100" cy="1799100"/>
            </a:xfrm>
            <a:prstGeom prst="pie">
              <a:avLst>
                <a:gd name="adj1" fmla="val 10793649"/>
                <a:gd name="adj2" fmla="val 11624398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1" name="Google Shape;321;p21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22" name="Google Shape;322;p21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1"/>
          <p:cNvGrpSpPr/>
          <p:nvPr/>
        </p:nvGrpSpPr>
        <p:grpSpPr>
          <a:xfrm rot="10800000">
            <a:off x="1311063" y="1832884"/>
            <a:ext cx="2683232" cy="1378291"/>
            <a:chOff x="948168" y="3117302"/>
            <a:chExt cx="3502457" cy="1799100"/>
          </a:xfrm>
        </p:grpSpPr>
        <p:sp>
          <p:nvSpPr>
            <p:cNvPr id="324" name="Google Shape;324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5" name="Google Shape;325;p21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26" name="Google Shape;326;p21"/>
            <p:cNvSpPr/>
            <p:nvPr/>
          </p:nvSpPr>
          <p:spPr>
            <a:xfrm>
              <a:off x="2651525" y="3117302"/>
              <a:ext cx="1799100" cy="1799100"/>
            </a:xfrm>
            <a:prstGeom prst="pie">
              <a:avLst>
                <a:gd name="adj1" fmla="val 10793649"/>
                <a:gd name="adj2" fmla="val 11624398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8" name="Google Shape;328;p21"/>
          <p:cNvGrpSpPr/>
          <p:nvPr/>
        </p:nvGrpSpPr>
        <p:grpSpPr>
          <a:xfrm rot="9660555" flipH="1">
            <a:off x="3921699" y="2994727"/>
            <a:ext cx="2009001" cy="660681"/>
            <a:chOff x="948168" y="3246953"/>
            <a:chExt cx="2622382" cy="862397"/>
          </a:xfrm>
        </p:grpSpPr>
        <p:sp>
          <p:nvSpPr>
            <p:cNvPr id="329" name="Google Shape;329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0" name="Google Shape;330;p21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1" name="Google Shape;331;p21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32" name="Google Shape;332;p21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4" name="Google Shape;334;p21"/>
          <p:cNvGrpSpPr/>
          <p:nvPr/>
        </p:nvGrpSpPr>
        <p:grpSpPr>
          <a:xfrm rot="-9660555">
            <a:off x="3015222" y="1738506"/>
            <a:ext cx="1971936" cy="592098"/>
            <a:chOff x="1012725" y="3336475"/>
            <a:chExt cx="2574000" cy="772875"/>
          </a:xfrm>
        </p:grpSpPr>
        <p:sp>
          <p:nvSpPr>
            <p:cNvPr id="335" name="Google Shape;335;p21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6" name="Google Shape;336;p21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7" name="Google Shape;337;p21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8" name="Google Shape;338;p21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39" name="Google Shape;339;p21"/>
          <p:cNvSpPr txBox="1"/>
          <p:nvPr/>
        </p:nvSpPr>
        <p:spPr>
          <a:xfrm>
            <a:off x="3726123" y="2071581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3994283" y="1537789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4974207" y="2303045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674648" y="2702384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1255773" y="3265614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2840681" y="2253305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2733424" y="2513353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3569805" y="2686242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6447434" y="1266162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5279601" y="1054062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6447434" y="2155135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6032921" y="3403617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5855448" y="2810349"/>
            <a:ext cx="2631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1"/>
          <p:cNvCxnSpPr/>
          <p:nvPr/>
        </p:nvCxnSpPr>
        <p:spPr>
          <a:xfrm>
            <a:off x="6374729" y="2132718"/>
            <a:ext cx="84000" cy="61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3" name="Google Shape;353;p21"/>
          <p:cNvSpPr txBox="1"/>
          <p:nvPr/>
        </p:nvSpPr>
        <p:spPr>
          <a:xfrm>
            <a:off x="4155825" y="3470991"/>
            <a:ext cx="306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3823956" y="3546205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 flipH="1">
            <a:off x="4631397" y="2810349"/>
            <a:ext cx="210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2957710" y="1229957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4306510" y="1229957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527342" y="2401868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1749857" y="2303038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3609725" y="3110239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5859337" y="1946296"/>
            <a:ext cx="5610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21"/>
          <p:cNvCxnSpPr/>
          <p:nvPr/>
        </p:nvCxnSpPr>
        <p:spPr>
          <a:xfrm>
            <a:off x="480775" y="4091214"/>
            <a:ext cx="6613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3" name="Google Shape;363;p21"/>
          <p:cNvSpPr txBox="1"/>
          <p:nvPr/>
        </p:nvSpPr>
        <p:spPr>
          <a:xfrm>
            <a:off x="484525" y="41529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Hidden congruence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1041797" y="5314163"/>
            <a:ext cx="1094100" cy="1094100"/>
          </a:xfrm>
          <a:prstGeom prst="octagon">
            <a:avLst>
              <a:gd name="adj" fmla="val 2928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68000" y="4456975"/>
            <a:ext cx="64119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ABCDEFGH is a regular octagon.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Prove triangles ABC and triangle HGF are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other triangles are congruent to ABC?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866740" y="6032227"/>
            <a:ext cx="140400" cy="1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866935" y="5504743"/>
            <a:ext cx="264900" cy="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1252080" y="5098689"/>
            <a:ext cx="264900" cy="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2173128" y="5541595"/>
            <a:ext cx="921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1288424" y="6408328"/>
            <a:ext cx="11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1789419" y="6427222"/>
            <a:ext cx="11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2160606" y="6051658"/>
            <a:ext cx="11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1852309" y="5151105"/>
            <a:ext cx="921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468000" y="7381550"/>
            <a:ext cx="64224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ABDF is a square. BCD and DEF are equilateral triangles.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Prove triangles CDE and FDC are 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902518" y="8146209"/>
            <a:ext cx="781200" cy="779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779090" y="8913961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745300" y="8001668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1809129" y="8001668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1701183" y="8912656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2416781" y="8440309"/>
            <a:ext cx="403800" cy="1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/>
          <p:nvPr/>
        </p:nvSpPr>
        <p:spPr>
          <a:xfrm rot="10800000">
            <a:off x="902525" y="8925600"/>
            <a:ext cx="781200" cy="675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/>
          <p:nvPr/>
        </p:nvSpPr>
        <p:spPr>
          <a:xfrm rot="5400000">
            <a:off x="1634656" y="8197062"/>
            <a:ext cx="781200" cy="675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1216933" y="9625331"/>
            <a:ext cx="3408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Applying the criteria for congruence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2024-02-06T10:39:47.040</cp:lastPrinted>
  <dcterms:created xsi:type="dcterms:W3CDTF">2024-02-06T10:39:47Z</dcterms:created>
  <dcterms:modified xsi:type="dcterms:W3CDTF">2024-02-06T10:43:08Z</dcterms:modified>
</cp:coreProperties>
</file>