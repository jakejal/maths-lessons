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4.1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665" r:id="rId1"/>
    <p:sldMasterId id="2147483666" r:id="rId2"/>
  </p:sldMasterIdLst>
  <p:notesMasterIdLst>
    <p:notesMasterId r:id="rId3"/>
  </p:notesMasterIdLst>
  <p:sldIdLst>
    <p:sldId id="256" r:id="rId4"/>
    <p:sldId id="257" r:id="rId5"/>
  </p:sldIdLst>
  <p:sldSz cx="7560000" cy="10692000"/>
  <p:notesSz cx="6858000" cy="9144000"/>
  <p:embeddedFontLst>
    <p:embeddedFont>
      <p:font typeface="Lexend" panose="00000000000000000000"/>
      <p:regular r:id="rId7"/>
    </p:embeddedFont>
    <p:embeddedFont>
      <p:font typeface="Kalam" panose="02000000000000000000"/>
      <p:regular r:id="rId8"/>
    </p:embeddedFont>
    <p:embeddedFont>
      <p:font typeface="Lexend Medium" panose="00000000000000000000"/>
      <p:regular r:id="rId9"/>
    </p:embeddedFont>
    <p:embeddedFont>
      <p:font typeface="Lexend Light" panose="00000000000000000000"/>
      <p:regular r:id="rId10"/>
    </p:embeddedFont>
  </p:embeddedFontLst>
  <p:custDataLst>
    <p:tags r:id="rId6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4.fntdata" /><Relationship Id="rId11" Type="http://schemas.openxmlformats.org/officeDocument/2006/relationships/presProps" Target="presProps.xml" /><Relationship Id="rId12" Type="http://schemas.openxmlformats.org/officeDocument/2006/relationships/viewProps" Target="viewProps.xml" /><Relationship Id="rId13" Type="http://schemas.openxmlformats.org/officeDocument/2006/relationships/theme" Target="theme/theme1.xml" /><Relationship Id="rId14" Type="http://schemas.openxmlformats.org/officeDocument/2006/relationships/tableStyles" Target="tableStyles.xml" /><Relationship Id="rId2" Type="http://schemas.openxmlformats.org/officeDocument/2006/relationships/slideMaster" Target="slideMasters/slideMaster2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tags" Target="tags/tag1.xml" /><Relationship Id="rId7" Type="http://schemas.openxmlformats.org/officeDocument/2006/relationships/font" Target="fonts/font1.fntdata" /><Relationship Id="rId8" Type="http://schemas.openxmlformats.org/officeDocument/2006/relationships/font" Target="fonts/font2.fntdata" /><Relationship Id="rId9" Type="http://schemas.openxmlformats.org/officeDocument/2006/relationships/font" Target="fonts/font3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67" name="Shape 167"/>
        <p:cNvGrpSpPr/>
        <p:nvPr/>
      </p:nvGrpSpPr>
      <p:grpSpPr>
        <a:xfrm>
          <a:off x="0" y="0"/>
          <a:ext cx="0" cy="0"/>
        </a:xfrm>
      </p:grpSpPr>
      <p:sp>
        <p:nvSpPr>
          <p:cNvPr id="168" name="Google Shape;168;g279934fec8d_0_131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79934fec8d_0_13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311" name="Shape 311"/>
        <p:cNvGrpSpPr/>
        <p:nvPr/>
      </p:nvGrpSpPr>
      <p:grpSpPr>
        <a:xfrm>
          <a:off x="0" y="0"/>
          <a:ext cx="0" cy="0"/>
        </a:xfrm>
      </p:grpSpPr>
      <p:sp>
        <p:nvSpPr>
          <p:cNvPr id="312" name="Google Shape;312;g279934fec8d_0_136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3" name="Google Shape;313;g279934fec8d_0_13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5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slideMaster" Target="../slideMasters/slideMaster2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slideMaster" Target="../slideMasters/slideMaster2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Answers 1">
  <p:cSld name="SECTION_HEADER_1_1_1_1_1_1_1_1_1_2_2"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Answers 1 1">
  <p:cSld name="SECTION_HEADER_1_1_1_1_1_1_1_1_1_2_1">
    <p:spTree>
      <p:nvGrpSpPr>
        <p:cNvPr id="15" name="Shape 15"/>
        <p:cNvGrpSpPr/>
        <p:nvPr/>
      </p:nvGrpSpPr>
      <p:grpSpPr>
        <a:xfrm>
          <a:off x="0" y="0"/>
          <a: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type="subTitle" idx="1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type="subTitle" idx="2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subTitle" idx="3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ubTitle" idx="4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type="subTitle" idx="5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type="subTitle" idx="6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type="subTitle" idx="7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type="subTitle" idx="8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5" name="Google Shape;25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3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" name="Google Shape;27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28" name="Google Shape;28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9" name="Google Shape;29;p3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pic>
        <p:nvPicPr>
          <p:cNvPr id="30" name="Google Shape;30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3"/>
          <p:cNvSpPr txBox="1"/>
          <p:nvPr>
            <p:ph type="subTitle" idx="9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1">
  <p:cSld name="SECTION_HEADER_1_1_1_1_1_1_1_1_1_1">
    <p:spTree>
      <p:nvGrpSpPr>
        <p:cNvPr id="32" name="Shape 32"/>
        <p:cNvGrpSpPr/>
        <p:nvPr/>
      </p:nvGrpSpPr>
      <p:grpSpPr>
        <a:xfrm>
          <a:off x="0" y="0"/>
          <a:ext cx="0" cy="0"/>
        </a:xfrm>
      </p:grpSpPr>
      <p:sp>
        <p:nvSpPr>
          <p:cNvPr id="33" name="Google Shape;33;p4"/>
          <p:cNvSpPr txBox="1"/>
          <p:nvPr>
            <p:ph type="subTitle" idx="1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type="subTitle" idx="2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type="subTitle" idx="3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6" name="Google Shape;36;p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4"/>
          <p:cNvSpPr txBox="1"/>
          <p:nvPr>
            <p:ph type="subTitle" idx="4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2">
  <p:cSld name="SECTION_HEADER_1_1_1_1_1_1_1_1_1_1_1">
    <p:spTree>
      <p:nvGrpSpPr>
        <p:cNvPr id="38" name="Shape 38"/>
        <p:cNvGrpSpPr/>
        <p:nvPr/>
      </p:nvGrpSpPr>
      <p:grpSpPr>
        <a:xfrm>
          <a:off x="0" y="0"/>
          <a:ext cx="0" cy="0"/>
        </a:xfrm>
      </p:grpSpPr>
      <p:sp>
        <p:nvSpPr>
          <p:cNvPr id="39" name="Google Shape;39;p5"/>
          <p:cNvSpPr txBox="1"/>
          <p:nvPr>
            <p:ph type="subTitle" idx="1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type="subTitle" idx="2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type="subTitle" idx="3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type="subTitle" idx="4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3" name="Google Shape;43;p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5"/>
          <p:cNvSpPr txBox="1"/>
          <p:nvPr>
            <p:ph type="subTitle" idx="5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3">
  <p:cSld name="SECTION_HEADER_1_1_1_1_1_1_1_1_1_1_1_2">
    <p:spTree>
      <p:nvGrpSpPr>
        <p:cNvPr id="45" name="Shape 45"/>
        <p:cNvGrpSpPr/>
        <p:nvPr/>
      </p:nvGrpSpPr>
      <p:grpSpPr>
        <a:xfrm>
          <a:off x="0" y="0"/>
          <a:ext cx="0" cy="0"/>
        </a:xfrm>
      </p:grpSpPr>
      <p:sp>
        <p:nvSpPr>
          <p:cNvPr id="46" name="Google Shape;46;p6"/>
          <p:cNvSpPr txBox="1"/>
          <p:nvPr>
            <p:ph type="subTitle" idx="1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type="subTitle" idx="2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type="subTitle" idx="3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type="subTitle" idx="4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type="subTitle" idx="5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type="subTitle" idx="6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2" name="Google Shape;52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6"/>
          <p:cNvSpPr txBox="1"/>
          <p:nvPr>
            <p:ph type="subTitle" idx="7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4">
  <p:cSld name="SECTION_HEADER_1_1_1_1_1_1_1_1_1_1_1_2_1">
    <p:spTree>
      <p:nvGrpSpPr>
        <p:cNvPr id="54" name="Shape 54"/>
        <p:cNvGrpSpPr/>
        <p:nvPr/>
      </p:nvGrpSpPr>
      <p:grpSpPr>
        <a:xfrm>
          <a:off x="0" y="0"/>
          <a:ext cx="0" cy="0"/>
        </a:xfrm>
      </p:grpSpPr>
      <p:sp>
        <p:nvSpPr>
          <p:cNvPr id="55" name="Google Shape;55;p7"/>
          <p:cNvSpPr txBox="1"/>
          <p:nvPr>
            <p:ph type="subTitle" idx="1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>
            <p:ph type="subTitle" idx="2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Elements to copy and paste">
  <p:cSld name="SECTION_HEADER_1_1_1_1_1_1_1_1_1_1_1_2_1_1">
    <p:spTree>
      <p:nvGrpSpPr>
        <p:cNvPr id="58" name="Shape 58"/>
        <p:cNvGrpSpPr/>
        <p:nvPr/>
      </p:nvGrpSpPr>
      <p:grpSpPr>
        <a:xfrm>
          <a:off x="0" y="0"/>
          <a:ext cx="0" cy="0"/>
        </a:xfrm>
      </p:grpSpPr>
      <p:sp>
        <p:nvSpPr>
          <p:cNvPr id="59" name="Google Shape;59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0" name="Google Shape;60;p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 Title page">
  <p:cSld name="SECTION_HEADER_1_1_1_1_1_1_1_1_1_1_1_2_1_1_1_1_1_2">
    <p:bg>
      <p:bgPr>
        <a:solidFill>
          <a:schemeClr val="lt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</a:xfrm>
      </p:grpSpPr>
      <p:pic>
        <p:nvPicPr>
          <p:cNvPr id="66" name="Google Shape;66;p1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8" name="Google Shape;68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9" name="Google Shape;69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2" name="Google Shape;72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0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</a:xfrm>
      </p:grpSpPr>
      <p:pic>
        <p:nvPicPr>
          <p:cNvPr id="75" name="Google Shape;75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7" name="Google Shape;77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8" name="Google Shape;78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" name="Google Shape;81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1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</a:xfrm>
      </p:grpSpPr>
      <p:pic>
        <p:nvPicPr>
          <p:cNvPr id="84" name="Google Shape;84;p1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6" name="Google Shape;86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2"/>
          <p:cNvSpPr txBox="1"/>
          <p:nvPr>
            <p:ph type="subTitle" idx="1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2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</a:xfrm>
      </p:grpSpPr>
      <p:pic>
        <p:nvPicPr>
          <p:cNvPr id="91" name="Google Shape;91;p1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" name="Google Shape;94;p13"/>
          <p:cNvSpPr txBox="1"/>
          <p:nvPr>
            <p:ph type="subTitle" idx="1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95" name="Google Shape;95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3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0" name="Google Shape;100;p13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 Single page worksheet">
  <p:cSld name="SECTION_HEADER_1_1_1_1_1_1_1_1_1_1_1_2_1_1_1_1_1_2_1">
    <p:bg>
      <p:bgPr>
        <a:solidFill>
          <a:schemeClr val="lt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</a:xfrm>
      </p:grpSpPr>
      <p:pic>
        <p:nvPicPr>
          <p:cNvPr id="102" name="Google Shape;102;p1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4" name="Google Shape;104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5" name="Google Shape;105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8" name="Google Shape;108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3" name="Google Shape;113;p14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</a:xfrm>
      </p:grpSpPr>
      <p:pic>
        <p:nvPicPr>
          <p:cNvPr id="115" name="Google Shape;115;p1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7" name="Google Shape;117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8" name="Google Shape;118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1" name="Google Shape;121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6" name="Google Shape;126;p15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</a:xfrm>
      </p:grpSpPr>
      <p:pic>
        <p:nvPicPr>
          <p:cNvPr id="128" name="Google Shape;128;p1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0" name="Google Shape;130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31" name="Google Shape;131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4" name="Google Shape;134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1 Landscape middle page">
  <p:cSld name="SECTION_HEADER_1_1_1_1_1_1_1_1_1_1_1_2_1_1_1_1_1_1_1_1_1_1_1_2">
    <p:bg>
      <p:bgPr>
        <a:solidFill>
          <a:schemeClr val="lt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</a:xfrm>
      </p:grpSpPr>
      <p:pic>
        <p:nvPicPr>
          <p:cNvPr id="137" name="Google Shape;137;p1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9" name="Google Shape;139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0" name="Google Shape;140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7"/>
          <p:cNvSpPr txBox="1"/>
          <p:nvPr>
            <p:ph type="subTitle" idx="1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2 Landscape last page">
  <p:cSld name="SECTION_HEADER_1_1_1_1_1_1_1_1_1_1_1_2_1_1_1_1_1_1_1_1_1_1_1_1_1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</a:xfrm>
      </p:grpSpPr>
      <p:pic>
        <p:nvPicPr>
          <p:cNvPr id="144" name="Google Shape;144;p1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7" name="Google Shape;147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8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" name="Google Shape;14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0" name="Google Shape;15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1" name="Google Shape;15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2" name="Google Shape;152;p18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18"/>
          <p:cNvSpPr txBox="1"/>
          <p:nvPr>
            <p:ph type="subTitle" idx="2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</a:xfrm>
      </p:grpSpPr>
      <p:pic>
        <p:nvPicPr>
          <p:cNvPr id="155" name="Google Shape;155;p1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9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7" name="Google Shape;15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1" name="Google Shape;161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4" name="Google Shape;16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5" name="Google Shape;16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6" name="Google Shape;166;p19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theme" Target="../theme/theme1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slideLayout" Target="../slideLayouts/slideLayout17.xml" /><Relationship Id="rId11" Type="http://schemas.openxmlformats.org/officeDocument/2006/relationships/theme" Target="../theme/theme2.xml" /><Relationship Id="rId2" Type="http://schemas.openxmlformats.org/officeDocument/2006/relationships/slideLayout" Target="../slideLayouts/slideLayout9.xml" /><Relationship Id="rId3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12.xml" /><Relationship Id="rId6" Type="http://schemas.openxmlformats.org/officeDocument/2006/relationships/slideLayout" Target="../slideLayouts/slideLayout13.xml" /><Relationship Id="rId7" Type="http://schemas.openxmlformats.org/officeDocument/2006/relationships/slideLayout" Target="../slideLayouts/slideLayout14.xml" /><Relationship Id="rId8" Type="http://schemas.openxmlformats.org/officeDocument/2006/relationships/slideLayout" Target="../slideLayouts/slideLayout15.xml" /><Relationship Id="rId9" Type="http://schemas.openxmlformats.org/officeDocument/2006/relationships/slideLayout" Target="../slideLayouts/slideLayout16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</a:xfrm>
      </p:grpSpPr>
      <p:sp>
        <p:nvSpPr>
          <p:cNvPr id="62" name="Google Shape;62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3" name="Google Shape;63;p9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notesSlide" Target="../notesSlides/notesSlide1.xml" /><Relationship Id="rId3" Type="http://schemas.openxmlformats.org/officeDocument/2006/relationships/image" Target="../media/image7.png" /><Relationship Id="rId4" Type="http://schemas.openxmlformats.org/officeDocument/2006/relationships/image" Target="../media/image8.png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notesSlide" Target="../notesSlides/notesSlide2.xml" /><Relationship Id="rId3" Type="http://schemas.openxmlformats.org/officeDocument/2006/relationships/image" Target="../media/image7.png" /><Relationship Id="rId4" Type="http://schemas.openxmlformats.org/officeDocument/2006/relationships/image" Target="../media/image8.png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70" name="Shape 170"/>
        <p:cNvGrpSpPr/>
        <p:nvPr/>
      </p:nvGrpSpPr>
      <p:grpSpPr>
        <a:xfrm>
          <a:off x="0" y="0"/>
          <a:ext cx="0" cy="0"/>
        </a:xfrm>
      </p:grpSpPr>
      <p:sp>
        <p:nvSpPr>
          <p:cNvPr id="171" name="Google Shape;171;p2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  <p:sp>
        <p:nvSpPr>
          <p:cNvPr id="172" name="Google Shape;172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Applying the criteria for congruence</a:t>
            </a:r>
            <a:endParaRPr/>
          </a:p>
        </p:txBody>
      </p:sp>
      <p:sp>
        <p:nvSpPr>
          <p:cNvPr id="173" name="Google Shape;173;p20"/>
          <p:cNvSpPr txBox="1"/>
          <p:nvPr/>
        </p:nvSpPr>
        <p:spPr>
          <a:xfrm>
            <a:off x="484525" y="1485900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Task A: Choosing the correct criteria</a:t>
            </a:r>
            <a:endParaRPr b="1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" name="Google Shape;174;p20"/>
          <p:cNvSpPr txBox="1"/>
          <p:nvPr/>
        </p:nvSpPr>
        <p:spPr>
          <a:xfrm>
            <a:off x="476400" y="1826100"/>
            <a:ext cx="6413100" cy="24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What criteria proves each pair to be congruent to each other?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" name="Google Shape;175;p20"/>
          <p:cNvSpPr txBox="1"/>
          <p:nvPr/>
        </p:nvSpPr>
        <p:spPr>
          <a:xfrm>
            <a:off x="476400" y="2174031"/>
            <a:ext cx="273600" cy="24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" name="Google Shape;176;p20"/>
          <p:cNvSpPr txBox="1"/>
          <p:nvPr/>
        </p:nvSpPr>
        <p:spPr>
          <a:xfrm>
            <a:off x="476400" y="3632494"/>
            <a:ext cx="273600" cy="24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7" name="Google Shape;177;p20"/>
          <p:cNvSpPr txBox="1"/>
          <p:nvPr/>
        </p:nvSpPr>
        <p:spPr>
          <a:xfrm>
            <a:off x="3842908" y="2174031"/>
            <a:ext cx="273600" cy="24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8" name="Google Shape;178;p20"/>
          <p:cNvSpPr txBox="1"/>
          <p:nvPr/>
        </p:nvSpPr>
        <p:spPr>
          <a:xfrm>
            <a:off x="3842908" y="3632494"/>
            <a:ext cx="273600" cy="24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" name="Google Shape;179;p20"/>
          <p:cNvSpPr/>
          <p:nvPr/>
        </p:nvSpPr>
        <p:spPr>
          <a:xfrm>
            <a:off x="749868" y="2269592"/>
            <a:ext cx="1202374" cy="1079351"/>
          </a:xfrm>
          <a:custGeom>
            <a:rect l="l" t="t" r="r" b="b"/>
            <a:pathLst>
              <a:path w="61779" h="55458" extrusionOk="0">
                <a:moveTo>
                  <a:pt x="0" y="22126"/>
                </a:moveTo>
                <a:lnTo>
                  <a:pt x="20688" y="0"/>
                </a:lnTo>
                <a:lnTo>
                  <a:pt x="61779" y="55458"/>
                </a:lnTo>
                <a:close/>
              </a:path>
            </a:pathLst>
          </a:cu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/>
        </p:txBody>
      </p:sp>
      <p:sp>
        <p:nvSpPr>
          <p:cNvPr id="180" name="Google Shape;180;p20"/>
          <p:cNvSpPr/>
          <p:nvPr/>
        </p:nvSpPr>
        <p:spPr>
          <a:xfrm>
            <a:off x="941321" y="2060501"/>
            <a:ext cx="425100" cy="425100"/>
          </a:xfrm>
          <a:prstGeom prst="pie">
            <a:avLst>
              <a:gd name="adj1" fmla="val 3179600"/>
              <a:gd name="adj2" fmla="val 8053211"/>
            </a:avLst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" name="Google Shape;181;p20"/>
          <p:cNvSpPr/>
          <p:nvPr/>
        </p:nvSpPr>
        <p:spPr>
          <a:xfrm rot="8652395">
            <a:off x="1514297" y="2911481"/>
            <a:ext cx="875074" cy="875250"/>
          </a:xfrm>
          <a:prstGeom prst="pie">
            <a:avLst>
              <a:gd name="adj1" fmla="val 3869477"/>
              <a:gd name="adj2" fmla="val 5347343"/>
            </a:avLst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82" name="Google Shape;182;p20"/>
          <p:cNvCxnSpPr/>
          <p:nvPr/>
        </p:nvCxnSpPr>
        <p:spPr>
          <a:xfrm>
            <a:off x="693368" y="2772484"/>
            <a:ext cx="1223400" cy="6576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83" name="Google Shape;183;p20"/>
          <p:cNvSpPr txBox="1"/>
          <p:nvPr/>
        </p:nvSpPr>
        <p:spPr>
          <a:xfrm>
            <a:off x="941320" y="3095075"/>
            <a:ext cx="4251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8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4" name="Google Shape;184;p20"/>
          <p:cNvSpPr txBox="1"/>
          <p:nvPr/>
        </p:nvSpPr>
        <p:spPr>
          <a:xfrm>
            <a:off x="1005508" y="2477520"/>
            <a:ext cx="4251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83°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20"/>
          <p:cNvSpPr txBox="1"/>
          <p:nvPr/>
        </p:nvSpPr>
        <p:spPr>
          <a:xfrm>
            <a:off x="1350382" y="2848835"/>
            <a:ext cx="4251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31°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6" name="Google Shape;186;p20"/>
          <p:cNvSpPr/>
          <p:nvPr/>
        </p:nvSpPr>
        <p:spPr>
          <a:xfrm rot="5670492">
            <a:off x="2441432" y="2414899"/>
            <a:ext cx="1202542" cy="1079502"/>
          </a:xfrm>
          <a:custGeom>
            <a:rect l="l" t="t" r="r" b="b"/>
            <a:pathLst>
              <a:path w="61779" h="55458" extrusionOk="0">
                <a:moveTo>
                  <a:pt x="0" y="22126"/>
                </a:moveTo>
                <a:lnTo>
                  <a:pt x="20688" y="0"/>
                </a:lnTo>
                <a:lnTo>
                  <a:pt x="61779" y="55458"/>
                </a:lnTo>
                <a:close/>
              </a:path>
            </a:pathLst>
          </a:cu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/>
        </p:txBody>
      </p:sp>
      <p:sp>
        <p:nvSpPr>
          <p:cNvPr id="187" name="Google Shape;187;p20"/>
          <p:cNvSpPr/>
          <p:nvPr/>
        </p:nvSpPr>
        <p:spPr>
          <a:xfrm rot="5669503">
            <a:off x="3380240" y="2587656"/>
            <a:ext cx="425206" cy="425206"/>
          </a:xfrm>
          <a:prstGeom prst="pie">
            <a:avLst>
              <a:gd name="adj1" fmla="val 3179600"/>
              <a:gd name="adj2" fmla="val 8053211"/>
            </a:avLst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8" name="Google Shape;188;p20"/>
          <p:cNvSpPr/>
          <p:nvPr/>
        </p:nvSpPr>
        <p:spPr>
          <a:xfrm rot="-7277227">
            <a:off x="2019658" y="3073465"/>
            <a:ext cx="875171" cy="875071"/>
          </a:xfrm>
          <a:prstGeom prst="pie">
            <a:avLst>
              <a:gd name="adj1" fmla="val 3869477"/>
              <a:gd name="adj2" fmla="val 5347343"/>
            </a:avLst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89" name="Google Shape;189;p20"/>
          <p:cNvCxnSpPr/>
          <p:nvPr/>
        </p:nvCxnSpPr>
        <p:spPr>
          <a:xfrm rot="5670906">
            <a:off x="2143601" y="2557002"/>
            <a:ext cx="1223296" cy="657528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90" name="Google Shape;190;p20"/>
          <p:cNvSpPr txBox="1"/>
          <p:nvPr/>
        </p:nvSpPr>
        <p:spPr>
          <a:xfrm rot="-2424">
            <a:off x="2366018" y="2619133"/>
            <a:ext cx="425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8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1" name="Google Shape;191;p20"/>
          <p:cNvSpPr txBox="1"/>
          <p:nvPr/>
        </p:nvSpPr>
        <p:spPr>
          <a:xfrm rot="-2424">
            <a:off x="3100837" y="2624165"/>
            <a:ext cx="425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83°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" name="Google Shape;192;p20"/>
          <p:cNvSpPr txBox="1"/>
          <p:nvPr/>
        </p:nvSpPr>
        <p:spPr>
          <a:xfrm rot="-2424">
            <a:off x="2785189" y="3001680"/>
            <a:ext cx="425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31°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3" name="Google Shape;193;p20"/>
          <p:cNvSpPr/>
          <p:nvPr/>
        </p:nvSpPr>
        <p:spPr>
          <a:xfrm rot="-1039493">
            <a:off x="4357942" y="2212989"/>
            <a:ext cx="563149" cy="1113682"/>
          </a:xfrm>
          <a:prstGeom prst="rtTriangle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4" name="Google Shape;194;p20"/>
          <p:cNvSpPr/>
          <p:nvPr/>
        </p:nvSpPr>
        <p:spPr>
          <a:xfrm rot="-1040322">
            <a:off x="4517205" y="3232064"/>
            <a:ext cx="133884" cy="133884"/>
          </a:xfrm>
          <a:prstGeom prst="rect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5" name="Google Shape;195;p20"/>
          <p:cNvSpPr/>
          <p:nvPr/>
        </p:nvSpPr>
        <p:spPr>
          <a:xfrm rot="-9246221">
            <a:off x="5911018" y="2422121"/>
            <a:ext cx="563259" cy="1113774"/>
          </a:xfrm>
          <a:prstGeom prst="rtTriangle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6" name="Google Shape;196;p20"/>
          <p:cNvSpPr/>
          <p:nvPr/>
        </p:nvSpPr>
        <p:spPr>
          <a:xfrm rot="-9247389">
            <a:off x="6532270" y="2565411"/>
            <a:ext cx="134040" cy="134040"/>
          </a:xfrm>
          <a:prstGeom prst="rect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97" name="Google Shape;197;p20"/>
          <p:cNvCxnSpPr/>
          <p:nvPr/>
        </p:nvCxnSpPr>
        <p:spPr>
          <a:xfrm rot="-1039262">
            <a:off x="4409653" y="2123555"/>
            <a:ext cx="590477" cy="1135318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98" name="Google Shape;198;p20"/>
          <p:cNvCxnSpPr/>
          <p:nvPr/>
        </p:nvCxnSpPr>
        <p:spPr>
          <a:xfrm rot="-2246111" flipH="1">
            <a:off x="5709671" y="2492633"/>
            <a:ext cx="754117" cy="99719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99" name="Google Shape;199;p20"/>
          <p:cNvCxnSpPr/>
          <p:nvPr/>
        </p:nvCxnSpPr>
        <p:spPr>
          <a:xfrm rot="-1039634">
            <a:off x="4560013" y="3399445"/>
            <a:ext cx="574156" cy="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200" name="Google Shape;200;p20"/>
          <p:cNvCxnSpPr/>
          <p:nvPr/>
        </p:nvCxnSpPr>
        <p:spPr>
          <a:xfrm>
            <a:off x="6214989" y="2262056"/>
            <a:ext cx="511200" cy="2598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201" name="Google Shape;201;p20"/>
          <p:cNvSpPr txBox="1"/>
          <p:nvPr/>
        </p:nvSpPr>
        <p:spPr>
          <a:xfrm rot="-1549">
            <a:off x="4777035" y="2522124"/>
            <a:ext cx="666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26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2" name="Google Shape;202;p20"/>
          <p:cNvSpPr txBox="1"/>
          <p:nvPr/>
        </p:nvSpPr>
        <p:spPr>
          <a:xfrm rot="-1549">
            <a:off x="5527442" y="2809728"/>
            <a:ext cx="666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26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3" name="Google Shape;203;p20"/>
          <p:cNvSpPr txBox="1"/>
          <p:nvPr/>
        </p:nvSpPr>
        <p:spPr>
          <a:xfrm rot="-1549">
            <a:off x="4749223" y="3441669"/>
            <a:ext cx="666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10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" name="Google Shape;204;p20"/>
          <p:cNvSpPr txBox="1"/>
          <p:nvPr/>
        </p:nvSpPr>
        <p:spPr>
          <a:xfrm rot="-1796">
            <a:off x="6439252" y="2179239"/>
            <a:ext cx="574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10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5" name="Google Shape;205;p20"/>
          <p:cNvSpPr/>
          <p:nvPr/>
        </p:nvSpPr>
        <p:spPr>
          <a:xfrm rot="-1008341">
            <a:off x="992820" y="3772053"/>
            <a:ext cx="726739" cy="1030782"/>
          </a:xfrm>
          <a:custGeom>
            <a:rect l="l" t="t" r="r" b="b"/>
            <a:pathLst>
              <a:path w="37338" h="52959" extrusionOk="0">
                <a:moveTo>
                  <a:pt x="0" y="28956"/>
                </a:moveTo>
                <a:lnTo>
                  <a:pt x="9906" y="52959"/>
                </a:lnTo>
                <a:lnTo>
                  <a:pt x="37338" y="0"/>
                </a:lnTo>
                <a:close/>
              </a:path>
            </a:pathLst>
          </a:cu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/>
        </p:txBody>
      </p:sp>
      <p:cxnSp>
        <p:nvCxnSpPr>
          <p:cNvPr id="206" name="Google Shape;206;p20"/>
          <p:cNvCxnSpPr/>
          <p:nvPr/>
        </p:nvCxnSpPr>
        <p:spPr>
          <a:xfrm rot="9791624" flipH="1">
            <a:off x="861699" y="3720335"/>
            <a:ext cx="707624" cy="55464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207" name="Google Shape;207;p20"/>
          <p:cNvCxnSpPr/>
          <p:nvPr/>
        </p:nvCxnSpPr>
        <p:spPr>
          <a:xfrm rot="-1010036">
            <a:off x="1022861" y="4462551"/>
            <a:ext cx="183357" cy="477947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208" name="Google Shape;208;p20"/>
          <p:cNvSpPr/>
          <p:nvPr/>
        </p:nvSpPr>
        <p:spPr>
          <a:xfrm rot="-1007069">
            <a:off x="811045" y="4226016"/>
            <a:ext cx="424902" cy="424902"/>
          </a:xfrm>
          <a:prstGeom prst="pie">
            <a:avLst>
              <a:gd name="adj1" fmla="val 19326311"/>
              <a:gd name="adj2" fmla="val 4034873"/>
            </a:avLst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9" name="Google Shape;209;p20"/>
          <p:cNvSpPr/>
          <p:nvPr/>
        </p:nvSpPr>
        <p:spPr>
          <a:xfrm rot="-6408341">
            <a:off x="2360277" y="3668433"/>
            <a:ext cx="726739" cy="1030782"/>
          </a:xfrm>
          <a:custGeom>
            <a:rect l="l" t="t" r="r" b="b"/>
            <a:pathLst>
              <a:path w="37338" h="52959" extrusionOk="0">
                <a:moveTo>
                  <a:pt x="0" y="28956"/>
                </a:moveTo>
                <a:lnTo>
                  <a:pt x="9906" y="52959"/>
                </a:lnTo>
                <a:lnTo>
                  <a:pt x="37338" y="0"/>
                </a:lnTo>
                <a:close/>
              </a:path>
            </a:pathLst>
          </a:cu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/>
        </p:txBody>
      </p:sp>
      <p:cxnSp>
        <p:nvCxnSpPr>
          <p:cNvPr id="210" name="Google Shape;210;p20"/>
          <p:cNvCxnSpPr/>
          <p:nvPr/>
        </p:nvCxnSpPr>
        <p:spPr>
          <a:xfrm rot="4391624" flipH="1">
            <a:off x="2080045" y="4047182"/>
            <a:ext cx="707624" cy="55464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211" name="Google Shape;211;p20"/>
          <p:cNvCxnSpPr/>
          <p:nvPr/>
        </p:nvCxnSpPr>
        <p:spPr>
          <a:xfrm rot="-6410036">
            <a:off x="3046048" y="4186501"/>
            <a:ext cx="183357" cy="477947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212" name="Google Shape;212;p20"/>
          <p:cNvSpPr/>
          <p:nvPr/>
        </p:nvSpPr>
        <p:spPr>
          <a:xfrm rot="-6407069">
            <a:off x="2662218" y="4304067"/>
            <a:ext cx="424902" cy="424902"/>
          </a:xfrm>
          <a:prstGeom prst="pie">
            <a:avLst>
              <a:gd name="adj1" fmla="val 19326311"/>
              <a:gd name="adj2" fmla="val 4034873"/>
            </a:avLst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3" name="Google Shape;213;p20"/>
          <p:cNvSpPr txBox="1"/>
          <p:nvPr/>
        </p:nvSpPr>
        <p:spPr>
          <a:xfrm>
            <a:off x="857141" y="3802280"/>
            <a:ext cx="4251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7 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4" name="Google Shape;214;p20"/>
          <p:cNvSpPr txBox="1"/>
          <p:nvPr/>
        </p:nvSpPr>
        <p:spPr>
          <a:xfrm>
            <a:off x="758739" y="4646505"/>
            <a:ext cx="4251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 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5" name="Google Shape;215;p20"/>
          <p:cNvSpPr txBox="1"/>
          <p:nvPr/>
        </p:nvSpPr>
        <p:spPr>
          <a:xfrm>
            <a:off x="2133545" y="4316060"/>
            <a:ext cx="4251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7 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6" name="Google Shape;216;p20"/>
          <p:cNvSpPr txBox="1"/>
          <p:nvPr/>
        </p:nvSpPr>
        <p:spPr>
          <a:xfrm>
            <a:off x="3210470" y="4446295"/>
            <a:ext cx="4251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 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7" name="Google Shape;217;p20"/>
          <p:cNvSpPr txBox="1"/>
          <p:nvPr/>
        </p:nvSpPr>
        <p:spPr>
          <a:xfrm>
            <a:off x="1424807" y="4497203"/>
            <a:ext cx="4251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100°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8" name="Google Shape;218;p20"/>
          <p:cNvSpPr txBox="1"/>
          <p:nvPr/>
        </p:nvSpPr>
        <p:spPr>
          <a:xfrm>
            <a:off x="2638075" y="4115899"/>
            <a:ext cx="4251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100°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19" name="Google Shape;219;p20"/>
          <p:cNvCxnSpPr>
            <a:endCxn id="217" idx="1"/>
          </p:cNvCxnSpPr>
          <p:nvPr/>
        </p:nvCxnSpPr>
        <p:spPr>
          <a:xfrm>
            <a:off x="1166807" y="4441103"/>
            <a:ext cx="258000" cy="1485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20" name="Google Shape;220;p20"/>
          <p:cNvSpPr/>
          <p:nvPr/>
        </p:nvSpPr>
        <p:spPr>
          <a:xfrm>
            <a:off x="4164984" y="3937160"/>
            <a:ext cx="1268001" cy="734106"/>
          </a:xfrm>
          <a:custGeom>
            <a:rect l="l" t="t" r="r" b="b"/>
            <a:pathLst>
              <a:path w="65151" h="37719" extrusionOk="0">
                <a:moveTo>
                  <a:pt x="28194" y="0"/>
                </a:moveTo>
                <a:lnTo>
                  <a:pt x="0" y="37719"/>
                </a:lnTo>
                <a:lnTo>
                  <a:pt x="65151" y="37719"/>
                </a:lnTo>
                <a:close/>
              </a:path>
            </a:pathLst>
          </a:cu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/>
        </p:txBody>
      </p:sp>
      <p:sp>
        <p:nvSpPr>
          <p:cNvPr id="221" name="Google Shape;221;p20"/>
          <p:cNvSpPr/>
          <p:nvPr/>
        </p:nvSpPr>
        <p:spPr>
          <a:xfrm rot="2262274">
            <a:off x="5740419" y="3729801"/>
            <a:ext cx="1267940" cy="734071"/>
          </a:xfrm>
          <a:custGeom>
            <a:rect l="l" t="t" r="r" b="b"/>
            <a:pathLst>
              <a:path w="65151" h="37719" extrusionOk="0">
                <a:moveTo>
                  <a:pt x="28194" y="0"/>
                </a:moveTo>
                <a:lnTo>
                  <a:pt x="0" y="37719"/>
                </a:lnTo>
                <a:lnTo>
                  <a:pt x="65151" y="37719"/>
                </a:lnTo>
                <a:close/>
              </a:path>
            </a:pathLst>
          </a:cu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/>
        </p:txBody>
      </p:sp>
      <p:cxnSp>
        <p:nvCxnSpPr>
          <p:cNvPr id="222" name="Google Shape;222;p20"/>
          <p:cNvCxnSpPr/>
          <p:nvPr/>
        </p:nvCxnSpPr>
        <p:spPr>
          <a:xfrm>
            <a:off x="4164322" y="4754410"/>
            <a:ext cx="1269300" cy="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223" name="Google Shape;223;p20"/>
          <p:cNvCxnSpPr/>
          <p:nvPr/>
        </p:nvCxnSpPr>
        <p:spPr>
          <a:xfrm rot="10800000">
            <a:off x="5583731" y="4067409"/>
            <a:ext cx="1012500" cy="7935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224" name="Google Shape;224;p20"/>
          <p:cNvSpPr/>
          <p:nvPr/>
        </p:nvSpPr>
        <p:spPr>
          <a:xfrm rot="-7277440">
            <a:off x="3926462" y="4425527"/>
            <a:ext cx="486927" cy="487083"/>
          </a:xfrm>
          <a:prstGeom prst="pie">
            <a:avLst>
              <a:gd name="adj1" fmla="val 4078120"/>
              <a:gd name="adj2" fmla="val 7280107"/>
            </a:avLst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5" name="Google Shape;225;p20"/>
          <p:cNvSpPr/>
          <p:nvPr/>
        </p:nvSpPr>
        <p:spPr>
          <a:xfrm rot="6733249">
            <a:off x="5184741" y="4425718"/>
            <a:ext cx="487073" cy="486960"/>
          </a:xfrm>
          <a:prstGeom prst="pie">
            <a:avLst>
              <a:gd name="adj1" fmla="val 4078120"/>
              <a:gd name="adj2" fmla="val 6788387"/>
            </a:avLst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6" name="Google Shape;226;p20"/>
          <p:cNvSpPr/>
          <p:nvPr/>
        </p:nvSpPr>
        <p:spPr>
          <a:xfrm rot="8870247">
            <a:off x="6406988" y="4529775"/>
            <a:ext cx="486922" cy="486828"/>
          </a:xfrm>
          <a:prstGeom prst="pie">
            <a:avLst>
              <a:gd name="adj1" fmla="val 4187321"/>
              <a:gd name="adj2" fmla="val 6930807"/>
            </a:avLst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7" name="Google Shape;227;p20"/>
          <p:cNvSpPr/>
          <p:nvPr/>
        </p:nvSpPr>
        <p:spPr>
          <a:xfrm rot="8870247">
            <a:off x="6285678" y="3513936"/>
            <a:ext cx="486922" cy="486828"/>
          </a:xfrm>
          <a:prstGeom prst="pie">
            <a:avLst>
              <a:gd name="adj1" fmla="val 17698740"/>
              <a:gd name="adj2" fmla="val 1021149"/>
            </a:avLst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8" name="Google Shape;228;p20"/>
          <p:cNvSpPr txBox="1"/>
          <p:nvPr/>
        </p:nvSpPr>
        <p:spPr>
          <a:xfrm rot="-1549">
            <a:off x="4547709" y="4758308"/>
            <a:ext cx="666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14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9" name="Google Shape;229;p20"/>
          <p:cNvSpPr txBox="1"/>
          <p:nvPr/>
        </p:nvSpPr>
        <p:spPr>
          <a:xfrm rot="-1549">
            <a:off x="5638004" y="4472306"/>
            <a:ext cx="666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14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0" name="Google Shape;230;p20"/>
          <p:cNvSpPr txBox="1"/>
          <p:nvPr/>
        </p:nvSpPr>
        <p:spPr>
          <a:xfrm rot="-2424">
            <a:off x="4409593" y="4420536"/>
            <a:ext cx="425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62°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1" name="Google Shape;231;p20"/>
          <p:cNvSpPr txBox="1"/>
          <p:nvPr/>
        </p:nvSpPr>
        <p:spPr>
          <a:xfrm rot="-2424">
            <a:off x="4921871" y="4420536"/>
            <a:ext cx="425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57°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2" name="Google Shape;232;p20"/>
          <p:cNvSpPr txBox="1"/>
          <p:nvPr/>
        </p:nvSpPr>
        <p:spPr>
          <a:xfrm rot="-2424">
            <a:off x="6320457" y="4336078"/>
            <a:ext cx="425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57°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3" name="Google Shape;233;p20"/>
          <p:cNvSpPr txBox="1"/>
          <p:nvPr/>
        </p:nvSpPr>
        <p:spPr>
          <a:xfrm rot="-2424">
            <a:off x="6201813" y="3980147"/>
            <a:ext cx="425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61°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4" name="Google Shape;234;p20"/>
          <p:cNvSpPr txBox="1"/>
          <p:nvPr/>
        </p:nvSpPr>
        <p:spPr>
          <a:xfrm rot="-2424">
            <a:off x="1832122" y="2263202"/>
            <a:ext cx="4254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AAS or ASA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35" name="Google Shape;235;p20"/>
          <p:cNvSpPr txBox="1"/>
          <p:nvPr/>
        </p:nvSpPr>
        <p:spPr>
          <a:xfrm rot="-2424">
            <a:off x="5391426" y="2381846"/>
            <a:ext cx="425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RHS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36" name="Google Shape;236;p20"/>
          <p:cNvSpPr txBox="1"/>
          <p:nvPr/>
        </p:nvSpPr>
        <p:spPr>
          <a:xfrm rot="-2424">
            <a:off x="1772801" y="4695394"/>
            <a:ext cx="425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SAS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37" name="Google Shape;237;p20"/>
          <p:cNvSpPr txBox="1"/>
          <p:nvPr/>
        </p:nvSpPr>
        <p:spPr>
          <a:xfrm rot="-2424">
            <a:off x="5223007" y="3757408"/>
            <a:ext cx="4254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AAS or ASA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238" name="Google Shape;238;p20"/>
          <p:cNvCxnSpPr/>
          <p:nvPr/>
        </p:nvCxnSpPr>
        <p:spPr>
          <a:xfrm>
            <a:off x="480775" y="5435600"/>
            <a:ext cx="6613200" cy="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39" name="Google Shape;239;p20"/>
          <p:cNvSpPr txBox="1"/>
          <p:nvPr/>
        </p:nvSpPr>
        <p:spPr>
          <a:xfrm>
            <a:off x="484525" y="5524500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Task B: Congruent or not?</a:t>
            </a:r>
            <a:endParaRPr b="1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0" name="Google Shape;240;p20"/>
          <p:cNvSpPr/>
          <p:nvPr/>
        </p:nvSpPr>
        <p:spPr>
          <a:xfrm>
            <a:off x="511328" y="6506248"/>
            <a:ext cx="1978500" cy="1229700"/>
          </a:xfrm>
          <a:prstGeom prst="roundRect">
            <a:avLst>
              <a:gd name="adj" fmla="val 16667"/>
            </a:avLst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41" name="Google Shape;241;p20"/>
          <p:cNvGrpSpPr/>
          <p:nvPr/>
        </p:nvGrpSpPr>
        <p:grpSpPr>
          <a:xfrm>
            <a:off x="459083" y="6505818"/>
            <a:ext cx="1926561" cy="1189742"/>
            <a:chOff x="328754" y="3063258"/>
            <a:chExt cx="2869896" cy="1772296"/>
          </a:xfrm>
        </p:grpSpPr>
        <p:sp>
          <p:nvSpPr>
            <p:cNvPr id="242" name="Google Shape;242;p20"/>
            <p:cNvSpPr/>
            <p:nvPr/>
          </p:nvSpPr>
          <p:spPr>
            <a:xfrm>
              <a:off x="633338" y="3366000"/>
              <a:ext cx="2470775" cy="1167350"/>
            </a:xfrm>
            <a:custGeom>
              <a:rect l="l" t="t" r="r" b="b"/>
              <a:pathLst>
                <a:path w="98831" h="46694" extrusionOk="0">
                  <a:moveTo>
                    <a:pt x="21485" y="0"/>
                  </a:moveTo>
                  <a:lnTo>
                    <a:pt x="0" y="46694"/>
                  </a:lnTo>
                  <a:lnTo>
                    <a:pt x="98831" y="41824"/>
                  </a:lnTo>
                  <a:close/>
                </a:path>
              </a:pathLst>
            </a:cu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/>
          </p:txBody>
        </p:sp>
        <p:cxnSp>
          <p:nvCxnSpPr>
            <p:cNvPr id="243" name="Google Shape;243;p20"/>
            <p:cNvCxnSpPr/>
            <p:nvPr/>
          </p:nvCxnSpPr>
          <p:spPr>
            <a:xfrm>
              <a:off x="1243550" y="3245650"/>
              <a:ext cx="1955100" cy="10386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sp>
          <p:nvSpPr>
            <p:cNvPr id="244" name="Google Shape;244;p20"/>
            <p:cNvSpPr/>
            <p:nvPr/>
          </p:nvSpPr>
          <p:spPr>
            <a:xfrm>
              <a:off x="328754" y="4222054"/>
              <a:ext cx="613500" cy="613500"/>
            </a:xfrm>
            <a:prstGeom prst="pie">
              <a:avLst>
                <a:gd name="adj1" fmla="val 17679300"/>
                <a:gd name="adj2" fmla="val 21456365"/>
              </a:avLst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45" name="Google Shape;245;p20"/>
            <p:cNvSpPr/>
            <p:nvPr/>
          </p:nvSpPr>
          <p:spPr>
            <a:xfrm>
              <a:off x="864588" y="3063258"/>
              <a:ext cx="613500" cy="613500"/>
            </a:xfrm>
            <a:prstGeom prst="pie">
              <a:avLst>
                <a:gd name="adj1" fmla="val 1689679"/>
                <a:gd name="adj2" fmla="val 6859043"/>
              </a:avLst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46" name="Google Shape;246;p20"/>
            <p:cNvCxnSpPr/>
            <p:nvPr/>
          </p:nvCxnSpPr>
          <p:spPr>
            <a:xfrm rot="10800000" flipH="1">
              <a:off x="633350" y="4540550"/>
              <a:ext cx="2493300" cy="1011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247" name="Google Shape;247;p20"/>
            <p:cNvCxnSpPr/>
            <p:nvPr/>
          </p:nvCxnSpPr>
          <p:spPr>
            <a:xfrm rot="10800000" flipH="1">
              <a:off x="500350" y="3325675"/>
              <a:ext cx="536400" cy="11448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</p:grpSp>
      <p:sp>
        <p:nvSpPr>
          <p:cNvPr id="248" name="Google Shape;248;p20"/>
          <p:cNvSpPr txBox="1"/>
          <p:nvPr/>
        </p:nvSpPr>
        <p:spPr>
          <a:xfrm>
            <a:off x="491225" y="5853800"/>
            <a:ext cx="6587100" cy="55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Decide which of the triangles are congruent to triangle XYZ, giving the criteria that proves it. All edges are in centimetres.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9" name="Google Shape;249;p20"/>
          <p:cNvSpPr txBox="1"/>
          <p:nvPr/>
        </p:nvSpPr>
        <p:spPr>
          <a:xfrm>
            <a:off x="1020591" y="6914914"/>
            <a:ext cx="288600" cy="2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91°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0" name="Google Shape;250;p20"/>
          <p:cNvSpPr txBox="1"/>
          <p:nvPr/>
        </p:nvSpPr>
        <p:spPr>
          <a:xfrm>
            <a:off x="839022" y="7194675"/>
            <a:ext cx="344700" cy="2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52°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1" name="Google Shape;251;p20"/>
          <p:cNvSpPr txBox="1"/>
          <p:nvPr/>
        </p:nvSpPr>
        <p:spPr>
          <a:xfrm>
            <a:off x="1696356" y="6718165"/>
            <a:ext cx="528600" cy="2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7.5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52" name="Google Shape;252;p20"/>
          <p:cNvGrpSpPr/>
          <p:nvPr/>
        </p:nvGrpSpPr>
        <p:grpSpPr>
          <a:xfrm>
            <a:off x="609852" y="8167345"/>
            <a:ext cx="1811369" cy="937135"/>
            <a:chOff x="500350" y="3245650"/>
            <a:chExt cx="2698300" cy="1396000"/>
          </a:xfrm>
        </p:grpSpPr>
        <p:sp>
          <p:nvSpPr>
            <p:cNvPr id="253" name="Google Shape;253;p20"/>
            <p:cNvSpPr/>
            <p:nvPr/>
          </p:nvSpPr>
          <p:spPr>
            <a:xfrm>
              <a:off x="633338" y="3366000"/>
              <a:ext cx="2470775" cy="1167350"/>
            </a:xfrm>
            <a:custGeom>
              <a:rect l="l" t="t" r="r" b="b"/>
              <a:pathLst>
                <a:path w="98831" h="46694" extrusionOk="0">
                  <a:moveTo>
                    <a:pt x="21485" y="0"/>
                  </a:moveTo>
                  <a:lnTo>
                    <a:pt x="0" y="46694"/>
                  </a:lnTo>
                  <a:lnTo>
                    <a:pt x="98831" y="41824"/>
                  </a:lnTo>
                  <a:close/>
                </a:path>
              </a:pathLst>
            </a:cu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/>
          </p:txBody>
        </p:sp>
        <p:cxnSp>
          <p:nvCxnSpPr>
            <p:cNvPr id="254" name="Google Shape;254;p20"/>
            <p:cNvCxnSpPr/>
            <p:nvPr/>
          </p:nvCxnSpPr>
          <p:spPr>
            <a:xfrm>
              <a:off x="1243550" y="3245650"/>
              <a:ext cx="1955100" cy="10386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255" name="Google Shape;255;p20"/>
            <p:cNvCxnSpPr/>
            <p:nvPr/>
          </p:nvCxnSpPr>
          <p:spPr>
            <a:xfrm rot="10800000" flipH="1">
              <a:off x="633350" y="4540550"/>
              <a:ext cx="2493300" cy="1011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256" name="Google Shape;256;p20"/>
            <p:cNvCxnSpPr/>
            <p:nvPr/>
          </p:nvCxnSpPr>
          <p:spPr>
            <a:xfrm rot="10800000" flipH="1">
              <a:off x="500350" y="3325675"/>
              <a:ext cx="536400" cy="11448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</p:grpSp>
      <p:grpSp>
        <p:nvGrpSpPr>
          <p:cNvPr id="257" name="Google Shape;257;p20"/>
          <p:cNvGrpSpPr/>
          <p:nvPr/>
        </p:nvGrpSpPr>
        <p:grpSpPr>
          <a:xfrm rot="1667659" flipH="1">
            <a:off x="2944213" y="6296509"/>
            <a:ext cx="1862940" cy="1189641"/>
            <a:chOff x="328754" y="3063258"/>
            <a:chExt cx="2775358" cy="1772296"/>
          </a:xfrm>
        </p:grpSpPr>
        <p:sp>
          <p:nvSpPr>
            <p:cNvPr id="258" name="Google Shape;258;p20"/>
            <p:cNvSpPr/>
            <p:nvPr/>
          </p:nvSpPr>
          <p:spPr>
            <a:xfrm>
              <a:off x="633338" y="3366000"/>
              <a:ext cx="2470775" cy="1167350"/>
            </a:xfrm>
            <a:custGeom>
              <a:rect l="l" t="t" r="r" b="b"/>
              <a:pathLst>
                <a:path w="98831" h="46694" extrusionOk="0">
                  <a:moveTo>
                    <a:pt x="21485" y="0"/>
                  </a:moveTo>
                  <a:lnTo>
                    <a:pt x="0" y="46694"/>
                  </a:lnTo>
                  <a:lnTo>
                    <a:pt x="98831" y="41824"/>
                  </a:lnTo>
                  <a:close/>
                </a:path>
              </a:pathLst>
            </a:cu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/>
          </p:txBody>
        </p:sp>
        <p:sp>
          <p:nvSpPr>
            <p:cNvPr id="259" name="Google Shape;259;p20"/>
            <p:cNvSpPr/>
            <p:nvPr/>
          </p:nvSpPr>
          <p:spPr>
            <a:xfrm>
              <a:off x="328754" y="4222054"/>
              <a:ext cx="613500" cy="613500"/>
            </a:xfrm>
            <a:prstGeom prst="pie">
              <a:avLst>
                <a:gd name="adj1" fmla="val 17679300"/>
                <a:gd name="adj2" fmla="val 21456365"/>
              </a:avLst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60" name="Google Shape;260;p20"/>
            <p:cNvSpPr/>
            <p:nvPr/>
          </p:nvSpPr>
          <p:spPr>
            <a:xfrm>
              <a:off x="864588" y="3063258"/>
              <a:ext cx="613500" cy="613500"/>
            </a:xfrm>
            <a:prstGeom prst="pie">
              <a:avLst>
                <a:gd name="adj1" fmla="val 1689679"/>
                <a:gd name="adj2" fmla="val 6859043"/>
              </a:avLst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61" name="Google Shape;261;p20"/>
            <p:cNvCxnSpPr/>
            <p:nvPr/>
          </p:nvCxnSpPr>
          <p:spPr>
            <a:xfrm rot="10800000" flipH="1">
              <a:off x="500350" y="3325675"/>
              <a:ext cx="536400" cy="11448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</p:grpSp>
      <p:grpSp>
        <p:nvGrpSpPr>
          <p:cNvPr id="262" name="Google Shape;262;p20"/>
          <p:cNvGrpSpPr/>
          <p:nvPr/>
        </p:nvGrpSpPr>
        <p:grpSpPr>
          <a:xfrm rot="9130051" flipH="1">
            <a:off x="4767744" y="6487537"/>
            <a:ext cx="2155166" cy="1200279"/>
            <a:chOff x="328754" y="3063258"/>
            <a:chExt cx="3210661" cy="1788117"/>
          </a:xfrm>
        </p:grpSpPr>
        <p:sp>
          <p:nvSpPr>
            <p:cNvPr id="263" name="Google Shape;263;p20"/>
            <p:cNvSpPr/>
            <p:nvPr/>
          </p:nvSpPr>
          <p:spPr>
            <a:xfrm>
              <a:off x="633338" y="3366000"/>
              <a:ext cx="2470775" cy="1167350"/>
            </a:xfrm>
            <a:custGeom>
              <a:rect l="l" t="t" r="r" b="b"/>
              <a:pathLst>
                <a:path w="98831" h="46694" extrusionOk="0">
                  <a:moveTo>
                    <a:pt x="21485" y="0"/>
                  </a:moveTo>
                  <a:lnTo>
                    <a:pt x="0" y="46694"/>
                  </a:lnTo>
                  <a:lnTo>
                    <a:pt x="98831" y="41824"/>
                  </a:lnTo>
                  <a:close/>
                </a:path>
              </a:pathLst>
            </a:cu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/>
          </p:txBody>
        </p:sp>
        <p:sp>
          <p:nvSpPr>
            <p:cNvPr id="264" name="Google Shape;264;p20"/>
            <p:cNvSpPr/>
            <p:nvPr/>
          </p:nvSpPr>
          <p:spPr>
            <a:xfrm>
              <a:off x="328754" y="4222054"/>
              <a:ext cx="613500" cy="613500"/>
            </a:xfrm>
            <a:prstGeom prst="pie">
              <a:avLst>
                <a:gd name="adj1" fmla="val 17679300"/>
                <a:gd name="adj2" fmla="val 21456365"/>
              </a:avLst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65" name="Google Shape;265;p20"/>
            <p:cNvSpPr/>
            <p:nvPr/>
          </p:nvSpPr>
          <p:spPr>
            <a:xfrm>
              <a:off x="864588" y="3063258"/>
              <a:ext cx="613500" cy="613500"/>
            </a:xfrm>
            <a:prstGeom prst="pie">
              <a:avLst>
                <a:gd name="adj1" fmla="val 1689679"/>
                <a:gd name="adj2" fmla="val 6859043"/>
              </a:avLst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66" name="Google Shape;266;p20"/>
            <p:cNvCxnSpPr/>
            <p:nvPr/>
          </p:nvCxnSpPr>
          <p:spPr>
            <a:xfrm rot="10800000" flipH="1">
              <a:off x="633350" y="4540550"/>
              <a:ext cx="2493300" cy="1011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sp>
          <p:nvSpPr>
            <p:cNvPr id="267" name="Google Shape;267;p20"/>
            <p:cNvSpPr/>
            <p:nvPr/>
          </p:nvSpPr>
          <p:spPr>
            <a:xfrm rot="124976">
              <a:off x="2674085" y="3986044"/>
              <a:ext cx="850162" cy="850162"/>
            </a:xfrm>
            <a:prstGeom prst="pie">
              <a:avLst>
                <a:gd name="adj1" fmla="val 10489862"/>
                <a:gd name="adj2" fmla="val 12406520"/>
              </a:avLst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68" name="Google Shape;268;p20"/>
          <p:cNvGrpSpPr/>
          <p:nvPr/>
        </p:nvGrpSpPr>
        <p:grpSpPr>
          <a:xfrm rot="-10526218" flipH="1">
            <a:off x="2612804" y="8085143"/>
            <a:ext cx="1950639" cy="1077806"/>
            <a:chOff x="633338" y="3245650"/>
            <a:chExt cx="2906078" cy="1605724"/>
          </a:xfrm>
        </p:grpSpPr>
        <p:sp>
          <p:nvSpPr>
            <p:cNvPr id="269" name="Google Shape;269;p20"/>
            <p:cNvSpPr/>
            <p:nvPr/>
          </p:nvSpPr>
          <p:spPr>
            <a:xfrm>
              <a:off x="633338" y="3366000"/>
              <a:ext cx="2470775" cy="1167350"/>
            </a:xfrm>
            <a:custGeom>
              <a:rect l="l" t="t" r="r" b="b"/>
              <a:pathLst>
                <a:path w="98831" h="46694" extrusionOk="0">
                  <a:moveTo>
                    <a:pt x="21485" y="0"/>
                  </a:moveTo>
                  <a:lnTo>
                    <a:pt x="0" y="46694"/>
                  </a:lnTo>
                  <a:lnTo>
                    <a:pt x="98831" y="41824"/>
                  </a:lnTo>
                  <a:close/>
                </a:path>
              </a:pathLst>
            </a:cu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/>
          </p:txBody>
        </p:sp>
        <p:cxnSp>
          <p:nvCxnSpPr>
            <p:cNvPr id="270" name="Google Shape;270;p20"/>
            <p:cNvCxnSpPr/>
            <p:nvPr/>
          </p:nvCxnSpPr>
          <p:spPr>
            <a:xfrm>
              <a:off x="1243550" y="3245650"/>
              <a:ext cx="1955100" cy="10386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271" name="Google Shape;271;p20"/>
            <p:cNvCxnSpPr/>
            <p:nvPr/>
          </p:nvCxnSpPr>
          <p:spPr>
            <a:xfrm rot="10800000" flipH="1">
              <a:off x="633350" y="4540550"/>
              <a:ext cx="2493300" cy="1011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sp>
          <p:nvSpPr>
            <p:cNvPr id="272" name="Google Shape;272;p20"/>
            <p:cNvSpPr/>
            <p:nvPr/>
          </p:nvSpPr>
          <p:spPr>
            <a:xfrm rot="124976">
              <a:off x="2674085" y="3986044"/>
              <a:ext cx="850162" cy="850162"/>
            </a:xfrm>
            <a:prstGeom prst="pie">
              <a:avLst>
                <a:gd name="adj1" fmla="val 10489862"/>
                <a:gd name="adj2" fmla="val 12406520"/>
              </a:avLst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73" name="Google Shape;273;p20"/>
          <p:cNvGrpSpPr/>
          <p:nvPr/>
        </p:nvGrpSpPr>
        <p:grpSpPr>
          <a:xfrm rot="-1669949" flipH="1">
            <a:off x="4757869" y="7930288"/>
            <a:ext cx="1862968" cy="1189659"/>
            <a:chOff x="328754" y="3063258"/>
            <a:chExt cx="2775358" cy="1772296"/>
          </a:xfrm>
        </p:grpSpPr>
        <p:sp>
          <p:nvSpPr>
            <p:cNvPr id="274" name="Google Shape;274;p20"/>
            <p:cNvSpPr/>
            <p:nvPr/>
          </p:nvSpPr>
          <p:spPr>
            <a:xfrm>
              <a:off x="633338" y="3366000"/>
              <a:ext cx="2470775" cy="1167350"/>
            </a:xfrm>
            <a:custGeom>
              <a:rect l="l" t="t" r="r" b="b"/>
              <a:pathLst>
                <a:path w="98831" h="46694" extrusionOk="0">
                  <a:moveTo>
                    <a:pt x="21485" y="0"/>
                  </a:moveTo>
                  <a:lnTo>
                    <a:pt x="0" y="46694"/>
                  </a:lnTo>
                  <a:lnTo>
                    <a:pt x="98831" y="41824"/>
                  </a:lnTo>
                  <a:close/>
                </a:path>
              </a:pathLst>
            </a:cu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/>
          </p:txBody>
        </p:sp>
        <p:sp>
          <p:nvSpPr>
            <p:cNvPr id="275" name="Google Shape;275;p20"/>
            <p:cNvSpPr/>
            <p:nvPr/>
          </p:nvSpPr>
          <p:spPr>
            <a:xfrm>
              <a:off x="328754" y="4222054"/>
              <a:ext cx="613500" cy="613500"/>
            </a:xfrm>
            <a:prstGeom prst="pie">
              <a:avLst>
                <a:gd name="adj1" fmla="val 17679300"/>
                <a:gd name="adj2" fmla="val 21456365"/>
              </a:avLst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76" name="Google Shape;276;p20"/>
            <p:cNvSpPr/>
            <p:nvPr/>
          </p:nvSpPr>
          <p:spPr>
            <a:xfrm>
              <a:off x="864588" y="3063258"/>
              <a:ext cx="613500" cy="613500"/>
            </a:xfrm>
            <a:prstGeom prst="pie">
              <a:avLst>
                <a:gd name="adj1" fmla="val 1689679"/>
                <a:gd name="adj2" fmla="val 6859043"/>
              </a:avLst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77" name="Google Shape;277;p20"/>
          <p:cNvSpPr txBox="1"/>
          <p:nvPr/>
        </p:nvSpPr>
        <p:spPr>
          <a:xfrm>
            <a:off x="631455" y="6867856"/>
            <a:ext cx="528600" cy="2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8" name="Google Shape;278;p20"/>
          <p:cNvSpPr txBox="1"/>
          <p:nvPr/>
        </p:nvSpPr>
        <p:spPr>
          <a:xfrm>
            <a:off x="1334523" y="7542816"/>
            <a:ext cx="528600" cy="2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9.1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9" name="Google Shape;279;p20"/>
          <p:cNvSpPr txBox="1"/>
          <p:nvPr/>
        </p:nvSpPr>
        <p:spPr>
          <a:xfrm>
            <a:off x="945414" y="6500962"/>
            <a:ext cx="166800" cy="2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X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0" name="Google Shape;280;p20"/>
          <p:cNvSpPr txBox="1"/>
          <p:nvPr/>
        </p:nvSpPr>
        <p:spPr>
          <a:xfrm>
            <a:off x="534417" y="7423761"/>
            <a:ext cx="166800" cy="2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Y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1" name="Google Shape;281;p20"/>
          <p:cNvSpPr txBox="1"/>
          <p:nvPr/>
        </p:nvSpPr>
        <p:spPr>
          <a:xfrm>
            <a:off x="2349382" y="7313763"/>
            <a:ext cx="166800" cy="2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Z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2" name="Google Shape;282;p20"/>
          <p:cNvSpPr txBox="1"/>
          <p:nvPr/>
        </p:nvSpPr>
        <p:spPr>
          <a:xfrm>
            <a:off x="3643983" y="8400659"/>
            <a:ext cx="288600" cy="2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37°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3" name="Google Shape;283;p20"/>
          <p:cNvSpPr txBox="1"/>
          <p:nvPr/>
        </p:nvSpPr>
        <p:spPr>
          <a:xfrm>
            <a:off x="3279373" y="8034339"/>
            <a:ext cx="528600" cy="2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9.1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4" name="Google Shape;284;p20"/>
          <p:cNvSpPr txBox="1"/>
          <p:nvPr/>
        </p:nvSpPr>
        <p:spPr>
          <a:xfrm>
            <a:off x="3599821" y="8838842"/>
            <a:ext cx="256500" cy="2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7.5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5" name="Google Shape;285;p20"/>
          <p:cNvSpPr txBox="1"/>
          <p:nvPr/>
        </p:nvSpPr>
        <p:spPr>
          <a:xfrm>
            <a:off x="1254237" y="9115983"/>
            <a:ext cx="528600" cy="2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9.1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6" name="Google Shape;286;p20"/>
          <p:cNvSpPr txBox="1"/>
          <p:nvPr/>
        </p:nvSpPr>
        <p:spPr>
          <a:xfrm>
            <a:off x="1702737" y="8242245"/>
            <a:ext cx="528600" cy="2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7.5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7" name="Google Shape;287;p20"/>
          <p:cNvSpPr txBox="1"/>
          <p:nvPr/>
        </p:nvSpPr>
        <p:spPr>
          <a:xfrm>
            <a:off x="605013" y="8430924"/>
            <a:ext cx="528600" cy="2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8" name="Google Shape;288;p20"/>
          <p:cNvSpPr txBox="1"/>
          <p:nvPr/>
        </p:nvSpPr>
        <p:spPr>
          <a:xfrm>
            <a:off x="4490884" y="7051825"/>
            <a:ext cx="528600" cy="2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9" name="Google Shape;289;p20"/>
          <p:cNvSpPr txBox="1"/>
          <p:nvPr/>
        </p:nvSpPr>
        <p:spPr>
          <a:xfrm>
            <a:off x="3979112" y="6848836"/>
            <a:ext cx="288600" cy="2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91°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0" name="Google Shape;290;p20"/>
          <p:cNvSpPr txBox="1"/>
          <p:nvPr/>
        </p:nvSpPr>
        <p:spPr>
          <a:xfrm>
            <a:off x="4013851" y="7200575"/>
            <a:ext cx="344700" cy="2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52°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1" name="Google Shape;291;p20"/>
          <p:cNvSpPr txBox="1"/>
          <p:nvPr/>
        </p:nvSpPr>
        <p:spPr>
          <a:xfrm>
            <a:off x="5418251" y="7256852"/>
            <a:ext cx="288600" cy="2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91°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2" name="Google Shape;292;p20"/>
          <p:cNvSpPr txBox="1"/>
          <p:nvPr/>
        </p:nvSpPr>
        <p:spPr>
          <a:xfrm>
            <a:off x="5151751" y="7075125"/>
            <a:ext cx="313800" cy="2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52°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3" name="Google Shape;293;p20"/>
          <p:cNvSpPr txBox="1"/>
          <p:nvPr/>
        </p:nvSpPr>
        <p:spPr>
          <a:xfrm>
            <a:off x="5357929" y="6459893"/>
            <a:ext cx="528600" cy="2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7.5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4" name="Google Shape;294;p20"/>
          <p:cNvSpPr txBox="1"/>
          <p:nvPr/>
        </p:nvSpPr>
        <p:spPr>
          <a:xfrm>
            <a:off x="5767768" y="8199750"/>
            <a:ext cx="288600" cy="2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91°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5" name="Google Shape;295;p20"/>
          <p:cNvSpPr txBox="1"/>
          <p:nvPr/>
        </p:nvSpPr>
        <p:spPr>
          <a:xfrm>
            <a:off x="6002786" y="8400650"/>
            <a:ext cx="344700" cy="2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52°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6" name="Google Shape;296;p20"/>
          <p:cNvSpPr txBox="1"/>
          <p:nvPr/>
        </p:nvSpPr>
        <p:spPr>
          <a:xfrm>
            <a:off x="2573053" y="6656001"/>
            <a:ext cx="528600" cy="2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7" name="Google Shape;297;p20"/>
          <p:cNvSpPr txBox="1"/>
          <p:nvPr/>
        </p:nvSpPr>
        <p:spPr>
          <a:xfrm>
            <a:off x="4651699" y="6643576"/>
            <a:ext cx="528600" cy="2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8" name="Google Shape;298;p20"/>
          <p:cNvSpPr txBox="1"/>
          <p:nvPr/>
        </p:nvSpPr>
        <p:spPr>
          <a:xfrm>
            <a:off x="507976" y="8199744"/>
            <a:ext cx="528600" cy="2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9" name="Google Shape;299;p20"/>
          <p:cNvSpPr txBox="1"/>
          <p:nvPr/>
        </p:nvSpPr>
        <p:spPr>
          <a:xfrm>
            <a:off x="2341743" y="8199744"/>
            <a:ext cx="528600" cy="2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 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0" name="Google Shape;300;p20"/>
          <p:cNvSpPr txBox="1"/>
          <p:nvPr/>
        </p:nvSpPr>
        <p:spPr>
          <a:xfrm>
            <a:off x="4646971" y="8204713"/>
            <a:ext cx="528600" cy="2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e) 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01" name="Google Shape;301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09117" y="7210803"/>
            <a:ext cx="285821" cy="302494"/>
          </a:xfrm>
          <a:prstGeom prst="rect">
            <a:avLst/>
          </a:prstGeom>
          <a:noFill/>
          <a:ln>
            <a:noFill/>
          </a:ln>
        </p:spPr>
      </p:pic>
      <p:pic>
        <p:nvPicPr>
          <p:cNvPr id="302" name="Google Shape;302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72665" y="6858123"/>
            <a:ext cx="285821" cy="30297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3" name="Google Shape;303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41197" y="8426019"/>
            <a:ext cx="285821" cy="30297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4" name="Google Shape;304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80525" y="8728988"/>
            <a:ext cx="285821" cy="302494"/>
          </a:xfrm>
          <a:prstGeom prst="rect">
            <a:avLst/>
          </a:prstGeom>
          <a:noFill/>
          <a:ln>
            <a:noFill/>
          </a:ln>
        </p:spPr>
      </p:pic>
      <p:pic>
        <p:nvPicPr>
          <p:cNvPr id="305" name="Google Shape;305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45474" y="9077874"/>
            <a:ext cx="285821" cy="302494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p20"/>
          <p:cNvSpPr txBox="1"/>
          <p:nvPr/>
        </p:nvSpPr>
        <p:spPr>
          <a:xfrm>
            <a:off x="3449749" y="6778138"/>
            <a:ext cx="406500" cy="2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ASA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07" name="Google Shape;307;p20"/>
          <p:cNvSpPr txBox="1"/>
          <p:nvPr/>
        </p:nvSpPr>
        <p:spPr>
          <a:xfrm>
            <a:off x="1128624" y="8626930"/>
            <a:ext cx="406500" cy="2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SSS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08" name="Google Shape;308;p20"/>
          <p:cNvSpPr txBox="1"/>
          <p:nvPr/>
        </p:nvSpPr>
        <p:spPr>
          <a:xfrm>
            <a:off x="3043320" y="8430933"/>
            <a:ext cx="406500" cy="2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SAS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09" name="Google Shape;309;p20"/>
          <p:cNvSpPr txBox="1"/>
          <p:nvPr/>
        </p:nvSpPr>
        <p:spPr>
          <a:xfrm rot="-1474316">
            <a:off x="4821365" y="8806361"/>
            <a:ext cx="1967365" cy="331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not enough information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        to tell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10" name="Google Shape;310;p20"/>
          <p:cNvSpPr txBox="1"/>
          <p:nvPr/>
        </p:nvSpPr>
        <p:spPr>
          <a:xfrm rot="-3324656">
            <a:off x="5457046" y="6396942"/>
            <a:ext cx="1967459" cy="3318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incongruent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314" name="Shape 314"/>
        <p:cNvGrpSpPr/>
        <p:nvPr/>
      </p:nvGrpSpPr>
      <p:grpSpPr>
        <a:xfrm>
          <a:off x="0" y="0"/>
          <a:ext cx="0" cy="0"/>
        </a:xfrm>
      </p:grpSpPr>
      <p:sp>
        <p:nvSpPr>
          <p:cNvPr id="315" name="Google Shape;315;p21"/>
          <p:cNvSpPr/>
          <p:nvPr/>
        </p:nvSpPr>
        <p:spPr>
          <a:xfrm>
            <a:off x="497736" y="1215100"/>
            <a:ext cx="2403300" cy="998400"/>
          </a:xfrm>
          <a:prstGeom prst="roundRect">
            <a:avLst>
              <a:gd name="adj" fmla="val 16667"/>
            </a:avLst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6" name="Google Shape;316;p2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2</a:t>
            </a:fld>
            <a:endParaRPr/>
          </a:p>
        </p:txBody>
      </p:sp>
      <p:sp>
        <p:nvSpPr>
          <p:cNvPr id="317" name="Google Shape;317;p21"/>
          <p:cNvSpPr txBox="1"/>
          <p:nvPr>
            <p:ph type="subTitle" idx="1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Applying the criteria for congruence</a:t>
            </a:r>
            <a:endParaRPr/>
          </a:p>
        </p:txBody>
      </p:sp>
      <p:sp>
        <p:nvSpPr>
          <p:cNvPr id="318" name="Google Shape;318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v2.3</a:t>
            </a:r>
            <a:endParaRPr sz="1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9" name="Google Shape;319;p21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Mathematics in Education and Industry.</a:t>
            </a:r>
            <a:endParaRPr/>
          </a:p>
        </p:txBody>
      </p:sp>
      <p:sp>
        <p:nvSpPr>
          <p:cNvPr id="320" name="Google Shape;320;p21"/>
          <p:cNvSpPr txBox="1"/>
          <p:nvPr/>
        </p:nvSpPr>
        <p:spPr>
          <a:xfrm>
            <a:off x="476400" y="704866"/>
            <a:ext cx="6311100" cy="4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Decide which of the triangles are congruent to triangle ABC. State the criteria that proves it. All edges are in centimetres.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1" name="Google Shape;321;p21"/>
          <p:cNvSpPr/>
          <p:nvPr/>
        </p:nvSpPr>
        <p:spPr>
          <a:xfrm>
            <a:off x="797672" y="1460986"/>
            <a:ext cx="1874100" cy="457500"/>
          </a:xfrm>
          <a:prstGeom prst="rtTriangle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22" name="Google Shape;322;p21"/>
          <p:cNvCxnSpPr/>
          <p:nvPr/>
        </p:nvCxnSpPr>
        <p:spPr>
          <a:xfrm>
            <a:off x="803877" y="1987079"/>
            <a:ext cx="18618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323" name="Google Shape;323;p21"/>
          <p:cNvCxnSpPr/>
          <p:nvPr/>
        </p:nvCxnSpPr>
        <p:spPr>
          <a:xfrm flipH="1">
            <a:off x="712154" y="1460986"/>
            <a:ext cx="0" cy="4635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324" name="Google Shape;324;p21"/>
          <p:cNvSpPr/>
          <p:nvPr/>
        </p:nvSpPr>
        <p:spPr>
          <a:xfrm>
            <a:off x="797672" y="1809777"/>
            <a:ext cx="107100" cy="1071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5" name="Google Shape;325;p21"/>
          <p:cNvSpPr/>
          <p:nvPr/>
        </p:nvSpPr>
        <p:spPr>
          <a:xfrm>
            <a:off x="1967669" y="1227053"/>
            <a:ext cx="1378200" cy="1378200"/>
          </a:xfrm>
          <a:prstGeom prst="pie">
            <a:avLst>
              <a:gd name="adj1" fmla="val 10793649"/>
              <a:gd name="adj2" fmla="val 11624398"/>
            </a:avLst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26" name="Google Shape;326;p21"/>
          <p:cNvCxnSpPr/>
          <p:nvPr/>
        </p:nvCxnSpPr>
        <p:spPr>
          <a:xfrm>
            <a:off x="803628" y="1394966"/>
            <a:ext cx="1880400" cy="4377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327" name="Google Shape;327;p21"/>
          <p:cNvSpPr txBox="1"/>
          <p:nvPr/>
        </p:nvSpPr>
        <p:spPr>
          <a:xfrm>
            <a:off x="1661298" y="1706489"/>
            <a:ext cx="306300" cy="24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23°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8" name="Google Shape;328;p21"/>
          <p:cNvSpPr txBox="1"/>
          <p:nvPr/>
        </p:nvSpPr>
        <p:spPr>
          <a:xfrm>
            <a:off x="1552376" y="1367539"/>
            <a:ext cx="263100" cy="24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13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9" name="Google Shape;329;p21"/>
          <p:cNvSpPr txBox="1"/>
          <p:nvPr/>
        </p:nvSpPr>
        <p:spPr>
          <a:xfrm>
            <a:off x="527577" y="1569583"/>
            <a:ext cx="210300" cy="24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0" name="Google Shape;330;p21"/>
          <p:cNvSpPr txBox="1"/>
          <p:nvPr/>
        </p:nvSpPr>
        <p:spPr>
          <a:xfrm flipH="1">
            <a:off x="1552375" y="1973327"/>
            <a:ext cx="210300" cy="24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12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1" name="Google Shape;331;p21"/>
          <p:cNvSpPr txBox="1"/>
          <p:nvPr/>
        </p:nvSpPr>
        <p:spPr>
          <a:xfrm>
            <a:off x="651728" y="1266162"/>
            <a:ext cx="177000" cy="24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2" name="Google Shape;332;p21"/>
          <p:cNvSpPr txBox="1"/>
          <p:nvPr/>
        </p:nvSpPr>
        <p:spPr>
          <a:xfrm>
            <a:off x="651728" y="1916883"/>
            <a:ext cx="177000" cy="24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3" name="Google Shape;333;p21"/>
          <p:cNvSpPr txBox="1"/>
          <p:nvPr/>
        </p:nvSpPr>
        <p:spPr>
          <a:xfrm>
            <a:off x="2724194" y="1796124"/>
            <a:ext cx="177000" cy="24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334" name="Google Shape;334;p21"/>
          <p:cNvGrpSpPr/>
          <p:nvPr/>
        </p:nvGrpSpPr>
        <p:grpSpPr>
          <a:xfrm rot="1542732">
            <a:off x="776295" y="2772487"/>
            <a:ext cx="1886578" cy="592147"/>
            <a:chOff x="1124350" y="3336475"/>
            <a:chExt cx="2462375" cy="772875"/>
          </a:xfrm>
        </p:grpSpPr>
        <p:sp>
          <p:nvSpPr>
            <p:cNvPr id="335" name="Google Shape;335;p21"/>
            <p:cNvSpPr/>
            <p:nvPr/>
          </p:nvSpPr>
          <p:spPr>
            <a:xfrm>
              <a:off x="1124350" y="3422650"/>
              <a:ext cx="2446200" cy="597000"/>
            </a:xfrm>
            <a:prstGeom prst="rtTriangle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36" name="Google Shape;336;p21"/>
            <p:cNvCxnSpPr/>
            <p:nvPr/>
          </p:nvCxnSpPr>
          <p:spPr>
            <a:xfrm>
              <a:off x="1132450" y="4109350"/>
              <a:ext cx="24300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sp>
          <p:nvSpPr>
            <p:cNvPr id="337" name="Google Shape;337;p21"/>
            <p:cNvSpPr/>
            <p:nvPr/>
          </p:nvSpPr>
          <p:spPr>
            <a:xfrm>
              <a:off x="1124350" y="3877921"/>
              <a:ext cx="139800" cy="139800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38" name="Google Shape;338;p21"/>
            <p:cNvCxnSpPr/>
            <p:nvPr/>
          </p:nvCxnSpPr>
          <p:spPr>
            <a:xfrm>
              <a:off x="1132125" y="3336475"/>
              <a:ext cx="2454600" cy="5715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</p:grpSp>
      <p:grpSp>
        <p:nvGrpSpPr>
          <p:cNvPr id="339" name="Google Shape;339;p21"/>
          <p:cNvGrpSpPr/>
          <p:nvPr/>
        </p:nvGrpSpPr>
        <p:grpSpPr>
          <a:xfrm flipH="1">
            <a:off x="4426053" y="1092578"/>
            <a:ext cx="1971941" cy="529586"/>
            <a:chOff x="1012725" y="3336475"/>
            <a:chExt cx="2574000" cy="691275"/>
          </a:xfrm>
        </p:grpSpPr>
        <p:sp>
          <p:nvSpPr>
            <p:cNvPr id="340" name="Google Shape;340;p21"/>
            <p:cNvSpPr/>
            <p:nvPr/>
          </p:nvSpPr>
          <p:spPr>
            <a:xfrm>
              <a:off x="1124350" y="3422650"/>
              <a:ext cx="2446200" cy="597000"/>
            </a:xfrm>
            <a:prstGeom prst="rtTriangle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41" name="Google Shape;341;p21"/>
            <p:cNvCxnSpPr/>
            <p:nvPr/>
          </p:nvCxnSpPr>
          <p:spPr>
            <a:xfrm flipH="1">
              <a:off x="1012725" y="3422650"/>
              <a:ext cx="0" cy="6051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sp>
          <p:nvSpPr>
            <p:cNvPr id="342" name="Google Shape;342;p21"/>
            <p:cNvSpPr/>
            <p:nvPr/>
          </p:nvSpPr>
          <p:spPr>
            <a:xfrm>
              <a:off x="1124350" y="3877921"/>
              <a:ext cx="139800" cy="139800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43" name="Google Shape;343;p21"/>
            <p:cNvCxnSpPr/>
            <p:nvPr/>
          </p:nvCxnSpPr>
          <p:spPr>
            <a:xfrm>
              <a:off x="1132125" y="3336475"/>
              <a:ext cx="2454600" cy="5715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</p:grpSp>
      <p:grpSp>
        <p:nvGrpSpPr>
          <p:cNvPr id="344" name="Google Shape;344;p21"/>
          <p:cNvGrpSpPr/>
          <p:nvPr/>
        </p:nvGrpSpPr>
        <p:grpSpPr>
          <a:xfrm rot="-5400000">
            <a:off x="5061146" y="1785400"/>
            <a:ext cx="2683232" cy="1378291"/>
            <a:chOff x="948168" y="3117302"/>
            <a:chExt cx="3502457" cy="1799100"/>
          </a:xfrm>
        </p:grpSpPr>
        <p:sp>
          <p:nvSpPr>
            <p:cNvPr id="345" name="Google Shape;345;p21"/>
            <p:cNvSpPr/>
            <p:nvPr/>
          </p:nvSpPr>
          <p:spPr>
            <a:xfrm>
              <a:off x="1124350" y="3422650"/>
              <a:ext cx="2446200" cy="597000"/>
            </a:xfrm>
            <a:prstGeom prst="rtTriangle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46" name="Google Shape;346;p21"/>
            <p:cNvSpPr/>
            <p:nvPr/>
          </p:nvSpPr>
          <p:spPr>
            <a:xfrm>
              <a:off x="2651525" y="3117302"/>
              <a:ext cx="1799100" cy="1799100"/>
            </a:xfrm>
            <a:prstGeom prst="pie">
              <a:avLst>
                <a:gd name="adj1" fmla="val 10793649"/>
                <a:gd name="adj2" fmla="val 11624398"/>
              </a:avLst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47" name="Google Shape;347;p21"/>
            <p:cNvCxnSpPr/>
            <p:nvPr/>
          </p:nvCxnSpPr>
          <p:spPr>
            <a:xfrm>
              <a:off x="1132125" y="3336475"/>
              <a:ext cx="2454600" cy="5715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sp>
          <p:nvSpPr>
            <p:cNvPr id="348" name="Google Shape;348;p21"/>
            <p:cNvSpPr/>
            <p:nvPr/>
          </p:nvSpPr>
          <p:spPr>
            <a:xfrm>
              <a:off x="948168" y="3246953"/>
              <a:ext cx="356400" cy="356400"/>
            </a:xfrm>
            <a:prstGeom prst="pie">
              <a:avLst>
                <a:gd name="adj1" fmla="val 764394"/>
                <a:gd name="adj2" fmla="val 5398864"/>
              </a:avLst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49" name="Google Shape;349;p21"/>
          <p:cNvGrpSpPr/>
          <p:nvPr/>
        </p:nvGrpSpPr>
        <p:grpSpPr>
          <a:xfrm rot="10800000">
            <a:off x="1311063" y="1832884"/>
            <a:ext cx="2683232" cy="1378291"/>
            <a:chOff x="948168" y="3117302"/>
            <a:chExt cx="3502457" cy="1799100"/>
          </a:xfrm>
        </p:grpSpPr>
        <p:sp>
          <p:nvSpPr>
            <p:cNvPr id="350" name="Google Shape;350;p21"/>
            <p:cNvSpPr/>
            <p:nvPr/>
          </p:nvSpPr>
          <p:spPr>
            <a:xfrm>
              <a:off x="1124350" y="3422650"/>
              <a:ext cx="2446200" cy="597000"/>
            </a:xfrm>
            <a:prstGeom prst="rtTriangle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51" name="Google Shape;351;p21"/>
            <p:cNvCxnSpPr/>
            <p:nvPr/>
          </p:nvCxnSpPr>
          <p:spPr>
            <a:xfrm>
              <a:off x="1132450" y="4109350"/>
              <a:ext cx="24300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sp>
          <p:nvSpPr>
            <p:cNvPr id="352" name="Google Shape;352;p21"/>
            <p:cNvSpPr/>
            <p:nvPr/>
          </p:nvSpPr>
          <p:spPr>
            <a:xfrm>
              <a:off x="2651525" y="3117302"/>
              <a:ext cx="1799100" cy="1799100"/>
            </a:xfrm>
            <a:prstGeom prst="pie">
              <a:avLst>
                <a:gd name="adj1" fmla="val 10793649"/>
                <a:gd name="adj2" fmla="val 11624398"/>
              </a:avLst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53" name="Google Shape;353;p21"/>
            <p:cNvSpPr/>
            <p:nvPr/>
          </p:nvSpPr>
          <p:spPr>
            <a:xfrm>
              <a:off x="948168" y="3246953"/>
              <a:ext cx="356400" cy="356400"/>
            </a:xfrm>
            <a:prstGeom prst="pie">
              <a:avLst>
                <a:gd name="adj1" fmla="val 764394"/>
                <a:gd name="adj2" fmla="val 5398864"/>
              </a:avLst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54" name="Google Shape;354;p21"/>
          <p:cNvGrpSpPr/>
          <p:nvPr/>
        </p:nvGrpSpPr>
        <p:grpSpPr>
          <a:xfrm rot="9660555" flipH="1">
            <a:off x="3921699" y="2994727"/>
            <a:ext cx="2009001" cy="660681"/>
            <a:chOff x="948168" y="3246953"/>
            <a:chExt cx="2622382" cy="862397"/>
          </a:xfrm>
        </p:grpSpPr>
        <p:sp>
          <p:nvSpPr>
            <p:cNvPr id="355" name="Google Shape;355;p21"/>
            <p:cNvSpPr/>
            <p:nvPr/>
          </p:nvSpPr>
          <p:spPr>
            <a:xfrm>
              <a:off x="1124350" y="3422650"/>
              <a:ext cx="2446200" cy="597000"/>
            </a:xfrm>
            <a:prstGeom prst="rtTriangle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56" name="Google Shape;356;p21"/>
            <p:cNvCxnSpPr/>
            <p:nvPr/>
          </p:nvCxnSpPr>
          <p:spPr>
            <a:xfrm>
              <a:off x="1132450" y="4109350"/>
              <a:ext cx="24300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357" name="Google Shape;357;p21"/>
            <p:cNvCxnSpPr/>
            <p:nvPr/>
          </p:nvCxnSpPr>
          <p:spPr>
            <a:xfrm flipH="1">
              <a:off x="1012725" y="3422650"/>
              <a:ext cx="0" cy="6051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sp>
          <p:nvSpPr>
            <p:cNvPr id="358" name="Google Shape;358;p21"/>
            <p:cNvSpPr/>
            <p:nvPr/>
          </p:nvSpPr>
          <p:spPr>
            <a:xfrm>
              <a:off x="1124350" y="3877921"/>
              <a:ext cx="139800" cy="139800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59" name="Google Shape;359;p21"/>
            <p:cNvSpPr/>
            <p:nvPr/>
          </p:nvSpPr>
          <p:spPr>
            <a:xfrm>
              <a:off x="948168" y="3246953"/>
              <a:ext cx="356400" cy="356400"/>
            </a:xfrm>
            <a:prstGeom prst="pie">
              <a:avLst>
                <a:gd name="adj1" fmla="val 764394"/>
                <a:gd name="adj2" fmla="val 5398864"/>
              </a:avLst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60" name="Google Shape;360;p21"/>
          <p:cNvGrpSpPr/>
          <p:nvPr/>
        </p:nvGrpSpPr>
        <p:grpSpPr>
          <a:xfrm rot="-9660555">
            <a:off x="3015222" y="1738506"/>
            <a:ext cx="1971936" cy="592098"/>
            <a:chOff x="1012725" y="3336475"/>
            <a:chExt cx="2574000" cy="772875"/>
          </a:xfrm>
        </p:grpSpPr>
        <p:sp>
          <p:nvSpPr>
            <p:cNvPr id="361" name="Google Shape;361;p21"/>
            <p:cNvSpPr/>
            <p:nvPr/>
          </p:nvSpPr>
          <p:spPr>
            <a:xfrm>
              <a:off x="1124350" y="3422650"/>
              <a:ext cx="2446200" cy="597000"/>
            </a:xfrm>
            <a:prstGeom prst="rtTriangle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62" name="Google Shape;362;p21"/>
            <p:cNvCxnSpPr/>
            <p:nvPr/>
          </p:nvCxnSpPr>
          <p:spPr>
            <a:xfrm>
              <a:off x="1132450" y="4109350"/>
              <a:ext cx="24300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363" name="Google Shape;363;p21"/>
            <p:cNvCxnSpPr/>
            <p:nvPr/>
          </p:nvCxnSpPr>
          <p:spPr>
            <a:xfrm flipH="1">
              <a:off x="1012725" y="3422650"/>
              <a:ext cx="0" cy="6051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364" name="Google Shape;364;p21"/>
            <p:cNvCxnSpPr/>
            <p:nvPr/>
          </p:nvCxnSpPr>
          <p:spPr>
            <a:xfrm>
              <a:off x="1132125" y="3336475"/>
              <a:ext cx="2454600" cy="5715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</p:grpSp>
      <p:sp>
        <p:nvSpPr>
          <p:cNvPr id="365" name="Google Shape;365;p21"/>
          <p:cNvSpPr txBox="1"/>
          <p:nvPr/>
        </p:nvSpPr>
        <p:spPr>
          <a:xfrm>
            <a:off x="3726123" y="2071581"/>
            <a:ext cx="263100" cy="24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13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6" name="Google Shape;366;p21"/>
          <p:cNvSpPr txBox="1"/>
          <p:nvPr/>
        </p:nvSpPr>
        <p:spPr>
          <a:xfrm>
            <a:off x="3994283" y="1537789"/>
            <a:ext cx="263100" cy="24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12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7" name="Google Shape;367;p21"/>
          <p:cNvSpPr txBox="1"/>
          <p:nvPr/>
        </p:nvSpPr>
        <p:spPr>
          <a:xfrm>
            <a:off x="4974207" y="2303045"/>
            <a:ext cx="263100" cy="24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8" name="Google Shape;368;p21"/>
          <p:cNvSpPr txBox="1"/>
          <p:nvPr/>
        </p:nvSpPr>
        <p:spPr>
          <a:xfrm>
            <a:off x="1674648" y="2702384"/>
            <a:ext cx="263100" cy="24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13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9" name="Google Shape;369;p21"/>
          <p:cNvSpPr txBox="1"/>
          <p:nvPr/>
        </p:nvSpPr>
        <p:spPr>
          <a:xfrm>
            <a:off x="1255773" y="3265614"/>
            <a:ext cx="263100" cy="24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12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0" name="Google Shape;370;p21"/>
          <p:cNvSpPr txBox="1"/>
          <p:nvPr/>
        </p:nvSpPr>
        <p:spPr>
          <a:xfrm>
            <a:off x="2840681" y="2253305"/>
            <a:ext cx="263100" cy="24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13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1" name="Google Shape;371;p21"/>
          <p:cNvSpPr txBox="1"/>
          <p:nvPr/>
        </p:nvSpPr>
        <p:spPr>
          <a:xfrm>
            <a:off x="2733424" y="2513353"/>
            <a:ext cx="306300" cy="24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23°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2" name="Google Shape;372;p21"/>
          <p:cNvSpPr txBox="1"/>
          <p:nvPr/>
        </p:nvSpPr>
        <p:spPr>
          <a:xfrm>
            <a:off x="3569805" y="2686242"/>
            <a:ext cx="306300" cy="24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67°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3" name="Google Shape;373;p21"/>
          <p:cNvSpPr txBox="1"/>
          <p:nvPr/>
        </p:nvSpPr>
        <p:spPr>
          <a:xfrm>
            <a:off x="6447434" y="1266162"/>
            <a:ext cx="210300" cy="24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4" name="Google Shape;374;p21"/>
          <p:cNvSpPr txBox="1"/>
          <p:nvPr/>
        </p:nvSpPr>
        <p:spPr>
          <a:xfrm>
            <a:off x="5279601" y="1054062"/>
            <a:ext cx="263100" cy="24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13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5" name="Google Shape;375;p21"/>
          <p:cNvSpPr txBox="1"/>
          <p:nvPr/>
        </p:nvSpPr>
        <p:spPr>
          <a:xfrm>
            <a:off x="6447434" y="2155135"/>
            <a:ext cx="306300" cy="24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23°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6" name="Google Shape;376;p21"/>
          <p:cNvSpPr txBox="1"/>
          <p:nvPr/>
        </p:nvSpPr>
        <p:spPr>
          <a:xfrm>
            <a:off x="6032921" y="3403617"/>
            <a:ext cx="306300" cy="24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67°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7" name="Google Shape;377;p21"/>
          <p:cNvSpPr txBox="1"/>
          <p:nvPr/>
        </p:nvSpPr>
        <p:spPr>
          <a:xfrm>
            <a:off x="5855448" y="2810349"/>
            <a:ext cx="263100" cy="24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13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78" name="Google Shape;378;p21"/>
          <p:cNvCxnSpPr/>
          <p:nvPr/>
        </p:nvCxnSpPr>
        <p:spPr>
          <a:xfrm>
            <a:off x="6374729" y="2132718"/>
            <a:ext cx="84000" cy="618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79" name="Google Shape;379;p21"/>
          <p:cNvSpPr txBox="1"/>
          <p:nvPr/>
        </p:nvSpPr>
        <p:spPr>
          <a:xfrm>
            <a:off x="4155825" y="3470991"/>
            <a:ext cx="306300" cy="24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67°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0" name="Google Shape;380;p21"/>
          <p:cNvSpPr txBox="1"/>
          <p:nvPr/>
        </p:nvSpPr>
        <p:spPr>
          <a:xfrm>
            <a:off x="3823956" y="3546205"/>
            <a:ext cx="210300" cy="24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1" name="Google Shape;381;p21"/>
          <p:cNvSpPr txBox="1"/>
          <p:nvPr/>
        </p:nvSpPr>
        <p:spPr>
          <a:xfrm flipH="1">
            <a:off x="4631397" y="2810349"/>
            <a:ext cx="210300" cy="24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12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2" name="Google Shape;382;p21"/>
          <p:cNvSpPr txBox="1"/>
          <p:nvPr/>
        </p:nvSpPr>
        <p:spPr>
          <a:xfrm>
            <a:off x="2957710" y="1229957"/>
            <a:ext cx="561000" cy="24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3" name="Google Shape;383;p21"/>
          <p:cNvSpPr txBox="1"/>
          <p:nvPr/>
        </p:nvSpPr>
        <p:spPr>
          <a:xfrm>
            <a:off x="4306510" y="1229957"/>
            <a:ext cx="561000" cy="24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4" name="Google Shape;384;p21"/>
          <p:cNvSpPr txBox="1"/>
          <p:nvPr/>
        </p:nvSpPr>
        <p:spPr>
          <a:xfrm>
            <a:off x="527342" y="2401868"/>
            <a:ext cx="561000" cy="24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5" name="Google Shape;385;p21"/>
          <p:cNvSpPr txBox="1"/>
          <p:nvPr/>
        </p:nvSpPr>
        <p:spPr>
          <a:xfrm>
            <a:off x="1749857" y="2303038"/>
            <a:ext cx="561000" cy="24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6" name="Google Shape;386;p21"/>
          <p:cNvSpPr txBox="1"/>
          <p:nvPr/>
        </p:nvSpPr>
        <p:spPr>
          <a:xfrm>
            <a:off x="3609725" y="3110239"/>
            <a:ext cx="561000" cy="24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e)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7" name="Google Shape;387;p21"/>
          <p:cNvSpPr txBox="1"/>
          <p:nvPr/>
        </p:nvSpPr>
        <p:spPr>
          <a:xfrm>
            <a:off x="5859337" y="1946296"/>
            <a:ext cx="561000" cy="24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f)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88" name="Google Shape;388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74569" y="1225711"/>
            <a:ext cx="303383" cy="32108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9" name="Google Shape;389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53095" y="2663976"/>
            <a:ext cx="303383" cy="321586"/>
          </a:xfrm>
          <a:prstGeom prst="rect">
            <a:avLst/>
          </a:prstGeom>
          <a:noFill/>
          <a:ln>
            <a:noFill/>
          </a:ln>
        </p:spPr>
      </p:pic>
      <p:sp>
        <p:nvSpPr>
          <p:cNvPr id="390" name="Google Shape;390;p21"/>
          <p:cNvSpPr txBox="1"/>
          <p:nvPr/>
        </p:nvSpPr>
        <p:spPr>
          <a:xfrm>
            <a:off x="4386969" y="2071581"/>
            <a:ext cx="431400" cy="24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SSS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391" name="Google Shape;391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31399" y="1062068"/>
            <a:ext cx="303383" cy="321080"/>
          </a:xfrm>
          <a:prstGeom prst="rect">
            <a:avLst/>
          </a:prstGeom>
          <a:noFill/>
          <a:ln>
            <a:noFill/>
          </a:ln>
        </p:spPr>
      </p:pic>
      <p:sp>
        <p:nvSpPr>
          <p:cNvPr id="392" name="Google Shape;392;p21"/>
          <p:cNvSpPr txBox="1"/>
          <p:nvPr/>
        </p:nvSpPr>
        <p:spPr>
          <a:xfrm>
            <a:off x="5764278" y="1329395"/>
            <a:ext cx="431400" cy="24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RHS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393" name="Google Shape;393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7678" y="3105170"/>
            <a:ext cx="303383" cy="321080"/>
          </a:xfrm>
          <a:prstGeom prst="rect">
            <a:avLst/>
          </a:prstGeom>
          <a:noFill/>
          <a:ln>
            <a:noFill/>
          </a:ln>
        </p:spPr>
      </p:pic>
      <p:sp>
        <p:nvSpPr>
          <p:cNvPr id="394" name="Google Shape;394;p21"/>
          <p:cNvSpPr txBox="1"/>
          <p:nvPr/>
        </p:nvSpPr>
        <p:spPr>
          <a:xfrm>
            <a:off x="992948" y="2753512"/>
            <a:ext cx="431400" cy="24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RHS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395" name="Google Shape;395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83761" y="3430540"/>
            <a:ext cx="303383" cy="321080"/>
          </a:xfrm>
          <a:prstGeom prst="rect">
            <a:avLst/>
          </a:prstGeom>
          <a:noFill/>
          <a:ln>
            <a:noFill/>
          </a:ln>
        </p:spPr>
      </p:pic>
      <p:sp>
        <p:nvSpPr>
          <p:cNvPr id="396" name="Google Shape;396;p21"/>
          <p:cNvSpPr txBox="1"/>
          <p:nvPr/>
        </p:nvSpPr>
        <p:spPr>
          <a:xfrm>
            <a:off x="4893157" y="3265614"/>
            <a:ext cx="708900" cy="24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ASA or AAS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397" name="Google Shape;397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45994" y="3257895"/>
            <a:ext cx="303383" cy="321080"/>
          </a:xfrm>
          <a:prstGeom prst="rect">
            <a:avLst/>
          </a:prstGeom>
          <a:noFill/>
          <a:ln>
            <a:noFill/>
          </a:ln>
        </p:spPr>
      </p:pic>
      <p:sp>
        <p:nvSpPr>
          <p:cNvPr id="398" name="Google Shape;398;p21"/>
          <p:cNvSpPr txBox="1"/>
          <p:nvPr/>
        </p:nvSpPr>
        <p:spPr>
          <a:xfrm>
            <a:off x="6063230" y="3160838"/>
            <a:ext cx="431400" cy="24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ASA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99" name="Google Shape;399;p21"/>
          <p:cNvSpPr txBox="1"/>
          <p:nvPr/>
        </p:nvSpPr>
        <p:spPr>
          <a:xfrm rot="869453">
            <a:off x="2126605" y="2657000"/>
            <a:ext cx="1329598" cy="3523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incongruent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400" name="Google Shape;400;p21"/>
          <p:cNvCxnSpPr/>
          <p:nvPr/>
        </p:nvCxnSpPr>
        <p:spPr>
          <a:xfrm>
            <a:off x="480775" y="4091214"/>
            <a:ext cx="6613200" cy="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01" name="Google Shape;401;p21"/>
          <p:cNvSpPr txBox="1"/>
          <p:nvPr/>
        </p:nvSpPr>
        <p:spPr>
          <a:xfrm>
            <a:off x="484525" y="4152900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Task C: Hidden congruence</a:t>
            </a:r>
            <a:endParaRPr b="1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2" name="Google Shape;402;p21"/>
          <p:cNvSpPr/>
          <p:nvPr/>
        </p:nvSpPr>
        <p:spPr>
          <a:xfrm>
            <a:off x="1041797" y="5314163"/>
            <a:ext cx="1094100" cy="1094100"/>
          </a:xfrm>
          <a:prstGeom prst="octagon">
            <a:avLst>
              <a:gd name="adj" fmla="val 29289"/>
            </a:avLst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3" name="Google Shape;403;p21"/>
          <p:cNvSpPr txBox="1"/>
          <p:nvPr/>
        </p:nvSpPr>
        <p:spPr>
          <a:xfrm>
            <a:off x="468000" y="4456975"/>
            <a:ext cx="6411900" cy="32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ABCDEFGH is a regular octagon.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Prove triangles ABC and triangle HGF are congruent.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buNone/>
            </a:pP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What other triangles are congruent to ABC?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4" name="Google Shape;404;p21"/>
          <p:cNvSpPr txBox="1"/>
          <p:nvPr/>
        </p:nvSpPr>
        <p:spPr>
          <a:xfrm>
            <a:off x="866740" y="6032227"/>
            <a:ext cx="140400" cy="1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5" name="Google Shape;405;p21"/>
          <p:cNvSpPr txBox="1"/>
          <p:nvPr/>
        </p:nvSpPr>
        <p:spPr>
          <a:xfrm>
            <a:off x="866935" y="5504743"/>
            <a:ext cx="264900" cy="8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6" name="Google Shape;406;p21"/>
          <p:cNvSpPr txBox="1"/>
          <p:nvPr/>
        </p:nvSpPr>
        <p:spPr>
          <a:xfrm>
            <a:off x="1252080" y="5098689"/>
            <a:ext cx="264900" cy="8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7" name="Google Shape;407;p21"/>
          <p:cNvSpPr txBox="1"/>
          <p:nvPr/>
        </p:nvSpPr>
        <p:spPr>
          <a:xfrm>
            <a:off x="2173128" y="5541595"/>
            <a:ext cx="92100" cy="1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G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8" name="Google Shape;408;p21"/>
          <p:cNvSpPr txBox="1"/>
          <p:nvPr/>
        </p:nvSpPr>
        <p:spPr>
          <a:xfrm>
            <a:off x="1288424" y="6408328"/>
            <a:ext cx="117600" cy="1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9" name="Google Shape;409;p21"/>
          <p:cNvSpPr txBox="1"/>
          <p:nvPr/>
        </p:nvSpPr>
        <p:spPr>
          <a:xfrm>
            <a:off x="1789419" y="6427222"/>
            <a:ext cx="117600" cy="1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0" name="Google Shape;410;p21"/>
          <p:cNvSpPr txBox="1"/>
          <p:nvPr/>
        </p:nvSpPr>
        <p:spPr>
          <a:xfrm>
            <a:off x="2160606" y="6051658"/>
            <a:ext cx="117600" cy="1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1" name="Google Shape;411;p21"/>
          <p:cNvSpPr txBox="1"/>
          <p:nvPr/>
        </p:nvSpPr>
        <p:spPr>
          <a:xfrm>
            <a:off x="1852309" y="5151105"/>
            <a:ext cx="92100" cy="1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2" name="Google Shape;412;p21"/>
          <p:cNvSpPr txBox="1"/>
          <p:nvPr/>
        </p:nvSpPr>
        <p:spPr>
          <a:xfrm>
            <a:off x="2594004" y="5151113"/>
            <a:ext cx="4487100" cy="32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AB = BC = HG = GF as the octagon is regular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∠ABC = ∠HGF as they are interior angles of the regular octagon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Triangle ABC is congruent to triangle HGF by SAS.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413" name="Google Shape;413;p21"/>
          <p:cNvSpPr txBox="1"/>
          <p:nvPr/>
        </p:nvSpPr>
        <p:spPr>
          <a:xfrm>
            <a:off x="767870" y="7076147"/>
            <a:ext cx="6086400" cy="32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Triangles BCD, CDE, DEF, EFG, GHA and HAB are congruent to ABC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414" name="Google Shape;414;p21"/>
          <p:cNvCxnSpPr>
            <a:stCxn id="402" idx="6"/>
            <a:endCxn id="402" idx="4"/>
          </p:cNvCxnSpPr>
          <p:nvPr/>
        </p:nvCxnSpPr>
        <p:spPr>
          <a:xfrm flipH="1">
            <a:off x="1041848" y="5314163"/>
            <a:ext cx="320400" cy="7737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15" name="Google Shape;415;p21"/>
          <p:cNvCxnSpPr>
            <a:stCxn id="402" idx="7"/>
            <a:endCxn id="402" idx="1"/>
          </p:cNvCxnSpPr>
          <p:nvPr/>
        </p:nvCxnSpPr>
        <p:spPr>
          <a:xfrm>
            <a:off x="1815446" y="5314163"/>
            <a:ext cx="320400" cy="7737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16" name="Google Shape;416;p21"/>
          <p:cNvCxnSpPr/>
          <p:nvPr/>
        </p:nvCxnSpPr>
        <p:spPr>
          <a:xfrm flipH="1">
            <a:off x="2005641" y="5457071"/>
            <a:ext cx="0" cy="98429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17" name="Google Shape;417;p21"/>
          <p:cNvCxnSpPr/>
          <p:nvPr/>
        </p:nvCxnSpPr>
        <p:spPr>
          <a:xfrm flipH="1">
            <a:off x="1166776" y="5457071"/>
            <a:ext cx="0" cy="98429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18" name="Google Shape;418;p21"/>
          <p:cNvCxnSpPr/>
          <p:nvPr/>
        </p:nvCxnSpPr>
        <p:spPr>
          <a:xfrm flipH="1">
            <a:off x="1041770" y="5789878"/>
            <a:ext cx="0" cy="984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19" name="Google Shape;419;p21"/>
          <p:cNvCxnSpPr/>
          <p:nvPr/>
        </p:nvCxnSpPr>
        <p:spPr>
          <a:xfrm flipH="1">
            <a:off x="2137435" y="5789878"/>
            <a:ext cx="0" cy="984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20" name="Google Shape;420;p21"/>
          <p:cNvSpPr/>
          <p:nvPr/>
        </p:nvSpPr>
        <p:spPr>
          <a:xfrm>
            <a:off x="940943" y="5538677"/>
            <a:ext cx="195900" cy="195900"/>
          </a:xfrm>
          <a:prstGeom prst="pie">
            <a:avLst>
              <a:gd name="adj1" fmla="val 18957929"/>
              <a:gd name="adj2" fmla="val 5359489"/>
            </a:avLst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1" name="Google Shape;421;p21"/>
          <p:cNvSpPr/>
          <p:nvPr/>
        </p:nvSpPr>
        <p:spPr>
          <a:xfrm flipH="1">
            <a:off x="2039544" y="5538677"/>
            <a:ext cx="195900" cy="195900"/>
          </a:xfrm>
          <a:prstGeom prst="pie">
            <a:avLst>
              <a:gd name="adj1" fmla="val 18957929"/>
              <a:gd name="adj2" fmla="val 5359489"/>
            </a:avLst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2" name="Google Shape;422;p21"/>
          <p:cNvSpPr/>
          <p:nvPr/>
        </p:nvSpPr>
        <p:spPr>
          <a:xfrm rot="10800000">
            <a:off x="902675" y="8925875"/>
            <a:ext cx="783300" cy="674100"/>
          </a:xfrm>
          <a:prstGeom prst="triangle">
            <a:avLst>
              <a:gd name="adj" fmla="val 50000"/>
            </a:avLst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3" name="Google Shape;423;p21"/>
          <p:cNvSpPr txBox="1"/>
          <p:nvPr/>
        </p:nvSpPr>
        <p:spPr>
          <a:xfrm>
            <a:off x="468000" y="7381550"/>
            <a:ext cx="6422400" cy="28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ABDF is a square. BCD and DEF are equilateral triangles.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Prove triangles CDE and FDC are congruent.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4" name="Google Shape;424;p21"/>
          <p:cNvSpPr/>
          <p:nvPr/>
        </p:nvSpPr>
        <p:spPr>
          <a:xfrm>
            <a:off x="902518" y="8146209"/>
            <a:ext cx="781200" cy="779400"/>
          </a:xfrm>
          <a:prstGeom prst="rect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5" name="Google Shape;425;p21"/>
          <p:cNvSpPr txBox="1"/>
          <p:nvPr/>
        </p:nvSpPr>
        <p:spPr>
          <a:xfrm>
            <a:off x="1235125" y="9621744"/>
            <a:ext cx="340800" cy="1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6" name="Google Shape;426;p21"/>
          <p:cNvSpPr txBox="1"/>
          <p:nvPr/>
        </p:nvSpPr>
        <p:spPr>
          <a:xfrm>
            <a:off x="779090" y="8913961"/>
            <a:ext cx="340800" cy="1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7" name="Google Shape;427;p21"/>
          <p:cNvSpPr txBox="1"/>
          <p:nvPr/>
        </p:nvSpPr>
        <p:spPr>
          <a:xfrm>
            <a:off x="745300" y="8001668"/>
            <a:ext cx="340800" cy="1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8" name="Google Shape;428;p21"/>
          <p:cNvSpPr txBox="1"/>
          <p:nvPr/>
        </p:nvSpPr>
        <p:spPr>
          <a:xfrm>
            <a:off x="1727835" y="7956029"/>
            <a:ext cx="340800" cy="1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9" name="Google Shape;429;p21"/>
          <p:cNvSpPr/>
          <p:nvPr/>
        </p:nvSpPr>
        <p:spPr>
          <a:xfrm rot="5400000">
            <a:off x="1676774" y="8155355"/>
            <a:ext cx="779400" cy="761100"/>
          </a:xfrm>
          <a:prstGeom prst="triangle">
            <a:avLst>
              <a:gd name="adj" fmla="val 50000"/>
            </a:avLst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30" name="Google Shape;430;p21"/>
          <p:cNvSpPr/>
          <p:nvPr/>
        </p:nvSpPr>
        <p:spPr>
          <a:xfrm rot="9225322">
            <a:off x="1552784" y="8797572"/>
            <a:ext cx="263905" cy="247373"/>
          </a:xfrm>
          <a:prstGeom prst="pie">
            <a:avLst>
              <a:gd name="adj1" fmla="val 7138416"/>
              <a:gd name="adj2" fmla="val 10757332"/>
            </a:avLst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31" name="Google Shape;431;p21"/>
          <p:cNvSpPr txBox="1"/>
          <p:nvPr/>
        </p:nvSpPr>
        <p:spPr>
          <a:xfrm>
            <a:off x="1701183" y="8887188"/>
            <a:ext cx="340800" cy="1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32" name="Google Shape;432;p21"/>
          <p:cNvSpPr txBox="1"/>
          <p:nvPr/>
        </p:nvSpPr>
        <p:spPr>
          <a:xfrm>
            <a:off x="2452843" y="8440309"/>
            <a:ext cx="403800" cy="12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33" name="Google Shape;433;p21"/>
          <p:cNvSpPr txBox="1"/>
          <p:nvPr/>
        </p:nvSpPr>
        <p:spPr>
          <a:xfrm>
            <a:off x="3038416" y="7875772"/>
            <a:ext cx="4053600" cy="28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CD is a common edge to both triangles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DF = DE as they are edges of the same equilateral triangle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∠CDF = 90 + 60 = 150°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∠CDE = 360 - (60 + 90 + 60) = 150°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Therefore, ∠CDF = ∠CDE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434" name="Google Shape;434;p21"/>
          <p:cNvCxnSpPr>
            <a:stCxn id="429" idx="2"/>
            <a:endCxn id="422" idx="0"/>
          </p:cNvCxnSpPr>
          <p:nvPr/>
        </p:nvCxnSpPr>
        <p:spPr>
          <a:xfrm flipH="1">
            <a:off x="1294424" y="8146205"/>
            <a:ext cx="391500" cy="14538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35" name="Google Shape;435;p21"/>
          <p:cNvCxnSpPr>
            <a:stCxn id="422" idx="0"/>
            <a:endCxn id="429" idx="0"/>
          </p:cNvCxnSpPr>
          <p:nvPr/>
        </p:nvCxnSpPr>
        <p:spPr>
          <a:xfrm rot="10800000" flipH="1">
            <a:off x="1294325" y="8535875"/>
            <a:ext cx="1152600" cy="10641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36" name="Google Shape;436;p21"/>
          <p:cNvSpPr txBox="1"/>
          <p:nvPr/>
        </p:nvSpPr>
        <p:spPr>
          <a:xfrm>
            <a:off x="2091991" y="9547433"/>
            <a:ext cx="47985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So, triangle CDE is congruent to triangle FDC by SAS. </a:t>
            </a:r>
            <a:endParaRPr sz="1200"/>
          </a:p>
        </p:txBody>
      </p:sp>
      <p:sp>
        <p:nvSpPr>
          <p:cNvPr id="437" name="Google Shape;437;p21"/>
          <p:cNvSpPr/>
          <p:nvPr/>
        </p:nvSpPr>
        <p:spPr>
          <a:xfrm>
            <a:off x="1592171" y="8829349"/>
            <a:ext cx="99000" cy="876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38" name="Google Shape;438;p21"/>
          <p:cNvSpPr/>
          <p:nvPr/>
        </p:nvSpPr>
        <p:spPr>
          <a:xfrm>
            <a:off x="1549436" y="8801211"/>
            <a:ext cx="270900" cy="239700"/>
          </a:xfrm>
          <a:prstGeom prst="pie">
            <a:avLst>
              <a:gd name="adj1" fmla="val 7138416"/>
              <a:gd name="adj2" fmla="val 10757332"/>
            </a:avLst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39" name="Google Shape;439;p21"/>
          <p:cNvSpPr txBox="1"/>
          <p:nvPr/>
        </p:nvSpPr>
        <p:spPr>
          <a:xfrm>
            <a:off x="1753375" y="8553336"/>
            <a:ext cx="248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60°</a:t>
            </a:r>
            <a:endParaRPr sz="1200"/>
          </a:p>
        </p:txBody>
      </p:sp>
      <p:sp>
        <p:nvSpPr>
          <p:cNvPr id="440" name="Google Shape;440;p21"/>
          <p:cNvSpPr/>
          <p:nvPr/>
        </p:nvSpPr>
        <p:spPr>
          <a:xfrm>
            <a:off x="1523249" y="8773510"/>
            <a:ext cx="333300" cy="295200"/>
          </a:xfrm>
          <a:prstGeom prst="pie">
            <a:avLst>
              <a:gd name="adj1" fmla="val 7138416"/>
              <a:gd name="adj2" fmla="val 10757332"/>
            </a:avLst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1" name="Google Shape;441;p21"/>
          <p:cNvSpPr/>
          <p:nvPr/>
        </p:nvSpPr>
        <p:spPr>
          <a:xfrm rot="9258567">
            <a:off x="1526739" y="8769572"/>
            <a:ext cx="325252" cy="304337"/>
          </a:xfrm>
          <a:prstGeom prst="pie">
            <a:avLst>
              <a:gd name="adj1" fmla="val 7138416"/>
              <a:gd name="adj2" fmla="val 10757332"/>
            </a:avLst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4.01.14"/>
  <p:tag name="AS_TITLE" val="Aspose.Slides for .NET Standard 2.0"/>
  <p:tag name="AS_VERSION" val="24.1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139</Paragraphs>
  <Slides>2</Slides>
  <Notes>2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9">
      <vt:lpstr>Arial</vt:lpstr>
      <vt:lpstr>Lexend</vt:lpstr>
      <vt:lpstr>Kalam</vt:lpstr>
      <vt:lpstr>Lexend Medium</vt:lpstr>
      <vt:lpstr>Lexend Light</vt:lpstr>
      <vt:lpstr>Calibri</vt:lpstr>
      <vt:lpstr>simple-light-2</vt:lpstr>
      <vt:lpstr>Applying the criteria for congruence</vt:lpstr>
      <vt:lpstr>PowerPoint Presentation</vt:lpstr>
    </vt:vector>
  </TitlesOfParts>
  <LinksUpToDate>0</LinksUpToDate>
  <SharedDoc>0</SharedDoc>
  <HyperlinksChanged>0</HyperlinksChanged>
  <Application>Aspose.Slides for .NET</Application>
  <AppVersion>24.0100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2024-02-06T10:39:48.094</cp:lastPrinted>
  <dcterms:created xsi:type="dcterms:W3CDTF">2024-02-06T10:39:48Z</dcterms:created>
  <dcterms:modified xsi:type="dcterms:W3CDTF">2024-02-06T10:43:09Z</dcterms:modified>
</cp:coreProperties>
</file>