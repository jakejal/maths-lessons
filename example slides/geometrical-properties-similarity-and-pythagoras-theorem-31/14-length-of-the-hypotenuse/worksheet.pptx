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1f7ed2533_0_4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b1f7ed253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b1f7ed2533_0_9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b1f7ed253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964806"/>
            <a:ext cx="6623999" cy="287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98" y="5673981"/>
            <a:ext cx="1963609" cy="273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5">
            <a:alphaModFix/>
          </a:blip>
          <a:srcRect b="0" l="0" r="0" t="13096"/>
          <a:stretch/>
        </p:blipFill>
        <p:spPr>
          <a:xfrm rot="-8635194">
            <a:off x="2574774" y="6520744"/>
            <a:ext cx="1653777" cy="1912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8576960">
            <a:off x="3962330" y="5498570"/>
            <a:ext cx="2547016" cy="278849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5565910" y="3496961"/>
            <a:ext cx="202200" cy="202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147578" y="3530877"/>
            <a:ext cx="168300" cy="168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233821" y="3530877"/>
            <a:ext cx="168300" cy="168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3147725" y="4450968"/>
            <a:ext cx="1029438" cy="263707"/>
            <a:chOff x="3760850" y="3995600"/>
            <a:chExt cx="1320300" cy="338216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0" name="Google Shape;170;p20"/>
            <p:cNvSpPr txBox="1"/>
            <p:nvPr/>
          </p:nvSpPr>
          <p:spPr>
            <a:xfrm>
              <a:off x="3974003" y="4028716"/>
              <a:ext cx="8940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" name="Google Shape;171;p20"/>
          <p:cNvSpPr txBox="1"/>
          <p:nvPr/>
        </p:nvSpPr>
        <p:spPr>
          <a:xfrm>
            <a:off x="468000" y="14484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Squares from the sides of a triangle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" name="Google Shape;172;p20"/>
          <p:cNvGrpSpPr/>
          <p:nvPr/>
        </p:nvGrpSpPr>
        <p:grpSpPr>
          <a:xfrm>
            <a:off x="5454590" y="4327032"/>
            <a:ext cx="732814" cy="263715"/>
            <a:chOff x="3486112" y="3995600"/>
            <a:chExt cx="1869900" cy="338226"/>
          </a:xfrm>
        </p:grpSpPr>
        <p:cxnSp>
          <p:nvCxnSpPr>
            <p:cNvPr id="173" name="Google Shape;173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4" name="Google Shape;174;p20"/>
            <p:cNvSpPr txBox="1"/>
            <p:nvPr/>
          </p:nvSpPr>
          <p:spPr>
            <a:xfrm>
              <a:off x="3486112" y="4028726"/>
              <a:ext cx="18699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4689309" y="3800354"/>
            <a:ext cx="873246" cy="263707"/>
            <a:chOff x="3760850" y="3995600"/>
            <a:chExt cx="1320300" cy="338216"/>
          </a:xfrm>
        </p:grpSpPr>
        <p:cxnSp>
          <p:nvCxnSpPr>
            <p:cNvPr id="176" name="Google Shape;176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7" name="Google Shape;177;p20"/>
            <p:cNvSpPr txBox="1"/>
            <p:nvPr/>
          </p:nvSpPr>
          <p:spPr>
            <a:xfrm>
              <a:off x="3974003" y="4028716"/>
              <a:ext cx="8940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" name="Google Shape;178;p20"/>
          <p:cNvSpPr txBox="1"/>
          <p:nvPr/>
        </p:nvSpPr>
        <p:spPr>
          <a:xfrm flipH="1">
            <a:off x="468000" y="1831250"/>
            <a:ext cx="6624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area of each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426609" y="4062605"/>
            <a:ext cx="6969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 flipH="1" rot="10800000">
            <a:off x="2775117" y="3496884"/>
            <a:ext cx="81300" cy="52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0"/>
          <p:cNvSpPr txBox="1"/>
          <p:nvPr/>
        </p:nvSpPr>
        <p:spPr>
          <a:xfrm>
            <a:off x="556258" y="3221760"/>
            <a:ext cx="6969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321631" y="4019492"/>
            <a:ext cx="6969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 flipH="1">
            <a:off x="928467" y="2598653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 flipH="1">
            <a:off x="3147441" y="2395122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 flipH="1">
            <a:off x="5221612" y="2532635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795374" y="7090698"/>
            <a:ext cx="152172" cy="15217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 flipH="1">
            <a:off x="467919" y="5511092"/>
            <a:ext cx="598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 of the hypotenuse of each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 rot="-8635194">
            <a:off x="3618060" y="7453781"/>
            <a:ext cx="122540" cy="12254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flipH="1" rot="-8576960">
            <a:off x="4989672" y="6367354"/>
            <a:ext cx="195809" cy="19579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66616" y="7618793"/>
            <a:ext cx="9825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103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023504" y="6370013"/>
            <a:ext cx="9825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 flipH="1" rot="10800000">
            <a:off x="2207418" y="6656657"/>
            <a:ext cx="224100" cy="36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0"/>
          <p:cNvSpPr txBox="1"/>
          <p:nvPr/>
        </p:nvSpPr>
        <p:spPr>
          <a:xfrm>
            <a:off x="3066780" y="8069328"/>
            <a:ext cx="9825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69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 rot="-3227433">
            <a:off x="3795646" y="7215436"/>
            <a:ext cx="668935" cy="238295"/>
            <a:chOff x="3760850" y="3995600"/>
            <a:chExt cx="1320300" cy="338215"/>
          </a:xfrm>
        </p:grpSpPr>
        <p:cxnSp>
          <p:nvCxnSpPr>
            <p:cNvPr id="195" name="Google Shape;195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6" name="Google Shape;196;p20"/>
            <p:cNvSpPr txBox="1"/>
            <p:nvPr/>
          </p:nvSpPr>
          <p:spPr>
            <a:xfrm>
              <a:off x="3826461" y="4028715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7" name="Google Shape;197;p20"/>
          <p:cNvCxnSpPr/>
          <p:nvPr/>
        </p:nvCxnSpPr>
        <p:spPr>
          <a:xfrm flipH="1" rot="10800000">
            <a:off x="3638296" y="7791410"/>
            <a:ext cx="138000" cy="24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8" name="Google Shape;198;p20"/>
          <p:cNvGrpSpPr/>
          <p:nvPr/>
        </p:nvGrpSpPr>
        <p:grpSpPr>
          <a:xfrm rot="-8579965">
            <a:off x="5095428" y="6341683"/>
            <a:ext cx="949272" cy="238229"/>
            <a:chOff x="3760850" y="3995600"/>
            <a:chExt cx="1320300" cy="338124"/>
          </a:xfrm>
        </p:grpSpPr>
        <p:cxnSp>
          <p:nvCxnSpPr>
            <p:cNvPr id="199" name="Google Shape;199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0" name="Google Shape;200;p20"/>
            <p:cNvSpPr txBox="1"/>
            <p:nvPr/>
          </p:nvSpPr>
          <p:spPr>
            <a:xfrm rot="10800000">
              <a:off x="3826456" y="4028624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 rot="7619817">
            <a:off x="4338543" y="6375100"/>
            <a:ext cx="690677" cy="238229"/>
            <a:chOff x="3760850" y="3995600"/>
            <a:chExt cx="1320300" cy="338124"/>
          </a:xfrm>
        </p:grpSpPr>
        <p:cxnSp>
          <p:nvCxnSpPr>
            <p:cNvPr id="202" name="Google Shape;202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3" name="Google Shape;203;p20"/>
            <p:cNvSpPr txBox="1"/>
            <p:nvPr/>
          </p:nvSpPr>
          <p:spPr>
            <a:xfrm rot="10800000">
              <a:off x="3826456" y="4028624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" name="Google Shape;204;p20"/>
          <p:cNvSpPr txBox="1"/>
          <p:nvPr/>
        </p:nvSpPr>
        <p:spPr>
          <a:xfrm flipH="1">
            <a:off x="658883" y="5876451"/>
            <a:ext cx="210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 flipH="1">
            <a:off x="2823543" y="5889396"/>
            <a:ext cx="210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 flipH="1">
            <a:off x="4698826" y="5786978"/>
            <a:ext cx="210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/>
          <p:nvPr/>
        </p:nvSpPr>
        <p:spPr>
          <a:xfrm rot="-1823766">
            <a:off x="1782796" y="8756239"/>
            <a:ext cx="150600" cy="14993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 rot="-1827888">
            <a:off x="1567345" y="7969792"/>
            <a:ext cx="1181636" cy="709468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 rot="7522316">
            <a:off x="5929057" y="1919908"/>
            <a:ext cx="168395" cy="16839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 rotWithShape="1">
          <a:blip r:embed="rId3">
            <a:alphaModFix/>
          </a:blip>
          <a:srcRect b="23360" l="75337" r="1714" t="44967"/>
          <a:stretch/>
        </p:blipFill>
        <p:spPr>
          <a:xfrm rot="7522316">
            <a:off x="5291506" y="2112657"/>
            <a:ext cx="1242382" cy="685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23359" l="33526" r="36486" t="0"/>
          <a:stretch/>
        </p:blipFill>
        <p:spPr>
          <a:xfrm rot="-8099995">
            <a:off x="3291716" y="2432991"/>
            <a:ext cx="1623628" cy="1659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70012" t="0"/>
          <a:stretch/>
        </p:blipFill>
        <p:spPr>
          <a:xfrm>
            <a:off x="1365741" y="1822991"/>
            <a:ext cx="1623634" cy="216572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 flipH="1">
            <a:off x="4790266" y="7986224"/>
            <a:ext cx="4119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1447251" y="3235685"/>
            <a:ext cx="168300" cy="168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 rot="-2700000">
            <a:off x="4044138" y="2259148"/>
            <a:ext cx="168433" cy="16843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 flipH="1">
            <a:off x="468000" y="720001"/>
            <a:ext cx="6624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By drawing on any missing squares first and calculating their areas, find the length of the hypotenuse of each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1"/>
          <p:cNvGrpSpPr/>
          <p:nvPr/>
        </p:nvGrpSpPr>
        <p:grpSpPr>
          <a:xfrm rot="8100000">
            <a:off x="3352779" y="2201634"/>
            <a:ext cx="734178" cy="263632"/>
            <a:chOff x="3760850" y="3995600"/>
            <a:chExt cx="1320300" cy="338077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4" name="Google Shape;224;p21"/>
            <p:cNvSpPr txBox="1"/>
            <p:nvPr/>
          </p:nvSpPr>
          <p:spPr>
            <a:xfrm rot="10800000">
              <a:off x="3826573" y="4028577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" name="Google Shape;225;p21"/>
          <p:cNvGrpSpPr/>
          <p:nvPr/>
        </p:nvGrpSpPr>
        <p:grpSpPr>
          <a:xfrm rot="-8100000">
            <a:off x="4165500" y="2201492"/>
            <a:ext cx="734178" cy="263632"/>
            <a:chOff x="3760850" y="3995600"/>
            <a:chExt cx="1320300" cy="338077"/>
          </a:xfrm>
        </p:grpSpPr>
        <p:cxnSp>
          <p:nvCxnSpPr>
            <p:cNvPr id="226" name="Google Shape;226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7" name="Google Shape;227;p21"/>
            <p:cNvSpPr txBox="1"/>
            <p:nvPr/>
          </p:nvSpPr>
          <p:spPr>
            <a:xfrm rot="10800000">
              <a:off x="3826573" y="4028577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" name="Google Shape;228;p21"/>
          <p:cNvGrpSpPr/>
          <p:nvPr/>
        </p:nvGrpSpPr>
        <p:grpSpPr>
          <a:xfrm rot="-8745917">
            <a:off x="5957922" y="1715956"/>
            <a:ext cx="728755" cy="263602"/>
            <a:chOff x="3529161" y="3995600"/>
            <a:chExt cx="1784100" cy="338071"/>
          </a:xfrm>
        </p:grpSpPr>
        <p:cxnSp>
          <p:nvCxnSpPr>
            <p:cNvPr id="229" name="Google Shape;229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0" name="Google Shape;230;p21"/>
            <p:cNvSpPr txBox="1"/>
            <p:nvPr/>
          </p:nvSpPr>
          <p:spPr>
            <a:xfrm rot="10800000">
              <a:off x="3529161" y="4028571"/>
              <a:ext cx="17841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1" name="Google Shape;231;p21"/>
          <p:cNvGrpSpPr/>
          <p:nvPr/>
        </p:nvGrpSpPr>
        <p:grpSpPr>
          <a:xfrm rot="7509693">
            <a:off x="4930569" y="2055881"/>
            <a:ext cx="1122252" cy="272688"/>
            <a:chOff x="3760850" y="3995600"/>
            <a:chExt cx="1320300" cy="338067"/>
          </a:xfrm>
        </p:grpSpPr>
        <p:cxnSp>
          <p:nvCxnSpPr>
            <p:cNvPr id="232" name="Google Shape;232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3" name="Google Shape;233;p21"/>
            <p:cNvSpPr txBox="1"/>
            <p:nvPr/>
          </p:nvSpPr>
          <p:spPr>
            <a:xfrm rot="10800000">
              <a:off x="3954170" y="4028567"/>
              <a:ext cx="934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4" name="Google Shape;234;p21"/>
          <p:cNvSpPr txBox="1"/>
          <p:nvPr/>
        </p:nvSpPr>
        <p:spPr>
          <a:xfrm>
            <a:off x="1900997" y="3683812"/>
            <a:ext cx="705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76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" name="Google Shape;235;p21"/>
          <p:cNvCxnSpPr/>
          <p:nvPr/>
        </p:nvCxnSpPr>
        <p:spPr>
          <a:xfrm>
            <a:off x="1691132" y="3683812"/>
            <a:ext cx="3396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6" name="Google Shape;236;p21"/>
          <p:cNvGrpSpPr/>
          <p:nvPr/>
        </p:nvGrpSpPr>
        <p:grpSpPr>
          <a:xfrm rot="5400000">
            <a:off x="577795" y="2624381"/>
            <a:ext cx="982303" cy="593565"/>
            <a:chOff x="3760850" y="3995600"/>
            <a:chExt cx="1320300" cy="728301"/>
          </a:xfrm>
        </p:grpSpPr>
        <p:cxnSp>
          <p:nvCxnSpPr>
            <p:cNvPr id="237" name="Google Shape;237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8" name="Google Shape;238;p21"/>
            <p:cNvSpPr txBox="1"/>
            <p:nvPr/>
          </p:nvSpPr>
          <p:spPr>
            <a:xfrm rot="-5400000">
              <a:off x="4057117" y="4192751"/>
              <a:ext cx="7281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 flipH="1">
            <a:off x="1447117" y="1977836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 flipH="1">
            <a:off x="3367139" y="2779661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 flipH="1">
            <a:off x="5137709" y="2744956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21"/>
          <p:cNvCxnSpPr/>
          <p:nvPr/>
        </p:nvCxnSpPr>
        <p:spPr>
          <a:xfrm>
            <a:off x="474757" y="40393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1"/>
          <p:cNvSpPr/>
          <p:nvPr/>
        </p:nvSpPr>
        <p:spPr>
          <a:xfrm>
            <a:off x="1565198" y="5327749"/>
            <a:ext cx="141600" cy="1416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1565203" y="4942944"/>
            <a:ext cx="1626000" cy="523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68000" y="41569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Pythagoras’ theorem to find the hypotenuse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 flipH="1">
            <a:off x="462900" y="4494625"/>
            <a:ext cx="29571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This is a right-angled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Pythagoras’ theorem can be written as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², where c is the hypotenuse of the triangle.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the blanks to complete the Pythagoras’ theorem equation for this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21"/>
          <p:cNvCxnSpPr/>
          <p:nvPr/>
        </p:nvCxnSpPr>
        <p:spPr>
          <a:xfrm rot="10799370">
            <a:off x="1567095" y="5544814"/>
            <a:ext cx="1636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8" name="Google Shape;248;p21"/>
          <p:cNvSpPr txBox="1"/>
          <p:nvPr/>
        </p:nvSpPr>
        <p:spPr>
          <a:xfrm flipH="1">
            <a:off x="1835169" y="5562034"/>
            <a:ext cx="11121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 rot="-5515258">
            <a:off x="1190781" y="5216469"/>
            <a:ext cx="58172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0" name="Google Shape;250;p21"/>
          <p:cNvSpPr txBox="1"/>
          <p:nvPr/>
        </p:nvSpPr>
        <p:spPr>
          <a:xfrm flipH="1" rot="43513">
            <a:off x="904132" y="5175438"/>
            <a:ext cx="545144" cy="7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" name="Google Shape;251;p21"/>
          <p:cNvCxnSpPr/>
          <p:nvPr/>
        </p:nvCxnSpPr>
        <p:spPr>
          <a:xfrm rot="1077906">
            <a:off x="1529673" y="5102689"/>
            <a:ext cx="1746869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2" name="Google Shape;252;p21"/>
          <p:cNvSpPr txBox="1"/>
          <p:nvPr/>
        </p:nvSpPr>
        <p:spPr>
          <a:xfrm flipH="1" rot="1091004">
            <a:off x="1753543" y="4848195"/>
            <a:ext cx="1404539" cy="266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026640" y="4712233"/>
            <a:ext cx="255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498892" y="4712233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251959" y="4712233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885356" y="4712233"/>
            <a:ext cx="255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375425" y="4712233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 flipH="1">
            <a:off x="4668389" y="4635699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 flipH="1">
            <a:off x="5793975" y="4635699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 flipH="1">
            <a:off x="6919550" y="4635699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 rot="8971628">
            <a:off x="1802188" y="8719924"/>
            <a:ext cx="118904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2" name="Google Shape;262;p21"/>
          <p:cNvSpPr txBox="1"/>
          <p:nvPr/>
        </p:nvSpPr>
        <p:spPr>
          <a:xfrm flipH="1" rot="-1827609">
            <a:off x="2092445" y="8715004"/>
            <a:ext cx="807790" cy="331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1"/>
          <p:cNvCxnSpPr/>
          <p:nvPr/>
        </p:nvCxnSpPr>
        <p:spPr>
          <a:xfrm rot="-7289680">
            <a:off x="1168582" y="8693701"/>
            <a:ext cx="788447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4" name="Google Shape;264;p21"/>
          <p:cNvSpPr txBox="1"/>
          <p:nvPr/>
        </p:nvSpPr>
        <p:spPr>
          <a:xfrm flipH="1" rot="-1745470">
            <a:off x="987917" y="8798403"/>
            <a:ext cx="593582" cy="10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 flipH="1" rot="41586">
            <a:off x="1403397" y="7923749"/>
            <a:ext cx="1463207" cy="278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 rot="43116">
            <a:off x="1431026" y="8207163"/>
            <a:ext cx="1411311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67" name="Google Shape;267;p21"/>
          <p:cNvGrpSpPr/>
          <p:nvPr/>
        </p:nvGrpSpPr>
        <p:grpSpPr>
          <a:xfrm>
            <a:off x="3610561" y="7900930"/>
            <a:ext cx="1780452" cy="487703"/>
            <a:chOff x="693225" y="4205805"/>
            <a:chExt cx="2127438" cy="582750"/>
          </a:xfrm>
        </p:grpSpPr>
        <p:sp>
          <p:nvSpPr>
            <p:cNvPr id="268" name="Google Shape;268;p21"/>
            <p:cNvSpPr/>
            <p:nvPr/>
          </p:nvSpPr>
          <p:spPr>
            <a:xfrm>
              <a:off x="693225" y="430105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1481513" y="4301055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2091425" y="430105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1"/>
            <p:cNvSpPr txBox="1"/>
            <p:nvPr/>
          </p:nvSpPr>
          <p:spPr>
            <a:xfrm flipH="1">
              <a:off x="1211625" y="4205805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1"/>
            <p:cNvSpPr txBox="1"/>
            <p:nvPr/>
          </p:nvSpPr>
          <p:spPr>
            <a:xfrm flipH="1">
              <a:off x="2612463" y="4205805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3" name="Google Shape;273;p21"/>
          <p:cNvSpPr txBox="1"/>
          <p:nvPr/>
        </p:nvSpPr>
        <p:spPr>
          <a:xfrm flipH="1">
            <a:off x="462800" y="7600725"/>
            <a:ext cx="6624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Show that the hypotenuse of this triangle is 17.2 cm (1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/>
          <p:nvPr/>
        </p:nvSpPr>
        <p:spPr>
          <a:xfrm>
            <a:off x="2971805" y="5147085"/>
            <a:ext cx="236700" cy="236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2971805" y="4269607"/>
            <a:ext cx="1114500" cy="1113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2899765" y="6691970"/>
            <a:ext cx="236700" cy="2367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2899755" y="6093496"/>
            <a:ext cx="1287300" cy="834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600" y="5894149"/>
            <a:ext cx="1560300" cy="119183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/>
          <p:nvPr/>
        </p:nvSpPr>
        <p:spPr>
          <a:xfrm rot="-2558700">
            <a:off x="3092432" y="9508135"/>
            <a:ext cx="196176" cy="196176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/>
          <p:nvPr/>
        </p:nvSpPr>
        <p:spPr>
          <a:xfrm rot="-2563244">
            <a:off x="2839531" y="8862036"/>
            <a:ext cx="1626855" cy="38065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/>
          <p:nvPr/>
        </p:nvSpPr>
        <p:spPr>
          <a:xfrm rot="10763150">
            <a:off x="3841213" y="7657950"/>
            <a:ext cx="195911" cy="195911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/>
          <p:nvPr/>
        </p:nvSpPr>
        <p:spPr>
          <a:xfrm rot="10766649">
            <a:off x="2801988" y="7663397"/>
            <a:ext cx="1236958" cy="537024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/>
          <p:nvPr/>
        </p:nvSpPr>
        <p:spPr>
          <a:xfrm flipH="1" rot="9900241">
            <a:off x="5395919" y="1885659"/>
            <a:ext cx="136143" cy="13614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/>
          <p:nvPr/>
        </p:nvSpPr>
        <p:spPr>
          <a:xfrm flipH="1" rot="9900241">
            <a:off x="5419894" y="1698167"/>
            <a:ext cx="1561936" cy="50243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1094476" y="2205303"/>
            <a:ext cx="111000" cy="110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/>
          <p:nvPr/>
        </p:nvSpPr>
        <p:spPr>
          <a:xfrm rot="7200044">
            <a:off x="3730288" y="1481659"/>
            <a:ext cx="149997" cy="14958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1094481" y="1556020"/>
            <a:ext cx="1157400" cy="754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/>
          <p:nvPr/>
        </p:nvSpPr>
        <p:spPr>
          <a:xfrm rot="7200463">
            <a:off x="3106446" y="1846050"/>
            <a:ext cx="1273503" cy="64661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4" name="Google Shape;294;p22"/>
          <p:cNvCxnSpPr/>
          <p:nvPr/>
        </p:nvCxnSpPr>
        <p:spPr>
          <a:xfrm rot="9900748">
            <a:off x="5336897" y="1631897"/>
            <a:ext cx="157189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5" name="Google Shape;295;p22"/>
          <p:cNvSpPr txBox="1"/>
          <p:nvPr/>
        </p:nvSpPr>
        <p:spPr>
          <a:xfrm rot="-899759">
            <a:off x="5559656" y="1383638"/>
            <a:ext cx="1068072" cy="234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2"/>
          <p:cNvCxnSpPr/>
          <p:nvPr/>
        </p:nvCxnSpPr>
        <p:spPr>
          <a:xfrm rot="4615645">
            <a:off x="5086588" y="2161122"/>
            <a:ext cx="55877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7" name="Google Shape;297;p22"/>
          <p:cNvSpPr txBox="1"/>
          <p:nvPr/>
        </p:nvSpPr>
        <p:spPr>
          <a:xfrm rot="-943849">
            <a:off x="4821621" y="2199856"/>
            <a:ext cx="523544" cy="76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 flipH="1">
            <a:off x="529902" y="720000"/>
            <a:ext cx="65574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Match each triangle to its corresponding square of the hypotenuse and length of the hypotenuse.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0" name="Google Shape;300;p22"/>
          <p:cNvCxnSpPr/>
          <p:nvPr/>
        </p:nvCxnSpPr>
        <p:spPr>
          <a:xfrm rot="10798229">
            <a:off x="1095733" y="2423962"/>
            <a:ext cx="1164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1" name="Google Shape;301;p22"/>
          <p:cNvSpPr txBox="1"/>
          <p:nvPr/>
        </p:nvSpPr>
        <p:spPr>
          <a:xfrm flipH="1">
            <a:off x="1286784" y="2416514"/>
            <a:ext cx="7914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2" name="Google Shape;302;p22"/>
          <p:cNvCxnSpPr/>
          <p:nvPr/>
        </p:nvCxnSpPr>
        <p:spPr>
          <a:xfrm rot="-5456573">
            <a:off x="600364" y="1946522"/>
            <a:ext cx="838614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3" name="Google Shape;303;p22"/>
          <p:cNvSpPr txBox="1"/>
          <p:nvPr/>
        </p:nvSpPr>
        <p:spPr>
          <a:xfrm flipH="1" rot="90700">
            <a:off x="477489" y="1889216"/>
            <a:ext cx="534486" cy="11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2"/>
          <p:cNvCxnSpPr/>
          <p:nvPr/>
        </p:nvCxnSpPr>
        <p:spPr>
          <a:xfrm rot="1997750">
            <a:off x="983376" y="1786255"/>
            <a:ext cx="141485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5" name="Google Shape;305;p22"/>
          <p:cNvSpPr txBox="1"/>
          <p:nvPr/>
        </p:nvSpPr>
        <p:spPr>
          <a:xfrm flipH="1" rot="1987249">
            <a:off x="1204416" y="1541165"/>
            <a:ext cx="1122242" cy="25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6" name="Google Shape;306;p22"/>
          <p:cNvCxnSpPr/>
          <p:nvPr/>
        </p:nvCxnSpPr>
        <p:spPr>
          <a:xfrm rot="-3600834">
            <a:off x="2735399" y="1963541"/>
            <a:ext cx="12815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7" name="Google Shape;307;p22"/>
          <p:cNvSpPr txBox="1"/>
          <p:nvPr/>
        </p:nvSpPr>
        <p:spPr>
          <a:xfrm flipH="1" rot="-3599878">
            <a:off x="2789184" y="1730416"/>
            <a:ext cx="870547" cy="302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" name="Google Shape;308;p22"/>
          <p:cNvCxnSpPr/>
          <p:nvPr/>
        </p:nvCxnSpPr>
        <p:spPr>
          <a:xfrm rot="1726700">
            <a:off x="3746134" y="1529631"/>
            <a:ext cx="719119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9" name="Google Shape;309;p22"/>
          <p:cNvSpPr txBox="1"/>
          <p:nvPr/>
        </p:nvSpPr>
        <p:spPr>
          <a:xfrm flipH="1" rot="1751624">
            <a:off x="3853484" y="1383626"/>
            <a:ext cx="587989" cy="98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0" name="Google Shape;310;p22"/>
          <p:cNvCxnSpPr/>
          <p:nvPr/>
        </p:nvCxnSpPr>
        <p:spPr>
          <a:xfrm rot="8826348">
            <a:off x="3111881" y="2248981"/>
            <a:ext cx="146163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1" name="Google Shape;311;p22"/>
          <p:cNvSpPr txBox="1"/>
          <p:nvPr/>
        </p:nvSpPr>
        <p:spPr>
          <a:xfrm flipH="1" rot="-1972726">
            <a:off x="3354849" y="2222852"/>
            <a:ext cx="1122382" cy="25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12.1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 flipH="1">
            <a:off x="536150" y="1291188"/>
            <a:ext cx="308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 flipH="1">
            <a:off x="3095788" y="1291188"/>
            <a:ext cx="308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 flipH="1">
            <a:off x="5049063" y="1291188"/>
            <a:ext cx="308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5" name="Google Shape;315;p22"/>
          <p:cNvGrpSpPr/>
          <p:nvPr/>
        </p:nvGrpSpPr>
        <p:grpSpPr>
          <a:xfrm>
            <a:off x="1095039" y="2852483"/>
            <a:ext cx="978696" cy="263029"/>
            <a:chOff x="5520325" y="4486950"/>
            <a:chExt cx="1182000" cy="340800"/>
          </a:xfrm>
        </p:grpSpPr>
        <p:sp>
          <p:nvSpPr>
            <p:cNvPr id="316" name="Google Shape;316;p22"/>
            <p:cNvSpPr/>
            <p:nvPr/>
          </p:nvSpPr>
          <p:spPr>
            <a:xfrm>
              <a:off x="5520325" y="4486950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146 cm²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8" name="Google Shape;318;p22"/>
          <p:cNvGrpSpPr/>
          <p:nvPr/>
        </p:nvGrpSpPr>
        <p:grpSpPr>
          <a:xfrm>
            <a:off x="3246966" y="2852425"/>
            <a:ext cx="978730" cy="263037"/>
            <a:chOff x="5520325" y="4486940"/>
            <a:chExt cx="1268113" cy="340810"/>
          </a:xfrm>
        </p:grpSpPr>
        <p:sp>
          <p:nvSpPr>
            <p:cNvPr id="319" name="Google Shape;319;p22"/>
            <p:cNvSpPr/>
            <p:nvPr/>
          </p:nvSpPr>
          <p:spPr>
            <a:xfrm>
              <a:off x="5520338" y="4486940"/>
              <a:ext cx="12681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173 cm²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1" name="Google Shape;321;p22"/>
          <p:cNvGrpSpPr/>
          <p:nvPr/>
        </p:nvGrpSpPr>
        <p:grpSpPr>
          <a:xfrm>
            <a:off x="5595175" y="2852425"/>
            <a:ext cx="978720" cy="263037"/>
            <a:chOff x="5520320" y="4486940"/>
            <a:chExt cx="1268100" cy="340810"/>
          </a:xfrm>
        </p:grpSpPr>
        <p:sp>
          <p:nvSpPr>
            <p:cNvPr id="322" name="Google Shape;322;p22"/>
            <p:cNvSpPr/>
            <p:nvPr/>
          </p:nvSpPr>
          <p:spPr>
            <a:xfrm>
              <a:off x="5520320" y="4486940"/>
              <a:ext cx="12681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149 cm²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2"/>
          <p:cNvGrpSpPr/>
          <p:nvPr/>
        </p:nvGrpSpPr>
        <p:grpSpPr>
          <a:xfrm>
            <a:off x="1099375" y="3316723"/>
            <a:ext cx="978720" cy="263031"/>
            <a:chOff x="5520320" y="4486950"/>
            <a:chExt cx="1268100" cy="340802"/>
          </a:xfrm>
        </p:grpSpPr>
        <p:sp>
          <p:nvSpPr>
            <p:cNvPr id="325" name="Google Shape;325;p22"/>
            <p:cNvSpPr/>
            <p:nvPr/>
          </p:nvSpPr>
          <p:spPr>
            <a:xfrm>
              <a:off x="5520320" y="4486952"/>
              <a:ext cx="12681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12.2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22"/>
          <p:cNvGrpSpPr/>
          <p:nvPr/>
        </p:nvGrpSpPr>
        <p:grpSpPr>
          <a:xfrm>
            <a:off x="3247074" y="3304956"/>
            <a:ext cx="978696" cy="263039"/>
            <a:chOff x="5520325" y="4486950"/>
            <a:chExt cx="1182000" cy="340813"/>
          </a:xfrm>
        </p:grpSpPr>
        <p:sp>
          <p:nvSpPr>
            <p:cNvPr id="328" name="Google Shape;328;p22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13.2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0" name="Google Shape;330;p22"/>
          <p:cNvGrpSpPr/>
          <p:nvPr/>
        </p:nvGrpSpPr>
        <p:grpSpPr>
          <a:xfrm>
            <a:off x="5590839" y="3304956"/>
            <a:ext cx="978696" cy="263039"/>
            <a:chOff x="5520325" y="4486950"/>
            <a:chExt cx="1182000" cy="340813"/>
          </a:xfrm>
        </p:grpSpPr>
        <p:sp>
          <p:nvSpPr>
            <p:cNvPr id="331" name="Google Shape;331;p22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12.1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3" name="Google Shape;333;p22"/>
          <p:cNvSpPr txBox="1"/>
          <p:nvPr/>
        </p:nvSpPr>
        <p:spPr>
          <a:xfrm flipH="1">
            <a:off x="467852" y="4098428"/>
            <a:ext cx="1560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these triangles have two lengths that sum to 64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Starting with the shortest, put the hypotenuses of the triangles in order of length.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" name="Google Shape;334;p22"/>
          <p:cNvCxnSpPr/>
          <p:nvPr/>
        </p:nvCxnSpPr>
        <p:spPr>
          <a:xfrm>
            <a:off x="2853265" y="4269607"/>
            <a:ext cx="0" cy="111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" name="Google Shape;335;p22"/>
          <p:cNvCxnSpPr/>
          <p:nvPr/>
        </p:nvCxnSpPr>
        <p:spPr>
          <a:xfrm>
            <a:off x="2971805" y="5501440"/>
            <a:ext cx="1114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" name="Google Shape;336;p22"/>
          <p:cNvCxnSpPr/>
          <p:nvPr/>
        </p:nvCxnSpPr>
        <p:spPr>
          <a:xfrm>
            <a:off x="3090345" y="4151067"/>
            <a:ext cx="1114500" cy="111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7" name="Google Shape;337;p22"/>
          <p:cNvSpPr txBox="1"/>
          <p:nvPr/>
        </p:nvSpPr>
        <p:spPr>
          <a:xfrm flipH="1">
            <a:off x="2250213" y="4707947"/>
            <a:ext cx="610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 flipH="1">
            <a:off x="3223752" y="5501440"/>
            <a:ext cx="610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 flipH="1" rot="2700000">
            <a:off x="3025430" y="4465666"/>
            <a:ext cx="1417042" cy="236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 flipH="1">
            <a:off x="2179806" y="6392404"/>
            <a:ext cx="610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 flipH="1">
            <a:off x="3238147" y="7044612"/>
            <a:ext cx="610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 rot="1974171">
            <a:off x="3006605" y="6132825"/>
            <a:ext cx="1417115" cy="236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 flipH="1">
            <a:off x="2472888" y="4031458"/>
            <a:ext cx="2367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 flipH="1">
            <a:off x="2472888" y="5765906"/>
            <a:ext cx="2364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5" name="Google Shape;345;p22"/>
          <p:cNvCxnSpPr/>
          <p:nvPr/>
        </p:nvCxnSpPr>
        <p:spPr>
          <a:xfrm rot="10800000">
            <a:off x="4108371" y="7656728"/>
            <a:ext cx="0" cy="53702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6" name="Google Shape;346;p22"/>
          <p:cNvCxnSpPr/>
          <p:nvPr/>
        </p:nvCxnSpPr>
        <p:spPr>
          <a:xfrm rot="10766649">
            <a:off x="2798695" y="7593825"/>
            <a:ext cx="12369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7" name="Google Shape;347;p22"/>
          <p:cNvCxnSpPr/>
          <p:nvPr/>
        </p:nvCxnSpPr>
        <p:spPr>
          <a:xfrm rot="10766649">
            <a:off x="2802657" y="7732851"/>
            <a:ext cx="1236958" cy="53702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8" name="Google Shape;348;p22"/>
          <p:cNvCxnSpPr/>
          <p:nvPr/>
        </p:nvCxnSpPr>
        <p:spPr>
          <a:xfrm flipH="1" rot="-5596429">
            <a:off x="2862167" y="9535083"/>
            <a:ext cx="294180" cy="24219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" name="Google Shape;349;p22"/>
          <p:cNvCxnSpPr/>
          <p:nvPr/>
        </p:nvCxnSpPr>
        <p:spPr>
          <a:xfrm rot="-5594607">
            <a:off x="3316947" y="8610796"/>
            <a:ext cx="1033956" cy="1255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" name="Google Shape;350;p22"/>
          <p:cNvCxnSpPr/>
          <p:nvPr/>
        </p:nvCxnSpPr>
        <p:spPr>
          <a:xfrm rot="-5595117">
            <a:off x="3230943" y="8257157"/>
            <a:ext cx="740392" cy="149790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1" name="Google Shape;351;p22"/>
          <p:cNvSpPr txBox="1"/>
          <p:nvPr/>
        </p:nvSpPr>
        <p:spPr>
          <a:xfrm flipH="1">
            <a:off x="3168164" y="7382813"/>
            <a:ext cx="505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 flipH="1">
            <a:off x="4105729" y="7827220"/>
            <a:ext cx="505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 rot="1347395">
            <a:off x="2803163" y="7984836"/>
            <a:ext cx="1174136" cy="195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 flipH="1" rot="-1782514">
            <a:off x="2913758" y="8816074"/>
            <a:ext cx="1174361" cy="19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 flipH="1">
            <a:off x="2472888" y="7283699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 flipH="1">
            <a:off x="2472888" y="8568532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 flipH="1">
            <a:off x="2525881" y="9592370"/>
            <a:ext cx="505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 flipH="1">
            <a:off x="3757203" y="9290154"/>
            <a:ext cx="505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60" name="Google Shape;36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