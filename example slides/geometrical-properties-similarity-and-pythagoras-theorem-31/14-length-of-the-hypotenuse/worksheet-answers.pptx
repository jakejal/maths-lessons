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f81f2805f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ef81f280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ef81f2805f_0_17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ef81f2805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565910" y="3496961"/>
            <a:ext cx="202200" cy="2022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147578" y="3530877"/>
            <a:ext cx="168300" cy="1683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233821" y="3530877"/>
            <a:ext cx="168300" cy="1683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4484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Squares from the sides of a triangle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 flipH="1">
            <a:off x="468000" y="1831250"/>
            <a:ext cx="6624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area of each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64806"/>
            <a:ext cx="6623999" cy="2871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20"/>
          <p:cNvGrpSpPr/>
          <p:nvPr/>
        </p:nvGrpSpPr>
        <p:grpSpPr>
          <a:xfrm>
            <a:off x="3147725" y="4450968"/>
            <a:ext cx="1029438" cy="263707"/>
            <a:chOff x="3760850" y="3995600"/>
            <a:chExt cx="1320300" cy="338216"/>
          </a:xfrm>
        </p:grpSpPr>
        <p:cxnSp>
          <p:nvCxnSpPr>
            <p:cNvPr id="180" name="Google Shape;180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1" name="Google Shape;181;p20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5454590" y="4327032"/>
            <a:ext cx="732814" cy="263715"/>
            <a:chOff x="3486112" y="3995600"/>
            <a:chExt cx="1869900" cy="338226"/>
          </a:xfrm>
        </p:grpSpPr>
        <p:cxnSp>
          <p:nvCxnSpPr>
            <p:cNvPr id="183" name="Google Shape;183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4" name="Google Shape;184;p20"/>
            <p:cNvSpPr txBox="1"/>
            <p:nvPr/>
          </p:nvSpPr>
          <p:spPr>
            <a:xfrm>
              <a:off x="3486112" y="4028726"/>
              <a:ext cx="18699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4689309" y="3800354"/>
            <a:ext cx="873246" cy="263707"/>
            <a:chOff x="3760850" y="3995600"/>
            <a:chExt cx="1320300" cy="338216"/>
          </a:xfrm>
        </p:grpSpPr>
        <p:cxnSp>
          <p:nvCxnSpPr>
            <p:cNvPr id="186" name="Google Shape;186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7" name="Google Shape;187;p20"/>
            <p:cNvSpPr txBox="1"/>
            <p:nvPr/>
          </p:nvSpPr>
          <p:spPr>
            <a:xfrm>
              <a:off x="3974003" y="4028716"/>
              <a:ext cx="8940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" name="Google Shape;188;p20"/>
          <p:cNvSpPr txBox="1"/>
          <p:nvPr/>
        </p:nvSpPr>
        <p:spPr>
          <a:xfrm>
            <a:off x="2426609" y="4062605"/>
            <a:ext cx="696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 flipH="1" rot="10800000">
            <a:off x="2775117" y="3496884"/>
            <a:ext cx="81300" cy="5226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556258" y="3221760"/>
            <a:ext cx="696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321631" y="4019492"/>
            <a:ext cx="6969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 flipH="1">
            <a:off x="1507027" y="2839452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72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flipH="1">
            <a:off x="3182597" y="3949810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 flipH="1">
            <a:off x="3452106" y="2767294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51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flipH="1">
            <a:off x="5490500" y="3888475"/>
            <a:ext cx="696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flipH="1">
            <a:off x="4759411" y="3106974"/>
            <a:ext cx="732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 flipH="1">
            <a:off x="5896693" y="2909653"/>
            <a:ext cx="732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 flipH="1">
            <a:off x="928467" y="2598653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flipH="1">
            <a:off x="3147441" y="2395122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flipH="1">
            <a:off x="5221612" y="2532635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 flipH="1">
            <a:off x="467919" y="5511092"/>
            <a:ext cx="5985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hypotenuse of each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467998" y="5673981"/>
            <a:ext cx="1963609" cy="2732950"/>
            <a:chOff x="152400" y="1111825"/>
            <a:chExt cx="2787237" cy="3879276"/>
          </a:xfrm>
        </p:grpSpPr>
        <p:sp>
          <p:nvSpPr>
            <p:cNvPr id="203" name="Google Shape;203;p20"/>
            <p:cNvSpPr/>
            <p:nvPr/>
          </p:nvSpPr>
          <p:spPr>
            <a:xfrm>
              <a:off x="2036539" y="3122779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4" name="Google Shape;20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1111825"/>
              <a:ext cx="2787237" cy="3879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20"/>
          <p:cNvGrpSpPr/>
          <p:nvPr/>
        </p:nvGrpSpPr>
        <p:grpSpPr>
          <a:xfrm rot="-8635194">
            <a:off x="2574774" y="6520744"/>
            <a:ext cx="1653777" cy="1912472"/>
            <a:chOff x="3114450" y="1620000"/>
            <a:chExt cx="2915100" cy="3371100"/>
          </a:xfrm>
        </p:grpSpPr>
        <p:sp>
          <p:nvSpPr>
            <p:cNvPr id="206" name="Google Shape;206;p20"/>
            <p:cNvSpPr/>
            <p:nvPr/>
          </p:nvSpPr>
          <p:spPr>
            <a:xfrm>
              <a:off x="4028914" y="3431554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7" name="Google Shape;207;p20"/>
            <p:cNvPicPr preferRelativeResize="0"/>
            <p:nvPr/>
          </p:nvPicPr>
          <p:blipFill rotWithShape="1">
            <a:blip r:embed="rId5">
              <a:alphaModFix/>
            </a:blip>
            <a:srcRect b="0" l="0" r="0" t="13096"/>
            <a:stretch/>
          </p:blipFill>
          <p:spPr>
            <a:xfrm>
              <a:off x="3114450" y="1620000"/>
              <a:ext cx="2915100" cy="3371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20"/>
          <p:cNvGrpSpPr/>
          <p:nvPr/>
        </p:nvGrpSpPr>
        <p:grpSpPr>
          <a:xfrm flipH="1" rot="-8576960">
            <a:off x="3962330" y="5498570"/>
            <a:ext cx="2547016" cy="2788491"/>
            <a:chOff x="6181950" y="1111825"/>
            <a:chExt cx="2809650" cy="3076228"/>
          </a:xfrm>
        </p:grpSpPr>
        <p:sp>
          <p:nvSpPr>
            <p:cNvPr id="209" name="Google Shape;209;p20"/>
            <p:cNvSpPr/>
            <p:nvPr/>
          </p:nvSpPr>
          <p:spPr>
            <a:xfrm>
              <a:off x="7064090" y="2819842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0" name="Google Shape;210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81950" y="1111825"/>
              <a:ext cx="2809650" cy="307622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0"/>
          <p:cNvSpPr txBox="1"/>
          <p:nvPr/>
        </p:nvSpPr>
        <p:spPr>
          <a:xfrm>
            <a:off x="966616" y="7618793"/>
            <a:ext cx="982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103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023504" y="6370013"/>
            <a:ext cx="982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 flipH="1" rot="10800000">
            <a:off x="2207418" y="6656657"/>
            <a:ext cx="224100" cy="3645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0"/>
          <p:cNvSpPr txBox="1"/>
          <p:nvPr/>
        </p:nvSpPr>
        <p:spPr>
          <a:xfrm>
            <a:off x="3066780" y="8069328"/>
            <a:ext cx="9825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" name="Google Shape;215;p20"/>
          <p:cNvGrpSpPr/>
          <p:nvPr/>
        </p:nvGrpSpPr>
        <p:grpSpPr>
          <a:xfrm rot="-3227433">
            <a:off x="3795646" y="7215436"/>
            <a:ext cx="668935" cy="238295"/>
            <a:chOff x="3760850" y="3995600"/>
            <a:chExt cx="1320300" cy="338215"/>
          </a:xfrm>
        </p:grpSpPr>
        <p:cxnSp>
          <p:nvCxnSpPr>
            <p:cNvPr id="216" name="Google Shape;216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7" name="Google Shape;217;p20"/>
            <p:cNvSpPr txBox="1"/>
            <p:nvPr/>
          </p:nvSpPr>
          <p:spPr>
            <a:xfrm>
              <a:off x="3826461" y="4028715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8" name="Google Shape;218;p20"/>
          <p:cNvCxnSpPr/>
          <p:nvPr/>
        </p:nvCxnSpPr>
        <p:spPr>
          <a:xfrm flipH="1" rot="10800000">
            <a:off x="3638296" y="7791410"/>
            <a:ext cx="138000" cy="2475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" name="Google Shape;219;p20"/>
          <p:cNvGrpSpPr/>
          <p:nvPr/>
        </p:nvGrpSpPr>
        <p:grpSpPr>
          <a:xfrm rot="-8579965">
            <a:off x="5095428" y="6341683"/>
            <a:ext cx="949272" cy="238229"/>
            <a:chOff x="3760850" y="3995600"/>
            <a:chExt cx="1320300" cy="338124"/>
          </a:xfrm>
        </p:grpSpPr>
        <p:cxnSp>
          <p:nvCxnSpPr>
            <p:cNvPr id="220" name="Google Shape;220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1" name="Google Shape;221;p20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" name="Google Shape;222;p20"/>
          <p:cNvSpPr txBox="1"/>
          <p:nvPr/>
        </p:nvSpPr>
        <p:spPr>
          <a:xfrm flipH="1">
            <a:off x="836993" y="6564943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 rot="7619817">
            <a:off x="4338543" y="6375100"/>
            <a:ext cx="690677" cy="238229"/>
            <a:chOff x="3760850" y="3995600"/>
            <a:chExt cx="1320300" cy="338124"/>
          </a:xfrm>
        </p:grpSpPr>
        <p:cxnSp>
          <p:nvCxnSpPr>
            <p:cNvPr id="224" name="Google Shape;224;p20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5" name="Google Shape;225;p20"/>
            <p:cNvSpPr txBox="1"/>
            <p:nvPr/>
          </p:nvSpPr>
          <p:spPr>
            <a:xfrm rot="10800000">
              <a:off x="3826456" y="4028624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" name="Google Shape;226;p20"/>
          <p:cNvSpPr txBox="1"/>
          <p:nvPr/>
        </p:nvSpPr>
        <p:spPr>
          <a:xfrm flipH="1">
            <a:off x="895647" y="5948927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144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 flipH="1">
            <a:off x="3243342" y="6762891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100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 flipH="1">
            <a:off x="2583803" y="7374164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169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 flipH="1">
            <a:off x="3042402" y="5889396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 flipH="1">
            <a:off x="658883" y="5876451"/>
            <a:ext cx="210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 flipH="1">
            <a:off x="2823543" y="5889396"/>
            <a:ext cx="210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 flipH="1">
            <a:off x="4698826" y="5786978"/>
            <a:ext cx="210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 flipH="1">
            <a:off x="5432020" y="5869101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144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 flipH="1">
            <a:off x="4010403" y="6063396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81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 flipH="1">
            <a:off x="4802122" y="6973429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225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 flipH="1">
            <a:off x="4802117" y="7668083"/>
            <a:ext cx="867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rot="-3319660">
            <a:off x="6109599" y="1552081"/>
            <a:ext cx="524186" cy="498059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/>
          <p:nvPr/>
        </p:nvSpPr>
        <p:spPr>
          <a:xfrm rot="-2700000">
            <a:off x="3201682" y="1826368"/>
            <a:ext cx="765797" cy="765797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 rot="-5401048">
            <a:off x="487974" y="2454286"/>
            <a:ext cx="983700" cy="93480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 rot="-1840858">
            <a:off x="5618449" y="2380869"/>
            <a:ext cx="1157064" cy="1173170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 rot="-3319977">
            <a:off x="4695300" y="1478818"/>
            <a:ext cx="1083321" cy="1093813"/>
          </a:xfrm>
          <a:prstGeom prst="rect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 rot="-2700000">
            <a:off x="4285542" y="1834428"/>
            <a:ext cx="753493" cy="753493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 flipH="1">
            <a:off x="468000" y="720001"/>
            <a:ext cx="6624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By drawing on any missing squares first and calculating their areas, find the length of the hypotenuse of each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447251" y="3235685"/>
            <a:ext cx="168300" cy="1683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rot="-2700000">
            <a:off x="4044138" y="2259148"/>
            <a:ext cx="168433" cy="168433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70012" t="0"/>
          <a:stretch/>
        </p:blipFill>
        <p:spPr>
          <a:xfrm>
            <a:off x="1365741" y="1822991"/>
            <a:ext cx="1623634" cy="216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23359" l="33526" r="36486" t="0"/>
          <a:stretch/>
        </p:blipFill>
        <p:spPr>
          <a:xfrm rot="-8099995">
            <a:off x="3291716" y="2432991"/>
            <a:ext cx="1623628" cy="16598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1"/>
          <p:cNvGrpSpPr/>
          <p:nvPr/>
        </p:nvGrpSpPr>
        <p:grpSpPr>
          <a:xfrm rot="7522316">
            <a:off x="5291506" y="2112657"/>
            <a:ext cx="1242382" cy="685859"/>
            <a:chOff x="7226400" y="2791350"/>
            <a:chExt cx="1593601" cy="879750"/>
          </a:xfrm>
        </p:grpSpPr>
        <p:sp>
          <p:nvSpPr>
            <p:cNvPr id="254" name="Google Shape;254;p21"/>
            <p:cNvSpPr/>
            <p:nvPr/>
          </p:nvSpPr>
          <p:spPr>
            <a:xfrm>
              <a:off x="7368317" y="3353287"/>
              <a:ext cx="216000" cy="216000"/>
            </a:xfrm>
            <a:prstGeom prst="rect">
              <a:avLst/>
            </a:prstGeom>
            <a:noFill/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55" name="Google Shape;255;p21"/>
            <p:cNvPicPr preferRelativeResize="0"/>
            <p:nvPr/>
          </p:nvPicPr>
          <p:blipFill rotWithShape="1">
            <a:blip r:embed="rId3">
              <a:alphaModFix/>
            </a:blip>
            <a:srcRect b="23360" l="75337" r="1714" t="44967"/>
            <a:stretch/>
          </p:blipFill>
          <p:spPr>
            <a:xfrm>
              <a:off x="7226400" y="2791350"/>
              <a:ext cx="1593601" cy="879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" name="Google Shape;256;p21"/>
          <p:cNvGrpSpPr/>
          <p:nvPr/>
        </p:nvGrpSpPr>
        <p:grpSpPr>
          <a:xfrm rot="8100000">
            <a:off x="3352779" y="2201634"/>
            <a:ext cx="734178" cy="263632"/>
            <a:chOff x="3760850" y="3995600"/>
            <a:chExt cx="1320300" cy="338077"/>
          </a:xfrm>
        </p:grpSpPr>
        <p:cxnSp>
          <p:nvCxnSpPr>
            <p:cNvPr id="257" name="Google Shape;257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8" name="Google Shape;258;p21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1"/>
          <p:cNvGrpSpPr/>
          <p:nvPr/>
        </p:nvGrpSpPr>
        <p:grpSpPr>
          <a:xfrm rot="-8100000">
            <a:off x="4165500" y="2201492"/>
            <a:ext cx="734178" cy="263632"/>
            <a:chOff x="3760850" y="3995600"/>
            <a:chExt cx="1320300" cy="338077"/>
          </a:xfrm>
        </p:grpSpPr>
        <p:cxnSp>
          <p:nvCxnSpPr>
            <p:cNvPr id="260" name="Google Shape;260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1" name="Google Shape;261;p21"/>
            <p:cNvSpPr txBox="1"/>
            <p:nvPr/>
          </p:nvSpPr>
          <p:spPr>
            <a:xfrm rot="10800000">
              <a:off x="3826573" y="4028577"/>
              <a:ext cx="1189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" name="Google Shape;262;p21"/>
          <p:cNvGrpSpPr/>
          <p:nvPr/>
        </p:nvGrpSpPr>
        <p:grpSpPr>
          <a:xfrm rot="-8745917">
            <a:off x="5957922" y="1715956"/>
            <a:ext cx="728755" cy="263602"/>
            <a:chOff x="3529161" y="3995600"/>
            <a:chExt cx="1784100" cy="338071"/>
          </a:xfrm>
        </p:grpSpPr>
        <p:cxnSp>
          <p:nvCxnSpPr>
            <p:cNvPr id="263" name="Google Shape;263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4" name="Google Shape;264;p21"/>
            <p:cNvSpPr txBox="1"/>
            <p:nvPr/>
          </p:nvSpPr>
          <p:spPr>
            <a:xfrm rot="10800000">
              <a:off x="3529161" y="4028571"/>
              <a:ext cx="17841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5" name="Google Shape;265;p21"/>
          <p:cNvGrpSpPr/>
          <p:nvPr/>
        </p:nvGrpSpPr>
        <p:grpSpPr>
          <a:xfrm rot="7509693">
            <a:off x="4930569" y="2055881"/>
            <a:ext cx="1122252" cy="272688"/>
            <a:chOff x="3760850" y="3995600"/>
            <a:chExt cx="1320300" cy="338067"/>
          </a:xfrm>
        </p:grpSpPr>
        <p:cxnSp>
          <p:nvCxnSpPr>
            <p:cNvPr id="266" name="Google Shape;266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" name="Google Shape;267;p21"/>
            <p:cNvSpPr txBox="1"/>
            <p:nvPr/>
          </p:nvSpPr>
          <p:spPr>
            <a:xfrm rot="10800000">
              <a:off x="3954170" y="4028567"/>
              <a:ext cx="9342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" name="Google Shape;268;p21"/>
          <p:cNvSpPr txBox="1"/>
          <p:nvPr/>
        </p:nvSpPr>
        <p:spPr>
          <a:xfrm>
            <a:off x="1900997" y="3683812"/>
            <a:ext cx="7053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76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>
            <a:off x="1691132" y="3683812"/>
            <a:ext cx="339600" cy="83400"/>
          </a:xfrm>
          <a:prstGeom prst="straightConnector1">
            <a:avLst/>
          </a:prstGeom>
          <a:noFill/>
          <a:ln cap="flat" cmpd="sng" w="381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0" name="Google Shape;270;p21"/>
          <p:cNvGrpSpPr/>
          <p:nvPr/>
        </p:nvGrpSpPr>
        <p:grpSpPr>
          <a:xfrm rot="5400000">
            <a:off x="577795" y="2624381"/>
            <a:ext cx="982303" cy="593565"/>
            <a:chOff x="3760850" y="3995600"/>
            <a:chExt cx="1320300" cy="728301"/>
          </a:xfrm>
        </p:grpSpPr>
        <p:cxnSp>
          <p:nvCxnSpPr>
            <p:cNvPr id="271" name="Google Shape;271;p21"/>
            <p:cNvCxnSpPr/>
            <p:nvPr/>
          </p:nvCxnSpPr>
          <p:spPr>
            <a:xfrm>
              <a:off x="3760850" y="3995600"/>
              <a:ext cx="13203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2" name="Google Shape;272;p21"/>
            <p:cNvSpPr txBox="1"/>
            <p:nvPr/>
          </p:nvSpPr>
          <p:spPr>
            <a:xfrm rot="-5400000">
              <a:off x="4057117" y="4192751"/>
              <a:ext cx="728100" cy="33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" name="Google Shape;273;p21"/>
          <p:cNvSpPr txBox="1"/>
          <p:nvPr/>
        </p:nvSpPr>
        <p:spPr>
          <a:xfrm flipH="1">
            <a:off x="3648642" y="3313930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 flipH="1">
            <a:off x="1765101" y="2083081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400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 flipH="1">
            <a:off x="3651481" y="2720251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841 cm²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 flipH="1" rot="-1831094">
            <a:off x="5534080" y="2443922"/>
            <a:ext cx="959409" cy="252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 flipH="1">
            <a:off x="1670931" y="2704086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 flipH="1">
            <a:off x="1447117" y="1977836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 flipH="1">
            <a:off x="3367139" y="2779661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 flipH="1">
            <a:off x="5137709" y="2744956"/>
            <a:ext cx="233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 flipH="1">
            <a:off x="3084249" y="1924191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400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 flipH="1">
            <a:off x="4166626" y="1902926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441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 flipH="1">
            <a:off x="6030976" y="1431624"/>
            <a:ext cx="8028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49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 flipH="1">
            <a:off x="4821552" y="1639994"/>
            <a:ext cx="959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576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 flipH="1">
            <a:off x="5598676" y="3054015"/>
            <a:ext cx="1235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625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 flipH="1">
            <a:off x="512481" y="3136708"/>
            <a:ext cx="705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324 cm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²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>
            <a:off x="474757" y="40393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21"/>
          <p:cNvSpPr/>
          <p:nvPr/>
        </p:nvSpPr>
        <p:spPr>
          <a:xfrm>
            <a:off x="1565198" y="5327749"/>
            <a:ext cx="141600" cy="1416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565203" y="4942944"/>
            <a:ext cx="1626000" cy="523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68000" y="415695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Pythagoras’ theorem to find the hypotenuse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 rot="10799370">
            <a:off x="1567095" y="5544814"/>
            <a:ext cx="16365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2" name="Google Shape;292;p21"/>
          <p:cNvSpPr txBox="1"/>
          <p:nvPr/>
        </p:nvSpPr>
        <p:spPr>
          <a:xfrm flipH="1">
            <a:off x="1835169" y="5562034"/>
            <a:ext cx="11121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 rot="-5515258">
            <a:off x="1190781" y="5216469"/>
            <a:ext cx="581727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4" name="Google Shape;294;p21"/>
          <p:cNvSpPr txBox="1"/>
          <p:nvPr/>
        </p:nvSpPr>
        <p:spPr>
          <a:xfrm flipH="1" rot="43513">
            <a:off x="904132" y="5175438"/>
            <a:ext cx="545144" cy="79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1"/>
          <p:cNvCxnSpPr/>
          <p:nvPr/>
        </p:nvCxnSpPr>
        <p:spPr>
          <a:xfrm rot="1077906">
            <a:off x="1529673" y="5102689"/>
            <a:ext cx="1746869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6" name="Google Shape;296;p21"/>
          <p:cNvSpPr txBox="1"/>
          <p:nvPr/>
        </p:nvSpPr>
        <p:spPr>
          <a:xfrm flipH="1" rot="1091004">
            <a:off x="1753543" y="4848195"/>
            <a:ext cx="1404539" cy="266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6026640" y="4712233"/>
            <a:ext cx="255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498892" y="4712233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4251959" y="4712233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4885356" y="4712233"/>
            <a:ext cx="255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5375425" y="4712233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 flipH="1">
            <a:off x="4668389" y="4635699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 flipH="1">
            <a:off x="5793975" y="4635699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 flipH="1">
            <a:off x="6919550" y="4635699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 flipH="1">
            <a:off x="6505563" y="4714877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 flipH="1">
            <a:off x="5386029" y="4714877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 flipH="1">
            <a:off x="4264849" y="4714877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026640" y="5731687"/>
            <a:ext cx="255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+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6498892" y="5731687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251959" y="5731687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885356" y="5731687"/>
            <a:ext cx="255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5375425" y="5731687"/>
            <a:ext cx="416400" cy="391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 flipH="1">
            <a:off x="4668389" y="5655152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 flipH="1">
            <a:off x="5793975" y="5655152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 flipH="1">
            <a:off x="6919550" y="5655152"/>
            <a:ext cx="167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 flipH="1">
            <a:off x="6505563" y="5734330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 flipH="1">
            <a:off x="5386029" y="5734330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 flipH="1">
            <a:off x="4264849" y="5734330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 flipH="1">
            <a:off x="5386029" y="5223278"/>
            <a:ext cx="395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320" name="Google Shape;320;p21" title="the square root of"/>
          <p:cNvPicPr preferRelativeResize="0"/>
          <p:nvPr/>
        </p:nvPicPr>
        <p:blipFill rotWithShape="1">
          <a:blip r:embed="rId4">
            <a:alphaModFix/>
          </a:blip>
          <a:srcRect b="0" l="0" r="58418" t="0"/>
          <a:stretch/>
        </p:blipFill>
        <p:spPr>
          <a:xfrm>
            <a:off x="3604368" y="8636573"/>
            <a:ext cx="469021" cy="21997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/>
          <p:nvPr/>
        </p:nvSpPr>
        <p:spPr>
          <a:xfrm rot="-1823766">
            <a:off x="1782796" y="8756239"/>
            <a:ext cx="150600" cy="149931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/>
          <p:nvPr/>
        </p:nvSpPr>
        <p:spPr>
          <a:xfrm rot="-1827888">
            <a:off x="1567345" y="7969792"/>
            <a:ext cx="1181636" cy="709468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3" name="Google Shape;323;p21"/>
          <p:cNvCxnSpPr/>
          <p:nvPr/>
        </p:nvCxnSpPr>
        <p:spPr>
          <a:xfrm rot="8971628">
            <a:off x="1802188" y="8719924"/>
            <a:ext cx="1189043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" name="Google Shape;324;p21"/>
          <p:cNvSpPr txBox="1"/>
          <p:nvPr/>
        </p:nvSpPr>
        <p:spPr>
          <a:xfrm flipH="1" rot="-1827609">
            <a:off x="2092445" y="8715004"/>
            <a:ext cx="807790" cy="331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1"/>
          <p:cNvCxnSpPr/>
          <p:nvPr/>
        </p:nvCxnSpPr>
        <p:spPr>
          <a:xfrm rot="-7289680">
            <a:off x="1168582" y="8693701"/>
            <a:ext cx="788447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6" name="Google Shape;326;p21"/>
          <p:cNvSpPr txBox="1"/>
          <p:nvPr/>
        </p:nvSpPr>
        <p:spPr>
          <a:xfrm flipH="1" rot="-1745470">
            <a:off x="987917" y="8798403"/>
            <a:ext cx="593582" cy="10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7" name="Google Shape;327;p21"/>
          <p:cNvCxnSpPr/>
          <p:nvPr/>
        </p:nvCxnSpPr>
        <p:spPr>
          <a:xfrm rot="43116">
            <a:off x="1431026" y="8207163"/>
            <a:ext cx="1411311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8" name="Google Shape;328;p21"/>
          <p:cNvSpPr txBox="1"/>
          <p:nvPr/>
        </p:nvSpPr>
        <p:spPr>
          <a:xfrm flipH="1" rot="41586">
            <a:off x="1403397" y="7923749"/>
            <a:ext cx="1463207" cy="278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1"/>
          <p:cNvGrpSpPr/>
          <p:nvPr/>
        </p:nvGrpSpPr>
        <p:grpSpPr>
          <a:xfrm>
            <a:off x="3610561" y="7900930"/>
            <a:ext cx="1780452" cy="487703"/>
            <a:chOff x="693225" y="4205805"/>
            <a:chExt cx="2127438" cy="582750"/>
          </a:xfrm>
        </p:grpSpPr>
        <p:sp>
          <p:nvSpPr>
            <p:cNvPr id="330" name="Google Shape;330;p21"/>
            <p:cNvSpPr/>
            <p:nvPr/>
          </p:nvSpPr>
          <p:spPr>
            <a:xfrm>
              <a:off x="6932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1481513" y="4301055"/>
              <a:ext cx="3180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2091425" y="4301055"/>
              <a:ext cx="518400" cy="4875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3" name="Google Shape;333;p21"/>
            <p:cNvSpPr txBox="1"/>
            <p:nvPr/>
          </p:nvSpPr>
          <p:spPr>
            <a:xfrm flipH="1">
              <a:off x="1211625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4" name="Google Shape;334;p21"/>
            <p:cNvSpPr txBox="1"/>
            <p:nvPr/>
          </p:nvSpPr>
          <p:spPr>
            <a:xfrm flipH="1">
              <a:off x="2612463" y="4205805"/>
              <a:ext cx="208200" cy="2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5" name="Google Shape;335;p21"/>
          <p:cNvSpPr txBox="1"/>
          <p:nvPr/>
        </p:nvSpPr>
        <p:spPr>
          <a:xfrm flipH="1">
            <a:off x="3619753" y="7986224"/>
            <a:ext cx="411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 flipH="1">
            <a:off x="3727338" y="8647076"/>
            <a:ext cx="25755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296 = 2  74 = 17.20465…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 flipH="1">
            <a:off x="4790266" y="7986224"/>
            <a:ext cx="411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 flipH="1">
            <a:off x="5507005" y="7986218"/>
            <a:ext cx="7629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296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\ \ \ \ \ \ \ \ \ \ \ \ \ \ \ \ \ \ \ \ \ \ }&quot;&gt;&lt;msqr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sqrt&gt;&lt;/math&gt;" id="339" name="Google Shape;339;p21" title="the square root of"/>
          <p:cNvPicPr preferRelativeResize="0"/>
          <p:nvPr/>
        </p:nvPicPr>
        <p:blipFill rotWithShape="1">
          <a:blip r:embed="rId4">
            <a:alphaModFix/>
          </a:blip>
          <a:srcRect b="0" l="0" r="67236" t="0"/>
          <a:stretch/>
        </p:blipFill>
        <p:spPr>
          <a:xfrm>
            <a:off x="4251764" y="8636573"/>
            <a:ext cx="369555" cy="21997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1"/>
          <p:cNvSpPr txBox="1"/>
          <p:nvPr/>
        </p:nvSpPr>
        <p:spPr>
          <a:xfrm flipH="1">
            <a:off x="3619752" y="9133692"/>
            <a:ext cx="2337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= 17.2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 flipH="1">
            <a:off x="462800" y="7600725"/>
            <a:ext cx="6624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Show that the hypotenuse of this triangle is 17.2 cm (1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 flipH="1">
            <a:off x="462900" y="4494625"/>
            <a:ext cx="2957100" cy="28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This is a right-angled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Pythagoras’ theorem can be written as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², where c is the hypotenuse of the triangle.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to complete the Pythagoras’ theorem equation for this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Length of the hypotenuse</a:t>
            </a:r>
            <a:endParaRPr/>
          </a:p>
        </p:txBody>
      </p:sp>
      <p:grpSp>
        <p:nvGrpSpPr>
          <p:cNvPr id="349" name="Google Shape;349;p22"/>
          <p:cNvGrpSpPr/>
          <p:nvPr/>
        </p:nvGrpSpPr>
        <p:grpSpPr>
          <a:xfrm>
            <a:off x="2715288" y="1205293"/>
            <a:ext cx="2060552" cy="2678536"/>
            <a:chOff x="3155574" y="1258400"/>
            <a:chExt cx="2669800" cy="2000400"/>
          </a:xfrm>
        </p:grpSpPr>
        <p:cxnSp>
          <p:nvCxnSpPr>
            <p:cNvPr id="350" name="Google Shape;350;p22"/>
            <p:cNvCxnSpPr/>
            <p:nvPr/>
          </p:nvCxnSpPr>
          <p:spPr>
            <a:xfrm>
              <a:off x="3155574" y="1258400"/>
              <a:ext cx="0" cy="2000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22"/>
            <p:cNvCxnSpPr/>
            <p:nvPr/>
          </p:nvCxnSpPr>
          <p:spPr>
            <a:xfrm>
              <a:off x="5825374" y="1258400"/>
              <a:ext cx="0" cy="2000400"/>
            </a:xfrm>
            <a:prstGeom prst="straightConnector1">
              <a:avLst/>
            </a:prstGeom>
            <a:noFill/>
            <a:ln cap="flat" cmpd="sng" w="28575">
              <a:solidFill>
                <a:srgbClr val="57575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2" name="Google Shape;352;p22"/>
          <p:cNvSpPr/>
          <p:nvPr/>
        </p:nvSpPr>
        <p:spPr>
          <a:xfrm>
            <a:off x="1094476" y="2205303"/>
            <a:ext cx="111000" cy="1101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1094481" y="1556020"/>
            <a:ext cx="1157400" cy="75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 flipH="1">
            <a:off x="529902" y="720000"/>
            <a:ext cx="65574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Match each triangle to its corresponding square of the hypotenuse and length of the hypotenuse.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5" name="Google Shape;355;p22"/>
          <p:cNvCxnSpPr/>
          <p:nvPr/>
        </p:nvCxnSpPr>
        <p:spPr>
          <a:xfrm rot="10798229">
            <a:off x="1095733" y="2423962"/>
            <a:ext cx="11649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6" name="Google Shape;356;p22"/>
          <p:cNvSpPr txBox="1"/>
          <p:nvPr/>
        </p:nvSpPr>
        <p:spPr>
          <a:xfrm flipH="1">
            <a:off x="1286784" y="2416514"/>
            <a:ext cx="7914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2"/>
          <p:cNvCxnSpPr/>
          <p:nvPr/>
        </p:nvCxnSpPr>
        <p:spPr>
          <a:xfrm rot="-5456573">
            <a:off x="615739" y="1950347"/>
            <a:ext cx="838614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8" name="Google Shape;358;p22"/>
          <p:cNvSpPr txBox="1"/>
          <p:nvPr/>
        </p:nvSpPr>
        <p:spPr>
          <a:xfrm flipH="1" rot="90700">
            <a:off x="477489" y="1889216"/>
            <a:ext cx="534486" cy="11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9" name="Google Shape;359;p22"/>
          <p:cNvCxnSpPr/>
          <p:nvPr/>
        </p:nvCxnSpPr>
        <p:spPr>
          <a:xfrm rot="1997750">
            <a:off x="983376" y="1786255"/>
            <a:ext cx="1414852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0" name="Google Shape;360;p22"/>
          <p:cNvSpPr txBox="1"/>
          <p:nvPr/>
        </p:nvSpPr>
        <p:spPr>
          <a:xfrm flipH="1" rot="1987249">
            <a:off x="1204416" y="1541165"/>
            <a:ext cx="1122242" cy="25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2"/>
          <p:cNvSpPr/>
          <p:nvPr/>
        </p:nvSpPr>
        <p:spPr>
          <a:xfrm rot="7200044">
            <a:off x="3730288" y="1481659"/>
            <a:ext cx="149997" cy="149587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/>
          <p:nvPr/>
        </p:nvSpPr>
        <p:spPr>
          <a:xfrm rot="7200463">
            <a:off x="3106446" y="1846050"/>
            <a:ext cx="1273503" cy="64661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3" name="Google Shape;363;p22"/>
          <p:cNvCxnSpPr/>
          <p:nvPr/>
        </p:nvCxnSpPr>
        <p:spPr>
          <a:xfrm rot="-3600834">
            <a:off x="2735399" y="1963541"/>
            <a:ext cx="1281538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4" name="Google Shape;364;p22"/>
          <p:cNvSpPr txBox="1"/>
          <p:nvPr/>
        </p:nvSpPr>
        <p:spPr>
          <a:xfrm flipH="1" rot="-3599878">
            <a:off x="2789184" y="1730416"/>
            <a:ext cx="870547" cy="302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2"/>
          <p:cNvCxnSpPr/>
          <p:nvPr/>
        </p:nvCxnSpPr>
        <p:spPr>
          <a:xfrm rot="1726700">
            <a:off x="3746134" y="1529631"/>
            <a:ext cx="719119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6" name="Google Shape;366;p22"/>
          <p:cNvSpPr txBox="1"/>
          <p:nvPr/>
        </p:nvSpPr>
        <p:spPr>
          <a:xfrm flipH="1" rot="1751624">
            <a:off x="3853484" y="1383626"/>
            <a:ext cx="587989" cy="9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2"/>
          <p:cNvCxnSpPr/>
          <p:nvPr/>
        </p:nvCxnSpPr>
        <p:spPr>
          <a:xfrm rot="8826348">
            <a:off x="3111881" y="2248981"/>
            <a:ext cx="1461637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8" name="Google Shape;368;p22"/>
          <p:cNvSpPr txBox="1"/>
          <p:nvPr/>
        </p:nvSpPr>
        <p:spPr>
          <a:xfrm flipH="1" rot="-1972726">
            <a:off x="3354849" y="2222852"/>
            <a:ext cx="1122382" cy="25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12.1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69" name="Google Shape;369;p22"/>
          <p:cNvGrpSpPr/>
          <p:nvPr/>
        </p:nvGrpSpPr>
        <p:grpSpPr>
          <a:xfrm rot="9900241">
            <a:off x="4754189" y="1457246"/>
            <a:ext cx="2209871" cy="845938"/>
            <a:chOff x="6025245" y="1737804"/>
            <a:chExt cx="2863329" cy="1096082"/>
          </a:xfrm>
        </p:grpSpPr>
        <p:sp>
          <p:nvSpPr>
            <p:cNvPr id="370" name="Google Shape;370;p22"/>
            <p:cNvSpPr/>
            <p:nvPr/>
          </p:nvSpPr>
          <p:spPr>
            <a:xfrm flipH="1">
              <a:off x="7887896" y="2238110"/>
              <a:ext cx="176400" cy="176400"/>
            </a:xfrm>
            <a:prstGeom prst="rect">
              <a:avLst/>
            </a:prstGeom>
            <a:noFill/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 flipH="1">
              <a:off x="6040490" y="1759204"/>
              <a:ext cx="2023800" cy="6510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2" name="Google Shape;372;p22"/>
            <p:cNvCxnSpPr/>
            <p:nvPr/>
          </p:nvCxnSpPr>
          <p:spPr>
            <a:xfrm rot="506">
              <a:off x="6025245" y="2508218"/>
              <a:ext cx="2036700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3" name="Google Shape;373;p22"/>
            <p:cNvSpPr txBox="1"/>
            <p:nvPr/>
          </p:nvSpPr>
          <p:spPr>
            <a:xfrm rot="10800000">
              <a:off x="6344253" y="2529686"/>
              <a:ext cx="13839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4" name="Google Shape;374;p22"/>
            <p:cNvCxnSpPr/>
            <p:nvPr/>
          </p:nvCxnSpPr>
          <p:spPr>
            <a:xfrm rot="-5284597">
              <a:off x="7806294" y="2099604"/>
              <a:ext cx="724008" cy="0"/>
            </a:xfrm>
            <a:prstGeom prst="straightConnector1">
              <a:avLst/>
            </a:prstGeom>
            <a:noFill/>
            <a:ln cap="flat" cmpd="sng" w="28575">
              <a:solidFill>
                <a:srgbClr val="80808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5" name="Google Shape;375;p22"/>
            <p:cNvSpPr txBox="1"/>
            <p:nvPr/>
          </p:nvSpPr>
          <p:spPr>
            <a:xfrm rot="10755909">
              <a:off x="8208596" y="2048497"/>
              <a:ext cx="678356" cy="99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6" name="Google Shape;376;p22"/>
          <p:cNvSpPr txBox="1"/>
          <p:nvPr/>
        </p:nvSpPr>
        <p:spPr>
          <a:xfrm flipH="1">
            <a:off x="536150" y="1291188"/>
            <a:ext cx="308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 flipH="1">
            <a:off x="3095788" y="1291188"/>
            <a:ext cx="308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 flipH="1">
            <a:off x="5049063" y="1291188"/>
            <a:ext cx="308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9" name="Google Shape;379;p22"/>
          <p:cNvGrpSpPr/>
          <p:nvPr/>
        </p:nvGrpSpPr>
        <p:grpSpPr>
          <a:xfrm>
            <a:off x="3228639" y="2852483"/>
            <a:ext cx="978696" cy="263029"/>
            <a:chOff x="5520325" y="4486950"/>
            <a:chExt cx="1182000" cy="340800"/>
          </a:xfrm>
        </p:grpSpPr>
        <p:sp>
          <p:nvSpPr>
            <p:cNvPr id="380" name="Google Shape;380;p22"/>
            <p:cNvSpPr/>
            <p:nvPr/>
          </p:nvSpPr>
          <p:spPr>
            <a:xfrm>
              <a:off x="5520325" y="4486950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146 cm²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2" name="Google Shape;382;p22"/>
          <p:cNvGrpSpPr/>
          <p:nvPr/>
        </p:nvGrpSpPr>
        <p:grpSpPr>
          <a:xfrm>
            <a:off x="5609166" y="2852425"/>
            <a:ext cx="978730" cy="263037"/>
            <a:chOff x="5520325" y="4486940"/>
            <a:chExt cx="1268113" cy="340810"/>
          </a:xfrm>
        </p:grpSpPr>
        <p:sp>
          <p:nvSpPr>
            <p:cNvPr id="383" name="Google Shape;383;p22"/>
            <p:cNvSpPr/>
            <p:nvPr/>
          </p:nvSpPr>
          <p:spPr>
            <a:xfrm>
              <a:off x="5520338" y="4486940"/>
              <a:ext cx="1268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173 cm²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5" name="Google Shape;385;p22"/>
          <p:cNvGrpSpPr/>
          <p:nvPr/>
        </p:nvGrpSpPr>
        <p:grpSpPr>
          <a:xfrm>
            <a:off x="1099375" y="2852425"/>
            <a:ext cx="978720" cy="263037"/>
            <a:chOff x="5520320" y="4486940"/>
            <a:chExt cx="1268100" cy="340810"/>
          </a:xfrm>
        </p:grpSpPr>
        <p:sp>
          <p:nvSpPr>
            <p:cNvPr id="386" name="Google Shape;386;p22"/>
            <p:cNvSpPr/>
            <p:nvPr/>
          </p:nvSpPr>
          <p:spPr>
            <a:xfrm>
              <a:off x="5520320" y="4486940"/>
              <a:ext cx="1268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149 cm²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8" name="Google Shape;388;p22"/>
          <p:cNvGrpSpPr/>
          <p:nvPr/>
        </p:nvGrpSpPr>
        <p:grpSpPr>
          <a:xfrm>
            <a:off x="1099375" y="3316723"/>
            <a:ext cx="978720" cy="263031"/>
            <a:chOff x="5520320" y="4486950"/>
            <a:chExt cx="1268100" cy="340802"/>
          </a:xfrm>
        </p:grpSpPr>
        <p:sp>
          <p:nvSpPr>
            <p:cNvPr id="389" name="Google Shape;389;p22"/>
            <p:cNvSpPr/>
            <p:nvPr/>
          </p:nvSpPr>
          <p:spPr>
            <a:xfrm>
              <a:off x="5520320" y="4486952"/>
              <a:ext cx="12681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12.2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1" name="Google Shape;391;p22"/>
          <p:cNvGrpSpPr/>
          <p:nvPr/>
        </p:nvGrpSpPr>
        <p:grpSpPr>
          <a:xfrm>
            <a:off x="5609274" y="3304956"/>
            <a:ext cx="978696" cy="263039"/>
            <a:chOff x="5520325" y="4486950"/>
            <a:chExt cx="1182000" cy="340813"/>
          </a:xfrm>
        </p:grpSpPr>
        <p:sp>
          <p:nvSpPr>
            <p:cNvPr id="392" name="Google Shape;392;p22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13.2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4" name="Google Shape;394;p22"/>
          <p:cNvGrpSpPr/>
          <p:nvPr/>
        </p:nvGrpSpPr>
        <p:grpSpPr>
          <a:xfrm>
            <a:off x="3228639" y="3304956"/>
            <a:ext cx="978696" cy="263039"/>
            <a:chOff x="5520325" y="4486950"/>
            <a:chExt cx="1182000" cy="340813"/>
          </a:xfrm>
        </p:grpSpPr>
        <p:sp>
          <p:nvSpPr>
            <p:cNvPr id="395" name="Google Shape;395;p22"/>
            <p:cNvSpPr/>
            <p:nvPr/>
          </p:nvSpPr>
          <p:spPr>
            <a:xfrm>
              <a:off x="5520325" y="4486963"/>
              <a:ext cx="1182000" cy="3408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      12.1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>
              <a:off x="5520325" y="4486950"/>
              <a:ext cx="340800" cy="3408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7" name="Google Shape;397;p22"/>
          <p:cNvSpPr txBox="1"/>
          <p:nvPr/>
        </p:nvSpPr>
        <p:spPr>
          <a:xfrm flipH="1">
            <a:off x="467852" y="4098428"/>
            <a:ext cx="15603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these triangles have two lengths that sum to 64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Starting with the shortest, put the hypotenuses of the triangles in order of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2899765" y="6691970"/>
            <a:ext cx="236700" cy="23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2899755" y="6093496"/>
            <a:ext cx="1287300" cy="83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2971805" y="5147085"/>
            <a:ext cx="236700" cy="236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2971805" y="4269607"/>
            <a:ext cx="1114500" cy="1113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2" name="Google Shape;402;p22"/>
          <p:cNvCxnSpPr/>
          <p:nvPr/>
        </p:nvCxnSpPr>
        <p:spPr>
          <a:xfrm>
            <a:off x="2853265" y="4269607"/>
            <a:ext cx="0" cy="11133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3" name="Google Shape;403;p22"/>
          <p:cNvCxnSpPr/>
          <p:nvPr/>
        </p:nvCxnSpPr>
        <p:spPr>
          <a:xfrm>
            <a:off x="2971805" y="5501440"/>
            <a:ext cx="11145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04" name="Google Shape;404;p22"/>
          <p:cNvCxnSpPr/>
          <p:nvPr/>
        </p:nvCxnSpPr>
        <p:spPr>
          <a:xfrm>
            <a:off x="3090345" y="4151067"/>
            <a:ext cx="1114500" cy="11133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5" name="Google Shape;405;p22"/>
          <p:cNvSpPr txBox="1"/>
          <p:nvPr/>
        </p:nvSpPr>
        <p:spPr>
          <a:xfrm flipH="1">
            <a:off x="2250213" y="4707947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 flipH="1">
            <a:off x="3223752" y="5501440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 flipH="1" rot="2700000">
            <a:off x="3025430" y="4465666"/>
            <a:ext cx="1417042" cy="236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 flipH="1">
            <a:off x="2179806" y="6392404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 flipH="1">
            <a:off x="3238147" y="7044612"/>
            <a:ext cx="610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 rot="1974171">
            <a:off x="2976905" y="6144837"/>
            <a:ext cx="1417115" cy="236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 flipH="1">
            <a:off x="2472888" y="4031458"/>
            <a:ext cx="2367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 flipH="1">
            <a:off x="2472888" y="5765906"/>
            <a:ext cx="2364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 flipH="1">
            <a:off x="4607380" y="4589407"/>
            <a:ext cx="2469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w = 45.25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 flipH="1">
            <a:off x="4607380" y="6326278"/>
            <a:ext cx="2469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x = 45.61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5" name="Google Shape;415;p22"/>
          <p:cNvSpPr/>
          <p:nvPr/>
        </p:nvSpPr>
        <p:spPr>
          <a:xfrm rot="10763150">
            <a:off x="3841213" y="7657950"/>
            <a:ext cx="195911" cy="195911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2"/>
          <p:cNvSpPr/>
          <p:nvPr/>
        </p:nvSpPr>
        <p:spPr>
          <a:xfrm rot="10766649">
            <a:off x="2801988" y="7663397"/>
            <a:ext cx="1236958" cy="537024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7" name="Google Shape;417;p22"/>
          <p:cNvCxnSpPr/>
          <p:nvPr/>
        </p:nvCxnSpPr>
        <p:spPr>
          <a:xfrm rot="10800000">
            <a:off x="4108371" y="7656728"/>
            <a:ext cx="0" cy="537024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8" name="Google Shape;418;p22"/>
          <p:cNvCxnSpPr/>
          <p:nvPr/>
        </p:nvCxnSpPr>
        <p:spPr>
          <a:xfrm rot="10766649">
            <a:off x="2798695" y="7593825"/>
            <a:ext cx="1236958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9" name="Google Shape;419;p22"/>
          <p:cNvCxnSpPr/>
          <p:nvPr/>
        </p:nvCxnSpPr>
        <p:spPr>
          <a:xfrm rot="10766649">
            <a:off x="2802657" y="7732851"/>
            <a:ext cx="1236958" cy="537024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0" name="Google Shape;420;p22"/>
          <p:cNvSpPr/>
          <p:nvPr/>
        </p:nvSpPr>
        <p:spPr>
          <a:xfrm rot="-2558700">
            <a:off x="3092432" y="9508135"/>
            <a:ext cx="196176" cy="196176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2"/>
          <p:cNvSpPr/>
          <p:nvPr/>
        </p:nvSpPr>
        <p:spPr>
          <a:xfrm rot="-2563244">
            <a:off x="2839531" y="8862036"/>
            <a:ext cx="1626855" cy="380651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2" name="Google Shape;422;p22"/>
          <p:cNvCxnSpPr/>
          <p:nvPr/>
        </p:nvCxnSpPr>
        <p:spPr>
          <a:xfrm flipH="1" rot="-5596429">
            <a:off x="2862167" y="9535083"/>
            <a:ext cx="294180" cy="242193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3" name="Google Shape;423;p22"/>
          <p:cNvCxnSpPr/>
          <p:nvPr/>
        </p:nvCxnSpPr>
        <p:spPr>
          <a:xfrm rot="-5594607">
            <a:off x="3316947" y="8610796"/>
            <a:ext cx="1033956" cy="1255714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4" name="Google Shape;424;p22"/>
          <p:cNvCxnSpPr/>
          <p:nvPr/>
        </p:nvCxnSpPr>
        <p:spPr>
          <a:xfrm rot="-5595117">
            <a:off x="3230943" y="8257157"/>
            <a:ext cx="740392" cy="1497908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5" name="Google Shape;425;p22"/>
          <p:cNvSpPr txBox="1"/>
          <p:nvPr/>
        </p:nvSpPr>
        <p:spPr>
          <a:xfrm flipH="1">
            <a:off x="3168164" y="7382813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 flipH="1">
            <a:off x="4105729" y="7827220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 rot="1347395">
            <a:off x="2803163" y="7984836"/>
            <a:ext cx="1174136" cy="195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 flipH="1" rot="-1782514">
            <a:off x="2913758" y="8816074"/>
            <a:ext cx="1174361" cy="19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hypotenuse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 flipH="1">
            <a:off x="2472888" y="7283699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 flipH="1">
            <a:off x="2472888" y="8568532"/>
            <a:ext cx="19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 flipH="1">
            <a:off x="2525881" y="9592370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 flipH="1">
            <a:off x="3757203" y="9290154"/>
            <a:ext cx="505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 flipH="1">
            <a:off x="4764621" y="7746041"/>
            <a:ext cx="2046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y = 47.85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 flipH="1">
            <a:off x="4764621" y="9032888"/>
            <a:ext cx="2046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 z = 54.92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 flipH="1">
            <a:off x="467476" y="6128925"/>
            <a:ext cx="1610700" cy="24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correct order was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 →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x → y → z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bigger the difference between the two shorter side lengths, the larger the hypotenuse became.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436" name="Google Shape;4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600" y="5894149"/>
            <a:ext cx="1560300" cy="119183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438" name="Google Shape;43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