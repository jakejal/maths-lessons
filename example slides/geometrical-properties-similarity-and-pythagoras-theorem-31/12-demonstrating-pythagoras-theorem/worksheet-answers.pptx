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252F15-2303-4677-97AF-E24D432BE1E4}">
  <a:tblStyle styleId="{DC252F15-2303-4677-97AF-E24D432BE1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b40d8f6c90_0_4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b40d8f6c9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468000" y="6711684"/>
            <a:ext cx="3312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5) Create 3 isosceles triangles from the following squares: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-  4 units², 4 units², 12 units² (triangle A)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-  6 units², 6 units², 12 units² (triangle B)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-  1 units², 8 units², 8 units² (triangle C)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Creating triangles from combinations of squares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Demonstrating Pythagoras' theorem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672625"/>
            <a:ext cx="4485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Create a triangle by joining the vertices of the squares with areas of 1 unit², 3 units², and 5 units².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Using a protractor, measure the size of each angle in this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5047450" y="163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{DC252F15-2303-4677-97AF-E24D432BE1E4}</a:tableStyleId>
              </a:tblPr>
              <a:tblGrid>
                <a:gridCol w="1292575"/>
                <a:gridCol w="751975"/>
              </a:tblGrid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smallest angle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25°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middle angle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48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largest angle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107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76" name="Google Shape;176;p20"/>
          <p:cNvSpPr txBox="1"/>
          <p:nvPr/>
        </p:nvSpPr>
        <p:spPr>
          <a:xfrm>
            <a:off x="468000" y="257351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Explain why you cannot create an equilateral triangle using a combination of the squares you have been given.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62900" y="2991840"/>
            <a:ext cx="6429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is only a maximum of two copies of each set of congruent squares (squares with the same area), and you need three congruent squares to create an equilateral triangle.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3604283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Two triangles can be created by joining the vertices of the following: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-  squares with areas of 2 units², 5 units², 6 units²   (triangle X)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-  squares with areas of 4 units², 10 units², 12 units²   (triangle Y)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Create these two triangles and measure each of their angles with a protractor.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Write down what you notice about the angles between each of these triangles. Can you explain your observations?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62900" y="4383005"/>
            <a:ext cx="6429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angles of approximately 35°, 64°, and 81° for both triangles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62900" y="5150000"/>
            <a:ext cx="6429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triangles are similar to each other as their angles are the same. Did you notice that the squares that make up triangle Y are twice the area of the squares from triangle X?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5795553"/>
            <a:ext cx="443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4) Create a triangle that is similar to a triangle made from squares with areas 21 units², 27 units², 39 units². Which squares did you use?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2" name="Google Shape;182;p20"/>
          <p:cNvGraphicFramePr/>
          <p:nvPr/>
        </p:nvGraphicFramePr>
        <p:xfrm>
          <a:off x="4895050" y="56485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{DC252F15-2303-4677-97AF-E24D432BE1E4}</a:tableStyleId>
              </a:tblPr>
              <a:tblGrid>
                <a:gridCol w="1292575"/>
                <a:gridCol w="751975"/>
              </a:tblGrid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smallest square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 units²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middle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units²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largest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units²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83" name="Google Shape;183;p20"/>
          <p:cNvGraphicFramePr/>
          <p:nvPr/>
        </p:nvGraphicFramePr>
        <p:xfrm>
          <a:off x="1697650" y="7818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{DC252F15-2303-4677-97AF-E24D432BE1E4}</a:tableStyleId>
              </a:tblPr>
              <a:tblGrid>
                <a:gridCol w="1292575"/>
                <a:gridCol w="650425"/>
              </a:tblGrid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triangle 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120°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triangle 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triangle 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aphicFrame>
        <p:nvGraphicFramePr>
          <p:cNvPr id="184" name="Google Shape;184;p20"/>
          <p:cNvGraphicFramePr/>
          <p:nvPr/>
        </p:nvGraphicFramePr>
        <p:xfrm>
          <a:off x="1697650" y="90604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{DC252F15-2303-4677-97AF-E24D432BE1E4}</a:tableStyleId>
              </a:tblPr>
              <a:tblGrid>
                <a:gridCol w="1292575"/>
                <a:gridCol w="650425"/>
              </a:tblGrid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 acute angle?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right angle?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25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 obtuse angle?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cxnSp>
        <p:nvCxnSpPr>
          <p:cNvPr id="185" name="Google Shape;185;p20"/>
          <p:cNvCxnSpPr/>
          <p:nvPr/>
        </p:nvCxnSpPr>
        <p:spPr>
          <a:xfrm>
            <a:off x="3780000" y="6551600"/>
            <a:ext cx="0" cy="3418200"/>
          </a:xfrm>
          <a:prstGeom prst="straightConnector1">
            <a:avLst/>
          </a:prstGeom>
          <a:noFill/>
          <a:ln cap="flat" cmpd="sng" w="2857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0"/>
          <p:cNvSpPr txBox="1"/>
          <p:nvPr/>
        </p:nvSpPr>
        <p:spPr>
          <a:xfrm>
            <a:off x="3861475" y="6533550"/>
            <a:ext cx="3230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6) Complete the table by joining three squares and writing down whether the largest angle is: acute, obtuse, or right.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After choosing three squares, can you predict what type of angle you’ll get before you join up the squares?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" name="Google Shape;187;p20"/>
          <p:cNvGraphicFramePr/>
          <p:nvPr/>
        </p:nvGraphicFramePr>
        <p:xfrm>
          <a:off x="3894000" y="765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{DC252F15-2303-4677-97AF-E24D432BE1E4}</a:tableStyleId>
              </a:tblPr>
              <a:tblGrid>
                <a:gridCol w="799475"/>
                <a:gridCol w="799475"/>
                <a:gridCol w="799475"/>
                <a:gridCol w="799475"/>
              </a:tblGrid>
              <a:tr h="54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areas of the three squares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largest 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areas of the three squares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largest angle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2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7, 10, 13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acute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4, 5, 11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obtuse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4, 9, 13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right angle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3, 10, 13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right angle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5, 6, 7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acute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468000" y="7832630"/>
            <a:ext cx="1153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Measure the largest angle of each triangle with a protractor.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Which triangle has as its largest angle: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 rot="8499645">
            <a:off x="6265462" y="5196269"/>
            <a:ext cx="159112" cy="159299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 b="1143" l="55332" r="244" t="8790"/>
          <a:stretch/>
        </p:blipFill>
        <p:spPr>
          <a:xfrm>
            <a:off x="5409644" y="4593684"/>
            <a:ext cx="1690082" cy="182164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Properties from summing the areas of squares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Demonstrating Pythagoras' theorem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11396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For each of these triangles, draw on an angle marker at the largest interior angle of the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For each angle marked, write down whether it is acute, right, or obtuse.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506615" y="4621439"/>
            <a:ext cx="1262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The largest angle in this triangle is marked with an angle marker and is acute.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Write down a possible area of the largest square.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069206" y="4621439"/>
            <a:ext cx="1283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The largest angle in this triangle is a right 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Write down the area of the unlabelled square.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6367453" y="4969239"/>
            <a:ext cx="69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units²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1"/>
          <p:cNvSpPr/>
          <p:nvPr/>
        </p:nvSpPr>
        <p:spPr>
          <a:xfrm rot="10800000">
            <a:off x="2145399" y="5412519"/>
            <a:ext cx="470100" cy="470100"/>
          </a:xfrm>
          <a:prstGeom prst="arc">
            <a:avLst>
              <a:gd fmla="val 6066535" name="adj1"/>
              <a:gd fmla="val 10828543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1"/>
          <p:cNvPicPr preferRelativeResize="0"/>
          <p:nvPr/>
        </p:nvPicPr>
        <p:blipFill rotWithShape="1">
          <a:blip r:embed="rId3">
            <a:alphaModFix/>
          </a:blip>
          <a:srcRect b="0" l="0" r="53449" t="0"/>
          <a:stretch/>
        </p:blipFill>
        <p:spPr>
          <a:xfrm>
            <a:off x="1817753" y="4510018"/>
            <a:ext cx="1771028" cy="202265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2340200" y="5753876"/>
            <a:ext cx="6957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1794875" y="5111743"/>
            <a:ext cx="6957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906926" y="5737030"/>
            <a:ext cx="6957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556571" y="4883671"/>
            <a:ext cx="6957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1351536" y="6403264"/>
            <a:ext cx="232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Any area greater than 14 units², but less than 25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units².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9" name="Google Shape;209;p21"/>
          <p:cNvCxnSpPr/>
          <p:nvPr/>
        </p:nvCxnSpPr>
        <p:spPr>
          <a:xfrm>
            <a:off x="3780000" y="4593689"/>
            <a:ext cx="0" cy="2174400"/>
          </a:xfrm>
          <a:prstGeom prst="straightConnector1">
            <a:avLst/>
          </a:prstGeom>
          <a:noFill/>
          <a:ln cap="flat" cmpd="sng" w="2857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1"/>
          <p:cNvSpPr txBox="1"/>
          <p:nvPr/>
        </p:nvSpPr>
        <p:spPr>
          <a:xfrm>
            <a:off x="468000" y="7192023"/>
            <a:ext cx="2952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Each group shows the areas of three squares whose vertices are joined to create a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Place each group into the correct part of the table that describes the size of its largest 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1" name="Google Shape;211;p21"/>
          <p:cNvGraphicFramePr/>
          <p:nvPr/>
        </p:nvGraphicFramePr>
        <p:xfrm>
          <a:off x="3495950" y="71492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{DC252F15-2303-4677-97AF-E24D432BE1E4}</a:tableStyleId>
              </a:tblPr>
              <a:tblGrid>
                <a:gridCol w="1201250"/>
                <a:gridCol w="1201250"/>
                <a:gridCol w="1201250"/>
              </a:tblGrid>
              <a:tr h="575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largest angle is acute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largest angle is obtuse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largest angle is right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282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16, 18, 20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9, 13, 26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8, 13, 21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8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/>
                </a:tc>
              </a:tr>
              <a:tr h="28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212" name="Google Shape;212;p21"/>
          <p:cNvSpPr/>
          <p:nvPr/>
        </p:nvSpPr>
        <p:spPr>
          <a:xfrm>
            <a:off x="4697050" y="8313733"/>
            <a:ext cx="1201200" cy="23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16, 17, 40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3495753" y="8313733"/>
            <a:ext cx="1201200" cy="23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4, 7, 10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3495753" y="8033280"/>
            <a:ext cx="1201200" cy="23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3, 3, 5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5898347" y="8033280"/>
            <a:ext cx="1201200" cy="23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8, 17, 25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898347" y="8308950"/>
            <a:ext cx="1201200" cy="23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9, 16, 25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5898347" y="8598310"/>
            <a:ext cx="1201200" cy="23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7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12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697050" y="8598310"/>
            <a:ext cx="1201200" cy="23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19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44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4697050" y="8033280"/>
            <a:ext cx="1201200" cy="23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1, 1, 3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0" name="Google Shape;220;p21"/>
          <p:cNvCxnSpPr/>
          <p:nvPr/>
        </p:nvCxnSpPr>
        <p:spPr>
          <a:xfrm>
            <a:off x="474757" y="9972000"/>
            <a:ext cx="6627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pic>
        <p:nvPicPr>
          <p:cNvPr id="223" name="Google Shape;2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316" y="1715921"/>
            <a:ext cx="6624084" cy="264881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1074596" y="2913150"/>
            <a:ext cx="8193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589061" y="2101802"/>
            <a:ext cx="819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517695" y="2076166"/>
            <a:ext cx="819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2488292" y="2988057"/>
            <a:ext cx="819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205134" y="2273040"/>
            <a:ext cx="819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3574187" y="3302365"/>
            <a:ext cx="819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5004201" y="2929312"/>
            <a:ext cx="819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6036275" y="2347901"/>
            <a:ext cx="819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6094522" y="3399988"/>
            <a:ext cx="819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1274411" y="1855720"/>
            <a:ext cx="31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2875434" y="2466016"/>
            <a:ext cx="35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656014" y="2272074"/>
            <a:ext cx="35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1010925" y="3799100"/>
            <a:ext cx="77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acute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1"/>
          <p:cNvSpPr/>
          <p:nvPr/>
        </p:nvSpPr>
        <p:spPr>
          <a:xfrm rot="10800000">
            <a:off x="1144800" y="2110800"/>
            <a:ext cx="556500" cy="556500"/>
          </a:xfrm>
          <a:prstGeom prst="arc">
            <a:avLst>
              <a:gd fmla="val 13511165" name="adj1"/>
              <a:gd fmla="val 18551744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/>
          <p:nvPr/>
        </p:nvSpPr>
        <p:spPr>
          <a:xfrm rot="10800000">
            <a:off x="3286800" y="2870400"/>
            <a:ext cx="240600" cy="240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2540875" y="3819350"/>
            <a:ext cx="120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right-angled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1"/>
          <p:cNvSpPr/>
          <p:nvPr/>
        </p:nvSpPr>
        <p:spPr>
          <a:xfrm rot="10800000">
            <a:off x="6102000" y="2845200"/>
            <a:ext cx="532200" cy="532200"/>
          </a:xfrm>
          <a:prstGeom prst="arc">
            <a:avLst>
              <a:gd fmla="val 18179964" name="adj1"/>
              <a:gd fmla="val 2917402" name="adj2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5362325" y="3819450"/>
            <a:ext cx="77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obtuse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