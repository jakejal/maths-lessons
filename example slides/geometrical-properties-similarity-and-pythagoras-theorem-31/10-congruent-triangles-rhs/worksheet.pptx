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(RHS)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4525" y="1485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right 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2716" y="1826100"/>
            <a:ext cx="66210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Using a pair of compasses, find and mark the location of vertex C, which makes the minimum length of BC.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>
            <a:off x="793997" y="4167839"/>
            <a:ext cx="177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0"/>
          <p:cNvCxnSpPr/>
          <p:nvPr/>
        </p:nvCxnSpPr>
        <p:spPr>
          <a:xfrm rot="10800000" flipH="1">
            <a:off x="794000" y="2913532"/>
            <a:ext cx="2172300" cy="1254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/>
          <p:nvPr/>
        </p:nvSpPr>
        <p:spPr>
          <a:xfrm>
            <a:off x="244200" y="3626967"/>
            <a:ext cx="1086300" cy="1086300"/>
          </a:xfrm>
          <a:prstGeom prst="pie">
            <a:avLst>
              <a:gd name="adj1" fmla="val 19817481"/>
              <a:gd name="adj2" fmla="val 2158690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65932" y="4081810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604239" y="4081810"/>
            <a:ext cx="16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 rot="5400000">
            <a:off x="2627674" y="3462777"/>
            <a:ext cx="177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0"/>
          <p:cNvSpPr/>
          <p:nvPr/>
        </p:nvSpPr>
        <p:spPr>
          <a:xfrm rot="5400000">
            <a:off x="2971448" y="2018025"/>
            <a:ext cx="1086300" cy="1086300"/>
          </a:xfrm>
          <a:prstGeom prst="pie">
            <a:avLst>
              <a:gd name="adj1" fmla="val 18895135"/>
              <a:gd name="adj2" fmla="val 2158690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410975" y="2314649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410975" y="435295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3516874" y="2562477"/>
            <a:ext cx="1759500" cy="1759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20"/>
          <p:cNvCxnSpPr/>
          <p:nvPr/>
        </p:nvCxnSpPr>
        <p:spPr>
          <a:xfrm rot="10800000">
            <a:off x="5151222" y="2934703"/>
            <a:ext cx="177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/>
          <p:nvPr/>
        </p:nvSpPr>
        <p:spPr>
          <a:xfrm rot="10800000">
            <a:off x="6559225" y="2565937"/>
            <a:ext cx="741000" cy="741000"/>
          </a:xfrm>
          <a:prstGeom prst="pie">
            <a:avLst>
              <a:gd name="adj1" fmla="val 17394572"/>
              <a:gd name="adj2" fmla="val 2158690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920421" y="272174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958314" y="279794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rot="6600027">
            <a:off x="5736625" y="3770068"/>
            <a:ext cx="1777927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8" name="Google Shape;178;p20"/>
          <p:cNvSpPr txBox="1"/>
          <p:nvPr/>
        </p:nvSpPr>
        <p:spPr>
          <a:xfrm>
            <a:off x="482716" y="2493650"/>
            <a:ext cx="2442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075362" y="2492042"/>
            <a:ext cx="24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871841" y="2492042"/>
            <a:ext cx="24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82716" y="4597367"/>
            <a:ext cx="66210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 protractor to measure angle BCA on each of the diagrams from question 1. What do you notice?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469450" y="5866050"/>
            <a:ext cx="6619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470918" y="598850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Justifying congruence by RHS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6398100"/>
            <a:ext cx="6378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RHS to prove the following pairs of triangles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6741297"/>
            <a:ext cx="2556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 rot="-5400000">
            <a:off x="1762990" y="6621344"/>
            <a:ext cx="759111" cy="1530177"/>
            <a:chOff x="1838320" y="1600198"/>
            <a:chExt cx="697200" cy="1968326"/>
          </a:xfrm>
        </p:grpSpPr>
        <p:sp>
          <p:nvSpPr>
            <p:cNvPr id="187" name="Google Shape;187;p20"/>
            <p:cNvSpPr/>
            <p:nvPr/>
          </p:nvSpPr>
          <p:spPr>
            <a:xfrm>
              <a:off x="1838320" y="1600198"/>
              <a:ext cx="697200" cy="1962300"/>
            </a:xfrm>
            <a:prstGeom prst="rtTriangl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1839992" y="3372325"/>
              <a:ext cx="138900" cy="1962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" name="Google Shape;189;p20"/>
          <p:cNvSpPr txBox="1"/>
          <p:nvPr/>
        </p:nvSpPr>
        <p:spPr>
          <a:xfrm>
            <a:off x="1202959" y="7684982"/>
            <a:ext cx="1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 flipH="1">
            <a:off x="2923948" y="7788529"/>
            <a:ext cx="1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907663" y="6814408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603994" y="7049459"/>
            <a:ext cx="6690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rot="10800000" flipH="1">
            <a:off x="1342105" y="6919399"/>
            <a:ext cx="1520100" cy="764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" name="Google Shape;194;p20"/>
          <p:cNvCxnSpPr>
            <a:endCxn id="191" idx="2"/>
          </p:cNvCxnSpPr>
          <p:nvPr/>
        </p:nvCxnSpPr>
        <p:spPr>
          <a:xfrm rot="10800000">
            <a:off x="2993613" y="6999208"/>
            <a:ext cx="8700" cy="74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3031316" y="7241924"/>
            <a:ext cx="4986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 rot="5400000" flipH="1">
            <a:off x="4986077" y="6621344"/>
            <a:ext cx="759111" cy="1530177"/>
            <a:chOff x="1838320" y="1600198"/>
            <a:chExt cx="697200" cy="1968326"/>
          </a:xfrm>
        </p:grpSpPr>
        <p:sp>
          <p:nvSpPr>
            <p:cNvPr id="197" name="Google Shape;197;p20"/>
            <p:cNvSpPr/>
            <p:nvPr/>
          </p:nvSpPr>
          <p:spPr>
            <a:xfrm>
              <a:off x="1838320" y="1600198"/>
              <a:ext cx="697200" cy="1962300"/>
            </a:xfrm>
            <a:prstGeom prst="rtTriangl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839992" y="3372325"/>
              <a:ext cx="138900" cy="1962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4445030" y="7788529"/>
            <a:ext cx="1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flipH="1">
            <a:off x="4428615" y="6814408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 flipH="1">
            <a:off x="5235190" y="7049459"/>
            <a:ext cx="6201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 rot="10800000">
            <a:off x="4645973" y="6919399"/>
            <a:ext cx="1520100" cy="764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3" name="Google Shape;203;p20"/>
          <p:cNvCxnSpPr>
            <a:endCxn id="200" idx="2"/>
          </p:cNvCxnSpPr>
          <p:nvPr/>
        </p:nvCxnSpPr>
        <p:spPr>
          <a:xfrm rot="10800000" flipH="1">
            <a:off x="4505865" y="6999208"/>
            <a:ext cx="8700" cy="74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" name="Google Shape;204;p20"/>
          <p:cNvSpPr txBox="1"/>
          <p:nvPr/>
        </p:nvSpPr>
        <p:spPr>
          <a:xfrm flipH="1">
            <a:off x="3753225" y="7241925"/>
            <a:ext cx="8310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flipH="1">
            <a:off x="6181215" y="7728808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1" name="Google Shape;21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(RHS)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76400" y="932387"/>
            <a:ext cx="255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 rot="4157726">
            <a:off x="1710032" y="1155780"/>
            <a:ext cx="745016" cy="950109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 rot="9717973">
            <a:off x="4023683" y="1296400"/>
            <a:ext cx="745209" cy="950226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 rot="-1272348">
            <a:off x="1531339" y="1421695"/>
            <a:ext cx="139335" cy="13933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3812297" y="1493419"/>
            <a:ext cx="1026600" cy="699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4691164" y="1175190"/>
            <a:ext cx="319500" cy="91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0" name="Google Shape;220;p21"/>
          <p:cNvCxnSpPr/>
          <p:nvPr/>
        </p:nvCxnSpPr>
        <p:spPr>
          <a:xfrm rot="10800000" flipH="1">
            <a:off x="3832893" y="1094205"/>
            <a:ext cx="753600" cy="265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1" name="Google Shape;221;p21"/>
          <p:cNvCxnSpPr/>
          <p:nvPr/>
        </p:nvCxnSpPr>
        <p:spPr>
          <a:xfrm rot="-10174524" flipH="1">
            <a:off x="1941042" y="1099411"/>
            <a:ext cx="449316" cy="1170074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1"/>
          <p:cNvCxnSpPr/>
          <p:nvPr/>
        </p:nvCxnSpPr>
        <p:spPr>
          <a:xfrm rot="625362">
            <a:off x="1358193" y="1517476"/>
            <a:ext cx="391357" cy="652495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21"/>
          <p:cNvSpPr/>
          <p:nvPr/>
        </p:nvSpPr>
        <p:spPr>
          <a:xfrm>
            <a:off x="3702419" y="1237363"/>
            <a:ext cx="391500" cy="391500"/>
          </a:xfrm>
          <a:prstGeom prst="pie">
            <a:avLst>
              <a:gd name="adj1" fmla="val 20527770"/>
              <a:gd name="adj2" fmla="val 205568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 rot="-7818359">
            <a:off x="4694968" y="1902239"/>
            <a:ext cx="391424" cy="391424"/>
          </a:xfrm>
          <a:prstGeom prst="pie">
            <a:avLst>
              <a:gd name="adj1" fmla="val 20579834"/>
              <a:gd name="adj2" fmla="val 1383288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123838" y="1770966"/>
            <a:ext cx="6681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212463" y="1696497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832898" y="1790552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895168" y="982857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897588" y="1419613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472749" y="1629981"/>
            <a:ext cx="3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113577" y="1357847"/>
            <a:ext cx="3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361356" y="1253206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436703" y="894517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1696141" y="2140859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642516" y="1304731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33855" y="931044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925232" y="2091081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6400" y="3959700"/>
            <a:ext cx="66156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Triangle TUV is isosceles, where TU = TV.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 is perpendicular to UV.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Prove triangles TUW and TWV are congruent by RHS.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122687" y="5139457"/>
            <a:ext cx="1120800" cy="1308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656671" y="4959752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002310" y="6397156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281862" y="6377313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1"/>
          <p:cNvCxnSpPr>
            <a:stCxn id="239" idx="0"/>
            <a:endCxn id="239" idx="3"/>
          </p:cNvCxnSpPr>
          <p:nvPr/>
        </p:nvCxnSpPr>
        <p:spPr>
          <a:xfrm flipH="1">
            <a:off x="1683087" y="5139457"/>
            <a:ext cx="0" cy="1308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1"/>
          <p:cNvSpPr txBox="1"/>
          <p:nvPr/>
        </p:nvSpPr>
        <p:spPr>
          <a:xfrm>
            <a:off x="1613675" y="6440825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59126" y="6931500"/>
            <a:ext cx="63951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By using known facts about rhombi and their diagonals prove that triangle AED is congruent to BEC by RHS.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86039">
            <a:off x="805613" y="7906257"/>
            <a:ext cx="2321666" cy="122344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1612786" y="8020698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860695" y="9275625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202331" y="8756301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778413" y="8428240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950544" y="7558856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470100" y="9947300"/>
            <a:ext cx="6619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triangles (RHS)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2024-02-06T10:41:57.286</cp:lastPrinted>
  <dcterms:created xsi:type="dcterms:W3CDTF">2024-02-06T10:41:57Z</dcterms:created>
  <dcterms:modified xsi:type="dcterms:W3CDTF">2024-02-06T10:38:53Z</dcterms:modified>
</cp:coreProperties>
</file>