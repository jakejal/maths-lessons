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(RHS)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4525" y="1485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Finding the right angle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-4190619">
            <a:off x="6592938" y="3323205"/>
            <a:ext cx="161064" cy="161064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 rot="-2700000">
            <a:off x="4214207" y="3371410"/>
            <a:ext cx="161220" cy="16122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82716" y="1826100"/>
            <a:ext cx="66210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Using a pair of compasses, find and mark the location of vertex C, which makes the minimum length of BC.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793997" y="4167839"/>
            <a:ext cx="177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 rot="10800000" flipH="1">
            <a:off x="794000" y="2913532"/>
            <a:ext cx="2172300" cy="1254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" name="Google Shape;179;p20"/>
          <p:cNvSpPr/>
          <p:nvPr/>
        </p:nvSpPr>
        <p:spPr>
          <a:xfrm>
            <a:off x="244200" y="3626967"/>
            <a:ext cx="1086300" cy="1086300"/>
          </a:xfrm>
          <a:prstGeom prst="pie">
            <a:avLst>
              <a:gd name="adj1" fmla="val 19817481"/>
              <a:gd name="adj2" fmla="val 2158690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65932" y="4081810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604239" y="4081810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 rot="5400000">
            <a:off x="2627674" y="3462777"/>
            <a:ext cx="177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0"/>
          <p:cNvSpPr/>
          <p:nvPr/>
        </p:nvSpPr>
        <p:spPr>
          <a:xfrm rot="5400000">
            <a:off x="2971448" y="2018025"/>
            <a:ext cx="1086300" cy="1086300"/>
          </a:xfrm>
          <a:prstGeom prst="pie">
            <a:avLst>
              <a:gd name="adj1" fmla="val 18895135"/>
              <a:gd name="adj2" fmla="val 2158690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410975" y="2314649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410975" y="435295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3516874" y="2562477"/>
            <a:ext cx="1759500" cy="1759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0"/>
          <p:cNvCxnSpPr/>
          <p:nvPr/>
        </p:nvCxnSpPr>
        <p:spPr>
          <a:xfrm rot="10800000">
            <a:off x="5151222" y="2934703"/>
            <a:ext cx="177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0"/>
          <p:cNvSpPr/>
          <p:nvPr/>
        </p:nvSpPr>
        <p:spPr>
          <a:xfrm rot="10800000">
            <a:off x="6559225" y="2565937"/>
            <a:ext cx="741000" cy="741000"/>
          </a:xfrm>
          <a:prstGeom prst="pie">
            <a:avLst>
              <a:gd name="adj1" fmla="val 17394572"/>
              <a:gd name="adj2" fmla="val 2158690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920421" y="272174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958314" y="279794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rot="6600027">
            <a:off x="5736625" y="3770068"/>
            <a:ext cx="1777927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2" name="Google Shape;192;p20"/>
          <p:cNvSpPr txBox="1"/>
          <p:nvPr/>
        </p:nvSpPr>
        <p:spPr>
          <a:xfrm>
            <a:off x="482716" y="2493650"/>
            <a:ext cx="2442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075362" y="2492042"/>
            <a:ext cx="24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871841" y="2492042"/>
            <a:ext cx="24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82716" y="4597367"/>
            <a:ext cx="66210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 protractor to measure angle BCA on each of the diagrams from question 1. What do you notice?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2123219" y="3384932"/>
            <a:ext cx="448500" cy="785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0"/>
          <p:cNvCxnSpPr/>
          <p:nvPr/>
        </p:nvCxnSpPr>
        <p:spPr>
          <a:xfrm flipH="1">
            <a:off x="3516703" y="3450840"/>
            <a:ext cx="893400" cy="89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8" name="Google Shape;198;p20"/>
          <p:cNvGrpSpPr/>
          <p:nvPr/>
        </p:nvGrpSpPr>
        <p:grpSpPr>
          <a:xfrm>
            <a:off x="4349384" y="3392215"/>
            <a:ext cx="121519" cy="121519"/>
            <a:chOff x="3573225" y="3347200"/>
            <a:chExt cx="151200" cy="151200"/>
          </a:xfrm>
        </p:grpSpPr>
        <p:cxnSp>
          <p:nvCxnSpPr>
            <p:cNvPr id="199" name="Google Shape;199;p20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0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1" name="Google Shape;201;p20"/>
          <p:cNvSpPr txBox="1"/>
          <p:nvPr/>
        </p:nvSpPr>
        <p:spPr>
          <a:xfrm>
            <a:off x="4378447" y="3147804"/>
            <a:ext cx="281134" cy="1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 baseline="-25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 rot="10800000">
            <a:off x="5151444" y="2934730"/>
            <a:ext cx="1578000" cy="574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3" name="Google Shape;203;p20"/>
          <p:cNvGrpSpPr/>
          <p:nvPr/>
        </p:nvGrpSpPr>
        <p:grpSpPr>
          <a:xfrm>
            <a:off x="6665513" y="3452179"/>
            <a:ext cx="121519" cy="121519"/>
            <a:chOff x="3573225" y="3347200"/>
            <a:chExt cx="151200" cy="151200"/>
          </a:xfrm>
        </p:grpSpPr>
        <p:cxnSp>
          <p:nvCxnSpPr>
            <p:cNvPr id="204" name="Google Shape;204;p20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6" name="Google Shape;206;p20"/>
          <p:cNvSpPr txBox="1"/>
          <p:nvPr/>
        </p:nvSpPr>
        <p:spPr>
          <a:xfrm>
            <a:off x="6802101" y="3452736"/>
            <a:ext cx="281134" cy="1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 baseline="-25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15942" y="5197265"/>
            <a:ext cx="151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all 90°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/>
          <p:nvPr/>
        </p:nvSpPr>
        <p:spPr>
          <a:xfrm rot="-1800608">
            <a:off x="2020665" y="3425829"/>
            <a:ext cx="160751" cy="160751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0"/>
          <p:cNvGrpSpPr/>
          <p:nvPr/>
        </p:nvGrpSpPr>
        <p:grpSpPr>
          <a:xfrm>
            <a:off x="2069749" y="3337846"/>
            <a:ext cx="121519" cy="121519"/>
            <a:chOff x="3573225" y="3347200"/>
            <a:chExt cx="151200" cy="151200"/>
          </a:xfrm>
        </p:grpSpPr>
        <p:cxnSp>
          <p:nvCxnSpPr>
            <p:cNvPr id="210" name="Google Shape;210;p20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0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2" name="Google Shape;212;p20"/>
          <p:cNvSpPr txBox="1"/>
          <p:nvPr/>
        </p:nvSpPr>
        <p:spPr>
          <a:xfrm>
            <a:off x="2098812" y="3093434"/>
            <a:ext cx="281134" cy="1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 baseline="-25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469450" y="5866050"/>
            <a:ext cx="661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0"/>
          <p:cNvSpPr txBox="1"/>
          <p:nvPr/>
        </p:nvSpPr>
        <p:spPr>
          <a:xfrm>
            <a:off x="470918" y="598850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Justifying congruence by RHS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76400" y="6398100"/>
            <a:ext cx="6378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RHS to prove the following pairs of triangles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76400" y="6741297"/>
            <a:ext cx="2556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0"/>
          <p:cNvGrpSpPr/>
          <p:nvPr/>
        </p:nvGrpSpPr>
        <p:grpSpPr>
          <a:xfrm rot="-5400000">
            <a:off x="1762990" y="6621344"/>
            <a:ext cx="759111" cy="1530177"/>
            <a:chOff x="1838320" y="1600198"/>
            <a:chExt cx="697200" cy="1968326"/>
          </a:xfrm>
        </p:grpSpPr>
        <p:sp>
          <p:nvSpPr>
            <p:cNvPr id="218" name="Google Shape;218;p20"/>
            <p:cNvSpPr/>
            <p:nvPr/>
          </p:nvSpPr>
          <p:spPr>
            <a:xfrm>
              <a:off x="1838320" y="1600198"/>
              <a:ext cx="697200" cy="1962300"/>
            </a:xfrm>
            <a:prstGeom prst="rtTriangl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1839992" y="3372325"/>
              <a:ext cx="138900" cy="1962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" name="Google Shape;220;p20"/>
          <p:cNvSpPr txBox="1"/>
          <p:nvPr/>
        </p:nvSpPr>
        <p:spPr>
          <a:xfrm>
            <a:off x="1202959" y="7684982"/>
            <a:ext cx="1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2923948" y="7788529"/>
            <a:ext cx="1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907663" y="6814408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1603994" y="7049459"/>
            <a:ext cx="6690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" name="Google Shape;224;p20"/>
          <p:cNvCxnSpPr/>
          <p:nvPr/>
        </p:nvCxnSpPr>
        <p:spPr>
          <a:xfrm rot="10800000" flipH="1">
            <a:off x="1342105" y="6919399"/>
            <a:ext cx="1520100" cy="764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" name="Google Shape;225;p20"/>
          <p:cNvCxnSpPr>
            <a:endCxn id="222" idx="2"/>
          </p:cNvCxnSpPr>
          <p:nvPr/>
        </p:nvCxnSpPr>
        <p:spPr>
          <a:xfrm rot="10800000">
            <a:off x="2993613" y="6999208"/>
            <a:ext cx="8700" cy="74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6" name="Google Shape;226;p20"/>
          <p:cNvSpPr txBox="1"/>
          <p:nvPr/>
        </p:nvSpPr>
        <p:spPr>
          <a:xfrm>
            <a:off x="3031316" y="7241924"/>
            <a:ext cx="4986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" name="Google Shape;227;p20"/>
          <p:cNvGrpSpPr/>
          <p:nvPr/>
        </p:nvGrpSpPr>
        <p:grpSpPr>
          <a:xfrm rot="5400000" flipH="1">
            <a:off x="4986077" y="6621344"/>
            <a:ext cx="759111" cy="1530177"/>
            <a:chOff x="1838320" y="1600198"/>
            <a:chExt cx="697200" cy="1968326"/>
          </a:xfrm>
        </p:grpSpPr>
        <p:sp>
          <p:nvSpPr>
            <p:cNvPr id="228" name="Google Shape;228;p20"/>
            <p:cNvSpPr/>
            <p:nvPr/>
          </p:nvSpPr>
          <p:spPr>
            <a:xfrm>
              <a:off x="1838320" y="1600198"/>
              <a:ext cx="697200" cy="1962300"/>
            </a:xfrm>
            <a:prstGeom prst="rtTriangl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839992" y="3372325"/>
              <a:ext cx="138900" cy="1962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0" name="Google Shape;230;p20"/>
          <p:cNvSpPr txBox="1"/>
          <p:nvPr/>
        </p:nvSpPr>
        <p:spPr>
          <a:xfrm>
            <a:off x="4445030" y="7788529"/>
            <a:ext cx="1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 flipH="1">
            <a:off x="4428615" y="6814408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 flipH="1">
            <a:off x="5235190" y="7049459"/>
            <a:ext cx="6201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 rot="10800000">
            <a:off x="4645973" y="6919399"/>
            <a:ext cx="1520100" cy="764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4" name="Google Shape;234;p20"/>
          <p:cNvCxnSpPr>
            <a:endCxn id="231" idx="2"/>
          </p:cNvCxnSpPr>
          <p:nvPr/>
        </p:nvCxnSpPr>
        <p:spPr>
          <a:xfrm rot="10800000" flipH="1">
            <a:off x="4505865" y="6999208"/>
            <a:ext cx="8700" cy="74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5" name="Google Shape;235;p20"/>
          <p:cNvSpPr txBox="1"/>
          <p:nvPr/>
        </p:nvSpPr>
        <p:spPr>
          <a:xfrm flipH="1">
            <a:off x="3753225" y="7241925"/>
            <a:ext cx="8310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009800" y="8195150"/>
            <a:ext cx="60936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∠ABC = ∠KLM = 90°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 and KM are each triangle’s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are equal as 35 cm = 0.35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CB = KL as 12 cm = 120 mm,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o. triangle ABC and KLM are congruent by RHS.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 flipH="1">
            <a:off x="6181215" y="7728808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" name="Shape 241"/>
        <p:cNvGrpSpPr/>
        <p:nvPr/>
      </p:nvGrpSpPr>
      <p:grpSpPr>
        <a:xfrm>
          <a:off x="0" y="0"/>
          <a:ext cx="0" cy="0"/>
        </a:xfrm>
      </p:grpSpPr>
      <p:sp>
        <p:nvSpPr>
          <p:cNvPr id="242" name="Google Shape;24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3" name="Google Shape;24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(RHS)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76400" y="988937"/>
            <a:ext cx="255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 rot="4157726">
            <a:off x="1710032" y="1155780"/>
            <a:ext cx="745016" cy="950109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rot="9717973">
            <a:off x="4023683" y="1296400"/>
            <a:ext cx="745209" cy="950226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 rot="-1272348">
            <a:off x="1531339" y="1421695"/>
            <a:ext cx="139335" cy="13933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1"/>
          <p:cNvCxnSpPr/>
          <p:nvPr/>
        </p:nvCxnSpPr>
        <p:spPr>
          <a:xfrm>
            <a:off x="3812297" y="1493419"/>
            <a:ext cx="1026600" cy="699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21"/>
          <p:cNvCxnSpPr/>
          <p:nvPr/>
        </p:nvCxnSpPr>
        <p:spPr>
          <a:xfrm>
            <a:off x="4691164" y="1175190"/>
            <a:ext cx="319500" cy="91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2" name="Google Shape;252;p21"/>
          <p:cNvCxnSpPr/>
          <p:nvPr/>
        </p:nvCxnSpPr>
        <p:spPr>
          <a:xfrm rot="10800000" flipH="1">
            <a:off x="3832893" y="1094205"/>
            <a:ext cx="753600" cy="265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3" name="Google Shape;253;p21"/>
          <p:cNvCxnSpPr/>
          <p:nvPr/>
        </p:nvCxnSpPr>
        <p:spPr>
          <a:xfrm rot="-10174524" flipH="1">
            <a:off x="1941042" y="1099411"/>
            <a:ext cx="449316" cy="1170074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4" name="Google Shape;254;p21"/>
          <p:cNvCxnSpPr/>
          <p:nvPr/>
        </p:nvCxnSpPr>
        <p:spPr>
          <a:xfrm rot="625362">
            <a:off x="1358193" y="1517476"/>
            <a:ext cx="391357" cy="652495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5" name="Google Shape;255;p21"/>
          <p:cNvSpPr/>
          <p:nvPr/>
        </p:nvSpPr>
        <p:spPr>
          <a:xfrm>
            <a:off x="3702419" y="1237363"/>
            <a:ext cx="391500" cy="391500"/>
          </a:xfrm>
          <a:prstGeom prst="pie">
            <a:avLst>
              <a:gd name="adj1" fmla="val 20527770"/>
              <a:gd name="adj2" fmla="val 205568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 rot="-7818359">
            <a:off x="4694968" y="1902239"/>
            <a:ext cx="391424" cy="391424"/>
          </a:xfrm>
          <a:prstGeom prst="pie">
            <a:avLst>
              <a:gd name="adj1" fmla="val 20579834"/>
              <a:gd name="adj2" fmla="val 1383288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123838" y="1770966"/>
            <a:ext cx="6681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2212463" y="1696497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3832898" y="1790552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895168" y="982857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897588" y="1419613"/>
            <a:ext cx="753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472749" y="1629981"/>
            <a:ext cx="3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113577" y="1357847"/>
            <a:ext cx="3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361356" y="1253206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2436703" y="894517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696141" y="2140859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642516" y="1304731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633855" y="931044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925232" y="2091081"/>
            <a:ext cx="1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29400" y="2546550"/>
            <a:ext cx="61626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∠MON = 180 - (37 +53) = 90° = ∠EDF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EF and MN are each triangle’s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hypotenuse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are equal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 = MO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 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triangle DEF and MNO are congruent by RHS.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76400" y="4016250"/>
            <a:ext cx="66156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Triangle TUV is isosceles, where TU = TV.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 is perpendicular to UV.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Prove triangles TUW and TWV are congruent by RHS.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1122687" y="5139457"/>
            <a:ext cx="1120800" cy="1308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656671" y="4959752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1002310" y="6397156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281862" y="6377313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>
            <a:stCxn id="272" idx="0"/>
            <a:endCxn id="272" idx="3"/>
          </p:cNvCxnSpPr>
          <p:nvPr/>
        </p:nvCxnSpPr>
        <p:spPr>
          <a:xfrm flipH="1">
            <a:off x="1683087" y="5139457"/>
            <a:ext cx="0" cy="1308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1"/>
          <p:cNvSpPr txBox="1"/>
          <p:nvPr/>
        </p:nvSpPr>
        <p:spPr>
          <a:xfrm>
            <a:off x="1613675" y="6440825"/>
            <a:ext cx="10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019981" y="5100902"/>
            <a:ext cx="40098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∠TWU = ∠TWV as TW is perpendicular to UV.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TU = TV as triangle TUV is isosceles.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 is a common side to both triangle TUW and TWV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 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o, triangles TUW and TWV are congruent by RHS.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/>
          <p:nvPr/>
        </p:nvSpPr>
        <p:spPr>
          <a:xfrm rot="-5400000">
            <a:off x="1686101" y="6334013"/>
            <a:ext cx="111900" cy="113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 rot="-5400000">
            <a:off x="1572423" y="6334013"/>
            <a:ext cx="111900" cy="113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>
            <a:off x="1366165" y="5776696"/>
            <a:ext cx="67800" cy="33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1"/>
          <p:cNvCxnSpPr/>
          <p:nvPr/>
        </p:nvCxnSpPr>
        <p:spPr>
          <a:xfrm flipH="1">
            <a:off x="1932360" y="5776696"/>
            <a:ext cx="67800" cy="33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1"/>
          <p:cNvCxnSpPr/>
          <p:nvPr/>
        </p:nvCxnSpPr>
        <p:spPr>
          <a:xfrm>
            <a:off x="1634221" y="5866698"/>
            <a:ext cx="9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1634221" y="5924991"/>
            <a:ext cx="98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21"/>
          <p:cNvSpPr txBox="1"/>
          <p:nvPr/>
        </p:nvSpPr>
        <p:spPr>
          <a:xfrm>
            <a:off x="459126" y="6988050"/>
            <a:ext cx="63951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By using known facts about rhombi and their diagonals prove that triangle AED is congruent to BEC by RHS.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86039">
            <a:off x="805613" y="7906257"/>
            <a:ext cx="2321666" cy="122344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1612786" y="8020698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860695" y="9275625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202331" y="8756301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778413" y="8428240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2950544" y="7558856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3363304" y="7589382"/>
            <a:ext cx="3672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∠AED = ∠BEC = 90° as the diagonals of a rhombus are perpendicular.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93" name="Google Shape;293;p21"/>
          <p:cNvGrpSpPr/>
          <p:nvPr/>
        </p:nvGrpSpPr>
        <p:grpSpPr>
          <a:xfrm>
            <a:off x="1925885" y="8408306"/>
            <a:ext cx="93176" cy="55750"/>
            <a:chOff x="1100255" y="2056431"/>
            <a:chExt cx="143901" cy="86100"/>
          </a:xfrm>
        </p:grpSpPr>
        <p:cxnSp>
          <p:nvCxnSpPr>
            <p:cNvPr id="294" name="Google Shape;294;p21"/>
            <p:cNvCxnSpPr/>
            <p:nvPr/>
          </p:nvCxnSpPr>
          <p:spPr>
            <a:xfrm rot="10800000" flipH="1">
              <a:off x="1100255" y="2057059"/>
              <a:ext cx="84600" cy="639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" name="Google Shape;295;p21"/>
            <p:cNvCxnSpPr/>
            <p:nvPr/>
          </p:nvCxnSpPr>
          <p:spPr>
            <a:xfrm rot="-5171997" flipH="1">
              <a:off x="1164566" y="2063252"/>
              <a:ext cx="81479" cy="72459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6" name="Google Shape;296;p21"/>
          <p:cNvGrpSpPr/>
          <p:nvPr/>
        </p:nvGrpSpPr>
        <p:grpSpPr>
          <a:xfrm rot="10800000">
            <a:off x="1917189" y="8556300"/>
            <a:ext cx="93176" cy="55750"/>
            <a:chOff x="1100255" y="2056431"/>
            <a:chExt cx="143901" cy="86100"/>
          </a:xfrm>
        </p:grpSpPr>
        <p:cxnSp>
          <p:nvCxnSpPr>
            <p:cNvPr id="297" name="Google Shape;297;p21"/>
            <p:cNvCxnSpPr/>
            <p:nvPr/>
          </p:nvCxnSpPr>
          <p:spPr>
            <a:xfrm rot="10800000" flipH="1">
              <a:off x="1100255" y="2057059"/>
              <a:ext cx="84600" cy="639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21"/>
            <p:cNvCxnSpPr/>
            <p:nvPr/>
          </p:nvCxnSpPr>
          <p:spPr>
            <a:xfrm rot="-5171997" flipH="1">
              <a:off x="1164566" y="2063252"/>
              <a:ext cx="81479" cy="72459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99" name="Google Shape;299;p21"/>
          <p:cNvCxnSpPr/>
          <p:nvPr/>
        </p:nvCxnSpPr>
        <p:spPr>
          <a:xfrm>
            <a:off x="2255759" y="7935279"/>
            <a:ext cx="23100" cy="9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21"/>
          <p:cNvCxnSpPr/>
          <p:nvPr/>
        </p:nvCxnSpPr>
        <p:spPr>
          <a:xfrm>
            <a:off x="1628325" y="8993394"/>
            <a:ext cx="23100" cy="9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" name="Google Shape;301;p21"/>
          <p:cNvCxnSpPr/>
          <p:nvPr/>
        </p:nvCxnSpPr>
        <p:spPr>
          <a:xfrm rot="3990086">
            <a:off x="1831960" y="8307932"/>
            <a:ext cx="22572" cy="9584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p21"/>
          <p:cNvCxnSpPr/>
          <p:nvPr/>
        </p:nvCxnSpPr>
        <p:spPr>
          <a:xfrm rot="3990086">
            <a:off x="1854642" y="8337326"/>
            <a:ext cx="22572" cy="9584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21"/>
          <p:cNvCxnSpPr/>
          <p:nvPr/>
        </p:nvCxnSpPr>
        <p:spPr>
          <a:xfrm rot="3990086">
            <a:off x="2067102" y="8586634"/>
            <a:ext cx="22572" cy="9584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1"/>
          <p:cNvCxnSpPr/>
          <p:nvPr/>
        </p:nvCxnSpPr>
        <p:spPr>
          <a:xfrm rot="3990086">
            <a:off x="2089784" y="8616028"/>
            <a:ext cx="22572" cy="9584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21"/>
          <p:cNvSpPr txBox="1"/>
          <p:nvPr/>
        </p:nvSpPr>
        <p:spPr>
          <a:xfrm>
            <a:off x="3363304" y="8214573"/>
            <a:ext cx="3672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 = BC as they are edges of a rhombus.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3363304" y="8628208"/>
            <a:ext cx="3672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AE = EC as the diagonals of a rhombus bisect each other.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o, triangle AED and BEC are congruent by RHS.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>
            <a:off x="470100" y="9947300"/>
            <a:ext cx="6619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triangles (RHS)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2024-02-06T10:38:46.651</cp:lastPrinted>
  <dcterms:created xsi:type="dcterms:W3CDTF">2024-02-06T10:38:46Z</dcterms:created>
  <dcterms:modified xsi:type="dcterms:W3CDTF">2024-02-06T10:38:55Z</dcterms:modified>
</cp:coreProperties>
</file>