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4.1-->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709" r:id="rId1"/>
  </p:sldMasterIdLst>
  <p:notesMasterIdLst>
    <p:notesMasterId r:id="rId2"/>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Lst>
  <p:sldSz cx="9144000" cy="5143500"/>
  <p:notesSz cx="6858000" cy="9144000"/>
  <p:embeddedFontLst>
    <p:embeddedFont>
      <p:font typeface="Lexend" panose="00000000000000000000"/>
      <p:regular r:id="rId42"/>
    </p:embeddedFont>
    <p:embeddedFont>
      <p:font typeface="Lexend Medium" panose="00000000000000000000"/>
      <p:regular r:id="rId43"/>
    </p:embeddedFont>
    <p:embeddedFont>
      <p:font typeface="Kalam" panose="02000000000000000000"/>
      <p:regular r:id="rId44"/>
    </p:embeddedFont>
    <p:embeddedFont>
      <p:font typeface="Lexend Light" panose="00000000000000000000"/>
      <p:regular r:id="rId45"/>
    </p:embeddedFont>
  </p:embeddedFontLst>
  <p:custDataLst>
    <p:tags r:id="rId41"/>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slide" Target="slides/slide15.xml" /><Relationship Id="rId18" Type="http://schemas.openxmlformats.org/officeDocument/2006/relationships/slide" Target="slides/slide16.xml" /><Relationship Id="rId19" Type="http://schemas.openxmlformats.org/officeDocument/2006/relationships/slide" Target="slides/slide17.xml" /><Relationship Id="rId2" Type="http://schemas.openxmlformats.org/officeDocument/2006/relationships/notesMaster" Target="notesMasters/notesMaster1.xml" /><Relationship Id="rId20" Type="http://schemas.openxmlformats.org/officeDocument/2006/relationships/slide" Target="slides/slide18.xml" /><Relationship Id="rId21" Type="http://schemas.openxmlformats.org/officeDocument/2006/relationships/slide" Target="slides/slide19.xml" /><Relationship Id="rId22" Type="http://schemas.openxmlformats.org/officeDocument/2006/relationships/slide" Target="slides/slide20.xml" /><Relationship Id="rId23" Type="http://schemas.openxmlformats.org/officeDocument/2006/relationships/slide" Target="slides/slide21.xml" /><Relationship Id="rId24" Type="http://schemas.openxmlformats.org/officeDocument/2006/relationships/slide" Target="slides/slide22.xml" /><Relationship Id="rId25" Type="http://schemas.openxmlformats.org/officeDocument/2006/relationships/slide" Target="slides/slide23.xml" /><Relationship Id="rId26" Type="http://schemas.openxmlformats.org/officeDocument/2006/relationships/slide" Target="slides/slide24.xml" /><Relationship Id="rId27" Type="http://schemas.openxmlformats.org/officeDocument/2006/relationships/slide" Target="slides/slide25.xml" /><Relationship Id="rId28" Type="http://schemas.openxmlformats.org/officeDocument/2006/relationships/slide" Target="slides/slide26.xml" /><Relationship Id="rId29" Type="http://schemas.openxmlformats.org/officeDocument/2006/relationships/slide" Target="slides/slide27.xml" /><Relationship Id="rId3" Type="http://schemas.openxmlformats.org/officeDocument/2006/relationships/slide" Target="slides/slide1.xml" /><Relationship Id="rId30" Type="http://schemas.openxmlformats.org/officeDocument/2006/relationships/slide" Target="slides/slide28.xml" /><Relationship Id="rId31" Type="http://schemas.openxmlformats.org/officeDocument/2006/relationships/slide" Target="slides/slide29.xml" /><Relationship Id="rId32" Type="http://schemas.openxmlformats.org/officeDocument/2006/relationships/slide" Target="slides/slide30.xml" /><Relationship Id="rId33" Type="http://schemas.openxmlformats.org/officeDocument/2006/relationships/slide" Target="slides/slide31.xml" /><Relationship Id="rId34" Type="http://schemas.openxmlformats.org/officeDocument/2006/relationships/slide" Target="slides/slide32.xml" /><Relationship Id="rId35" Type="http://schemas.openxmlformats.org/officeDocument/2006/relationships/slide" Target="slides/slide33.xml" /><Relationship Id="rId36" Type="http://schemas.openxmlformats.org/officeDocument/2006/relationships/slide" Target="slides/slide34.xml" /><Relationship Id="rId37" Type="http://schemas.openxmlformats.org/officeDocument/2006/relationships/slide" Target="slides/slide35.xml" /><Relationship Id="rId38" Type="http://schemas.openxmlformats.org/officeDocument/2006/relationships/slide" Target="slides/slide36.xml" /><Relationship Id="rId39" Type="http://schemas.openxmlformats.org/officeDocument/2006/relationships/slide" Target="slides/slide37.xml" /><Relationship Id="rId4" Type="http://schemas.openxmlformats.org/officeDocument/2006/relationships/slide" Target="slides/slide2.xml" /><Relationship Id="rId40" Type="http://schemas.openxmlformats.org/officeDocument/2006/relationships/slide" Target="slides/slide38.xml" /><Relationship Id="rId41" Type="http://schemas.openxmlformats.org/officeDocument/2006/relationships/tags" Target="tags/tag1.xml" /><Relationship Id="rId42" Type="http://schemas.openxmlformats.org/officeDocument/2006/relationships/font" Target="fonts/font1.fntdata" /><Relationship Id="rId43" Type="http://schemas.openxmlformats.org/officeDocument/2006/relationships/font" Target="fonts/font2.fntdata" /><Relationship Id="rId44" Type="http://schemas.openxmlformats.org/officeDocument/2006/relationships/font" Target="fonts/font3.fntdata" /><Relationship Id="rId45" Type="http://schemas.openxmlformats.org/officeDocument/2006/relationships/font" Target="fonts/font4.fntdata" /><Relationship Id="rId46" Type="http://schemas.openxmlformats.org/officeDocument/2006/relationships/presProps" Target="presProps.xml" /><Relationship Id="rId47" Type="http://schemas.openxmlformats.org/officeDocument/2006/relationships/viewProps" Target="viewProps.xml" /><Relationship Id="rId48" Type="http://schemas.openxmlformats.org/officeDocument/2006/relationships/theme" Target="theme/theme1.xml" /><Relationship Id="rId49" Type="http://schemas.openxmlformats.org/officeDocument/2006/relationships/tableStyles" Target="tableStyles.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381300" y="685800"/>
            <a:ext cx="6096075"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ct val="0"/>
              </a:spcBef>
              <a:spcAft>
                <a:spcPct val="0"/>
              </a:spcAft>
              <a:buSzPts val="1100"/>
              <a:buChar char="●"/>
              <a:defRPr sz="1100"/>
            </a:lvl1pPr>
            <a:lvl2pPr marL="914400" lvl="1" indent="-298450">
              <a:spcBef>
                <a:spcPct val="0"/>
              </a:spcBef>
              <a:spcAft>
                <a:spcPct val="0"/>
              </a:spcAft>
              <a:buSzPts val="1100"/>
              <a:buChar char="○"/>
              <a:defRPr sz="1100"/>
            </a:lvl2pPr>
            <a:lvl3pPr marL="1371600" lvl="2" indent="-298450">
              <a:spcBef>
                <a:spcPct val="0"/>
              </a:spcBef>
              <a:spcAft>
                <a:spcPct val="0"/>
              </a:spcAft>
              <a:buSzPts val="1100"/>
              <a:buChar char="■"/>
              <a:defRPr sz="1100"/>
            </a:lvl3pPr>
            <a:lvl4pPr marL="1828800" lvl="3" indent="-298450">
              <a:spcBef>
                <a:spcPct val="0"/>
              </a:spcBef>
              <a:spcAft>
                <a:spcPct val="0"/>
              </a:spcAft>
              <a:buSzPts val="1100"/>
              <a:buChar char="●"/>
              <a:defRPr sz="1100"/>
            </a:lvl4pPr>
            <a:lvl5pPr marL="2286000" lvl="4" indent="-298450">
              <a:spcBef>
                <a:spcPct val="0"/>
              </a:spcBef>
              <a:spcAft>
                <a:spcPct val="0"/>
              </a:spcAft>
              <a:buSzPts val="1100"/>
              <a:buChar char="○"/>
              <a:defRPr sz="1100"/>
            </a:lvl5pPr>
            <a:lvl6pPr marL="2743200" lvl="5" indent="-298450">
              <a:spcBef>
                <a:spcPct val="0"/>
              </a:spcBef>
              <a:spcAft>
                <a:spcPct val="0"/>
              </a:spcAft>
              <a:buSzPts val="1100"/>
              <a:buChar char="■"/>
              <a:defRPr sz="1100"/>
            </a:lvl6pPr>
            <a:lvl7pPr marL="3200400" lvl="6" indent="-298450">
              <a:spcBef>
                <a:spcPct val="0"/>
              </a:spcBef>
              <a:spcAft>
                <a:spcPct val="0"/>
              </a:spcAft>
              <a:buSzPts val="1100"/>
              <a:buChar char="●"/>
              <a:defRPr sz="1100"/>
            </a:lvl7pPr>
            <a:lvl8pPr marL="3657600" lvl="7" indent="-298450">
              <a:spcBef>
                <a:spcPct val="0"/>
              </a:spcBef>
              <a:spcAft>
                <a:spcPct val="0"/>
              </a:spcAft>
              <a:buSzPts val="1100"/>
              <a:buChar char="○"/>
              <a:defRPr sz="1100"/>
            </a:lvl8pPr>
            <a:lvl9pPr marL="4114800" lvl="8" indent="-298450">
              <a:spcBef>
                <a:spcPct val="0"/>
              </a:spcBef>
              <a:spcAft>
                <a:spcPct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_rels/notesSlide3.xml.rels>&#65279;<?xml version="1.0" encoding="utf-8" standalone="yes"?><Relationships xmlns="http://schemas.openxmlformats.org/package/2006/relationships"><Relationship Id="rId1" Type="http://schemas.openxmlformats.org/officeDocument/2006/relationships/slide" Target="../slides/slide3.xml" /><Relationship Id="rId2" Type="http://schemas.openxmlformats.org/officeDocument/2006/relationships/notesMaster" Target="../notesMasters/notesMaster1.xml" /></Relationships>
</file>

<file path=ppt/notesSlides/_rels/notesSlide4.xml.rels>&#65279;<?xml version="1.0" encoding="utf-8" standalone="yes"?><Relationships xmlns="http://schemas.openxmlformats.org/package/2006/relationships"><Relationship Id="rId1" Type="http://schemas.openxmlformats.org/officeDocument/2006/relationships/slide" Target="../slides/slide4.xml" /><Relationship Id="rId2" Type="http://schemas.openxmlformats.org/officeDocument/2006/relationships/notesMaster" Target="../notesMasters/notesMaster1.xml" /></Relationships>
</file>

<file path=ppt/notesSlides/_rels/notesSlide5.xml.rels>&#65279;<?xml version="1.0" encoding="utf-8" standalone="yes"?><Relationships xmlns="http://schemas.openxmlformats.org/package/2006/relationships"><Relationship Id="rId1" Type="http://schemas.openxmlformats.org/officeDocument/2006/relationships/slide" Target="../slides/slide5.xml" /><Relationship Id="rId2" Type="http://schemas.openxmlformats.org/officeDocument/2006/relationships/notesMaster" Target="../notesMasters/notesMaster1.xml" /></Relationships>
</file>

<file path=ppt/notesSlides/_rels/notesSlide6.xml.rels>&#65279;<?xml version="1.0" encoding="utf-8" standalone="yes"?><Relationships xmlns="http://schemas.openxmlformats.org/package/2006/relationships"><Relationship Id="rId1" Type="http://schemas.openxmlformats.org/officeDocument/2006/relationships/slide" Target="../slides/slide6.xml" /><Relationship Id="rId2" Type="http://schemas.openxmlformats.org/officeDocument/2006/relationships/notesMaster" Target="../notesMasters/notesMaster1.xml" /></Relationships>
</file>

<file path=ppt/notesSlides/_rels/notesSlide7.xml.rels>&#65279;<?xml version="1.0" encoding="utf-8" standalone="yes"?><Relationships xmlns="http://schemas.openxmlformats.org/package/2006/relationships"><Relationship Id="rId1" Type="http://schemas.openxmlformats.org/officeDocument/2006/relationships/slide" Target="../slides/slide7.xml" /><Relationship Id="rId2" Type="http://schemas.openxmlformats.org/officeDocument/2006/relationships/notesMaster" Target="../notesMasters/notesMaster1.xml" /></Relationships>
</file>

<file path=ppt/notesSlides/_rels/notesSlide8.xml.rels>&#65279;<?xml version="1.0" encoding="utf-8" standalone="yes"?><Relationships xmlns="http://schemas.openxmlformats.org/package/2006/relationships"><Relationship Id="rId1" Type="http://schemas.openxmlformats.org/officeDocument/2006/relationships/slide" Target="../slides/slide8.xml" /><Relationship Id="rId2" Type="http://schemas.openxmlformats.org/officeDocument/2006/relationships/notesMaster" Target="../notesMasters/notesMaster1.xml" /></Relationships>
</file>

<file path=ppt/notesSlides/_rels/notesSlide9.xml.rels>&#65279;<?xml version="1.0" encoding="utf-8" standalone="yes"?><Relationships xmlns="http://schemas.openxmlformats.org/package/2006/relationships"><Relationship Id="rId1" Type="http://schemas.openxmlformats.org/officeDocument/2006/relationships/slide" Target="../slides/slide9.xml" /><Relationship Id="rId2" Type="http://schemas.openxmlformats.org/officeDocument/2006/relationships/notesMaster" Target="../notesMasters/notesMaster1.xml" /></Relationships>
</file>

<file path=ppt/notesSlides/_rels/notesSlide10.xml.rels>&#65279;<?xml version="1.0" encoding="utf-8" standalone="yes"?><Relationships xmlns="http://schemas.openxmlformats.org/package/2006/relationships"><Relationship Id="rId1" Type="http://schemas.openxmlformats.org/officeDocument/2006/relationships/slide" Target="../slides/slide10.xml" /><Relationship Id="rId2" Type="http://schemas.openxmlformats.org/officeDocument/2006/relationships/notesMaster" Target="../notesMasters/notesMaster1.xml" /></Relationships>
</file>

<file path=ppt/notesSlides/_rels/notesSlide11.xml.rels>&#65279;<?xml version="1.0" encoding="utf-8" standalone="yes"?><Relationships xmlns="http://schemas.openxmlformats.org/package/2006/relationships"><Relationship Id="rId1" Type="http://schemas.openxmlformats.org/officeDocument/2006/relationships/slide" Target="../slides/slide11.xml" /><Relationship Id="rId2" Type="http://schemas.openxmlformats.org/officeDocument/2006/relationships/notesMaster" Target="../notesMasters/notesMaster1.xml" /></Relationships>
</file>

<file path=ppt/notesSlides/_rels/notesSlide12.xml.rels>&#65279;<?xml version="1.0" encoding="utf-8" standalone="yes"?><Relationships xmlns="http://schemas.openxmlformats.org/package/2006/relationships"><Relationship Id="rId1" Type="http://schemas.openxmlformats.org/officeDocument/2006/relationships/slide" Target="../slides/slide12.xml" /><Relationship Id="rId2" Type="http://schemas.openxmlformats.org/officeDocument/2006/relationships/notesMaster" Target="../notesMasters/notesMaster1.xml" /></Relationships>
</file>

<file path=ppt/notesSlides/_rels/notesSlide13.xml.rels>&#65279;<?xml version="1.0" encoding="utf-8" standalone="yes"?><Relationships xmlns="http://schemas.openxmlformats.org/package/2006/relationships"><Relationship Id="rId1" Type="http://schemas.openxmlformats.org/officeDocument/2006/relationships/slide" Target="../slides/slide13.xml" /><Relationship Id="rId2" Type="http://schemas.openxmlformats.org/officeDocument/2006/relationships/notesMaster" Target="../notesMasters/notesMaster1.xml" /></Relationships>
</file>

<file path=ppt/notesSlides/_rels/notesSlide14.xml.rels>&#65279;<?xml version="1.0" encoding="utf-8" standalone="yes"?><Relationships xmlns="http://schemas.openxmlformats.org/package/2006/relationships"><Relationship Id="rId1" Type="http://schemas.openxmlformats.org/officeDocument/2006/relationships/slide" Target="../slides/slide14.xml" /><Relationship Id="rId2" Type="http://schemas.openxmlformats.org/officeDocument/2006/relationships/notesMaster" Target="../notesMasters/notesMaster1.xml" /></Relationships>
</file>

<file path=ppt/notesSlides/_rels/notesSlide15.xml.rels>&#65279;<?xml version="1.0" encoding="utf-8" standalone="yes"?><Relationships xmlns="http://schemas.openxmlformats.org/package/2006/relationships"><Relationship Id="rId1" Type="http://schemas.openxmlformats.org/officeDocument/2006/relationships/slide" Target="../slides/slide15.xml" /><Relationship Id="rId2" Type="http://schemas.openxmlformats.org/officeDocument/2006/relationships/notesMaster" Target="../notesMasters/notesMaster1.xml" /></Relationships>
</file>

<file path=ppt/notesSlides/_rels/notesSlide16.xml.rels>&#65279;<?xml version="1.0" encoding="utf-8" standalone="yes"?><Relationships xmlns="http://schemas.openxmlformats.org/package/2006/relationships"><Relationship Id="rId1" Type="http://schemas.openxmlformats.org/officeDocument/2006/relationships/slide" Target="../slides/slide16.xml" /><Relationship Id="rId2" Type="http://schemas.openxmlformats.org/officeDocument/2006/relationships/notesMaster" Target="../notesMasters/notesMaster1.xml" /></Relationships>
</file>

<file path=ppt/notesSlides/_rels/notesSlide17.xml.rels>&#65279;<?xml version="1.0" encoding="utf-8" standalone="yes"?><Relationships xmlns="http://schemas.openxmlformats.org/package/2006/relationships"><Relationship Id="rId1" Type="http://schemas.openxmlformats.org/officeDocument/2006/relationships/slide" Target="../slides/slide17.xml" /><Relationship Id="rId2" Type="http://schemas.openxmlformats.org/officeDocument/2006/relationships/notesMaster" Target="../notesMasters/notesMaster1.xml" /></Relationships>
</file>

<file path=ppt/notesSlides/_rels/notesSlide18.xml.rels>&#65279;<?xml version="1.0" encoding="utf-8" standalone="yes"?><Relationships xmlns="http://schemas.openxmlformats.org/package/2006/relationships"><Relationship Id="rId1" Type="http://schemas.openxmlformats.org/officeDocument/2006/relationships/slide" Target="../slides/slide18.xml" /><Relationship Id="rId2" Type="http://schemas.openxmlformats.org/officeDocument/2006/relationships/notesMaster" Target="../notesMasters/notesMaster1.xml" /></Relationships>
</file>

<file path=ppt/notesSlides/_rels/notesSlide19.xml.rels>&#65279;<?xml version="1.0" encoding="utf-8" standalone="yes"?><Relationships xmlns="http://schemas.openxmlformats.org/package/2006/relationships"><Relationship Id="rId1" Type="http://schemas.openxmlformats.org/officeDocument/2006/relationships/slide" Target="../slides/slide19.xml" /><Relationship Id="rId2" Type="http://schemas.openxmlformats.org/officeDocument/2006/relationships/notesMaster" Target="../notesMasters/notesMaster1.xml" /></Relationships>
</file>

<file path=ppt/notesSlides/_rels/notesSlide20.xml.rels>&#65279;<?xml version="1.0" encoding="utf-8" standalone="yes"?><Relationships xmlns="http://schemas.openxmlformats.org/package/2006/relationships"><Relationship Id="rId1" Type="http://schemas.openxmlformats.org/officeDocument/2006/relationships/slide" Target="../slides/slide20.xml" /><Relationship Id="rId2" Type="http://schemas.openxmlformats.org/officeDocument/2006/relationships/notesMaster" Target="../notesMasters/notesMaster1.xml" /></Relationships>
</file>

<file path=ppt/notesSlides/_rels/notesSlide21.xml.rels>&#65279;<?xml version="1.0" encoding="utf-8" standalone="yes"?><Relationships xmlns="http://schemas.openxmlformats.org/package/2006/relationships"><Relationship Id="rId1" Type="http://schemas.openxmlformats.org/officeDocument/2006/relationships/slide" Target="../slides/slide21.xml" /><Relationship Id="rId2" Type="http://schemas.openxmlformats.org/officeDocument/2006/relationships/notesMaster" Target="../notesMasters/notesMaster1.xml" /></Relationships>
</file>

<file path=ppt/notesSlides/_rels/notesSlide22.xml.rels>&#65279;<?xml version="1.0" encoding="utf-8" standalone="yes"?><Relationships xmlns="http://schemas.openxmlformats.org/package/2006/relationships"><Relationship Id="rId1" Type="http://schemas.openxmlformats.org/officeDocument/2006/relationships/slide" Target="../slides/slide22.xml" /><Relationship Id="rId2" Type="http://schemas.openxmlformats.org/officeDocument/2006/relationships/notesMaster" Target="../notesMasters/notesMaster1.xml" /></Relationships>
</file>

<file path=ppt/notesSlides/_rels/notesSlide23.xml.rels>&#65279;<?xml version="1.0" encoding="utf-8" standalone="yes"?><Relationships xmlns="http://schemas.openxmlformats.org/package/2006/relationships"><Relationship Id="rId1" Type="http://schemas.openxmlformats.org/officeDocument/2006/relationships/slide" Target="../slides/slide23.xml" /><Relationship Id="rId2" Type="http://schemas.openxmlformats.org/officeDocument/2006/relationships/notesMaster" Target="../notesMasters/notesMaster1.xml" /></Relationships>
</file>

<file path=ppt/notesSlides/_rels/notesSlide24.xml.rels>&#65279;<?xml version="1.0" encoding="utf-8" standalone="yes"?><Relationships xmlns="http://schemas.openxmlformats.org/package/2006/relationships"><Relationship Id="rId1" Type="http://schemas.openxmlformats.org/officeDocument/2006/relationships/slide" Target="../slides/slide24.xml" /><Relationship Id="rId2" Type="http://schemas.openxmlformats.org/officeDocument/2006/relationships/notesMaster" Target="../notesMasters/notesMaster1.xml" /></Relationships>
</file>

<file path=ppt/notesSlides/_rels/notesSlide25.xml.rels>&#65279;<?xml version="1.0" encoding="utf-8" standalone="yes"?><Relationships xmlns="http://schemas.openxmlformats.org/package/2006/relationships"><Relationship Id="rId1" Type="http://schemas.openxmlformats.org/officeDocument/2006/relationships/slide" Target="../slides/slide25.xml" /><Relationship Id="rId2" Type="http://schemas.openxmlformats.org/officeDocument/2006/relationships/notesMaster" Target="../notesMasters/notesMaster1.xml" /></Relationships>
</file>

<file path=ppt/notesSlides/_rels/notesSlide26.xml.rels>&#65279;<?xml version="1.0" encoding="utf-8" standalone="yes"?><Relationships xmlns="http://schemas.openxmlformats.org/package/2006/relationships"><Relationship Id="rId1" Type="http://schemas.openxmlformats.org/officeDocument/2006/relationships/slide" Target="../slides/slide26.xml" /><Relationship Id="rId2" Type="http://schemas.openxmlformats.org/officeDocument/2006/relationships/notesMaster" Target="../notesMasters/notesMaster1.xml" /></Relationships>
</file>

<file path=ppt/notesSlides/_rels/notesSlide27.xml.rels>&#65279;<?xml version="1.0" encoding="utf-8" standalone="yes"?><Relationships xmlns="http://schemas.openxmlformats.org/package/2006/relationships"><Relationship Id="rId1" Type="http://schemas.openxmlformats.org/officeDocument/2006/relationships/slide" Target="../slides/slide27.xml" /><Relationship Id="rId2" Type="http://schemas.openxmlformats.org/officeDocument/2006/relationships/notesMaster" Target="../notesMasters/notesMaster1.xml" /></Relationships>
</file>

<file path=ppt/notesSlides/_rels/notesSlide28.xml.rels>&#65279;<?xml version="1.0" encoding="utf-8" standalone="yes"?><Relationships xmlns="http://schemas.openxmlformats.org/package/2006/relationships"><Relationship Id="rId1" Type="http://schemas.openxmlformats.org/officeDocument/2006/relationships/slide" Target="../slides/slide28.xml" /><Relationship Id="rId2" Type="http://schemas.openxmlformats.org/officeDocument/2006/relationships/notesMaster" Target="../notesMasters/notesMaster1.xml" /></Relationships>
</file>

<file path=ppt/notesSlides/_rels/notesSlide29.xml.rels>&#65279;<?xml version="1.0" encoding="utf-8" standalone="yes"?><Relationships xmlns="http://schemas.openxmlformats.org/package/2006/relationships"><Relationship Id="rId1" Type="http://schemas.openxmlformats.org/officeDocument/2006/relationships/slide" Target="../slides/slide29.xml" /><Relationship Id="rId2" Type="http://schemas.openxmlformats.org/officeDocument/2006/relationships/notesMaster" Target="../notesMasters/notesMaster1.xml" /></Relationships>
</file>

<file path=ppt/notesSlides/_rels/notesSlide30.xml.rels>&#65279;<?xml version="1.0" encoding="utf-8" standalone="yes"?><Relationships xmlns="http://schemas.openxmlformats.org/package/2006/relationships"><Relationship Id="rId1" Type="http://schemas.openxmlformats.org/officeDocument/2006/relationships/slide" Target="../slides/slide30.xml" /><Relationship Id="rId2" Type="http://schemas.openxmlformats.org/officeDocument/2006/relationships/notesMaster" Target="../notesMasters/notesMaster1.xml" /></Relationships>
</file>

<file path=ppt/notesSlides/_rels/notesSlide31.xml.rels>&#65279;<?xml version="1.0" encoding="utf-8" standalone="yes"?><Relationships xmlns="http://schemas.openxmlformats.org/package/2006/relationships"><Relationship Id="rId1" Type="http://schemas.openxmlformats.org/officeDocument/2006/relationships/slide" Target="../slides/slide31.xml" /><Relationship Id="rId2" Type="http://schemas.openxmlformats.org/officeDocument/2006/relationships/notesMaster" Target="../notesMasters/notesMaster1.xml" /></Relationships>
</file>

<file path=ppt/notesSlides/_rels/notesSlide32.xml.rels>&#65279;<?xml version="1.0" encoding="utf-8" standalone="yes"?><Relationships xmlns="http://schemas.openxmlformats.org/package/2006/relationships"><Relationship Id="rId1" Type="http://schemas.openxmlformats.org/officeDocument/2006/relationships/slide" Target="../slides/slide32.xml" /><Relationship Id="rId2" Type="http://schemas.openxmlformats.org/officeDocument/2006/relationships/notesMaster" Target="../notesMasters/notesMaster1.xml" /></Relationships>
</file>

<file path=ppt/notesSlides/_rels/notesSlide33.xml.rels>&#65279;<?xml version="1.0" encoding="utf-8" standalone="yes"?><Relationships xmlns="http://schemas.openxmlformats.org/package/2006/relationships"><Relationship Id="rId1" Type="http://schemas.openxmlformats.org/officeDocument/2006/relationships/slide" Target="../slides/slide33.xml" /><Relationship Id="rId2" Type="http://schemas.openxmlformats.org/officeDocument/2006/relationships/notesMaster" Target="../notesMasters/notesMaster1.xml" /></Relationships>
</file>

<file path=ppt/notesSlides/_rels/notesSlide34.xml.rels>&#65279;<?xml version="1.0" encoding="utf-8" standalone="yes"?><Relationships xmlns="http://schemas.openxmlformats.org/package/2006/relationships"><Relationship Id="rId1" Type="http://schemas.openxmlformats.org/officeDocument/2006/relationships/slide" Target="../slides/slide34.xml" /><Relationship Id="rId2" Type="http://schemas.openxmlformats.org/officeDocument/2006/relationships/notesMaster" Target="../notesMasters/notesMaster1.xml" /></Relationships>
</file>

<file path=ppt/notesSlides/_rels/notesSlide35.xml.rels>&#65279;<?xml version="1.0" encoding="utf-8" standalone="yes"?><Relationships xmlns="http://schemas.openxmlformats.org/package/2006/relationships"><Relationship Id="rId1" Type="http://schemas.openxmlformats.org/officeDocument/2006/relationships/slide" Target="../slides/slide35.xml" /><Relationship Id="rId2" Type="http://schemas.openxmlformats.org/officeDocument/2006/relationships/notesMaster" Target="../notesMasters/notesMaster1.xml" /></Relationships>
</file>

<file path=ppt/notesSlides/_rels/notesSlide36.xml.rels>&#65279;<?xml version="1.0" encoding="utf-8" standalone="yes"?><Relationships xmlns="http://schemas.openxmlformats.org/package/2006/relationships"><Relationship Id="rId1" Type="http://schemas.openxmlformats.org/officeDocument/2006/relationships/slide" Target="../slides/slide36.xml" /><Relationship Id="rId2" Type="http://schemas.openxmlformats.org/officeDocument/2006/relationships/notesMaster" Target="../notesMasters/notesMaster1.xml" /></Relationships>
</file>

<file path=ppt/notesSlides/_rels/notesSlide37.xml.rels>&#65279;<?xml version="1.0" encoding="utf-8" standalone="yes"?><Relationships xmlns="http://schemas.openxmlformats.org/package/2006/relationships"><Relationship Id="rId1" Type="http://schemas.openxmlformats.org/officeDocument/2006/relationships/slide" Target="../slides/slide37.xml" /><Relationship Id="rId2" Type="http://schemas.openxmlformats.org/officeDocument/2006/relationships/notesMaster" Target="../notesMasters/notesMaster1.xml" /></Relationships>
</file>

<file path=ppt/notesSlides/_rels/notesSlide38.xml.rels>&#65279;<?xml version="1.0" encoding="utf-8" standalone="yes"?><Relationships xmlns="http://schemas.openxmlformats.org/package/2006/relationships"><Relationship Id="rId1" Type="http://schemas.openxmlformats.org/officeDocument/2006/relationships/slide" Target="../slides/slide38.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51" name="Shape 751"/>
        <p:cNvGrpSpPr/>
        <p:nvPr/>
      </p:nvGrpSpPr>
      <p:grpSpPr>
        <a:xfrm>
          <a:off x="0" y="0"/>
          <a:ext cx="0" cy="0"/>
        </a:xfrm>
      </p:grpSpPr>
      <p:sp>
        <p:nvSpPr>
          <p:cNvPr id="752" name="Google Shape;752;g279955a40ae_0_83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53" name="Google Shape;753;g279955a40ae_0_83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57" name="Shape 757"/>
        <p:cNvGrpSpPr/>
        <p:nvPr/>
      </p:nvGrpSpPr>
      <p:grpSpPr>
        <a:xfrm>
          <a:off x="0" y="0"/>
          <a:ext cx="0" cy="0"/>
        </a:xfrm>
      </p:grpSpPr>
      <p:sp>
        <p:nvSpPr>
          <p:cNvPr id="758" name="Google Shape;758;g279955a40ae_0_83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59" name="Google Shape;759;g279955a40ae_0_8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62" name="Shape 762"/>
        <p:cNvGrpSpPr/>
        <p:nvPr/>
      </p:nvGrpSpPr>
      <p:grpSpPr>
        <a:xfrm>
          <a:off x="0" y="0"/>
          <a:ext cx="0" cy="0"/>
        </a:xfrm>
      </p:grpSpPr>
      <p:sp>
        <p:nvSpPr>
          <p:cNvPr id="763" name="Google Shape;763;g279955a40ae_0_84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64" name="Google Shape;764;g279955a40ae_0_8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67" name="Shape 767"/>
        <p:cNvGrpSpPr/>
        <p:nvPr/>
      </p:nvGrpSpPr>
      <p:grpSpPr>
        <a:xfrm>
          <a:off x="0" y="0"/>
          <a:ext cx="0" cy="0"/>
        </a:xfrm>
      </p:grpSpPr>
      <p:sp>
        <p:nvSpPr>
          <p:cNvPr id="768" name="Google Shape;768;g2ac0d5e4b38_0_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69" name="Google Shape;769;g2ac0d5e4b38_0_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74" name="Shape 774"/>
        <p:cNvGrpSpPr/>
        <p:nvPr/>
      </p:nvGrpSpPr>
      <p:grpSpPr>
        <a:xfrm>
          <a:off x="0" y="0"/>
          <a:ext cx="0" cy="0"/>
        </a:xfrm>
      </p:grpSpPr>
      <p:sp>
        <p:nvSpPr>
          <p:cNvPr id="775" name="Google Shape;775;g2b0e0738ace_0_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76" name="Google Shape;776;g2b0e0738ace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80" name="Shape 780"/>
        <p:cNvGrpSpPr/>
        <p:nvPr/>
      </p:nvGrpSpPr>
      <p:grpSpPr>
        <a:xfrm>
          <a:off x="0" y="0"/>
          <a:ext cx="0" cy="0"/>
        </a:xfrm>
      </p:grpSpPr>
      <p:sp>
        <p:nvSpPr>
          <p:cNvPr id="781" name="Google Shape;781;g2ac0d5e4b38_0_76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82" name="Google Shape;782;g2ac0d5e4b38_0_76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788" name="Shape 788"/>
        <p:cNvGrpSpPr/>
        <p:nvPr/>
      </p:nvGrpSpPr>
      <p:grpSpPr>
        <a:xfrm>
          <a:off x="0" y="0"/>
          <a:ext cx="0" cy="0"/>
        </a:xfrm>
      </p:grpSpPr>
      <p:sp>
        <p:nvSpPr>
          <p:cNvPr id="789" name="Google Shape;789;g2ac0d5e4b38_0_78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790" name="Google Shape;790;g2ac0d5e4b38_0_78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816" name="Shape 816"/>
        <p:cNvGrpSpPr/>
        <p:nvPr/>
      </p:nvGrpSpPr>
      <p:grpSpPr>
        <a:xfrm>
          <a:off x="0" y="0"/>
          <a:ext cx="0" cy="0"/>
        </a:xfrm>
      </p:grpSpPr>
      <p:sp>
        <p:nvSpPr>
          <p:cNvPr id="817" name="Google Shape;817;g2ac0d5e4b38_0_78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818" name="Google Shape;818;g2ac0d5e4b38_0_78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07" name="Shape 907"/>
        <p:cNvGrpSpPr/>
        <p:nvPr/>
      </p:nvGrpSpPr>
      <p:grpSpPr>
        <a:xfrm>
          <a:off x="0" y="0"/>
          <a:ext cx="0" cy="0"/>
        </a:xfrm>
      </p:grpSpPr>
      <p:sp>
        <p:nvSpPr>
          <p:cNvPr id="908" name="Google Shape;908;g2ac0d5e4b38_0_79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09" name="Google Shape;909;g2ac0d5e4b38_0_79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45" name="Shape 945"/>
        <p:cNvGrpSpPr/>
        <p:nvPr/>
      </p:nvGrpSpPr>
      <p:grpSpPr>
        <a:xfrm>
          <a:off x="0" y="0"/>
          <a:ext cx="0" cy="0"/>
        </a:xfrm>
      </p:grpSpPr>
      <p:sp>
        <p:nvSpPr>
          <p:cNvPr id="946" name="Google Shape;946;g2b0e0738ace_0_21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47" name="Google Shape;947;g2b0e0738ace_0_2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984" name="Shape 984"/>
        <p:cNvGrpSpPr/>
        <p:nvPr/>
      </p:nvGrpSpPr>
      <p:grpSpPr>
        <a:xfrm>
          <a:off x="0" y="0"/>
          <a:ext cx="0" cy="0"/>
        </a:xfrm>
      </p:grpSpPr>
      <p:sp>
        <p:nvSpPr>
          <p:cNvPr id="985" name="Google Shape;985;g2b0e0738ace_0_33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986" name="Google Shape;986;g2b0e0738ace_0_33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15" name="Shape 1015"/>
        <p:cNvGrpSpPr/>
        <p:nvPr/>
      </p:nvGrpSpPr>
      <p:grpSpPr>
        <a:xfrm>
          <a:off x="0" y="0"/>
          <a:ext cx="0" cy="0"/>
        </a:xfrm>
      </p:grpSpPr>
      <p:sp>
        <p:nvSpPr>
          <p:cNvPr id="1016" name="Google Shape;1016;g2b0e0738ace_0_38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17" name="Google Shape;1017;g2b0e0738ace_0_38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41" name="Shape 1041"/>
        <p:cNvGrpSpPr/>
        <p:nvPr/>
      </p:nvGrpSpPr>
      <p:grpSpPr>
        <a:xfrm>
          <a:off x="0" y="0"/>
          <a:ext cx="0" cy="0"/>
        </a:xfrm>
      </p:grpSpPr>
      <p:sp>
        <p:nvSpPr>
          <p:cNvPr id="1042" name="Google Shape;1042;g2b0e0738ace_1_29: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43" name="Google Shape;1043;g2b0e0738ace_1_2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061" name="Shape 1061"/>
        <p:cNvGrpSpPr/>
        <p:nvPr/>
      </p:nvGrpSpPr>
      <p:grpSpPr>
        <a:xfrm>
          <a:off x="0" y="0"/>
          <a:ext cx="0" cy="0"/>
        </a:xfrm>
      </p:grpSpPr>
      <p:sp>
        <p:nvSpPr>
          <p:cNvPr id="1062" name="Google Shape;1062;g2b0e0738ace_1_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063" name="Google Shape;1063;g2b0e0738ace_1_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08" name="Shape 1108"/>
        <p:cNvGrpSpPr/>
        <p:nvPr/>
      </p:nvGrpSpPr>
      <p:grpSpPr>
        <a:xfrm>
          <a:off x="0" y="0"/>
          <a:ext cx="0" cy="0"/>
        </a:xfrm>
      </p:grpSpPr>
      <p:sp>
        <p:nvSpPr>
          <p:cNvPr id="1109" name="Google Shape;1109;g2ac0d5e4b38_0_79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110" name="Google Shape;1110;g2ac0d5e4b38_0_79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33" name="Shape 1133"/>
        <p:cNvGrpSpPr/>
        <p:nvPr/>
      </p:nvGrpSpPr>
      <p:grpSpPr>
        <a:xfrm>
          <a:off x="0" y="0"/>
          <a:ext cx="0" cy="0"/>
        </a:xfrm>
      </p:grpSpPr>
      <p:sp>
        <p:nvSpPr>
          <p:cNvPr id="1134" name="Google Shape;1134;g2b0e0738ace_1_11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135" name="Google Shape;1135;g2b0e0738ace_1_11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80" name="Shape 1180"/>
        <p:cNvGrpSpPr/>
        <p:nvPr/>
      </p:nvGrpSpPr>
      <p:grpSpPr>
        <a:xfrm>
          <a:off x="0" y="0"/>
          <a:ext cx="0" cy="0"/>
        </a:xfrm>
      </p:grpSpPr>
      <p:sp>
        <p:nvSpPr>
          <p:cNvPr id="1181" name="Google Shape;1181;g2ac0d5e4b38_0_773: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182" name="Google Shape;1182;g2ac0d5e4b38_0_77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188" name="Shape 1188"/>
        <p:cNvGrpSpPr/>
        <p:nvPr/>
      </p:nvGrpSpPr>
      <p:grpSpPr>
        <a:xfrm>
          <a:off x="0" y="0"/>
          <a:ext cx="0" cy="0"/>
        </a:xfrm>
      </p:grpSpPr>
      <p:sp>
        <p:nvSpPr>
          <p:cNvPr id="1189" name="Google Shape;1189;g2ac0d5e4b38_0_80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190" name="Google Shape;1190;g2ac0d5e4b38_0_80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215" name="Shape 1215"/>
        <p:cNvGrpSpPr/>
        <p:nvPr/>
      </p:nvGrpSpPr>
      <p:grpSpPr>
        <a:xfrm>
          <a:off x="0" y="0"/>
          <a:ext cx="0" cy="0"/>
        </a:xfrm>
      </p:grpSpPr>
      <p:sp>
        <p:nvSpPr>
          <p:cNvPr id="1216" name="Google Shape;1216;g2b0e0738ace_1_18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217" name="Google Shape;1217;g2b0e0738ace_1_18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242" name="Shape 1242"/>
        <p:cNvGrpSpPr/>
        <p:nvPr/>
      </p:nvGrpSpPr>
      <p:grpSpPr>
        <a:xfrm>
          <a:off x="0" y="0"/>
          <a:ext cx="0" cy="0"/>
        </a:xfrm>
      </p:grpSpPr>
      <p:sp>
        <p:nvSpPr>
          <p:cNvPr id="1243" name="Google Shape;1243;g2b0e0738ace_1_216: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244" name="Google Shape;1244;g2b0e0738ace_1_21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269" name="Shape 1269"/>
        <p:cNvGrpSpPr/>
        <p:nvPr/>
      </p:nvGrpSpPr>
      <p:grpSpPr>
        <a:xfrm>
          <a:off x="0" y="0"/>
          <a:ext cx="0" cy="0"/>
        </a:xfrm>
      </p:grpSpPr>
      <p:sp>
        <p:nvSpPr>
          <p:cNvPr id="1270" name="Google Shape;1270;g2b0e0738ace_1_24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271" name="Google Shape;1271;g2b0e0738ace_1_24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329" name="Shape 1329"/>
        <p:cNvGrpSpPr/>
        <p:nvPr/>
      </p:nvGrpSpPr>
      <p:grpSpPr>
        <a:xfrm>
          <a:off x="0" y="0"/>
          <a:ext cx="0" cy="0"/>
        </a:xfrm>
      </p:grpSpPr>
      <p:sp>
        <p:nvSpPr>
          <p:cNvPr id="1330" name="Google Shape;1330;g2b0e0738ace_1_34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331" name="Google Shape;1331;g2b0e0738ace_1_34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350" name="Shape 1350"/>
        <p:cNvGrpSpPr/>
        <p:nvPr/>
      </p:nvGrpSpPr>
      <p:grpSpPr>
        <a:xfrm>
          <a:off x="0" y="0"/>
          <a:ext cx="0" cy="0"/>
        </a:xfrm>
      </p:grpSpPr>
      <p:sp>
        <p:nvSpPr>
          <p:cNvPr id="1351" name="Google Shape;1351;g2ac0d5e4b38_0_80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352" name="Google Shape;1352;g2ac0d5e4b38_0_80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362" name="Shape 1362"/>
        <p:cNvGrpSpPr/>
        <p:nvPr/>
      </p:nvGrpSpPr>
      <p:grpSpPr>
        <a:xfrm>
          <a:off x="0" y="0"/>
          <a:ext cx="0" cy="0"/>
        </a:xfrm>
      </p:grpSpPr>
      <p:sp>
        <p:nvSpPr>
          <p:cNvPr id="1363" name="Google Shape;1363;g2b0e0738ace_1_42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364" name="Google Shape;1364;g2b0e0738ace_1_42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372" name="Shape 1372"/>
        <p:cNvGrpSpPr/>
        <p:nvPr/>
      </p:nvGrpSpPr>
      <p:grpSpPr>
        <a:xfrm>
          <a:off x="0" y="0"/>
          <a:ext cx="0" cy="0"/>
        </a:xfrm>
      </p:grpSpPr>
      <p:sp>
        <p:nvSpPr>
          <p:cNvPr id="1373" name="Google Shape;1373;g2b0e0738ace_1_43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374" name="Google Shape;1374;g2b0e0738ace_1_43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398" name="Shape 1398"/>
        <p:cNvGrpSpPr/>
        <p:nvPr/>
      </p:nvGrpSpPr>
      <p:grpSpPr>
        <a:xfrm>
          <a:off x="0" y="0"/>
          <a:ext cx="0" cy="0"/>
        </a:xfrm>
      </p:grpSpPr>
      <p:sp>
        <p:nvSpPr>
          <p:cNvPr id="1399" name="Google Shape;1399;g2b0e0738ace_1_468: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00" name="Google Shape;1400;g2b0e0738ace_1_468: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23" name="Shape 1423"/>
        <p:cNvGrpSpPr/>
        <p:nvPr/>
      </p:nvGrpSpPr>
      <p:grpSpPr>
        <a:xfrm>
          <a:off x="0" y="0"/>
          <a:ext cx="0" cy="0"/>
        </a:xfrm>
      </p:grpSpPr>
      <p:sp>
        <p:nvSpPr>
          <p:cNvPr id="1424" name="Google Shape;1424;g2b0e0738ace_1_54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25" name="Google Shape;1425;g2b0e0738ace_1_54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54" name="Shape 1454"/>
        <p:cNvGrpSpPr/>
        <p:nvPr/>
      </p:nvGrpSpPr>
      <p:grpSpPr>
        <a:xfrm>
          <a:off x="0" y="0"/>
          <a:ext cx="0" cy="0"/>
        </a:xfrm>
      </p:grpSpPr>
      <p:sp>
        <p:nvSpPr>
          <p:cNvPr id="1455" name="Google Shape;1455;g2b0e0738ace_1_49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56" name="Google Shape;1456;g2b0e0738ace_1_49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475" name="Shape 1475"/>
        <p:cNvGrpSpPr/>
        <p:nvPr/>
      </p:nvGrpSpPr>
      <p:grpSpPr>
        <a:xfrm>
          <a:off x="0" y="0"/>
          <a:ext cx="0" cy="0"/>
        </a:xfrm>
      </p:grpSpPr>
      <p:sp>
        <p:nvSpPr>
          <p:cNvPr id="1476" name="Google Shape;1476;g2b0e0738ace_1_534: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477" name="Google Shape;1477;g2b0e0738ace_1_53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02" name="Shape 1502"/>
        <p:cNvGrpSpPr/>
        <p:nvPr/>
      </p:nvGrpSpPr>
      <p:grpSpPr>
        <a:xfrm>
          <a:off x="0" y="0"/>
          <a:ext cx="0" cy="0"/>
        </a:xfrm>
      </p:grpSpPr>
      <p:sp>
        <p:nvSpPr>
          <p:cNvPr id="1503" name="Google Shape;1503;g2ac0d5e4b38_0_81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04" name="Google Shape;1504;g2ac0d5e4b38_0_81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53" name="Shape 1553"/>
        <p:cNvGrpSpPr/>
        <p:nvPr/>
      </p:nvGrpSpPr>
      <p:grpSpPr>
        <a:xfrm>
          <a:off x="0" y="0"/>
          <a:ext cx="0" cy="0"/>
        </a:xfrm>
      </p:grpSpPr>
      <p:sp>
        <p:nvSpPr>
          <p:cNvPr id="1554" name="Google Shape;1554;g2b0e0738ace_1_615: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55" name="Google Shape;1555;g2b0e0738ace_1_61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65" name="Shape 1565"/>
        <p:cNvGrpSpPr/>
        <p:nvPr/>
      </p:nvGrpSpPr>
      <p:grpSpPr>
        <a:xfrm>
          <a:off x="0" y="0"/>
          <a:ext cx="0" cy="0"/>
        </a:xfrm>
      </p:grpSpPr>
      <p:sp>
        <p:nvSpPr>
          <p:cNvPr id="1566" name="Google Shape;1566;g2b0e0738ace_1_62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67" name="Google Shape;1567;g2b0e0738ace_1_6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577" name="Shape 1577"/>
        <p:cNvGrpSpPr/>
        <p:nvPr/>
      </p:nvGrpSpPr>
      <p:grpSpPr>
        <a:xfrm>
          <a:off x="0" y="0"/>
          <a:ext cx="0" cy="0"/>
        </a:xfrm>
      </p:grpSpPr>
      <p:sp>
        <p:nvSpPr>
          <p:cNvPr id="1578" name="Google Shape;1578;g2b13d48af4a_0_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579" name="Google Shape;1579;g2b13d48af4a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05" name="Shape 1605"/>
        <p:cNvGrpSpPr/>
        <p:nvPr/>
      </p:nvGrpSpPr>
      <p:grpSpPr>
        <a:xfrm>
          <a:off x="0" y="0"/>
          <a:ext cx="0" cy="0"/>
        </a:xfrm>
      </p:grpSpPr>
      <p:sp>
        <p:nvSpPr>
          <p:cNvPr id="1606" name="Google Shape;1606;g2b13d48af4a_0_7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07" name="Google Shape;1607;g2b13d48af4a_0_7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36" name="Shape 1636"/>
        <p:cNvGrpSpPr/>
        <p:nvPr/>
      </p:nvGrpSpPr>
      <p:grpSpPr>
        <a:xfrm>
          <a:off x="0" y="0"/>
          <a:ext cx="0" cy="0"/>
        </a:xfrm>
      </p:grpSpPr>
      <p:sp>
        <p:nvSpPr>
          <p:cNvPr id="1637" name="Google Shape;1637;g2b13d48af4a_0_50: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38" name="Google Shape;1638;g2b13d48af4a_0_5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55" name="Shape 1655"/>
        <p:cNvGrpSpPr/>
        <p:nvPr/>
      </p:nvGrpSpPr>
      <p:grpSpPr>
        <a:xfrm>
          <a:off x="0" y="0"/>
          <a:ext cx="0" cy="0"/>
        </a:xfrm>
      </p:grpSpPr>
      <p:sp>
        <p:nvSpPr>
          <p:cNvPr id="1656" name="Google Shape;1656;g2b13d48af4a_0_61: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57" name="Google Shape;1657;g2b13d48af4a_0_6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82" name="Shape 1682"/>
        <p:cNvGrpSpPr/>
        <p:nvPr/>
      </p:nvGrpSpPr>
      <p:grpSpPr>
        <a:xfrm>
          <a:off x="0" y="0"/>
          <a:ext cx="0" cy="0"/>
        </a:xfrm>
      </p:grpSpPr>
      <p:sp>
        <p:nvSpPr>
          <p:cNvPr id="1683" name="Google Shape;1683;g279955a40ae_0_847: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84" name="Google Shape;1684;g279955a40ae_0_84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88" name="Shape 1688"/>
        <p:cNvGrpSpPr/>
        <p:nvPr/>
      </p:nvGrpSpPr>
      <p:grpSpPr>
        <a:xfrm>
          <a:off x="0" y="0"/>
          <a:ext cx="0" cy="0"/>
        </a:xfrm>
      </p:grpSpPr>
      <p:sp>
        <p:nvSpPr>
          <p:cNvPr id="1689" name="Google Shape;1689;g279955a40ae_0_852:notes"/>
          <p:cNvSpPr/>
          <p:nvPr>
            <p:ph type="sldImg" idx="2"/>
          </p:nvPr>
        </p:nvSpPr>
        <p:spPr>
          <a:xfrm>
            <a:off x="381300" y="685800"/>
            <a:ext cx="6096000" cy="3429000"/>
          </a:xfrm>
          <a:custGeom>
            <a:rect l="l" t="t" r="r" b="b"/>
            <a:pathLst>
              <a:path w="119999" h="119999" extrusionOk="0">
                <a:moveTo>
                  <a:pt x="0" y="0"/>
                </a:moveTo>
                <a:lnTo>
                  <a:pt x="120000" y="0"/>
                </a:lnTo>
                <a:lnTo>
                  <a:pt x="120000" y="120000"/>
                </a:lnTo>
                <a:lnTo>
                  <a:pt x="0" y="120000"/>
                </a:lnTo>
                <a:close/>
              </a:path>
            </a:pathLst>
          </a:custGeom>
        </p:spPr>
      </p:sp>
      <p:sp>
        <p:nvSpPr>
          <p:cNvPr id="1690" name="Google Shape;1690;g279955a40ae_0_85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4.png" /><Relationship Id="rId2" Type="http://schemas.openxmlformats.org/officeDocument/2006/relationships/image" Target="../media/image2.png" /><Relationship Id="rId3" Type="http://schemas.openxmlformats.org/officeDocument/2006/relationships/image" Target="../media/image1.png" /><Relationship Id="rId4"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2.png" /><Relationship Id="rId4"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6.png" /><Relationship Id="rId4" Type="http://schemas.openxmlformats.org/officeDocument/2006/relationships/image" Target="../media/image7.png" /><Relationship Id="rId5"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8.png" /><Relationship Id="rId2" Type="http://schemas.openxmlformats.org/officeDocument/2006/relationships/image" Target="../media/image2.png" /><Relationship Id="rId3" Type="http://schemas.openxmlformats.org/officeDocument/2006/relationships/image" Target="../media/image1.png" /><Relationship Id="rId4"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2.png" /><Relationship Id="rId2" Type="http://schemas.openxmlformats.org/officeDocument/2006/relationships/image" Target="../media/image1.png" /><Relationship Id="rId3" Type="http://schemas.openxmlformats.org/officeDocument/2006/relationships/image" Target="../media/image9.png" /><Relationship Id="rId4" Type="http://schemas.openxmlformats.org/officeDocument/2006/relationships/image" Target="../media/image10.png" /><Relationship Id="rId5"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11.png" /><Relationship Id="rId3" Type="http://schemas.openxmlformats.org/officeDocument/2006/relationships/image" Target="../media/image2.png" /><Relationship Id="rId4"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12.png" /><Relationship Id="rId4" Type="http://schemas.openxmlformats.org/officeDocument/2006/relationships/image" Target="../media/image13.png" /><Relationship Id="rId5" Type="http://schemas.openxmlformats.org/officeDocument/2006/relationships/slideMaster" Target="../slideMasters/slideMaster1.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14.png" /><Relationship Id="rId3" Type="http://schemas.openxmlformats.org/officeDocument/2006/relationships/image" Target="../media/image2.png" /><Relationship Id="rId4" Type="http://schemas.openxmlformats.org/officeDocument/2006/relationships/slideMaster" Target="../slideMasters/slideMaster1.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5.png" /><Relationship Id="rId2" Type="http://schemas.openxmlformats.org/officeDocument/2006/relationships/slideMaster" Target="../slideMasters/slideMaster1.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6.png" /><Relationship Id="rId2" Type="http://schemas.openxmlformats.org/officeDocument/2006/relationships/image" Target="../media/image17.png" /><Relationship Id="rId3" Type="http://schemas.openxmlformats.org/officeDocument/2006/relationships/image" Target="../media/image18.png" /><Relationship Id="rId4" Type="http://schemas.openxmlformats.org/officeDocument/2006/relationships/image" Target="../media/image19.png" /><Relationship Id="rId5" Type="http://schemas.openxmlformats.org/officeDocument/2006/relationships/image" Target="../media/image20.png" /><Relationship Id="rId6" Type="http://schemas.openxmlformats.org/officeDocument/2006/relationships/image" Target="../media/image21.png" /><Relationship Id="rId7" Type="http://schemas.openxmlformats.org/officeDocument/2006/relationships/slideMaster" Target="../slideMasters/slideMaster1.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23.png" /><Relationship Id="rId2" Type="http://schemas.openxmlformats.org/officeDocument/2006/relationships/image" Target="../media/image24.png" /><Relationship Id="rId3" Type="http://schemas.openxmlformats.org/officeDocument/2006/relationships/image" Target="../media/image25.png" /><Relationship Id="rId4" Type="http://schemas.openxmlformats.org/officeDocument/2006/relationships/image" Target="../media/image26.png" /><Relationship Id="rId5" Type="http://schemas.openxmlformats.org/officeDocument/2006/relationships/image" Target="../media/image27.png" /><Relationship Id="rId6" Type="http://schemas.openxmlformats.org/officeDocument/2006/relationships/image" Target="../media/image22.png" /><Relationship Id="rId7" Type="http://schemas.openxmlformats.org/officeDocument/2006/relationships/slideMaster" Target="../slideMasters/slideMaster1.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28.png" /><Relationship Id="rId2" Type="http://schemas.openxmlformats.org/officeDocument/2006/relationships/image" Target="../media/image25.png" /><Relationship Id="rId3" Type="http://schemas.openxmlformats.org/officeDocument/2006/relationships/image" Target="../media/image23.png" /><Relationship Id="rId4" Type="http://schemas.openxmlformats.org/officeDocument/2006/relationships/image" Target="../media/image24.png" /><Relationship Id="rId5" Type="http://schemas.openxmlformats.org/officeDocument/2006/relationships/image" Target="../media/image29.png" /><Relationship Id="rId6" Type="http://schemas.openxmlformats.org/officeDocument/2006/relationships/image" Target="../media/image26.png" /><Relationship Id="rId7" Type="http://schemas.openxmlformats.org/officeDocument/2006/relationships/image" Target="../media/image27.png" /><Relationship Id="rId8" Type="http://schemas.openxmlformats.org/officeDocument/2006/relationships/image" Target="../media/image22.png" /><Relationship Id="rId9" Type="http://schemas.openxmlformats.org/officeDocument/2006/relationships/slideMaster" Target="../slideMasters/slideMaster1.xml" /></Relationships>
</file>

<file path=ppt/slideLayouts/_rels/slideLayout18.xml.rels>&#65279;<?xml version="1.0" encoding="utf-8" standalone="yes"?><Relationships xmlns="http://schemas.openxmlformats.org/package/2006/relationships"><Relationship Id="rId1" Type="http://schemas.openxmlformats.org/officeDocument/2006/relationships/image" Target="../media/image28.png" /><Relationship Id="rId10" Type="http://schemas.openxmlformats.org/officeDocument/2006/relationships/image" Target="../media/image22.png" /><Relationship Id="rId11" Type="http://schemas.openxmlformats.org/officeDocument/2006/relationships/slideMaster" Target="../slideMasters/slideMaster1.xml" /><Relationship Id="rId2" Type="http://schemas.openxmlformats.org/officeDocument/2006/relationships/image" Target="../media/image25.png" /><Relationship Id="rId3" Type="http://schemas.openxmlformats.org/officeDocument/2006/relationships/image" Target="../media/image30.png" /><Relationship Id="rId4" Type="http://schemas.openxmlformats.org/officeDocument/2006/relationships/image" Target="../media/image23.png" /><Relationship Id="rId5" Type="http://schemas.openxmlformats.org/officeDocument/2006/relationships/image" Target="../media/image24.png" /><Relationship Id="rId6" Type="http://schemas.openxmlformats.org/officeDocument/2006/relationships/image" Target="../media/image29.png" /><Relationship Id="rId7" Type="http://schemas.openxmlformats.org/officeDocument/2006/relationships/image" Target="../media/image26.png" /><Relationship Id="rId8" Type="http://schemas.openxmlformats.org/officeDocument/2006/relationships/image" Target="../media/image27.png" /><Relationship Id="rId9" Type="http://schemas.openxmlformats.org/officeDocument/2006/relationships/image" Target="../media/image31.png" /></Relationships>
</file>

<file path=ppt/slideLayouts/_rels/slideLayout19.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33.png" /><Relationship Id="rId3" Type="http://schemas.openxmlformats.org/officeDocument/2006/relationships/slideMaster" Target="../slideMasters/slideMaster1.xml" /></Relationships>
</file>

<file path=ppt/slideLayouts/_rels/slideLayout20.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3.png" /><Relationship Id="rId3" Type="http://schemas.openxmlformats.org/officeDocument/2006/relationships/slideMaster" Target="../slideMasters/slideMaster1.xml" /></Relationships>
</file>

<file path=ppt/slideLayouts/_rels/slideLayout21.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3.png" /><Relationship Id="rId3" Type="http://schemas.openxmlformats.org/officeDocument/2006/relationships/slideMaster" Target="../slideMasters/slideMaster1.xml" /></Relationships>
</file>

<file path=ppt/slideLayouts/_rels/slideLayout22.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3.png" /><Relationship Id="rId3" Type="http://schemas.openxmlformats.org/officeDocument/2006/relationships/slideMaster" Target="../slideMasters/slideMaster1.xml" /></Relationships>
</file>

<file path=ppt/slideLayouts/_rels/slideLayout23.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33.png" /><Relationship Id="rId3" Type="http://schemas.openxmlformats.org/officeDocument/2006/relationships/image" Target="../media/image37.png" /><Relationship Id="rId4" Type="http://schemas.openxmlformats.org/officeDocument/2006/relationships/slideMaster" Target="../slideMasters/slideMaster1.xml" /></Relationships>
</file>

<file path=ppt/slideLayouts/_rels/slideLayout24.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3.png" /><Relationship Id="rId3" Type="http://schemas.openxmlformats.org/officeDocument/2006/relationships/image" Target="../media/image37.png" /><Relationship Id="rId4" Type="http://schemas.openxmlformats.org/officeDocument/2006/relationships/slideMaster" Target="../slideMasters/slideMaster1.xml" /></Relationships>
</file>

<file path=ppt/slideLayouts/_rels/slideLayout25.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3.png" /><Relationship Id="rId3" Type="http://schemas.openxmlformats.org/officeDocument/2006/relationships/image" Target="../media/image37.png" /><Relationship Id="rId4" Type="http://schemas.openxmlformats.org/officeDocument/2006/relationships/slideMaster" Target="../slideMasters/slideMaster1.xml" /></Relationships>
</file>

<file path=ppt/slideLayouts/_rels/slideLayout26.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3.png" /><Relationship Id="rId3" Type="http://schemas.openxmlformats.org/officeDocument/2006/relationships/image" Target="../media/image37.png" /><Relationship Id="rId4" Type="http://schemas.openxmlformats.org/officeDocument/2006/relationships/slideMaster" Target="../slideMasters/slideMaster1.xml" /></Relationships>
</file>

<file path=ppt/slideLayouts/_rels/slideLayout27.xml.rels>&#65279;<?xml version="1.0" encoding="utf-8" standalone="yes"?><Relationships xmlns="http://schemas.openxmlformats.org/package/2006/relationships"><Relationship Id="rId1" Type="http://schemas.openxmlformats.org/officeDocument/2006/relationships/image" Target="../media/image38.png" /><Relationship Id="rId2" Type="http://schemas.openxmlformats.org/officeDocument/2006/relationships/image" Target="../media/image32.png" /><Relationship Id="rId3" Type="http://schemas.openxmlformats.org/officeDocument/2006/relationships/image" Target="../media/image37.png" /><Relationship Id="rId4" Type="http://schemas.openxmlformats.org/officeDocument/2006/relationships/image" Target="../media/image39.png" /><Relationship Id="rId5" Type="http://schemas.openxmlformats.org/officeDocument/2006/relationships/slideMaster" Target="../slideMasters/slideMaster1.xml" /></Relationships>
</file>

<file path=ppt/slideLayouts/_rels/slideLayout28.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image" Target="../media/image38.png" /><Relationship Id="rId5" Type="http://schemas.openxmlformats.org/officeDocument/2006/relationships/slideMaster" Target="../slideMasters/slideMaster1.xml" /></Relationships>
</file>

<file path=ppt/slideLayouts/_rels/slideLayout29.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image" Target="../media/image38.png" /><Relationship Id="rId5" Type="http://schemas.openxmlformats.org/officeDocument/2006/relationships/slideMaster" Target="../slideMasters/slideMaster1.xml" /></Relationships>
</file>

<file path=ppt/slideLayouts/_rels/slideLayout30.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image" Target="../media/image38.png" /><Relationship Id="rId5" Type="http://schemas.openxmlformats.org/officeDocument/2006/relationships/slideMaster" Target="../slideMasters/slideMaster1.xml" /></Relationships>
</file>

<file path=ppt/slideLayouts/_rels/slideLayout31.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2.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3.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4.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5.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6.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7.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8.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39.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40.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41.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42.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7.png" /><Relationship Id="rId3" Type="http://schemas.openxmlformats.org/officeDocument/2006/relationships/image" Target="../media/image39.png" /><Relationship Id="rId4" Type="http://schemas.openxmlformats.org/officeDocument/2006/relationships/slideMaster" Target="../slideMasters/slideMaster1.xml" /></Relationships>
</file>

<file path=ppt/slideLayouts/_rels/slideLayout43.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37.png" /><Relationship Id="rId3" Type="http://schemas.openxmlformats.org/officeDocument/2006/relationships/slideMaster" Target="../slideMasters/slideMaster1.xml" /></Relationships>
</file>

<file path=ppt/slideLayouts/_rels/slideLayout44.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37.png" /><Relationship Id="rId3" Type="http://schemas.openxmlformats.org/officeDocument/2006/relationships/slideMaster" Target="../slideMasters/slideMaster1.xml" /></Relationships>
</file>

<file path=ppt/slideLayouts/_rels/slideLayout45.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37.png" /><Relationship Id="rId3" Type="http://schemas.openxmlformats.org/officeDocument/2006/relationships/slideMaster" Target="../slideMasters/slideMaster1.xml" /></Relationships>
</file>

<file path=ppt/slideLayouts/_rels/slideLayout46.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37.png" /><Relationship Id="rId3" Type="http://schemas.openxmlformats.org/officeDocument/2006/relationships/slideMaster" Target="../slideMasters/slideMaster1.xml" /></Relationships>
</file>

<file path=ppt/slideLayouts/_rels/slideLayout47.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40.png" /><Relationship Id="rId3" Type="http://schemas.openxmlformats.org/officeDocument/2006/relationships/slideMaster" Target="../slideMasters/slideMaster1.xml" /></Relationships>
</file>

<file path=ppt/slideLayouts/_rels/slideLayout48.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40.png" /><Relationship Id="rId3" Type="http://schemas.openxmlformats.org/officeDocument/2006/relationships/slideMaster" Target="../slideMasters/slideMaster1.xml" /></Relationships>
</file>

<file path=ppt/slideLayouts/_rels/slideLayout49.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40.png" /><Relationship Id="rId3" Type="http://schemas.openxmlformats.org/officeDocument/2006/relationships/slideMaster" Target="../slideMasters/slideMaster1.xml" /></Relationships>
</file>

<file path=ppt/slideLayouts/_rels/slideLayout50.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40.png" /><Relationship Id="rId3" Type="http://schemas.openxmlformats.org/officeDocument/2006/relationships/slideMaster" Target="../slideMasters/slideMaster1.xml" /></Relationships>
</file>

<file path=ppt/slideLayouts/_rels/slideLayout51.xml.rels>&#65279;<?xml version="1.0" encoding="utf-8" standalone="yes"?><Relationships xmlns="http://schemas.openxmlformats.org/package/2006/relationships"><Relationship Id="rId1" Type="http://schemas.openxmlformats.org/officeDocument/2006/relationships/image" Target="../media/image32.png" /><Relationship Id="rId2" Type="http://schemas.openxmlformats.org/officeDocument/2006/relationships/image" Target="../media/image41.png" /><Relationship Id="rId3" Type="http://schemas.openxmlformats.org/officeDocument/2006/relationships/slideMaster" Target="../slideMasters/slideMaster1.xml" /></Relationships>
</file>

<file path=ppt/slideLayouts/_rels/slideLayout52.xml.rels>&#65279;<?xml version="1.0" encoding="utf-8" standalone="yes"?><Relationships xmlns="http://schemas.openxmlformats.org/package/2006/relationships"><Relationship Id="rId1" Type="http://schemas.openxmlformats.org/officeDocument/2006/relationships/image" Target="../media/image34.png" /><Relationship Id="rId2" Type="http://schemas.openxmlformats.org/officeDocument/2006/relationships/image" Target="../media/image41.png" /><Relationship Id="rId3" Type="http://schemas.openxmlformats.org/officeDocument/2006/relationships/slideMaster" Target="../slideMasters/slideMaster1.xml" /></Relationships>
</file>

<file path=ppt/slideLayouts/_rels/slideLayout53.xml.rels>&#65279;<?xml version="1.0" encoding="utf-8" standalone="yes"?><Relationships xmlns="http://schemas.openxmlformats.org/package/2006/relationships"><Relationship Id="rId1" Type="http://schemas.openxmlformats.org/officeDocument/2006/relationships/image" Target="../media/image35.png" /><Relationship Id="rId2" Type="http://schemas.openxmlformats.org/officeDocument/2006/relationships/image" Target="../media/image41.png" /><Relationship Id="rId3" Type="http://schemas.openxmlformats.org/officeDocument/2006/relationships/slideMaster" Target="../slideMasters/slideMaster1.xml" /></Relationships>
</file>

<file path=ppt/slideLayouts/_rels/slideLayout54.xml.rels>&#65279;<?xml version="1.0" encoding="utf-8" standalone="yes"?><Relationships xmlns="http://schemas.openxmlformats.org/package/2006/relationships"><Relationship Id="rId1" Type="http://schemas.openxmlformats.org/officeDocument/2006/relationships/image" Target="../media/image36.png" /><Relationship Id="rId2" Type="http://schemas.openxmlformats.org/officeDocument/2006/relationships/image" Target="../media/image41.png" /><Relationship Id="rId3" Type="http://schemas.openxmlformats.org/officeDocument/2006/relationships/slideMaster" Target="../slideMasters/slideMaster1.xml" /></Relationships>
</file>

<file path=ppt/slideLayouts/_rels/slideLayout55.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_rels/slideLayout56.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_rels/slideLayout57.xml.rels>&#65279;<?xml version="1.0" encoding="utf-8" standalone="yes"?><Relationships xmlns="http://schemas.openxmlformats.org/package/2006/relationships"><Relationship Id="rId1" Type="http://schemas.openxmlformats.org/officeDocument/2006/relationships/image" Target="../media/image42.png" /><Relationship Id="rId2" Type="http://schemas.openxmlformats.org/officeDocument/2006/relationships/slideMaster" Target="../slideMasters/slideMaster1.xml" /></Relationships>
</file>

<file path=ppt/slideLayouts/_rels/slideLayout58.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59.xml.rels>&#65279;<?xml version="1.0" encoding="utf-8" standalone="yes"?><Relationships xmlns="http://schemas.openxmlformats.org/package/2006/relationships"><Relationship Id="rId1" Type="http://schemas.openxmlformats.org/officeDocument/2006/relationships/image" Target="../media/image15.png" /><Relationship Id="rId2" Type="http://schemas.openxmlformats.org/officeDocument/2006/relationships/slideMaster" Target="../slideMasters/slideMaster1.xml" /></Relationships>
</file>

<file path=ppt/slideLayouts/_rels/slideLayout60.xml.rels>&#65279;<?xml version="1.0" encoding="utf-8" standalone="yes"?><Relationships xmlns="http://schemas.openxmlformats.org/package/2006/relationships"><Relationship Id="rId1" Type="http://schemas.openxmlformats.org/officeDocument/2006/relationships/slideMaster" Target="../slideMasters/slideMaster1.xml" /></Relationships>
</file>

<file path=ppt/slideLayouts/_rels/slideLayout61.xml.rels>&#65279;<?xml version="1.0" encoding="utf-8" standalone="yes"?><Relationships xmlns="http://schemas.openxmlformats.org/package/2006/relationships"><Relationship Id="rId1" Type="http://schemas.openxmlformats.org/officeDocument/2006/relationships/image" Target="../media/image22.png" /><Relationship Id="rId2"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English">
  <p:cSld name="Title Slide 2_1">
    <p:bg>
      <p:bgPr>
        <a:solidFill>
          <a:srgbClr val="BEF2BD"/>
        </a:solidFill>
      </p:bgPr>
    </p:bg>
    <p:spTree>
      <p:nvGrpSpPr>
        <p:cNvPr id="9" name="Shape 9"/>
        <p:cNvGrpSpPr/>
        <p:nvPr/>
      </p:nvGrpSpPr>
      <p:grpSpPr>
        <a:xfrm>
          <a:off x="0" y="0"/>
          <a:ext cx="0" cy="0"/>
        </a:xfrm>
      </p:grpSpPr>
      <p:pic>
        <p:nvPicPr>
          <p:cNvPr id="10" name="Google Shape;10;p2"/>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English</a:t>
            </a:r>
            <a:endParaRPr sz="1700" b="1">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3" name="Google Shape;13;p2"/>
          <p:cNvSpPr txBox="1"/>
          <p:nvPr>
            <p:ph type="subTitle" idx="1"/>
          </p:nvPr>
        </p:nvSpPr>
        <p:spPr>
          <a:xfrm>
            <a:off x="890225" y="4327975"/>
            <a:ext cx="59862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14" name="Google Shape;14;p2"/>
          <p:cNvPicPr preferRelativeResize="0"/>
          <p:nvPr/>
        </p:nvPicPr>
        <p:blipFill>
          <a:blip r:embed="rId2">
            <a:alphaModFix/>
          </a:blip>
          <a:stretch>
            <a:fillRect/>
          </a:stretch>
        </p:blipFill>
        <p:spPr>
          <a:xfrm>
            <a:off x="7690424" y="4098434"/>
            <a:ext cx="1052750" cy="482825"/>
          </a:xfrm>
          <a:prstGeom prst="rect">
            <a:avLst/>
          </a:prstGeom>
          <a:noFill/>
          <a:ln>
            <a:noFill/>
          </a:ln>
        </p:spPr>
      </p:pic>
      <p:pic>
        <p:nvPicPr>
          <p:cNvPr id="15" name="Google Shape;15;p2"/>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extLst>
    <p:ext uri="{DCECCB84-F9BA-43D5-87BE-67443E8EF086}">
      <p15:sldGuideLst xmlns:p15="http://schemas.microsoft.com/office/powerpoint/2012/main">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Maths">
  <p:cSld name="Title Slide 2_1_1">
    <p:bg>
      <p:bgPr>
        <a:solidFill>
          <a:srgbClr val="BEF2BD"/>
        </a:solidFill>
      </p:bgPr>
    </p:bg>
    <p:spTree>
      <p:nvGrpSpPr>
        <p:cNvPr id="17" name="Shape 17"/>
        <p:cNvGrpSpPr/>
        <p:nvPr/>
      </p:nvGrpSpPr>
      <p:grpSpPr>
        <a:xfrm>
          <a:off x="0" y="0"/>
          <a:ext cx="0" cy="0"/>
        </a:xfrm>
      </p:grpSpPr>
      <p:pic>
        <p:nvPicPr>
          <p:cNvPr id="18" name="Google Shape;18;p3"/>
          <p:cNvPicPr preferRelativeResize="0"/>
          <p:nvPr/>
        </p:nvPicPr>
        <p:blipFill>
          <a:blip r:embed="rId1">
            <a:alphaModFix/>
          </a:blip>
          <a:stretch>
            <a:fillRect/>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Maths</a:t>
            </a:r>
            <a:endParaRPr sz="1700" b="1">
              <a:latin typeface="Lexend"/>
              <a:ea typeface="Lexend"/>
              <a:cs typeface="Lexend"/>
              <a:sym typeface="Lexend"/>
            </a:endParaRPr>
          </a:p>
        </p:txBody>
      </p:sp>
      <p:sp>
        <p:nvSpPr>
          <p:cNvPr id="21" name="Google Shape;21;p3"/>
          <p:cNvSpPr txBox="1"/>
          <p:nvPr>
            <p:ph type="subTitle" idx="1"/>
          </p:nvPr>
        </p:nvSpPr>
        <p:spPr>
          <a:xfrm>
            <a:off x="890225" y="4327975"/>
            <a:ext cx="57585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22" name="Google Shape;22;p3"/>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a:blip r:embed="rId3">
            <a:alphaModFix/>
          </a:blip>
          <a:srcRect l="6209" r="6209"/>
          <a:stretch>
            <a:fillRect/>
          </a:stretch>
        </p:blipFill>
        <p:spPr>
          <a:xfrm>
            <a:off x="324000" y="4008600"/>
            <a:ext cx="707200" cy="128000"/>
          </a:xfrm>
          <a:prstGeom prst="rect">
            <a:avLst/>
          </a:prstGeom>
          <a:noFill/>
          <a:ln>
            <a:noFill/>
          </a:ln>
        </p:spPr>
      </p:pic>
    </p:spTree>
  </p:cSld>
  <p:clrMapOvr>
    <a:masterClrMapping/>
  </p:clrMapOvr>
  <p:transition/>
  <p:timing/>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Geography">
  <p:cSld name="Title Slide 2_1_1_1">
    <p:bg>
      <p:bgPr>
        <a:solidFill>
          <a:srgbClr val="BEF2BD"/>
        </a:solidFill>
      </p:bgPr>
    </p:bg>
    <p:spTree>
      <p:nvGrpSpPr>
        <p:cNvPr id="25" name="Shape 25"/>
        <p:cNvGrpSpPr/>
        <p:nvPr/>
      </p:nvGrpSpPr>
      <p:grpSpPr>
        <a:xfrm>
          <a:off x="0" y="0"/>
          <a:ext cx="0" cy="0"/>
        </a:xfrm>
      </p:grpSpPr>
      <p:pic>
        <p:nvPicPr>
          <p:cNvPr id="26" name="Google Shape;26;p4"/>
          <p:cNvPicPr preferRelativeResize="0"/>
          <p:nvPr/>
        </p:nvPicPr>
        <p:blipFill>
          <a:blip r:embed="rId1">
            <a:alphaModFix/>
          </a:blip>
          <a:srcRect l="6209" r="6209"/>
          <a:stretch>
            <a:fillRect/>
          </a:stretch>
        </p:blipFill>
        <p:spPr>
          <a:xfrm>
            <a:off x="324000" y="4008600"/>
            <a:ext cx="1259825" cy="128000"/>
          </a:xfrm>
          <a:prstGeom prst="rect">
            <a:avLst/>
          </a:prstGeom>
          <a:noFill/>
          <a:ln>
            <a:noFill/>
          </a:ln>
        </p:spPr>
      </p:pic>
      <p:pic>
        <p:nvPicPr>
          <p:cNvPr id="27" name="Google Shape;27;p4"/>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Geography</a:t>
            </a:r>
            <a:endParaRPr sz="1700" b="1">
              <a:latin typeface="Lexend"/>
              <a:ea typeface="Lexend"/>
              <a:cs typeface="Lexend"/>
              <a:sym typeface="Lexend"/>
            </a:endParaRPr>
          </a:p>
        </p:txBody>
      </p:sp>
      <p:sp>
        <p:nvSpPr>
          <p:cNvPr id="30" name="Google Shape;30;p4"/>
          <p:cNvSpPr txBox="1"/>
          <p:nvPr>
            <p:ph type="subTitle" idx="1"/>
          </p:nvPr>
        </p:nvSpPr>
        <p:spPr>
          <a:xfrm>
            <a:off x="890225" y="4327975"/>
            <a:ext cx="59976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31" name="Google Shape;31;p4"/>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History">
  <p:cSld name="Title Slide 2_1_1_1_1">
    <p:bg>
      <p:bgPr>
        <a:solidFill>
          <a:srgbClr val="BEF2BD"/>
        </a:solidFill>
      </p:bgPr>
    </p:bg>
    <p:spTree>
      <p:nvGrpSpPr>
        <p:cNvPr id="33" name="Shape 33"/>
        <p:cNvGrpSpPr/>
        <p:nvPr/>
      </p:nvGrpSpPr>
      <p:grpSpPr>
        <a:xfrm>
          <a:off x="0" y="0"/>
          <a:ext cx="0" cy="0"/>
        </a:xfrm>
      </p:grpSpPr>
      <p:pic>
        <p:nvPicPr>
          <p:cNvPr id="34" name="Google Shape;34;p5"/>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History</a:t>
            </a:r>
            <a:endParaRPr sz="1700" b="1">
              <a:latin typeface="Lexend"/>
              <a:ea typeface="Lexend"/>
              <a:cs typeface="Lexend"/>
              <a:sym typeface="Lexend"/>
            </a:endParaRPr>
          </a:p>
        </p:txBody>
      </p:sp>
      <p:sp>
        <p:nvSpPr>
          <p:cNvPr id="37" name="Google Shape;37;p5"/>
          <p:cNvSpPr txBox="1"/>
          <p:nvPr>
            <p:ph type="subTitle" idx="1"/>
          </p:nvPr>
        </p:nvSpPr>
        <p:spPr>
          <a:xfrm>
            <a:off x="890225" y="4327975"/>
            <a:ext cx="58041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38" name="Google Shape;38;p5"/>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43" name="Google Shape;43;p5"/>
            <p:cNvPicPr preferRelativeResize="0"/>
            <p:nvPr/>
          </p:nvPicPr>
          <p:blipFill>
            <a:blip r:embed="rId4">
              <a:alphaModFix/>
            </a:blip>
            <a:stretch>
              <a:fillRect/>
            </a:stretch>
          </p:blipFill>
          <p:spPr>
            <a:xfrm rot="-378432">
              <a:off x="7001357" y="1317070"/>
              <a:ext cx="1677682" cy="1143462"/>
            </a:xfrm>
            <a:prstGeom prst="rect">
              <a:avLst/>
            </a:prstGeom>
            <a:noFill/>
            <a:ln>
              <a:noFill/>
            </a:ln>
          </p:spPr>
        </p:pic>
      </p:grpSp>
    </p:spTree>
  </p:cSld>
  <p:clrMapOvr>
    <a:masterClrMapping/>
  </p:clrMapOvr>
  <p:transition/>
  <p:timing/>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Music">
  <p:cSld name="Title Slide 2_1_1_1_1_1">
    <p:bg>
      <p:bgPr>
        <a:solidFill>
          <a:srgbClr val="BEF2BD"/>
        </a:solidFill>
      </p:bgPr>
    </p:bg>
    <p:spTree>
      <p:nvGrpSpPr>
        <p:cNvPr id="44" name="Shape 44"/>
        <p:cNvGrpSpPr/>
        <p:nvPr/>
      </p:nvGrpSpPr>
      <p:grpSpPr>
        <a:xfrm>
          <a:off x="0" y="0"/>
          <a:ext cx="0" cy="0"/>
        </a:xfrm>
      </p:grpSpPr>
      <p:pic>
        <p:nvPicPr>
          <p:cNvPr id="45" name="Google Shape;45;p6"/>
          <p:cNvPicPr preferRelativeResize="0"/>
          <p:nvPr/>
        </p:nvPicPr>
        <p:blipFill>
          <a:blip r:embed="rId1">
            <a:alphaModFix/>
          </a:blip>
          <a:stretch>
            <a:fillRect/>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Music</a:t>
            </a:r>
            <a:endParaRPr sz="1700" b="1">
              <a:latin typeface="Lexend"/>
              <a:ea typeface="Lexend"/>
              <a:cs typeface="Lexend"/>
              <a:sym typeface="Lexend"/>
            </a:endParaRPr>
          </a:p>
        </p:txBody>
      </p:sp>
      <p:sp>
        <p:nvSpPr>
          <p:cNvPr id="48" name="Google Shape;48;p6"/>
          <p:cNvSpPr txBox="1"/>
          <p:nvPr>
            <p:ph type="subTitle" idx="1"/>
          </p:nvPr>
        </p:nvSpPr>
        <p:spPr>
          <a:xfrm>
            <a:off x="890225" y="4327975"/>
            <a:ext cx="57870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49" name="Google Shape;49;p6"/>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a:blip r:embed="rId3">
            <a:alphaModFix/>
          </a:blip>
          <a:srcRect l="6209" r="6209"/>
          <a:stretch>
            <a:fillRect/>
          </a:stretch>
        </p:blipFill>
        <p:spPr>
          <a:xfrm>
            <a:off x="324000" y="4008600"/>
            <a:ext cx="661625" cy="128000"/>
          </a:xfrm>
          <a:prstGeom prst="rect">
            <a:avLst/>
          </a:prstGeom>
          <a:noFill/>
          <a:ln>
            <a:noFill/>
          </a:ln>
        </p:spPr>
      </p:pic>
    </p:spTree>
  </p:cSld>
  <p:clrMapOvr>
    <a:masterClrMapping/>
  </p:clrMapOvr>
  <p:transition/>
  <p:timing/>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Science">
  <p:cSld name="Title Slide 2_1_1_1_1_1_1">
    <p:bg>
      <p:bgPr>
        <a:solidFill>
          <a:srgbClr val="BEF2BD"/>
        </a:solidFill>
      </p:bgPr>
    </p:bg>
    <p:spTree>
      <p:nvGrpSpPr>
        <p:cNvPr id="52" name="Shape 52"/>
        <p:cNvGrpSpPr/>
        <p:nvPr/>
      </p:nvGrpSpPr>
      <p:grpSpPr>
        <a:xfrm>
          <a:off x="0" y="0"/>
          <a:ext cx="0" cy="0"/>
        </a:xfrm>
      </p:grpSpPr>
      <p:sp>
        <p:nvSpPr>
          <p:cNvPr id="53" name="Google Shape;53;p7"/>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Science</a:t>
            </a:r>
            <a:endParaRPr sz="1700" b="1">
              <a:latin typeface="Lexend"/>
              <a:ea typeface="Lexend"/>
              <a:cs typeface="Lexend"/>
              <a:sym typeface="Lexend"/>
            </a:endParaRPr>
          </a:p>
        </p:txBody>
      </p:sp>
      <p:sp>
        <p:nvSpPr>
          <p:cNvPr id="55" name="Google Shape;55;p7"/>
          <p:cNvSpPr txBox="1"/>
          <p:nvPr>
            <p:ph type="subTitle" idx="1"/>
          </p:nvPr>
        </p:nvSpPr>
        <p:spPr>
          <a:xfrm>
            <a:off x="890225" y="4327975"/>
            <a:ext cx="57927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56" name="Google Shape;56;p7"/>
          <p:cNvPicPr preferRelativeResize="0"/>
          <p:nvPr/>
        </p:nvPicPr>
        <p:blipFill>
          <a:blip r:embed="rId1">
            <a:alphaModFix/>
          </a:blip>
          <a:stretch>
            <a:fillRect/>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a:blip r:embed="rId2">
            <a:alphaModFix/>
          </a:blip>
          <a:srcRect l="6209" r="6209"/>
          <a:stretch>
            <a:fillRect/>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62" name="Google Shape;62;p7"/>
            <p:cNvPicPr preferRelativeResize="0"/>
            <p:nvPr/>
          </p:nvPicPr>
          <p:blipFill>
            <a:blip r:embed="rId4">
              <a:alphaModFix/>
            </a:blip>
            <a:stretch>
              <a:fillRect/>
            </a:stretch>
          </p:blipFill>
          <p:spPr>
            <a:xfrm rot="-311816">
              <a:off x="7083000" y="1110274"/>
              <a:ext cx="1514398" cy="1526398"/>
            </a:xfrm>
            <a:prstGeom prst="rect">
              <a:avLst/>
            </a:prstGeom>
            <a:noFill/>
            <a:ln>
              <a:noFill/>
            </a:ln>
          </p:spPr>
        </p:pic>
      </p:grpSp>
    </p:spTree>
  </p:cSld>
  <p:clrMapOvr>
    <a:masterClrMapping/>
  </p:clrMapOvr>
  <p:transition/>
  <p:timing/>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Biology">
  <p:cSld name="Title Slide 2_1_1_1_1_1_1_1">
    <p:bg>
      <p:bgPr>
        <a:solidFill>
          <a:srgbClr val="BEF2BD"/>
        </a:solidFill>
      </p:bgPr>
    </p:bg>
    <p:spTree>
      <p:nvGrpSpPr>
        <p:cNvPr id="63" name="Shape 63"/>
        <p:cNvGrpSpPr/>
        <p:nvPr/>
      </p:nvGrpSpPr>
      <p:grpSpPr>
        <a:xfrm>
          <a:off x="0" y="0"/>
          <a:ext cx="0" cy="0"/>
        </a:xfrm>
      </p:grpSpPr>
      <p:pic>
        <p:nvPicPr>
          <p:cNvPr id="64" name="Google Shape;64;p8"/>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pic>
        <p:nvPicPr>
          <p:cNvPr id="65" name="Google Shape;65;p8"/>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Biology</a:t>
            </a:r>
            <a:endParaRPr sz="1700" b="1">
              <a:latin typeface="Lexend"/>
              <a:ea typeface="Lexend"/>
              <a:cs typeface="Lexend"/>
              <a:sym typeface="Lexend"/>
            </a:endParaRPr>
          </a:p>
        </p:txBody>
      </p:sp>
      <p:sp>
        <p:nvSpPr>
          <p:cNvPr id="68" name="Google Shape;68;p8"/>
          <p:cNvSpPr txBox="1"/>
          <p:nvPr>
            <p:ph type="subTitle" idx="1"/>
          </p:nvPr>
        </p:nvSpPr>
        <p:spPr>
          <a:xfrm>
            <a:off x="890225" y="4327975"/>
            <a:ext cx="57756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69" name="Google Shape;69;p8"/>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Physics">
  <p:cSld name="Title Slide 2_1_1_1_1_1_1_1_1">
    <p:bg>
      <p:bgPr>
        <a:solidFill>
          <a:srgbClr val="BEF2BD"/>
        </a:solidFill>
      </p:bgPr>
    </p:bg>
    <p:spTree>
      <p:nvGrpSpPr>
        <p:cNvPr id="71" name="Shape 71"/>
        <p:cNvGrpSpPr/>
        <p:nvPr/>
      </p:nvGrpSpPr>
      <p:grpSpPr>
        <a:xfrm>
          <a:off x="0" y="0"/>
          <a:ext cx="0" cy="0"/>
        </a:xfrm>
      </p:grpSpPr>
      <p:pic>
        <p:nvPicPr>
          <p:cNvPr id="72" name="Google Shape;72;p9"/>
          <p:cNvPicPr preferRelativeResize="0"/>
          <p:nvPr/>
        </p:nvPicPr>
        <p:blipFill>
          <a:blip r:embed="rId1">
            <a:alphaModFix/>
          </a:blip>
          <a:srcRect l="6209" r="6209"/>
          <a:stretch>
            <a:fillRect/>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Physics</a:t>
            </a:r>
            <a:endParaRPr sz="1700" b="1">
              <a:latin typeface="Lexend"/>
              <a:ea typeface="Lexend"/>
              <a:cs typeface="Lexend"/>
              <a:sym typeface="Lexend"/>
            </a:endParaRPr>
          </a:p>
        </p:txBody>
      </p:sp>
      <p:sp>
        <p:nvSpPr>
          <p:cNvPr id="75" name="Google Shape;75;p9"/>
          <p:cNvSpPr txBox="1"/>
          <p:nvPr>
            <p:ph type="subTitle" idx="1"/>
          </p:nvPr>
        </p:nvSpPr>
        <p:spPr>
          <a:xfrm>
            <a:off x="890225" y="4327975"/>
            <a:ext cx="57585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76" name="Google Shape;76;p9"/>
          <p:cNvPicPr preferRelativeResize="0"/>
          <p:nvPr/>
        </p:nvPicPr>
        <p:blipFill>
          <a:blip r:embed="rId2">
            <a:alphaModFix/>
          </a:blip>
          <a:stretch>
            <a:fillRect/>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a:blip r:embed="rId3">
              <a:alphaModFix/>
            </a:blip>
            <a:stretch>
              <a:fillRect/>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81" name="Google Shape;81;p9"/>
            <p:cNvPicPr preferRelativeResize="0"/>
            <p:nvPr/>
          </p:nvPicPr>
          <p:blipFill>
            <a:blip r:embed="rId4">
              <a:alphaModFix/>
            </a:blip>
            <a:stretch>
              <a:fillRect/>
            </a:stretch>
          </p:blipFill>
          <p:spPr>
            <a:xfrm rot="-384492">
              <a:off x="7235674" y="1037850"/>
              <a:ext cx="1204851" cy="1957577"/>
            </a:xfrm>
            <a:prstGeom prst="rect">
              <a:avLst/>
            </a:prstGeom>
            <a:noFill/>
            <a:ln>
              <a:noFill/>
            </a:ln>
          </p:spPr>
        </p:pic>
      </p:grpSp>
    </p:spTree>
  </p:cSld>
  <p:clrMapOvr>
    <a:masterClrMapping/>
  </p:clrMapOvr>
  <p:transition/>
  <p:timing/>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0 Title slide - Chemistry">
  <p:cSld name="Title Slide 2_1_1_1_1_1_1_1_1_1">
    <p:bg>
      <p:bgPr>
        <a:solidFill>
          <a:srgbClr val="BEF2BD"/>
        </a:solidFill>
      </p:bgPr>
    </p:bg>
    <p:spTree>
      <p:nvGrpSpPr>
        <p:cNvPr id="82" name="Shape 82"/>
        <p:cNvGrpSpPr/>
        <p:nvPr/>
      </p:nvGrpSpPr>
      <p:grpSpPr>
        <a:xfrm>
          <a:off x="0" y="0"/>
          <a:ext cx="0" cy="0"/>
        </a:xfrm>
      </p:grpSpPr>
      <p:pic>
        <p:nvPicPr>
          <p:cNvPr id="83" name="Google Shape;83;p10"/>
          <p:cNvPicPr preferRelativeResize="0"/>
          <p:nvPr/>
        </p:nvPicPr>
        <p:blipFill>
          <a:blip r:embed="rId1">
            <a:alphaModFix/>
          </a:blip>
          <a:srcRect l="6209" r="6209"/>
          <a:stretch>
            <a:fillRect/>
          </a:stretch>
        </p:blipFill>
        <p:spPr>
          <a:xfrm>
            <a:off x="324000" y="4008600"/>
            <a:ext cx="1117400" cy="128000"/>
          </a:xfrm>
          <a:prstGeom prst="rect">
            <a:avLst/>
          </a:prstGeom>
          <a:noFill/>
          <a:ln>
            <a:noFill/>
          </a:ln>
        </p:spPr>
      </p:pic>
      <p:pic>
        <p:nvPicPr>
          <p:cNvPr id="84" name="Google Shape;84;p10"/>
          <p:cNvPicPr preferRelativeResize="0"/>
          <p:nvPr/>
        </p:nvPicPr>
        <p:blipFill>
          <a:blip r:embed="rId2">
            <a:alphaModFix/>
          </a:blip>
          <a:stretch>
            <a:fillRect/>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3800"/>
              <a:buFont typeface="Lexend"/>
              <a:buNone/>
              <a:defRPr sz="3800">
                <a:solidFill>
                  <a:schemeClr val="dk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b="1">
                <a:latin typeface="Lexend"/>
                <a:ea typeface="Lexend"/>
                <a:cs typeface="Lexend"/>
                <a:sym typeface="Lexend"/>
              </a:rPr>
              <a:t>Chemistry</a:t>
            </a:r>
            <a:endParaRPr sz="1700" b="1">
              <a:latin typeface="Lexend"/>
              <a:ea typeface="Lexend"/>
              <a:cs typeface="Lexend"/>
              <a:sym typeface="Lexend"/>
            </a:endParaRPr>
          </a:p>
        </p:txBody>
      </p:sp>
      <p:sp>
        <p:nvSpPr>
          <p:cNvPr id="87" name="Google Shape;87;p10"/>
          <p:cNvSpPr txBox="1"/>
          <p:nvPr>
            <p:ph type="subTitle" idx="1"/>
          </p:nvPr>
        </p:nvSpPr>
        <p:spPr>
          <a:xfrm>
            <a:off x="890225" y="4327975"/>
            <a:ext cx="5855100" cy="669900"/>
          </a:xfrm>
          <a:prstGeom prst="rect">
            <a:avLst/>
          </a:prstGeom>
          <a:noFill/>
          <a:ln>
            <a:noFill/>
          </a:ln>
        </p:spPr>
        <p:txBody>
          <a:bodyPr spcFirstLastPara="1" wrap="square" lIns="0" tIns="0" rIns="0" bIns="0" anchor="t" anchorCtr="0">
            <a:noAutofit/>
          </a:bodyPr>
          <a:lstStyle>
            <a:lvl1pPr lvl="0" algn="l" rtl="0">
              <a:lnSpc>
                <a:spcPct val="100000"/>
              </a:lnSpc>
              <a:spcBef>
                <a:spcPct val="0"/>
              </a:spcBef>
              <a:spcAft>
                <a:spcPct val="0"/>
              </a:spcAft>
              <a:buClr>
                <a:schemeClr val="dk1"/>
              </a:buClr>
              <a:buSzPts val="1800"/>
              <a:buFont typeface="Lexend"/>
              <a:buNone/>
              <a:defRPr sz="1800">
                <a:solidFill>
                  <a:schemeClr val="dk1"/>
                </a:solidFill>
                <a:latin typeface="Lexend"/>
                <a:ea typeface="Lexend"/>
                <a:cs typeface="Lexend"/>
                <a:sym typeface="Lexend"/>
              </a:defRPr>
            </a:lvl1pPr>
            <a:lvl2pPr lvl="1" algn="ctr" rtl="0">
              <a:lnSpc>
                <a:spcPct val="100000"/>
              </a:lnSpc>
              <a:spcBef>
                <a:spcPct val="0"/>
              </a:spcBef>
              <a:spcAft>
                <a:spcPct val="0"/>
              </a:spcAft>
              <a:buSzPts val="1500"/>
              <a:buNone/>
              <a:defRPr sz="1500"/>
            </a:lvl2pPr>
            <a:lvl3pPr lvl="2" algn="ctr" rtl="0">
              <a:lnSpc>
                <a:spcPct val="100000"/>
              </a:lnSpc>
              <a:spcBef>
                <a:spcPts val="400"/>
              </a:spcBef>
              <a:spcAft>
                <a:spcPct val="0"/>
              </a:spcAft>
              <a:buSzPts val="1400"/>
              <a:buNone/>
              <a:defRPr sz="1400"/>
            </a:lvl3pPr>
            <a:lvl4pPr lvl="3" algn="ctr" rtl="0">
              <a:lnSpc>
                <a:spcPct val="100000"/>
              </a:lnSpc>
              <a:spcBef>
                <a:spcPts val="400"/>
              </a:spcBef>
              <a:spcAft>
                <a:spcPct val="0"/>
              </a:spcAft>
              <a:buSzPts val="1200"/>
              <a:buNone/>
              <a:defRPr sz="1200"/>
            </a:lvl4pPr>
            <a:lvl5pPr lvl="4" algn="ctr" rtl="0">
              <a:lnSpc>
                <a:spcPct val="100000"/>
              </a:lnSpc>
              <a:spcBef>
                <a:spcPts val="400"/>
              </a:spcBef>
              <a:spcAft>
                <a:spcPct val="0"/>
              </a:spcAft>
              <a:buSzPts val="1200"/>
              <a:buNone/>
              <a:defRPr sz="1200"/>
            </a:lvl5pPr>
            <a:lvl6pPr lvl="5" algn="ctr" rtl="0">
              <a:lnSpc>
                <a:spcPct val="90000"/>
              </a:lnSpc>
              <a:spcBef>
                <a:spcPts val="400"/>
              </a:spcBef>
              <a:spcAft>
                <a:spcPct val="0"/>
              </a:spcAft>
              <a:buSzPts val="1200"/>
              <a:buNone/>
              <a:defRPr sz="1200"/>
            </a:lvl6pPr>
            <a:lvl7pPr lvl="6" algn="ctr" rtl="0">
              <a:lnSpc>
                <a:spcPct val="90000"/>
              </a:lnSpc>
              <a:spcBef>
                <a:spcPts val="600"/>
              </a:spcBef>
              <a:spcAft>
                <a:spcPct val="0"/>
              </a:spcAft>
              <a:buSzPts val="1200"/>
              <a:buNone/>
              <a:defRPr sz="1200"/>
            </a:lvl7pPr>
            <a:lvl8pPr lvl="7" algn="ctr" rtl="0">
              <a:lnSpc>
                <a:spcPct val="90000"/>
              </a:lnSpc>
              <a:spcBef>
                <a:spcPts val="400"/>
              </a:spcBef>
              <a:spcAft>
                <a:spcPct val="0"/>
              </a:spcAft>
              <a:buSzPts val="1200"/>
              <a:buNone/>
              <a:defRPr sz="1200"/>
            </a:lvl8pPr>
            <a:lvl9pPr lvl="8" algn="ctr" rtl="0">
              <a:lnSpc>
                <a:spcPct val="90000"/>
              </a:lnSpc>
              <a:spcBef>
                <a:spcPts val="400"/>
              </a:spcBef>
              <a:spcAft>
                <a:spcPts val="200"/>
              </a:spcAft>
              <a:buSzPts val="1200"/>
              <a:buNone/>
              <a:defRPr sz="1200"/>
            </a:lvl9pPr>
          </a:lstStyle>
          <a:p/>
        </p:txBody>
      </p:sp>
      <p:pic>
        <p:nvPicPr>
          <p:cNvPr id="88" name="Google Shape;88;p10"/>
          <p:cNvPicPr preferRelativeResize="0"/>
          <p:nvPr/>
        </p:nvPicPr>
        <p:blipFill>
          <a:blip r:embed="rId3">
            <a:alphaModFix/>
          </a:blip>
          <a:stretch>
            <a:fillRect/>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spcFirstLastPara="1" wrap="square" lIns="0" tIns="0" rIns="0" bIns="0" anchor="t" anchorCtr="0">
            <a:noAutofit/>
          </a:bodyPr>
          <a:lstStyle/>
          <a:p>
            <a:pPr marL="0" lvl="0" indent="0" algn="l" rtl="0">
              <a:spcBef>
                <a:spcPct val="0"/>
              </a:spcBef>
              <a:spcAft>
                <a:spcPct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transition/>
  <p:timing/>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1 Outcome">
  <p:cSld name="CUSTOM_5">
    <p:bg>
      <p:bgPr>
        <a:solidFill>
          <a:srgbClr val="BEF2BD"/>
        </a:solidFill>
      </p:bgPr>
    </p:bg>
    <p:spTree>
      <p:nvGrpSpPr>
        <p:cNvPr id="90" name="Shape 90"/>
        <p:cNvGrpSpPr/>
        <p:nvPr/>
      </p:nvGrpSpPr>
      <p:grpSpPr>
        <a:xfrm>
          <a:off x="0" y="0"/>
          <a:ext cx="0" cy="0"/>
        </a:xfrm>
      </p:grpSpPr>
      <p:pic>
        <p:nvPicPr>
          <p:cNvPr id="91" name="Google Shape;91;p11"/>
          <p:cNvPicPr preferRelativeResize="0"/>
          <p:nvPr/>
        </p:nvPicPr>
        <p:blipFill>
          <a:blip r:embed="rId1">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800" b="1">
                <a:latin typeface="Lexend"/>
                <a:ea typeface="Lexend"/>
                <a:cs typeface="Lexend"/>
                <a:sym typeface="Lexend"/>
              </a:rPr>
              <a:t>Outcome</a:t>
            </a:r>
            <a:endParaRPr sz="2800" b="1">
              <a:latin typeface="Lexend"/>
              <a:ea typeface="Lexend"/>
              <a:cs typeface="Lexend"/>
              <a:sym typeface="Lexend"/>
            </a:endParaRPr>
          </a:p>
        </p:txBody>
      </p:sp>
      <p:sp>
        <p:nvSpPr>
          <p:cNvPr id="93" name="Google Shape;93;p11"/>
          <p:cNvSpPr txBox="1"/>
          <p:nvPr>
            <p:ph type="subTitle" idx="1"/>
          </p:nvPr>
        </p:nvSpPr>
        <p:spPr>
          <a:xfrm>
            <a:off x="585575" y="1463950"/>
            <a:ext cx="7351200" cy="2762700"/>
          </a:xfrm>
          <a:prstGeom prst="rect">
            <a:avLst/>
          </a:prstGeom>
        </p:spPr>
        <p:txBody>
          <a:bodyPr spcFirstLastPara="1" wrap="square" lIns="0" tIns="0" rIns="0" bIns="0" anchor="ctr" anchorCtr="0">
            <a:noAutofit/>
          </a:bodyPr>
          <a:lstStyle>
            <a:lvl1pPr lvl="0">
              <a:lnSpc>
                <a:spcPct val="115000"/>
              </a:lnSpc>
              <a:spcBef>
                <a:spcPct val="0"/>
              </a:spcBef>
              <a:spcAft>
                <a:spcPct val="0"/>
              </a:spcAft>
              <a:buSzPts val="2000"/>
              <a:buNone/>
              <a:defRPr sz="2000"/>
            </a:lvl1pPr>
            <a:lvl2pPr lvl="1">
              <a:spcBef>
                <a:spcPts val="1000"/>
              </a:spcBef>
              <a:spcAft>
                <a:spcPct val="0"/>
              </a:spcAft>
              <a:buSzPts val="2100"/>
              <a:buNone/>
              <a:defRPr/>
            </a:lvl2pPr>
            <a:lvl3pPr lvl="2">
              <a:spcBef>
                <a:spcPts val="1000"/>
              </a:spcBef>
              <a:spcAft>
                <a:spcPct val="0"/>
              </a:spcAft>
              <a:buSzPts val="2000"/>
              <a:buNone/>
              <a:defRPr/>
            </a:lvl3pPr>
            <a:lvl4pPr lvl="3">
              <a:spcBef>
                <a:spcPts val="800"/>
              </a:spcBef>
              <a:spcAft>
                <a:spcPct val="0"/>
              </a:spcAft>
              <a:buSzPts val="1900"/>
              <a:buNone/>
              <a:defRPr/>
            </a:lvl4pPr>
            <a:lvl5pPr lvl="4">
              <a:spcBef>
                <a:spcPts val="800"/>
              </a:spcBef>
              <a:spcAft>
                <a:spcPct val="0"/>
              </a:spcAft>
              <a:buSzPts val="1800"/>
              <a:buNone/>
              <a:defRPr/>
            </a:lvl5pPr>
            <a:lvl6pPr lvl="5">
              <a:spcBef>
                <a:spcPts val="600"/>
              </a:spcBef>
              <a:spcAft>
                <a:spcPct val="0"/>
              </a:spcAft>
              <a:buSzPts val="1800"/>
              <a:buNone/>
              <a:defRPr/>
            </a:lvl6pPr>
            <a:lvl7pPr lvl="6">
              <a:spcBef>
                <a:spcPts val="600"/>
              </a:spcBef>
              <a:spcAft>
                <a:spcPct val="0"/>
              </a:spcAft>
              <a:buSzPts val="1800"/>
              <a:buNone/>
              <a:defRPr/>
            </a:lvl7pPr>
            <a:lvl8pPr lvl="7">
              <a:spcBef>
                <a:spcPts val="400"/>
              </a:spcBef>
              <a:spcAft>
                <a:spcPct val="0"/>
              </a:spcAft>
              <a:buSzPts val="1800"/>
              <a:buNone/>
              <a:defRPr/>
            </a:lvl8pPr>
            <a:lvl9pPr lvl="8">
              <a:spcBef>
                <a:spcPts val="400"/>
              </a:spcBef>
              <a:spcAft>
                <a:spcPts val="200"/>
              </a:spcAft>
              <a:buSzPts val="1800"/>
              <a:buNone/>
              <a:defRPr/>
            </a:lvl9pPr>
          </a:lstStyle>
          <a:p/>
        </p:txBody>
      </p:sp>
    </p:spTree>
  </p:cSld>
  <p:clrMapOvr>
    <a:masterClrMapping/>
  </p:clrMapOvr>
  <p:transition/>
  <p:timing/>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2 Hidden guidance slide">
  <p:cSld name="CUSTOM_1">
    <p:spTree>
      <p:nvGrpSpPr>
        <p:cNvPr id="94" name="Shape 94"/>
        <p:cNvGrpSpPr/>
        <p:nvPr/>
      </p:nvGrpSpPr>
      <p:grpSpPr>
        <a:xfrm>
          <a:off x="0" y="0"/>
          <a:ext cx="0" cy="0"/>
        </a:xfrm>
      </p:grpSpPr>
      <p:sp>
        <p:nvSpPr>
          <p:cNvPr id="95" name="Google Shape;95;p12"/>
          <p:cNvSpPr txBox="1"/>
          <p:nvPr/>
        </p:nvSpPr>
        <p:spPr>
          <a:xfrm>
            <a:off x="329775" y="953475"/>
            <a:ext cx="4241400" cy="6465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ct val="0"/>
              </a:spcBef>
              <a:spcAft>
                <a:spcPts val="1000"/>
              </a:spcAft>
              <a:buNone/>
            </a:pPr>
            <a:r>
              <a:rPr lang="en-GB" sz="1200">
                <a:latin typeface="Lexend"/>
                <a:ea typeface="Lexend"/>
                <a:cs typeface="Lexend"/>
                <a:sym typeface="Lexend"/>
              </a:rPr>
              <a:t>Oak’s lessons are structured around </a:t>
            </a:r>
            <a:r>
              <a:rPr lang="en-GB" sz="1200" b="1">
                <a:latin typeface="Lexend"/>
                <a:ea typeface="Lexend"/>
                <a:cs typeface="Lexend"/>
                <a:sym typeface="Lexend"/>
              </a:rPr>
              <a:t>learning cycles</a:t>
            </a:r>
            <a:r>
              <a:rPr lang="en-GB" sz="1200" i="1">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600" b="1">
                <a:latin typeface="Lexend"/>
                <a:ea typeface="Lexend"/>
                <a:cs typeface="Lexend"/>
                <a:sym typeface="Lexend"/>
              </a:rPr>
              <a:t>Oak’s lesson structure</a:t>
            </a:r>
            <a:endParaRPr sz="1600" b="1">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spcFirstLastPara="1" wrap="square" lIns="91425" tIns="91425" rIns="91425" bIns="91425" anchor="t" anchorCtr="0">
            <a:spAutoFit/>
          </a:bodyPr>
          <a:lstStyle/>
          <a:p>
            <a:pPr marL="0" lvl="0" indent="0" algn="l" rtl="0">
              <a:spcBef>
                <a:spcPct val="0"/>
              </a:spcBef>
              <a:spcAft>
                <a:spcPct val="0"/>
              </a:spcAft>
              <a:buNone/>
            </a:pPr>
            <a:r>
              <a:rPr lang="en-GB" sz="1600" b="1">
                <a:latin typeface="Lexend"/>
                <a:ea typeface="Lexend"/>
                <a:cs typeface="Lexend"/>
                <a:sym typeface="Lexend"/>
              </a:rPr>
              <a:t>Useful links</a:t>
            </a:r>
            <a:endParaRPr sz="1600" b="1">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spcFirstLastPara="1" wrap="square" lIns="91425" tIns="91425" rIns="91425" bIns="91425" anchor="t" anchorCtr="0">
            <a:spAutoFit/>
          </a:bodyPr>
          <a:lstStyle/>
          <a:p>
            <a:pPr marL="0" lvl="0" indent="0" algn="l" rtl="0">
              <a:lnSpc>
                <a:spcPct val="150000"/>
              </a:lnSpc>
              <a:spcBef>
                <a:spcPct val="0"/>
              </a:spcBef>
              <a:spcAft>
                <a:spcPts val="1000"/>
              </a:spcAft>
              <a:buNone/>
            </a:pPr>
            <a:r>
              <a:rPr lang="en-GB" sz="1200">
                <a:latin typeface="Lexend"/>
                <a:ea typeface="Lexend"/>
                <a:cs typeface="Lexend"/>
                <a:sym typeface="Lexend"/>
              </a:rPr>
              <a:t>Each</a:t>
            </a:r>
            <a:r>
              <a:rPr lang="en-GB" sz="1200" b="1">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sp>
        <p:nvSpPr>
          <p:cNvPr id="99" name="Google Shape;99;p12"/>
          <p:cNvSpPr txBox="1"/>
          <p:nvPr/>
        </p:nvSpPr>
        <p:spPr>
          <a:xfrm>
            <a:off x="4901925" y="953475"/>
            <a:ext cx="40128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ct val="0"/>
              </a:spcBef>
              <a:spcAft>
                <a:spcPts val="1000"/>
              </a:spcAft>
              <a:buNone/>
            </a:pPr>
            <a:r>
              <a:rPr lang="en-GB" sz="1200">
                <a:latin typeface="Lexend"/>
                <a:ea typeface="Lexend"/>
                <a:cs typeface="Lexend"/>
                <a:sym typeface="Lexend"/>
              </a:rPr>
              <a:t>Advice on                                          to </a:t>
            </a:r>
            <a:r>
              <a:rPr lang="en-GB" sz="1200">
                <a:solidFill>
                  <a:srgbClr val="000000"/>
                </a:solidFill>
                <a:latin typeface="Lexend"/>
                <a:ea typeface="Lexend"/>
                <a:cs typeface="Lexend"/>
                <a:sym typeface="Lexend"/>
              </a:rPr>
              <a:t>bring the lesson to life in your classroom and</a:t>
            </a:r>
            <a:r>
              <a:rPr lang="en-GB" sz="1200">
                <a:latin typeface="Lexend"/>
                <a:ea typeface="Lexend"/>
                <a:cs typeface="Lexend"/>
                <a:sym typeface="Lexend"/>
              </a:rPr>
              <a:t> best fit the needs of your pupils.</a:t>
            </a:r>
            <a:endParaRPr sz="1200">
              <a:latin typeface="Lexend"/>
              <a:ea typeface="Lexend"/>
              <a:cs typeface="Lexend"/>
              <a:sym typeface="Lexend"/>
            </a:endParaRPr>
          </a:p>
        </p:txBody>
      </p:sp>
      <p:grpSp>
        <p:nvGrpSpPr>
          <p:cNvPr id="100" name="Google Shape;100;p12"/>
          <p:cNvGrpSpPr/>
          <p:nvPr/>
        </p:nvGrpSpPr>
        <p:grpSpPr>
          <a:xfrm>
            <a:off x="2650916" y="1644417"/>
            <a:ext cx="1745270" cy="1430724"/>
            <a:chOff x="2642961" y="1644312"/>
            <a:chExt cx="1454634" cy="1195657"/>
          </a:xfrm>
        </p:grpSpPr>
        <p:pic>
          <p:nvPicPr>
            <p:cNvPr id="101" name="Google Shape;101;p12"/>
            <p:cNvPicPr preferRelativeResize="0"/>
            <p:nvPr/>
          </p:nvPicPr>
          <p:blipFill>
            <a:blip r:embed="rId1">
              <a:alphaModFix/>
            </a:blip>
            <a:stretch>
              <a:fillRect/>
            </a:stretch>
          </p:blipFill>
          <p:spPr>
            <a:xfrm>
              <a:off x="2642975" y="1644312"/>
              <a:ext cx="1454621" cy="287396"/>
            </a:xfrm>
            <a:prstGeom prst="rect">
              <a:avLst/>
            </a:prstGeom>
            <a:noFill/>
            <a:ln>
              <a:noFill/>
            </a:ln>
            <a:effectLst>
              <a:outerShdw blurRad="57150" dist="19050" dir="5400000" algn="bl" rotWithShape="0">
                <a:srgbClr val="000000">
                  <a:alpha val="50000"/>
                </a:srgbClr>
              </a:outerShdw>
            </a:effectLst>
          </p:spPr>
        </p:pic>
        <p:pic>
          <p:nvPicPr>
            <p:cNvPr id="102" name="Google Shape;102;p12"/>
            <p:cNvPicPr preferRelativeResize="0"/>
            <p:nvPr/>
          </p:nvPicPr>
          <p:blipFill>
            <a:blip r:embed="rId2">
              <a:alphaModFix/>
            </a:blip>
            <a:stretch>
              <a:fillRect/>
            </a:stretch>
          </p:blipFill>
          <p:spPr>
            <a:xfrm>
              <a:off x="2642975" y="1936215"/>
              <a:ext cx="1454618" cy="287940"/>
            </a:xfrm>
            <a:prstGeom prst="rect">
              <a:avLst/>
            </a:prstGeom>
            <a:noFill/>
            <a:ln>
              <a:noFill/>
            </a:ln>
            <a:effectLst>
              <a:outerShdw blurRad="57150" dist="19050" dir="5400000" algn="bl" rotWithShape="0">
                <a:srgbClr val="000000">
                  <a:alpha val="50000"/>
                </a:srgbClr>
              </a:outerShdw>
            </a:effectLst>
          </p:spPr>
        </p:pic>
        <p:pic>
          <p:nvPicPr>
            <p:cNvPr id="103" name="Google Shape;103;p12"/>
            <p:cNvPicPr preferRelativeResize="0"/>
            <p:nvPr/>
          </p:nvPicPr>
          <p:blipFill>
            <a:blip r:embed="rId3">
              <a:alphaModFix/>
            </a:blip>
            <a:stretch>
              <a:fillRect/>
            </a:stretch>
          </p:blipFill>
          <p:spPr>
            <a:xfrm>
              <a:off x="2642965" y="2251391"/>
              <a:ext cx="1454621" cy="284581"/>
            </a:xfrm>
            <a:prstGeom prst="rect">
              <a:avLst/>
            </a:prstGeom>
            <a:noFill/>
            <a:ln>
              <a:noFill/>
            </a:ln>
            <a:effectLst>
              <a:outerShdw blurRad="57150" dist="19050" dir="5400000" algn="bl" rotWithShape="0">
                <a:srgbClr val="000000">
                  <a:alpha val="50000"/>
                </a:srgbClr>
              </a:outerShdw>
            </a:effectLst>
          </p:spPr>
        </p:pic>
        <p:pic>
          <p:nvPicPr>
            <p:cNvPr id="104" name="Google Shape;104;p12"/>
            <p:cNvPicPr preferRelativeResize="0"/>
            <p:nvPr/>
          </p:nvPicPr>
          <p:blipFill>
            <a:blip r:embed="rId4">
              <a:alphaModFix/>
            </a:blip>
            <a:stretch>
              <a:fillRect/>
            </a:stretch>
          </p:blipFill>
          <p:spPr>
            <a:xfrm>
              <a:off x="2642961" y="2563206"/>
              <a:ext cx="1454620" cy="276764"/>
            </a:xfrm>
            <a:prstGeom prst="rect">
              <a:avLst/>
            </a:prstGeom>
            <a:noFill/>
            <a:ln>
              <a:noFill/>
            </a:ln>
            <a:effectLst>
              <a:outerShdw blurRad="57150" dist="19050" dir="5400000" algn="bl" rotWithShape="0">
                <a:srgbClr val="000000">
                  <a:alpha val="50000"/>
                </a:srgbClr>
              </a:outerShdw>
            </a:effectLst>
          </p:spPr>
        </p:pic>
      </p:grpSp>
      <p:pic>
        <p:nvPicPr>
          <p:cNvPr id="105" name="Google Shape;105;p12"/>
          <p:cNvPicPr preferRelativeResize="0"/>
          <p:nvPr/>
        </p:nvPicPr>
        <p:blipFill>
          <a:blip r:embed="rId5">
            <a:alphaModFix/>
          </a:blip>
          <a:srcRect l="3910" b="5222"/>
          <a:stretch>
            <a:fillRect/>
          </a:stretch>
        </p:blipFill>
        <p:spPr>
          <a:xfrm>
            <a:off x="1328513" y="3569750"/>
            <a:ext cx="2057336" cy="1195675"/>
          </a:xfrm>
          <a:prstGeom prst="rect">
            <a:avLst/>
          </a:prstGeom>
          <a:noFill/>
          <a:ln>
            <a:noFill/>
          </a:ln>
        </p:spPr>
      </p:pic>
      <p:pic>
        <p:nvPicPr>
          <p:cNvPr id="106" name="Google Shape;106;p12"/>
          <p:cNvPicPr preferRelativeResize="0"/>
          <p:nvPr/>
        </p:nvPicPr>
        <p:blipFill>
          <a:blip r:embed="rId6">
            <a:alphaModFix/>
          </a:blip>
          <a:stretch>
            <a:fillRect/>
          </a:stretch>
        </p:blipFill>
        <p:spPr>
          <a:xfrm>
            <a:off x="398750" y="1778088"/>
            <a:ext cx="2057324" cy="1163398"/>
          </a:xfrm>
          <a:prstGeom prst="rect">
            <a:avLst/>
          </a:prstGeom>
          <a:noFill/>
          <a:ln>
            <a:noFill/>
          </a:ln>
          <a:effectLst>
            <a:outerShdw blurRad="57150" dist="19050" dir="5400000" algn="bl" rotWithShape="0">
              <a:srgbClr val="000000">
                <a:alpha val="50000"/>
              </a:srgbClr>
            </a:outerShdw>
          </a:effectLst>
        </p:spPr>
      </p:pic>
      <p:sp>
        <p:nvSpPr>
          <p:cNvPr id="107" name="Google Shape;107;p12"/>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a:solidFill>
                  <a:srgbClr val="282828"/>
                </a:solidFill>
                <a:latin typeface="Lexend"/>
                <a:ea typeface="Lexend"/>
                <a:cs typeface="Lexend"/>
                <a:sym typeface="Lexend"/>
              </a:rPr>
              <a:t>Teacher Guidance</a:t>
            </a:r>
            <a:endParaRPr sz="2000" b="0" i="0" u="none" strike="noStrike" cap="none">
              <a:solidFill>
                <a:srgbClr val="282828"/>
              </a:solidFill>
              <a:latin typeface="Calibri"/>
              <a:ea typeface="Calibri"/>
              <a:cs typeface="Calibri"/>
              <a:sym typeface="Calibri"/>
            </a:endParaRPr>
          </a:p>
        </p:txBody>
      </p:sp>
    </p:spTree>
  </p:cSld>
  <p:clrMapOvr>
    <a:masterClrMapping/>
  </p:clrMapOvr>
  <p:transition/>
  <p:timing/>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3)">
  <p:cSld name="CUSTOM_3_1">
    <p:spTree>
      <p:nvGrpSpPr>
        <p:cNvPr id="108" name="Shape 108"/>
        <p:cNvGrpSpPr/>
        <p:nvPr/>
      </p:nvGrpSpPr>
      <p:grpSpPr>
        <a:xfrm>
          <a:off x="0" y="0"/>
          <a:ext cx="0" cy="0"/>
        </a:xfrm>
      </p:grpSpPr>
      <p:sp>
        <p:nvSpPr>
          <p:cNvPr id="109" name="Google Shape;109;p13"/>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10" name="Google Shape;110;p13"/>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11" name="Google Shape;111;p13"/>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112" name="Google Shape;112;p13"/>
          <p:cNvSpPr txBox="1"/>
          <p:nvPr>
            <p:ph type="subTitle" idx="1"/>
          </p:nvPr>
        </p:nvSpPr>
        <p:spPr>
          <a:xfrm>
            <a:off x="324000" y="8100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3" name="Google Shape;113;p13"/>
          <p:cNvSpPr txBox="1"/>
          <p:nvPr>
            <p:ph type="subTitle" idx="2"/>
          </p:nvPr>
        </p:nvSpPr>
        <p:spPr>
          <a:xfrm>
            <a:off x="2699325" y="8100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4" name="Google Shape;114;p13"/>
          <p:cNvSpPr txBox="1"/>
          <p:nvPr>
            <p:ph type="subTitle" idx="3"/>
          </p:nvPr>
        </p:nvSpPr>
        <p:spPr>
          <a:xfrm>
            <a:off x="324000" y="21054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5" name="Google Shape;115;p13"/>
          <p:cNvSpPr txBox="1"/>
          <p:nvPr>
            <p:ph type="subTitle" idx="4"/>
          </p:nvPr>
        </p:nvSpPr>
        <p:spPr>
          <a:xfrm>
            <a:off x="2699325" y="21054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6" name="Google Shape;116;p13"/>
          <p:cNvSpPr txBox="1"/>
          <p:nvPr>
            <p:ph type="subTitle" idx="5"/>
          </p:nvPr>
        </p:nvSpPr>
        <p:spPr>
          <a:xfrm>
            <a:off x="324000" y="34008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7" name="Google Shape;117;p13"/>
          <p:cNvSpPr txBox="1"/>
          <p:nvPr>
            <p:ph type="subTitle" idx="6"/>
          </p:nvPr>
        </p:nvSpPr>
        <p:spPr>
          <a:xfrm>
            <a:off x="2699325" y="34008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4)">
  <p:cSld name="CUSTOM_3_1_1">
    <p:spTree>
      <p:nvGrpSpPr>
        <p:cNvPr id="118" name="Shape 118"/>
        <p:cNvGrpSpPr/>
        <p:nvPr/>
      </p:nvGrpSpPr>
      <p:grpSpPr>
        <a:xfrm>
          <a:off x="0" y="0"/>
          <a:ext cx="0" cy="0"/>
        </a:xfrm>
      </p:grpSpPr>
      <p:sp>
        <p:nvSpPr>
          <p:cNvPr id="119" name="Google Shape;119;p14"/>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20" name="Google Shape;120;p14"/>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21" name="Google Shape;121;p14"/>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122" name="Google Shape;122;p14"/>
          <p:cNvSpPr txBox="1"/>
          <p:nvPr>
            <p:ph type="subTitle" idx="1"/>
          </p:nvPr>
        </p:nvSpPr>
        <p:spPr>
          <a:xfrm>
            <a:off x="324000" y="8100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3" name="Google Shape;123;p14"/>
          <p:cNvSpPr txBox="1"/>
          <p:nvPr>
            <p:ph type="subTitle" idx="2"/>
          </p:nvPr>
        </p:nvSpPr>
        <p:spPr>
          <a:xfrm>
            <a:off x="2699325" y="8100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4" name="Google Shape;124;p14"/>
          <p:cNvSpPr txBox="1"/>
          <p:nvPr>
            <p:ph type="subTitle" idx="3"/>
          </p:nvPr>
        </p:nvSpPr>
        <p:spPr>
          <a:xfrm>
            <a:off x="324000" y="18006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5" name="Google Shape;125;p14"/>
          <p:cNvSpPr txBox="1"/>
          <p:nvPr>
            <p:ph type="subTitle" idx="4"/>
          </p:nvPr>
        </p:nvSpPr>
        <p:spPr>
          <a:xfrm>
            <a:off x="2699325" y="18006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6" name="Google Shape;126;p14"/>
          <p:cNvSpPr txBox="1"/>
          <p:nvPr>
            <p:ph type="subTitle" idx="5"/>
          </p:nvPr>
        </p:nvSpPr>
        <p:spPr>
          <a:xfrm>
            <a:off x="324000" y="27912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7" name="Google Shape;127;p14"/>
          <p:cNvSpPr txBox="1"/>
          <p:nvPr>
            <p:ph type="subTitle" idx="6"/>
          </p:nvPr>
        </p:nvSpPr>
        <p:spPr>
          <a:xfrm>
            <a:off x="2699325" y="27912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8" name="Google Shape;128;p14"/>
          <p:cNvSpPr txBox="1"/>
          <p:nvPr>
            <p:ph type="subTitle" idx="7"/>
          </p:nvPr>
        </p:nvSpPr>
        <p:spPr>
          <a:xfrm>
            <a:off x="324000" y="37818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9" name="Google Shape;129;p14"/>
          <p:cNvSpPr txBox="1"/>
          <p:nvPr>
            <p:ph type="subTitle" idx="8"/>
          </p:nvPr>
        </p:nvSpPr>
        <p:spPr>
          <a:xfrm>
            <a:off x="2699325" y="37818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5)">
  <p:cSld name="CUSTOM_3_1_1_1">
    <p:spTree>
      <p:nvGrpSpPr>
        <p:cNvPr id="130" name="Shape 130"/>
        <p:cNvGrpSpPr/>
        <p:nvPr/>
      </p:nvGrpSpPr>
      <p:grpSpPr>
        <a:xfrm>
          <a:off x="0" y="0"/>
          <a:ext cx="0" cy="0"/>
        </a:xfrm>
      </p:grpSpPr>
      <p:sp>
        <p:nvSpPr>
          <p:cNvPr id="131" name="Google Shape;131;p15"/>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32" name="Google Shape;132;p15"/>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33" name="Google Shape;133;p15"/>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134" name="Google Shape;134;p15"/>
          <p:cNvSpPr txBox="1"/>
          <p:nvPr>
            <p:ph type="subTitle" idx="1"/>
          </p:nvPr>
        </p:nvSpPr>
        <p:spPr>
          <a:xfrm>
            <a:off x="324000" y="8100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5" name="Google Shape;135;p15"/>
          <p:cNvSpPr txBox="1"/>
          <p:nvPr>
            <p:ph type="subTitle" idx="2"/>
          </p:nvPr>
        </p:nvSpPr>
        <p:spPr>
          <a:xfrm>
            <a:off x="2699325" y="8100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6" name="Google Shape;136;p15"/>
          <p:cNvSpPr txBox="1"/>
          <p:nvPr>
            <p:ph type="subTitle" idx="3"/>
          </p:nvPr>
        </p:nvSpPr>
        <p:spPr>
          <a:xfrm>
            <a:off x="324000" y="24864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7" name="Google Shape;137;p15"/>
          <p:cNvSpPr txBox="1"/>
          <p:nvPr>
            <p:ph type="subTitle" idx="4"/>
          </p:nvPr>
        </p:nvSpPr>
        <p:spPr>
          <a:xfrm>
            <a:off x="2699325" y="24864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8" name="Google Shape;138;p15"/>
          <p:cNvSpPr txBox="1"/>
          <p:nvPr>
            <p:ph type="subTitle" idx="5"/>
          </p:nvPr>
        </p:nvSpPr>
        <p:spPr>
          <a:xfrm>
            <a:off x="324000" y="41628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9" name="Google Shape;139;p15"/>
          <p:cNvSpPr txBox="1"/>
          <p:nvPr>
            <p:ph type="subTitle" idx="6"/>
          </p:nvPr>
        </p:nvSpPr>
        <p:spPr>
          <a:xfrm>
            <a:off x="2699325" y="41628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0" name="Google Shape;140;p15"/>
          <p:cNvSpPr txBox="1"/>
          <p:nvPr>
            <p:ph type="subTitle" idx="7"/>
          </p:nvPr>
        </p:nvSpPr>
        <p:spPr>
          <a:xfrm>
            <a:off x="324000" y="16482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1" name="Google Shape;141;p15"/>
          <p:cNvSpPr txBox="1"/>
          <p:nvPr>
            <p:ph type="subTitle" idx="8"/>
          </p:nvPr>
        </p:nvSpPr>
        <p:spPr>
          <a:xfrm>
            <a:off x="2699325" y="16482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2" name="Google Shape;142;p15"/>
          <p:cNvSpPr txBox="1"/>
          <p:nvPr>
            <p:ph type="subTitle" idx="9"/>
          </p:nvPr>
        </p:nvSpPr>
        <p:spPr>
          <a:xfrm>
            <a:off x="324000" y="33246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3" name="Google Shape;143;p15"/>
          <p:cNvSpPr txBox="1"/>
          <p:nvPr>
            <p:ph type="subTitle" idx="13"/>
          </p:nvPr>
        </p:nvSpPr>
        <p:spPr>
          <a:xfrm>
            <a:off x="2699325" y="33246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0 Keywords (p2, 2)">
  <p:cSld name="CUSTOM_3_1_1_1_1">
    <p:spTree>
      <p:nvGrpSpPr>
        <p:cNvPr id="144" name="Shape 144"/>
        <p:cNvGrpSpPr/>
        <p:nvPr/>
      </p:nvGrpSpPr>
      <p:grpSpPr>
        <a:xfrm>
          <a:off x="0" y="0"/>
          <a:ext cx="0" cy="0"/>
        </a:xfrm>
      </p:grpSpPr>
      <p:sp>
        <p:nvSpPr>
          <p:cNvPr id="145" name="Google Shape;145;p16"/>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46" name="Google Shape;146;p16"/>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147" name="Google Shape;147;p16"/>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
        <p:nvSpPr>
          <p:cNvPr id="148" name="Google Shape;148;p16"/>
          <p:cNvSpPr txBox="1"/>
          <p:nvPr>
            <p:ph type="subTitle" idx="1"/>
          </p:nvPr>
        </p:nvSpPr>
        <p:spPr>
          <a:xfrm>
            <a:off x="324000" y="8100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9" name="Google Shape;149;p16"/>
          <p:cNvSpPr txBox="1"/>
          <p:nvPr>
            <p:ph type="subTitle" idx="2"/>
          </p:nvPr>
        </p:nvSpPr>
        <p:spPr>
          <a:xfrm>
            <a:off x="2699325" y="8100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50" name="Google Shape;150;p16"/>
          <p:cNvSpPr txBox="1"/>
          <p:nvPr>
            <p:ph type="subTitle" idx="3"/>
          </p:nvPr>
        </p:nvSpPr>
        <p:spPr>
          <a:xfrm>
            <a:off x="324000" y="2562600"/>
            <a:ext cx="22035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Font typeface="Lexend"/>
              <a:buNone/>
              <a:defRPr sz="2000" b="1">
                <a:solidFill>
                  <a:srgbClr val="282828"/>
                </a:solidFill>
                <a:latin typeface="Lexend"/>
                <a:ea typeface="Lexend"/>
                <a:cs typeface="Lexend"/>
                <a:sym typeface="Lexend"/>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1" name="Google Shape;151;p16"/>
          <p:cNvSpPr txBox="1"/>
          <p:nvPr>
            <p:ph type="subTitle" idx="4"/>
          </p:nvPr>
        </p:nvSpPr>
        <p:spPr>
          <a:xfrm>
            <a:off x="2699325" y="2562600"/>
            <a:ext cx="4047900" cy="4872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1800"/>
              <a:buNone/>
              <a:defRPr sz="1800">
                <a:solidFill>
                  <a:srgbClr val="282828"/>
                </a:solidFill>
              </a:defRPr>
            </a:lvl1pPr>
            <a:lvl2pPr lvl="1" rtl="0">
              <a:spcBef>
                <a:spcPts val="1000"/>
              </a:spcBef>
              <a:spcAft>
                <a:spcPct val="0"/>
              </a:spcAft>
              <a:buClr>
                <a:srgbClr val="282828"/>
              </a:buClr>
              <a:buSzPts val="1800"/>
              <a:buNone/>
              <a:defRPr sz="1800">
                <a:solidFill>
                  <a:srgbClr val="282828"/>
                </a:solidFill>
              </a:defRPr>
            </a:lvl2pPr>
            <a:lvl3pPr lvl="2" rtl="0">
              <a:spcBef>
                <a:spcPts val="1000"/>
              </a:spcBef>
              <a:spcAft>
                <a:spcPct val="0"/>
              </a:spcAft>
              <a:buClr>
                <a:srgbClr val="282828"/>
              </a:buClr>
              <a:buSzPts val="1800"/>
              <a:buNone/>
              <a:defRPr sz="1800">
                <a:solidFill>
                  <a:srgbClr val="282828"/>
                </a:solidFill>
              </a:defRPr>
            </a:lvl3pPr>
            <a:lvl4pPr lvl="3" rtl="0">
              <a:spcBef>
                <a:spcPts val="800"/>
              </a:spcBef>
              <a:spcAft>
                <a:spcPct val="0"/>
              </a:spcAft>
              <a:buClr>
                <a:srgbClr val="282828"/>
              </a:buClr>
              <a:buSzPts val="1800"/>
              <a:buNone/>
              <a:defRPr sz="1800">
                <a:solidFill>
                  <a:srgbClr val="282828"/>
                </a:solidFill>
              </a:defRPr>
            </a:lvl4pPr>
            <a:lvl5pPr lvl="4" rtl="0">
              <a:spcBef>
                <a:spcPts val="800"/>
              </a:spcBef>
              <a:spcAft>
                <a:spcPct val="0"/>
              </a:spcAft>
              <a:buClr>
                <a:srgbClr val="282828"/>
              </a:buClr>
              <a:buSzPts val="1800"/>
              <a:buNone/>
              <a:defRPr>
                <a:solidFill>
                  <a:srgbClr val="282828"/>
                </a:solidFill>
              </a:defRPr>
            </a:lvl5pPr>
            <a:lvl6pPr lvl="5" rtl="0">
              <a:spcBef>
                <a:spcPts val="600"/>
              </a:spcBef>
              <a:spcAft>
                <a:spcPct val="0"/>
              </a:spcAft>
              <a:buClr>
                <a:srgbClr val="282828"/>
              </a:buClr>
              <a:buSzPts val="1800"/>
              <a:buNone/>
              <a:defRPr>
                <a:solidFill>
                  <a:srgbClr val="282828"/>
                </a:solidFill>
              </a:defRPr>
            </a:lvl6pPr>
            <a:lvl7pPr lvl="6" rtl="0">
              <a:spcBef>
                <a:spcPts val="600"/>
              </a:spcBef>
              <a:spcAft>
                <a:spcPct val="0"/>
              </a:spcAft>
              <a:buClr>
                <a:srgbClr val="282828"/>
              </a:buClr>
              <a:buSzPts val="1800"/>
              <a:buNone/>
              <a:defRPr>
                <a:solidFill>
                  <a:srgbClr val="282828"/>
                </a:solidFill>
              </a:defRPr>
            </a:lvl7pPr>
            <a:lvl8pPr lvl="7" rtl="0">
              <a:spcBef>
                <a:spcPts val="400"/>
              </a:spcBef>
              <a:spcAft>
                <a:spcPct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transition/>
  <p:timing/>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2)">
  <p:cSld name="CUSTOM_3">
    <p:spTree>
      <p:nvGrpSpPr>
        <p:cNvPr id="152" name="Shape 152"/>
        <p:cNvGrpSpPr/>
        <p:nvPr/>
      </p:nvGrpSpPr>
      <p:grpSpPr>
        <a:xfrm>
          <a:off x="0" y="0"/>
          <a:ext cx="0" cy="0"/>
        </a:xfrm>
      </p:grpSpPr>
      <p:sp>
        <p:nvSpPr>
          <p:cNvPr id="153" name="Google Shape;153;p17"/>
          <p:cNvSpPr/>
          <p:nvPr/>
        </p:nvSpPr>
        <p:spPr>
          <a:xfrm>
            <a:off x="0" y="0"/>
            <a:ext cx="9144300" cy="48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54" name="Google Shape;154;p17"/>
          <p:cNvPicPr preferRelativeResize="0"/>
          <p:nvPr/>
        </p:nvPicPr>
        <p:blipFill>
          <a:blip r:embed="rId1">
            <a:alphaModFix/>
          </a:blip>
          <a:srcRect t="3678" b="3669"/>
          <a:stretch>
            <a:fillRect/>
          </a:stretch>
        </p:blipFill>
        <p:spPr>
          <a:xfrm>
            <a:off x="863550" y="2926472"/>
            <a:ext cx="7439126" cy="572078"/>
          </a:xfrm>
          <a:prstGeom prst="rect">
            <a:avLst/>
          </a:prstGeom>
          <a:noFill/>
          <a:ln>
            <a:noFill/>
          </a:ln>
        </p:spPr>
      </p:pic>
      <p:pic>
        <p:nvPicPr>
          <p:cNvPr id="155" name="Google Shape;155;p17"/>
          <p:cNvPicPr preferRelativeResize="0"/>
          <p:nvPr/>
        </p:nvPicPr>
        <p:blipFill>
          <a:blip r:embed="rId2">
            <a:alphaModFix/>
          </a:blip>
          <a:srcRect t="3678" b="3669"/>
          <a:stretch>
            <a:fillRect/>
          </a:stretch>
        </p:blipFill>
        <p:spPr>
          <a:xfrm>
            <a:off x="863550" y="1989425"/>
            <a:ext cx="7439126" cy="572078"/>
          </a:xfrm>
          <a:prstGeom prst="rect">
            <a:avLst/>
          </a:prstGeom>
          <a:noFill/>
          <a:ln>
            <a:noFill/>
          </a:ln>
        </p:spPr>
      </p:pic>
      <p:pic>
        <p:nvPicPr>
          <p:cNvPr id="156" name="Google Shape;156;p17"/>
          <p:cNvPicPr preferRelativeResize="0"/>
          <p:nvPr/>
        </p:nvPicPr>
        <p:blipFill>
          <a:blip r:embed="rId3">
            <a:alphaModFix/>
          </a:blip>
          <a:srcRect l="74623"/>
          <a:stretch>
            <a:fillRect/>
          </a:stretch>
        </p:blipFill>
        <p:spPr>
          <a:xfrm>
            <a:off x="863550" y="1954586"/>
            <a:ext cx="145900" cy="645874"/>
          </a:xfrm>
          <a:prstGeom prst="rect">
            <a:avLst/>
          </a:prstGeom>
          <a:noFill/>
          <a:ln>
            <a:noFill/>
          </a:ln>
        </p:spPr>
      </p:pic>
      <p:cxnSp>
        <p:nvCxnSpPr>
          <p:cNvPr id="157" name="Google Shape;157;p17"/>
          <p:cNvCxnSpPr>
            <a:endCxn id="158" idx="2"/>
          </p:cNvCxnSpPr>
          <p:nvPr/>
        </p:nvCxnSpPr>
        <p:spPr>
          <a:xfrm flipH="1">
            <a:off x="645063" y="2017282"/>
            <a:ext cx="2700" cy="1480500"/>
          </a:xfrm>
          <a:prstGeom prst="straightConnector1">
            <a:avLst/>
          </a:prstGeom>
          <a:noFill/>
          <a:ln w="38100" cap="flat" cmpd="sng">
            <a:solidFill>
              <a:srgbClr val="282828"/>
            </a:solidFill>
            <a:prstDash val="solid"/>
            <a:round/>
            <a:headEnd type="none" w="med" len="med"/>
            <a:tailEnd type="none" w="med" len="med"/>
          </a:ln>
        </p:spPr>
      </p:cxnSp>
      <p:pic>
        <p:nvPicPr>
          <p:cNvPr id="159" name="Google Shape;159;p17"/>
          <p:cNvPicPr preferRelativeResize="0"/>
          <p:nvPr/>
        </p:nvPicPr>
        <p:blipFill>
          <a:blip r:embed="rId4">
            <a:alphaModFix/>
          </a:blip>
          <a:stretch>
            <a:fillRect/>
          </a:stretch>
        </p:blipFill>
        <p:spPr>
          <a:xfrm>
            <a:off x="363482" y="1993619"/>
            <a:ext cx="563185" cy="572092"/>
          </a:xfrm>
          <a:prstGeom prst="rect">
            <a:avLst/>
          </a:prstGeom>
          <a:noFill/>
          <a:ln>
            <a:noFill/>
          </a:ln>
        </p:spPr>
      </p:pic>
      <p:sp>
        <p:nvSpPr>
          <p:cNvPr id="160" name="Google Shape;160;p17"/>
          <p:cNvSpPr txBox="1"/>
          <p:nvPr>
            <p:ph type="title"/>
          </p:nvPr>
        </p:nvSpPr>
        <p:spPr>
          <a:xfrm>
            <a:off x="1225225" y="2090813"/>
            <a:ext cx="68523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161" name="Google Shape;161;p17"/>
          <p:cNvSpPr txBox="1"/>
          <p:nvPr>
            <p:ph type="title" idx="2"/>
          </p:nvPr>
        </p:nvSpPr>
        <p:spPr>
          <a:xfrm>
            <a:off x="1225225" y="3027088"/>
            <a:ext cx="68523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58" name="Google Shape;158;p17"/>
          <p:cNvPicPr preferRelativeResize="0"/>
          <p:nvPr/>
        </p:nvPicPr>
        <p:blipFill>
          <a:blip r:embed="rId5">
            <a:alphaModFix/>
          </a:blip>
          <a:stretch>
            <a:fillRect/>
          </a:stretch>
        </p:blipFill>
        <p:spPr>
          <a:xfrm>
            <a:off x="363340" y="2925705"/>
            <a:ext cx="563446" cy="572077"/>
          </a:xfrm>
          <a:prstGeom prst="rect">
            <a:avLst/>
          </a:prstGeom>
          <a:noFill/>
          <a:ln>
            <a:noFill/>
          </a:ln>
        </p:spPr>
      </p:pic>
      <p:pic>
        <p:nvPicPr>
          <p:cNvPr id="162" name="Google Shape;162;p17"/>
          <p:cNvPicPr preferRelativeResize="0"/>
          <p:nvPr/>
        </p:nvPicPr>
        <p:blipFill>
          <a:blip r:embed="rId6">
            <a:alphaModFix/>
          </a:blip>
          <a:srcRect t="1699" b="1709"/>
          <a:stretch>
            <a:fillRect/>
          </a:stretch>
        </p:blipFill>
        <p:spPr>
          <a:xfrm>
            <a:off x="-12" y="481650"/>
            <a:ext cx="9151202" cy="116709"/>
          </a:xfrm>
          <a:prstGeom prst="rect">
            <a:avLst/>
          </a:prstGeom>
          <a:noFill/>
          <a:ln>
            <a:noFill/>
          </a:ln>
        </p:spPr>
      </p:pic>
      <p:sp>
        <p:nvSpPr>
          <p:cNvPr id="163" name="Google Shape;163;p17"/>
          <p:cNvSpPr txBox="1"/>
          <p:nvPr/>
        </p:nvSpPr>
        <p:spPr>
          <a:xfrm>
            <a:off x="324000" y="112500"/>
            <a:ext cx="2304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sp>
        <p:nvSpPr>
          <p:cNvPr id="164" name="Google Shape;164;p17"/>
          <p:cNvSpPr txBox="1"/>
          <p:nvPr>
            <p:ph type="title" idx="3"/>
          </p:nvPr>
        </p:nvSpPr>
        <p:spPr>
          <a:xfrm>
            <a:off x="324000" y="657600"/>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3)">
  <p:cSld name="CUSTOM_3_2">
    <p:spTree>
      <p:nvGrpSpPr>
        <p:cNvPr id="165" name="Shape 165"/>
        <p:cNvGrpSpPr/>
        <p:nvPr/>
      </p:nvGrpSpPr>
      <p:grpSpPr>
        <a:xfrm>
          <a:off x="0" y="0"/>
          <a:ext cx="0" cy="0"/>
        </a:xfrm>
      </p:grpSpPr>
      <p:pic>
        <p:nvPicPr>
          <p:cNvPr id="166" name="Google Shape;166;p18"/>
          <p:cNvPicPr preferRelativeResize="0"/>
          <p:nvPr/>
        </p:nvPicPr>
        <p:blipFill>
          <a:blip r:embed="rId1">
            <a:alphaModFix/>
          </a:blip>
          <a:srcRect t="4429" b="4438"/>
          <a:stretch>
            <a:fillRect/>
          </a:stretch>
        </p:blipFill>
        <p:spPr>
          <a:xfrm>
            <a:off x="863550" y="3642223"/>
            <a:ext cx="7439125" cy="563227"/>
          </a:xfrm>
          <a:prstGeom prst="rect">
            <a:avLst/>
          </a:prstGeom>
          <a:noFill/>
          <a:ln>
            <a:noFill/>
          </a:ln>
        </p:spPr>
      </p:pic>
      <p:pic>
        <p:nvPicPr>
          <p:cNvPr id="167" name="Google Shape;167;p18"/>
          <p:cNvPicPr preferRelativeResize="0"/>
          <p:nvPr/>
        </p:nvPicPr>
        <p:blipFill>
          <a:blip r:embed="rId2">
            <a:alphaModFix/>
          </a:blip>
          <a:srcRect l="74623"/>
          <a:stretch>
            <a:fillRect/>
          </a:stretch>
        </p:blipFill>
        <p:spPr>
          <a:xfrm>
            <a:off x="863550" y="3600900"/>
            <a:ext cx="145900" cy="645874"/>
          </a:xfrm>
          <a:prstGeom prst="rect">
            <a:avLst/>
          </a:prstGeom>
          <a:noFill/>
          <a:ln>
            <a:noFill/>
          </a:ln>
        </p:spPr>
      </p:pic>
      <p:pic>
        <p:nvPicPr>
          <p:cNvPr id="168" name="Google Shape;168;p18"/>
          <p:cNvPicPr preferRelativeResize="0"/>
          <p:nvPr/>
        </p:nvPicPr>
        <p:blipFill>
          <a:blip r:embed="rId3">
            <a:alphaModFix/>
          </a:blip>
          <a:srcRect t="3678" b="3669"/>
          <a:stretch>
            <a:fillRect/>
          </a:stretch>
        </p:blipFill>
        <p:spPr>
          <a:xfrm>
            <a:off x="863550" y="2704186"/>
            <a:ext cx="7439126" cy="572074"/>
          </a:xfrm>
          <a:prstGeom prst="rect">
            <a:avLst/>
          </a:prstGeom>
          <a:noFill/>
          <a:ln>
            <a:noFill/>
          </a:ln>
        </p:spPr>
      </p:pic>
      <p:pic>
        <p:nvPicPr>
          <p:cNvPr id="169" name="Google Shape;169;p18"/>
          <p:cNvPicPr preferRelativeResize="0"/>
          <p:nvPr/>
        </p:nvPicPr>
        <p:blipFill>
          <a:blip r:embed="rId2">
            <a:alphaModFix/>
          </a:blip>
          <a:srcRect l="74623"/>
          <a:stretch>
            <a:fillRect/>
          </a:stretch>
        </p:blipFill>
        <p:spPr>
          <a:xfrm>
            <a:off x="863550" y="2677988"/>
            <a:ext cx="145900" cy="645874"/>
          </a:xfrm>
          <a:prstGeom prst="rect">
            <a:avLst/>
          </a:prstGeom>
          <a:noFill/>
          <a:ln>
            <a:noFill/>
          </a:ln>
        </p:spPr>
      </p:pic>
      <p:pic>
        <p:nvPicPr>
          <p:cNvPr id="170" name="Google Shape;170;p18"/>
          <p:cNvPicPr preferRelativeResize="0"/>
          <p:nvPr/>
        </p:nvPicPr>
        <p:blipFill>
          <a:blip r:embed="rId4">
            <a:alphaModFix/>
          </a:blip>
          <a:srcRect t="3678" b="3669"/>
          <a:stretch>
            <a:fillRect/>
          </a:stretch>
        </p:blipFill>
        <p:spPr>
          <a:xfrm>
            <a:off x="863550" y="1678325"/>
            <a:ext cx="7439126" cy="572074"/>
          </a:xfrm>
          <a:prstGeom prst="rect">
            <a:avLst/>
          </a:prstGeom>
          <a:noFill/>
          <a:ln>
            <a:noFill/>
          </a:ln>
        </p:spPr>
      </p:pic>
      <p:pic>
        <p:nvPicPr>
          <p:cNvPr id="171" name="Google Shape;171;p18"/>
          <p:cNvPicPr preferRelativeResize="0"/>
          <p:nvPr/>
        </p:nvPicPr>
        <p:blipFill>
          <a:blip r:embed="rId2">
            <a:alphaModFix/>
          </a:blip>
          <a:srcRect l="74623"/>
          <a:stretch>
            <a:fillRect/>
          </a:stretch>
        </p:blipFill>
        <p:spPr>
          <a:xfrm>
            <a:off x="863550" y="1643475"/>
            <a:ext cx="145900" cy="645874"/>
          </a:xfrm>
          <a:prstGeom prst="rect">
            <a:avLst/>
          </a:prstGeom>
          <a:noFill/>
          <a:ln>
            <a:noFill/>
          </a:ln>
        </p:spPr>
      </p:pic>
      <p:cxnSp>
        <p:nvCxnSpPr>
          <p:cNvPr id="172" name="Google Shape;172;p18"/>
          <p:cNvCxnSpPr>
            <a:endCxn id="173" idx="2"/>
          </p:cNvCxnSpPr>
          <p:nvPr/>
        </p:nvCxnSpPr>
        <p:spPr>
          <a:xfrm flipH="1">
            <a:off x="647802" y="1841898"/>
            <a:ext cx="0" cy="2366400"/>
          </a:xfrm>
          <a:prstGeom prst="straightConnector1">
            <a:avLst/>
          </a:prstGeom>
          <a:noFill/>
          <a:ln w="38100" cap="flat" cmpd="sng">
            <a:solidFill>
              <a:srgbClr val="282828"/>
            </a:solidFill>
            <a:prstDash val="solid"/>
            <a:round/>
            <a:headEnd type="none" w="med" len="med"/>
            <a:tailEnd type="none" w="med" len="med"/>
          </a:ln>
        </p:spPr>
      </p:cxnSp>
      <p:pic>
        <p:nvPicPr>
          <p:cNvPr id="173" name="Google Shape;173;p18"/>
          <p:cNvPicPr preferRelativeResize="0"/>
          <p:nvPr/>
        </p:nvPicPr>
        <p:blipFill>
          <a:blip r:embed="rId5">
            <a:alphaModFix/>
          </a:blip>
          <a:stretch>
            <a:fillRect/>
          </a:stretch>
        </p:blipFill>
        <p:spPr>
          <a:xfrm>
            <a:off x="366079" y="3636220"/>
            <a:ext cx="563446" cy="572077"/>
          </a:xfrm>
          <a:prstGeom prst="rect">
            <a:avLst/>
          </a:prstGeom>
          <a:noFill/>
          <a:ln>
            <a:noFill/>
          </a:ln>
        </p:spPr>
      </p:pic>
      <p:pic>
        <p:nvPicPr>
          <p:cNvPr id="174" name="Google Shape;174;p18"/>
          <p:cNvPicPr preferRelativeResize="0"/>
          <p:nvPr/>
        </p:nvPicPr>
        <p:blipFill>
          <a:blip r:embed="rId6">
            <a:alphaModFix/>
          </a:blip>
          <a:stretch>
            <a:fillRect/>
          </a:stretch>
        </p:blipFill>
        <p:spPr>
          <a:xfrm>
            <a:off x="363482" y="1682508"/>
            <a:ext cx="563185" cy="572092"/>
          </a:xfrm>
          <a:prstGeom prst="rect">
            <a:avLst/>
          </a:prstGeom>
          <a:noFill/>
          <a:ln>
            <a:noFill/>
          </a:ln>
        </p:spPr>
      </p:pic>
      <p:sp>
        <p:nvSpPr>
          <p:cNvPr id="175" name="Google Shape;175;p18"/>
          <p:cNvSpPr txBox="1"/>
          <p:nvPr>
            <p:ph type="title"/>
          </p:nvPr>
        </p:nvSpPr>
        <p:spPr>
          <a:xfrm>
            <a:off x="1225200" y="1779713"/>
            <a:ext cx="68508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176" name="Google Shape;176;p18"/>
          <p:cNvSpPr txBox="1"/>
          <p:nvPr>
            <p:ph type="title" idx="2"/>
          </p:nvPr>
        </p:nvSpPr>
        <p:spPr>
          <a:xfrm>
            <a:off x="1225200" y="2804800"/>
            <a:ext cx="68508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177" name="Google Shape;177;p18"/>
          <p:cNvSpPr txBox="1"/>
          <p:nvPr>
            <p:ph type="title" idx="3"/>
          </p:nvPr>
        </p:nvSpPr>
        <p:spPr>
          <a:xfrm>
            <a:off x="1225200" y="3739189"/>
            <a:ext cx="6850800" cy="3693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78" name="Google Shape;178;p18"/>
          <p:cNvPicPr preferRelativeResize="0"/>
          <p:nvPr/>
        </p:nvPicPr>
        <p:blipFill>
          <a:blip r:embed="rId7">
            <a:alphaModFix/>
          </a:blip>
          <a:stretch>
            <a:fillRect/>
          </a:stretch>
        </p:blipFill>
        <p:spPr>
          <a:xfrm>
            <a:off x="363340" y="2703416"/>
            <a:ext cx="563446" cy="572077"/>
          </a:xfrm>
          <a:prstGeom prst="rect">
            <a:avLst/>
          </a:prstGeom>
          <a:noFill/>
          <a:ln>
            <a:noFill/>
          </a:ln>
        </p:spPr>
      </p:pic>
      <p:sp>
        <p:nvSpPr>
          <p:cNvPr id="179" name="Google Shape;179;p18"/>
          <p:cNvSpPr/>
          <p:nvPr/>
        </p:nvSpPr>
        <p:spPr>
          <a:xfrm>
            <a:off x="0" y="0"/>
            <a:ext cx="9144300" cy="48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180" name="Google Shape;180;p18"/>
          <p:cNvPicPr preferRelativeResize="0"/>
          <p:nvPr/>
        </p:nvPicPr>
        <p:blipFill>
          <a:blip r:embed="rId8">
            <a:alphaModFix/>
          </a:blip>
          <a:srcRect t="1699" b="1709"/>
          <a:stretch>
            <a:fillRect/>
          </a:stretch>
        </p:blipFill>
        <p:spPr>
          <a:xfrm>
            <a:off x="-12" y="481650"/>
            <a:ext cx="9151202" cy="116709"/>
          </a:xfrm>
          <a:prstGeom prst="rect">
            <a:avLst/>
          </a:prstGeom>
          <a:noFill/>
          <a:ln>
            <a:noFill/>
          </a:ln>
        </p:spPr>
      </p:pic>
      <p:sp>
        <p:nvSpPr>
          <p:cNvPr id="181" name="Google Shape;181;p18"/>
          <p:cNvSpPr txBox="1"/>
          <p:nvPr/>
        </p:nvSpPr>
        <p:spPr>
          <a:xfrm>
            <a:off x="324000" y="112500"/>
            <a:ext cx="2304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sp>
        <p:nvSpPr>
          <p:cNvPr id="182" name="Google Shape;182;p18"/>
          <p:cNvSpPr txBox="1"/>
          <p:nvPr>
            <p:ph type="title" idx="4"/>
          </p:nvPr>
        </p:nvSpPr>
        <p:spPr>
          <a:xfrm>
            <a:off x="324000" y="657600"/>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1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3 Lesson outline (4)">
  <p:cSld name="CUSTOM_4">
    <p:spTree>
      <p:nvGrpSpPr>
        <p:cNvPr id="183" name="Shape 183"/>
        <p:cNvGrpSpPr/>
        <p:nvPr/>
      </p:nvGrpSpPr>
      <p:grpSpPr>
        <a:xfrm>
          <a:off x="0" y="0"/>
          <a:ext cx="0" cy="0"/>
        </a:xfrm>
      </p:grpSpPr>
      <p:pic>
        <p:nvPicPr>
          <p:cNvPr id="184" name="Google Shape;184;p19"/>
          <p:cNvPicPr preferRelativeResize="0"/>
          <p:nvPr/>
        </p:nvPicPr>
        <p:blipFill>
          <a:blip r:embed="rId1">
            <a:alphaModFix/>
          </a:blip>
          <a:srcRect t="4429" b="4438"/>
          <a:stretch>
            <a:fillRect/>
          </a:stretch>
        </p:blipFill>
        <p:spPr>
          <a:xfrm>
            <a:off x="863550" y="3146932"/>
            <a:ext cx="7439125" cy="563230"/>
          </a:xfrm>
          <a:prstGeom prst="rect">
            <a:avLst/>
          </a:prstGeom>
          <a:noFill/>
          <a:ln>
            <a:noFill/>
          </a:ln>
        </p:spPr>
      </p:pic>
      <p:pic>
        <p:nvPicPr>
          <p:cNvPr id="185" name="Google Shape;185;p19"/>
          <p:cNvPicPr preferRelativeResize="0"/>
          <p:nvPr/>
        </p:nvPicPr>
        <p:blipFill>
          <a:blip r:embed="rId2">
            <a:alphaModFix/>
          </a:blip>
          <a:srcRect l="74623"/>
          <a:stretch>
            <a:fillRect/>
          </a:stretch>
        </p:blipFill>
        <p:spPr>
          <a:xfrm>
            <a:off x="863550" y="3105610"/>
            <a:ext cx="145900" cy="645874"/>
          </a:xfrm>
          <a:prstGeom prst="rect">
            <a:avLst/>
          </a:prstGeom>
          <a:noFill/>
          <a:ln>
            <a:noFill/>
          </a:ln>
        </p:spPr>
      </p:pic>
      <p:pic>
        <p:nvPicPr>
          <p:cNvPr id="186" name="Google Shape;186;p19"/>
          <p:cNvPicPr preferRelativeResize="0"/>
          <p:nvPr/>
        </p:nvPicPr>
        <p:blipFill>
          <a:blip r:embed="rId3">
            <a:alphaModFix/>
          </a:blip>
          <a:srcRect t="4387" b="4396"/>
          <a:stretch>
            <a:fillRect/>
          </a:stretch>
        </p:blipFill>
        <p:spPr>
          <a:xfrm>
            <a:off x="863550" y="3971358"/>
            <a:ext cx="7439126" cy="563217"/>
          </a:xfrm>
          <a:prstGeom prst="rect">
            <a:avLst/>
          </a:prstGeom>
          <a:noFill/>
          <a:ln>
            <a:noFill/>
          </a:ln>
        </p:spPr>
      </p:pic>
      <p:pic>
        <p:nvPicPr>
          <p:cNvPr id="187" name="Google Shape;187;p19"/>
          <p:cNvPicPr preferRelativeResize="0"/>
          <p:nvPr/>
        </p:nvPicPr>
        <p:blipFill>
          <a:blip r:embed="rId2">
            <a:alphaModFix/>
          </a:blip>
          <a:srcRect l="74623"/>
          <a:stretch>
            <a:fillRect/>
          </a:stretch>
        </p:blipFill>
        <p:spPr>
          <a:xfrm>
            <a:off x="863550" y="3939648"/>
            <a:ext cx="145900" cy="645874"/>
          </a:xfrm>
          <a:prstGeom prst="rect">
            <a:avLst/>
          </a:prstGeom>
          <a:noFill/>
          <a:ln>
            <a:noFill/>
          </a:ln>
        </p:spPr>
      </p:pic>
      <p:pic>
        <p:nvPicPr>
          <p:cNvPr id="188" name="Google Shape;188;p19"/>
          <p:cNvPicPr preferRelativeResize="0"/>
          <p:nvPr/>
        </p:nvPicPr>
        <p:blipFill>
          <a:blip r:embed="rId4">
            <a:alphaModFix/>
          </a:blip>
          <a:srcRect t="3678" b="3669"/>
          <a:stretch>
            <a:fillRect/>
          </a:stretch>
        </p:blipFill>
        <p:spPr>
          <a:xfrm>
            <a:off x="863550" y="2292191"/>
            <a:ext cx="7439126" cy="572077"/>
          </a:xfrm>
          <a:prstGeom prst="rect">
            <a:avLst/>
          </a:prstGeom>
          <a:noFill/>
          <a:ln>
            <a:noFill/>
          </a:ln>
        </p:spPr>
      </p:pic>
      <p:pic>
        <p:nvPicPr>
          <p:cNvPr id="189" name="Google Shape;189;p19"/>
          <p:cNvPicPr preferRelativeResize="0"/>
          <p:nvPr/>
        </p:nvPicPr>
        <p:blipFill>
          <a:blip r:embed="rId2">
            <a:alphaModFix/>
          </a:blip>
          <a:srcRect l="74623"/>
          <a:stretch>
            <a:fillRect/>
          </a:stretch>
        </p:blipFill>
        <p:spPr>
          <a:xfrm>
            <a:off x="863550" y="2265998"/>
            <a:ext cx="145900" cy="645874"/>
          </a:xfrm>
          <a:prstGeom prst="rect">
            <a:avLst/>
          </a:prstGeom>
          <a:noFill/>
          <a:ln>
            <a:noFill/>
          </a:ln>
        </p:spPr>
      </p:pic>
      <p:pic>
        <p:nvPicPr>
          <p:cNvPr id="190" name="Google Shape;190;p19"/>
          <p:cNvPicPr preferRelativeResize="0"/>
          <p:nvPr/>
        </p:nvPicPr>
        <p:blipFill>
          <a:blip r:embed="rId5">
            <a:alphaModFix/>
          </a:blip>
          <a:srcRect t="3678" b="3669"/>
          <a:stretch>
            <a:fillRect/>
          </a:stretch>
        </p:blipFill>
        <p:spPr>
          <a:xfrm>
            <a:off x="863550" y="1457950"/>
            <a:ext cx="7439126" cy="572077"/>
          </a:xfrm>
          <a:prstGeom prst="rect">
            <a:avLst/>
          </a:prstGeom>
          <a:noFill/>
          <a:ln>
            <a:noFill/>
          </a:ln>
        </p:spPr>
      </p:pic>
      <p:pic>
        <p:nvPicPr>
          <p:cNvPr id="191" name="Google Shape;191;p19"/>
          <p:cNvPicPr preferRelativeResize="0"/>
          <p:nvPr/>
        </p:nvPicPr>
        <p:blipFill>
          <a:blip r:embed="rId2">
            <a:alphaModFix/>
          </a:blip>
          <a:srcRect l="74623"/>
          <a:stretch>
            <a:fillRect/>
          </a:stretch>
        </p:blipFill>
        <p:spPr>
          <a:xfrm>
            <a:off x="863550" y="1423110"/>
            <a:ext cx="145900" cy="645874"/>
          </a:xfrm>
          <a:prstGeom prst="rect">
            <a:avLst/>
          </a:prstGeom>
          <a:noFill/>
          <a:ln>
            <a:noFill/>
          </a:ln>
        </p:spPr>
      </p:pic>
      <p:cxnSp>
        <p:nvCxnSpPr>
          <p:cNvPr id="192" name="Google Shape;192;p19"/>
          <p:cNvCxnSpPr/>
          <p:nvPr/>
        </p:nvCxnSpPr>
        <p:spPr>
          <a:xfrm>
            <a:off x="647802" y="1725234"/>
            <a:ext cx="600" cy="2679900"/>
          </a:xfrm>
          <a:prstGeom prst="straightConnector1">
            <a:avLst/>
          </a:prstGeom>
          <a:noFill/>
          <a:ln w="38100" cap="flat" cmpd="sng">
            <a:solidFill>
              <a:srgbClr val="282828"/>
            </a:solidFill>
            <a:prstDash val="solid"/>
            <a:round/>
            <a:headEnd type="none" w="med" len="med"/>
            <a:tailEnd type="none" w="med" len="med"/>
          </a:ln>
        </p:spPr>
      </p:cxnSp>
      <p:pic>
        <p:nvPicPr>
          <p:cNvPr id="193" name="Google Shape;193;p19"/>
          <p:cNvPicPr preferRelativeResize="0"/>
          <p:nvPr/>
        </p:nvPicPr>
        <p:blipFill>
          <a:blip r:embed="rId6">
            <a:alphaModFix/>
          </a:blip>
          <a:stretch>
            <a:fillRect/>
          </a:stretch>
        </p:blipFill>
        <p:spPr>
          <a:xfrm>
            <a:off x="366079" y="3134650"/>
            <a:ext cx="563446" cy="572077"/>
          </a:xfrm>
          <a:prstGeom prst="rect">
            <a:avLst/>
          </a:prstGeom>
          <a:noFill/>
          <a:ln>
            <a:noFill/>
          </a:ln>
        </p:spPr>
      </p:pic>
      <p:pic>
        <p:nvPicPr>
          <p:cNvPr id="194" name="Google Shape;194;p19"/>
          <p:cNvPicPr preferRelativeResize="0"/>
          <p:nvPr/>
        </p:nvPicPr>
        <p:blipFill>
          <a:blip r:embed="rId7">
            <a:alphaModFix/>
          </a:blip>
          <a:stretch>
            <a:fillRect/>
          </a:stretch>
        </p:blipFill>
        <p:spPr>
          <a:xfrm>
            <a:off x="363357" y="1462166"/>
            <a:ext cx="563185" cy="572092"/>
          </a:xfrm>
          <a:prstGeom prst="rect">
            <a:avLst/>
          </a:prstGeom>
          <a:noFill/>
          <a:ln>
            <a:noFill/>
          </a:ln>
        </p:spPr>
      </p:pic>
      <p:pic>
        <p:nvPicPr>
          <p:cNvPr id="195" name="Google Shape;195;p19"/>
          <p:cNvPicPr preferRelativeResize="0"/>
          <p:nvPr/>
        </p:nvPicPr>
        <p:blipFill>
          <a:blip r:embed="rId8">
            <a:alphaModFix/>
          </a:blip>
          <a:stretch>
            <a:fillRect/>
          </a:stretch>
        </p:blipFill>
        <p:spPr>
          <a:xfrm>
            <a:off x="363340" y="2287588"/>
            <a:ext cx="563446" cy="572077"/>
          </a:xfrm>
          <a:prstGeom prst="rect">
            <a:avLst/>
          </a:prstGeom>
          <a:noFill/>
          <a:ln>
            <a:noFill/>
          </a:ln>
        </p:spPr>
      </p:pic>
      <p:sp>
        <p:nvSpPr>
          <p:cNvPr id="196" name="Google Shape;196;p19"/>
          <p:cNvSpPr txBox="1"/>
          <p:nvPr>
            <p:ph type="title"/>
          </p:nvPr>
        </p:nvSpPr>
        <p:spPr>
          <a:xfrm>
            <a:off x="1224600" y="1466663"/>
            <a:ext cx="6850800" cy="563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197" name="Google Shape;197;p19"/>
          <p:cNvSpPr txBox="1"/>
          <p:nvPr>
            <p:ph type="title" idx="2"/>
          </p:nvPr>
        </p:nvSpPr>
        <p:spPr>
          <a:xfrm>
            <a:off x="1224600" y="2285700"/>
            <a:ext cx="6850800" cy="572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198" name="Google Shape;198;p19"/>
          <p:cNvSpPr txBox="1"/>
          <p:nvPr>
            <p:ph type="title" idx="3"/>
          </p:nvPr>
        </p:nvSpPr>
        <p:spPr>
          <a:xfrm>
            <a:off x="1224600" y="3160338"/>
            <a:ext cx="6850800" cy="5364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
        <p:nvSpPr>
          <p:cNvPr id="199" name="Google Shape;199;p19"/>
          <p:cNvSpPr txBox="1"/>
          <p:nvPr>
            <p:ph type="title" idx="4"/>
          </p:nvPr>
        </p:nvSpPr>
        <p:spPr>
          <a:xfrm>
            <a:off x="1224600" y="3971414"/>
            <a:ext cx="6850800" cy="563100"/>
          </a:xfrm>
          <a:prstGeom prst="rect">
            <a:avLst/>
          </a:prstGeom>
        </p:spPr>
        <p:txBody>
          <a:bodyPr spcFirstLastPara="1" wrap="square" lIns="0" tIns="0" rIns="0" bIns="0" anchor="ctr" anchorCtr="0">
            <a:noAutofit/>
          </a:bodyPr>
          <a:lstStyle>
            <a:lvl1pPr lvl="0" rtl="0">
              <a:spcBef>
                <a:spcPct val="0"/>
              </a:spcBef>
              <a:spcAft>
                <a:spcPct val="0"/>
              </a:spcAft>
              <a:buClr>
                <a:schemeClr val="lt1"/>
              </a:buClr>
              <a:buSzPts val="1800"/>
              <a:buFont typeface="Lexend"/>
              <a:buNone/>
              <a:defRPr sz="1800" b="0">
                <a:solidFill>
                  <a:schemeClr val="lt1"/>
                </a:solidFill>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200" name="Google Shape;200;p19"/>
          <p:cNvPicPr preferRelativeResize="0"/>
          <p:nvPr/>
        </p:nvPicPr>
        <p:blipFill>
          <a:blip r:embed="rId9">
            <a:alphaModFix/>
          </a:blip>
          <a:stretch>
            <a:fillRect/>
          </a:stretch>
        </p:blipFill>
        <p:spPr>
          <a:xfrm>
            <a:off x="363341" y="3969363"/>
            <a:ext cx="563446" cy="572077"/>
          </a:xfrm>
          <a:prstGeom prst="rect">
            <a:avLst/>
          </a:prstGeom>
          <a:noFill/>
          <a:ln>
            <a:noFill/>
          </a:ln>
        </p:spPr>
      </p:pic>
      <p:sp>
        <p:nvSpPr>
          <p:cNvPr id="201" name="Google Shape;201;p19"/>
          <p:cNvSpPr/>
          <p:nvPr/>
        </p:nvSpPr>
        <p:spPr>
          <a:xfrm>
            <a:off x="0" y="0"/>
            <a:ext cx="9144300" cy="48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02" name="Google Shape;202;p19"/>
          <p:cNvPicPr preferRelativeResize="0"/>
          <p:nvPr/>
        </p:nvPicPr>
        <p:blipFill>
          <a:blip r:embed="rId10">
            <a:alphaModFix/>
          </a:blip>
          <a:srcRect t="1699" b="1709"/>
          <a:stretch>
            <a:fillRect/>
          </a:stretch>
        </p:blipFill>
        <p:spPr>
          <a:xfrm>
            <a:off x="-12" y="481650"/>
            <a:ext cx="9151202" cy="116709"/>
          </a:xfrm>
          <a:prstGeom prst="rect">
            <a:avLst/>
          </a:prstGeom>
          <a:noFill/>
          <a:ln>
            <a:noFill/>
          </a:ln>
        </p:spPr>
      </p:pic>
      <p:sp>
        <p:nvSpPr>
          <p:cNvPr id="203" name="Google Shape;203;p19"/>
          <p:cNvSpPr txBox="1"/>
          <p:nvPr/>
        </p:nvSpPr>
        <p:spPr>
          <a:xfrm>
            <a:off x="324000" y="112500"/>
            <a:ext cx="23049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Lesson outline</a:t>
            </a:r>
            <a:endParaRPr sz="2000" b="1">
              <a:solidFill>
                <a:schemeClr val="dk1"/>
              </a:solidFill>
              <a:latin typeface="Lexend"/>
              <a:ea typeface="Lexend"/>
              <a:cs typeface="Lexend"/>
              <a:sym typeface="Lexend"/>
            </a:endParaRPr>
          </a:p>
        </p:txBody>
      </p:sp>
      <p:sp>
        <p:nvSpPr>
          <p:cNvPr id="204" name="Google Shape;204;p19"/>
          <p:cNvSpPr txBox="1"/>
          <p:nvPr>
            <p:ph type="title" idx="5"/>
          </p:nvPr>
        </p:nvSpPr>
        <p:spPr>
          <a:xfrm>
            <a:off x="324000" y="657600"/>
            <a:ext cx="5741400" cy="615600"/>
          </a:xfrm>
          <a:prstGeom prst="rect">
            <a:avLst/>
          </a:prstGeom>
        </p:spPr>
        <p:txBody>
          <a:bodyPr spcFirstLastPara="1" wrap="square" lIns="0" tIns="0" rIns="0" bIns="0" anchor="t" anchorCtr="0">
            <a:noAutofit/>
          </a:bodyPr>
          <a:lstStyle>
            <a:lvl1pPr lvl="0" rtl="0">
              <a:spcBef>
                <a:spcPct val="0"/>
              </a:spcBef>
              <a:spcAft>
                <a:spcPct val="0"/>
              </a:spcAft>
              <a:buSzPts val="1800"/>
              <a:buFont typeface="Lexend"/>
              <a:buNone/>
              <a:defRPr sz="1800" b="0">
                <a:latin typeface="Lexend"/>
                <a:ea typeface="Lexend"/>
                <a:cs typeface="Lexend"/>
                <a:sym typeface="Lexend"/>
              </a:defRPr>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spTree>
  </p:cSld>
  <p:clrMapOvr>
    <a:masterClrMapping/>
  </p:clrMapOvr>
  <p:transition/>
  <p:timing/>
</p:sldLayout>
</file>

<file path=ppt/slideLayouts/slideLayout1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0 Explanation blank - purple ">
  <p:cSld name="TITLE_AND_TWO_COLUMNS_1_1_6_2_1_4">
    <p:spTree>
      <p:nvGrpSpPr>
        <p:cNvPr id="205" name="Shape 205"/>
        <p:cNvGrpSpPr/>
        <p:nvPr/>
      </p:nvGrpSpPr>
      <p:grpSpPr>
        <a:xfrm>
          <a:off x="0" y="0"/>
          <a:ext cx="0" cy="0"/>
        </a:xfrm>
      </p:grpSpPr>
      <p:pic>
        <p:nvPicPr>
          <p:cNvPr id="206" name="Google Shape;206;p20"/>
          <p:cNvPicPr preferRelativeResize="0"/>
          <p:nvPr/>
        </p:nvPicPr>
        <p:blipFill>
          <a:blip r:embed="rId1">
            <a:alphaModFix/>
          </a:blip>
          <a:stretch>
            <a:fillRect/>
          </a:stretch>
        </p:blipFill>
        <p:spPr>
          <a:xfrm>
            <a:off x="0" y="532525"/>
            <a:ext cx="9151202" cy="116700"/>
          </a:xfrm>
          <a:prstGeom prst="rect">
            <a:avLst/>
          </a:prstGeom>
          <a:noFill/>
          <a:ln>
            <a:noFill/>
          </a:ln>
        </p:spPr>
      </p:pic>
      <p:sp>
        <p:nvSpPr>
          <p:cNvPr id="207" name="Google Shape;207;p20"/>
          <p:cNvSpPr/>
          <p:nvPr/>
        </p:nvSpPr>
        <p:spPr>
          <a:xfrm>
            <a:off x="-1" y="-2"/>
            <a:ext cx="91476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08" name="Google Shape;208;p20"/>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209" name="Google Shape;209;p20"/>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210" name="Google Shape;210;p20"/>
          <p:cNvPicPr preferRelativeResize="0"/>
          <p:nvPr/>
        </p:nvPicPr>
        <p:blipFill>
          <a:blip r:embed="rId2">
            <a:alphaModFix/>
          </a:blip>
          <a:stretch>
            <a:fillRect/>
          </a:stretch>
        </p:blipFill>
        <p:spPr>
          <a:xfrm>
            <a:off x="8426950" y="-562"/>
            <a:ext cx="499700" cy="499700"/>
          </a:xfrm>
          <a:prstGeom prst="rect">
            <a:avLst/>
          </a:prstGeom>
          <a:noFill/>
          <a:ln>
            <a:noFill/>
          </a:ln>
        </p:spPr>
      </p:pic>
      <p:sp>
        <p:nvSpPr>
          <p:cNvPr id="211" name="Google Shape;211;p20"/>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Explanation</a:t>
            </a:r>
            <a:endParaRPr sz="900" b="1">
              <a:solidFill>
                <a:srgbClr val="F3EEFB"/>
              </a:solidFill>
              <a:latin typeface="Lexend"/>
              <a:ea typeface="Lexend"/>
              <a:cs typeface="Lexend"/>
              <a:sym typeface="Lexend"/>
            </a:endParaRPr>
          </a:p>
        </p:txBody>
      </p:sp>
    </p:spTree>
  </p:cSld>
  <p:clrMapOvr>
    <a:masterClrMapping/>
  </p:clrMapOvr>
  <p:transition/>
  <p:timing/>
</p:sldLayout>
</file>

<file path=ppt/slideLayouts/slideLayout2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0 Explanation blank - jade">
  <p:cSld name="TITLE_AND_TWO_COLUMNS_1_1_6_2_1_2">
    <p:spTree>
      <p:nvGrpSpPr>
        <p:cNvPr id="212" name="Shape 212"/>
        <p:cNvGrpSpPr/>
        <p:nvPr/>
      </p:nvGrpSpPr>
      <p:grpSpPr>
        <a:xfrm>
          <a:off x="0" y="0"/>
          <a:ext cx="0" cy="0"/>
        </a:xfrm>
      </p:grpSpPr>
      <p:pic>
        <p:nvPicPr>
          <p:cNvPr id="213" name="Google Shape;213;p2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14" name="Google Shape;214;p21"/>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15" name="Google Shape;215;p21"/>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216" name="Google Shape;216;p21"/>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sp>
        <p:nvSpPr>
          <p:cNvPr id="217" name="Google Shape;217;p21"/>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218" name="Google Shape;218;p21"/>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2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0 Explanation blank - blue ">
  <p:cSld name="TITLE_AND_TWO_COLUMNS_1_1_6_2_2">
    <p:spTree>
      <p:nvGrpSpPr>
        <p:cNvPr id="219" name="Shape 219"/>
        <p:cNvGrpSpPr/>
        <p:nvPr/>
      </p:nvGrpSpPr>
      <p:grpSpPr>
        <a:xfrm>
          <a:off x="0" y="0"/>
          <a:ext cx="0" cy="0"/>
        </a:xfrm>
      </p:grpSpPr>
      <p:pic>
        <p:nvPicPr>
          <p:cNvPr id="220" name="Google Shape;220;p22"/>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21" name="Google Shape;221;p22"/>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22" name="Google Shape;222;p22"/>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223" name="Google Shape;223;p22"/>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Explanation</a:t>
            </a:r>
            <a:endParaRPr sz="900" b="1">
              <a:solidFill>
                <a:srgbClr val="EBEDFE"/>
              </a:solidFill>
              <a:latin typeface="Lexend"/>
              <a:ea typeface="Lexend"/>
              <a:cs typeface="Lexend"/>
              <a:sym typeface="Lexend"/>
            </a:endParaRPr>
          </a:p>
        </p:txBody>
      </p:sp>
      <p:sp>
        <p:nvSpPr>
          <p:cNvPr id="224" name="Google Shape;224;p22"/>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225" name="Google Shape;225;p22"/>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2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0 Explanation blank - pink ">
  <p:cSld name="TITLE_AND_TWO_COLUMNS_1_1_6_2_1_1">
    <p:spTree>
      <p:nvGrpSpPr>
        <p:cNvPr id="226" name="Shape 226"/>
        <p:cNvGrpSpPr/>
        <p:nvPr/>
      </p:nvGrpSpPr>
      <p:grpSpPr>
        <a:xfrm>
          <a:off x="0" y="0"/>
          <a:ext cx="0" cy="0"/>
        </a:xfrm>
      </p:grpSpPr>
      <p:pic>
        <p:nvPicPr>
          <p:cNvPr id="227" name="Google Shape;227;p2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28" name="Google Shape;228;p23"/>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29" name="Google Shape;229;p23"/>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230" name="Google Shape;230;p23"/>
          <p:cNvSpPr txBox="1"/>
          <p:nvPr/>
        </p:nvSpPr>
        <p:spPr>
          <a:xfrm>
            <a:off x="8209250" y="438760"/>
            <a:ext cx="9351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Explanation</a:t>
            </a:r>
            <a:endParaRPr sz="900" b="1">
              <a:solidFill>
                <a:srgbClr val="FAEAF6"/>
              </a:solidFill>
              <a:latin typeface="Lexend"/>
              <a:ea typeface="Lexend"/>
              <a:cs typeface="Lexend"/>
              <a:sym typeface="Lexend"/>
            </a:endParaRPr>
          </a:p>
        </p:txBody>
      </p:sp>
      <p:sp>
        <p:nvSpPr>
          <p:cNvPr id="231" name="Google Shape;231;p23"/>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232" name="Google Shape;232;p23"/>
          <p:cNvPicPr preferRelativeResize="0"/>
          <p:nvPr/>
        </p:nvPicPr>
        <p:blipFill>
          <a:blip r:embed="rId2">
            <a:alphaModFix/>
          </a:blip>
          <a:stretch>
            <a:fillRect/>
          </a:stretch>
        </p:blipFill>
        <p:spPr>
          <a:xfrm>
            <a:off x="8426950" y="-562"/>
            <a:ext cx="499700" cy="499700"/>
          </a:xfrm>
          <a:prstGeom prst="rect">
            <a:avLst/>
          </a:prstGeom>
          <a:noFill/>
          <a:ln>
            <a:noFill/>
          </a:ln>
        </p:spPr>
      </p:pic>
    </p:spTree>
  </p:cSld>
  <p:clrMapOvr>
    <a:masterClrMapping/>
  </p:clrMapOvr>
  <p:transition/>
  <p:timing/>
</p:sldLayout>
</file>

<file path=ppt/slideLayouts/slideLayout2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1 I do We do - purple">
  <p:cSld name="TITLE_AND_TWO_COLUMNS_1_1_9_2_2">
    <p:bg>
      <p:bgPr>
        <a:solidFill>
          <a:srgbClr val="F3EEFB"/>
        </a:solidFill>
      </p:bgPr>
    </p:bg>
    <p:spTree>
      <p:nvGrpSpPr>
        <p:cNvPr id="233" name="Shape 233"/>
        <p:cNvGrpSpPr/>
        <p:nvPr/>
      </p:nvGrpSpPr>
      <p:grpSpPr>
        <a:xfrm>
          <a:off x="0" y="0"/>
          <a:ext cx="0" cy="0"/>
        </a:xfrm>
      </p:grpSpPr>
      <p:sp>
        <p:nvSpPr>
          <p:cNvPr id="234" name="Google Shape;234;p24"/>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35" name="Google Shape;235;p24"/>
          <p:cNvPicPr preferRelativeResize="0"/>
          <p:nvPr/>
        </p:nvPicPr>
        <p:blipFill>
          <a:blip r:embed="rId1">
            <a:alphaModFix/>
          </a:blip>
          <a:stretch>
            <a:fillRect/>
          </a:stretch>
        </p:blipFill>
        <p:spPr>
          <a:xfrm>
            <a:off x="0" y="532525"/>
            <a:ext cx="9151202" cy="116700"/>
          </a:xfrm>
          <a:prstGeom prst="rect">
            <a:avLst/>
          </a:prstGeom>
          <a:noFill/>
          <a:ln>
            <a:noFill/>
          </a:ln>
        </p:spPr>
      </p:pic>
      <p:sp>
        <p:nvSpPr>
          <p:cNvPr id="236" name="Google Shape;236;p24"/>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37" name="Google Shape;237;p24"/>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39" name="Google Shape;239;p24"/>
          <p:cNvSpPr txBox="1"/>
          <p:nvPr>
            <p:ph type="title"/>
          </p:nvPr>
        </p:nvSpPr>
        <p:spPr>
          <a:xfrm>
            <a:off x="324000" y="0"/>
            <a:ext cx="74505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240" name="Google Shape;240;p24"/>
          <p:cNvGrpSpPr/>
          <p:nvPr/>
        </p:nvGrpSpPr>
        <p:grpSpPr>
          <a:xfrm>
            <a:off x="7834231" y="1285"/>
            <a:ext cx="828900" cy="576065"/>
            <a:chOff x="7801496" y="1285"/>
            <a:chExt cx="828900" cy="576065"/>
          </a:xfrm>
        </p:grpSpPr>
        <p:pic>
          <p:nvPicPr>
            <p:cNvPr id="241" name="Google Shape;241;p24"/>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242" name="Google Shape;242;p24"/>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Explanation</a:t>
              </a:r>
              <a:endParaRPr sz="900" b="1">
                <a:solidFill>
                  <a:srgbClr val="EBEDFE"/>
                </a:solidFill>
                <a:latin typeface="Lexend"/>
                <a:ea typeface="Lexend"/>
                <a:cs typeface="Lexend"/>
                <a:sym typeface="Lexend"/>
              </a:endParaRPr>
            </a:p>
          </p:txBody>
        </p:sp>
      </p:grpSp>
      <p:grpSp>
        <p:nvGrpSpPr>
          <p:cNvPr id="243" name="Google Shape;243;p24"/>
          <p:cNvGrpSpPr/>
          <p:nvPr/>
        </p:nvGrpSpPr>
        <p:grpSpPr>
          <a:xfrm>
            <a:off x="8635663" y="1285"/>
            <a:ext cx="499700" cy="576065"/>
            <a:chOff x="8635663" y="1285"/>
            <a:chExt cx="499700" cy="576065"/>
          </a:xfrm>
        </p:grpSpPr>
        <p:pic>
          <p:nvPicPr>
            <p:cNvPr id="244" name="Google Shape;244;p24"/>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245" name="Google Shape;245;p24"/>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grpSp>
    </p:spTree>
  </p:cSld>
  <p:clrMapOvr>
    <a:masterClrMapping/>
  </p:clrMapOvr>
  <p:transition/>
  <p:timing/>
</p:sldLayout>
</file>

<file path=ppt/slideLayouts/slideLayout2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1 I do We do - jade">
  <p:cSld name="TITLE_AND_TWO_COLUMNS_1_1_9_2_2_1_1">
    <p:bg>
      <p:bgPr>
        <a:solidFill>
          <a:srgbClr val="E6F2F2"/>
        </a:solidFill>
      </p:bgPr>
    </p:bg>
    <p:spTree>
      <p:nvGrpSpPr>
        <p:cNvPr id="246" name="Shape 246"/>
        <p:cNvGrpSpPr/>
        <p:nvPr/>
      </p:nvGrpSpPr>
      <p:grpSpPr>
        <a:xfrm>
          <a:off x="0" y="0"/>
          <a:ext cx="0" cy="0"/>
        </a:xfrm>
      </p:grpSpPr>
      <p:sp>
        <p:nvSpPr>
          <p:cNvPr id="247" name="Google Shape;247;p25"/>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48" name="Google Shape;248;p2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49" name="Google Shape;249;p25"/>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50" name="Google Shape;250;p25"/>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52" name="Google Shape;252;p25"/>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253" name="Google Shape;253;p25"/>
          <p:cNvGrpSpPr/>
          <p:nvPr/>
        </p:nvGrpSpPr>
        <p:grpSpPr>
          <a:xfrm>
            <a:off x="7834231" y="1285"/>
            <a:ext cx="828900" cy="576065"/>
            <a:chOff x="7801496" y="1285"/>
            <a:chExt cx="828900" cy="576065"/>
          </a:xfrm>
        </p:grpSpPr>
        <p:pic>
          <p:nvPicPr>
            <p:cNvPr id="254" name="Google Shape;254;p25"/>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255" name="Google Shape;255;p25"/>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grpSp>
      <p:grpSp>
        <p:nvGrpSpPr>
          <p:cNvPr id="256" name="Google Shape;256;p25"/>
          <p:cNvGrpSpPr/>
          <p:nvPr/>
        </p:nvGrpSpPr>
        <p:grpSpPr>
          <a:xfrm>
            <a:off x="8635663" y="1285"/>
            <a:ext cx="499700" cy="576065"/>
            <a:chOff x="8635663" y="1285"/>
            <a:chExt cx="499700" cy="576065"/>
          </a:xfrm>
        </p:grpSpPr>
        <p:pic>
          <p:nvPicPr>
            <p:cNvPr id="257" name="Google Shape;257;p25"/>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258" name="Google Shape;258;p25"/>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grpSp>
    </p:spTree>
  </p:cSld>
  <p:clrMapOvr>
    <a:masterClrMapping/>
  </p:clrMapOvr>
  <p:transition/>
  <p:timing/>
</p:sldLayout>
</file>

<file path=ppt/slideLayouts/slideLayout2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1 I do We do - blue">
  <p:cSld name="TITLE_AND_TWO_COLUMNS_1_1_9_2_3">
    <p:bg>
      <p:bgPr>
        <a:solidFill>
          <a:srgbClr val="EBEDFE"/>
        </a:solidFill>
      </p:bgPr>
    </p:bg>
    <p:spTree>
      <p:nvGrpSpPr>
        <p:cNvPr id="259" name="Shape 259"/>
        <p:cNvGrpSpPr/>
        <p:nvPr/>
      </p:nvGrpSpPr>
      <p:grpSpPr>
        <a:xfrm>
          <a:off x="0" y="0"/>
          <a:ext cx="0" cy="0"/>
        </a:xfrm>
      </p:grpSpPr>
      <p:sp>
        <p:nvSpPr>
          <p:cNvPr id="260" name="Google Shape;260;p26"/>
          <p:cNvSpPr/>
          <p:nvPr/>
        </p:nvSpPr>
        <p:spPr>
          <a:xfrm>
            <a:off x="0" y="18750"/>
            <a:ext cx="4572300" cy="51249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61" name="Google Shape;261;p26"/>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62" name="Google Shape;262;p26"/>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63" name="Google Shape;263;p26"/>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65" name="Google Shape;265;p26"/>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266" name="Google Shape;266;p26"/>
          <p:cNvGrpSpPr/>
          <p:nvPr/>
        </p:nvGrpSpPr>
        <p:grpSpPr>
          <a:xfrm>
            <a:off x="7834231" y="1285"/>
            <a:ext cx="828900" cy="576065"/>
            <a:chOff x="7801496" y="1285"/>
            <a:chExt cx="828900" cy="576065"/>
          </a:xfrm>
        </p:grpSpPr>
        <p:pic>
          <p:nvPicPr>
            <p:cNvPr id="267" name="Google Shape;267;p26"/>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268" name="Google Shape;268;p26"/>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Explanation</a:t>
              </a:r>
              <a:endParaRPr sz="900" b="1">
                <a:solidFill>
                  <a:srgbClr val="E6F2F2"/>
                </a:solidFill>
                <a:latin typeface="Lexend"/>
                <a:ea typeface="Lexend"/>
                <a:cs typeface="Lexend"/>
                <a:sym typeface="Lexend"/>
              </a:endParaRPr>
            </a:p>
          </p:txBody>
        </p:sp>
      </p:grpSp>
      <p:grpSp>
        <p:nvGrpSpPr>
          <p:cNvPr id="269" name="Google Shape;269;p26"/>
          <p:cNvGrpSpPr/>
          <p:nvPr/>
        </p:nvGrpSpPr>
        <p:grpSpPr>
          <a:xfrm>
            <a:off x="8635663" y="1285"/>
            <a:ext cx="499700" cy="576065"/>
            <a:chOff x="8635663" y="1285"/>
            <a:chExt cx="499700" cy="576065"/>
          </a:xfrm>
        </p:grpSpPr>
        <p:pic>
          <p:nvPicPr>
            <p:cNvPr id="270" name="Google Shape;270;p26"/>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271" name="Google Shape;271;p26"/>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grpSp>
    </p:spTree>
  </p:cSld>
  <p:clrMapOvr>
    <a:masterClrMapping/>
  </p:clrMapOvr>
  <p:transition/>
  <p:timing/>
</p:sldLayout>
</file>

<file path=ppt/slideLayouts/slideLayout2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1 I do We do - pink">
  <p:cSld name="TITLE_AND_TWO_COLUMNS_1_1_9_2_2_1_1_1">
    <p:bg>
      <p:bgPr>
        <a:solidFill>
          <a:srgbClr val="FAEAF6"/>
        </a:solidFill>
      </p:bgPr>
    </p:bg>
    <p:spTree>
      <p:nvGrpSpPr>
        <p:cNvPr id="272" name="Shape 272"/>
        <p:cNvGrpSpPr/>
        <p:nvPr/>
      </p:nvGrpSpPr>
      <p:grpSpPr>
        <a:xfrm>
          <a:off x="0" y="0"/>
          <a:ext cx="0" cy="0"/>
        </a:xfrm>
      </p:grpSpPr>
      <p:sp>
        <p:nvSpPr>
          <p:cNvPr id="273" name="Google Shape;273;p27"/>
          <p:cNvSpPr/>
          <p:nvPr/>
        </p:nvSpPr>
        <p:spPr>
          <a:xfrm>
            <a:off x="0" y="18750"/>
            <a:ext cx="4572300" cy="51435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274" name="Google Shape;274;p27"/>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275" name="Google Shape;275;p27"/>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76" name="Google Shape;276;p27"/>
          <p:cNvSpPr txBox="1"/>
          <p:nvPr>
            <p:ph type="subTitle" idx="1"/>
          </p:nvPr>
        </p:nvSpPr>
        <p:spPr>
          <a:xfrm>
            <a:off x="337825"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subTitle" idx="2"/>
          </p:nvPr>
        </p:nvSpPr>
        <p:spPr>
          <a:xfrm>
            <a:off x="4824000" y="810000"/>
            <a:ext cx="3982200" cy="4010400"/>
          </a:xfrm>
          <a:prstGeom prst="rect">
            <a:avLst/>
          </a:prstGeom>
        </p:spPr>
        <p:txBody>
          <a:bodyPr spcFirstLastPara="1" wrap="square" lIns="0" tIns="0" rIns="0" bIns="0" anchor="t" anchorCtr="0">
            <a:noAutofit/>
          </a:bodyPr>
          <a:lstStyle>
            <a:lvl1pPr lvl="0" rtl="0">
              <a:spcBef>
                <a:spcPct val="0"/>
              </a:spcBef>
              <a:spcAft>
                <a:spcPct val="0"/>
              </a:spcAft>
              <a:buSzPts val="1800"/>
              <a:buNone/>
              <a:defRPr sz="1800"/>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78" name="Google Shape;278;p27"/>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279" name="Google Shape;279;p27"/>
          <p:cNvGrpSpPr/>
          <p:nvPr/>
        </p:nvGrpSpPr>
        <p:grpSpPr>
          <a:xfrm>
            <a:off x="7834231" y="1285"/>
            <a:ext cx="828900" cy="576065"/>
            <a:chOff x="7801496" y="1285"/>
            <a:chExt cx="828900" cy="576065"/>
          </a:xfrm>
        </p:grpSpPr>
        <p:pic>
          <p:nvPicPr>
            <p:cNvPr id="280" name="Google Shape;280;p27"/>
            <p:cNvPicPr preferRelativeResize="0"/>
            <p:nvPr/>
          </p:nvPicPr>
          <p:blipFill>
            <a:blip r:embed="rId2">
              <a:alphaModFix/>
            </a:blip>
            <a:stretch>
              <a:fillRect/>
            </a:stretch>
          </p:blipFill>
          <p:spPr>
            <a:xfrm>
              <a:off x="7966096" y="1285"/>
              <a:ext cx="499700" cy="499700"/>
            </a:xfrm>
            <a:prstGeom prst="rect">
              <a:avLst/>
            </a:prstGeom>
            <a:noFill/>
            <a:ln>
              <a:noFill/>
            </a:ln>
          </p:spPr>
        </p:pic>
        <p:sp>
          <p:nvSpPr>
            <p:cNvPr id="281" name="Google Shape;281;p27"/>
            <p:cNvSpPr txBox="1"/>
            <p:nvPr/>
          </p:nvSpPr>
          <p:spPr>
            <a:xfrm>
              <a:off x="7801496" y="438750"/>
              <a:ext cx="828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Explanation</a:t>
              </a:r>
              <a:endParaRPr sz="900" b="1">
                <a:solidFill>
                  <a:srgbClr val="FAEAF6"/>
                </a:solidFill>
                <a:latin typeface="Lexend"/>
                <a:ea typeface="Lexend"/>
                <a:cs typeface="Lexend"/>
                <a:sym typeface="Lexend"/>
              </a:endParaRPr>
            </a:p>
          </p:txBody>
        </p:sp>
      </p:grpSp>
      <p:grpSp>
        <p:nvGrpSpPr>
          <p:cNvPr id="282" name="Google Shape;282;p27"/>
          <p:cNvGrpSpPr/>
          <p:nvPr/>
        </p:nvGrpSpPr>
        <p:grpSpPr>
          <a:xfrm>
            <a:off x="8635663" y="1285"/>
            <a:ext cx="499700" cy="576065"/>
            <a:chOff x="8635663" y="1285"/>
            <a:chExt cx="499700" cy="576065"/>
          </a:xfrm>
        </p:grpSpPr>
        <p:pic>
          <p:nvPicPr>
            <p:cNvPr id="283" name="Google Shape;283;p27"/>
            <p:cNvPicPr preferRelativeResize="0"/>
            <p:nvPr/>
          </p:nvPicPr>
          <p:blipFill>
            <a:blip r:embed="rId3">
              <a:alphaModFix/>
            </a:blip>
            <a:stretch>
              <a:fillRect/>
            </a:stretch>
          </p:blipFill>
          <p:spPr>
            <a:xfrm>
              <a:off x="8635663" y="1285"/>
              <a:ext cx="499700" cy="499700"/>
            </a:xfrm>
            <a:prstGeom prst="rect">
              <a:avLst/>
            </a:prstGeom>
            <a:noFill/>
            <a:ln>
              <a:noFill/>
            </a:ln>
          </p:spPr>
        </p:pic>
        <p:sp>
          <p:nvSpPr>
            <p:cNvPr id="284" name="Google Shape;284;p27"/>
            <p:cNvSpPr txBox="1"/>
            <p:nvPr/>
          </p:nvSpPr>
          <p:spPr>
            <a:xfrm>
              <a:off x="8662913" y="438750"/>
              <a:ext cx="4452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grpSp>
    </p:spTree>
  </p:cSld>
  <p:clrMapOvr>
    <a:masterClrMapping/>
  </p:clrMapOvr>
  <p:transition/>
  <p:timing/>
</p:sldLayout>
</file>

<file path=ppt/slideLayouts/slideLayout2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2 CfU true/false justify - purple">
  <p:cSld name="TITLE_AND_TWO_COLUMNS_1_1_9_1_3_1">
    <p:bg>
      <p:bgPr>
        <a:solidFill>
          <a:srgbClr val="F3EEFB"/>
        </a:solidFill>
      </p:bgPr>
    </p:bg>
    <p:spTree>
      <p:nvGrpSpPr>
        <p:cNvPr id="285" name="Shape 285"/>
        <p:cNvGrpSpPr/>
        <p:nvPr/>
      </p:nvGrpSpPr>
      <p:grpSpPr>
        <a:xfrm>
          <a:off x="0" y="0"/>
          <a:ext cx="0" cy="0"/>
        </a:xfrm>
      </p:grpSpPr>
      <p:pic>
        <p:nvPicPr>
          <p:cNvPr id="286" name="Google Shape;286;p28"/>
          <p:cNvPicPr preferRelativeResize="0"/>
          <p:nvPr/>
        </p:nvPicPr>
        <p:blipFill>
          <a:blip r:embed="rId1">
            <a:alphaModFix/>
          </a:blip>
          <a:stretch>
            <a:fillRect/>
          </a:stretch>
        </p:blipFill>
        <p:spPr>
          <a:xfrm>
            <a:off x="2429763" y="1780516"/>
            <a:ext cx="457425" cy="457425"/>
          </a:xfrm>
          <a:prstGeom prst="rect">
            <a:avLst/>
          </a:prstGeom>
          <a:noFill/>
          <a:ln>
            <a:noFill/>
          </a:ln>
        </p:spPr>
      </p:pic>
      <p:pic>
        <p:nvPicPr>
          <p:cNvPr id="287" name="Google Shape;287;p28"/>
          <p:cNvPicPr preferRelativeResize="0"/>
          <p:nvPr/>
        </p:nvPicPr>
        <p:blipFill>
          <a:blip r:embed="rId1">
            <a:alphaModFix/>
          </a:blip>
          <a:stretch>
            <a:fillRect/>
          </a:stretch>
        </p:blipFill>
        <p:spPr>
          <a:xfrm>
            <a:off x="4823988" y="1780516"/>
            <a:ext cx="457425" cy="457425"/>
          </a:xfrm>
          <a:prstGeom prst="rect">
            <a:avLst/>
          </a:prstGeom>
          <a:noFill/>
          <a:ln>
            <a:noFill/>
          </a:ln>
        </p:spPr>
      </p:pic>
      <p:pic>
        <p:nvPicPr>
          <p:cNvPr id="288" name="Google Shape;288;p2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289" name="Google Shape;289;p28"/>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290" name="Google Shape;290;p28"/>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291" name="Google Shape;291;p28"/>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292" name="Google Shape;292;p28"/>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293" name="Google Shape;293;p28"/>
          <p:cNvSpPr txBox="1"/>
          <p:nvPr>
            <p:ph type="subTitle" idx="1"/>
          </p:nvPr>
        </p:nvSpPr>
        <p:spPr>
          <a:xfrm>
            <a:off x="980575" y="3196113"/>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94" name="Google Shape;294;p28"/>
          <p:cNvSpPr txBox="1"/>
          <p:nvPr>
            <p:ph type="subTitle" idx="2"/>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95" name="Google Shape;295;p28"/>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6" name="Google Shape;296;p28"/>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297" name="Google Shape;297;p28"/>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298" name="Google Shape;298;p28"/>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pic>
        <p:nvPicPr>
          <p:cNvPr id="299" name="Google Shape;299;p28"/>
          <p:cNvPicPr preferRelativeResize="0"/>
          <p:nvPr/>
        </p:nvPicPr>
        <p:blipFill>
          <a:blip r:embed="rId3">
            <a:alphaModFix/>
          </a:blip>
          <a:stretch>
            <a:fillRect/>
          </a:stretch>
        </p:blipFill>
        <p:spPr>
          <a:xfrm>
            <a:off x="8528585" y="-11474"/>
            <a:ext cx="499700" cy="499700"/>
          </a:xfrm>
          <a:prstGeom prst="rect">
            <a:avLst/>
          </a:prstGeom>
          <a:noFill/>
          <a:ln>
            <a:noFill/>
          </a:ln>
        </p:spPr>
      </p:pic>
      <p:sp>
        <p:nvSpPr>
          <p:cNvPr id="300" name="Google Shape;300;p2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Check</a:t>
            </a:r>
            <a:endParaRPr sz="900" b="1">
              <a:solidFill>
                <a:srgbClr val="F3EEFB"/>
              </a:solidFill>
              <a:latin typeface="Lexend"/>
              <a:ea typeface="Lexend"/>
              <a:cs typeface="Lexend"/>
              <a:sym typeface="Lexend"/>
            </a:endParaRPr>
          </a:p>
        </p:txBody>
      </p:sp>
      <p:sp>
        <p:nvSpPr>
          <p:cNvPr id="301" name="Google Shape;301;p28"/>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grpSp>
        <p:nvGrpSpPr>
          <p:cNvPr id="302" name="Google Shape;302;p28"/>
          <p:cNvGrpSpPr/>
          <p:nvPr/>
        </p:nvGrpSpPr>
        <p:grpSpPr>
          <a:xfrm>
            <a:off x="324128" y="3139463"/>
            <a:ext cx="457200" cy="457200"/>
            <a:chOff x="1020916" y="1442088"/>
            <a:chExt cx="457200" cy="457200"/>
          </a:xfrm>
        </p:grpSpPr>
        <p:pic>
          <p:nvPicPr>
            <p:cNvPr id="303" name="Google Shape;303;p2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04" name="Google Shape;304;p2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305" name="Google Shape;305;p28"/>
          <p:cNvGrpSpPr/>
          <p:nvPr/>
        </p:nvGrpSpPr>
        <p:grpSpPr>
          <a:xfrm>
            <a:off x="324128" y="3987825"/>
            <a:ext cx="457200" cy="457200"/>
            <a:chOff x="1020916" y="1442088"/>
            <a:chExt cx="457200" cy="457200"/>
          </a:xfrm>
        </p:grpSpPr>
        <p:pic>
          <p:nvPicPr>
            <p:cNvPr id="306" name="Google Shape;306;p2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07" name="Google Shape;307;p2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2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2 CfU true/false justify - jade">
  <p:cSld name="TITLE_AND_TWO_COLUMNS_1_1_9_1_3_1_1_1">
    <p:bg>
      <p:bgPr>
        <a:solidFill>
          <a:srgbClr val="E6F2F2"/>
        </a:solidFill>
      </p:bgPr>
    </p:bg>
    <p:spTree>
      <p:nvGrpSpPr>
        <p:cNvPr id="308" name="Shape 308"/>
        <p:cNvGrpSpPr/>
        <p:nvPr/>
      </p:nvGrpSpPr>
      <p:grpSpPr>
        <a:xfrm>
          <a:off x="0" y="0"/>
          <a:ext cx="0" cy="0"/>
        </a:xfrm>
      </p:grpSpPr>
      <p:pic>
        <p:nvPicPr>
          <p:cNvPr id="309" name="Google Shape;309;p2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310" name="Google Shape;310;p29"/>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11" name="Google Shape;311;p29"/>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312" name="Google Shape;312;p29"/>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313" name="Google Shape;313;p29"/>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314" name="Google Shape;314;p29"/>
          <p:cNvSpPr txBox="1"/>
          <p:nvPr>
            <p:ph type="subTitle" idx="1"/>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15" name="Google Shape;315;p29"/>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6" name="Google Shape;316;p29"/>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317" name="Google Shape;317;p2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318" name="Google Shape;318;p29"/>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19" name="Google Shape;319;p29"/>
          <p:cNvSpPr txBox="1"/>
          <p:nvPr>
            <p:ph type="subTitle" idx="2"/>
          </p:nvPr>
        </p:nvSpPr>
        <p:spPr>
          <a:xfrm>
            <a:off x="980575" y="3196113"/>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20" name="Google Shape;320;p29"/>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321" name="Google Shape;321;p29"/>
          <p:cNvGrpSpPr/>
          <p:nvPr/>
        </p:nvGrpSpPr>
        <p:grpSpPr>
          <a:xfrm>
            <a:off x="324128" y="3139463"/>
            <a:ext cx="457200" cy="457200"/>
            <a:chOff x="1020916" y="1442088"/>
            <a:chExt cx="457200" cy="457200"/>
          </a:xfrm>
        </p:grpSpPr>
        <p:pic>
          <p:nvPicPr>
            <p:cNvPr id="322" name="Google Shape;322;p2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23" name="Google Shape;323;p2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324" name="Google Shape;324;p29"/>
          <p:cNvGrpSpPr/>
          <p:nvPr/>
        </p:nvGrpSpPr>
        <p:grpSpPr>
          <a:xfrm>
            <a:off x="324128" y="3987825"/>
            <a:ext cx="457200" cy="457200"/>
            <a:chOff x="1020916" y="1442088"/>
            <a:chExt cx="457200" cy="457200"/>
          </a:xfrm>
        </p:grpSpPr>
        <p:pic>
          <p:nvPicPr>
            <p:cNvPr id="325" name="Google Shape;325;p2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26" name="Google Shape;326;p2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pic>
        <p:nvPicPr>
          <p:cNvPr id="327" name="Google Shape;327;p29"/>
          <p:cNvPicPr preferRelativeResize="0"/>
          <p:nvPr/>
        </p:nvPicPr>
        <p:blipFill>
          <a:blip r:embed="rId4">
            <a:alphaModFix/>
          </a:blip>
          <a:stretch>
            <a:fillRect/>
          </a:stretch>
        </p:blipFill>
        <p:spPr>
          <a:xfrm>
            <a:off x="2429763" y="1780516"/>
            <a:ext cx="457425" cy="457425"/>
          </a:xfrm>
          <a:prstGeom prst="rect">
            <a:avLst/>
          </a:prstGeom>
          <a:noFill/>
          <a:ln>
            <a:noFill/>
          </a:ln>
        </p:spPr>
      </p:pic>
      <p:pic>
        <p:nvPicPr>
          <p:cNvPr id="328" name="Google Shape;328;p29"/>
          <p:cNvPicPr preferRelativeResize="0"/>
          <p:nvPr/>
        </p:nvPicPr>
        <p:blipFill>
          <a:blip r:embed="rId4">
            <a:alphaModFix/>
          </a:blip>
          <a:stretch>
            <a:fillRect/>
          </a:stretch>
        </p:blipFill>
        <p:spPr>
          <a:xfrm>
            <a:off x="4823988" y="1780516"/>
            <a:ext cx="457425" cy="457425"/>
          </a:xfrm>
          <a:prstGeom prst="rect">
            <a:avLst/>
          </a:prstGeom>
          <a:noFill/>
          <a:ln>
            <a:noFill/>
          </a:ln>
        </p:spPr>
      </p:pic>
      <p:sp>
        <p:nvSpPr>
          <p:cNvPr id="329" name="Google Shape;329;p29"/>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330" name="Google Shape;330;p29"/>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spTree>
  </p:cSld>
  <p:clrMapOvr>
    <a:masterClrMapping/>
  </p:clrMapOvr>
  <p:transition/>
  <p:timing/>
</p:sldLayout>
</file>

<file path=ppt/slideLayouts/slideLayout2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2 CfU true/false justify - blue">
  <p:cSld name="TITLE_AND_TWO_COLUMNS_1_1_9_1_3_2">
    <p:bg>
      <p:bgPr>
        <a:solidFill>
          <a:srgbClr val="EBEDFE"/>
        </a:solidFill>
      </p:bgPr>
    </p:bg>
    <p:spTree>
      <p:nvGrpSpPr>
        <p:cNvPr id="331" name="Shape 331"/>
        <p:cNvGrpSpPr/>
        <p:nvPr/>
      </p:nvGrpSpPr>
      <p:grpSpPr>
        <a:xfrm>
          <a:off x="0" y="0"/>
          <a:ext cx="0" cy="0"/>
        </a:xfrm>
      </p:grpSpPr>
      <p:pic>
        <p:nvPicPr>
          <p:cNvPr id="332" name="Google Shape;332;p30"/>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333" name="Google Shape;333;p30"/>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34" name="Google Shape;334;p30"/>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335" name="Google Shape;335;p30"/>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336" name="Google Shape;336;p30"/>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337" name="Google Shape;337;p30"/>
          <p:cNvSpPr txBox="1"/>
          <p:nvPr>
            <p:ph type="subTitle" idx="1"/>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38" name="Google Shape;338;p30"/>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9" name="Google Shape;339;p30"/>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340" name="Google Shape;340;p3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341" name="Google Shape;341;p30"/>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42" name="Google Shape;342;p30"/>
          <p:cNvSpPr txBox="1"/>
          <p:nvPr>
            <p:ph type="subTitle" idx="2"/>
          </p:nvPr>
        </p:nvSpPr>
        <p:spPr>
          <a:xfrm>
            <a:off x="980575" y="3196113"/>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43" name="Google Shape;343;p30"/>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344" name="Google Shape;344;p30"/>
          <p:cNvGrpSpPr/>
          <p:nvPr/>
        </p:nvGrpSpPr>
        <p:grpSpPr>
          <a:xfrm>
            <a:off x="324128" y="3139463"/>
            <a:ext cx="457200" cy="457200"/>
            <a:chOff x="1020916" y="1442088"/>
            <a:chExt cx="457200" cy="457200"/>
          </a:xfrm>
        </p:grpSpPr>
        <p:pic>
          <p:nvPicPr>
            <p:cNvPr id="345" name="Google Shape;345;p3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46" name="Google Shape;346;p3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347" name="Google Shape;347;p30"/>
          <p:cNvGrpSpPr/>
          <p:nvPr/>
        </p:nvGrpSpPr>
        <p:grpSpPr>
          <a:xfrm>
            <a:off x="324128" y="3987825"/>
            <a:ext cx="457200" cy="457200"/>
            <a:chOff x="1020916" y="1442088"/>
            <a:chExt cx="457200" cy="457200"/>
          </a:xfrm>
        </p:grpSpPr>
        <p:pic>
          <p:nvPicPr>
            <p:cNvPr id="348" name="Google Shape;348;p3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49" name="Google Shape;349;p3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pic>
        <p:nvPicPr>
          <p:cNvPr id="350" name="Google Shape;350;p30"/>
          <p:cNvPicPr preferRelativeResize="0"/>
          <p:nvPr/>
        </p:nvPicPr>
        <p:blipFill>
          <a:blip r:embed="rId4">
            <a:alphaModFix/>
          </a:blip>
          <a:stretch>
            <a:fillRect/>
          </a:stretch>
        </p:blipFill>
        <p:spPr>
          <a:xfrm>
            <a:off x="2429763" y="1780516"/>
            <a:ext cx="457425" cy="457425"/>
          </a:xfrm>
          <a:prstGeom prst="rect">
            <a:avLst/>
          </a:prstGeom>
          <a:noFill/>
          <a:ln>
            <a:noFill/>
          </a:ln>
        </p:spPr>
      </p:pic>
      <p:pic>
        <p:nvPicPr>
          <p:cNvPr id="351" name="Google Shape;351;p30"/>
          <p:cNvPicPr preferRelativeResize="0"/>
          <p:nvPr/>
        </p:nvPicPr>
        <p:blipFill>
          <a:blip r:embed="rId4">
            <a:alphaModFix/>
          </a:blip>
          <a:stretch>
            <a:fillRect/>
          </a:stretch>
        </p:blipFill>
        <p:spPr>
          <a:xfrm>
            <a:off x="4823988" y="1780516"/>
            <a:ext cx="457425" cy="457425"/>
          </a:xfrm>
          <a:prstGeom prst="rect">
            <a:avLst/>
          </a:prstGeom>
          <a:noFill/>
          <a:ln>
            <a:noFill/>
          </a:ln>
        </p:spPr>
      </p:pic>
      <p:sp>
        <p:nvSpPr>
          <p:cNvPr id="352" name="Google Shape;352;p30"/>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353" name="Google Shape;353;p30"/>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spTree>
  </p:cSld>
  <p:clrMapOvr>
    <a:masterClrMapping/>
  </p:clrMapOvr>
  <p:transition/>
  <p:timing/>
</p:sldLayout>
</file>

<file path=ppt/slideLayouts/slideLayout3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2 CfU true/false justify - pink">
  <p:cSld name="TITLE_AND_TWO_COLUMNS_1_1_9_1_3_1_1_1_1">
    <p:bg>
      <p:bgPr>
        <a:solidFill>
          <a:srgbClr val="FAEAF6"/>
        </a:solidFill>
      </p:bgPr>
    </p:bg>
    <p:spTree>
      <p:nvGrpSpPr>
        <p:cNvPr id="354" name="Shape 354"/>
        <p:cNvGrpSpPr/>
        <p:nvPr/>
      </p:nvGrpSpPr>
      <p:grpSpPr>
        <a:xfrm>
          <a:off x="0" y="0"/>
          <a:ext cx="0" cy="0"/>
        </a:xfrm>
      </p:grpSpPr>
      <p:pic>
        <p:nvPicPr>
          <p:cNvPr id="355" name="Google Shape;355;p3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356" name="Google Shape;356;p31"/>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57" name="Google Shape;357;p31"/>
          <p:cNvSpPr txBox="1"/>
          <p:nvPr/>
        </p:nvSpPr>
        <p:spPr>
          <a:xfrm>
            <a:off x="3025325" y="1839875"/>
            <a:ext cx="12891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a:t>
            </a:r>
            <a:endParaRPr sz="2200" b="1">
              <a:solidFill>
                <a:schemeClr val="dk1"/>
              </a:solidFill>
              <a:latin typeface="Lexend"/>
              <a:ea typeface="Lexend"/>
              <a:cs typeface="Lexend"/>
              <a:sym typeface="Lexend"/>
            </a:endParaRPr>
          </a:p>
        </p:txBody>
      </p:sp>
      <p:sp>
        <p:nvSpPr>
          <p:cNvPr id="358" name="Google Shape;358;p31"/>
          <p:cNvSpPr txBox="1"/>
          <p:nvPr/>
        </p:nvSpPr>
        <p:spPr>
          <a:xfrm>
            <a:off x="5431100" y="1817150"/>
            <a:ext cx="10602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False</a:t>
            </a:r>
            <a:endParaRPr sz="2200" b="1">
              <a:solidFill>
                <a:schemeClr val="dk1"/>
              </a:solidFill>
              <a:latin typeface="Lexend"/>
              <a:ea typeface="Lexend"/>
              <a:cs typeface="Lexend"/>
              <a:sym typeface="Lexend"/>
            </a:endParaRPr>
          </a:p>
        </p:txBody>
      </p:sp>
      <p:sp>
        <p:nvSpPr>
          <p:cNvPr id="359" name="Google Shape;359;p31"/>
          <p:cNvSpPr txBox="1"/>
          <p:nvPr/>
        </p:nvSpPr>
        <p:spPr>
          <a:xfrm>
            <a:off x="324000" y="2623800"/>
            <a:ext cx="3968400" cy="3387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Justify your answer</a:t>
            </a:r>
            <a:endParaRPr sz="2200" b="1">
              <a:solidFill>
                <a:schemeClr val="dk1"/>
              </a:solidFill>
              <a:latin typeface="Lexend"/>
              <a:ea typeface="Lexend"/>
              <a:cs typeface="Lexend"/>
              <a:sym typeface="Lexend"/>
            </a:endParaRPr>
          </a:p>
        </p:txBody>
      </p:sp>
      <p:sp>
        <p:nvSpPr>
          <p:cNvPr id="360" name="Google Shape;360;p31"/>
          <p:cNvSpPr txBox="1"/>
          <p:nvPr>
            <p:ph type="subTitle" idx="1"/>
          </p:nvPr>
        </p:nvSpPr>
        <p:spPr>
          <a:xfrm>
            <a:off x="324000" y="1080000"/>
            <a:ext cx="6722400" cy="2505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61" name="Google Shape;361;p31"/>
          <p:cNvSpPr txBox="1"/>
          <p:nvPr/>
        </p:nvSpPr>
        <p:spPr>
          <a:xfrm>
            <a:off x="324000" y="660750"/>
            <a:ext cx="2189100" cy="36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200" b="1">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2" name="Google Shape;362;p31"/>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363" name="Google Shape;363;p3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364" name="Google Shape;364;p31"/>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65" name="Google Shape;365;p31"/>
          <p:cNvSpPr txBox="1"/>
          <p:nvPr>
            <p:ph type="subTitle" idx="2"/>
          </p:nvPr>
        </p:nvSpPr>
        <p:spPr>
          <a:xfrm>
            <a:off x="980575" y="3196113"/>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66" name="Google Shape;366;p31"/>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367" name="Google Shape;367;p31"/>
          <p:cNvGrpSpPr/>
          <p:nvPr/>
        </p:nvGrpSpPr>
        <p:grpSpPr>
          <a:xfrm>
            <a:off x="324128" y="3139463"/>
            <a:ext cx="457200" cy="457200"/>
            <a:chOff x="1020916" y="1442088"/>
            <a:chExt cx="457200" cy="457200"/>
          </a:xfrm>
        </p:grpSpPr>
        <p:pic>
          <p:nvPicPr>
            <p:cNvPr id="368" name="Google Shape;368;p3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69" name="Google Shape;369;p3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370" name="Google Shape;370;p31"/>
          <p:cNvGrpSpPr/>
          <p:nvPr/>
        </p:nvGrpSpPr>
        <p:grpSpPr>
          <a:xfrm>
            <a:off x="324128" y="3987825"/>
            <a:ext cx="457200" cy="457200"/>
            <a:chOff x="1020916" y="1442088"/>
            <a:chExt cx="457200" cy="457200"/>
          </a:xfrm>
        </p:grpSpPr>
        <p:pic>
          <p:nvPicPr>
            <p:cNvPr id="371" name="Google Shape;371;p3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72" name="Google Shape;372;p3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pic>
        <p:nvPicPr>
          <p:cNvPr id="373" name="Google Shape;373;p31"/>
          <p:cNvPicPr preferRelativeResize="0"/>
          <p:nvPr/>
        </p:nvPicPr>
        <p:blipFill>
          <a:blip r:embed="rId4">
            <a:alphaModFix/>
          </a:blip>
          <a:stretch>
            <a:fillRect/>
          </a:stretch>
        </p:blipFill>
        <p:spPr>
          <a:xfrm>
            <a:off x="2429763" y="1780516"/>
            <a:ext cx="457425" cy="457425"/>
          </a:xfrm>
          <a:prstGeom prst="rect">
            <a:avLst/>
          </a:prstGeom>
          <a:noFill/>
          <a:ln>
            <a:noFill/>
          </a:ln>
        </p:spPr>
      </p:pic>
      <p:pic>
        <p:nvPicPr>
          <p:cNvPr id="374" name="Google Shape;374;p31"/>
          <p:cNvPicPr preferRelativeResize="0"/>
          <p:nvPr/>
        </p:nvPicPr>
        <p:blipFill>
          <a:blip r:embed="rId4">
            <a:alphaModFix/>
          </a:blip>
          <a:stretch>
            <a:fillRect/>
          </a:stretch>
        </p:blipFill>
        <p:spPr>
          <a:xfrm>
            <a:off x="4823988" y="1780516"/>
            <a:ext cx="457425" cy="457425"/>
          </a:xfrm>
          <a:prstGeom prst="rect">
            <a:avLst/>
          </a:prstGeom>
          <a:noFill/>
          <a:ln>
            <a:noFill/>
          </a:ln>
        </p:spPr>
      </p:pic>
      <p:sp>
        <p:nvSpPr>
          <p:cNvPr id="375" name="Google Shape;375;p31"/>
          <p:cNvSpPr txBox="1"/>
          <p:nvPr/>
        </p:nvSpPr>
        <p:spPr>
          <a:xfrm>
            <a:off x="2454488"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T</a:t>
            </a:r>
            <a:endParaRPr sz="1800" b="1">
              <a:solidFill>
                <a:schemeClr val="lt1"/>
              </a:solidFill>
              <a:latin typeface="Lexend"/>
              <a:ea typeface="Lexend"/>
              <a:cs typeface="Lexend"/>
              <a:sym typeface="Lexend"/>
            </a:endParaRPr>
          </a:p>
        </p:txBody>
      </p:sp>
      <p:sp>
        <p:nvSpPr>
          <p:cNvPr id="376" name="Google Shape;376;p31"/>
          <p:cNvSpPr txBox="1"/>
          <p:nvPr/>
        </p:nvSpPr>
        <p:spPr>
          <a:xfrm>
            <a:off x="4848713" y="1870613"/>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chemeClr val="lt1"/>
                </a:solidFill>
                <a:latin typeface="Lexend"/>
                <a:ea typeface="Lexend"/>
                <a:cs typeface="Lexend"/>
                <a:sym typeface="Lexend"/>
              </a:rPr>
              <a:t>F</a:t>
            </a:r>
            <a:endParaRPr sz="1800" b="1">
              <a:solidFill>
                <a:schemeClr val="lt1"/>
              </a:solidFill>
              <a:latin typeface="Lexend"/>
              <a:ea typeface="Lexend"/>
              <a:cs typeface="Lexend"/>
              <a:sym typeface="Lexend"/>
            </a:endParaRPr>
          </a:p>
        </p:txBody>
      </p:sp>
    </p:spTree>
  </p:cSld>
  <p:clrMapOvr>
    <a:masterClrMapping/>
  </p:clrMapOvr>
  <p:transition/>
  <p:timing/>
</p:sldLayout>
</file>

<file path=ppt/slideLayouts/slideLayout3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3 CfU 3 options - purple">
  <p:cSld name="TITLE_AND_TWO_COLUMNS_1_1_7_1">
    <p:bg>
      <p:bgPr>
        <a:solidFill>
          <a:srgbClr val="F3EEFB"/>
        </a:solidFill>
      </p:bgPr>
    </p:bg>
    <p:spTree>
      <p:nvGrpSpPr>
        <p:cNvPr id="377" name="Shape 377"/>
        <p:cNvGrpSpPr/>
        <p:nvPr/>
      </p:nvGrpSpPr>
      <p:grpSpPr>
        <a:xfrm>
          <a:off x="0" y="0"/>
          <a:ext cx="0" cy="0"/>
        </a:xfrm>
      </p:grpSpPr>
      <p:pic>
        <p:nvPicPr>
          <p:cNvPr id="378" name="Google Shape;378;p32"/>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379" name="Google Shape;379;p32"/>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80" name="Google Shape;380;p32"/>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381" name="Google Shape;381;p32"/>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382" name="Google Shape;382;p3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383" name="Google Shape;383;p32"/>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384" name="Google Shape;384;p32"/>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85" name="Google Shape;385;p32"/>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386" name="Google Shape;386;p32"/>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387" name="Google Shape;387;p32"/>
          <p:cNvGrpSpPr/>
          <p:nvPr/>
        </p:nvGrpSpPr>
        <p:grpSpPr>
          <a:xfrm>
            <a:off x="323653" y="1804438"/>
            <a:ext cx="457200" cy="457200"/>
            <a:chOff x="1020916" y="1442088"/>
            <a:chExt cx="457200" cy="457200"/>
          </a:xfrm>
        </p:grpSpPr>
        <p:pic>
          <p:nvPicPr>
            <p:cNvPr id="388" name="Google Shape;388;p3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89" name="Google Shape;389;p3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390" name="Google Shape;390;p32"/>
          <p:cNvGrpSpPr/>
          <p:nvPr/>
        </p:nvGrpSpPr>
        <p:grpSpPr>
          <a:xfrm>
            <a:off x="323653" y="2766575"/>
            <a:ext cx="457200" cy="457200"/>
            <a:chOff x="1020916" y="1442088"/>
            <a:chExt cx="457200" cy="457200"/>
          </a:xfrm>
        </p:grpSpPr>
        <p:pic>
          <p:nvPicPr>
            <p:cNvPr id="391" name="Google Shape;391;p3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92" name="Google Shape;392;p3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393" name="Google Shape;393;p32"/>
          <p:cNvGrpSpPr/>
          <p:nvPr/>
        </p:nvGrpSpPr>
        <p:grpSpPr>
          <a:xfrm>
            <a:off x="323641" y="3729038"/>
            <a:ext cx="457200" cy="457200"/>
            <a:chOff x="1020916" y="1442088"/>
            <a:chExt cx="457200" cy="457200"/>
          </a:xfrm>
        </p:grpSpPr>
        <p:pic>
          <p:nvPicPr>
            <p:cNvPr id="394" name="Google Shape;394;p3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395" name="Google Shape;395;p3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3 CfU 3 options - jade">
  <p:cSld name="TITLE_AND_TWO_COLUMNS_1_1_7_1_1_1">
    <p:bg>
      <p:bgPr>
        <a:solidFill>
          <a:srgbClr val="E6F2F2"/>
        </a:solidFill>
      </p:bgPr>
    </p:bg>
    <p:spTree>
      <p:nvGrpSpPr>
        <p:cNvPr id="396" name="Shape 396"/>
        <p:cNvGrpSpPr/>
        <p:nvPr/>
      </p:nvGrpSpPr>
      <p:grpSpPr>
        <a:xfrm>
          <a:off x="0" y="0"/>
          <a:ext cx="0" cy="0"/>
        </a:xfrm>
      </p:grpSpPr>
      <p:pic>
        <p:nvPicPr>
          <p:cNvPr id="397" name="Google Shape;397;p3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398" name="Google Shape;398;p33"/>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399" name="Google Shape;399;p33"/>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00" name="Google Shape;400;p33"/>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01" name="Google Shape;401;p3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402" name="Google Shape;402;p33"/>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03" name="Google Shape;403;p33"/>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04" name="Google Shape;404;p33"/>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05" name="Google Shape;405;p33"/>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06" name="Google Shape;406;p33"/>
          <p:cNvGrpSpPr/>
          <p:nvPr/>
        </p:nvGrpSpPr>
        <p:grpSpPr>
          <a:xfrm>
            <a:off x="323653" y="1804438"/>
            <a:ext cx="457200" cy="457200"/>
            <a:chOff x="1020916" y="1442088"/>
            <a:chExt cx="457200" cy="457200"/>
          </a:xfrm>
        </p:grpSpPr>
        <p:pic>
          <p:nvPicPr>
            <p:cNvPr id="407" name="Google Shape;407;p3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08" name="Google Shape;408;p3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409" name="Google Shape;409;p33"/>
          <p:cNvGrpSpPr/>
          <p:nvPr/>
        </p:nvGrpSpPr>
        <p:grpSpPr>
          <a:xfrm>
            <a:off x="323653" y="2766575"/>
            <a:ext cx="457200" cy="457200"/>
            <a:chOff x="1020916" y="1442088"/>
            <a:chExt cx="457200" cy="457200"/>
          </a:xfrm>
        </p:grpSpPr>
        <p:pic>
          <p:nvPicPr>
            <p:cNvPr id="410" name="Google Shape;410;p3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11" name="Google Shape;411;p3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412" name="Google Shape;412;p33"/>
          <p:cNvGrpSpPr/>
          <p:nvPr/>
        </p:nvGrpSpPr>
        <p:grpSpPr>
          <a:xfrm>
            <a:off x="323641" y="3729038"/>
            <a:ext cx="457200" cy="457200"/>
            <a:chOff x="1020916" y="1442088"/>
            <a:chExt cx="457200" cy="457200"/>
          </a:xfrm>
        </p:grpSpPr>
        <p:pic>
          <p:nvPicPr>
            <p:cNvPr id="413" name="Google Shape;413;p3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14" name="Google Shape;414;p3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3 CfU 3 options - blue">
  <p:cSld name="TITLE_AND_TWO_COLUMNS_1_1_7_2">
    <p:bg>
      <p:bgPr>
        <a:solidFill>
          <a:srgbClr val="EBEDFE"/>
        </a:solidFill>
      </p:bgPr>
    </p:bg>
    <p:spTree>
      <p:nvGrpSpPr>
        <p:cNvPr id="415" name="Shape 415"/>
        <p:cNvGrpSpPr/>
        <p:nvPr/>
      </p:nvGrpSpPr>
      <p:grpSpPr>
        <a:xfrm>
          <a:off x="0" y="0"/>
          <a:ext cx="0" cy="0"/>
        </a:xfrm>
      </p:grpSpPr>
      <p:pic>
        <p:nvPicPr>
          <p:cNvPr id="416" name="Google Shape;416;p34"/>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417" name="Google Shape;417;p34"/>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18" name="Google Shape;418;p34"/>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19" name="Google Shape;419;p3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20" name="Google Shape;420;p3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421" name="Google Shape;421;p34"/>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22" name="Google Shape;422;p34"/>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23" name="Google Shape;423;p34"/>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24" name="Google Shape;424;p34"/>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25" name="Google Shape;425;p34"/>
          <p:cNvGrpSpPr/>
          <p:nvPr/>
        </p:nvGrpSpPr>
        <p:grpSpPr>
          <a:xfrm>
            <a:off x="323653" y="1804438"/>
            <a:ext cx="457200" cy="457200"/>
            <a:chOff x="1020916" y="1442088"/>
            <a:chExt cx="457200" cy="457200"/>
          </a:xfrm>
        </p:grpSpPr>
        <p:pic>
          <p:nvPicPr>
            <p:cNvPr id="426" name="Google Shape;426;p3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27" name="Google Shape;427;p3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428" name="Google Shape;428;p34"/>
          <p:cNvGrpSpPr/>
          <p:nvPr/>
        </p:nvGrpSpPr>
        <p:grpSpPr>
          <a:xfrm>
            <a:off x="323653" y="2766575"/>
            <a:ext cx="457200" cy="457200"/>
            <a:chOff x="1020916" y="1442088"/>
            <a:chExt cx="457200" cy="457200"/>
          </a:xfrm>
        </p:grpSpPr>
        <p:pic>
          <p:nvPicPr>
            <p:cNvPr id="429" name="Google Shape;429;p3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30" name="Google Shape;430;p3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431" name="Google Shape;431;p34"/>
          <p:cNvGrpSpPr/>
          <p:nvPr/>
        </p:nvGrpSpPr>
        <p:grpSpPr>
          <a:xfrm>
            <a:off x="323641" y="3729038"/>
            <a:ext cx="457200" cy="457200"/>
            <a:chOff x="1020916" y="1442088"/>
            <a:chExt cx="457200" cy="457200"/>
          </a:xfrm>
        </p:grpSpPr>
        <p:pic>
          <p:nvPicPr>
            <p:cNvPr id="432" name="Google Shape;432;p34"/>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33" name="Google Shape;433;p34"/>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3 CfU 3 options - pink">
  <p:cSld name="TITLE_AND_TWO_COLUMNS_1_1_7_1_1_1_1">
    <p:bg>
      <p:bgPr>
        <a:solidFill>
          <a:srgbClr val="FAEAF6"/>
        </a:solidFill>
      </p:bgPr>
    </p:bg>
    <p:spTree>
      <p:nvGrpSpPr>
        <p:cNvPr id="434" name="Shape 434"/>
        <p:cNvGrpSpPr/>
        <p:nvPr/>
      </p:nvGrpSpPr>
      <p:grpSpPr>
        <a:xfrm>
          <a:off x="0" y="0"/>
          <a:ext cx="0" cy="0"/>
        </a:xfrm>
      </p:grpSpPr>
      <p:pic>
        <p:nvPicPr>
          <p:cNvPr id="435" name="Google Shape;435;p3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436" name="Google Shape;436;p35"/>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37" name="Google Shape;437;p35"/>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38" name="Google Shape;438;p3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39" name="Google Shape;439;p3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440" name="Google Shape;440;p35"/>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41" name="Google Shape;441;p35"/>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42" name="Google Shape;442;p35"/>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43" name="Google Shape;443;p35"/>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44" name="Google Shape;444;p35"/>
          <p:cNvGrpSpPr/>
          <p:nvPr/>
        </p:nvGrpSpPr>
        <p:grpSpPr>
          <a:xfrm>
            <a:off x="323653" y="1804438"/>
            <a:ext cx="457200" cy="457200"/>
            <a:chOff x="1020916" y="1442088"/>
            <a:chExt cx="457200" cy="457200"/>
          </a:xfrm>
        </p:grpSpPr>
        <p:pic>
          <p:nvPicPr>
            <p:cNvPr id="445" name="Google Shape;445;p3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46" name="Google Shape;446;p3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447" name="Google Shape;447;p35"/>
          <p:cNvGrpSpPr/>
          <p:nvPr/>
        </p:nvGrpSpPr>
        <p:grpSpPr>
          <a:xfrm>
            <a:off x="323653" y="2766575"/>
            <a:ext cx="457200" cy="457200"/>
            <a:chOff x="1020916" y="1442088"/>
            <a:chExt cx="457200" cy="457200"/>
          </a:xfrm>
        </p:grpSpPr>
        <p:pic>
          <p:nvPicPr>
            <p:cNvPr id="448" name="Google Shape;448;p3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49" name="Google Shape;449;p3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450" name="Google Shape;450;p35"/>
          <p:cNvGrpSpPr/>
          <p:nvPr/>
        </p:nvGrpSpPr>
        <p:grpSpPr>
          <a:xfrm>
            <a:off x="323641" y="3729038"/>
            <a:ext cx="457200" cy="457200"/>
            <a:chOff x="1020916" y="1442088"/>
            <a:chExt cx="457200" cy="457200"/>
          </a:xfrm>
        </p:grpSpPr>
        <p:pic>
          <p:nvPicPr>
            <p:cNvPr id="451" name="Google Shape;451;p35"/>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52" name="Google Shape;452;p35"/>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4 CfU 4 options - purple">
  <p:cSld name="TITLE_AND_TWO_COLUMNS_1_1_8_1">
    <p:bg>
      <p:bgPr>
        <a:solidFill>
          <a:srgbClr val="F3EEFB"/>
        </a:solidFill>
      </p:bgPr>
    </p:bg>
    <p:spTree>
      <p:nvGrpSpPr>
        <p:cNvPr id="453" name="Shape 453"/>
        <p:cNvGrpSpPr/>
        <p:nvPr/>
      </p:nvGrpSpPr>
      <p:grpSpPr>
        <a:xfrm>
          <a:off x="0" y="0"/>
          <a:ext cx="0" cy="0"/>
        </a:xfrm>
      </p:grpSpPr>
      <p:pic>
        <p:nvPicPr>
          <p:cNvPr id="454" name="Google Shape;454;p36"/>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455" name="Google Shape;455;p36"/>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56" name="Google Shape;456;p36"/>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57" name="Google Shape;457;p36"/>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58" name="Google Shape;458;p36"/>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459" name="Google Shape;459;p36"/>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60" name="Google Shape;460;p36"/>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61" name="Google Shape;461;p36"/>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62" name="Google Shape;462;p36"/>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63" name="Google Shape;463;p36"/>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64" name="Google Shape;464;p36"/>
          <p:cNvGrpSpPr/>
          <p:nvPr/>
        </p:nvGrpSpPr>
        <p:grpSpPr>
          <a:xfrm>
            <a:off x="323653" y="1652038"/>
            <a:ext cx="457200" cy="457200"/>
            <a:chOff x="1020916" y="1442088"/>
            <a:chExt cx="457200" cy="457200"/>
          </a:xfrm>
        </p:grpSpPr>
        <p:pic>
          <p:nvPicPr>
            <p:cNvPr id="465" name="Google Shape;465;p3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66" name="Google Shape;466;p3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467" name="Google Shape;467;p36"/>
          <p:cNvGrpSpPr/>
          <p:nvPr/>
        </p:nvGrpSpPr>
        <p:grpSpPr>
          <a:xfrm>
            <a:off x="323653" y="2461775"/>
            <a:ext cx="457200" cy="457200"/>
            <a:chOff x="1020916" y="1442088"/>
            <a:chExt cx="457200" cy="457200"/>
          </a:xfrm>
        </p:grpSpPr>
        <p:pic>
          <p:nvPicPr>
            <p:cNvPr id="468" name="Google Shape;468;p3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69" name="Google Shape;469;p3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470" name="Google Shape;470;p36"/>
          <p:cNvGrpSpPr/>
          <p:nvPr/>
        </p:nvGrpSpPr>
        <p:grpSpPr>
          <a:xfrm>
            <a:off x="323641" y="3271838"/>
            <a:ext cx="457200" cy="457200"/>
            <a:chOff x="1020916" y="1442088"/>
            <a:chExt cx="457200" cy="457200"/>
          </a:xfrm>
        </p:grpSpPr>
        <p:pic>
          <p:nvPicPr>
            <p:cNvPr id="471" name="Google Shape;471;p3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72" name="Google Shape;472;p3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473" name="Google Shape;473;p36"/>
          <p:cNvGrpSpPr/>
          <p:nvPr/>
        </p:nvGrpSpPr>
        <p:grpSpPr>
          <a:xfrm>
            <a:off x="323641" y="4081763"/>
            <a:ext cx="457200" cy="457200"/>
            <a:chOff x="1020916" y="1442088"/>
            <a:chExt cx="457200" cy="457200"/>
          </a:xfrm>
        </p:grpSpPr>
        <p:pic>
          <p:nvPicPr>
            <p:cNvPr id="474" name="Google Shape;474;p36"/>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75" name="Google Shape;475;p36"/>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4 CfU 4 options - jade">
  <p:cSld name="TITLE_AND_TWO_COLUMNS_1_1_8_1_1_1">
    <p:bg>
      <p:bgPr>
        <a:solidFill>
          <a:srgbClr val="E6F2F2"/>
        </a:solidFill>
      </p:bgPr>
    </p:bg>
    <p:spTree>
      <p:nvGrpSpPr>
        <p:cNvPr id="476" name="Shape 476"/>
        <p:cNvGrpSpPr/>
        <p:nvPr/>
      </p:nvGrpSpPr>
      <p:grpSpPr>
        <a:xfrm>
          <a:off x="0" y="0"/>
          <a:ext cx="0" cy="0"/>
        </a:xfrm>
      </p:grpSpPr>
      <p:pic>
        <p:nvPicPr>
          <p:cNvPr id="477" name="Google Shape;477;p37"/>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478" name="Google Shape;478;p37"/>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479" name="Google Shape;479;p37"/>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480" name="Google Shape;480;p37"/>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481" name="Google Shape;481;p37"/>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482" name="Google Shape;482;p37"/>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483" name="Google Shape;483;p37"/>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84" name="Google Shape;484;p37"/>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85" name="Google Shape;485;p37"/>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486" name="Google Shape;486;p37"/>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487" name="Google Shape;487;p37"/>
          <p:cNvGrpSpPr/>
          <p:nvPr/>
        </p:nvGrpSpPr>
        <p:grpSpPr>
          <a:xfrm>
            <a:off x="323653" y="1652038"/>
            <a:ext cx="457200" cy="457200"/>
            <a:chOff x="1020916" y="1442088"/>
            <a:chExt cx="457200" cy="457200"/>
          </a:xfrm>
        </p:grpSpPr>
        <p:pic>
          <p:nvPicPr>
            <p:cNvPr id="488" name="Google Shape;488;p3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89" name="Google Shape;489;p3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490" name="Google Shape;490;p37"/>
          <p:cNvGrpSpPr/>
          <p:nvPr/>
        </p:nvGrpSpPr>
        <p:grpSpPr>
          <a:xfrm>
            <a:off x="323653" y="2461775"/>
            <a:ext cx="457200" cy="457200"/>
            <a:chOff x="1020916" y="1442088"/>
            <a:chExt cx="457200" cy="457200"/>
          </a:xfrm>
        </p:grpSpPr>
        <p:pic>
          <p:nvPicPr>
            <p:cNvPr id="491" name="Google Shape;491;p3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92" name="Google Shape;492;p3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493" name="Google Shape;493;p37"/>
          <p:cNvGrpSpPr/>
          <p:nvPr/>
        </p:nvGrpSpPr>
        <p:grpSpPr>
          <a:xfrm>
            <a:off x="323641" y="3271838"/>
            <a:ext cx="457200" cy="457200"/>
            <a:chOff x="1020916" y="1442088"/>
            <a:chExt cx="457200" cy="457200"/>
          </a:xfrm>
        </p:grpSpPr>
        <p:pic>
          <p:nvPicPr>
            <p:cNvPr id="494" name="Google Shape;494;p3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95" name="Google Shape;495;p3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496" name="Google Shape;496;p37"/>
          <p:cNvGrpSpPr/>
          <p:nvPr/>
        </p:nvGrpSpPr>
        <p:grpSpPr>
          <a:xfrm>
            <a:off x="323641" y="4081763"/>
            <a:ext cx="457200" cy="457200"/>
            <a:chOff x="1020916" y="1442088"/>
            <a:chExt cx="457200" cy="457200"/>
          </a:xfrm>
        </p:grpSpPr>
        <p:pic>
          <p:nvPicPr>
            <p:cNvPr id="497" name="Google Shape;497;p37"/>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498" name="Google Shape;498;p37"/>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4 CfU 4 options - blue">
  <p:cSld name="TITLE_AND_TWO_COLUMNS_1_1_8_2">
    <p:bg>
      <p:bgPr>
        <a:solidFill>
          <a:srgbClr val="EBEDFE"/>
        </a:solidFill>
      </p:bgPr>
    </p:bg>
    <p:spTree>
      <p:nvGrpSpPr>
        <p:cNvPr id="499" name="Shape 499"/>
        <p:cNvGrpSpPr/>
        <p:nvPr/>
      </p:nvGrpSpPr>
      <p:grpSpPr>
        <a:xfrm>
          <a:off x="0" y="0"/>
          <a:ext cx="0" cy="0"/>
        </a:xfrm>
      </p:grpSpPr>
      <p:pic>
        <p:nvPicPr>
          <p:cNvPr id="500" name="Google Shape;500;p38"/>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01" name="Google Shape;501;p38"/>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02" name="Google Shape;502;p38"/>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03" name="Google Shape;503;p38"/>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04" name="Google Shape;504;p3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505" name="Google Shape;505;p38"/>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06" name="Google Shape;506;p38"/>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07" name="Google Shape;507;p38"/>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08" name="Google Shape;508;p38"/>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09" name="Google Shape;509;p38"/>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510" name="Google Shape;510;p38"/>
          <p:cNvGrpSpPr/>
          <p:nvPr/>
        </p:nvGrpSpPr>
        <p:grpSpPr>
          <a:xfrm>
            <a:off x="323653" y="1652038"/>
            <a:ext cx="457200" cy="457200"/>
            <a:chOff x="1020916" y="1442088"/>
            <a:chExt cx="457200" cy="457200"/>
          </a:xfrm>
        </p:grpSpPr>
        <p:pic>
          <p:nvPicPr>
            <p:cNvPr id="511" name="Google Shape;511;p3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12" name="Google Shape;512;p3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13" name="Google Shape;513;p38"/>
          <p:cNvGrpSpPr/>
          <p:nvPr/>
        </p:nvGrpSpPr>
        <p:grpSpPr>
          <a:xfrm>
            <a:off x="323653" y="2461775"/>
            <a:ext cx="457200" cy="457200"/>
            <a:chOff x="1020916" y="1442088"/>
            <a:chExt cx="457200" cy="457200"/>
          </a:xfrm>
        </p:grpSpPr>
        <p:pic>
          <p:nvPicPr>
            <p:cNvPr id="514" name="Google Shape;514;p3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15" name="Google Shape;515;p3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16" name="Google Shape;516;p38"/>
          <p:cNvGrpSpPr/>
          <p:nvPr/>
        </p:nvGrpSpPr>
        <p:grpSpPr>
          <a:xfrm>
            <a:off x="323641" y="3271838"/>
            <a:ext cx="457200" cy="457200"/>
            <a:chOff x="1020916" y="1442088"/>
            <a:chExt cx="457200" cy="457200"/>
          </a:xfrm>
        </p:grpSpPr>
        <p:pic>
          <p:nvPicPr>
            <p:cNvPr id="517" name="Google Shape;517;p3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18" name="Google Shape;518;p3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519" name="Google Shape;519;p38"/>
          <p:cNvGrpSpPr/>
          <p:nvPr/>
        </p:nvGrpSpPr>
        <p:grpSpPr>
          <a:xfrm>
            <a:off x="323641" y="4081763"/>
            <a:ext cx="457200" cy="457200"/>
            <a:chOff x="1020916" y="1442088"/>
            <a:chExt cx="457200" cy="457200"/>
          </a:xfrm>
        </p:grpSpPr>
        <p:pic>
          <p:nvPicPr>
            <p:cNvPr id="520" name="Google Shape;520;p38"/>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21" name="Google Shape;521;p38"/>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4 CfU 4 options - pink">
  <p:cSld name="TITLE_AND_TWO_COLUMNS_1_1_8_1_1_1_1">
    <p:bg>
      <p:bgPr>
        <a:solidFill>
          <a:srgbClr val="FAEAF6"/>
        </a:solidFill>
      </p:bgPr>
    </p:bg>
    <p:spTree>
      <p:nvGrpSpPr>
        <p:cNvPr id="522" name="Shape 522"/>
        <p:cNvGrpSpPr/>
        <p:nvPr/>
      </p:nvGrpSpPr>
      <p:grpSpPr>
        <a:xfrm>
          <a:off x="0" y="0"/>
          <a:ext cx="0" cy="0"/>
        </a:xfrm>
      </p:grpSpPr>
      <p:pic>
        <p:nvPicPr>
          <p:cNvPr id="523" name="Google Shape;523;p3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24" name="Google Shape;524;p39"/>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25" name="Google Shape;525;p39"/>
          <p:cNvSpPr txBox="1"/>
          <p:nvPr>
            <p:ph type="title"/>
          </p:nvPr>
        </p:nvSpPr>
        <p:spPr>
          <a:xfrm>
            <a:off x="324000" y="809988"/>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26" name="Google Shape;526;p39"/>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27" name="Google Shape;527;p3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528" name="Google Shape;528;p39"/>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29" name="Google Shape;529;p39"/>
          <p:cNvSpPr txBox="1"/>
          <p:nvPr>
            <p:ph type="subTitle" idx="1"/>
          </p:nvPr>
        </p:nvSpPr>
        <p:spPr>
          <a:xfrm>
            <a:off x="1034425" y="1685375"/>
            <a:ext cx="7506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30" name="Google Shape;530;p39"/>
          <p:cNvSpPr txBox="1"/>
          <p:nvPr>
            <p:ph type="subTitle" idx="3"/>
          </p:nvPr>
        </p:nvSpPr>
        <p:spPr>
          <a:xfrm>
            <a:off x="1034425" y="2489447"/>
            <a:ext cx="7506600" cy="3891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31" name="Google Shape;531;p39"/>
          <p:cNvSpPr txBox="1"/>
          <p:nvPr>
            <p:ph type="subTitle" idx="4"/>
          </p:nvPr>
        </p:nvSpPr>
        <p:spPr>
          <a:xfrm>
            <a:off x="1034425" y="3309765"/>
            <a:ext cx="7464600" cy="324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
        <p:nvSpPr>
          <p:cNvPr id="532" name="Google Shape;532;p39"/>
          <p:cNvSpPr txBox="1"/>
          <p:nvPr>
            <p:ph type="subTitle" idx="5"/>
          </p:nvPr>
        </p:nvSpPr>
        <p:spPr>
          <a:xfrm>
            <a:off x="1034425" y="4113837"/>
            <a:ext cx="7506600" cy="3603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a:latin typeface="Lexend"/>
                <a:ea typeface="Lexend"/>
                <a:cs typeface="Lexend"/>
                <a:sym typeface="Lexend"/>
              </a:defRPr>
            </a:lvl1pPr>
            <a:lvl2pPr lvl="1" rtl="0">
              <a:spcBef>
                <a:spcPts val="1000"/>
              </a:spcBef>
              <a:spcAft>
                <a:spcPct val="0"/>
              </a:spcAft>
              <a:buSzPts val="2100"/>
              <a:buNone/>
              <a:defRPr/>
            </a:lvl2pPr>
            <a:lvl3pPr lvl="2" rtl="0">
              <a:spcBef>
                <a:spcPts val="1000"/>
              </a:spcBef>
              <a:spcAft>
                <a:spcPct val="0"/>
              </a:spcAft>
              <a:buSzPts val="2000"/>
              <a:buNone/>
              <a:defRPr/>
            </a:lvl3pPr>
            <a:lvl4pPr lvl="3" rtl="0">
              <a:spcBef>
                <a:spcPts val="800"/>
              </a:spcBef>
              <a:spcAft>
                <a:spcPct val="0"/>
              </a:spcAft>
              <a:buSzPts val="1900"/>
              <a:buNone/>
              <a:defRPr/>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grpSp>
        <p:nvGrpSpPr>
          <p:cNvPr id="533" name="Google Shape;533;p39"/>
          <p:cNvGrpSpPr/>
          <p:nvPr/>
        </p:nvGrpSpPr>
        <p:grpSpPr>
          <a:xfrm>
            <a:off x="323653" y="1652038"/>
            <a:ext cx="457200" cy="457200"/>
            <a:chOff x="1020916" y="1442088"/>
            <a:chExt cx="457200" cy="457200"/>
          </a:xfrm>
        </p:grpSpPr>
        <p:pic>
          <p:nvPicPr>
            <p:cNvPr id="534" name="Google Shape;534;p3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35" name="Google Shape;535;p3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36" name="Google Shape;536;p39"/>
          <p:cNvGrpSpPr/>
          <p:nvPr/>
        </p:nvGrpSpPr>
        <p:grpSpPr>
          <a:xfrm>
            <a:off x="323653" y="2461775"/>
            <a:ext cx="457200" cy="457200"/>
            <a:chOff x="1020916" y="1442088"/>
            <a:chExt cx="457200" cy="457200"/>
          </a:xfrm>
        </p:grpSpPr>
        <p:pic>
          <p:nvPicPr>
            <p:cNvPr id="537" name="Google Shape;537;p3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38" name="Google Shape;538;p3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39" name="Google Shape;539;p39"/>
          <p:cNvGrpSpPr/>
          <p:nvPr/>
        </p:nvGrpSpPr>
        <p:grpSpPr>
          <a:xfrm>
            <a:off x="323641" y="3271838"/>
            <a:ext cx="457200" cy="457200"/>
            <a:chOff x="1020916" y="1442088"/>
            <a:chExt cx="457200" cy="457200"/>
          </a:xfrm>
        </p:grpSpPr>
        <p:pic>
          <p:nvPicPr>
            <p:cNvPr id="540" name="Google Shape;540;p3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41" name="Google Shape;541;p3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grpSp>
        <p:nvGrpSpPr>
          <p:cNvPr id="542" name="Google Shape;542;p39"/>
          <p:cNvGrpSpPr/>
          <p:nvPr/>
        </p:nvGrpSpPr>
        <p:grpSpPr>
          <a:xfrm>
            <a:off x="323641" y="4081763"/>
            <a:ext cx="457200" cy="457200"/>
            <a:chOff x="1020916" y="1442088"/>
            <a:chExt cx="457200" cy="457200"/>
          </a:xfrm>
        </p:grpSpPr>
        <p:pic>
          <p:nvPicPr>
            <p:cNvPr id="543" name="Google Shape;543;p39"/>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44" name="Google Shape;544;p39"/>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d</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3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5 CfU 3 image options - purple">
  <p:cSld name="TITLE_AND_TWO_COLUMNS_1_1_7_1_1_2">
    <p:bg>
      <p:bgPr>
        <a:solidFill>
          <a:srgbClr val="F3EEFB"/>
        </a:solidFill>
      </p:bgPr>
    </p:bg>
    <p:spTree>
      <p:nvGrpSpPr>
        <p:cNvPr id="545" name="Shape 545"/>
        <p:cNvGrpSpPr/>
        <p:nvPr/>
      </p:nvGrpSpPr>
      <p:grpSpPr>
        <a:xfrm>
          <a:off x="0" y="0"/>
          <a:ext cx="0" cy="0"/>
        </a:xfrm>
      </p:grpSpPr>
      <p:pic>
        <p:nvPicPr>
          <p:cNvPr id="546" name="Google Shape;546;p40"/>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547" name="Google Shape;547;p40"/>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48" name="Google Shape;548;p40"/>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49" name="Google Shape;549;p40"/>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50" name="Google Shape;550;p4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551" name="Google Shape;551;p40"/>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52" name="Google Shape;552;p40"/>
          <p:cNvSpPr/>
          <p:nvPr>
            <p:ph type="pic" idx="3"/>
          </p:nvPr>
        </p:nvSpPr>
        <p:spPr>
          <a:xfrm>
            <a:off x="324000" y="1893950"/>
            <a:ext cx="2555400" cy="1939500"/>
          </a:xfrm>
          <a:prstGeom prst="rect">
            <a:avLst/>
          </a:prstGeom>
          <a:noFill/>
          <a:ln>
            <a:noFill/>
          </a:ln>
        </p:spPr>
        <p:txBody>
          <a:bodyPr/>
          <a:lstStyle/>
          <a:p/>
        </p:txBody>
      </p:sp>
      <p:sp>
        <p:nvSpPr>
          <p:cNvPr id="553" name="Google Shape;553;p40"/>
          <p:cNvSpPr/>
          <p:nvPr>
            <p:ph type="pic" idx="4"/>
          </p:nvPr>
        </p:nvSpPr>
        <p:spPr>
          <a:xfrm>
            <a:off x="6256800" y="1893950"/>
            <a:ext cx="2555400" cy="1939500"/>
          </a:xfrm>
          <a:prstGeom prst="rect">
            <a:avLst/>
          </a:prstGeom>
          <a:noFill/>
          <a:ln>
            <a:noFill/>
          </a:ln>
        </p:spPr>
        <p:txBody>
          <a:bodyPr/>
          <a:lstStyle/>
          <a:p/>
        </p:txBody>
      </p:sp>
      <p:sp>
        <p:nvSpPr>
          <p:cNvPr id="554" name="Google Shape;554;p40"/>
          <p:cNvSpPr/>
          <p:nvPr>
            <p:ph type="pic" idx="5"/>
          </p:nvPr>
        </p:nvSpPr>
        <p:spPr>
          <a:xfrm>
            <a:off x="3294300" y="1893950"/>
            <a:ext cx="2555400" cy="1939500"/>
          </a:xfrm>
          <a:prstGeom prst="rect">
            <a:avLst/>
          </a:prstGeom>
          <a:noFill/>
          <a:ln>
            <a:noFill/>
          </a:ln>
        </p:spPr>
        <p:txBody>
          <a:bodyPr/>
          <a:lstStyle/>
          <a:p/>
        </p:txBody>
      </p:sp>
      <p:grpSp>
        <p:nvGrpSpPr>
          <p:cNvPr id="555" name="Google Shape;555;p40"/>
          <p:cNvGrpSpPr/>
          <p:nvPr/>
        </p:nvGrpSpPr>
        <p:grpSpPr>
          <a:xfrm>
            <a:off x="1381028" y="4148538"/>
            <a:ext cx="457200" cy="457200"/>
            <a:chOff x="1020916" y="1442088"/>
            <a:chExt cx="457200" cy="457200"/>
          </a:xfrm>
        </p:grpSpPr>
        <p:pic>
          <p:nvPicPr>
            <p:cNvPr id="556" name="Google Shape;556;p4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57" name="Google Shape;557;p4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58" name="Google Shape;558;p40"/>
          <p:cNvGrpSpPr/>
          <p:nvPr/>
        </p:nvGrpSpPr>
        <p:grpSpPr>
          <a:xfrm>
            <a:off x="4331066" y="4148550"/>
            <a:ext cx="457200" cy="457200"/>
            <a:chOff x="1020916" y="1442088"/>
            <a:chExt cx="457200" cy="457200"/>
          </a:xfrm>
        </p:grpSpPr>
        <p:pic>
          <p:nvPicPr>
            <p:cNvPr id="559" name="Google Shape;559;p4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60" name="Google Shape;560;p4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61" name="Google Shape;561;p40"/>
          <p:cNvGrpSpPr/>
          <p:nvPr/>
        </p:nvGrpSpPr>
        <p:grpSpPr>
          <a:xfrm>
            <a:off x="7305791" y="4148538"/>
            <a:ext cx="457200" cy="457200"/>
            <a:chOff x="1020916" y="1442088"/>
            <a:chExt cx="457200" cy="457200"/>
          </a:xfrm>
        </p:grpSpPr>
        <p:pic>
          <p:nvPicPr>
            <p:cNvPr id="562" name="Google Shape;562;p40"/>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63" name="Google Shape;563;p40"/>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5 CfU 3 image options - jade">
  <p:cSld name="TITLE_AND_TWO_COLUMNS_1_1_7_1_1_1_2">
    <p:bg>
      <p:bgPr>
        <a:solidFill>
          <a:srgbClr val="E6F2F2"/>
        </a:solidFill>
      </p:bgPr>
    </p:bg>
    <p:spTree>
      <p:nvGrpSpPr>
        <p:cNvPr id="564" name="Shape 564"/>
        <p:cNvGrpSpPr/>
        <p:nvPr/>
      </p:nvGrpSpPr>
      <p:grpSpPr>
        <a:xfrm>
          <a:off x="0" y="0"/>
          <a:ext cx="0" cy="0"/>
        </a:xfrm>
      </p:grpSpPr>
      <p:pic>
        <p:nvPicPr>
          <p:cNvPr id="565" name="Google Shape;565;p4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66" name="Google Shape;566;p41"/>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67" name="Google Shape;567;p41"/>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68" name="Google Shape;568;p41"/>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69" name="Google Shape;569;p4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570" name="Google Shape;570;p41"/>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71" name="Google Shape;571;p41"/>
          <p:cNvSpPr/>
          <p:nvPr>
            <p:ph type="pic" idx="3"/>
          </p:nvPr>
        </p:nvSpPr>
        <p:spPr>
          <a:xfrm>
            <a:off x="324000" y="1893950"/>
            <a:ext cx="2555400" cy="1939500"/>
          </a:xfrm>
          <a:prstGeom prst="rect">
            <a:avLst/>
          </a:prstGeom>
          <a:noFill/>
          <a:ln>
            <a:noFill/>
          </a:ln>
        </p:spPr>
        <p:txBody>
          <a:bodyPr/>
          <a:lstStyle/>
          <a:p/>
        </p:txBody>
      </p:sp>
      <p:sp>
        <p:nvSpPr>
          <p:cNvPr id="572" name="Google Shape;572;p41"/>
          <p:cNvSpPr/>
          <p:nvPr>
            <p:ph type="pic" idx="4"/>
          </p:nvPr>
        </p:nvSpPr>
        <p:spPr>
          <a:xfrm>
            <a:off x="6256800" y="1893950"/>
            <a:ext cx="2555400" cy="1939500"/>
          </a:xfrm>
          <a:prstGeom prst="rect">
            <a:avLst/>
          </a:prstGeom>
          <a:noFill/>
          <a:ln>
            <a:noFill/>
          </a:ln>
        </p:spPr>
        <p:txBody>
          <a:bodyPr/>
          <a:lstStyle/>
          <a:p/>
        </p:txBody>
      </p:sp>
      <p:sp>
        <p:nvSpPr>
          <p:cNvPr id="573" name="Google Shape;573;p41"/>
          <p:cNvSpPr/>
          <p:nvPr>
            <p:ph type="pic" idx="5"/>
          </p:nvPr>
        </p:nvSpPr>
        <p:spPr>
          <a:xfrm>
            <a:off x="3294300" y="1893950"/>
            <a:ext cx="2555400" cy="1939500"/>
          </a:xfrm>
          <a:prstGeom prst="rect">
            <a:avLst/>
          </a:prstGeom>
          <a:noFill/>
          <a:ln>
            <a:noFill/>
          </a:ln>
        </p:spPr>
        <p:txBody>
          <a:bodyPr/>
          <a:lstStyle/>
          <a:p/>
        </p:txBody>
      </p:sp>
      <p:grpSp>
        <p:nvGrpSpPr>
          <p:cNvPr id="574" name="Google Shape;574;p41"/>
          <p:cNvGrpSpPr/>
          <p:nvPr/>
        </p:nvGrpSpPr>
        <p:grpSpPr>
          <a:xfrm>
            <a:off x="1381028" y="4148538"/>
            <a:ext cx="457200" cy="457200"/>
            <a:chOff x="1020916" y="1442088"/>
            <a:chExt cx="457200" cy="457200"/>
          </a:xfrm>
        </p:grpSpPr>
        <p:pic>
          <p:nvPicPr>
            <p:cNvPr id="575" name="Google Shape;575;p4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76" name="Google Shape;576;p4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77" name="Google Shape;577;p41"/>
          <p:cNvGrpSpPr/>
          <p:nvPr/>
        </p:nvGrpSpPr>
        <p:grpSpPr>
          <a:xfrm>
            <a:off x="4331066" y="4148550"/>
            <a:ext cx="457200" cy="457200"/>
            <a:chOff x="1020916" y="1442088"/>
            <a:chExt cx="457200" cy="457200"/>
          </a:xfrm>
        </p:grpSpPr>
        <p:pic>
          <p:nvPicPr>
            <p:cNvPr id="578" name="Google Shape;578;p4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79" name="Google Shape;579;p4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80" name="Google Shape;580;p41"/>
          <p:cNvGrpSpPr/>
          <p:nvPr/>
        </p:nvGrpSpPr>
        <p:grpSpPr>
          <a:xfrm>
            <a:off x="7305791" y="4148538"/>
            <a:ext cx="457200" cy="457200"/>
            <a:chOff x="1020916" y="1442088"/>
            <a:chExt cx="457200" cy="457200"/>
          </a:xfrm>
        </p:grpSpPr>
        <p:pic>
          <p:nvPicPr>
            <p:cNvPr id="581" name="Google Shape;581;p41"/>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82" name="Google Shape;582;p41"/>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5 CfU 3  image options - blue ">
  <p:cSld name="TITLE_AND_TWO_COLUMNS_1_1_7_2_1">
    <p:bg>
      <p:bgPr>
        <a:solidFill>
          <a:srgbClr val="EBEDFE"/>
        </a:solidFill>
      </p:bgPr>
    </p:bg>
    <p:spTree>
      <p:nvGrpSpPr>
        <p:cNvPr id="583" name="Shape 583"/>
        <p:cNvGrpSpPr/>
        <p:nvPr/>
      </p:nvGrpSpPr>
      <p:grpSpPr>
        <a:xfrm>
          <a:off x="0" y="0"/>
          <a:ext cx="0" cy="0"/>
        </a:xfrm>
      </p:grpSpPr>
      <p:pic>
        <p:nvPicPr>
          <p:cNvPr id="584" name="Google Shape;584;p42"/>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585" name="Google Shape;585;p42"/>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586" name="Google Shape;586;p42"/>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587" name="Google Shape;587;p42"/>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588" name="Google Shape;588;p4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589" name="Google Shape;589;p42"/>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590" name="Google Shape;590;p42"/>
          <p:cNvSpPr/>
          <p:nvPr>
            <p:ph type="pic" idx="3"/>
          </p:nvPr>
        </p:nvSpPr>
        <p:spPr>
          <a:xfrm>
            <a:off x="324000" y="1893950"/>
            <a:ext cx="2555400" cy="1939500"/>
          </a:xfrm>
          <a:prstGeom prst="rect">
            <a:avLst/>
          </a:prstGeom>
          <a:noFill/>
          <a:ln>
            <a:noFill/>
          </a:ln>
        </p:spPr>
        <p:txBody>
          <a:bodyPr/>
          <a:lstStyle/>
          <a:p/>
        </p:txBody>
      </p:sp>
      <p:sp>
        <p:nvSpPr>
          <p:cNvPr id="591" name="Google Shape;591;p42"/>
          <p:cNvSpPr/>
          <p:nvPr>
            <p:ph type="pic" idx="4"/>
          </p:nvPr>
        </p:nvSpPr>
        <p:spPr>
          <a:xfrm>
            <a:off x="6256800" y="1893950"/>
            <a:ext cx="2555400" cy="1939500"/>
          </a:xfrm>
          <a:prstGeom prst="rect">
            <a:avLst/>
          </a:prstGeom>
          <a:noFill/>
          <a:ln>
            <a:noFill/>
          </a:ln>
        </p:spPr>
        <p:txBody>
          <a:bodyPr/>
          <a:lstStyle/>
          <a:p/>
        </p:txBody>
      </p:sp>
      <p:sp>
        <p:nvSpPr>
          <p:cNvPr id="592" name="Google Shape;592;p42"/>
          <p:cNvSpPr/>
          <p:nvPr>
            <p:ph type="pic" idx="5"/>
          </p:nvPr>
        </p:nvSpPr>
        <p:spPr>
          <a:xfrm>
            <a:off x="3294300" y="1893950"/>
            <a:ext cx="2555400" cy="1939500"/>
          </a:xfrm>
          <a:prstGeom prst="rect">
            <a:avLst/>
          </a:prstGeom>
          <a:noFill/>
          <a:ln>
            <a:noFill/>
          </a:ln>
        </p:spPr>
        <p:txBody>
          <a:bodyPr/>
          <a:lstStyle/>
          <a:p/>
        </p:txBody>
      </p:sp>
      <p:grpSp>
        <p:nvGrpSpPr>
          <p:cNvPr id="593" name="Google Shape;593;p42"/>
          <p:cNvGrpSpPr/>
          <p:nvPr/>
        </p:nvGrpSpPr>
        <p:grpSpPr>
          <a:xfrm>
            <a:off x="1381028" y="4148538"/>
            <a:ext cx="457200" cy="457200"/>
            <a:chOff x="1020916" y="1442088"/>
            <a:chExt cx="457200" cy="457200"/>
          </a:xfrm>
        </p:grpSpPr>
        <p:pic>
          <p:nvPicPr>
            <p:cNvPr id="594" name="Google Shape;594;p4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95" name="Google Shape;595;p4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596" name="Google Shape;596;p42"/>
          <p:cNvGrpSpPr/>
          <p:nvPr/>
        </p:nvGrpSpPr>
        <p:grpSpPr>
          <a:xfrm>
            <a:off x="4331066" y="4148550"/>
            <a:ext cx="457200" cy="457200"/>
            <a:chOff x="1020916" y="1442088"/>
            <a:chExt cx="457200" cy="457200"/>
          </a:xfrm>
        </p:grpSpPr>
        <p:pic>
          <p:nvPicPr>
            <p:cNvPr id="597" name="Google Shape;597;p4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598" name="Google Shape;598;p4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599" name="Google Shape;599;p42"/>
          <p:cNvGrpSpPr/>
          <p:nvPr/>
        </p:nvGrpSpPr>
        <p:grpSpPr>
          <a:xfrm>
            <a:off x="7305791" y="4148538"/>
            <a:ext cx="457200" cy="457200"/>
            <a:chOff x="1020916" y="1442088"/>
            <a:chExt cx="457200" cy="457200"/>
          </a:xfrm>
        </p:grpSpPr>
        <p:pic>
          <p:nvPicPr>
            <p:cNvPr id="600" name="Google Shape;600;p42"/>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01" name="Google Shape;601;p42"/>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5 CfU 3 image options - pink">
  <p:cSld name="TITLE_AND_TWO_COLUMNS_1_1_7_1_1_1_1_1">
    <p:bg>
      <p:bgPr>
        <a:solidFill>
          <a:srgbClr val="FAEAF6"/>
        </a:solidFill>
      </p:bgPr>
    </p:bg>
    <p:spTree>
      <p:nvGrpSpPr>
        <p:cNvPr id="602" name="Shape 602"/>
        <p:cNvGrpSpPr/>
        <p:nvPr/>
      </p:nvGrpSpPr>
      <p:grpSpPr>
        <a:xfrm>
          <a:off x="0" y="0"/>
          <a:ext cx="0" cy="0"/>
        </a:xfrm>
      </p:grpSpPr>
      <p:pic>
        <p:nvPicPr>
          <p:cNvPr id="603" name="Google Shape;603;p4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04" name="Google Shape;604;p43"/>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05" name="Google Shape;605;p43"/>
          <p:cNvSpPr txBox="1"/>
          <p:nvPr>
            <p:ph type="title"/>
          </p:nvPr>
        </p:nvSpPr>
        <p:spPr>
          <a:xfrm>
            <a:off x="324000" y="748763"/>
            <a:ext cx="8179200" cy="489600"/>
          </a:xfrm>
          <a:prstGeom prst="rect">
            <a:avLst/>
          </a:prstGeom>
        </p:spPr>
        <p:txBody>
          <a:bodyPr spcFirstLastPara="1" wrap="square" lIns="0" tIns="0" rIns="0" bIns="0" anchor="t" anchorCtr="0">
            <a:noAutofit/>
          </a:bodyPr>
          <a:lstStyle>
            <a:lvl1pPr lvl="0" rtl="0">
              <a:spcBef>
                <a:spcPct val="0"/>
              </a:spcBef>
              <a:spcAft>
                <a:spcPct val="0"/>
              </a:spcAft>
              <a:buSzPts val="2200"/>
              <a:buFont typeface="Lexend"/>
              <a:buNone/>
              <a:defRPr sz="2200" b="0">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pic>
        <p:nvPicPr>
          <p:cNvPr id="606" name="Google Shape;606;p43"/>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07" name="Google Shape;607;p4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608" name="Google Shape;608;p43"/>
          <p:cNvSpPr txBox="1"/>
          <p:nvPr>
            <p:ph type="title" idx="2"/>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609" name="Google Shape;609;p43"/>
          <p:cNvSpPr/>
          <p:nvPr>
            <p:ph type="pic" idx="3"/>
          </p:nvPr>
        </p:nvSpPr>
        <p:spPr>
          <a:xfrm>
            <a:off x="324000" y="1893950"/>
            <a:ext cx="2555400" cy="1939500"/>
          </a:xfrm>
          <a:prstGeom prst="rect">
            <a:avLst/>
          </a:prstGeom>
          <a:noFill/>
          <a:ln>
            <a:noFill/>
          </a:ln>
        </p:spPr>
        <p:txBody>
          <a:bodyPr/>
          <a:lstStyle/>
          <a:p/>
        </p:txBody>
      </p:sp>
      <p:sp>
        <p:nvSpPr>
          <p:cNvPr id="610" name="Google Shape;610;p43"/>
          <p:cNvSpPr/>
          <p:nvPr>
            <p:ph type="pic" idx="4"/>
          </p:nvPr>
        </p:nvSpPr>
        <p:spPr>
          <a:xfrm>
            <a:off x="6256800" y="1893950"/>
            <a:ext cx="2555400" cy="1939500"/>
          </a:xfrm>
          <a:prstGeom prst="rect">
            <a:avLst/>
          </a:prstGeom>
          <a:noFill/>
          <a:ln>
            <a:noFill/>
          </a:ln>
        </p:spPr>
        <p:txBody>
          <a:bodyPr/>
          <a:lstStyle/>
          <a:p/>
        </p:txBody>
      </p:sp>
      <p:sp>
        <p:nvSpPr>
          <p:cNvPr id="611" name="Google Shape;611;p43"/>
          <p:cNvSpPr/>
          <p:nvPr>
            <p:ph type="pic" idx="5"/>
          </p:nvPr>
        </p:nvSpPr>
        <p:spPr>
          <a:xfrm>
            <a:off x="3294300" y="1893950"/>
            <a:ext cx="2555400" cy="1939500"/>
          </a:xfrm>
          <a:prstGeom prst="rect">
            <a:avLst/>
          </a:prstGeom>
          <a:noFill/>
          <a:ln>
            <a:noFill/>
          </a:ln>
        </p:spPr>
        <p:txBody>
          <a:bodyPr/>
          <a:lstStyle/>
          <a:p/>
        </p:txBody>
      </p:sp>
      <p:grpSp>
        <p:nvGrpSpPr>
          <p:cNvPr id="612" name="Google Shape;612;p43"/>
          <p:cNvGrpSpPr/>
          <p:nvPr/>
        </p:nvGrpSpPr>
        <p:grpSpPr>
          <a:xfrm>
            <a:off x="1381028" y="4148538"/>
            <a:ext cx="457200" cy="457200"/>
            <a:chOff x="1020916" y="1442088"/>
            <a:chExt cx="457200" cy="457200"/>
          </a:xfrm>
        </p:grpSpPr>
        <p:pic>
          <p:nvPicPr>
            <p:cNvPr id="613" name="Google Shape;613;p4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14" name="Google Shape;614;p4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a</a:t>
              </a:r>
              <a:endParaRPr sz="1800" b="1">
                <a:solidFill>
                  <a:srgbClr val="FFFFFF"/>
                </a:solidFill>
                <a:latin typeface="Lexend"/>
                <a:ea typeface="Lexend"/>
                <a:cs typeface="Lexend"/>
                <a:sym typeface="Lexend"/>
              </a:endParaRPr>
            </a:p>
          </p:txBody>
        </p:sp>
      </p:grpSp>
      <p:grpSp>
        <p:nvGrpSpPr>
          <p:cNvPr id="615" name="Google Shape;615;p43"/>
          <p:cNvGrpSpPr/>
          <p:nvPr/>
        </p:nvGrpSpPr>
        <p:grpSpPr>
          <a:xfrm>
            <a:off x="4331066" y="4148550"/>
            <a:ext cx="457200" cy="457200"/>
            <a:chOff x="1020916" y="1442088"/>
            <a:chExt cx="457200" cy="457200"/>
          </a:xfrm>
        </p:grpSpPr>
        <p:pic>
          <p:nvPicPr>
            <p:cNvPr id="616" name="Google Shape;616;p4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17" name="Google Shape;617;p4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b</a:t>
              </a:r>
              <a:endParaRPr sz="1800" b="1">
                <a:solidFill>
                  <a:srgbClr val="FFFFFF"/>
                </a:solidFill>
                <a:latin typeface="Lexend"/>
                <a:ea typeface="Lexend"/>
                <a:cs typeface="Lexend"/>
                <a:sym typeface="Lexend"/>
              </a:endParaRPr>
            </a:p>
          </p:txBody>
        </p:sp>
      </p:grpSp>
      <p:grpSp>
        <p:nvGrpSpPr>
          <p:cNvPr id="618" name="Google Shape;618;p43"/>
          <p:cNvGrpSpPr/>
          <p:nvPr/>
        </p:nvGrpSpPr>
        <p:grpSpPr>
          <a:xfrm>
            <a:off x="7305791" y="4148538"/>
            <a:ext cx="457200" cy="457200"/>
            <a:chOff x="1020916" y="1442088"/>
            <a:chExt cx="457200" cy="457200"/>
          </a:xfrm>
        </p:grpSpPr>
        <p:pic>
          <p:nvPicPr>
            <p:cNvPr id="619" name="Google Shape;619;p43"/>
            <p:cNvPicPr preferRelativeResize="0"/>
            <p:nvPr/>
          </p:nvPicPr>
          <p:blipFill>
            <a:blip r:embed="rId3">
              <a:alphaModFix/>
            </a:blip>
            <a:stretch>
              <a:fillRect/>
            </a:stretch>
          </p:blipFill>
          <p:spPr>
            <a:xfrm>
              <a:off x="1020916" y="1442088"/>
              <a:ext cx="457200" cy="457200"/>
            </a:xfrm>
            <a:prstGeom prst="rect">
              <a:avLst/>
            </a:prstGeom>
            <a:noFill/>
            <a:ln>
              <a:noFill/>
            </a:ln>
          </p:spPr>
        </p:pic>
        <p:sp>
          <p:nvSpPr>
            <p:cNvPr id="620" name="Google Shape;620;p43"/>
            <p:cNvSpPr txBox="1"/>
            <p:nvPr/>
          </p:nvSpPr>
          <p:spPr>
            <a:xfrm>
              <a:off x="1045528" y="1526400"/>
              <a:ext cx="408000" cy="277200"/>
            </a:xfrm>
            <a:prstGeom prst="rect">
              <a:avLst/>
            </a:prstGeom>
            <a:noFill/>
            <a:ln>
              <a:noFill/>
            </a:ln>
          </p:spPr>
          <p:txBody>
            <a:bodyPr spcFirstLastPara="1" wrap="square" lIns="0" tIns="0" rIns="0" bIns="0" anchor="ctr" anchorCtr="0">
              <a:noAutofit/>
            </a:bodyPr>
            <a:lstStyle/>
            <a:p>
              <a:pPr marL="0" lvl="0" indent="0" algn="ctr" rtl="0">
                <a:spcBef>
                  <a:spcPct val="0"/>
                </a:spcBef>
                <a:spcAft>
                  <a:spcPct val="0"/>
                </a:spcAft>
                <a:buNone/>
              </a:pPr>
              <a:r>
                <a:rPr lang="en-GB" sz="1800" b="1">
                  <a:solidFill>
                    <a:srgbClr val="FFFFFF"/>
                  </a:solidFill>
                  <a:latin typeface="Lexend"/>
                  <a:ea typeface="Lexend"/>
                  <a:cs typeface="Lexend"/>
                  <a:sym typeface="Lexend"/>
                </a:rPr>
                <a:t>c</a:t>
              </a:r>
              <a:endParaRPr sz="1800" b="1">
                <a:solidFill>
                  <a:srgbClr val="FFFFFF"/>
                </a:solidFill>
                <a:latin typeface="Lexend"/>
                <a:ea typeface="Lexend"/>
                <a:cs typeface="Lexend"/>
                <a:sym typeface="Lexend"/>
              </a:endParaRPr>
            </a:p>
          </p:txBody>
        </p:sp>
      </p:grpSp>
    </p:spTree>
  </p:cSld>
  <p:clrMapOvr>
    <a:masterClrMapping/>
  </p:clrMapOvr>
  <p:transition/>
  <p:timing/>
</p:sldLayout>
</file>

<file path=ppt/slideLayouts/slideLayout4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6 CfU blank - purple ">
  <p:cSld name="TITLE_AND_TWO_COLUMNS_1_1_6_2">
    <p:bg>
      <p:bgPr>
        <a:solidFill>
          <a:srgbClr val="F3EEFB"/>
        </a:solidFill>
      </p:bgPr>
    </p:bg>
    <p:spTree>
      <p:nvGrpSpPr>
        <p:cNvPr id="621" name="Shape 621"/>
        <p:cNvGrpSpPr/>
        <p:nvPr/>
      </p:nvGrpSpPr>
      <p:grpSpPr>
        <a:xfrm>
          <a:off x="0" y="0"/>
          <a:ext cx="0" cy="0"/>
        </a:xfrm>
      </p:grpSpPr>
      <p:pic>
        <p:nvPicPr>
          <p:cNvPr id="622" name="Google Shape;622;p44"/>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623" name="Google Shape;623;p44"/>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24" name="Google Shape;624;p44"/>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625" name="Google Shape;625;p4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26" name="Google Shape;626;p4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627" name="Google Shape;627;p44"/>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6 CfU blank - jade ">
  <p:cSld name="TITLE_AND_TWO_COLUMNS_1_1_6_2_3_1">
    <p:bg>
      <p:bgPr>
        <a:solidFill>
          <a:srgbClr val="E6F2F2"/>
        </a:solidFill>
      </p:bgPr>
    </p:bg>
    <p:spTree>
      <p:nvGrpSpPr>
        <p:cNvPr id="628" name="Shape 628"/>
        <p:cNvGrpSpPr/>
        <p:nvPr/>
      </p:nvGrpSpPr>
      <p:grpSpPr>
        <a:xfrm>
          <a:off x="0" y="0"/>
          <a:ext cx="0" cy="0"/>
        </a:xfrm>
      </p:grpSpPr>
      <p:pic>
        <p:nvPicPr>
          <p:cNvPr id="629" name="Google Shape;629;p4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30" name="Google Shape;630;p45"/>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31" name="Google Shape;631;p45"/>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632" name="Google Shape;632;p4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33" name="Google Shape;633;p4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Check</a:t>
            </a:r>
            <a:endParaRPr sz="900" b="1">
              <a:solidFill>
                <a:srgbClr val="E6F2F2"/>
              </a:solidFill>
              <a:latin typeface="Lexend"/>
              <a:ea typeface="Lexend"/>
              <a:cs typeface="Lexend"/>
              <a:sym typeface="Lexend"/>
            </a:endParaRPr>
          </a:p>
        </p:txBody>
      </p:sp>
      <p:sp>
        <p:nvSpPr>
          <p:cNvPr id="634" name="Google Shape;634;p45"/>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6 CfU blank - blue ">
  <p:cSld name="TITLE_AND_TWO_COLUMNS_1_1_6_3">
    <p:bg>
      <p:bgPr>
        <a:solidFill>
          <a:srgbClr val="EBEDFE"/>
        </a:solidFill>
      </p:bgPr>
    </p:bg>
    <p:spTree>
      <p:nvGrpSpPr>
        <p:cNvPr id="635" name="Shape 635"/>
        <p:cNvGrpSpPr/>
        <p:nvPr/>
      </p:nvGrpSpPr>
      <p:grpSpPr>
        <a:xfrm>
          <a:off x="0" y="0"/>
          <a:ext cx="0" cy="0"/>
        </a:xfrm>
      </p:grpSpPr>
      <p:pic>
        <p:nvPicPr>
          <p:cNvPr id="636" name="Google Shape;636;p46"/>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37" name="Google Shape;637;p46"/>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38" name="Google Shape;638;p46"/>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639" name="Google Shape;639;p46"/>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40" name="Google Shape;640;p46"/>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Check</a:t>
            </a:r>
            <a:endParaRPr sz="900" b="1">
              <a:solidFill>
                <a:srgbClr val="EBEDFE"/>
              </a:solidFill>
              <a:latin typeface="Lexend"/>
              <a:ea typeface="Lexend"/>
              <a:cs typeface="Lexend"/>
              <a:sym typeface="Lexend"/>
            </a:endParaRPr>
          </a:p>
        </p:txBody>
      </p:sp>
      <p:sp>
        <p:nvSpPr>
          <p:cNvPr id="641" name="Google Shape;641;p46"/>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6 CfU blank - pink ">
  <p:cSld name="TITLE_AND_TWO_COLUMNS_1_1_6_2_3_1_1">
    <p:bg>
      <p:bgPr>
        <a:solidFill>
          <a:srgbClr val="FAEAF6"/>
        </a:solidFill>
      </p:bgPr>
    </p:bg>
    <p:spTree>
      <p:nvGrpSpPr>
        <p:cNvPr id="642" name="Shape 642"/>
        <p:cNvGrpSpPr/>
        <p:nvPr/>
      </p:nvGrpSpPr>
      <p:grpSpPr>
        <a:xfrm>
          <a:off x="0" y="0"/>
          <a:ext cx="0" cy="0"/>
        </a:xfrm>
      </p:grpSpPr>
      <p:pic>
        <p:nvPicPr>
          <p:cNvPr id="643" name="Google Shape;643;p47"/>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44" name="Google Shape;644;p47"/>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45" name="Google Shape;645;p47"/>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646" name="Google Shape;646;p47"/>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47" name="Google Shape;647;p47"/>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Check</a:t>
            </a:r>
            <a:endParaRPr sz="900" b="1">
              <a:solidFill>
                <a:srgbClr val="FAEAF6"/>
              </a:solidFill>
              <a:latin typeface="Lexend"/>
              <a:ea typeface="Lexend"/>
              <a:cs typeface="Lexend"/>
              <a:sym typeface="Lexend"/>
            </a:endParaRPr>
          </a:p>
        </p:txBody>
      </p:sp>
      <p:sp>
        <p:nvSpPr>
          <p:cNvPr id="648" name="Google Shape;648;p47"/>
          <p:cNvSpPr txBox="1"/>
          <p:nvPr>
            <p:ph type="title"/>
          </p:nvPr>
        </p:nvSpPr>
        <p:spPr>
          <a:xfrm>
            <a:off x="324000" y="0"/>
            <a:ext cx="7885200" cy="613500"/>
          </a:xfrm>
          <a:prstGeom prst="rect">
            <a:avLst/>
          </a:prstGeom>
        </p:spPr>
        <p:txBody>
          <a:bodyPr spcFirstLastPara="1" wrap="square" lIns="0" tIns="0" rIns="0" bIns="0" anchor="ctr" anchorCtr="0">
            <a:noAutofit/>
          </a:bodyPr>
          <a:lstStyle>
            <a:lvl1pPr lvl="0" rtl="0">
              <a:lnSpc>
                <a:spcPct val="100000"/>
              </a:lnSpc>
              <a:spcBef>
                <a:spcPct val="0"/>
              </a:spcBef>
              <a:spcAft>
                <a:spcPct val="0"/>
              </a:spcAft>
              <a:buClr>
                <a:schemeClr val="lt1"/>
              </a:buClr>
              <a:buSzPts val="2000"/>
              <a:buFont typeface="Lexend"/>
              <a:buNone/>
              <a:defRPr sz="2000">
                <a:solidFill>
                  <a:schemeClr val="lt1"/>
                </a:solidFill>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Tree>
  </p:cSld>
  <p:clrMapOvr>
    <a:masterClrMapping/>
  </p:clrMapOvr>
  <p:transition/>
  <p:timing/>
</p:sldLayout>
</file>

<file path=ppt/slideLayouts/slideLayout4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7 Practice - purple ">
  <p:cSld name="TITLE_AND_TWO_COLUMNS_1_1_5_1_3_1_1">
    <p:spTree>
      <p:nvGrpSpPr>
        <p:cNvPr id="649" name="Shape 649"/>
        <p:cNvGrpSpPr/>
        <p:nvPr/>
      </p:nvGrpSpPr>
      <p:grpSpPr>
        <a:xfrm>
          <a:off x="0" y="0"/>
          <a:ext cx="0" cy="0"/>
        </a:xfrm>
      </p:grpSpPr>
      <p:pic>
        <p:nvPicPr>
          <p:cNvPr id="650" name="Google Shape;650;p48"/>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651" name="Google Shape;651;p48"/>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52" name="Google Shape;652;p48"/>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653" name="Google Shape;653;p48"/>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654" name="Google Shape;654;p48"/>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Practice</a:t>
            </a:r>
            <a:endParaRPr sz="900" b="1">
              <a:solidFill>
                <a:srgbClr val="EBEDFE"/>
              </a:solidFill>
              <a:latin typeface="Lexend"/>
              <a:ea typeface="Lexend"/>
              <a:cs typeface="Lexend"/>
              <a:sym typeface="Lexend"/>
            </a:endParaRPr>
          </a:p>
        </p:txBody>
      </p:sp>
      <p:sp>
        <p:nvSpPr>
          <p:cNvPr id="655" name="Google Shape;655;p48"/>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656" name="Google Shape;656;p48"/>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A</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4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7 Practice - jade">
  <p:cSld name="TITLE_AND_TWO_COLUMNS_1_1_5_1_3_1_1_1_1">
    <p:spTree>
      <p:nvGrpSpPr>
        <p:cNvPr id="657" name="Shape 657"/>
        <p:cNvGrpSpPr/>
        <p:nvPr/>
      </p:nvGrpSpPr>
      <p:grpSpPr>
        <a:xfrm>
          <a:off x="0" y="0"/>
          <a:ext cx="0" cy="0"/>
        </a:xfrm>
      </p:grpSpPr>
      <p:pic>
        <p:nvPicPr>
          <p:cNvPr id="658" name="Google Shape;658;p49"/>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59" name="Google Shape;659;p49"/>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60" name="Google Shape;660;p49"/>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661" name="Google Shape;661;p49"/>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Practice</a:t>
            </a:r>
            <a:endParaRPr sz="900" b="1">
              <a:solidFill>
                <a:srgbClr val="E6F2F2"/>
              </a:solidFill>
              <a:latin typeface="Lexend"/>
              <a:ea typeface="Lexend"/>
              <a:cs typeface="Lexend"/>
              <a:sym typeface="Lexend"/>
            </a:endParaRPr>
          </a:p>
        </p:txBody>
      </p:sp>
      <p:pic>
        <p:nvPicPr>
          <p:cNvPr id="662" name="Google Shape;662;p49"/>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663" name="Google Shape;663;p49"/>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664" name="Google Shape;664;p49"/>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B</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4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7 Practice - blue ">
  <p:cSld name="TITLE_AND_TWO_COLUMNS_1_1_5_1_3_1_2">
    <p:spTree>
      <p:nvGrpSpPr>
        <p:cNvPr id="665" name="Shape 665"/>
        <p:cNvGrpSpPr/>
        <p:nvPr/>
      </p:nvGrpSpPr>
      <p:grpSpPr>
        <a:xfrm>
          <a:off x="0" y="0"/>
          <a:ext cx="0" cy="0"/>
        </a:xfrm>
      </p:grpSpPr>
      <p:pic>
        <p:nvPicPr>
          <p:cNvPr id="666" name="Google Shape;666;p50"/>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67" name="Google Shape;667;p50"/>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68" name="Google Shape;668;p50"/>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669" name="Google Shape;669;p50"/>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BEDFE"/>
                </a:solidFill>
                <a:latin typeface="Lexend"/>
                <a:ea typeface="Lexend"/>
                <a:cs typeface="Lexend"/>
                <a:sym typeface="Lexend"/>
              </a:rPr>
              <a:t>Practice</a:t>
            </a:r>
            <a:endParaRPr sz="900" b="1">
              <a:solidFill>
                <a:srgbClr val="EBEDFE"/>
              </a:solidFill>
              <a:latin typeface="Lexend"/>
              <a:ea typeface="Lexend"/>
              <a:cs typeface="Lexend"/>
              <a:sym typeface="Lexend"/>
            </a:endParaRPr>
          </a:p>
        </p:txBody>
      </p:sp>
      <p:pic>
        <p:nvPicPr>
          <p:cNvPr id="670" name="Google Shape;670;p50"/>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671" name="Google Shape;671;p50"/>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672" name="Google Shape;672;p50"/>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C</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5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7 Practice - pink">
  <p:cSld name="TITLE_AND_TWO_COLUMNS_1_1_5_1_3_1_1_1_1_1">
    <p:spTree>
      <p:nvGrpSpPr>
        <p:cNvPr id="673" name="Shape 673"/>
        <p:cNvGrpSpPr/>
        <p:nvPr/>
      </p:nvGrpSpPr>
      <p:grpSpPr>
        <a:xfrm>
          <a:off x="0" y="0"/>
          <a:ext cx="0" cy="0"/>
        </a:xfrm>
      </p:grpSpPr>
      <p:pic>
        <p:nvPicPr>
          <p:cNvPr id="674" name="Google Shape;674;p51"/>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75" name="Google Shape;675;p51"/>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76" name="Google Shape;676;p51"/>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677" name="Google Shape;677;p51"/>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Practice</a:t>
            </a:r>
            <a:endParaRPr sz="900" b="1">
              <a:solidFill>
                <a:srgbClr val="FAEAF6"/>
              </a:solidFill>
              <a:latin typeface="Lexend"/>
              <a:ea typeface="Lexend"/>
              <a:cs typeface="Lexend"/>
              <a:sym typeface="Lexend"/>
            </a:endParaRPr>
          </a:p>
        </p:txBody>
      </p:sp>
      <p:pic>
        <p:nvPicPr>
          <p:cNvPr id="678" name="Google Shape;678;p51"/>
          <p:cNvPicPr preferRelativeResize="0"/>
          <p:nvPr/>
        </p:nvPicPr>
        <p:blipFill>
          <a:blip r:embed="rId2">
            <a:alphaModFix/>
          </a:blip>
          <a:stretch>
            <a:fillRect/>
          </a:stretch>
        </p:blipFill>
        <p:spPr>
          <a:xfrm>
            <a:off x="8517493" y="-11474"/>
            <a:ext cx="499700" cy="499700"/>
          </a:xfrm>
          <a:prstGeom prst="rect">
            <a:avLst/>
          </a:prstGeom>
          <a:noFill/>
          <a:ln>
            <a:noFill/>
          </a:ln>
        </p:spPr>
      </p:pic>
      <p:sp>
        <p:nvSpPr>
          <p:cNvPr id="679" name="Google Shape;679;p51"/>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680" name="Google Shape;680;p51"/>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D</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5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8 Feedback - purple">
  <p:cSld name="TITLE_AND_TWO_COLUMNS_1_1_5_1_3_1_1_1">
    <p:bg>
      <p:bgPr>
        <a:solidFill>
          <a:srgbClr val="F3EEFB"/>
        </a:solidFill>
      </p:bgPr>
    </p:bg>
    <p:spTree>
      <p:nvGrpSpPr>
        <p:cNvPr id="681" name="Shape 681"/>
        <p:cNvGrpSpPr/>
        <p:nvPr/>
      </p:nvGrpSpPr>
      <p:grpSpPr>
        <a:xfrm>
          <a:off x="0" y="0"/>
          <a:ext cx="0" cy="0"/>
        </a:xfrm>
      </p:grpSpPr>
      <p:pic>
        <p:nvPicPr>
          <p:cNvPr id="682" name="Google Shape;682;p52"/>
          <p:cNvPicPr preferRelativeResize="0"/>
          <p:nvPr/>
        </p:nvPicPr>
        <p:blipFill>
          <a:blip r:embed="rId1">
            <a:alphaModFix/>
          </a:blip>
          <a:stretch>
            <a:fillRect/>
          </a:stretch>
        </p:blipFill>
        <p:spPr>
          <a:xfrm>
            <a:off x="0" y="532525"/>
            <a:ext cx="9151202" cy="116709"/>
          </a:xfrm>
          <a:prstGeom prst="rect">
            <a:avLst/>
          </a:prstGeom>
          <a:noFill/>
          <a:ln>
            <a:noFill/>
          </a:ln>
        </p:spPr>
      </p:pic>
      <p:sp>
        <p:nvSpPr>
          <p:cNvPr id="683" name="Google Shape;683;p52"/>
          <p:cNvSpPr/>
          <p:nvPr/>
        </p:nvSpPr>
        <p:spPr>
          <a:xfrm>
            <a:off x="-1" y="-2"/>
            <a:ext cx="9144300" cy="5403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84" name="Google Shape;684;p52"/>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pic>
        <p:nvPicPr>
          <p:cNvPr id="685" name="Google Shape;685;p52"/>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86" name="Google Shape;686;p52"/>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3EEFB"/>
                </a:solidFill>
                <a:latin typeface="Lexend"/>
                <a:ea typeface="Lexend"/>
                <a:cs typeface="Lexend"/>
                <a:sym typeface="Lexend"/>
              </a:rPr>
              <a:t>Feedback</a:t>
            </a:r>
            <a:endParaRPr sz="900" b="1">
              <a:solidFill>
                <a:srgbClr val="F3EEFB"/>
              </a:solidFill>
              <a:latin typeface="Lexend"/>
              <a:ea typeface="Lexend"/>
              <a:cs typeface="Lexend"/>
              <a:sym typeface="Lexend"/>
            </a:endParaRPr>
          </a:p>
        </p:txBody>
      </p:sp>
      <p:sp>
        <p:nvSpPr>
          <p:cNvPr id="687" name="Google Shape;687;p52"/>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688" name="Google Shape;688;p52"/>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A</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5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8 Feedback - jade">
  <p:cSld name="TITLE_AND_TWO_COLUMNS_1_1_5_1_3_1_1_1_1_2">
    <p:bg>
      <p:bgPr>
        <a:solidFill>
          <a:srgbClr val="E6F2F2"/>
        </a:solidFill>
      </p:bgPr>
    </p:bg>
    <p:spTree>
      <p:nvGrpSpPr>
        <p:cNvPr id="689" name="Shape 689"/>
        <p:cNvGrpSpPr/>
        <p:nvPr/>
      </p:nvGrpSpPr>
      <p:grpSpPr>
        <a:xfrm>
          <a:off x="0" y="0"/>
          <a:ext cx="0" cy="0"/>
        </a:xfrm>
      </p:grpSpPr>
      <p:pic>
        <p:nvPicPr>
          <p:cNvPr id="690" name="Google Shape;690;p53"/>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91" name="Google Shape;691;p53"/>
          <p:cNvSpPr/>
          <p:nvPr/>
        </p:nvSpPr>
        <p:spPr>
          <a:xfrm>
            <a:off x="-1" y="-2"/>
            <a:ext cx="9144300" cy="540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692" name="Google Shape;692;p53"/>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693" name="Google Shape;693;p53"/>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Feedback</a:t>
            </a:r>
            <a:endParaRPr sz="900" b="1">
              <a:solidFill>
                <a:srgbClr val="E6F2F2"/>
              </a:solidFill>
              <a:latin typeface="Lexend"/>
              <a:ea typeface="Lexend"/>
              <a:cs typeface="Lexend"/>
              <a:sym typeface="Lexend"/>
            </a:endParaRPr>
          </a:p>
        </p:txBody>
      </p:sp>
      <p:pic>
        <p:nvPicPr>
          <p:cNvPr id="694" name="Google Shape;694;p53"/>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695" name="Google Shape;695;p53"/>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696" name="Google Shape;696;p53"/>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B</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5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8 Feedback - blue">
  <p:cSld name="TITLE_AND_TWO_COLUMNS_1_1_5_1_3_1_2_1">
    <p:bg>
      <p:bgPr>
        <a:solidFill>
          <a:srgbClr val="EBEDFE"/>
        </a:solidFill>
      </p:bgPr>
    </p:bg>
    <p:spTree>
      <p:nvGrpSpPr>
        <p:cNvPr id="697" name="Shape 697"/>
        <p:cNvGrpSpPr/>
        <p:nvPr/>
      </p:nvGrpSpPr>
      <p:grpSpPr>
        <a:xfrm>
          <a:off x="0" y="0"/>
          <a:ext cx="0" cy="0"/>
        </a:xfrm>
      </p:grpSpPr>
      <p:pic>
        <p:nvPicPr>
          <p:cNvPr id="698" name="Google Shape;698;p54"/>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699" name="Google Shape;699;p54"/>
          <p:cNvSpPr/>
          <p:nvPr/>
        </p:nvSpPr>
        <p:spPr>
          <a:xfrm>
            <a:off x="-1" y="-2"/>
            <a:ext cx="9144300" cy="5403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00" name="Google Shape;700;p54"/>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01" name="Google Shape;701;p54"/>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E6F2F2"/>
                </a:solidFill>
                <a:latin typeface="Lexend"/>
                <a:ea typeface="Lexend"/>
                <a:cs typeface="Lexend"/>
                <a:sym typeface="Lexend"/>
              </a:rPr>
              <a:t>Feedback</a:t>
            </a:r>
            <a:endParaRPr sz="900" b="1">
              <a:solidFill>
                <a:srgbClr val="E6F2F2"/>
              </a:solidFill>
              <a:latin typeface="Lexend"/>
              <a:ea typeface="Lexend"/>
              <a:cs typeface="Lexend"/>
              <a:sym typeface="Lexend"/>
            </a:endParaRPr>
          </a:p>
        </p:txBody>
      </p:sp>
      <p:pic>
        <p:nvPicPr>
          <p:cNvPr id="702" name="Google Shape;702;p54"/>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703" name="Google Shape;703;p54"/>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
        <p:nvSpPr>
          <p:cNvPr id="704" name="Google Shape;704;p54"/>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rgbClr val="FFFFFF"/>
                </a:solidFill>
                <a:latin typeface="Lexend"/>
                <a:ea typeface="Lexend"/>
                <a:cs typeface="Lexend"/>
                <a:sym typeface="Lexend"/>
              </a:rPr>
              <a:t>Task C</a:t>
            </a:r>
            <a:endParaRPr sz="2000" b="1">
              <a:solidFill>
                <a:srgbClr val="FFFFFF"/>
              </a:solidFill>
              <a:latin typeface="Lexend"/>
              <a:ea typeface="Lexend"/>
              <a:cs typeface="Lexend"/>
              <a:sym typeface="Lexend"/>
            </a:endParaRPr>
          </a:p>
        </p:txBody>
      </p:sp>
    </p:spTree>
  </p:cSld>
  <p:clrMapOvr>
    <a:masterClrMapping/>
  </p:clrMapOvr>
  <p:transition/>
  <p:timing/>
</p:sldLayout>
</file>

<file path=ppt/slideLayouts/slideLayout5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8 Feedback - pink">
  <p:cSld name="TITLE_AND_TWO_COLUMNS_1_1_5_1_3_1_1_1_1_1_1">
    <p:bg>
      <p:bgPr>
        <a:solidFill>
          <a:srgbClr val="FAEAF6"/>
        </a:solidFill>
      </p:bgPr>
    </p:bg>
    <p:spTree>
      <p:nvGrpSpPr>
        <p:cNvPr id="705" name="Shape 705"/>
        <p:cNvGrpSpPr/>
        <p:nvPr/>
      </p:nvGrpSpPr>
      <p:grpSpPr>
        <a:xfrm>
          <a:off x="0" y="0"/>
          <a:ext cx="0" cy="0"/>
        </a:xfrm>
      </p:grpSpPr>
      <p:pic>
        <p:nvPicPr>
          <p:cNvPr id="706" name="Google Shape;706;p55"/>
          <p:cNvPicPr preferRelativeResize="0"/>
          <p:nvPr/>
        </p:nvPicPr>
        <p:blipFill>
          <a:blip r:embed="rId1">
            <a:alphaModFix/>
          </a:blip>
          <a:srcRect t="1662" b="1672"/>
          <a:stretch>
            <a:fillRect/>
          </a:stretch>
        </p:blipFill>
        <p:spPr>
          <a:xfrm>
            <a:off x="0" y="532525"/>
            <a:ext cx="9151202" cy="116709"/>
          </a:xfrm>
          <a:prstGeom prst="rect">
            <a:avLst/>
          </a:prstGeom>
          <a:noFill/>
          <a:ln>
            <a:noFill/>
          </a:ln>
        </p:spPr>
      </p:pic>
      <p:sp>
        <p:nvSpPr>
          <p:cNvPr id="707" name="Google Shape;707;p55"/>
          <p:cNvSpPr/>
          <p:nvPr/>
        </p:nvSpPr>
        <p:spPr>
          <a:xfrm>
            <a:off x="0" y="1"/>
            <a:ext cx="9144300" cy="540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sp>
        <p:nvSpPr>
          <p:cNvPr id="708" name="Google Shape;708;p55"/>
          <p:cNvSpPr txBox="1"/>
          <p:nvPr>
            <p:ph type="body" idx="1"/>
          </p:nvPr>
        </p:nvSpPr>
        <p:spPr>
          <a:xfrm>
            <a:off x="324000" y="759300"/>
            <a:ext cx="8237700" cy="30207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09" name="Google Shape;709;p55"/>
          <p:cNvSpPr txBox="1"/>
          <p:nvPr/>
        </p:nvSpPr>
        <p:spPr>
          <a:xfrm>
            <a:off x="8476560" y="438750"/>
            <a:ext cx="603900" cy="138600"/>
          </a:xfrm>
          <a:prstGeom prst="rect">
            <a:avLst/>
          </a:prstGeom>
          <a:noFill/>
          <a:ln>
            <a:noFill/>
          </a:ln>
        </p:spPr>
        <p:txBody>
          <a:bodyPr spcFirstLastPara="1" wrap="square" lIns="0" tIns="0" rIns="0" bIns="0" anchor="t" anchorCtr="0">
            <a:spAutoFit/>
          </a:bodyPr>
          <a:lstStyle/>
          <a:p>
            <a:pPr marL="0" lvl="0" indent="0" algn="ctr" rtl="0">
              <a:spcBef>
                <a:spcPct val="0"/>
              </a:spcBef>
              <a:spcAft>
                <a:spcPct val="0"/>
              </a:spcAft>
              <a:buNone/>
            </a:pPr>
            <a:r>
              <a:rPr lang="en-GB" sz="900" b="1">
                <a:solidFill>
                  <a:srgbClr val="FAEAF6"/>
                </a:solidFill>
                <a:latin typeface="Lexend"/>
                <a:ea typeface="Lexend"/>
                <a:cs typeface="Lexend"/>
                <a:sym typeface="Lexend"/>
              </a:rPr>
              <a:t>Feedback</a:t>
            </a:r>
            <a:endParaRPr sz="900" b="1">
              <a:solidFill>
                <a:srgbClr val="FAEAF6"/>
              </a:solidFill>
              <a:latin typeface="Lexend"/>
              <a:ea typeface="Lexend"/>
              <a:cs typeface="Lexend"/>
              <a:sym typeface="Lexend"/>
            </a:endParaRPr>
          </a:p>
        </p:txBody>
      </p:sp>
      <p:pic>
        <p:nvPicPr>
          <p:cNvPr id="710" name="Google Shape;710;p55"/>
          <p:cNvPicPr preferRelativeResize="0"/>
          <p:nvPr/>
        </p:nvPicPr>
        <p:blipFill>
          <a:blip r:embed="rId2">
            <a:alphaModFix/>
          </a:blip>
          <a:stretch>
            <a:fillRect/>
          </a:stretch>
        </p:blipFill>
        <p:spPr>
          <a:xfrm>
            <a:off x="8528585" y="-11474"/>
            <a:ext cx="499700" cy="499700"/>
          </a:xfrm>
          <a:prstGeom prst="rect">
            <a:avLst/>
          </a:prstGeom>
          <a:noFill/>
          <a:ln>
            <a:noFill/>
          </a:ln>
        </p:spPr>
      </p:pic>
      <p:sp>
        <p:nvSpPr>
          <p:cNvPr id="711" name="Google Shape;711;p55"/>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lnSpc>
                <a:spcPct val="100000"/>
              </a:lnSpc>
              <a:spcBef>
                <a:spcPct val="0"/>
              </a:spcBef>
              <a:spcAft>
                <a:spcPct val="0"/>
              </a:spcAft>
              <a:buNone/>
            </a:pPr>
            <a:r>
              <a:rPr lang="en-GB" sz="2000" b="1">
                <a:solidFill>
                  <a:schemeClr val="lt1"/>
                </a:solidFill>
                <a:latin typeface="Lexend"/>
                <a:ea typeface="Lexend"/>
                <a:cs typeface="Lexend"/>
                <a:sym typeface="Lexend"/>
              </a:rPr>
              <a:t>Task D</a:t>
            </a:r>
            <a:endParaRPr sz="2000" b="1">
              <a:solidFill>
                <a:schemeClr val="lt1"/>
              </a:solidFill>
              <a:latin typeface="Lexend"/>
              <a:ea typeface="Lexend"/>
              <a:cs typeface="Lexend"/>
              <a:sym typeface="Lexend"/>
            </a:endParaRPr>
          </a:p>
        </p:txBody>
      </p:sp>
      <p:sp>
        <p:nvSpPr>
          <p:cNvPr id="712" name="Google Shape;712;p55"/>
          <p:cNvSpPr txBox="1"/>
          <p:nvPr>
            <p:ph type="title"/>
          </p:nvPr>
        </p:nvSpPr>
        <p:spPr>
          <a:xfrm>
            <a:off x="1479300" y="39650"/>
            <a:ext cx="68553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Clr>
                <a:schemeClr val="lt1"/>
              </a:buClr>
              <a:buSzPts val="1800"/>
              <a:buNone/>
              <a:defRPr sz="1800" b="0">
                <a:solidFill>
                  <a:schemeClr val="lt1"/>
                </a:solidFill>
              </a:defRPr>
            </a:lvl1pPr>
            <a:lvl2pPr lvl="1" rtl="0">
              <a:lnSpc>
                <a:spcPct val="100000"/>
              </a:lnSpc>
              <a:spcBef>
                <a:spcPct val="0"/>
              </a:spcBef>
              <a:spcAft>
                <a:spcPct val="0"/>
              </a:spcAft>
              <a:buClr>
                <a:schemeClr val="lt1"/>
              </a:buClr>
              <a:buSzPts val="1800"/>
              <a:buNone/>
              <a:defRPr sz="1800">
                <a:solidFill>
                  <a:schemeClr val="lt1"/>
                </a:solidFill>
              </a:defRPr>
            </a:lvl2pPr>
            <a:lvl3pPr lvl="2" rtl="0">
              <a:lnSpc>
                <a:spcPct val="100000"/>
              </a:lnSpc>
              <a:spcBef>
                <a:spcPct val="0"/>
              </a:spcBef>
              <a:spcAft>
                <a:spcPct val="0"/>
              </a:spcAft>
              <a:buClr>
                <a:schemeClr val="lt1"/>
              </a:buClr>
              <a:buSzPts val="1800"/>
              <a:buNone/>
              <a:defRPr sz="1800">
                <a:solidFill>
                  <a:schemeClr val="lt1"/>
                </a:solidFill>
              </a:defRPr>
            </a:lvl3pPr>
            <a:lvl4pPr lvl="3" rtl="0">
              <a:lnSpc>
                <a:spcPct val="100000"/>
              </a:lnSpc>
              <a:spcBef>
                <a:spcPct val="0"/>
              </a:spcBef>
              <a:spcAft>
                <a:spcPct val="0"/>
              </a:spcAft>
              <a:buClr>
                <a:schemeClr val="lt1"/>
              </a:buClr>
              <a:buSzPts val="1800"/>
              <a:buNone/>
              <a:defRPr sz="1800">
                <a:solidFill>
                  <a:schemeClr val="lt1"/>
                </a:solidFill>
              </a:defRPr>
            </a:lvl4pPr>
            <a:lvl5pPr lvl="4" rtl="0">
              <a:lnSpc>
                <a:spcPct val="100000"/>
              </a:lnSpc>
              <a:spcBef>
                <a:spcPct val="0"/>
              </a:spcBef>
              <a:spcAft>
                <a:spcPct val="0"/>
              </a:spcAft>
              <a:buClr>
                <a:schemeClr val="lt1"/>
              </a:buClr>
              <a:buSzPts val="1800"/>
              <a:buNone/>
              <a:defRPr sz="1800">
                <a:solidFill>
                  <a:schemeClr val="lt1"/>
                </a:solidFill>
              </a:defRPr>
            </a:lvl5pPr>
            <a:lvl6pPr lvl="5" rtl="0">
              <a:lnSpc>
                <a:spcPct val="100000"/>
              </a:lnSpc>
              <a:spcBef>
                <a:spcPct val="0"/>
              </a:spcBef>
              <a:spcAft>
                <a:spcPct val="0"/>
              </a:spcAft>
              <a:buClr>
                <a:schemeClr val="lt1"/>
              </a:buClr>
              <a:buSzPts val="1800"/>
              <a:buNone/>
              <a:defRPr sz="1800">
                <a:solidFill>
                  <a:schemeClr val="lt1"/>
                </a:solidFill>
              </a:defRPr>
            </a:lvl6pPr>
            <a:lvl7pPr lvl="6" rtl="0">
              <a:lnSpc>
                <a:spcPct val="100000"/>
              </a:lnSpc>
              <a:spcBef>
                <a:spcPct val="0"/>
              </a:spcBef>
              <a:spcAft>
                <a:spcPct val="0"/>
              </a:spcAft>
              <a:buClr>
                <a:schemeClr val="lt1"/>
              </a:buClr>
              <a:buSzPts val="1800"/>
              <a:buNone/>
              <a:defRPr sz="1800">
                <a:solidFill>
                  <a:schemeClr val="lt1"/>
                </a:solidFill>
              </a:defRPr>
            </a:lvl7pPr>
            <a:lvl8pPr lvl="7" rtl="0">
              <a:lnSpc>
                <a:spcPct val="100000"/>
              </a:lnSpc>
              <a:spcBef>
                <a:spcPct val="0"/>
              </a:spcBef>
              <a:spcAft>
                <a:spcPct val="0"/>
              </a:spcAft>
              <a:buClr>
                <a:schemeClr val="lt1"/>
              </a:buClr>
              <a:buSzPts val="1800"/>
              <a:buNone/>
              <a:defRPr sz="1800">
                <a:solidFill>
                  <a:schemeClr val="lt1"/>
                </a:solidFill>
              </a:defRPr>
            </a:lvl8pPr>
            <a:lvl9pPr lvl="8" rtl="0">
              <a:lnSpc>
                <a:spcPct val="100000"/>
              </a:lnSpc>
              <a:spcBef>
                <a:spcPct val="0"/>
              </a:spcBef>
              <a:spcAft>
                <a:spcPct val="0"/>
              </a:spcAft>
              <a:buClr>
                <a:schemeClr val="lt1"/>
              </a:buClr>
              <a:buSzPts val="1800"/>
              <a:buNone/>
              <a:defRPr sz="1800">
                <a:solidFill>
                  <a:schemeClr val="lt1"/>
                </a:solidFill>
              </a:defRPr>
            </a:lvl9pPr>
          </a:lstStyle>
          <a:p/>
        </p:txBody>
      </p:sp>
    </p:spTree>
  </p:cSld>
  <p:clrMapOvr>
    <a:masterClrMapping/>
  </p:clrMapOvr>
  <p:transition/>
  <p:timing/>
</p:sldLayout>
</file>

<file path=ppt/slideLayouts/slideLayout5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6 Summary 1">
  <p:cSld name="TITLE_AND_TWO_COLUMNS_1_1_5_1_2_1_1">
    <p:spTree>
      <p:nvGrpSpPr>
        <p:cNvPr id="713" name="Shape 713"/>
        <p:cNvGrpSpPr/>
        <p:nvPr/>
      </p:nvGrpSpPr>
      <p:grpSpPr>
        <a:xfrm>
          <a:off x="0" y="0"/>
          <a:ext cx="0" cy="0"/>
        </a:xfrm>
      </p:grpSpPr>
      <p:sp>
        <p:nvSpPr>
          <p:cNvPr id="714" name="Google Shape;714;p56"/>
          <p:cNvSpPr/>
          <p:nvPr/>
        </p:nvSpPr>
        <p:spPr>
          <a:xfrm>
            <a:off x="0" y="0"/>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15" name="Google Shape;715;p56"/>
          <p:cNvPicPr preferRelativeResize="0"/>
          <p:nvPr/>
        </p:nvPicPr>
        <p:blipFill>
          <a:blip r:embed="rId1">
            <a:alphaModFix/>
          </a:blip>
          <a:srcRect t="1699" b="1709"/>
          <a:stretch>
            <a:fillRect/>
          </a:stretch>
        </p:blipFill>
        <p:spPr>
          <a:xfrm>
            <a:off x="0" y="535825"/>
            <a:ext cx="9151202" cy="116709"/>
          </a:xfrm>
          <a:prstGeom prst="rect">
            <a:avLst/>
          </a:prstGeom>
          <a:noFill/>
          <a:ln>
            <a:noFill/>
          </a:ln>
        </p:spPr>
      </p:pic>
      <p:sp>
        <p:nvSpPr>
          <p:cNvPr id="716" name="Google Shape;716;p56"/>
          <p:cNvSpPr txBox="1"/>
          <p:nvPr>
            <p:ph type="body" idx="1"/>
          </p:nvPr>
        </p:nvSpPr>
        <p:spPr>
          <a:xfrm>
            <a:off x="324000" y="1080000"/>
            <a:ext cx="8113800" cy="37404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17" name="Google Shape;717;p56"/>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Summary</a:t>
            </a:r>
            <a:endParaRPr sz="2000" b="1">
              <a:solidFill>
                <a:schemeClr val="dk1"/>
              </a:solidFill>
              <a:latin typeface="Lexend"/>
              <a:ea typeface="Lexend"/>
              <a:cs typeface="Lexend"/>
              <a:sym typeface="Lexend"/>
            </a:endParaRPr>
          </a:p>
        </p:txBody>
      </p:sp>
      <p:sp>
        <p:nvSpPr>
          <p:cNvPr id="718" name="Google Shape;718;p56"/>
          <p:cNvSpPr txBox="1"/>
          <p:nvPr>
            <p:ph type="title"/>
          </p:nvPr>
        </p:nvSpPr>
        <p:spPr>
          <a:xfrm>
            <a:off x="1684800" y="43825"/>
            <a:ext cx="57414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SzPts val="2000"/>
              <a:buFont typeface="Lexend"/>
              <a:buNone/>
              <a:defRPr sz="2000" b="0">
                <a:latin typeface="Lexend"/>
                <a:ea typeface="Lexend"/>
                <a:cs typeface="Lexend"/>
                <a:sym typeface="Lexend"/>
              </a:defRPr>
            </a:lvl1pPr>
            <a:lvl2pPr lvl="1" rtl="0">
              <a:lnSpc>
                <a:spcPct val="100000"/>
              </a:lnSpc>
              <a:spcBef>
                <a:spcPct val="0"/>
              </a:spcBef>
              <a:spcAft>
                <a:spcPct val="0"/>
              </a:spcAft>
              <a:buSzPts val="2000"/>
              <a:buNone/>
              <a:defRPr sz="2000"/>
            </a:lvl2pPr>
            <a:lvl3pPr lvl="2" rtl="0">
              <a:lnSpc>
                <a:spcPct val="100000"/>
              </a:lnSpc>
              <a:spcBef>
                <a:spcPct val="0"/>
              </a:spcBef>
              <a:spcAft>
                <a:spcPct val="0"/>
              </a:spcAft>
              <a:buSzPts val="2000"/>
              <a:buNone/>
              <a:defRPr sz="2000"/>
            </a:lvl3pPr>
            <a:lvl4pPr lvl="3" rtl="0">
              <a:lnSpc>
                <a:spcPct val="100000"/>
              </a:lnSpc>
              <a:spcBef>
                <a:spcPct val="0"/>
              </a:spcBef>
              <a:spcAft>
                <a:spcPct val="0"/>
              </a:spcAft>
              <a:buSzPts val="2000"/>
              <a:buNone/>
              <a:defRPr sz="2000"/>
            </a:lvl4pPr>
            <a:lvl5pPr lvl="4" rtl="0">
              <a:lnSpc>
                <a:spcPct val="100000"/>
              </a:lnSpc>
              <a:spcBef>
                <a:spcPct val="0"/>
              </a:spcBef>
              <a:spcAft>
                <a:spcPct val="0"/>
              </a:spcAft>
              <a:buSzPts val="2000"/>
              <a:buNone/>
              <a:defRPr sz="2000"/>
            </a:lvl5pPr>
            <a:lvl6pPr lvl="5" rtl="0">
              <a:lnSpc>
                <a:spcPct val="100000"/>
              </a:lnSpc>
              <a:spcBef>
                <a:spcPct val="0"/>
              </a:spcBef>
              <a:spcAft>
                <a:spcPct val="0"/>
              </a:spcAft>
              <a:buSzPts val="2000"/>
              <a:buNone/>
              <a:defRPr sz="2000"/>
            </a:lvl6pPr>
            <a:lvl7pPr lvl="6" rtl="0">
              <a:lnSpc>
                <a:spcPct val="100000"/>
              </a:lnSpc>
              <a:spcBef>
                <a:spcPct val="0"/>
              </a:spcBef>
              <a:spcAft>
                <a:spcPct val="0"/>
              </a:spcAft>
              <a:buSzPts val="2000"/>
              <a:buNone/>
              <a:defRPr sz="2000"/>
            </a:lvl7pPr>
            <a:lvl8pPr lvl="7" rtl="0">
              <a:lnSpc>
                <a:spcPct val="100000"/>
              </a:lnSpc>
              <a:spcBef>
                <a:spcPct val="0"/>
              </a:spcBef>
              <a:spcAft>
                <a:spcPct val="0"/>
              </a:spcAft>
              <a:buSzPts val="2000"/>
              <a:buNone/>
              <a:defRPr sz="2000"/>
            </a:lvl8pPr>
            <a:lvl9pPr lvl="8" rtl="0">
              <a:lnSpc>
                <a:spcPct val="100000"/>
              </a:lnSpc>
              <a:spcBef>
                <a:spcPct val="0"/>
              </a:spcBef>
              <a:spcAft>
                <a:spcPct val="0"/>
              </a:spcAft>
              <a:buSzPts val="2000"/>
              <a:buNone/>
              <a:defRPr sz="2000"/>
            </a:lvl9pPr>
          </a:lstStyle>
          <a:p/>
        </p:txBody>
      </p:sp>
    </p:spTree>
  </p:cSld>
  <p:clrMapOvr>
    <a:masterClrMapping/>
  </p:clrMapOvr>
  <p:transition/>
  <p:timing/>
</p:sldLayout>
</file>

<file path=ppt/slideLayouts/slideLayout5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6 Summary 2">
  <p:cSld name="TITLE_AND_TWO_COLUMNS_1_1_5_1_2">
    <p:spTree>
      <p:nvGrpSpPr>
        <p:cNvPr id="719" name="Shape 719"/>
        <p:cNvGrpSpPr/>
        <p:nvPr/>
      </p:nvGrpSpPr>
      <p:grpSpPr>
        <a:xfrm>
          <a:off x="0" y="0"/>
          <a:ext cx="0" cy="0"/>
        </a:xfrm>
      </p:grpSpPr>
      <p:sp>
        <p:nvSpPr>
          <p:cNvPr id="720" name="Google Shape;720;p57"/>
          <p:cNvSpPr/>
          <p:nvPr/>
        </p:nvSpPr>
        <p:spPr>
          <a:xfrm>
            <a:off x="0" y="0"/>
            <a:ext cx="9144300" cy="7731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21" name="Google Shape;721;p57"/>
          <p:cNvPicPr preferRelativeResize="0"/>
          <p:nvPr/>
        </p:nvPicPr>
        <p:blipFill>
          <a:blip r:embed="rId1">
            <a:alphaModFix/>
          </a:blip>
          <a:srcRect t="1699" b="1709"/>
          <a:stretch>
            <a:fillRect/>
          </a:stretch>
        </p:blipFill>
        <p:spPr>
          <a:xfrm>
            <a:off x="0" y="769550"/>
            <a:ext cx="9151202" cy="116709"/>
          </a:xfrm>
          <a:prstGeom prst="rect">
            <a:avLst/>
          </a:prstGeom>
          <a:noFill/>
          <a:ln>
            <a:noFill/>
          </a:ln>
        </p:spPr>
      </p:pic>
      <p:sp>
        <p:nvSpPr>
          <p:cNvPr id="722" name="Google Shape;722;p57"/>
          <p:cNvSpPr txBox="1"/>
          <p:nvPr>
            <p:ph type="body" idx="1"/>
          </p:nvPr>
        </p:nvSpPr>
        <p:spPr>
          <a:xfrm>
            <a:off x="324000" y="1080000"/>
            <a:ext cx="8113800" cy="3740400"/>
          </a:xfrm>
          <a:prstGeom prst="rect">
            <a:avLst/>
          </a:prstGeom>
        </p:spPr>
        <p:txBody>
          <a:bodyPr spcFirstLastPara="1" wrap="square" lIns="0" tIns="0" rIns="0" bIns="0" anchor="t" anchorCtr="0">
            <a:noAutofit/>
          </a:bodyPr>
          <a:lstStyle>
            <a:lvl1pPr marL="457200" lvl="0" indent="-368300" rtl="0">
              <a:lnSpc>
                <a:spcPct val="115000"/>
              </a:lnSpc>
              <a:spcBef>
                <a:spcPct val="0"/>
              </a:spcBef>
              <a:spcAft>
                <a:spcPct val="0"/>
              </a:spcAft>
              <a:buSzPts val="2200"/>
              <a:buFont typeface="Lexend"/>
              <a:buChar char="●"/>
              <a:defRPr sz="2200">
                <a:latin typeface="Lexend"/>
                <a:ea typeface="Lexend"/>
                <a:cs typeface="Lexend"/>
                <a:sym typeface="Lexend"/>
              </a:defRPr>
            </a:lvl1pPr>
            <a:lvl2pPr marL="914400" lvl="1" indent="-368300" rtl="0">
              <a:spcBef>
                <a:spcPts val="1000"/>
              </a:spcBef>
              <a:spcAft>
                <a:spcPct val="0"/>
              </a:spcAft>
              <a:buSzPts val="2200"/>
              <a:buFont typeface="Lexend"/>
              <a:buChar char="–"/>
              <a:defRPr sz="2200">
                <a:latin typeface="Lexend"/>
                <a:ea typeface="Lexend"/>
                <a:cs typeface="Lexend"/>
                <a:sym typeface="Lexend"/>
              </a:defRPr>
            </a:lvl2pPr>
            <a:lvl3pPr marL="1371600" lvl="2" indent="-355600" rtl="0">
              <a:spcBef>
                <a:spcPts val="1000"/>
              </a:spcBef>
              <a:spcAft>
                <a:spcPct val="0"/>
              </a:spcAft>
              <a:buSzPts val="2000"/>
              <a:buFont typeface="Lexend"/>
              <a:buChar char="–"/>
              <a:defRPr>
                <a:latin typeface="Lexend"/>
                <a:ea typeface="Lexend"/>
                <a:cs typeface="Lexend"/>
                <a:sym typeface="Lexend"/>
              </a:defRPr>
            </a:lvl3pPr>
            <a:lvl4pPr marL="1828800" lvl="3" indent="-368300" rtl="0">
              <a:spcBef>
                <a:spcPts val="800"/>
              </a:spcBef>
              <a:spcAft>
                <a:spcPct val="0"/>
              </a:spcAft>
              <a:buSzPts val="2200"/>
              <a:buFont typeface="Lexend"/>
              <a:buChar char="–"/>
              <a:defRPr sz="2200">
                <a:latin typeface="Lexend"/>
                <a:ea typeface="Lexend"/>
                <a:cs typeface="Lexend"/>
                <a:sym typeface="Lexend"/>
              </a:defRPr>
            </a:lvl4pPr>
            <a:lvl5pPr marL="2286000" lvl="4" indent="-342900" rtl="0">
              <a:spcBef>
                <a:spcPts val="800"/>
              </a:spcBef>
              <a:spcAft>
                <a:spcPct val="0"/>
              </a:spcAft>
              <a:buSzPts val="1800"/>
              <a:buFont typeface="Lexend"/>
              <a:buChar char="–"/>
              <a:defRPr>
                <a:latin typeface="Lexend"/>
                <a:ea typeface="Lexend"/>
                <a:cs typeface="Lexend"/>
                <a:sym typeface="Lexend"/>
              </a:defRPr>
            </a:lvl5pPr>
            <a:lvl6pPr marL="2743200" lvl="5" indent="-342900" rtl="0">
              <a:spcBef>
                <a:spcPts val="600"/>
              </a:spcBef>
              <a:spcAft>
                <a:spcPct val="0"/>
              </a:spcAft>
              <a:buSzPts val="1800"/>
              <a:buFont typeface="Lexend"/>
              <a:buChar char="–"/>
              <a:defRPr sz="1800">
                <a:latin typeface="Lexend"/>
                <a:ea typeface="Lexend"/>
                <a:cs typeface="Lexend"/>
                <a:sym typeface="Lexend"/>
              </a:defRPr>
            </a:lvl6pPr>
            <a:lvl7pPr marL="3200400" lvl="6" indent="-342900" rtl="0">
              <a:spcBef>
                <a:spcPts val="600"/>
              </a:spcBef>
              <a:spcAft>
                <a:spcPct val="0"/>
              </a:spcAft>
              <a:buSzPts val="1800"/>
              <a:buFont typeface="Lexend"/>
              <a:buChar char="–"/>
              <a:defRPr>
                <a:latin typeface="Lexend"/>
                <a:ea typeface="Lexend"/>
                <a:cs typeface="Lexend"/>
                <a:sym typeface="Lexend"/>
              </a:defRPr>
            </a:lvl7pPr>
            <a:lvl8pPr marL="3657600" lvl="7" indent="-342900" rtl="0">
              <a:spcBef>
                <a:spcPts val="400"/>
              </a:spcBef>
              <a:spcAft>
                <a:spcPct val="0"/>
              </a:spcAft>
              <a:buSzPts val="1800"/>
              <a:buFont typeface="Lexend"/>
              <a:buChar char="–"/>
              <a:defRPr>
                <a:latin typeface="Lexend"/>
                <a:ea typeface="Lexend"/>
                <a:cs typeface="Lexend"/>
                <a:sym typeface="Lexend"/>
              </a:defRPr>
            </a:lvl8pPr>
            <a:lvl9pPr marL="4114800" lvl="8" indent="-342900" rtl="0">
              <a:spcBef>
                <a:spcPts val="400"/>
              </a:spcBef>
              <a:spcAft>
                <a:spcPts val="200"/>
              </a:spcAft>
              <a:buSzPts val="1800"/>
              <a:buFont typeface="Lexend"/>
              <a:buChar char="–"/>
              <a:defRPr>
                <a:latin typeface="Lexend"/>
                <a:ea typeface="Lexend"/>
                <a:cs typeface="Lexend"/>
                <a:sym typeface="Lexend"/>
              </a:defRPr>
            </a:lvl9pPr>
          </a:lstStyle>
          <a:p/>
        </p:txBody>
      </p:sp>
      <p:sp>
        <p:nvSpPr>
          <p:cNvPr id="723" name="Google Shape;723;p57"/>
          <p:cNvSpPr txBox="1"/>
          <p:nvPr/>
        </p:nvSpPr>
        <p:spPr>
          <a:xfrm>
            <a:off x="324000" y="43825"/>
            <a:ext cx="1316700" cy="382800"/>
          </a:xfrm>
          <a:prstGeom prst="rect">
            <a:avLst/>
          </a:prstGeom>
          <a:noFill/>
          <a:ln>
            <a:noFill/>
          </a:ln>
        </p:spPr>
        <p:txBody>
          <a:bodyPr spcFirstLastPara="1" wrap="square" lIns="0" tIns="0" rIns="0" bIns="0" anchor="b" anchorCtr="0">
            <a:noAutofit/>
          </a:bodyPr>
          <a:lstStyle/>
          <a:p>
            <a:pPr marL="0" lvl="0" indent="0" algn="l" rtl="0">
              <a:spcBef>
                <a:spcPct val="0"/>
              </a:spcBef>
              <a:spcAft>
                <a:spcPct val="0"/>
              </a:spcAft>
              <a:buNone/>
            </a:pPr>
            <a:r>
              <a:rPr lang="en-GB" sz="2000" b="1">
                <a:solidFill>
                  <a:schemeClr val="dk1"/>
                </a:solidFill>
                <a:latin typeface="Lexend"/>
                <a:ea typeface="Lexend"/>
                <a:cs typeface="Lexend"/>
                <a:sym typeface="Lexend"/>
              </a:rPr>
              <a:t>Summary</a:t>
            </a:r>
            <a:endParaRPr sz="2000" b="1">
              <a:solidFill>
                <a:schemeClr val="dk1"/>
              </a:solidFill>
              <a:latin typeface="Lexend"/>
              <a:ea typeface="Lexend"/>
              <a:cs typeface="Lexend"/>
              <a:sym typeface="Lexend"/>
            </a:endParaRPr>
          </a:p>
        </p:txBody>
      </p:sp>
      <p:sp>
        <p:nvSpPr>
          <p:cNvPr id="724" name="Google Shape;724;p57"/>
          <p:cNvSpPr txBox="1"/>
          <p:nvPr>
            <p:ph type="title"/>
          </p:nvPr>
        </p:nvSpPr>
        <p:spPr>
          <a:xfrm>
            <a:off x="1684800" y="43825"/>
            <a:ext cx="5741400" cy="382800"/>
          </a:xfrm>
          <a:prstGeom prst="rect">
            <a:avLst/>
          </a:prstGeom>
        </p:spPr>
        <p:txBody>
          <a:bodyPr spcFirstLastPara="1" wrap="square" lIns="0" tIns="0" rIns="0" bIns="0" anchor="b" anchorCtr="0">
            <a:noAutofit/>
          </a:bodyPr>
          <a:lstStyle>
            <a:lvl1pPr lvl="0" rtl="0">
              <a:lnSpc>
                <a:spcPct val="100000"/>
              </a:lnSpc>
              <a:spcBef>
                <a:spcPct val="0"/>
              </a:spcBef>
              <a:spcAft>
                <a:spcPct val="0"/>
              </a:spcAft>
              <a:buSzPts val="2000"/>
              <a:buFont typeface="Lexend"/>
              <a:buNone/>
              <a:defRPr sz="2000" b="0">
                <a:latin typeface="Lexend"/>
                <a:ea typeface="Lexend"/>
                <a:cs typeface="Lexend"/>
                <a:sym typeface="Lexend"/>
              </a:defRPr>
            </a:lvl1pPr>
            <a:lvl2pPr lvl="1" rtl="0">
              <a:lnSpc>
                <a:spcPct val="100000"/>
              </a:lnSpc>
              <a:spcBef>
                <a:spcPct val="0"/>
              </a:spcBef>
              <a:spcAft>
                <a:spcPct val="0"/>
              </a:spcAft>
              <a:buSzPts val="2000"/>
              <a:buNone/>
              <a:defRPr sz="2000"/>
            </a:lvl2pPr>
            <a:lvl3pPr lvl="2" rtl="0">
              <a:lnSpc>
                <a:spcPct val="100000"/>
              </a:lnSpc>
              <a:spcBef>
                <a:spcPct val="0"/>
              </a:spcBef>
              <a:spcAft>
                <a:spcPct val="0"/>
              </a:spcAft>
              <a:buSzPts val="2000"/>
              <a:buNone/>
              <a:defRPr sz="2000"/>
            </a:lvl3pPr>
            <a:lvl4pPr lvl="3" rtl="0">
              <a:lnSpc>
                <a:spcPct val="100000"/>
              </a:lnSpc>
              <a:spcBef>
                <a:spcPct val="0"/>
              </a:spcBef>
              <a:spcAft>
                <a:spcPct val="0"/>
              </a:spcAft>
              <a:buSzPts val="2000"/>
              <a:buNone/>
              <a:defRPr sz="2000"/>
            </a:lvl4pPr>
            <a:lvl5pPr lvl="4" rtl="0">
              <a:lnSpc>
                <a:spcPct val="100000"/>
              </a:lnSpc>
              <a:spcBef>
                <a:spcPct val="0"/>
              </a:spcBef>
              <a:spcAft>
                <a:spcPct val="0"/>
              </a:spcAft>
              <a:buSzPts val="2000"/>
              <a:buNone/>
              <a:defRPr sz="2000"/>
            </a:lvl5pPr>
            <a:lvl6pPr lvl="5" rtl="0">
              <a:lnSpc>
                <a:spcPct val="100000"/>
              </a:lnSpc>
              <a:spcBef>
                <a:spcPct val="0"/>
              </a:spcBef>
              <a:spcAft>
                <a:spcPct val="0"/>
              </a:spcAft>
              <a:buSzPts val="2000"/>
              <a:buNone/>
              <a:defRPr sz="2000"/>
            </a:lvl6pPr>
            <a:lvl7pPr lvl="6" rtl="0">
              <a:lnSpc>
                <a:spcPct val="100000"/>
              </a:lnSpc>
              <a:spcBef>
                <a:spcPct val="0"/>
              </a:spcBef>
              <a:spcAft>
                <a:spcPct val="0"/>
              </a:spcAft>
              <a:buSzPts val="2000"/>
              <a:buNone/>
              <a:defRPr sz="2000"/>
            </a:lvl7pPr>
            <a:lvl8pPr lvl="7" rtl="0">
              <a:lnSpc>
                <a:spcPct val="100000"/>
              </a:lnSpc>
              <a:spcBef>
                <a:spcPct val="0"/>
              </a:spcBef>
              <a:spcAft>
                <a:spcPct val="0"/>
              </a:spcAft>
              <a:buSzPts val="2000"/>
              <a:buNone/>
              <a:defRPr sz="2000"/>
            </a:lvl8pPr>
            <a:lvl9pPr lvl="8" rtl="0">
              <a:lnSpc>
                <a:spcPct val="100000"/>
              </a:lnSpc>
              <a:spcBef>
                <a:spcPct val="0"/>
              </a:spcBef>
              <a:spcAft>
                <a:spcPct val="0"/>
              </a:spcAft>
              <a:buSzPts val="2000"/>
              <a:buNone/>
              <a:defRPr sz="2000"/>
            </a:lvl9pPr>
          </a:lstStyle>
          <a:p/>
        </p:txBody>
      </p:sp>
    </p:spTree>
  </p:cSld>
  <p:clrMapOvr>
    <a:masterClrMapping/>
  </p:clrMapOvr>
  <p:transition/>
  <p:timing/>
</p:sldLayout>
</file>

<file path=ppt/slideLayouts/slideLayout5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MasterSp="0" matchingName="Z.3 Projectable quiz">
  <p:cSld name="Title Slide 3_1">
    <p:bg>
      <p:bgPr>
        <a:solidFill>
          <a:schemeClr val="lt1"/>
        </a:solidFill>
      </p:bgPr>
    </p:bg>
    <p:spTree>
      <p:nvGrpSpPr>
        <p:cNvPr id="725" name="Shape 725"/>
        <p:cNvGrpSpPr/>
        <p:nvPr/>
      </p:nvGrpSpPr>
      <p:grpSpPr>
        <a:xfrm>
          <a:off x="0" y="0"/>
          <a:ext cx="0" cy="0"/>
        </a:xfrm>
      </p:grpSpPr>
      <p:pic>
        <p:nvPicPr>
          <p:cNvPr id="726" name="Google Shape;726;p58"/>
          <p:cNvPicPr preferRelativeResize="0"/>
          <p:nvPr/>
        </p:nvPicPr>
        <p:blipFill>
          <a:blip r:embed="rId1">
            <a:alphaModFix/>
          </a:blip>
          <a:stretch>
            <a:fillRect/>
          </a:stretch>
        </p:blipFill>
        <p:spPr>
          <a:xfrm>
            <a:off x="8524129" y="4430050"/>
            <a:ext cx="234000" cy="318241"/>
          </a:xfrm>
          <a:prstGeom prst="rect">
            <a:avLst/>
          </a:prstGeom>
          <a:noFill/>
          <a:ln>
            <a:noFill/>
          </a:ln>
        </p:spPr>
      </p:pic>
      <p:sp>
        <p:nvSpPr>
          <p:cNvPr id="727" name="Google Shape;727;p58"/>
          <p:cNvSpPr txBox="1"/>
          <p:nvPr/>
        </p:nvSpPr>
        <p:spPr>
          <a:xfrm>
            <a:off x="1977450" y="3132468"/>
            <a:ext cx="5189100" cy="431100"/>
          </a:xfrm>
          <a:prstGeom prst="rect">
            <a:avLst/>
          </a:prstGeom>
          <a:noFill/>
          <a:ln>
            <a:noFill/>
          </a:ln>
        </p:spPr>
        <p:txBody>
          <a:bodyPr spcFirstLastPara="1" wrap="square" lIns="91425" tIns="91425" rIns="91425" bIns="91425" anchor="t" anchorCtr="0">
            <a:spAutoFit/>
          </a:bodyPr>
          <a:lstStyle/>
          <a:p>
            <a:pPr marL="0" lvl="0" indent="0" algn="ctr" rtl="0">
              <a:spcBef>
                <a:spcPct val="0"/>
              </a:spcBef>
              <a:spcAft>
                <a:spcPct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transition/>
  <p:timing/>
</p:sldLayout>
</file>

<file path=ppt/slideLayouts/slideLayout5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4 Items to copy-paste">
  <p:cSld name="CUSTOM_104_1_2_1_1">
    <p:spTree>
      <p:nvGrpSpPr>
        <p:cNvPr id="728" name="Shape 728"/>
        <p:cNvGrpSpPr/>
        <p:nvPr/>
      </p:nvGrpSpPr>
      <p:grpSpPr>
        <a:xfrm>
          <a:off x="0" y="0"/>
          <a:ext cx="0" cy="0"/>
        </a:xfrm>
      </p:grpSpPr>
      <p:sp>
        <p:nvSpPr>
          <p:cNvPr id="729" name="Google Shape;729;p59"/>
          <p:cNvSpPr/>
          <p:nvPr/>
        </p:nvSpPr>
        <p:spPr>
          <a:xfrm>
            <a:off x="3217188" y="4171902"/>
            <a:ext cx="5214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Tick</a:t>
            </a:r>
            <a:endParaRPr sz="1600" i="0" u="none" strike="noStrike" cap="none">
              <a:solidFill>
                <a:schemeClr val="dk1"/>
              </a:solidFill>
              <a:latin typeface="Lexend"/>
              <a:ea typeface="Lexend"/>
              <a:cs typeface="Lexend"/>
              <a:sym typeface="Lexend"/>
            </a:endParaRPr>
          </a:p>
        </p:txBody>
      </p:sp>
      <p:sp>
        <p:nvSpPr>
          <p:cNvPr id="730" name="Google Shape;730;p59"/>
          <p:cNvSpPr/>
          <p:nvPr/>
        </p:nvSpPr>
        <p:spPr>
          <a:xfrm>
            <a:off x="483925" y="193075"/>
            <a:ext cx="6671700" cy="3747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chemeClr val="dk1"/>
                </a:solidFill>
                <a:latin typeface="Lexend"/>
                <a:ea typeface="Lexend"/>
                <a:cs typeface="Lexend"/>
                <a:sym typeface="Lexend"/>
              </a:rPr>
              <a:t>Items to copy and paste</a:t>
            </a:r>
            <a:endParaRPr sz="2000" b="0" i="0" u="none" strike="noStrike" cap="none">
              <a:solidFill>
                <a:schemeClr val="dk1"/>
              </a:solidFill>
              <a:latin typeface="Calibri"/>
              <a:ea typeface="Calibri"/>
              <a:cs typeface="Calibri"/>
              <a:sym typeface="Calibri"/>
            </a:endParaRPr>
          </a:p>
        </p:txBody>
      </p:sp>
      <p:sp>
        <p:nvSpPr>
          <p:cNvPr id="731" name="Google Shape;731;p59"/>
          <p:cNvSpPr/>
          <p:nvPr/>
        </p:nvSpPr>
        <p:spPr>
          <a:xfrm>
            <a:off x="7459200" y="352650"/>
            <a:ext cx="1684800" cy="3747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i="0" u="none" strike="noStrike" cap="none">
                <a:solidFill>
                  <a:schemeClr val="dk1"/>
                </a:solidFill>
                <a:latin typeface="Lexend"/>
                <a:ea typeface="Lexend"/>
                <a:cs typeface="Lexend"/>
                <a:sym typeface="Lexend"/>
              </a:rPr>
              <a:t>Video frame</a:t>
            </a:r>
            <a:endParaRPr sz="1600" i="0" u="none" strike="noStrike" cap="none">
              <a:solidFill>
                <a:schemeClr val="dk1"/>
              </a:solidFill>
              <a:latin typeface="Lexend"/>
              <a:ea typeface="Lexend"/>
              <a:cs typeface="Lexend"/>
              <a:sym typeface="Lexend"/>
            </a:endParaRPr>
          </a:p>
        </p:txBody>
      </p:sp>
      <p:sp>
        <p:nvSpPr>
          <p:cNvPr id="732" name="Google Shape;732;p59"/>
          <p:cNvSpPr/>
          <p:nvPr/>
        </p:nvSpPr>
        <p:spPr>
          <a:xfrm>
            <a:off x="628788" y="4171893"/>
            <a:ext cx="1579200" cy="263400"/>
          </a:xfrm>
          <a:prstGeom prst="rect">
            <a:avLst/>
          </a:prstGeom>
          <a:noFill/>
          <a:ln>
            <a:noFill/>
          </a:ln>
        </p:spPr>
        <p:txBody>
          <a:bodyPr spcFirstLastPara="1" wrap="square" lIns="0" tIns="0" rIns="0" bIns="0" anchor="ctr" anchorCtr="0">
            <a:noAutofit/>
          </a:bodyPr>
          <a:lstStyle/>
          <a:p>
            <a:pPr marL="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3" name="Google Shape;733;p59"/>
          <p:cNvSpPr/>
          <p:nvPr/>
        </p:nvSpPr>
        <p:spPr>
          <a:xfrm>
            <a:off x="5891525" y="2313000"/>
            <a:ext cx="1796400" cy="3807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CfU option letters</a:t>
            </a:r>
            <a:endParaRPr sz="1600" i="0" u="none" strike="noStrike" cap="none">
              <a:solidFill>
                <a:schemeClr val="dk1"/>
              </a:solidFill>
              <a:latin typeface="Lexend"/>
              <a:ea typeface="Lexend"/>
              <a:cs typeface="Lexend"/>
              <a:sym typeface="Lexend"/>
            </a:endParaRPr>
          </a:p>
        </p:txBody>
      </p:sp>
      <p:sp>
        <p:nvSpPr>
          <p:cNvPr id="734" name="Google Shape;734;p59"/>
          <p:cNvSpPr/>
          <p:nvPr/>
        </p:nvSpPr>
        <p:spPr>
          <a:xfrm>
            <a:off x="933601" y="2371650"/>
            <a:ext cx="11799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Play audio</a:t>
            </a:r>
            <a:endParaRPr sz="1600" i="0" u="none" strike="noStrike" cap="none">
              <a:solidFill>
                <a:schemeClr val="dk1"/>
              </a:solidFill>
              <a:latin typeface="Lexend"/>
              <a:ea typeface="Lexend"/>
              <a:cs typeface="Lexend"/>
              <a:sym typeface="Lexend"/>
            </a:endParaRPr>
          </a:p>
        </p:txBody>
      </p:sp>
      <p:sp>
        <p:nvSpPr>
          <p:cNvPr id="735" name="Google Shape;735;p59"/>
          <p:cNvSpPr/>
          <p:nvPr/>
        </p:nvSpPr>
        <p:spPr>
          <a:xfrm>
            <a:off x="3444210" y="2377200"/>
            <a:ext cx="1116600" cy="2523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Play video</a:t>
            </a:r>
            <a:endParaRPr sz="1600" i="0" u="none" strike="noStrike" cap="none">
              <a:solidFill>
                <a:schemeClr val="dk1"/>
              </a:solidFill>
              <a:latin typeface="Lexend"/>
              <a:ea typeface="Lexend"/>
              <a:cs typeface="Lexend"/>
              <a:sym typeface="Lexend"/>
            </a:endParaRPr>
          </a:p>
        </p:txBody>
      </p:sp>
      <p:sp>
        <p:nvSpPr>
          <p:cNvPr id="736" name="Google Shape;736;p59"/>
          <p:cNvSpPr/>
          <p:nvPr/>
        </p:nvSpPr>
        <p:spPr>
          <a:xfrm>
            <a:off x="4747799" y="4171900"/>
            <a:ext cx="6942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Cross</a:t>
            </a:r>
            <a:endParaRPr sz="1600" i="0" u="none" strike="noStrike" cap="none">
              <a:solidFill>
                <a:schemeClr val="dk1"/>
              </a:solidFill>
              <a:latin typeface="Lexend"/>
              <a:ea typeface="Lexend"/>
              <a:cs typeface="Lexend"/>
              <a:sym typeface="Lexend"/>
            </a:endParaRPr>
          </a:p>
        </p:txBody>
      </p:sp>
      <p:sp>
        <p:nvSpPr>
          <p:cNvPr id="737" name="Google Shape;737;p59"/>
          <p:cNvSpPr/>
          <p:nvPr/>
        </p:nvSpPr>
        <p:spPr>
          <a:xfrm>
            <a:off x="6451200" y="4171900"/>
            <a:ext cx="1421700" cy="263400"/>
          </a:xfrm>
          <a:prstGeom prst="rect">
            <a:avLst/>
          </a:prstGeom>
          <a:noFill/>
          <a:ln>
            <a:noFill/>
          </a:ln>
        </p:spPr>
        <p:txBody>
          <a:bodyPr spcFirstLastPara="1" wrap="square" lIns="0" tIns="0" rIns="0" bIns="0" anchor="ctr" anchorCtr="0">
            <a:noAutofit/>
          </a:bodyPr>
          <a:lstStyle/>
          <a:p>
            <a:pPr marL="0" marR="0" lvl="0" indent="0" algn="ctr" rtl="0">
              <a:lnSpc>
                <a:spcPct val="115000"/>
              </a:lnSpc>
              <a:spcBef>
                <a:spcPct val="0"/>
              </a:spcBef>
              <a:spcAft>
                <a:spcPct val="0"/>
              </a:spcAft>
              <a:buNone/>
            </a:pPr>
            <a:r>
              <a:rPr lang="en-GB" sz="1600">
                <a:solidFill>
                  <a:schemeClr val="dk1"/>
                </a:solidFill>
                <a:latin typeface="Lexend"/>
                <a:ea typeface="Lexend"/>
                <a:cs typeface="Lexend"/>
                <a:sym typeface="Lexend"/>
              </a:rPr>
              <a:t>Reading icon</a:t>
            </a:r>
            <a:endParaRPr sz="1600" i="0" u="none" strike="noStrike" cap="none">
              <a:solidFill>
                <a:schemeClr val="dk1"/>
              </a:solidFill>
              <a:latin typeface="Lexend"/>
              <a:ea typeface="Lexend"/>
              <a:cs typeface="Lexend"/>
              <a:sym typeface="Lexend"/>
            </a:endParaRPr>
          </a:p>
        </p:txBody>
      </p:sp>
    </p:spTree>
  </p:cSld>
  <p:clrMapOvr>
    <a:masterClrMapping/>
  </p:clrMapOvr>
  <p:transition/>
  <p:timing/>
</p:sldLayout>
</file>

<file path=ppt/slideLayouts/slideLayout5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5 OGL">
  <p:cSld name="CUSTOM_5_1">
    <p:bg>
      <p:bgPr>
        <a:solidFill>
          <a:srgbClr val="BEF2BD"/>
        </a:solidFill>
      </p:bgPr>
    </p:bg>
    <p:spTree>
      <p:nvGrpSpPr>
        <p:cNvPr id="738" name="Shape 738"/>
        <p:cNvGrpSpPr/>
        <p:nvPr/>
      </p:nvGrpSpPr>
      <p:grpSpPr>
        <a:xfrm>
          <a:off x="0" y="0"/>
          <a:ext cx="0" cy="0"/>
        </a:xfrm>
      </p:grpSpPr>
      <p:pic>
        <p:nvPicPr>
          <p:cNvPr id="739" name="Google Shape;739;p60"/>
          <p:cNvPicPr preferRelativeResize="0"/>
          <p:nvPr/>
        </p:nvPicPr>
        <p:blipFill>
          <a:blip r:embed="rId1">
            <a:alphaModFix/>
          </a:blip>
          <a:stretch>
            <a:fillRect/>
          </a:stretch>
        </p:blipFill>
        <p:spPr>
          <a:xfrm>
            <a:off x="347200" y="1111870"/>
            <a:ext cx="7945600" cy="2919776"/>
          </a:xfrm>
          <a:prstGeom prst="rect">
            <a:avLst/>
          </a:prstGeom>
          <a:noFill/>
          <a:ln>
            <a:noFill/>
          </a:ln>
        </p:spPr>
      </p:pic>
      <p:sp>
        <p:nvSpPr>
          <p:cNvPr id="740" name="Google Shape;740;p60"/>
          <p:cNvSpPr txBox="1"/>
          <p:nvPr>
            <p:ph type="subTitle" idx="1"/>
          </p:nvPr>
        </p:nvSpPr>
        <p:spPr>
          <a:xfrm>
            <a:off x="661775" y="1190413"/>
            <a:ext cx="7351200" cy="2762700"/>
          </a:xfrm>
          <a:prstGeom prst="rect">
            <a:avLst/>
          </a:prstGeom>
        </p:spPr>
        <p:txBody>
          <a:bodyPr spcFirstLastPara="1" wrap="square" lIns="0" tIns="0" rIns="0" bIns="0" anchor="ctr" anchorCtr="0">
            <a:noAutofit/>
          </a:bodyPr>
          <a:lstStyle>
            <a:lvl1pPr lvl="0" rtl="0">
              <a:lnSpc>
                <a:spcPct val="115000"/>
              </a:lnSpc>
              <a:spcBef>
                <a:spcPct val="0"/>
              </a:spcBef>
              <a:spcAft>
                <a:spcPct val="0"/>
              </a:spcAft>
              <a:buSzPts val="1800"/>
              <a:buNone/>
              <a:defRPr sz="1800"/>
            </a:lvl1pPr>
            <a:lvl2pPr lvl="1" rtl="0">
              <a:spcBef>
                <a:spcPts val="1000"/>
              </a:spcBef>
              <a:spcAft>
                <a:spcPct val="0"/>
              </a:spcAft>
              <a:buSzPts val="1800"/>
              <a:buNone/>
              <a:defRPr sz="1800"/>
            </a:lvl2pPr>
            <a:lvl3pPr lvl="2" rtl="0">
              <a:spcBef>
                <a:spcPts val="1000"/>
              </a:spcBef>
              <a:spcAft>
                <a:spcPct val="0"/>
              </a:spcAft>
              <a:buSzPts val="1800"/>
              <a:buNone/>
              <a:defRPr sz="1800"/>
            </a:lvl3pPr>
            <a:lvl4pPr lvl="3" rtl="0">
              <a:spcBef>
                <a:spcPts val="800"/>
              </a:spcBef>
              <a:spcAft>
                <a:spcPct val="0"/>
              </a:spcAft>
              <a:buSzPts val="1800"/>
              <a:buNone/>
              <a:defRPr sz="1800"/>
            </a:lvl4pPr>
            <a:lvl5pPr lvl="4" rtl="0">
              <a:spcBef>
                <a:spcPts val="800"/>
              </a:spcBef>
              <a:spcAft>
                <a:spcPct val="0"/>
              </a:spcAft>
              <a:buSzPts val="1800"/>
              <a:buNone/>
              <a:defRPr/>
            </a:lvl5pPr>
            <a:lvl6pPr lvl="5" rtl="0">
              <a:spcBef>
                <a:spcPts val="600"/>
              </a:spcBef>
              <a:spcAft>
                <a:spcPct val="0"/>
              </a:spcAft>
              <a:buSzPts val="1800"/>
              <a:buNone/>
              <a:defRPr/>
            </a:lvl6pPr>
            <a:lvl7pPr lvl="6" rtl="0">
              <a:spcBef>
                <a:spcPts val="600"/>
              </a:spcBef>
              <a:spcAft>
                <a:spcPct val="0"/>
              </a:spcAft>
              <a:buSzPts val="1800"/>
              <a:buNone/>
              <a:defRPr/>
            </a:lvl7pPr>
            <a:lvl8pPr lvl="7" rtl="0">
              <a:spcBef>
                <a:spcPts val="400"/>
              </a:spcBef>
              <a:spcAft>
                <a:spcPct val="0"/>
              </a:spcAft>
              <a:buSzPts val="1800"/>
              <a:buNone/>
              <a:defRPr/>
            </a:lvl8pPr>
            <a:lvl9pPr lvl="8" rtl="0">
              <a:spcBef>
                <a:spcPts val="400"/>
              </a:spcBef>
              <a:spcAft>
                <a:spcPts val="200"/>
              </a:spcAft>
              <a:buSzPts val="1800"/>
              <a:buNone/>
              <a:defRPr/>
            </a:lvl9pPr>
          </a:lstStyle>
          <a:p/>
        </p:txBody>
      </p:sp>
    </p:spTree>
  </p:cSld>
  <p:clrMapOvr>
    <a:masterClrMapping/>
  </p:clrMapOvr>
  <p:transition/>
  <p:timing/>
</p:sldLayout>
</file>

<file path=ppt/slideLayouts/slideLayout6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Z.6 Blank">
  <p:cSld name="CUSTOM_6">
    <p:spTree>
      <p:nvGrpSpPr>
        <p:cNvPr id="741" name="Shape 741"/>
        <p:cNvGrpSpPr/>
        <p:nvPr/>
      </p:nvGrpSpPr>
      <p:grpSpPr>
        <a:xfrm>
          <a:off x="0" y="0"/>
          <a:ext cx="0" cy="0"/>
        </a:xfrm>
      </p:grpSpPr>
      <p:sp>
        <p:nvSpPr>
          <p:cNvPr id="742" name="Google Shape;742;p61"/>
          <p:cNvSpPr txBox="1"/>
          <p:nvPr>
            <p:ph type="title"/>
          </p:nvPr>
        </p:nvSpPr>
        <p:spPr>
          <a:xfrm>
            <a:off x="459000" y="73800"/>
            <a:ext cx="6600600" cy="814500"/>
          </a:xfrm>
          <a:prstGeom prst="rect">
            <a:avLst/>
          </a:prstGeom>
        </p:spPr>
        <p:txBody>
          <a:bodyPr spcFirstLastPara="1" wrap="square" lIns="0" tIns="0" rIns="0" bIns="0" anchor="t" anchorCtr="0">
            <a:noAutofit/>
          </a:bodyPr>
          <a:lstStyle>
            <a:lvl1pPr lvl="0">
              <a:spcBef>
                <a:spcPct val="0"/>
              </a:spcBef>
              <a:spcAft>
                <a:spcPct val="0"/>
              </a:spcAft>
              <a:buSzPts val="2200"/>
              <a:buNone/>
              <a:defRPr/>
            </a:lvl1pPr>
            <a:lvl2pPr lvl="1">
              <a:spcBef>
                <a:spcPct val="0"/>
              </a:spcBef>
              <a:spcAft>
                <a:spcPct val="0"/>
              </a:spcAft>
              <a:buSzPts val="2800"/>
              <a:buNone/>
              <a:defRPr/>
            </a:lvl2pPr>
            <a:lvl3pPr lvl="2">
              <a:spcBef>
                <a:spcPct val="0"/>
              </a:spcBef>
              <a:spcAft>
                <a:spcPct val="0"/>
              </a:spcAft>
              <a:buSzPts val="2800"/>
              <a:buNone/>
              <a:defRPr/>
            </a:lvl3pPr>
            <a:lvl4pPr lvl="3">
              <a:spcBef>
                <a:spcPct val="0"/>
              </a:spcBef>
              <a:spcAft>
                <a:spcPct val="0"/>
              </a:spcAft>
              <a:buSzPts val="2800"/>
              <a:buNone/>
              <a:defRPr/>
            </a:lvl4pPr>
            <a:lvl5pPr lvl="4">
              <a:spcBef>
                <a:spcPct val="0"/>
              </a:spcBef>
              <a:spcAft>
                <a:spcPct val="0"/>
              </a:spcAft>
              <a:buSzPts val="2800"/>
              <a:buNone/>
              <a:defRPr/>
            </a:lvl5pPr>
            <a:lvl6pPr lvl="5">
              <a:spcBef>
                <a:spcPct val="0"/>
              </a:spcBef>
              <a:spcAft>
                <a:spcPct val="0"/>
              </a:spcAft>
              <a:buSzPts val="2800"/>
              <a:buNone/>
              <a:defRPr/>
            </a:lvl6pPr>
            <a:lvl7pPr lvl="6">
              <a:spcBef>
                <a:spcPct val="0"/>
              </a:spcBef>
              <a:spcAft>
                <a:spcPct val="0"/>
              </a:spcAft>
              <a:buSzPts val="2800"/>
              <a:buNone/>
              <a:defRPr/>
            </a:lvl7pPr>
            <a:lvl8pPr lvl="7">
              <a:spcBef>
                <a:spcPct val="0"/>
              </a:spcBef>
              <a:spcAft>
                <a:spcPct val="0"/>
              </a:spcAft>
              <a:buSzPts val="2800"/>
              <a:buNone/>
              <a:defRPr/>
            </a:lvl8pPr>
            <a:lvl9pPr lvl="8">
              <a:spcBef>
                <a:spcPct val="0"/>
              </a:spcBef>
              <a:spcAft>
                <a:spcPct val="0"/>
              </a:spcAft>
              <a:buSzPts val="2800"/>
              <a:buNone/>
              <a:defRPr/>
            </a:lvl9pPr>
          </a:lstStyle>
          <a:p/>
        </p:txBody>
      </p:sp>
    </p:spTree>
  </p:cSld>
  <p:clrMapOvr>
    <a:masterClrMapping/>
  </p:clrMapOvr>
  <p:transition/>
  <p:timing/>
</p:sldLayout>
</file>

<file path=ppt/slideLayouts/slideLayout6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9.1.1 Keyword definitions (4)">
  <p:cSld name="CUSTOM_27_1_2">
    <p:spTree>
      <p:nvGrpSpPr>
        <p:cNvPr id="743" name="Shape 743"/>
        <p:cNvGrpSpPr/>
        <p:nvPr/>
      </p:nvGrpSpPr>
      <p:grpSpPr>
        <a:xfrm>
          <a:off x="0" y="0"/>
          <a:ext cx="0" cy="0"/>
        </a:xfrm>
      </p:grpSpPr>
      <p:sp>
        <p:nvSpPr>
          <p:cNvPr id="744" name="Google Shape;744;p62"/>
          <p:cNvSpPr/>
          <p:nvPr/>
        </p:nvSpPr>
        <p:spPr>
          <a:xfrm>
            <a:off x="0" y="1"/>
            <a:ext cx="9144300" cy="5403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ct val="0"/>
              </a:spcBef>
              <a:spcAft>
                <a:spcPct val="0"/>
              </a:spcAft>
              <a:buNone/>
            </a:pPr>
            <a:endParaRPr/>
          </a:p>
        </p:txBody>
      </p:sp>
      <p:pic>
        <p:nvPicPr>
          <p:cNvPr id="745" name="Google Shape;745;p62"/>
          <p:cNvPicPr preferRelativeResize="0"/>
          <p:nvPr/>
        </p:nvPicPr>
        <p:blipFill>
          <a:blip r:embed="rId1">
            <a:alphaModFix/>
          </a:blip>
          <a:srcRect t="1699" b="1709"/>
          <a:stretch>
            <a:fillRect/>
          </a:stretch>
        </p:blipFill>
        <p:spPr>
          <a:xfrm>
            <a:off x="0" y="532525"/>
            <a:ext cx="9151202" cy="116709"/>
          </a:xfrm>
          <a:prstGeom prst="rect">
            <a:avLst/>
          </a:prstGeom>
          <a:noFill/>
          <a:ln>
            <a:noFill/>
          </a:ln>
        </p:spPr>
      </p:pic>
      <p:sp>
        <p:nvSpPr>
          <p:cNvPr id="746" name="Google Shape;746;p62"/>
          <p:cNvSpPr txBox="1"/>
          <p:nvPr>
            <p:ph type="subTitle" idx="1"/>
          </p:nvPr>
        </p:nvSpPr>
        <p:spPr>
          <a:xfrm>
            <a:off x="324000" y="90847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7" name="Google Shape;747;p62"/>
          <p:cNvSpPr txBox="1"/>
          <p:nvPr>
            <p:ph type="subTitle" idx="2"/>
          </p:nvPr>
        </p:nvSpPr>
        <p:spPr>
          <a:xfrm>
            <a:off x="324000" y="190562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8" name="Google Shape;748;p62"/>
          <p:cNvSpPr txBox="1"/>
          <p:nvPr>
            <p:ph type="subTitle" idx="3"/>
          </p:nvPr>
        </p:nvSpPr>
        <p:spPr>
          <a:xfrm>
            <a:off x="324000" y="2897675"/>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49" name="Google Shape;749;p62"/>
          <p:cNvSpPr txBox="1"/>
          <p:nvPr>
            <p:ph type="subTitle" idx="4"/>
          </p:nvPr>
        </p:nvSpPr>
        <p:spPr>
          <a:xfrm>
            <a:off x="324000" y="3887250"/>
            <a:ext cx="8496000" cy="389700"/>
          </a:xfrm>
          <a:prstGeom prst="rect">
            <a:avLst/>
          </a:prstGeom>
        </p:spPr>
        <p:txBody>
          <a:bodyPr spcFirstLastPara="1" wrap="square" lIns="0" tIns="0" rIns="0" bIns="0" anchor="t" anchorCtr="0">
            <a:noAutofit/>
          </a:bodyPr>
          <a:lstStyle>
            <a:lvl1pPr lvl="0" rtl="0">
              <a:lnSpc>
                <a:spcPct val="115000"/>
              </a:lnSpc>
              <a:spcBef>
                <a:spcPct val="0"/>
              </a:spcBef>
              <a:spcAft>
                <a:spcPct val="0"/>
              </a:spcAft>
              <a:buClr>
                <a:srgbClr val="282828"/>
              </a:buClr>
              <a:buSzPts val="2000"/>
              <a:buNone/>
              <a:defRPr sz="2000">
                <a:solidFill>
                  <a:srgbClr val="282828"/>
                </a:solidFill>
              </a:defRPr>
            </a:lvl1pPr>
            <a:lvl2pPr lvl="1" rtl="0">
              <a:spcBef>
                <a:spcPts val="1000"/>
              </a:spcBef>
              <a:spcAft>
                <a:spcPct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ct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ct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ct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ct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750" name="Google Shape;750;p62"/>
          <p:cNvSpPr/>
          <p:nvPr/>
        </p:nvSpPr>
        <p:spPr>
          <a:xfrm>
            <a:off x="324000" y="114450"/>
            <a:ext cx="6671700" cy="364800"/>
          </a:xfrm>
          <a:prstGeom prst="rect">
            <a:avLst/>
          </a:prstGeom>
          <a:noFill/>
          <a:ln>
            <a:noFill/>
          </a:ln>
        </p:spPr>
        <p:txBody>
          <a:bodyPr spcFirstLastPara="1" wrap="square" lIns="0" tIns="0" rIns="0" bIns="0" anchor="t" anchorCtr="0">
            <a:noAutofit/>
          </a:bodyPr>
          <a:lstStyle/>
          <a:p>
            <a:pPr marL="0" marR="0" lvl="0" indent="0" algn="l" rtl="0">
              <a:lnSpc>
                <a:spcPct val="115000"/>
              </a:lnSpc>
              <a:spcBef>
                <a:spcPct val="0"/>
              </a:spcBef>
              <a:spcAft>
                <a:spcPct val="0"/>
              </a:spcAft>
              <a:buNone/>
            </a:pPr>
            <a:r>
              <a:rPr lang="en-GB" sz="2000" b="1" i="0" u="none" strike="noStrike" cap="none">
                <a:solidFill>
                  <a:srgbClr val="282828"/>
                </a:solidFill>
                <a:latin typeface="Lexend"/>
                <a:ea typeface="Lexend"/>
                <a:cs typeface="Lexend"/>
                <a:sym typeface="Lexend"/>
              </a:rPr>
              <a:t>Keywords</a:t>
            </a:r>
            <a:endParaRPr sz="2000" b="0" i="0" u="none" strike="noStrike" cap="none">
              <a:solidFill>
                <a:srgbClr val="282828"/>
              </a:solidFill>
              <a:latin typeface="Calibri"/>
              <a:ea typeface="Calibri"/>
              <a:cs typeface="Calibri"/>
              <a:sym typeface="Calibri"/>
            </a:endParaRPr>
          </a:p>
        </p:txBody>
      </p:sp>
    </p:spTree>
  </p:cSld>
  <p:clrMapOvr>
    <a:masterClrMapping/>
  </p:clrMapOvr>
  <p:transition/>
  <p:timing/>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slideLayout" Target="../slideLayouts/slideLayout12.xml" /><Relationship Id="rId13" Type="http://schemas.openxmlformats.org/officeDocument/2006/relationships/slideLayout" Target="../slideLayouts/slideLayout13.xml" /><Relationship Id="rId14" Type="http://schemas.openxmlformats.org/officeDocument/2006/relationships/slideLayout" Target="../slideLayouts/slideLayout14.xml" /><Relationship Id="rId15" Type="http://schemas.openxmlformats.org/officeDocument/2006/relationships/slideLayout" Target="../slideLayouts/slideLayout15.xml" /><Relationship Id="rId16" Type="http://schemas.openxmlformats.org/officeDocument/2006/relationships/slideLayout" Target="../slideLayouts/slideLayout16.xml" /><Relationship Id="rId17" Type="http://schemas.openxmlformats.org/officeDocument/2006/relationships/slideLayout" Target="../slideLayouts/slideLayout17.xml" /><Relationship Id="rId18" Type="http://schemas.openxmlformats.org/officeDocument/2006/relationships/slideLayout" Target="../slideLayouts/slideLayout18.xml" /><Relationship Id="rId19" Type="http://schemas.openxmlformats.org/officeDocument/2006/relationships/slideLayout" Target="../slideLayouts/slideLayout19.xml" /><Relationship Id="rId2" Type="http://schemas.openxmlformats.org/officeDocument/2006/relationships/slideLayout" Target="../slideLayouts/slideLayout2.xml" /><Relationship Id="rId20" Type="http://schemas.openxmlformats.org/officeDocument/2006/relationships/slideLayout" Target="../slideLayouts/slideLayout20.xml" /><Relationship Id="rId21" Type="http://schemas.openxmlformats.org/officeDocument/2006/relationships/slideLayout" Target="../slideLayouts/slideLayout21.xml" /><Relationship Id="rId22" Type="http://schemas.openxmlformats.org/officeDocument/2006/relationships/slideLayout" Target="../slideLayouts/slideLayout22.xml" /><Relationship Id="rId23" Type="http://schemas.openxmlformats.org/officeDocument/2006/relationships/slideLayout" Target="../slideLayouts/slideLayout23.xml" /><Relationship Id="rId24" Type="http://schemas.openxmlformats.org/officeDocument/2006/relationships/slideLayout" Target="../slideLayouts/slideLayout24.xml" /><Relationship Id="rId25" Type="http://schemas.openxmlformats.org/officeDocument/2006/relationships/slideLayout" Target="../slideLayouts/slideLayout25.xml" /><Relationship Id="rId26" Type="http://schemas.openxmlformats.org/officeDocument/2006/relationships/slideLayout" Target="../slideLayouts/slideLayout26.xml" /><Relationship Id="rId27" Type="http://schemas.openxmlformats.org/officeDocument/2006/relationships/slideLayout" Target="../slideLayouts/slideLayout27.xml" /><Relationship Id="rId28" Type="http://schemas.openxmlformats.org/officeDocument/2006/relationships/slideLayout" Target="../slideLayouts/slideLayout28.xml" /><Relationship Id="rId29" Type="http://schemas.openxmlformats.org/officeDocument/2006/relationships/slideLayout" Target="../slideLayouts/slideLayout29.xml" /><Relationship Id="rId3" Type="http://schemas.openxmlformats.org/officeDocument/2006/relationships/slideLayout" Target="../slideLayouts/slideLayout3.xml" /><Relationship Id="rId30" Type="http://schemas.openxmlformats.org/officeDocument/2006/relationships/slideLayout" Target="../slideLayouts/slideLayout30.xml" /><Relationship Id="rId31" Type="http://schemas.openxmlformats.org/officeDocument/2006/relationships/slideLayout" Target="../slideLayouts/slideLayout31.xml" /><Relationship Id="rId32" Type="http://schemas.openxmlformats.org/officeDocument/2006/relationships/slideLayout" Target="../slideLayouts/slideLayout32.xml" /><Relationship Id="rId33" Type="http://schemas.openxmlformats.org/officeDocument/2006/relationships/slideLayout" Target="../slideLayouts/slideLayout33.xml" /><Relationship Id="rId34" Type="http://schemas.openxmlformats.org/officeDocument/2006/relationships/slideLayout" Target="../slideLayouts/slideLayout34.xml" /><Relationship Id="rId35" Type="http://schemas.openxmlformats.org/officeDocument/2006/relationships/slideLayout" Target="../slideLayouts/slideLayout35.xml" /><Relationship Id="rId36" Type="http://schemas.openxmlformats.org/officeDocument/2006/relationships/slideLayout" Target="../slideLayouts/slideLayout36.xml" /><Relationship Id="rId37" Type="http://schemas.openxmlformats.org/officeDocument/2006/relationships/slideLayout" Target="../slideLayouts/slideLayout37.xml" /><Relationship Id="rId38" Type="http://schemas.openxmlformats.org/officeDocument/2006/relationships/slideLayout" Target="../slideLayouts/slideLayout38.xml" /><Relationship Id="rId39" Type="http://schemas.openxmlformats.org/officeDocument/2006/relationships/slideLayout" Target="../slideLayouts/slideLayout39.xml" /><Relationship Id="rId4" Type="http://schemas.openxmlformats.org/officeDocument/2006/relationships/slideLayout" Target="../slideLayouts/slideLayout4.xml" /><Relationship Id="rId40" Type="http://schemas.openxmlformats.org/officeDocument/2006/relationships/slideLayout" Target="../slideLayouts/slideLayout40.xml" /><Relationship Id="rId41" Type="http://schemas.openxmlformats.org/officeDocument/2006/relationships/slideLayout" Target="../slideLayouts/slideLayout41.xml" /><Relationship Id="rId42" Type="http://schemas.openxmlformats.org/officeDocument/2006/relationships/slideLayout" Target="../slideLayouts/slideLayout42.xml" /><Relationship Id="rId43" Type="http://schemas.openxmlformats.org/officeDocument/2006/relationships/slideLayout" Target="../slideLayouts/slideLayout43.xml" /><Relationship Id="rId44" Type="http://schemas.openxmlformats.org/officeDocument/2006/relationships/slideLayout" Target="../slideLayouts/slideLayout44.xml" /><Relationship Id="rId45" Type="http://schemas.openxmlformats.org/officeDocument/2006/relationships/slideLayout" Target="../slideLayouts/slideLayout45.xml" /><Relationship Id="rId46" Type="http://schemas.openxmlformats.org/officeDocument/2006/relationships/slideLayout" Target="../slideLayouts/slideLayout46.xml" /><Relationship Id="rId47" Type="http://schemas.openxmlformats.org/officeDocument/2006/relationships/slideLayout" Target="../slideLayouts/slideLayout47.xml" /><Relationship Id="rId48" Type="http://schemas.openxmlformats.org/officeDocument/2006/relationships/slideLayout" Target="../slideLayouts/slideLayout48.xml" /><Relationship Id="rId49" Type="http://schemas.openxmlformats.org/officeDocument/2006/relationships/slideLayout" Target="../slideLayouts/slideLayout49.xml" /><Relationship Id="rId5" Type="http://schemas.openxmlformats.org/officeDocument/2006/relationships/slideLayout" Target="../slideLayouts/slideLayout5.xml" /><Relationship Id="rId50" Type="http://schemas.openxmlformats.org/officeDocument/2006/relationships/slideLayout" Target="../slideLayouts/slideLayout50.xml" /><Relationship Id="rId51" Type="http://schemas.openxmlformats.org/officeDocument/2006/relationships/slideLayout" Target="../slideLayouts/slideLayout51.xml" /><Relationship Id="rId52" Type="http://schemas.openxmlformats.org/officeDocument/2006/relationships/slideLayout" Target="../slideLayouts/slideLayout52.xml" /><Relationship Id="rId53" Type="http://schemas.openxmlformats.org/officeDocument/2006/relationships/slideLayout" Target="../slideLayouts/slideLayout53.xml" /><Relationship Id="rId54" Type="http://schemas.openxmlformats.org/officeDocument/2006/relationships/slideLayout" Target="../slideLayouts/slideLayout54.xml" /><Relationship Id="rId55" Type="http://schemas.openxmlformats.org/officeDocument/2006/relationships/slideLayout" Target="../slideLayouts/slideLayout55.xml" /><Relationship Id="rId56" Type="http://schemas.openxmlformats.org/officeDocument/2006/relationships/slideLayout" Target="../slideLayouts/slideLayout56.xml" /><Relationship Id="rId57" Type="http://schemas.openxmlformats.org/officeDocument/2006/relationships/slideLayout" Target="../slideLayouts/slideLayout57.xml" /><Relationship Id="rId58" Type="http://schemas.openxmlformats.org/officeDocument/2006/relationships/slideLayout" Target="../slideLayouts/slideLayout58.xml" /><Relationship Id="rId59" Type="http://schemas.openxmlformats.org/officeDocument/2006/relationships/slideLayout" Target="../slideLayouts/slideLayout59.xml" /><Relationship Id="rId6" Type="http://schemas.openxmlformats.org/officeDocument/2006/relationships/slideLayout" Target="../slideLayouts/slideLayout6.xml" /><Relationship Id="rId60" Type="http://schemas.openxmlformats.org/officeDocument/2006/relationships/slideLayout" Target="../slideLayouts/slideLayout60.xml" /><Relationship Id="rId61" Type="http://schemas.openxmlformats.org/officeDocument/2006/relationships/slideLayout" Target="../slideLayouts/slideLayout61.xml" /><Relationship Id="rId62" Type="http://schemas.openxmlformats.org/officeDocument/2006/relationships/image" Target="../media/image42.png" /><Relationship Id="rId63" Type="http://schemas.openxmlformats.org/officeDocument/2006/relationships/theme" Target="../theme/theme1.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459000" y="73800"/>
            <a:ext cx="6600600" cy="814500"/>
          </a:xfrm>
          <a:prstGeom prst="rect">
            <a:avLst/>
          </a:prstGeom>
          <a:noFill/>
          <a:ln>
            <a:noFill/>
          </a:ln>
        </p:spPr>
        <p:txBody>
          <a:bodyPr spcFirstLastPara="1" wrap="square" lIns="0" tIns="0" rIns="0" bIns="0" anchor="t" anchorCtr="0">
            <a:noAutofit/>
          </a:bodyPr>
          <a:lstStyle>
            <a:lvl1pPr lvl="0" rtl="0">
              <a:lnSpc>
                <a:spcPct val="115000"/>
              </a:lnSpc>
              <a:spcBef>
                <a:spcPct val="0"/>
              </a:spcBef>
              <a:spcAft>
                <a:spcPct val="0"/>
              </a:spcAft>
              <a:buClr>
                <a:schemeClr val="dk1"/>
              </a:buClr>
              <a:buSzPts val="2200"/>
              <a:buFont typeface="Lexend"/>
              <a:buNone/>
              <a:defRPr sz="2200" b="1">
                <a:solidFill>
                  <a:schemeClr val="dk1"/>
                </a:solidFill>
                <a:latin typeface="Lexend"/>
                <a:ea typeface="Lexend"/>
                <a:cs typeface="Lexend"/>
                <a:sym typeface="Lexend"/>
              </a:defRPr>
            </a:lvl1pPr>
            <a:lvl2pPr lvl="1"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ct val="0"/>
              </a:spcBef>
              <a:spcAft>
                <a:spcPct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type="body" idx="1"/>
          </p:nvPr>
        </p:nvSpPr>
        <p:spPr>
          <a:xfrm>
            <a:off x="459000" y="523400"/>
            <a:ext cx="8226000" cy="3159900"/>
          </a:xfrm>
          <a:prstGeom prst="rect">
            <a:avLst/>
          </a:prstGeom>
          <a:noFill/>
          <a:ln>
            <a:noFill/>
          </a:ln>
        </p:spPr>
        <p:txBody>
          <a:bodyPr spcFirstLastPara="1" wrap="square" lIns="0" tIns="0" rIns="0" bIns="0" anchor="t" anchorCtr="0">
            <a:noAutofit/>
          </a:bodyPr>
          <a:lstStyle>
            <a:lvl1pPr marL="457200" lvl="0" indent="-368300" rtl="0">
              <a:lnSpc>
                <a:spcPct val="130000"/>
              </a:lnSpc>
              <a:spcBef>
                <a:spcPct val="0"/>
              </a:spcBef>
              <a:spcAft>
                <a:spcPct val="0"/>
              </a:spcAft>
              <a:buClr>
                <a:schemeClr val="dk1"/>
              </a:buClr>
              <a:buSzPts val="2200"/>
              <a:buFont typeface="Lexend"/>
              <a:buChar char="●"/>
              <a:defRPr sz="2200">
                <a:solidFill>
                  <a:schemeClr val="dk1"/>
                </a:solidFill>
                <a:latin typeface="Lexend"/>
                <a:ea typeface="Lexend"/>
                <a:cs typeface="Lexend"/>
                <a:sym typeface="Lexend"/>
              </a:defRPr>
            </a:lvl1pPr>
            <a:lvl2pPr marL="914400" lvl="1" indent="-361950" rtl="0">
              <a:lnSpc>
                <a:spcPct val="130000"/>
              </a:lnSpc>
              <a:spcBef>
                <a:spcPts val="1000"/>
              </a:spcBef>
              <a:spcAft>
                <a:spcPct val="0"/>
              </a:spcAft>
              <a:buClr>
                <a:schemeClr val="dk1"/>
              </a:buClr>
              <a:buSzPts val="2100"/>
              <a:buFont typeface="Lexend"/>
              <a:buChar char="–"/>
              <a:defRPr sz="2100">
                <a:solidFill>
                  <a:schemeClr val="dk1"/>
                </a:solidFill>
                <a:latin typeface="Lexend"/>
                <a:ea typeface="Lexend"/>
                <a:cs typeface="Lexend"/>
                <a:sym typeface="Lexend"/>
              </a:defRPr>
            </a:lvl2pPr>
            <a:lvl3pPr marL="1371600" lvl="2" indent="-355600" rtl="0">
              <a:lnSpc>
                <a:spcPct val="130000"/>
              </a:lnSpc>
              <a:spcBef>
                <a:spcPts val="1000"/>
              </a:spcBef>
              <a:spcAft>
                <a:spcPct val="0"/>
              </a:spcAft>
              <a:buClr>
                <a:schemeClr val="dk1"/>
              </a:buClr>
              <a:buSzPts val="2000"/>
              <a:buFont typeface="Lexend"/>
              <a:buChar char="–"/>
              <a:defRPr sz="2000">
                <a:solidFill>
                  <a:schemeClr val="dk1"/>
                </a:solidFill>
                <a:latin typeface="Lexend"/>
                <a:ea typeface="Lexend"/>
                <a:cs typeface="Lexend"/>
                <a:sym typeface="Lexend"/>
              </a:defRPr>
            </a:lvl3pPr>
            <a:lvl4pPr marL="1828800" lvl="3" indent="-349250" rtl="0">
              <a:lnSpc>
                <a:spcPct val="130000"/>
              </a:lnSpc>
              <a:spcBef>
                <a:spcPts val="800"/>
              </a:spcBef>
              <a:spcAft>
                <a:spcPct val="0"/>
              </a:spcAft>
              <a:buClr>
                <a:schemeClr val="dk1"/>
              </a:buClr>
              <a:buSzPts val="1900"/>
              <a:buFont typeface="Lexend"/>
              <a:buChar char="–"/>
              <a:defRPr sz="1900">
                <a:solidFill>
                  <a:schemeClr val="dk1"/>
                </a:solidFill>
                <a:latin typeface="Lexend"/>
                <a:ea typeface="Lexend"/>
                <a:cs typeface="Lexend"/>
                <a:sym typeface="Lexend"/>
              </a:defRPr>
            </a:lvl4pPr>
            <a:lvl5pPr marL="2286000" lvl="4" indent="-342900" rtl="0">
              <a:lnSpc>
                <a:spcPct val="130000"/>
              </a:lnSpc>
              <a:spcBef>
                <a:spcPts val="800"/>
              </a:spcBef>
              <a:spcAft>
                <a:spcPct val="0"/>
              </a:spcAft>
              <a:buClr>
                <a:schemeClr val="dk1"/>
              </a:buClr>
              <a:buSzPts val="1800"/>
              <a:buFont typeface="Lexend"/>
              <a:buChar char="–"/>
              <a:defRPr sz="1800">
                <a:solidFill>
                  <a:schemeClr val="dk1"/>
                </a:solidFill>
                <a:latin typeface="Lexend"/>
                <a:ea typeface="Lexend"/>
                <a:cs typeface="Lexend"/>
                <a:sym typeface="Lexend"/>
              </a:defRPr>
            </a:lvl5pPr>
            <a:lvl6pPr marL="2743200" lvl="5" indent="-342900" rtl="0">
              <a:lnSpc>
                <a:spcPct val="130000"/>
              </a:lnSpc>
              <a:spcBef>
                <a:spcPts val="600"/>
              </a:spcBef>
              <a:spcAft>
                <a:spcPct val="0"/>
              </a:spcAft>
              <a:buClr>
                <a:schemeClr val="dk1"/>
              </a:buClr>
              <a:buSzPts val="1800"/>
              <a:buFont typeface="Lexend"/>
              <a:buChar char="–"/>
              <a:defRPr sz="1800">
                <a:solidFill>
                  <a:schemeClr val="dk1"/>
                </a:solidFill>
                <a:latin typeface="Lexend"/>
                <a:ea typeface="Lexend"/>
                <a:cs typeface="Lexend"/>
                <a:sym typeface="Lexend"/>
              </a:defRPr>
            </a:lvl6pPr>
            <a:lvl7pPr marL="3200400" lvl="6" indent="-342900" rtl="0">
              <a:lnSpc>
                <a:spcPct val="130000"/>
              </a:lnSpc>
              <a:spcBef>
                <a:spcPts val="600"/>
              </a:spcBef>
              <a:spcAft>
                <a:spcPct val="0"/>
              </a:spcAft>
              <a:buClr>
                <a:schemeClr val="dk1"/>
              </a:buClr>
              <a:buSzPts val="1800"/>
              <a:buFont typeface="Lexend"/>
              <a:buChar char="–"/>
              <a:defRPr sz="1800">
                <a:solidFill>
                  <a:schemeClr val="dk1"/>
                </a:solidFill>
                <a:latin typeface="Lexend"/>
                <a:ea typeface="Lexend"/>
                <a:cs typeface="Lexend"/>
                <a:sym typeface="Lexend"/>
              </a:defRPr>
            </a:lvl7pPr>
            <a:lvl8pPr marL="3657600" lvl="7" indent="-342900" rtl="0">
              <a:lnSpc>
                <a:spcPct val="130000"/>
              </a:lnSpc>
              <a:spcBef>
                <a:spcPts val="400"/>
              </a:spcBef>
              <a:spcAft>
                <a:spcPct val="0"/>
              </a:spcAft>
              <a:buClr>
                <a:schemeClr val="dk1"/>
              </a:buClr>
              <a:buSzPts val="1800"/>
              <a:buFont typeface="Lexend"/>
              <a:buChar char="–"/>
              <a:defRPr sz="1800">
                <a:solidFill>
                  <a:schemeClr val="dk1"/>
                </a:solidFill>
                <a:latin typeface="Lexend"/>
                <a:ea typeface="Lexend"/>
                <a:cs typeface="Lexend"/>
                <a:sym typeface="Lexend"/>
              </a:defRPr>
            </a:lvl8pPr>
            <a:lvl9pPr marL="4114800" lvl="8" indent="-3429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62">
            <a:alphaModFix/>
          </a:blip>
          <a:stretch>
            <a:fillRect/>
          </a:stretch>
        </p:blipFill>
        <p:spPr>
          <a:xfrm>
            <a:off x="8524129" y="4430050"/>
            <a:ext cx="234000" cy="318241"/>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 id="2147483708" r:id="rId61"/>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2.xml" /><Relationship Id="rId3" Type="http://schemas.openxmlformats.org/officeDocument/2006/relationships/hyperlink" Target="https://support.thenational.academy/using-oaks-new-teaching-resources?utm_campaign=OakSlideDeck&amp;utm_medium=document&amp;utm_source=guide" TargetMode="External" /></Relationships>
</file>

<file path=ppt/slides/_rels/slide3.xml.rels>&#65279;<?xml version="1.0" encoding="utf-8" standalone="yes"?><Relationships xmlns="http://schemas.openxmlformats.org/package/2006/relationships"><Relationship Id="rId1" Type="http://schemas.openxmlformats.org/officeDocument/2006/relationships/slideLayout" Target="../slideLayouts/slideLayout10.xml" /><Relationship Id="rId2" Type="http://schemas.openxmlformats.org/officeDocument/2006/relationships/notesSlide" Target="../notesSlides/notesSlide3.xml" /></Relationships>
</file>

<file path=ppt/slides/_rels/slide4.xml.rels>&#65279;<?xml version="1.0" encoding="utf-8" standalone="yes"?><Relationships xmlns="http://schemas.openxmlformats.org/package/2006/relationships"><Relationship Id="rId1" Type="http://schemas.openxmlformats.org/officeDocument/2006/relationships/slideLayout" Target="../slideLayouts/slideLayout61.xml" /><Relationship Id="rId2" Type="http://schemas.openxmlformats.org/officeDocument/2006/relationships/notesSlide" Target="../notesSlides/notesSlide4.xml" /></Relationships>
</file>

<file path=ppt/slides/_rels/slide5.xml.rels>&#65279;<?xml version="1.0" encoding="utf-8" standalone="yes"?><Relationships xmlns="http://schemas.openxmlformats.org/package/2006/relationships"><Relationship Id="rId1" Type="http://schemas.openxmlformats.org/officeDocument/2006/relationships/slideLayout" Target="../slideLayouts/slideLayout61.xml" /><Relationship Id="rId2" Type="http://schemas.openxmlformats.org/officeDocument/2006/relationships/notesSlide" Target="../notesSlides/notesSlide5.xml" /></Relationships>
</file>

<file path=ppt/slides/_rels/slide6.xml.rels>&#65279;<?xml version="1.0" encoding="utf-8" standalone="yes"?><Relationships xmlns="http://schemas.openxmlformats.org/package/2006/relationships"><Relationship Id="rId1" Type="http://schemas.openxmlformats.org/officeDocument/2006/relationships/slideLayout" Target="../slideLayouts/slideLayout16.xml" /><Relationship Id="rId2" Type="http://schemas.openxmlformats.org/officeDocument/2006/relationships/notesSlide" Target="../notesSlides/notesSlide6.xml" /><Relationship Id="rId3" Type="http://schemas.openxmlformats.org/officeDocument/2006/relationships/image" Target="../media/image43.png" /></Relationships>
</file>

<file path=ppt/slides/_rels/slide7.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7.xml" /><Relationship Id="rId3" Type="http://schemas.openxmlformats.org/officeDocument/2006/relationships/image" Target="../media/image44.png" /><Relationship Id="rId4" Type="http://schemas.openxmlformats.org/officeDocument/2006/relationships/image" Target="../media/image45.png" /></Relationships>
</file>

<file path=ppt/slides/_rels/slide8.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8.xml" /><Relationship Id="rId3" Type="http://schemas.openxmlformats.org/officeDocument/2006/relationships/image" Target="../media/image46.png" /><Relationship Id="rId4" Type="http://schemas.openxmlformats.org/officeDocument/2006/relationships/image" Target="../media/image47.png" /></Relationships>
</file>

<file path=ppt/slides/_rels/slide9.xml.rels>&#65279;<?xml version="1.0" encoding="utf-8" standalone="yes"?><Relationships xmlns="http://schemas.openxmlformats.org/package/2006/relationships"><Relationship Id="rId1" Type="http://schemas.openxmlformats.org/officeDocument/2006/relationships/slideLayout" Target="../slideLayouts/slideLayout43.xml" /><Relationship Id="rId2" Type="http://schemas.openxmlformats.org/officeDocument/2006/relationships/notesSlide" Target="../notesSlides/notesSlide9.xml" /><Relationship Id="rId3" Type="http://schemas.openxmlformats.org/officeDocument/2006/relationships/image" Target="../media/image47.png" /></Relationships>
</file>

<file path=ppt/slides/_rels/slide10.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10.xml" /><Relationship Id="rId3" Type="http://schemas.openxmlformats.org/officeDocument/2006/relationships/image" Target="../media/image47.png" /><Relationship Id="rId4" Type="http://schemas.openxmlformats.org/officeDocument/2006/relationships/image" Target="../media/image44.png" /><Relationship Id="rId5" Type="http://schemas.openxmlformats.org/officeDocument/2006/relationships/image" Target="../media/image45.png" /></Relationships>
</file>

<file path=ppt/slides/_rels/slide11.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11.xml" /><Relationship Id="rId3" Type="http://schemas.openxmlformats.org/officeDocument/2006/relationships/image" Target="../media/image47.png" /></Relationships>
</file>

<file path=ppt/slides/_rels/slide12.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12.xml" /><Relationship Id="rId3" Type="http://schemas.openxmlformats.org/officeDocument/2006/relationships/image" Target="../media/image47.png" /><Relationship Id="rId4" Type="http://schemas.openxmlformats.org/officeDocument/2006/relationships/image" Target="../media/image44.png" /><Relationship Id="rId5" Type="http://schemas.openxmlformats.org/officeDocument/2006/relationships/image" Target="../media/image45.png" /></Relationships>
</file>

<file path=ppt/slides/_rels/slide13.xml.rels>&#65279;<?xml version="1.0" encoding="utf-8" standalone="yes"?><Relationships xmlns="http://schemas.openxmlformats.org/package/2006/relationships"><Relationship Id="rId1" Type="http://schemas.openxmlformats.org/officeDocument/2006/relationships/slideLayout" Target="../slideLayouts/slideLayout31.xml" /><Relationship Id="rId2" Type="http://schemas.openxmlformats.org/officeDocument/2006/relationships/notesSlide" Target="../notesSlides/notesSlide13.xml" /><Relationship Id="rId3" Type="http://schemas.openxmlformats.org/officeDocument/2006/relationships/image" Target="../media/image47.png" /><Relationship Id="rId4" Type="http://schemas.openxmlformats.org/officeDocument/2006/relationships/image" Target="../media/image48.png" /></Relationships>
</file>

<file path=ppt/slides/_rels/slide14.xml.rels>&#65279;<?xml version="1.0" encoding="utf-8" standalone="yes"?><Relationships xmlns="http://schemas.openxmlformats.org/package/2006/relationships"><Relationship Id="rId1" Type="http://schemas.openxmlformats.org/officeDocument/2006/relationships/slideLayout" Target="../slideLayouts/slideLayout19.xml" /><Relationship Id="rId2" Type="http://schemas.openxmlformats.org/officeDocument/2006/relationships/notesSlide" Target="../notesSlides/notesSlide14.xml" /><Relationship Id="rId3" Type="http://schemas.openxmlformats.org/officeDocument/2006/relationships/image" Target="../media/image44.png" /><Relationship Id="rId4" Type="http://schemas.openxmlformats.org/officeDocument/2006/relationships/image" Target="../media/image45.png" /></Relationships>
</file>

<file path=ppt/slides/_rels/slide15.xml.rels>&#65279;<?xml version="1.0" encoding="utf-8" standalone="yes"?><Relationships xmlns="http://schemas.openxmlformats.org/package/2006/relationships"><Relationship Id="rId1" Type="http://schemas.openxmlformats.org/officeDocument/2006/relationships/slideLayout" Target="../slideLayouts/slideLayout47.xml" /><Relationship Id="rId2" Type="http://schemas.openxmlformats.org/officeDocument/2006/relationships/notesSlide" Target="../notesSlides/notesSlide15.xml" /></Relationships>
</file>

<file path=ppt/slides/_rels/slide16.xml.rels>&#65279;<?xml version="1.0" encoding="utf-8" standalone="yes"?><Relationships xmlns="http://schemas.openxmlformats.org/package/2006/relationships"><Relationship Id="rId1" Type="http://schemas.openxmlformats.org/officeDocument/2006/relationships/slideLayout" Target="../slideLayouts/slideLayout51.xml" /><Relationship Id="rId2" Type="http://schemas.openxmlformats.org/officeDocument/2006/relationships/notesSlide" Target="../notesSlides/notesSlide16.xml" /></Relationships>
</file>

<file path=ppt/slides/_rels/slide17.xml.rels>&#65279;<?xml version="1.0" encoding="utf-8" standalone="yes"?><Relationships xmlns="http://schemas.openxmlformats.org/package/2006/relationships"><Relationship Id="rId1" Type="http://schemas.openxmlformats.org/officeDocument/2006/relationships/slideLayout" Target="../slideLayouts/slideLayout16.xml" /><Relationship Id="rId2" Type="http://schemas.openxmlformats.org/officeDocument/2006/relationships/notesSlide" Target="../notesSlides/notesSlide17.xml" /><Relationship Id="rId3" Type="http://schemas.openxmlformats.org/officeDocument/2006/relationships/image" Target="../media/image43.png" /></Relationships>
</file>

<file path=ppt/slides/_rels/slide18.xml.rels>&#65279;<?xml version="1.0" encoding="utf-8" standalone="yes"?><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18.xml" /></Relationships>
</file>

<file path=ppt/slides/_rels/slide19.xml.rels>&#65279;<?xml version="1.0" encoding="utf-8" standalone="yes"?><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19.xml" /></Relationships>
</file>

<file path=ppt/slides/_rels/slide20.xml.rels>&#65279;<?xml version="1.0" encoding="utf-8" standalone="yes"?><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20.xml" /></Relationships>
</file>

<file path=ppt/slides/_rels/slide21.xml.rels>&#65279;<?xml version="1.0" encoding="utf-8" standalone="yes"?><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21.xml" /></Relationships>
</file>

<file path=ppt/slides/_rels/slide22.xml.rels>&#65279;<?xml version="1.0" encoding="utf-8" standalone="yes"?><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22.xml" /></Relationships>
</file>

<file path=ppt/slides/_rels/slide23.xml.rels>&#65279;<?xml version="1.0" encoding="utf-8" standalone="yes"?><Relationships xmlns="http://schemas.openxmlformats.org/package/2006/relationships"><Relationship Id="rId1" Type="http://schemas.openxmlformats.org/officeDocument/2006/relationships/slideLayout" Target="../slideLayouts/slideLayout44.xml" /><Relationship Id="rId2" Type="http://schemas.openxmlformats.org/officeDocument/2006/relationships/notesSlide" Target="../notesSlides/notesSlide23.xml" /><Relationship Id="rId3" Type="http://schemas.openxmlformats.org/officeDocument/2006/relationships/image" Target="../media/image48.png" /></Relationships>
</file>

<file path=ppt/slides/_rels/slide24.xml.rels>&#65279;<?xml version="1.0" encoding="utf-8" standalone="yes"?><Relationships xmlns="http://schemas.openxmlformats.org/package/2006/relationships"><Relationship Id="rId1" Type="http://schemas.openxmlformats.org/officeDocument/2006/relationships/slideLayout" Target="../slideLayouts/slideLayout28.xml" /><Relationship Id="rId2" Type="http://schemas.openxmlformats.org/officeDocument/2006/relationships/notesSlide" Target="../notesSlides/notesSlide24.xml" /><Relationship Id="rId3" Type="http://schemas.openxmlformats.org/officeDocument/2006/relationships/image" Target="../media/image48.png" /></Relationships>
</file>

<file path=ppt/slides/_rels/slide25.xml.rels>&#65279;<?xml version="1.0" encoding="utf-8" standalone="yes"?><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25.xml" /></Relationships>
</file>

<file path=ppt/slides/_rels/slide26.xml.rels>&#65279;<?xml version="1.0" encoding="utf-8" standalone="yes"?><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26.xml" /></Relationships>
</file>

<file path=ppt/slides/_rels/slide27.xml.rels>&#65279;<?xml version="1.0" encoding="utf-8" standalone="yes"?><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27.xml" /></Relationships>
</file>

<file path=ppt/slides/_rels/slide28.xml.rels>&#65279;<?xml version="1.0" encoding="utf-8" standalone="yes"?><Relationships xmlns="http://schemas.openxmlformats.org/package/2006/relationships"><Relationship Id="rId1" Type="http://schemas.openxmlformats.org/officeDocument/2006/relationships/slideLayout" Target="../slideLayouts/slideLayout20.xml" /><Relationship Id="rId2" Type="http://schemas.openxmlformats.org/officeDocument/2006/relationships/notesSlide" Target="../notesSlides/notesSlide28.xml" /></Relationships>
</file>

<file path=ppt/slides/_rels/slide29.xml.rels>&#65279;<?xml version="1.0" encoding="utf-8" standalone="yes"?><Relationships xmlns="http://schemas.openxmlformats.org/package/2006/relationships"><Relationship Id="rId1" Type="http://schemas.openxmlformats.org/officeDocument/2006/relationships/slideLayout" Target="../slideLayouts/slideLayout44.xml" /><Relationship Id="rId2" Type="http://schemas.openxmlformats.org/officeDocument/2006/relationships/notesSlide" Target="../notesSlides/notesSlide29.xml" /></Relationships>
</file>

<file path=ppt/slides/_rels/slide30.xml.rels>&#65279;<?xml version="1.0" encoding="utf-8" standalone="yes"?><Relationships xmlns="http://schemas.openxmlformats.org/package/2006/relationships"><Relationship Id="rId1" Type="http://schemas.openxmlformats.org/officeDocument/2006/relationships/slideLayout" Target="../slideLayouts/slideLayout48.xml" /><Relationship Id="rId2" Type="http://schemas.openxmlformats.org/officeDocument/2006/relationships/notesSlide" Target="../notesSlides/notesSlide30.xml" /></Relationships>
</file>

<file path=ppt/slides/_rels/slide31.xml.rels>&#65279;<?xml version="1.0" encoding="utf-8" standalone="yes"?><Relationships xmlns="http://schemas.openxmlformats.org/package/2006/relationships"><Relationship Id="rId1" Type="http://schemas.openxmlformats.org/officeDocument/2006/relationships/slideLayout" Target="../slideLayouts/slideLayout48.xml" /><Relationship Id="rId2" Type="http://schemas.openxmlformats.org/officeDocument/2006/relationships/notesSlide" Target="../notesSlides/notesSlide31.xml" /></Relationships>
</file>

<file path=ppt/slides/_rels/slide32.xml.rels>&#65279;<?xml version="1.0" encoding="utf-8" standalone="yes"?><Relationships xmlns="http://schemas.openxmlformats.org/package/2006/relationships"><Relationship Id="rId1" Type="http://schemas.openxmlformats.org/officeDocument/2006/relationships/slideLayout" Target="../slideLayouts/slideLayout48.xml" /><Relationship Id="rId2" Type="http://schemas.openxmlformats.org/officeDocument/2006/relationships/notesSlide" Target="../notesSlides/notesSlide32.xml" /><Relationship Id="rId3" Type="http://schemas.openxmlformats.org/officeDocument/2006/relationships/image" Target="../media/image49.png" /></Relationships>
</file>

<file path=ppt/slides/_rels/slide33.xml.rels>&#65279;<?xml version="1.0" encoding="utf-8" standalone="yes"?><Relationships xmlns="http://schemas.openxmlformats.org/package/2006/relationships"><Relationship Id="rId1" Type="http://schemas.openxmlformats.org/officeDocument/2006/relationships/slideLayout" Target="../slideLayouts/slideLayout52.xml" /><Relationship Id="rId2" Type="http://schemas.openxmlformats.org/officeDocument/2006/relationships/notesSlide" Target="../notesSlides/notesSlide33.xml" /></Relationships>
</file>

<file path=ppt/slides/_rels/slide34.xml.rels>&#65279;<?xml version="1.0" encoding="utf-8" standalone="yes"?><Relationships xmlns="http://schemas.openxmlformats.org/package/2006/relationships"><Relationship Id="rId1" Type="http://schemas.openxmlformats.org/officeDocument/2006/relationships/slideLayout" Target="../slideLayouts/slideLayout52.xml" /><Relationship Id="rId2" Type="http://schemas.openxmlformats.org/officeDocument/2006/relationships/notesSlide" Target="../notesSlides/notesSlide34.xml" /></Relationships>
</file>

<file path=ppt/slides/_rels/slide35.xml.rels>&#65279;<?xml version="1.0" encoding="utf-8" standalone="yes"?><Relationships xmlns="http://schemas.openxmlformats.org/package/2006/relationships"><Relationship Id="rId1" Type="http://schemas.openxmlformats.org/officeDocument/2006/relationships/slideLayout" Target="../slideLayouts/slideLayout52.xml" /><Relationship Id="rId2" Type="http://schemas.openxmlformats.org/officeDocument/2006/relationships/notesSlide" Target="../notesSlides/notesSlide35.xml" /></Relationships>
</file>

<file path=ppt/slides/_rels/slide36.xml.rels>&#65279;<?xml version="1.0" encoding="utf-8" standalone="yes"?><Relationships xmlns="http://schemas.openxmlformats.org/package/2006/relationships"><Relationship Id="rId1" Type="http://schemas.openxmlformats.org/officeDocument/2006/relationships/slideLayout" Target="../slideLayouts/slideLayout52.xml" /><Relationship Id="rId2" Type="http://schemas.openxmlformats.org/officeDocument/2006/relationships/notesSlide" Target="../notesSlides/notesSlide36.xml" /><Relationship Id="rId3" Type="http://schemas.openxmlformats.org/officeDocument/2006/relationships/image" Target="../media/image49.png" /></Relationships>
</file>

<file path=ppt/slides/_rels/slide37.xml.rels>&#65279;<?xml version="1.0" encoding="utf-8" standalone="yes"?><Relationships xmlns="http://schemas.openxmlformats.org/package/2006/relationships"><Relationship Id="rId1" Type="http://schemas.openxmlformats.org/officeDocument/2006/relationships/slideLayout" Target="../slideLayouts/slideLayout55.xml" /><Relationship Id="rId2" Type="http://schemas.openxmlformats.org/officeDocument/2006/relationships/notesSlide" Target="../notesSlides/notesSlide37.xml" /></Relationships>
</file>

<file path=ppt/slides/_rels/slide38.xml.rels>&#65279;<?xml version="1.0" encoding="utf-8" standalone="yes"?><Relationships xmlns="http://schemas.openxmlformats.org/package/2006/relationships"><Relationship Id="rId1" Type="http://schemas.openxmlformats.org/officeDocument/2006/relationships/slideLayout" Target="../slideLayouts/slideLayout59.xml" /><Relationship Id="rId2" Type="http://schemas.openxmlformats.org/officeDocument/2006/relationships/notesSlide" Target="../notesSlides/notesSlide38.xml"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image" Target="../media/image50.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754" name="Shape 754"/>
        <p:cNvGrpSpPr/>
        <p:nvPr/>
      </p:nvGrpSpPr>
      <p:grpSpPr>
        <a:xfrm>
          <a:off x="0" y="0"/>
          <a:ext cx="0" cy="0"/>
        </a:xfrm>
      </p:grpSpPr>
      <p:sp>
        <p:nvSpPr>
          <p:cNvPr id="755" name="Google Shape;755;p63"/>
          <p:cNvSpPr txBox="1"/>
          <p:nvPr>
            <p:ph type="ctrTitle"/>
          </p:nvPr>
        </p:nvSpPr>
        <p:spPr>
          <a:xfrm>
            <a:off x="323850" y="810000"/>
            <a:ext cx="5502000" cy="2742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Congruent triangles (RHS)</a:t>
            </a:r>
            <a:endParaRPr/>
          </a:p>
        </p:txBody>
      </p:sp>
      <p:sp>
        <p:nvSpPr>
          <p:cNvPr id="756" name="Google Shape;756;p63"/>
          <p:cNvSpPr txBox="1"/>
          <p:nvPr>
            <p:ph type="subTitle" idx="1"/>
          </p:nvPr>
        </p:nvSpPr>
        <p:spPr>
          <a:xfrm>
            <a:off x="890225" y="4327975"/>
            <a:ext cx="5758500" cy="669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Geometrical properties: similarity and Pythagoras' theorem</a:t>
            </a:r>
            <a:endParaRPr/>
          </a:p>
        </p:txBody>
      </p: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show="0">
  <p:cSld name="">
    <p:spTree>
      <p:nvGrpSpPr>
        <p:cNvPr id="760" name="Shape 760"/>
        <p:cNvGrpSpPr/>
        <p:nvPr/>
      </p:nvGrpSpPr>
      <p:grpSpPr>
        <a:xfrm>
          <a:off x="0" y="0"/>
          <a:ext cx="0" cy="0"/>
        </a:xfrm>
      </p:grpSpPr>
      <p:sp>
        <p:nvSpPr>
          <p:cNvPr id="761" name="Google Shape;761;p64"/>
          <p:cNvSpPr txBox="1"/>
          <p:nvPr/>
        </p:nvSpPr>
        <p:spPr>
          <a:xfrm>
            <a:off x="5655175" y="953025"/>
            <a:ext cx="1928100" cy="369300"/>
          </a:xfrm>
          <a:prstGeom prst="rect">
            <a:avLst/>
          </a:prstGeom>
          <a:noFill/>
          <a:ln>
            <a:noFill/>
          </a:ln>
        </p:spPr>
        <p:txBody>
          <a:bodyPr spcFirstLastPara="1" wrap="square" lIns="91425" tIns="91425" rIns="91425" bIns="91425" anchor="t" anchorCtr="0">
            <a:spAutoFit/>
          </a:bodyPr>
          <a:lstStyle/>
          <a:p>
            <a:pPr marL="0" marR="0" lvl="0" indent="0" algn="ctr" rtl="0">
              <a:lnSpc>
                <a:spcPct val="150000"/>
              </a:lnSpc>
              <a:spcBef>
                <a:spcPct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xmlns:ahyp="http://schemas.microsoft.com/office/drawing/2018/hyperlinkcolor" val="tx"/>
                    </a:ext>
                  </a:extLst>
                </a:hlinkClick>
              </a:rPr>
              <a:t>how to use Oak lessons</a:t>
            </a:r>
            <a:endParaRPr sz="1200">
              <a:latin typeface="Lexend"/>
              <a:ea typeface="Lexend"/>
              <a:cs typeface="Lexend"/>
              <a:sym typeface="Lexend"/>
            </a:endParaRPr>
          </a:p>
        </p:txBody>
      </p:sp>
    </p:spTree>
  </p:cSld>
  <p:clrMapOvr>
    <a:masterClrMapping/>
  </p:clrMapOvr>
  <p:transition/>
  <p:timing/>
</p:sld>
</file>

<file path=ppt/slides/slide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765" name="Shape 765"/>
        <p:cNvGrpSpPr/>
        <p:nvPr/>
      </p:nvGrpSpPr>
      <p:grpSpPr>
        <a:xfrm>
          <a:off x="0" y="0"/>
          <a:ext cx="0" cy="0"/>
        </a:xfrm>
      </p:grpSpPr>
      <p:sp>
        <p:nvSpPr>
          <p:cNvPr id="766" name="Google Shape;766;p65"/>
          <p:cNvSpPr txBox="1"/>
          <p:nvPr>
            <p:ph type="subTitle" idx="1"/>
          </p:nvPr>
        </p:nvSpPr>
        <p:spPr>
          <a:xfrm>
            <a:off x="585575" y="1463950"/>
            <a:ext cx="7351200" cy="2762700"/>
          </a:xfrm>
          <a:prstGeom prst="rect">
            <a:avLst/>
          </a:prstGeom>
        </p:spPr>
        <p:txBody>
          <a:bodyPr spcFirstLastPara="1" wrap="square" lIns="0" tIns="0" rIns="0" bIns="0" anchor="ctr" anchorCtr="0">
            <a:noAutofit/>
          </a:bodyPr>
          <a:lstStyle/>
          <a:p>
            <a:pPr marL="0" lvl="0" indent="0" algn="l" rtl="0">
              <a:spcBef>
                <a:spcPct val="0"/>
              </a:spcBef>
              <a:spcAft>
                <a:spcPts val="1000"/>
              </a:spcAft>
              <a:buNone/>
            </a:pPr>
            <a:r>
              <a:rPr lang="en-GB"/>
              <a:t>I can appreciate and use the criteria by which triangles are congruent (RHS).</a:t>
            </a:r>
            <a:endParaRPr/>
          </a:p>
        </p:txBody>
      </p:sp>
    </p:spTree>
  </p:cSld>
  <p:clrMapOvr>
    <a:masterClrMapping/>
  </p:clrMapOvr>
  <p:transition/>
  <p:timing/>
</p:sld>
</file>

<file path=ppt/slides/slide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770" name="Shape 770"/>
        <p:cNvGrpSpPr/>
        <p:nvPr/>
      </p:nvGrpSpPr>
      <p:grpSpPr>
        <a:xfrm>
          <a:off x="0" y="0"/>
          <a:ext cx="0" cy="0"/>
        </a:xfrm>
      </p:grpSpPr>
      <p:sp>
        <p:nvSpPr>
          <p:cNvPr id="771" name="Google Shape;771;p66"/>
          <p:cNvSpPr txBox="1"/>
          <p:nvPr>
            <p:ph type="subTitle" idx="2"/>
          </p:nvPr>
        </p:nvSpPr>
        <p:spPr>
          <a:xfrm>
            <a:off x="324000" y="1811150"/>
            <a:ext cx="8496000" cy="389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200"/>
              <a:t>If one shape can fit exactly on top of another using rotation, reflection or translation, then the shapes are congruent. </a:t>
            </a:r>
            <a:endParaRPr sz="2200"/>
          </a:p>
        </p:txBody>
      </p:sp>
      <p:sp>
        <p:nvSpPr>
          <p:cNvPr id="772" name="Google Shape;772;p66"/>
          <p:cNvSpPr txBox="1"/>
          <p:nvPr>
            <p:ph type="subTitle" idx="3"/>
          </p:nvPr>
        </p:nvSpPr>
        <p:spPr>
          <a:xfrm>
            <a:off x="324000" y="2849200"/>
            <a:ext cx="8496000" cy="389700"/>
          </a:xfrm>
          <a:prstGeom prst="rect">
            <a:avLst/>
          </a:prstGeom>
        </p:spPr>
        <p:txBody>
          <a:bodyPr spcFirstLastPara="1" wrap="square" lIns="0" tIns="0" rIns="0" bIns="0" anchor="t" anchorCtr="0">
            <a:noAutofit/>
          </a:bodyPr>
          <a:lstStyle/>
          <a:p>
            <a:pPr marL="0" lvl="0" indent="0" algn="l" rtl="0">
              <a:spcBef>
                <a:spcPct val="0"/>
              </a:spcBef>
              <a:spcAft>
                <a:spcPct val="0"/>
              </a:spcAft>
              <a:buClr>
                <a:schemeClr val="dk1"/>
              </a:buClr>
              <a:buSzPts val="1100"/>
              <a:buFont typeface="Arial"/>
              <a:buNone/>
            </a:pPr>
            <a:endParaRPr sz="2200"/>
          </a:p>
          <a:p>
            <a:pPr marL="0" lvl="0" indent="0" algn="l" rtl="0">
              <a:spcBef>
                <a:spcPts val="1000"/>
              </a:spcBef>
              <a:spcAft>
                <a:spcPct val="0"/>
              </a:spcAft>
              <a:buClr>
                <a:schemeClr val="dk1"/>
              </a:buClr>
              <a:buSzPts val="1100"/>
              <a:buFont typeface="Arial"/>
              <a:buNone/>
            </a:pPr>
            <a:endParaRPr sz="1800"/>
          </a:p>
          <a:p>
            <a:pPr marL="0" lvl="0" indent="0" algn="l" rtl="0">
              <a:spcBef>
                <a:spcPts val="1000"/>
              </a:spcBef>
              <a:spcAft>
                <a:spcPts val="1000"/>
              </a:spcAft>
              <a:buNone/>
            </a:pPr>
            <a:endParaRPr sz="1800"/>
          </a:p>
        </p:txBody>
      </p:sp>
      <p:sp>
        <p:nvSpPr>
          <p:cNvPr id="773" name="Google Shape;773;p66"/>
          <p:cNvSpPr txBox="1"/>
          <p:nvPr>
            <p:ph type="subTitle" idx="1"/>
          </p:nvPr>
        </p:nvSpPr>
        <p:spPr>
          <a:xfrm>
            <a:off x="324000" y="908475"/>
            <a:ext cx="8496000" cy="389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200"/>
              <a:t>A right-angled triangle has exactly one 90° interior angle. </a:t>
            </a:r>
            <a:endParaRPr sz="2200"/>
          </a:p>
        </p:txBody>
      </p:sp>
    </p:spTree>
  </p:cSld>
  <p:clrMapOvr>
    <a:masterClrMapping/>
  </p:clrMapOvr>
  <p:transition/>
  <p:timing/>
</p:sld>
</file>

<file path=ppt/slides/slide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777" name="Shape 777"/>
        <p:cNvGrpSpPr/>
        <p:nvPr/>
      </p:nvGrpSpPr>
      <p:grpSpPr>
        <a:xfrm>
          <a:off x="0" y="0"/>
          <a:ext cx="0" cy="0"/>
        </a:xfrm>
      </p:grpSpPr>
      <p:sp>
        <p:nvSpPr>
          <p:cNvPr id="778" name="Google Shape;778;p67"/>
          <p:cNvSpPr txBox="1"/>
          <p:nvPr>
            <p:ph type="subTitle" idx="3"/>
          </p:nvPr>
        </p:nvSpPr>
        <p:spPr>
          <a:xfrm>
            <a:off x="324000" y="2849200"/>
            <a:ext cx="8496000" cy="389700"/>
          </a:xfrm>
          <a:prstGeom prst="rect">
            <a:avLst/>
          </a:prstGeom>
        </p:spPr>
        <p:txBody>
          <a:bodyPr spcFirstLastPara="1" wrap="square" lIns="0" tIns="0" rIns="0" bIns="0" anchor="t" anchorCtr="0">
            <a:noAutofit/>
          </a:bodyPr>
          <a:lstStyle/>
          <a:p>
            <a:pPr marL="0" lvl="0" indent="0" algn="l" rtl="0">
              <a:spcBef>
                <a:spcPct val="0"/>
              </a:spcBef>
              <a:spcAft>
                <a:spcPct val="0"/>
              </a:spcAft>
              <a:buClr>
                <a:schemeClr val="dk1"/>
              </a:buClr>
              <a:buSzPts val="1100"/>
              <a:buFont typeface="Arial"/>
              <a:buNone/>
            </a:pPr>
            <a:endParaRPr sz="2200"/>
          </a:p>
          <a:p>
            <a:pPr marL="0" lvl="0" indent="0" algn="l" rtl="0">
              <a:spcBef>
                <a:spcPts val="1000"/>
              </a:spcBef>
              <a:spcAft>
                <a:spcPct val="0"/>
              </a:spcAft>
              <a:buClr>
                <a:schemeClr val="dk1"/>
              </a:buClr>
              <a:buSzPts val="1100"/>
              <a:buFont typeface="Arial"/>
              <a:buNone/>
            </a:pPr>
            <a:endParaRPr sz="1800"/>
          </a:p>
          <a:p>
            <a:pPr marL="0" lvl="0" indent="0" algn="l" rtl="0">
              <a:spcBef>
                <a:spcPts val="1000"/>
              </a:spcBef>
              <a:spcAft>
                <a:spcPts val="1000"/>
              </a:spcAft>
              <a:buNone/>
            </a:pPr>
            <a:endParaRPr sz="1800"/>
          </a:p>
        </p:txBody>
      </p:sp>
      <p:sp>
        <p:nvSpPr>
          <p:cNvPr id="779" name="Google Shape;779;p67"/>
          <p:cNvSpPr txBox="1"/>
          <p:nvPr>
            <p:ph type="subTitle" idx="1"/>
          </p:nvPr>
        </p:nvSpPr>
        <p:spPr>
          <a:xfrm>
            <a:off x="324000" y="908475"/>
            <a:ext cx="8496000" cy="389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200">
                <a:solidFill>
                  <a:schemeClr val="dk1"/>
                </a:solidFill>
                <a:highlight>
                  <a:srgbClr val="FFFFFF"/>
                </a:highlight>
              </a:rPr>
              <a:t>The </a:t>
            </a:r>
            <a:r>
              <a:rPr lang="en-GB" sz="2200" b="1">
                <a:solidFill>
                  <a:schemeClr val="dk1"/>
                </a:solidFill>
                <a:highlight>
                  <a:srgbClr val="FFFFFF"/>
                </a:highlight>
              </a:rPr>
              <a:t>hypotenuse </a:t>
            </a:r>
            <a:r>
              <a:rPr lang="en-GB" sz="2200">
                <a:solidFill>
                  <a:schemeClr val="dk1"/>
                </a:solidFill>
                <a:highlight>
                  <a:srgbClr val="FFFFFF"/>
                </a:highlight>
              </a:rPr>
              <a:t>is the side of a right-angled triangle which is opposite the right angle. </a:t>
            </a:r>
            <a:endParaRPr sz="2200"/>
          </a:p>
        </p:txBody>
      </p:sp>
    </p:spTree>
  </p:cSld>
  <p:clrMapOvr>
    <a:masterClrMapping/>
  </p:clrMapOvr>
  <p:transition/>
  <p:timing/>
</p:sld>
</file>

<file path=ppt/slides/slide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783" name="Shape 783"/>
        <p:cNvGrpSpPr/>
        <p:nvPr/>
      </p:nvGrpSpPr>
      <p:grpSpPr>
        <a:xfrm>
          <a:off x="0" y="0"/>
          <a:ext cx="0" cy="0"/>
        </a:xfrm>
      </p:grpSpPr>
      <p:sp>
        <p:nvSpPr>
          <p:cNvPr id="784" name="Google Shape;784;p68"/>
          <p:cNvSpPr txBox="1"/>
          <p:nvPr>
            <p:ph type="title"/>
          </p:nvPr>
        </p:nvSpPr>
        <p:spPr>
          <a:xfrm>
            <a:off x="1225225" y="2090813"/>
            <a:ext cx="6852300" cy="3693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Finding the right angle</a:t>
            </a:r>
            <a:endParaRPr/>
          </a:p>
        </p:txBody>
      </p:sp>
      <p:sp>
        <p:nvSpPr>
          <p:cNvPr id="785" name="Google Shape;785;p68"/>
          <p:cNvSpPr txBox="1"/>
          <p:nvPr>
            <p:ph type="title" idx="2"/>
          </p:nvPr>
        </p:nvSpPr>
        <p:spPr>
          <a:xfrm>
            <a:off x="1225225" y="3027088"/>
            <a:ext cx="6852300" cy="3693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sp>
        <p:nvSpPr>
          <p:cNvPr id="786" name="Google Shape;786;p68"/>
          <p:cNvSpPr txBox="1"/>
          <p:nvPr>
            <p:ph type="title" idx="3"/>
          </p:nvPr>
        </p:nvSpPr>
        <p:spPr>
          <a:xfrm>
            <a:off x="324000" y="657600"/>
            <a:ext cx="5741400" cy="615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Congruent triangles (RHS)</a:t>
            </a:r>
            <a:endParaRPr/>
          </a:p>
        </p:txBody>
      </p:sp>
      <p:pic>
        <p:nvPicPr>
          <p:cNvPr id="787" name="Google Shape;787;p68"/>
          <p:cNvPicPr preferRelativeResize="0"/>
          <p:nvPr/>
        </p:nvPicPr>
        <p:blipFill>
          <a:blip r:embed="rId3">
            <a:alphaModFix/>
          </a:blip>
          <a:stretch>
            <a:fillRect/>
          </a:stretch>
        </p:blipFill>
        <p:spPr>
          <a:xfrm>
            <a:off x="414050" y="2059642"/>
            <a:ext cx="450575" cy="44675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791" name="Shape 791"/>
        <p:cNvGrpSpPr/>
        <p:nvPr/>
      </p:nvGrpSpPr>
      <p:grpSpPr>
        <a:xfrm>
          <a:off x="0" y="0"/>
          <a:ext cx="0" cy="0"/>
        </a:xfrm>
      </p:grpSpPr>
      <p:sp>
        <p:nvSpPr>
          <p:cNvPr id="792" name="Google Shape;792;p69"/>
          <p:cNvSpPr txBox="1"/>
          <p:nvPr>
            <p:ph type="body" idx="1"/>
          </p:nvPr>
        </p:nvSpPr>
        <p:spPr>
          <a:xfrm>
            <a:off x="324000" y="759300"/>
            <a:ext cx="8237700" cy="9465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When two sides and an angle (not between them) are known, this can lead to two different triangles. For this reason, it is not sufficient enough to prove congruence between two triangles.</a:t>
            </a:r>
            <a:endParaRPr sz="1800"/>
          </a:p>
        </p:txBody>
      </p:sp>
      <p:sp>
        <p:nvSpPr>
          <p:cNvPr id="793" name="Google Shape;793;p69"/>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Finding the right angle</a:t>
            </a:r>
            <a:endParaRPr/>
          </a:p>
        </p:txBody>
      </p:sp>
      <p:cxnSp>
        <p:nvCxnSpPr>
          <p:cNvPr id="794" name="Google Shape;794;p69"/>
          <p:cNvCxnSpPr/>
          <p:nvPr/>
        </p:nvCxnSpPr>
        <p:spPr>
          <a:xfrm rot="10800000" flipH="1">
            <a:off x="4867275" y="3897075"/>
            <a:ext cx="3449400" cy="513000"/>
          </a:xfrm>
          <a:prstGeom prst="straightConnector1">
            <a:avLst/>
          </a:prstGeom>
          <a:noFill/>
          <a:ln w="28575" cap="flat" cmpd="sng">
            <a:solidFill>
              <a:srgbClr val="000000"/>
            </a:solidFill>
            <a:prstDash val="solid"/>
            <a:round/>
            <a:headEnd type="triangle" w="med" len="med"/>
            <a:tailEnd type="triangle" w="med" len="med"/>
          </a:ln>
        </p:spPr>
      </p:cxnSp>
      <p:sp>
        <p:nvSpPr>
          <p:cNvPr id="795" name="Google Shape;795;p69"/>
          <p:cNvSpPr/>
          <p:nvPr/>
        </p:nvSpPr>
        <p:spPr>
          <a:xfrm>
            <a:off x="4458669" y="3917538"/>
            <a:ext cx="733500" cy="733500"/>
          </a:xfrm>
          <a:prstGeom prst="pie">
            <a:avLst>
              <a:gd name="adj1" fmla="val 18118475"/>
              <a:gd name="adj2" fmla="val 21181060"/>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796" name="Google Shape;796;p69"/>
          <p:cNvSpPr/>
          <p:nvPr/>
        </p:nvSpPr>
        <p:spPr>
          <a:xfrm>
            <a:off x="4457244" y="3925988"/>
            <a:ext cx="733500" cy="733500"/>
          </a:xfrm>
          <a:prstGeom prst="pie">
            <a:avLst>
              <a:gd name="adj1" fmla="val 18118475"/>
              <a:gd name="adj2" fmla="val 21181060"/>
            </a:avLst>
          </a:prstGeom>
          <a:solidFill>
            <a:srgbClr val="FFFF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797" name="Google Shape;797;p69"/>
          <p:cNvCxnSpPr/>
          <p:nvPr/>
        </p:nvCxnSpPr>
        <p:spPr>
          <a:xfrm>
            <a:off x="5443775" y="3219600"/>
            <a:ext cx="2836500" cy="438300"/>
          </a:xfrm>
          <a:prstGeom prst="straightConnector1">
            <a:avLst/>
          </a:prstGeom>
          <a:noFill/>
          <a:ln w="28575" cap="flat" cmpd="sng">
            <a:solidFill>
              <a:srgbClr val="000000"/>
            </a:solidFill>
            <a:prstDash val="solid"/>
            <a:round/>
            <a:headEnd type="triangle" w="med" len="med"/>
            <a:tailEnd type="triangle" w="med" len="med"/>
          </a:ln>
        </p:spPr>
      </p:cxnSp>
      <p:cxnSp>
        <p:nvCxnSpPr>
          <p:cNvPr id="798" name="Google Shape;798;p69"/>
          <p:cNvCxnSpPr/>
          <p:nvPr/>
        </p:nvCxnSpPr>
        <p:spPr>
          <a:xfrm>
            <a:off x="6650275" y="1384800"/>
            <a:ext cx="1719000" cy="2298300"/>
          </a:xfrm>
          <a:prstGeom prst="straightConnector1">
            <a:avLst/>
          </a:prstGeom>
          <a:noFill/>
          <a:ln w="28575" cap="flat" cmpd="sng">
            <a:solidFill>
              <a:srgbClr val="000000"/>
            </a:solidFill>
            <a:prstDash val="solid"/>
            <a:round/>
            <a:headEnd type="triangle" w="med" len="med"/>
            <a:tailEnd type="triangle" w="med" len="med"/>
          </a:ln>
        </p:spPr>
      </p:cxnSp>
      <p:sp>
        <p:nvSpPr>
          <p:cNvPr id="799" name="Google Shape;799;p69"/>
          <p:cNvSpPr/>
          <p:nvPr/>
        </p:nvSpPr>
        <p:spPr>
          <a:xfrm>
            <a:off x="4817600" y="3347850"/>
            <a:ext cx="3429000" cy="946450"/>
          </a:xfrm>
          <a:custGeom>
            <a:rect l="l" t="t" r="r" b="b"/>
            <a:pathLst>
              <a:path w="137160" h="37858" extrusionOk="0">
                <a:moveTo>
                  <a:pt x="23102" y="0"/>
                </a:moveTo>
                <a:lnTo>
                  <a:pt x="137160" y="17175"/>
                </a:lnTo>
                <a:lnTo>
                  <a:pt x="0" y="37858"/>
                </a:lnTo>
                <a:close/>
              </a:path>
            </a:pathLst>
          </a:custGeom>
          <a:noFill/>
          <a:ln w="38100" cap="flat" cmpd="sng">
            <a:solidFill>
              <a:srgbClr val="000000"/>
            </a:solidFill>
            <a:prstDash val="solid"/>
            <a:round/>
            <a:headEnd type="none" w="med" len="med"/>
            <a:tailEnd type="none" w="med" len="med"/>
          </a:ln>
        </p:spPr>
        <p:txBody>
          <a:bodyPr/>
          <a:lstStyle/>
          <a:p/>
        </p:txBody>
      </p:sp>
      <p:sp>
        <p:nvSpPr>
          <p:cNvPr id="800" name="Google Shape;800;p69"/>
          <p:cNvSpPr txBox="1"/>
          <p:nvPr/>
        </p:nvSpPr>
        <p:spPr>
          <a:xfrm>
            <a:off x="6684201" y="3081000"/>
            <a:ext cx="7113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latin typeface="Lexend"/>
                <a:ea typeface="Lexend"/>
                <a:cs typeface="Lexend"/>
                <a:sym typeface="Lexend"/>
              </a:rPr>
              <a:t>5</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801" name="Google Shape;801;p69"/>
          <p:cNvSpPr txBox="1"/>
          <p:nvPr/>
        </p:nvSpPr>
        <p:spPr>
          <a:xfrm>
            <a:off x="7543301" y="2128350"/>
            <a:ext cx="7113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latin typeface="Lexend"/>
                <a:ea typeface="Lexend"/>
                <a:cs typeface="Lexend"/>
                <a:sym typeface="Lexend"/>
              </a:rPr>
              <a:t>5</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802" name="Google Shape;802;p69"/>
          <p:cNvSpPr txBox="1"/>
          <p:nvPr/>
        </p:nvSpPr>
        <p:spPr>
          <a:xfrm>
            <a:off x="6481001" y="4223850"/>
            <a:ext cx="7113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latin typeface="Lexend"/>
                <a:ea typeface="Lexend"/>
                <a:cs typeface="Lexend"/>
                <a:sym typeface="Lexend"/>
              </a:rPr>
              <a:t>6</a:t>
            </a:r>
            <a:r>
              <a:rPr lang="en-GB" sz="1800">
                <a:solidFill>
                  <a:srgbClr val="000000"/>
                </a:solidFill>
                <a:latin typeface="Lexend"/>
                <a:ea typeface="Lexend"/>
                <a:cs typeface="Lexend"/>
                <a:sym typeface="Lexend"/>
              </a:rPr>
              <a:t> cm</a:t>
            </a:r>
            <a:endParaRPr sz="1800">
              <a:solidFill>
                <a:srgbClr val="000000"/>
              </a:solidFill>
              <a:latin typeface="Lexend"/>
              <a:ea typeface="Lexend"/>
              <a:cs typeface="Lexend"/>
              <a:sym typeface="Lexend"/>
            </a:endParaRPr>
          </a:p>
        </p:txBody>
      </p:sp>
      <p:sp>
        <p:nvSpPr>
          <p:cNvPr id="803" name="Google Shape;803;p69"/>
          <p:cNvSpPr txBox="1"/>
          <p:nvPr/>
        </p:nvSpPr>
        <p:spPr>
          <a:xfrm>
            <a:off x="5190750" y="3802650"/>
            <a:ext cx="6303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latin typeface="Lexend"/>
                <a:ea typeface="Lexend"/>
                <a:cs typeface="Lexend"/>
                <a:sym typeface="Lexend"/>
              </a:rPr>
              <a:t>50</a:t>
            </a:r>
            <a:r>
              <a:rPr lang="en-GB" sz="1800">
                <a:solidFill>
                  <a:srgbClr val="000000"/>
                </a:solidFill>
                <a:latin typeface="Lexend"/>
                <a:ea typeface="Lexend"/>
                <a:cs typeface="Lexend"/>
                <a:sym typeface="Lexend"/>
              </a:rPr>
              <a:t>°</a:t>
            </a:r>
            <a:endParaRPr sz="1800">
              <a:solidFill>
                <a:srgbClr val="000000"/>
              </a:solidFill>
              <a:latin typeface="Lexend"/>
              <a:ea typeface="Lexend"/>
              <a:cs typeface="Lexend"/>
              <a:sym typeface="Lexend"/>
            </a:endParaRPr>
          </a:p>
        </p:txBody>
      </p:sp>
      <p:sp>
        <p:nvSpPr>
          <p:cNvPr id="804" name="Google Shape;804;p69"/>
          <p:cNvSpPr/>
          <p:nvPr/>
        </p:nvSpPr>
        <p:spPr>
          <a:xfrm>
            <a:off x="4824000" y="1455875"/>
            <a:ext cx="3430600" cy="2841350"/>
          </a:xfrm>
          <a:custGeom>
            <a:rect l="l" t="t" r="r" b="b"/>
            <a:pathLst>
              <a:path w="137224" h="113654" extrusionOk="0">
                <a:moveTo>
                  <a:pt x="0" y="113654"/>
                </a:moveTo>
                <a:lnTo>
                  <a:pt x="137224" y="92667"/>
                </a:lnTo>
                <a:lnTo>
                  <a:pt x="68289" y="0"/>
                </a:lnTo>
                <a:close/>
              </a:path>
            </a:pathLst>
          </a:custGeom>
          <a:noFill/>
          <a:ln w="38100" cap="flat" cmpd="sng">
            <a:solidFill>
              <a:srgbClr val="000000"/>
            </a:solidFill>
            <a:prstDash val="solid"/>
            <a:round/>
            <a:headEnd type="none" w="med" len="med"/>
            <a:tailEnd type="none" w="med" len="med"/>
          </a:ln>
        </p:spPr>
        <p:txBody>
          <a:bodyPr/>
          <a:lstStyle/>
          <a:p/>
        </p:txBody>
      </p:sp>
      <p:sp>
        <p:nvSpPr>
          <p:cNvPr id="805" name="Google Shape;805;p69"/>
          <p:cNvSpPr/>
          <p:nvPr/>
        </p:nvSpPr>
        <p:spPr>
          <a:xfrm>
            <a:off x="5352575" y="898050"/>
            <a:ext cx="5785200" cy="5785200"/>
          </a:xfrm>
          <a:prstGeom prst="arc">
            <a:avLst>
              <a:gd name="adj1" fmla="val 9855363"/>
              <a:gd name="adj2" fmla="val 14262400"/>
            </a:avLst>
          </a:prstGeom>
          <a:noFill/>
          <a:ln w="38100" cap="flat" cmpd="sng">
            <a:solidFill>
              <a:srgbClr val="037B7D"/>
            </a:solidFill>
            <a:prstDash val="dash"/>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nvGrpSpPr>
          <p:cNvPr id="806" name="Google Shape;806;p69"/>
          <p:cNvGrpSpPr/>
          <p:nvPr/>
        </p:nvGrpSpPr>
        <p:grpSpPr>
          <a:xfrm>
            <a:off x="5319482" y="3275300"/>
            <a:ext cx="151200" cy="151200"/>
            <a:chOff x="3573225" y="3347200"/>
            <a:chExt cx="151200" cy="151200"/>
          </a:xfrm>
        </p:grpSpPr>
        <p:cxnSp>
          <p:nvCxnSpPr>
            <p:cNvPr id="807" name="Google Shape;807;p69"/>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808" name="Google Shape;808;p69"/>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grpSp>
        <p:nvGrpSpPr>
          <p:cNvPr id="809" name="Google Shape;809;p69"/>
          <p:cNvGrpSpPr/>
          <p:nvPr/>
        </p:nvGrpSpPr>
        <p:grpSpPr>
          <a:xfrm>
            <a:off x="6451719" y="1387305"/>
            <a:ext cx="151200" cy="151200"/>
            <a:chOff x="3573225" y="3347200"/>
            <a:chExt cx="151200" cy="151200"/>
          </a:xfrm>
        </p:grpSpPr>
        <p:cxnSp>
          <p:nvCxnSpPr>
            <p:cNvPr id="810" name="Google Shape;810;p69"/>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811" name="Google Shape;811;p69"/>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pic>
        <p:nvPicPr>
          <p:cNvPr id="812" name="Google Shape;812;p69"/>
          <p:cNvPicPr preferRelativeResize="0"/>
          <p:nvPr/>
        </p:nvPicPr>
        <p:blipFill>
          <a:blip r:embed="rId3">
            <a:alphaModFix/>
          </a:blip>
          <a:stretch>
            <a:fillRect/>
          </a:stretch>
        </p:blipFill>
        <p:spPr>
          <a:xfrm flipH="1">
            <a:off x="500634" y="3251063"/>
            <a:ext cx="777007" cy="896096"/>
          </a:xfrm>
          <a:prstGeom prst="rect">
            <a:avLst/>
          </a:prstGeom>
          <a:noFill/>
          <a:ln>
            <a:noFill/>
          </a:ln>
        </p:spPr>
      </p:pic>
      <p:sp>
        <p:nvSpPr>
          <p:cNvPr id="813" name="Google Shape;813;p69"/>
          <p:cNvSpPr txBox="1"/>
          <p:nvPr/>
        </p:nvSpPr>
        <p:spPr>
          <a:xfrm>
            <a:off x="549075" y="4163250"/>
            <a:ext cx="885300" cy="313500"/>
          </a:xfrm>
          <a:prstGeom prst="rect">
            <a:avLst/>
          </a:prstGeom>
          <a:noFill/>
          <a:ln>
            <a:noFill/>
          </a:ln>
        </p:spPr>
        <p:txBody>
          <a:bodyPr spcFirstLastPara="1" wrap="square" lIns="0" tIns="0" rIns="0" bIns="0" anchor="ctr" anchorCtr="0">
            <a:noAutofit/>
          </a:bodyPr>
          <a:lstStyle/>
          <a:p>
            <a:pPr marL="0" lvl="0" indent="0" algn="ctr" rtl="0">
              <a:lnSpc>
                <a:spcPct val="115000"/>
              </a:lnSpc>
              <a:spcBef>
                <a:spcPct val="0"/>
              </a:spcBef>
              <a:spcAft>
                <a:spcPct val="0"/>
              </a:spcAft>
              <a:buNone/>
            </a:pPr>
            <a:r>
              <a:rPr lang="en-GB" sz="1800">
                <a:latin typeface="Lexend"/>
                <a:ea typeface="Lexend"/>
                <a:cs typeface="Lexend"/>
                <a:sym typeface="Lexend"/>
              </a:rPr>
              <a:t>Alex</a:t>
            </a:r>
            <a:endParaRPr sz="1800">
              <a:latin typeface="Lexend"/>
              <a:ea typeface="Lexend"/>
              <a:cs typeface="Lexend"/>
              <a:sym typeface="Lexend"/>
            </a:endParaRPr>
          </a:p>
        </p:txBody>
      </p:sp>
      <p:pic>
        <p:nvPicPr>
          <p:cNvPr id="814" name="Google Shape;814;p69"/>
          <p:cNvPicPr preferRelativeResize="0"/>
          <p:nvPr/>
        </p:nvPicPr>
        <p:blipFill>
          <a:blip r:embed="rId4">
            <a:alphaModFix/>
          </a:blip>
          <a:srcRect r="57905" b="43690"/>
          <a:stretch>
            <a:fillRect/>
          </a:stretch>
        </p:blipFill>
        <p:spPr>
          <a:xfrm flipH="1">
            <a:off x="1277659" y="2028900"/>
            <a:ext cx="2662052" cy="1695301"/>
          </a:xfrm>
          <a:prstGeom prst="rect">
            <a:avLst/>
          </a:prstGeom>
          <a:noFill/>
          <a:ln>
            <a:noFill/>
          </a:ln>
        </p:spPr>
      </p:pic>
      <p:sp>
        <p:nvSpPr>
          <p:cNvPr id="815" name="Google Shape;815;p69"/>
          <p:cNvSpPr txBox="1"/>
          <p:nvPr>
            <p:ph type="body" idx="1"/>
          </p:nvPr>
        </p:nvSpPr>
        <p:spPr>
          <a:xfrm>
            <a:off x="1484650" y="2103861"/>
            <a:ext cx="2358600" cy="9465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Does this information always lead to two different triangles?</a:t>
            </a:r>
            <a:endParaRPr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819" name="Shape 819"/>
        <p:cNvGrpSpPr/>
        <p:nvPr/>
      </p:nvGrpSpPr>
      <p:grpSpPr>
        <a:xfrm>
          <a:off x="0" y="0"/>
          <a:ext cx="0" cy="0"/>
        </a:xfrm>
      </p:grpSpPr>
      <p:sp>
        <p:nvSpPr>
          <p:cNvPr id="820" name="Google Shape;820;p70"/>
          <p:cNvSpPr/>
          <p:nvPr/>
        </p:nvSpPr>
        <p:spPr>
          <a:xfrm>
            <a:off x="5116372" y="2828547"/>
            <a:ext cx="3204000" cy="3204000"/>
          </a:xfrm>
          <a:prstGeom prst="arc">
            <a:avLst>
              <a:gd name="adj1" fmla="val 11101242"/>
              <a:gd name="adj2" fmla="val 18435207"/>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21" name="Google Shape;821;p70"/>
          <p:cNvSpPr/>
          <p:nvPr/>
        </p:nvSpPr>
        <p:spPr>
          <a:xfrm>
            <a:off x="5116372" y="2828547"/>
            <a:ext cx="3204000" cy="3204000"/>
          </a:xfrm>
          <a:prstGeom prst="arc">
            <a:avLst>
              <a:gd name="adj1" fmla="val 15288966"/>
              <a:gd name="adj2" fmla="val 18435207"/>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22" name="Google Shape;822;p70"/>
          <p:cNvSpPr/>
          <p:nvPr/>
        </p:nvSpPr>
        <p:spPr>
          <a:xfrm>
            <a:off x="1822075" y="2985200"/>
            <a:ext cx="2908800" cy="2908800"/>
          </a:xfrm>
          <a:prstGeom prst="arc">
            <a:avLst>
              <a:gd name="adj1" fmla="val 11577182"/>
              <a:gd name="adj2" fmla="val 18098901"/>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23" name="Google Shape;823;p70"/>
          <p:cNvSpPr/>
          <p:nvPr/>
        </p:nvSpPr>
        <p:spPr>
          <a:xfrm>
            <a:off x="1822075" y="2985200"/>
            <a:ext cx="2908800" cy="2908800"/>
          </a:xfrm>
          <a:prstGeom prst="arc">
            <a:avLst>
              <a:gd name="adj1" fmla="val 11022004"/>
              <a:gd name="adj2" fmla="val 18081276"/>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24" name="Google Shape;824;p70"/>
          <p:cNvSpPr/>
          <p:nvPr/>
        </p:nvSpPr>
        <p:spPr>
          <a:xfrm>
            <a:off x="1822075" y="2985200"/>
            <a:ext cx="2908800" cy="2908800"/>
          </a:xfrm>
          <a:prstGeom prst="arc">
            <a:avLst>
              <a:gd name="adj1" fmla="val 14753666"/>
              <a:gd name="adj2" fmla="val 18085559"/>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25" name="Google Shape;825;p70"/>
          <p:cNvSpPr txBox="1"/>
          <p:nvPr>
            <p:ph type="body" idx="1"/>
          </p:nvPr>
        </p:nvSpPr>
        <p:spPr>
          <a:xfrm>
            <a:off x="324000" y="759300"/>
            <a:ext cx="8237700" cy="8211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We will investigate Alex’s question, by keeping the angle and one edge the same and changing the second edge.</a:t>
            </a:r>
            <a:endParaRPr sz="1800"/>
          </a:p>
        </p:txBody>
      </p:sp>
      <p:sp>
        <p:nvSpPr>
          <p:cNvPr id="826" name="Google Shape;826;p70"/>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Finding the right angle</a:t>
            </a:r>
            <a:endParaRPr/>
          </a:p>
        </p:txBody>
      </p:sp>
      <p:cxnSp>
        <p:nvCxnSpPr>
          <p:cNvPr id="827" name="Google Shape;827;p70"/>
          <p:cNvCxnSpPr/>
          <p:nvPr/>
        </p:nvCxnSpPr>
        <p:spPr>
          <a:xfrm>
            <a:off x="1558850" y="4439607"/>
            <a:ext cx="1723800" cy="0"/>
          </a:xfrm>
          <a:prstGeom prst="straightConnector1">
            <a:avLst/>
          </a:prstGeom>
          <a:noFill/>
          <a:ln w="38100" cap="flat" cmpd="sng">
            <a:solidFill>
              <a:schemeClr val="dk1"/>
            </a:solidFill>
            <a:prstDash val="solid"/>
            <a:round/>
            <a:headEnd type="none" w="med" len="med"/>
            <a:tailEnd type="none" w="med" len="med"/>
          </a:ln>
        </p:spPr>
      </p:cxnSp>
      <p:cxnSp>
        <p:nvCxnSpPr>
          <p:cNvPr id="828" name="Google Shape;828;p70"/>
          <p:cNvCxnSpPr/>
          <p:nvPr/>
        </p:nvCxnSpPr>
        <p:spPr>
          <a:xfrm rot="10800000" flipH="1">
            <a:off x="1558847" y="1776216"/>
            <a:ext cx="2244000" cy="2663400"/>
          </a:xfrm>
          <a:prstGeom prst="straightConnector1">
            <a:avLst/>
          </a:prstGeom>
          <a:noFill/>
          <a:ln w="38100" cap="flat" cmpd="sng">
            <a:solidFill>
              <a:schemeClr val="dk1"/>
            </a:solidFill>
            <a:prstDash val="dash"/>
            <a:round/>
            <a:headEnd type="none" w="med" len="med"/>
            <a:tailEnd type="none" w="med" len="med"/>
          </a:ln>
        </p:spPr>
      </p:cxnSp>
      <p:sp>
        <p:nvSpPr>
          <p:cNvPr id="829" name="Google Shape;829;p70"/>
          <p:cNvSpPr/>
          <p:nvPr/>
        </p:nvSpPr>
        <p:spPr>
          <a:xfrm>
            <a:off x="1203837" y="4083976"/>
            <a:ext cx="711300" cy="711300"/>
          </a:xfrm>
          <a:prstGeom prst="pie">
            <a:avLst>
              <a:gd name="adj1" fmla="val 18605661"/>
              <a:gd name="adj2" fmla="val 21588601"/>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30" name="Google Shape;830;p70"/>
          <p:cNvSpPr txBox="1"/>
          <p:nvPr/>
        </p:nvSpPr>
        <p:spPr>
          <a:xfrm>
            <a:off x="139425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831" name="Google Shape;831;p70"/>
          <p:cNvSpPr txBox="1"/>
          <p:nvPr/>
        </p:nvSpPr>
        <p:spPr>
          <a:xfrm>
            <a:off x="326940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832" name="Google Shape;832;p70"/>
          <p:cNvSpPr txBox="1"/>
          <p:nvPr/>
        </p:nvSpPr>
        <p:spPr>
          <a:xfrm>
            <a:off x="1937297" y="4168222"/>
            <a:ext cx="411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833" name="Google Shape;833;p70"/>
          <p:cNvSpPr txBox="1"/>
          <p:nvPr/>
        </p:nvSpPr>
        <p:spPr>
          <a:xfrm>
            <a:off x="2103650" y="4570532"/>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sp>
        <p:nvSpPr>
          <p:cNvPr id="834" name="Google Shape;834;p70"/>
          <p:cNvSpPr txBox="1"/>
          <p:nvPr>
            <p:ph type="body" idx="1"/>
          </p:nvPr>
        </p:nvSpPr>
        <p:spPr>
          <a:xfrm>
            <a:off x="324000" y="1444225"/>
            <a:ext cx="8237700" cy="3630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Vertex C will lie somewhere along the ray line.</a:t>
            </a:r>
            <a:endParaRPr sz="1800"/>
          </a:p>
        </p:txBody>
      </p:sp>
      <p:cxnSp>
        <p:nvCxnSpPr>
          <p:cNvPr id="835" name="Google Shape;835;p70"/>
          <p:cNvCxnSpPr/>
          <p:nvPr/>
        </p:nvCxnSpPr>
        <p:spPr>
          <a:xfrm>
            <a:off x="1558850" y="4544807"/>
            <a:ext cx="1723800" cy="0"/>
          </a:xfrm>
          <a:prstGeom prst="straightConnector1">
            <a:avLst/>
          </a:prstGeom>
          <a:noFill/>
          <a:ln w="28575" cap="flat" cmpd="sng">
            <a:solidFill>
              <a:schemeClr val="dk1"/>
            </a:solidFill>
            <a:prstDash val="solid"/>
            <a:round/>
            <a:headEnd type="triangle" w="med" len="med"/>
            <a:tailEnd type="triangle" w="med" len="med"/>
          </a:ln>
        </p:spPr>
      </p:cxnSp>
      <p:grpSp>
        <p:nvGrpSpPr>
          <p:cNvPr id="836" name="Google Shape;836;p70"/>
          <p:cNvGrpSpPr/>
          <p:nvPr/>
        </p:nvGrpSpPr>
        <p:grpSpPr>
          <a:xfrm rot="-3536161">
            <a:off x="1583034" y="1430256"/>
            <a:ext cx="1980257" cy="3031504"/>
            <a:chOff x="4542125" y="1365525"/>
            <a:chExt cx="1980237" cy="3031475"/>
          </a:xfrm>
        </p:grpSpPr>
        <p:pic>
          <p:nvPicPr>
            <p:cNvPr id="837" name="Google Shape;837;p70"/>
            <p:cNvPicPr preferRelativeResize="0"/>
            <p:nvPr/>
          </p:nvPicPr>
          <p:blipFill>
            <a:blip r:embed="rId3">
              <a:alphaModFix/>
            </a:blip>
            <a:stretch>
              <a:fillRect/>
            </a:stretch>
          </p:blipFill>
          <p:spPr>
            <a:xfrm>
              <a:off x="4542125" y="1365525"/>
              <a:ext cx="1980237" cy="3031475"/>
            </a:xfrm>
            <a:prstGeom prst="rect">
              <a:avLst/>
            </a:prstGeom>
            <a:noFill/>
            <a:ln>
              <a:noFill/>
            </a:ln>
          </p:spPr>
        </p:pic>
        <p:cxnSp>
          <p:nvCxnSpPr>
            <p:cNvPr id="838" name="Google Shape;838;p70"/>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839" name="Google Shape;839;p70"/>
            <p:cNvSpPr txBox="1"/>
            <p:nvPr/>
          </p:nvSpPr>
          <p:spPr>
            <a:xfrm>
              <a:off x="5028825" y="3981207"/>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 cm</a:t>
              </a:r>
              <a:endParaRPr sz="1800">
                <a:solidFill>
                  <a:schemeClr val="dk1"/>
                </a:solidFill>
                <a:latin typeface="Lexend"/>
                <a:ea typeface="Lexend"/>
                <a:cs typeface="Lexend"/>
                <a:sym typeface="Lexend"/>
              </a:endParaRPr>
            </a:p>
          </p:txBody>
        </p:sp>
      </p:grpSp>
      <p:grpSp>
        <p:nvGrpSpPr>
          <p:cNvPr id="840" name="Google Shape;840;p70"/>
          <p:cNvGrpSpPr/>
          <p:nvPr/>
        </p:nvGrpSpPr>
        <p:grpSpPr>
          <a:xfrm rot="-6889654">
            <a:off x="662974" y="2650988"/>
            <a:ext cx="1980291" cy="3031556"/>
            <a:chOff x="4542125" y="1365525"/>
            <a:chExt cx="1980237" cy="3031475"/>
          </a:xfrm>
        </p:grpSpPr>
        <p:pic>
          <p:nvPicPr>
            <p:cNvPr id="841" name="Google Shape;841;p70"/>
            <p:cNvPicPr preferRelativeResize="0"/>
            <p:nvPr/>
          </p:nvPicPr>
          <p:blipFill>
            <a:blip r:embed="rId3">
              <a:alphaModFix/>
            </a:blip>
            <a:stretch>
              <a:fillRect/>
            </a:stretch>
          </p:blipFill>
          <p:spPr>
            <a:xfrm>
              <a:off x="4542125" y="1365525"/>
              <a:ext cx="1980237" cy="3031475"/>
            </a:xfrm>
            <a:prstGeom prst="rect">
              <a:avLst/>
            </a:prstGeom>
            <a:noFill/>
            <a:ln>
              <a:noFill/>
            </a:ln>
          </p:spPr>
        </p:pic>
        <p:cxnSp>
          <p:nvCxnSpPr>
            <p:cNvPr id="842" name="Google Shape;842;p70"/>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843" name="Google Shape;843;p70"/>
            <p:cNvSpPr txBox="1"/>
            <p:nvPr/>
          </p:nvSpPr>
          <p:spPr>
            <a:xfrm>
              <a:off x="5028825" y="3981207"/>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 cm</a:t>
              </a:r>
              <a:endParaRPr sz="1800">
                <a:solidFill>
                  <a:schemeClr val="dk1"/>
                </a:solidFill>
                <a:latin typeface="Lexend"/>
                <a:ea typeface="Lexend"/>
                <a:cs typeface="Lexend"/>
                <a:sym typeface="Lexend"/>
              </a:endParaRPr>
            </a:p>
          </p:txBody>
        </p:sp>
      </p:grpSp>
      <p:grpSp>
        <p:nvGrpSpPr>
          <p:cNvPr id="844" name="Google Shape;844;p70"/>
          <p:cNvGrpSpPr/>
          <p:nvPr/>
        </p:nvGrpSpPr>
        <p:grpSpPr>
          <a:xfrm rot="-10048048">
            <a:off x="1111429" y="3890136"/>
            <a:ext cx="1980292" cy="3191967"/>
            <a:chOff x="4542125" y="1365525"/>
            <a:chExt cx="1980237" cy="3191879"/>
          </a:xfrm>
        </p:grpSpPr>
        <p:pic>
          <p:nvPicPr>
            <p:cNvPr id="845" name="Google Shape;845;p70"/>
            <p:cNvPicPr preferRelativeResize="0"/>
            <p:nvPr/>
          </p:nvPicPr>
          <p:blipFill>
            <a:blip r:embed="rId3">
              <a:alphaModFix/>
            </a:blip>
            <a:stretch>
              <a:fillRect/>
            </a:stretch>
          </p:blipFill>
          <p:spPr>
            <a:xfrm>
              <a:off x="4542125" y="1365525"/>
              <a:ext cx="1980237" cy="3031475"/>
            </a:xfrm>
            <a:prstGeom prst="rect">
              <a:avLst/>
            </a:prstGeom>
            <a:noFill/>
            <a:ln>
              <a:noFill/>
            </a:ln>
          </p:spPr>
        </p:pic>
        <p:cxnSp>
          <p:nvCxnSpPr>
            <p:cNvPr id="846" name="Google Shape;846;p70"/>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847" name="Google Shape;847;p70"/>
            <p:cNvSpPr txBox="1"/>
            <p:nvPr/>
          </p:nvSpPr>
          <p:spPr>
            <a:xfrm rot="10798374">
              <a:off x="5031369" y="4280054"/>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 cm</a:t>
              </a:r>
              <a:endParaRPr sz="1800">
                <a:solidFill>
                  <a:schemeClr val="dk1"/>
                </a:solidFill>
                <a:latin typeface="Lexend"/>
                <a:ea typeface="Lexend"/>
                <a:cs typeface="Lexend"/>
                <a:sym typeface="Lexend"/>
              </a:endParaRPr>
            </a:p>
          </p:txBody>
        </p:sp>
      </p:grpSp>
      <p:grpSp>
        <p:nvGrpSpPr>
          <p:cNvPr id="848" name="Google Shape;848;p70"/>
          <p:cNvGrpSpPr/>
          <p:nvPr/>
        </p:nvGrpSpPr>
        <p:grpSpPr>
          <a:xfrm rot="-6889654">
            <a:off x="2128388" y="3677200"/>
            <a:ext cx="1454139" cy="277207"/>
            <a:chOff x="4618875" y="3981207"/>
            <a:chExt cx="1454100" cy="277200"/>
          </a:xfrm>
        </p:grpSpPr>
        <p:cxnSp>
          <p:nvCxnSpPr>
            <p:cNvPr id="849" name="Google Shape;849;p70"/>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850" name="Google Shape;850;p70"/>
            <p:cNvSpPr txBox="1"/>
            <p:nvPr/>
          </p:nvSpPr>
          <p:spPr>
            <a:xfrm>
              <a:off x="5028825" y="3981207"/>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 cm</a:t>
              </a:r>
              <a:endParaRPr sz="1800">
                <a:solidFill>
                  <a:schemeClr val="dk1"/>
                </a:solidFill>
                <a:latin typeface="Lexend"/>
                <a:ea typeface="Lexend"/>
                <a:cs typeface="Lexend"/>
                <a:sym typeface="Lexend"/>
              </a:endParaRPr>
            </a:p>
          </p:txBody>
        </p:sp>
      </p:grpSp>
      <p:grpSp>
        <p:nvGrpSpPr>
          <p:cNvPr id="851" name="Google Shape;851;p70"/>
          <p:cNvGrpSpPr/>
          <p:nvPr/>
        </p:nvGrpSpPr>
        <p:grpSpPr>
          <a:xfrm rot="-10048048">
            <a:off x="1870197" y="3965669"/>
            <a:ext cx="1454140" cy="298362"/>
            <a:chOff x="4618875" y="4258407"/>
            <a:chExt cx="1454100" cy="298353"/>
          </a:xfrm>
        </p:grpSpPr>
        <p:cxnSp>
          <p:nvCxnSpPr>
            <p:cNvPr id="852" name="Google Shape;852;p70"/>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853" name="Google Shape;853;p70"/>
            <p:cNvSpPr txBox="1"/>
            <p:nvPr/>
          </p:nvSpPr>
          <p:spPr>
            <a:xfrm rot="10798374">
              <a:off x="5028820" y="4279410"/>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 cm</a:t>
              </a:r>
              <a:endParaRPr sz="1800">
                <a:solidFill>
                  <a:schemeClr val="dk1"/>
                </a:solidFill>
                <a:latin typeface="Lexend"/>
                <a:ea typeface="Lexend"/>
                <a:cs typeface="Lexend"/>
                <a:sym typeface="Lexend"/>
              </a:endParaRPr>
            </a:p>
          </p:txBody>
        </p:sp>
      </p:grpSp>
      <p:grpSp>
        <p:nvGrpSpPr>
          <p:cNvPr id="854" name="Google Shape;854;p70"/>
          <p:cNvGrpSpPr/>
          <p:nvPr/>
        </p:nvGrpSpPr>
        <p:grpSpPr>
          <a:xfrm>
            <a:off x="2494399" y="2728043"/>
            <a:ext cx="349800" cy="455307"/>
            <a:chOff x="2494399" y="2728043"/>
            <a:chExt cx="349800" cy="455307"/>
          </a:xfrm>
        </p:grpSpPr>
        <p:grpSp>
          <p:nvGrpSpPr>
            <p:cNvPr id="855" name="Google Shape;855;p70"/>
            <p:cNvGrpSpPr/>
            <p:nvPr/>
          </p:nvGrpSpPr>
          <p:grpSpPr>
            <a:xfrm>
              <a:off x="2610638" y="3032151"/>
              <a:ext cx="151200" cy="151200"/>
              <a:chOff x="3573225" y="3347200"/>
              <a:chExt cx="151200" cy="151200"/>
            </a:xfrm>
          </p:grpSpPr>
          <p:cxnSp>
            <p:nvCxnSpPr>
              <p:cNvPr id="856" name="Google Shape;856;p70"/>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857" name="Google Shape;857;p70"/>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858" name="Google Shape;858;p70"/>
            <p:cNvSpPr txBox="1"/>
            <p:nvPr/>
          </p:nvSpPr>
          <p:spPr>
            <a:xfrm>
              <a:off x="2494399" y="2728043"/>
              <a:ext cx="3498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r>
                <a:rPr lang="en-GB" sz="1800" baseline="-25000">
                  <a:solidFill>
                    <a:schemeClr val="dk1"/>
                  </a:solidFill>
                  <a:latin typeface="Lexend"/>
                  <a:ea typeface="Lexend"/>
                  <a:cs typeface="Lexend"/>
                  <a:sym typeface="Lexend"/>
                </a:rPr>
                <a:t>1</a:t>
              </a:r>
              <a:endParaRPr sz="1800" baseline="-25000">
                <a:solidFill>
                  <a:schemeClr val="dk1"/>
                </a:solidFill>
                <a:latin typeface="Lexend"/>
                <a:ea typeface="Lexend"/>
                <a:cs typeface="Lexend"/>
                <a:sym typeface="Lexend"/>
              </a:endParaRPr>
            </a:p>
          </p:txBody>
        </p:sp>
      </p:grpSp>
      <p:grpSp>
        <p:nvGrpSpPr>
          <p:cNvPr id="859" name="Google Shape;859;p70"/>
          <p:cNvGrpSpPr/>
          <p:nvPr/>
        </p:nvGrpSpPr>
        <p:grpSpPr>
          <a:xfrm>
            <a:off x="1536950" y="3828000"/>
            <a:ext cx="397451" cy="350471"/>
            <a:chOff x="1536950" y="3828000"/>
            <a:chExt cx="397451" cy="350471"/>
          </a:xfrm>
        </p:grpSpPr>
        <p:grpSp>
          <p:nvGrpSpPr>
            <p:cNvPr id="860" name="Google Shape;860;p70"/>
            <p:cNvGrpSpPr/>
            <p:nvPr/>
          </p:nvGrpSpPr>
          <p:grpSpPr>
            <a:xfrm>
              <a:off x="1783201" y="4027271"/>
              <a:ext cx="151200" cy="151200"/>
              <a:chOff x="3573225" y="3347200"/>
              <a:chExt cx="151200" cy="151200"/>
            </a:xfrm>
          </p:grpSpPr>
          <p:cxnSp>
            <p:nvCxnSpPr>
              <p:cNvPr id="861" name="Google Shape;861;p70"/>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862" name="Google Shape;862;p70"/>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863" name="Google Shape;863;p70"/>
            <p:cNvSpPr txBox="1"/>
            <p:nvPr/>
          </p:nvSpPr>
          <p:spPr>
            <a:xfrm>
              <a:off x="1536950" y="3828000"/>
              <a:ext cx="3498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r>
                <a:rPr lang="en-GB" sz="1800" baseline="-25000">
                  <a:solidFill>
                    <a:schemeClr val="dk1"/>
                  </a:solidFill>
                  <a:latin typeface="Lexend"/>
                  <a:ea typeface="Lexend"/>
                  <a:cs typeface="Lexend"/>
                  <a:sym typeface="Lexend"/>
                </a:rPr>
                <a:t>2</a:t>
              </a:r>
              <a:endParaRPr sz="1800" baseline="-25000">
                <a:solidFill>
                  <a:schemeClr val="dk1"/>
                </a:solidFill>
                <a:latin typeface="Lexend"/>
                <a:ea typeface="Lexend"/>
                <a:cs typeface="Lexend"/>
                <a:sym typeface="Lexend"/>
              </a:endParaRPr>
            </a:p>
          </p:txBody>
        </p:sp>
      </p:grpSp>
      <p:grpSp>
        <p:nvGrpSpPr>
          <p:cNvPr id="864" name="Google Shape;864;p70"/>
          <p:cNvGrpSpPr/>
          <p:nvPr/>
        </p:nvGrpSpPr>
        <p:grpSpPr>
          <a:xfrm>
            <a:off x="4632837" y="1776216"/>
            <a:ext cx="2599009" cy="3071516"/>
            <a:chOff x="4632837" y="1776216"/>
            <a:chExt cx="2599009" cy="3071516"/>
          </a:xfrm>
        </p:grpSpPr>
        <p:cxnSp>
          <p:nvCxnSpPr>
            <p:cNvPr id="865" name="Google Shape;865;p70"/>
            <p:cNvCxnSpPr/>
            <p:nvPr/>
          </p:nvCxnSpPr>
          <p:spPr>
            <a:xfrm>
              <a:off x="4987850" y="4439607"/>
              <a:ext cx="1723800" cy="0"/>
            </a:xfrm>
            <a:prstGeom prst="straightConnector1">
              <a:avLst/>
            </a:prstGeom>
            <a:noFill/>
            <a:ln w="38100" cap="flat" cmpd="sng">
              <a:solidFill>
                <a:schemeClr val="dk1"/>
              </a:solidFill>
              <a:prstDash val="solid"/>
              <a:round/>
              <a:headEnd type="none" w="med" len="med"/>
              <a:tailEnd type="none" w="med" len="med"/>
            </a:ln>
          </p:spPr>
        </p:cxnSp>
        <p:cxnSp>
          <p:nvCxnSpPr>
            <p:cNvPr id="866" name="Google Shape;866;p70"/>
            <p:cNvCxnSpPr/>
            <p:nvPr/>
          </p:nvCxnSpPr>
          <p:spPr>
            <a:xfrm rot="10800000" flipH="1">
              <a:off x="4987847" y="1776216"/>
              <a:ext cx="2244000" cy="2663400"/>
            </a:xfrm>
            <a:prstGeom prst="straightConnector1">
              <a:avLst/>
            </a:prstGeom>
            <a:noFill/>
            <a:ln w="38100" cap="flat" cmpd="sng">
              <a:solidFill>
                <a:schemeClr val="dk1"/>
              </a:solidFill>
              <a:prstDash val="dash"/>
              <a:round/>
              <a:headEnd type="none" w="med" len="med"/>
              <a:tailEnd type="none" w="med" len="med"/>
            </a:ln>
          </p:spPr>
        </p:cxnSp>
        <p:sp>
          <p:nvSpPr>
            <p:cNvPr id="867" name="Google Shape;867;p70"/>
            <p:cNvSpPr/>
            <p:nvPr/>
          </p:nvSpPr>
          <p:spPr>
            <a:xfrm>
              <a:off x="4632837" y="4083976"/>
              <a:ext cx="711300" cy="711300"/>
            </a:xfrm>
            <a:prstGeom prst="pie">
              <a:avLst>
                <a:gd name="adj1" fmla="val 18605661"/>
                <a:gd name="adj2" fmla="val 21588601"/>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868" name="Google Shape;868;p70"/>
            <p:cNvSpPr txBox="1"/>
            <p:nvPr/>
          </p:nvSpPr>
          <p:spPr>
            <a:xfrm>
              <a:off x="482325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869" name="Google Shape;869;p70"/>
            <p:cNvSpPr txBox="1"/>
            <p:nvPr/>
          </p:nvSpPr>
          <p:spPr>
            <a:xfrm>
              <a:off x="669840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870" name="Google Shape;870;p70"/>
            <p:cNvSpPr txBox="1"/>
            <p:nvPr/>
          </p:nvSpPr>
          <p:spPr>
            <a:xfrm>
              <a:off x="5366297" y="4168222"/>
              <a:ext cx="411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871" name="Google Shape;871;p70"/>
            <p:cNvSpPr txBox="1"/>
            <p:nvPr/>
          </p:nvSpPr>
          <p:spPr>
            <a:xfrm>
              <a:off x="5532650" y="4570532"/>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cxnSp>
          <p:nvCxnSpPr>
            <p:cNvPr id="872" name="Google Shape;872;p70"/>
            <p:cNvCxnSpPr/>
            <p:nvPr/>
          </p:nvCxnSpPr>
          <p:spPr>
            <a:xfrm>
              <a:off x="4987850" y="4544807"/>
              <a:ext cx="1723800" cy="0"/>
            </a:xfrm>
            <a:prstGeom prst="straightConnector1">
              <a:avLst/>
            </a:prstGeom>
            <a:noFill/>
            <a:ln w="28575" cap="flat" cmpd="sng">
              <a:solidFill>
                <a:schemeClr val="dk1"/>
              </a:solidFill>
              <a:prstDash val="solid"/>
              <a:round/>
              <a:headEnd type="triangle" w="med" len="med"/>
              <a:tailEnd type="triangle" w="med" len="med"/>
            </a:ln>
          </p:spPr>
        </p:cxnSp>
      </p:grpSp>
      <p:sp>
        <p:nvSpPr>
          <p:cNvPr id="873" name="Google Shape;873;p70"/>
          <p:cNvSpPr txBox="1"/>
          <p:nvPr>
            <p:ph type="body" idx="1"/>
          </p:nvPr>
        </p:nvSpPr>
        <p:spPr>
          <a:xfrm>
            <a:off x="324000" y="1852425"/>
            <a:ext cx="2732700" cy="3630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We will start by increasing the length of the side opposite the known angle.</a:t>
            </a:r>
            <a:endParaRPr sz="1800"/>
          </a:p>
        </p:txBody>
      </p:sp>
      <p:grpSp>
        <p:nvGrpSpPr>
          <p:cNvPr id="874" name="Google Shape;874;p70"/>
          <p:cNvGrpSpPr/>
          <p:nvPr/>
        </p:nvGrpSpPr>
        <p:grpSpPr>
          <a:xfrm rot="-6324147">
            <a:off x="5563978" y="3564671"/>
            <a:ext cx="1601935" cy="277216"/>
            <a:chOff x="4618875" y="3981195"/>
            <a:chExt cx="1454100" cy="277212"/>
          </a:xfrm>
        </p:grpSpPr>
        <p:cxnSp>
          <p:nvCxnSpPr>
            <p:cNvPr id="875" name="Google Shape;875;p70"/>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876" name="Google Shape;876;p70"/>
            <p:cNvSpPr txBox="1"/>
            <p:nvPr/>
          </p:nvSpPr>
          <p:spPr>
            <a:xfrm>
              <a:off x="5028816" y="3981195"/>
              <a:ext cx="738600" cy="276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5.5 cm</a:t>
              </a:r>
              <a:endParaRPr sz="1800">
                <a:solidFill>
                  <a:schemeClr val="dk1"/>
                </a:solidFill>
                <a:latin typeface="Lexend"/>
                <a:ea typeface="Lexend"/>
                <a:cs typeface="Lexend"/>
                <a:sym typeface="Lexend"/>
              </a:endParaRPr>
            </a:p>
          </p:txBody>
        </p:sp>
      </p:grpSp>
      <p:grpSp>
        <p:nvGrpSpPr>
          <p:cNvPr id="877" name="Google Shape;877;p70"/>
          <p:cNvGrpSpPr/>
          <p:nvPr/>
        </p:nvGrpSpPr>
        <p:grpSpPr>
          <a:xfrm rot="-10490679">
            <a:off x="5118914" y="4053835"/>
            <a:ext cx="1602065" cy="308317"/>
            <a:chOff x="4618875" y="4258407"/>
            <a:chExt cx="1454100" cy="308302"/>
          </a:xfrm>
        </p:grpSpPr>
        <p:cxnSp>
          <p:nvCxnSpPr>
            <p:cNvPr id="878" name="Google Shape;878;p70"/>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879" name="Google Shape;879;p70"/>
            <p:cNvSpPr txBox="1"/>
            <p:nvPr/>
          </p:nvSpPr>
          <p:spPr>
            <a:xfrm rot="-10752528">
              <a:off x="5053555" y="4284701"/>
              <a:ext cx="738670" cy="276916"/>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5.5 cm</a:t>
              </a:r>
              <a:endParaRPr sz="1800">
                <a:solidFill>
                  <a:schemeClr val="dk1"/>
                </a:solidFill>
                <a:latin typeface="Lexend"/>
                <a:ea typeface="Lexend"/>
                <a:cs typeface="Lexend"/>
                <a:sym typeface="Lexend"/>
              </a:endParaRPr>
            </a:p>
          </p:txBody>
        </p:sp>
      </p:grpSp>
      <p:grpSp>
        <p:nvGrpSpPr>
          <p:cNvPr id="880" name="Google Shape;880;p70"/>
          <p:cNvGrpSpPr/>
          <p:nvPr/>
        </p:nvGrpSpPr>
        <p:grpSpPr>
          <a:xfrm rot="-3168899">
            <a:off x="5288439" y="1562372"/>
            <a:ext cx="2089892" cy="2765668"/>
            <a:chOff x="6766600" y="4168225"/>
            <a:chExt cx="2089860" cy="2765626"/>
          </a:xfrm>
        </p:grpSpPr>
        <p:pic>
          <p:nvPicPr>
            <p:cNvPr id="881" name="Google Shape;881;p70"/>
            <p:cNvPicPr preferRelativeResize="0"/>
            <p:nvPr/>
          </p:nvPicPr>
          <p:blipFill>
            <a:blip r:embed="rId4">
              <a:alphaModFix/>
            </a:blip>
            <a:stretch>
              <a:fillRect/>
            </a:stretch>
          </p:blipFill>
          <p:spPr>
            <a:xfrm>
              <a:off x="6766600" y="4168225"/>
              <a:ext cx="2089860" cy="2765626"/>
            </a:xfrm>
            <a:prstGeom prst="rect">
              <a:avLst/>
            </a:prstGeom>
            <a:noFill/>
            <a:ln>
              <a:noFill/>
            </a:ln>
          </p:spPr>
        </p:pic>
        <p:grpSp>
          <p:nvGrpSpPr>
            <p:cNvPr id="882" name="Google Shape;882;p70"/>
            <p:cNvGrpSpPr/>
            <p:nvPr/>
          </p:nvGrpSpPr>
          <p:grpSpPr>
            <a:xfrm>
              <a:off x="6848692" y="6472825"/>
              <a:ext cx="1601982" cy="277212"/>
              <a:chOff x="4618875" y="3981195"/>
              <a:chExt cx="1454100" cy="277212"/>
            </a:xfrm>
          </p:grpSpPr>
          <p:cxnSp>
            <p:nvCxnSpPr>
              <p:cNvPr id="883" name="Google Shape;883;p70"/>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884" name="Google Shape;884;p70"/>
              <p:cNvSpPr txBox="1"/>
              <p:nvPr/>
            </p:nvSpPr>
            <p:spPr>
              <a:xfrm>
                <a:off x="5028816" y="3981195"/>
                <a:ext cx="738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5.5 cm</a:t>
                </a:r>
                <a:endParaRPr sz="1800">
                  <a:solidFill>
                    <a:schemeClr val="dk1"/>
                  </a:solidFill>
                  <a:latin typeface="Lexend"/>
                  <a:ea typeface="Lexend"/>
                  <a:cs typeface="Lexend"/>
                  <a:sym typeface="Lexend"/>
                </a:endParaRPr>
              </a:p>
            </p:txBody>
          </p:sp>
        </p:grpSp>
      </p:grpSp>
      <p:grpSp>
        <p:nvGrpSpPr>
          <p:cNvPr id="885" name="Google Shape;885;p70"/>
          <p:cNvGrpSpPr/>
          <p:nvPr/>
        </p:nvGrpSpPr>
        <p:grpSpPr>
          <a:xfrm rot="-6324141">
            <a:off x="4254626" y="2445785"/>
            <a:ext cx="2089894" cy="2765670"/>
            <a:chOff x="6766600" y="4168225"/>
            <a:chExt cx="2089860" cy="2765626"/>
          </a:xfrm>
        </p:grpSpPr>
        <p:pic>
          <p:nvPicPr>
            <p:cNvPr id="886" name="Google Shape;886;p70"/>
            <p:cNvPicPr preferRelativeResize="0"/>
            <p:nvPr/>
          </p:nvPicPr>
          <p:blipFill>
            <a:blip r:embed="rId4">
              <a:alphaModFix/>
            </a:blip>
            <a:stretch>
              <a:fillRect/>
            </a:stretch>
          </p:blipFill>
          <p:spPr>
            <a:xfrm>
              <a:off x="6766600" y="4168225"/>
              <a:ext cx="2089860" cy="2765626"/>
            </a:xfrm>
            <a:prstGeom prst="rect">
              <a:avLst/>
            </a:prstGeom>
            <a:noFill/>
            <a:ln>
              <a:noFill/>
            </a:ln>
          </p:spPr>
        </p:pic>
        <p:grpSp>
          <p:nvGrpSpPr>
            <p:cNvPr id="887" name="Google Shape;887;p70"/>
            <p:cNvGrpSpPr/>
            <p:nvPr/>
          </p:nvGrpSpPr>
          <p:grpSpPr>
            <a:xfrm>
              <a:off x="6848692" y="6472825"/>
              <a:ext cx="1601982" cy="277212"/>
              <a:chOff x="4618875" y="3981195"/>
              <a:chExt cx="1454100" cy="277212"/>
            </a:xfrm>
          </p:grpSpPr>
          <p:cxnSp>
            <p:nvCxnSpPr>
              <p:cNvPr id="888" name="Google Shape;888;p70"/>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889" name="Google Shape;889;p70"/>
              <p:cNvSpPr txBox="1"/>
              <p:nvPr/>
            </p:nvSpPr>
            <p:spPr>
              <a:xfrm>
                <a:off x="5028816" y="3981195"/>
                <a:ext cx="738600" cy="276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5.5 cm</a:t>
                </a:r>
                <a:endParaRPr sz="1800">
                  <a:solidFill>
                    <a:schemeClr val="dk1"/>
                  </a:solidFill>
                  <a:latin typeface="Lexend"/>
                  <a:ea typeface="Lexend"/>
                  <a:cs typeface="Lexend"/>
                  <a:sym typeface="Lexend"/>
                </a:endParaRPr>
              </a:p>
            </p:txBody>
          </p:sp>
        </p:grpSp>
      </p:grpSp>
      <p:grpSp>
        <p:nvGrpSpPr>
          <p:cNvPr id="890" name="Google Shape;890;p70"/>
          <p:cNvGrpSpPr/>
          <p:nvPr/>
        </p:nvGrpSpPr>
        <p:grpSpPr>
          <a:xfrm rot="-10490544">
            <a:off x="4597749" y="4033829"/>
            <a:ext cx="2089962" cy="2890255"/>
            <a:chOff x="6766600" y="4168225"/>
            <a:chExt cx="2089860" cy="2890114"/>
          </a:xfrm>
        </p:grpSpPr>
        <p:pic>
          <p:nvPicPr>
            <p:cNvPr id="891" name="Google Shape;891;p70"/>
            <p:cNvPicPr preferRelativeResize="0"/>
            <p:nvPr/>
          </p:nvPicPr>
          <p:blipFill>
            <a:blip r:embed="rId4">
              <a:alphaModFix/>
            </a:blip>
            <a:stretch>
              <a:fillRect/>
            </a:stretch>
          </p:blipFill>
          <p:spPr>
            <a:xfrm>
              <a:off x="6766600" y="4168225"/>
              <a:ext cx="2089860" cy="2765626"/>
            </a:xfrm>
            <a:prstGeom prst="rect">
              <a:avLst/>
            </a:prstGeom>
            <a:noFill/>
            <a:ln>
              <a:noFill/>
            </a:ln>
          </p:spPr>
        </p:pic>
        <p:grpSp>
          <p:nvGrpSpPr>
            <p:cNvPr id="892" name="Google Shape;892;p70"/>
            <p:cNvGrpSpPr/>
            <p:nvPr/>
          </p:nvGrpSpPr>
          <p:grpSpPr>
            <a:xfrm>
              <a:off x="6848692" y="6750037"/>
              <a:ext cx="1601982" cy="308302"/>
              <a:chOff x="4618875" y="4258407"/>
              <a:chExt cx="1454100" cy="308302"/>
            </a:xfrm>
          </p:grpSpPr>
          <p:cxnSp>
            <p:nvCxnSpPr>
              <p:cNvPr id="893" name="Google Shape;893;p70"/>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894" name="Google Shape;894;p70"/>
              <p:cNvSpPr txBox="1"/>
              <p:nvPr/>
            </p:nvSpPr>
            <p:spPr>
              <a:xfrm rot="-10752528">
                <a:off x="5053555" y="4284701"/>
                <a:ext cx="738670" cy="276916"/>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5.5 cm</a:t>
                </a:r>
                <a:endParaRPr sz="1800">
                  <a:solidFill>
                    <a:schemeClr val="dk1"/>
                  </a:solidFill>
                  <a:latin typeface="Lexend"/>
                  <a:ea typeface="Lexend"/>
                  <a:cs typeface="Lexend"/>
                  <a:sym typeface="Lexend"/>
                </a:endParaRPr>
              </a:p>
            </p:txBody>
          </p:sp>
        </p:grpSp>
      </p:grpSp>
      <p:sp>
        <p:nvSpPr>
          <p:cNvPr id="895" name="Google Shape;895;p70"/>
          <p:cNvSpPr txBox="1"/>
          <p:nvPr>
            <p:ph type="body" idx="1"/>
          </p:nvPr>
        </p:nvSpPr>
        <p:spPr>
          <a:xfrm>
            <a:off x="4276388" y="1835663"/>
            <a:ext cx="2732700" cy="3630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This still creates two triangles.</a:t>
            </a:r>
            <a:endParaRPr sz="1800"/>
          </a:p>
        </p:txBody>
      </p:sp>
      <p:sp>
        <p:nvSpPr>
          <p:cNvPr id="896" name="Google Shape;896;p70"/>
          <p:cNvSpPr/>
          <p:nvPr/>
        </p:nvSpPr>
        <p:spPr>
          <a:xfrm>
            <a:off x="5122623" y="2830438"/>
            <a:ext cx="3204000" cy="3204000"/>
          </a:xfrm>
          <a:prstGeom prst="arc">
            <a:avLst>
              <a:gd name="adj1" fmla="val 10310738"/>
              <a:gd name="adj2" fmla="val 18435207"/>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nvGrpSpPr>
          <p:cNvPr id="897" name="Google Shape;897;p70"/>
          <p:cNvGrpSpPr/>
          <p:nvPr/>
        </p:nvGrpSpPr>
        <p:grpSpPr>
          <a:xfrm>
            <a:off x="4786044" y="4018110"/>
            <a:ext cx="400475" cy="350471"/>
            <a:chOff x="1533926" y="3828000"/>
            <a:chExt cx="400475" cy="350471"/>
          </a:xfrm>
        </p:grpSpPr>
        <p:grpSp>
          <p:nvGrpSpPr>
            <p:cNvPr id="898" name="Google Shape;898;p70"/>
            <p:cNvGrpSpPr/>
            <p:nvPr/>
          </p:nvGrpSpPr>
          <p:grpSpPr>
            <a:xfrm>
              <a:off x="1783201" y="4027271"/>
              <a:ext cx="151200" cy="151200"/>
              <a:chOff x="3573225" y="3347200"/>
              <a:chExt cx="151200" cy="151200"/>
            </a:xfrm>
          </p:grpSpPr>
          <p:cxnSp>
            <p:nvCxnSpPr>
              <p:cNvPr id="899" name="Google Shape;899;p70"/>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900" name="Google Shape;900;p70"/>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901" name="Google Shape;901;p70"/>
            <p:cNvSpPr txBox="1"/>
            <p:nvPr/>
          </p:nvSpPr>
          <p:spPr>
            <a:xfrm>
              <a:off x="1533926" y="3828000"/>
              <a:ext cx="3498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r>
                <a:rPr lang="en-GB" sz="1800" baseline="-25000">
                  <a:solidFill>
                    <a:schemeClr val="dk1"/>
                  </a:solidFill>
                  <a:latin typeface="Lexend"/>
                  <a:ea typeface="Lexend"/>
                  <a:cs typeface="Lexend"/>
                  <a:sym typeface="Lexend"/>
                </a:rPr>
                <a:t>2</a:t>
              </a:r>
              <a:endParaRPr sz="1800" baseline="-25000">
                <a:solidFill>
                  <a:schemeClr val="dk1"/>
                </a:solidFill>
                <a:latin typeface="Lexend"/>
                <a:ea typeface="Lexend"/>
                <a:cs typeface="Lexend"/>
                <a:sym typeface="Lexend"/>
              </a:endParaRPr>
            </a:p>
          </p:txBody>
        </p:sp>
      </p:grpSp>
      <p:grpSp>
        <p:nvGrpSpPr>
          <p:cNvPr id="902" name="Google Shape;902;p70"/>
          <p:cNvGrpSpPr/>
          <p:nvPr/>
        </p:nvGrpSpPr>
        <p:grpSpPr>
          <a:xfrm>
            <a:off x="6103384" y="2514044"/>
            <a:ext cx="349800" cy="455307"/>
            <a:chOff x="2494399" y="2728043"/>
            <a:chExt cx="349800" cy="455307"/>
          </a:xfrm>
        </p:grpSpPr>
        <p:grpSp>
          <p:nvGrpSpPr>
            <p:cNvPr id="903" name="Google Shape;903;p70"/>
            <p:cNvGrpSpPr/>
            <p:nvPr/>
          </p:nvGrpSpPr>
          <p:grpSpPr>
            <a:xfrm>
              <a:off x="2610638" y="3032151"/>
              <a:ext cx="151200" cy="151200"/>
              <a:chOff x="3573225" y="3347200"/>
              <a:chExt cx="151200" cy="151200"/>
            </a:xfrm>
          </p:grpSpPr>
          <p:cxnSp>
            <p:nvCxnSpPr>
              <p:cNvPr id="904" name="Google Shape;904;p70"/>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905" name="Google Shape;905;p70"/>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906" name="Google Shape;906;p70"/>
            <p:cNvSpPr txBox="1"/>
            <p:nvPr/>
          </p:nvSpPr>
          <p:spPr>
            <a:xfrm>
              <a:off x="2494399" y="2728043"/>
              <a:ext cx="3498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r>
                <a:rPr lang="en-GB" sz="1800" baseline="-25000">
                  <a:solidFill>
                    <a:schemeClr val="dk1"/>
                  </a:solidFill>
                  <a:latin typeface="Lexend"/>
                  <a:ea typeface="Lexend"/>
                  <a:cs typeface="Lexend"/>
                  <a:sym typeface="Lexend"/>
                </a:rPr>
                <a:t>1</a:t>
              </a:r>
              <a:endParaRPr sz="1800" baseline="-25000">
                <a:solidFill>
                  <a:schemeClr val="dk1"/>
                </a:solidFill>
                <a:latin typeface="Lexend"/>
                <a:ea typeface="Lexend"/>
                <a:cs typeface="Lexend"/>
                <a:sym typeface="Lexend"/>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3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36"/>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40"/>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836"/>
                                        </p:tgtEl>
                                        <p:attrNameLst>
                                          <p:attrName>style.visibility</p:attrName>
                                        </p:attrNameLst>
                                      </p:cBhvr>
                                      <p:to>
                                        <p:strVal val="hidden"/>
                                      </p:to>
                                    </p:set>
                                  </p:childTnLst>
                                </p:cTn>
                              </p:par>
                              <p:par>
                                <p:cTn id="17" presetID="1" presetClass="entr" presetSubtype="0" fill="hold" nodeType="withEffect">
                                  <p:stCondLst>
                                    <p:cond delay="0"/>
                                  </p:stCondLst>
                                  <p:childTnLst>
                                    <p:set>
                                      <p:cBhvr>
                                        <p:cTn id="18" dur="1" fill="hold">
                                          <p:stCondLst>
                                            <p:cond delay="0"/>
                                          </p:stCondLst>
                                        </p:cTn>
                                        <p:tgtEl>
                                          <p:spTgt spid="8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4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48"/>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85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22"/>
                                        </p:tgtEl>
                                        <p:attrNameLst>
                                          <p:attrName>style.visibility</p:attrName>
                                        </p:attrNameLst>
                                      </p:cBhvr>
                                      <p:to>
                                        <p:strVal val="visible"/>
                                      </p:to>
                                    </p:set>
                                  </p:childTnLst>
                                </p:cTn>
                              </p:par>
                              <p:par>
                                <p:cTn id="29" presetID="1" presetClass="exit" presetSubtype="0" fill="hold" nodeType="withEffect">
                                  <p:stCondLst>
                                    <p:cond delay="0"/>
                                  </p:stCondLst>
                                  <p:childTnLst>
                                    <p:set>
                                      <p:cBhvr>
                                        <p:cTn id="30" dur="1" fill="hold">
                                          <p:stCondLst>
                                            <p:cond delay="0"/>
                                          </p:stCondLst>
                                        </p:cTn>
                                        <p:tgtEl>
                                          <p:spTgt spid="840"/>
                                        </p:tgtEl>
                                        <p:attrNameLst>
                                          <p:attrName>style.visibility</p:attrName>
                                        </p:attrNameLst>
                                      </p:cBhvr>
                                      <p:to>
                                        <p:strVal val="hidden"/>
                                      </p:to>
                                    </p:set>
                                  </p:childTnLst>
                                </p:cTn>
                              </p:par>
                            </p:childTnLst>
                          </p:cTn>
                        </p:par>
                      </p:childTnLst>
                    </p:cTn>
                  </p:par>
                  <p:par>
                    <p:cTn id="31" fill="hold" nodeType="clickPar">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23"/>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85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859"/>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844"/>
                                        </p:tgtEl>
                                        <p:attrNameLst>
                                          <p:attrName>style.visibility</p:attrName>
                                        </p:attrNameLst>
                                      </p:cBhvr>
                                      <p:to>
                                        <p:strVal val="hidden"/>
                                      </p:to>
                                    </p:set>
                                  </p:childTnLst>
                                </p:cTn>
                              </p:par>
                            </p:childTnLst>
                          </p:cTn>
                        </p:par>
                      </p:childTnLst>
                    </p:cTn>
                  </p:par>
                  <p:par>
                    <p:cTn id="41" fill="hold" nodeType="clickPar">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873"/>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864"/>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880"/>
                                        </p:tgtEl>
                                        <p:attrNameLst>
                                          <p:attrName>style.visibility</p:attrName>
                                        </p:attrNameLst>
                                      </p:cBhvr>
                                      <p:to>
                                        <p:strVal val="visible"/>
                                      </p:to>
                                    </p:set>
                                  </p:childTnLst>
                                </p:cTn>
                              </p:par>
                            </p:childTnLst>
                          </p:cTn>
                        </p:par>
                      </p:childTnLst>
                    </p:cTn>
                  </p:par>
                  <p:par>
                    <p:cTn id="51" fill="hold" nodeType="clickPar">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821"/>
                                        </p:tgtEl>
                                        <p:attrNameLst>
                                          <p:attrName>style.visibility</p:attrName>
                                        </p:attrNameLst>
                                      </p:cBhvr>
                                      <p:to>
                                        <p:strVal val="visible"/>
                                      </p:to>
                                    </p:set>
                                  </p:childTnLst>
                                </p:cTn>
                              </p:par>
                              <p:par>
                                <p:cTn id="55" presetID="1" presetClass="exit" presetSubtype="0" fill="hold" nodeType="withEffect">
                                  <p:stCondLst>
                                    <p:cond delay="0"/>
                                  </p:stCondLst>
                                  <p:childTnLst>
                                    <p:set>
                                      <p:cBhvr>
                                        <p:cTn id="56" dur="1" fill="hold">
                                          <p:stCondLst>
                                            <p:cond delay="0"/>
                                          </p:stCondLst>
                                        </p:cTn>
                                        <p:tgtEl>
                                          <p:spTgt spid="880"/>
                                        </p:tgtEl>
                                        <p:attrNameLst>
                                          <p:attrName>style.visibility</p:attrName>
                                        </p:attrNameLst>
                                      </p:cBhvr>
                                      <p:to>
                                        <p:strVal val="hidden"/>
                                      </p:to>
                                    </p:set>
                                  </p:childTnLst>
                                </p:cTn>
                              </p:par>
                              <p:par>
                                <p:cTn id="57" presetID="1" presetClass="entr" presetSubtype="0" fill="hold" nodeType="withEffect">
                                  <p:stCondLst>
                                    <p:cond delay="0"/>
                                  </p:stCondLst>
                                  <p:childTnLst>
                                    <p:set>
                                      <p:cBhvr>
                                        <p:cTn id="58" dur="1" fill="hold">
                                          <p:stCondLst>
                                            <p:cond delay="0"/>
                                          </p:stCondLst>
                                        </p:cTn>
                                        <p:tgtEl>
                                          <p:spTgt spid="885"/>
                                        </p:tgtEl>
                                        <p:attrNameLst>
                                          <p:attrName>style.visibility</p:attrName>
                                        </p:attrNameLst>
                                      </p:cBhvr>
                                      <p:to>
                                        <p:strVal val="visible"/>
                                      </p:to>
                                    </p:set>
                                  </p:childTnLst>
                                </p:cTn>
                              </p:par>
                              <p:par>
                                <p:cTn id="59" presetID="1" presetClass="entr" presetSubtype="0" fill="hold" nodeType="withEffect">
                                  <p:stCondLst>
                                    <p:cond delay="0"/>
                                  </p:stCondLst>
                                  <p:childTnLst>
                                    <p:set>
                                      <p:cBhvr>
                                        <p:cTn id="60" dur="1" fill="hold">
                                          <p:stCondLst>
                                            <p:cond delay="0"/>
                                          </p:stCondLst>
                                        </p:cTn>
                                        <p:tgtEl>
                                          <p:spTgt spid="874"/>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902"/>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890"/>
                                        </p:tgtEl>
                                        <p:attrNameLst>
                                          <p:attrName>style.visibility</p:attrName>
                                        </p:attrNameLst>
                                      </p:cBhvr>
                                      <p:to>
                                        <p:strVal val="visible"/>
                                      </p:to>
                                    </p:set>
                                  </p:childTnLst>
                                </p:cTn>
                              </p:par>
                              <p:par>
                                <p:cTn id="67" presetID="1" presetClass="exit" presetSubtype="0" fill="hold" nodeType="withEffect">
                                  <p:stCondLst>
                                    <p:cond delay="0"/>
                                  </p:stCondLst>
                                  <p:childTnLst>
                                    <p:set>
                                      <p:cBhvr>
                                        <p:cTn id="68" dur="1" fill="hold">
                                          <p:stCondLst>
                                            <p:cond delay="0"/>
                                          </p:stCondLst>
                                        </p:cTn>
                                        <p:tgtEl>
                                          <p:spTgt spid="885"/>
                                        </p:tgtEl>
                                        <p:attrNameLst>
                                          <p:attrName>style.visibility</p:attrName>
                                        </p:attrNameLst>
                                      </p:cBhvr>
                                      <p:to>
                                        <p:strVal val="hidden"/>
                                      </p:to>
                                    </p:set>
                                  </p:childTnLst>
                                </p:cTn>
                              </p:par>
                              <p:par>
                                <p:cTn id="69" presetID="1" presetClass="entr" presetSubtype="0" fill="hold" nodeType="withEffect">
                                  <p:stCondLst>
                                    <p:cond delay="0"/>
                                  </p:stCondLst>
                                  <p:childTnLst>
                                    <p:set>
                                      <p:cBhvr>
                                        <p:cTn id="70" dur="1" fill="hold">
                                          <p:stCondLst>
                                            <p:cond delay="0"/>
                                          </p:stCondLst>
                                        </p:cTn>
                                        <p:tgtEl>
                                          <p:spTgt spid="820"/>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897"/>
                                        </p:tgtEl>
                                        <p:attrNameLst>
                                          <p:attrName>style.visibility</p:attrName>
                                        </p:attrNameLst>
                                      </p:cBhvr>
                                      <p:to>
                                        <p:strVal val="visible"/>
                                      </p:to>
                                    </p:set>
                                  </p:childTnLst>
                                </p:cTn>
                              </p:par>
                              <p:par>
                                <p:cTn id="75" presetID="1" presetClass="entr" presetSubtype="0" fill="hold" nodeType="withEffect">
                                  <p:stCondLst>
                                    <p:cond delay="0"/>
                                  </p:stCondLst>
                                  <p:childTnLst>
                                    <p:set>
                                      <p:cBhvr>
                                        <p:cTn id="76" dur="1" fill="hold">
                                          <p:stCondLst>
                                            <p:cond delay="0"/>
                                          </p:stCondLst>
                                        </p:cTn>
                                        <p:tgtEl>
                                          <p:spTgt spid="877"/>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896"/>
                                        </p:tgtEl>
                                        <p:attrNameLst>
                                          <p:attrName>style.visibility</p:attrName>
                                        </p:attrNameLst>
                                      </p:cBhvr>
                                      <p:to>
                                        <p:strVal val="visible"/>
                                      </p:to>
                                    </p:set>
                                  </p:childTnLst>
                                </p:cTn>
                              </p:par>
                              <p:par>
                                <p:cTn id="79" presetID="1" presetClass="exit" presetSubtype="0" fill="hold" nodeType="withEffect">
                                  <p:stCondLst>
                                    <p:cond delay="0"/>
                                  </p:stCondLst>
                                  <p:childTnLst>
                                    <p:set>
                                      <p:cBhvr>
                                        <p:cTn id="80" dur="1" fill="hold">
                                          <p:stCondLst>
                                            <p:cond delay="0"/>
                                          </p:stCondLst>
                                        </p:cTn>
                                        <p:tgtEl>
                                          <p:spTgt spid="890"/>
                                        </p:tgtEl>
                                        <p:attrNameLst>
                                          <p:attrName>style.visibility</p:attrName>
                                        </p:attrNameLst>
                                      </p:cBhvr>
                                      <p:to>
                                        <p:strVal val="hidden"/>
                                      </p:to>
                                    </p:set>
                                  </p:childTnLst>
                                </p:cTn>
                              </p:par>
                            </p:childTnLst>
                          </p:cTn>
                        </p:par>
                      </p:childTnLst>
                    </p:cTn>
                  </p:par>
                  <p:par>
                    <p:cTn id="81" fill="hold" nodeType="clickPar">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0"/>
                                          </p:stCondLst>
                                        </p:cTn>
                                        <p:tgtEl>
                                          <p:spTgt spid="8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10" name="Shape 910"/>
        <p:cNvGrpSpPr/>
        <p:nvPr/>
      </p:nvGrpSpPr>
      <p:grpSpPr>
        <a:xfrm>
          <a:off x="0" y="0"/>
          <a:ext cx="0" cy="0"/>
        </a:xfrm>
      </p:grpSpPr>
      <p:sp>
        <p:nvSpPr>
          <p:cNvPr id="911" name="Google Shape;911;p71"/>
          <p:cNvSpPr txBox="1"/>
          <p:nvPr>
            <p:ph type="body" idx="1"/>
          </p:nvPr>
        </p:nvSpPr>
        <p:spPr>
          <a:xfrm>
            <a:off x="324000" y="759300"/>
            <a:ext cx="8237700" cy="3020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If an arc of radius 5.3 cm was to be drawn from B, how many times would it intersect with the ray line?</a:t>
            </a:r>
            <a:endParaRPr/>
          </a:p>
        </p:txBody>
      </p:sp>
      <p:sp>
        <p:nvSpPr>
          <p:cNvPr id="912" name="Google Shape;912;p71"/>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Finding the right angle</a:t>
            </a:r>
            <a:endParaRPr/>
          </a:p>
        </p:txBody>
      </p:sp>
      <p:grpSp>
        <p:nvGrpSpPr>
          <p:cNvPr id="913" name="Google Shape;913;p71"/>
          <p:cNvGrpSpPr/>
          <p:nvPr/>
        </p:nvGrpSpPr>
        <p:grpSpPr>
          <a:xfrm>
            <a:off x="746637" y="1623816"/>
            <a:ext cx="2599009" cy="3071516"/>
            <a:chOff x="4632837" y="1776216"/>
            <a:chExt cx="2599009" cy="3071516"/>
          </a:xfrm>
        </p:grpSpPr>
        <p:cxnSp>
          <p:nvCxnSpPr>
            <p:cNvPr id="914" name="Google Shape;914;p71"/>
            <p:cNvCxnSpPr/>
            <p:nvPr/>
          </p:nvCxnSpPr>
          <p:spPr>
            <a:xfrm>
              <a:off x="4987850" y="4439607"/>
              <a:ext cx="1723800" cy="0"/>
            </a:xfrm>
            <a:prstGeom prst="straightConnector1">
              <a:avLst/>
            </a:prstGeom>
            <a:noFill/>
            <a:ln w="38100" cap="flat" cmpd="sng">
              <a:solidFill>
                <a:schemeClr val="dk1"/>
              </a:solidFill>
              <a:prstDash val="solid"/>
              <a:round/>
              <a:headEnd type="none" w="med" len="med"/>
              <a:tailEnd type="none" w="med" len="med"/>
            </a:ln>
          </p:spPr>
        </p:cxnSp>
        <p:cxnSp>
          <p:nvCxnSpPr>
            <p:cNvPr id="915" name="Google Shape;915;p71"/>
            <p:cNvCxnSpPr/>
            <p:nvPr/>
          </p:nvCxnSpPr>
          <p:spPr>
            <a:xfrm rot="10800000" flipH="1">
              <a:off x="4987847" y="1776216"/>
              <a:ext cx="2244000" cy="2663400"/>
            </a:xfrm>
            <a:prstGeom prst="straightConnector1">
              <a:avLst/>
            </a:prstGeom>
            <a:noFill/>
            <a:ln w="38100" cap="flat" cmpd="sng">
              <a:solidFill>
                <a:schemeClr val="dk1"/>
              </a:solidFill>
              <a:prstDash val="dash"/>
              <a:round/>
              <a:headEnd type="none" w="med" len="med"/>
              <a:tailEnd type="none" w="med" len="med"/>
            </a:ln>
          </p:spPr>
        </p:cxnSp>
        <p:sp>
          <p:nvSpPr>
            <p:cNvPr id="916" name="Google Shape;916;p71"/>
            <p:cNvSpPr/>
            <p:nvPr/>
          </p:nvSpPr>
          <p:spPr>
            <a:xfrm>
              <a:off x="4632837" y="4083976"/>
              <a:ext cx="711300" cy="711300"/>
            </a:xfrm>
            <a:prstGeom prst="pie">
              <a:avLst>
                <a:gd name="adj1" fmla="val 18605661"/>
                <a:gd name="adj2" fmla="val 21588601"/>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917" name="Google Shape;917;p71"/>
            <p:cNvSpPr txBox="1"/>
            <p:nvPr/>
          </p:nvSpPr>
          <p:spPr>
            <a:xfrm>
              <a:off x="482325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918" name="Google Shape;918;p71"/>
            <p:cNvSpPr txBox="1"/>
            <p:nvPr/>
          </p:nvSpPr>
          <p:spPr>
            <a:xfrm>
              <a:off x="669840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919" name="Google Shape;919;p71"/>
            <p:cNvSpPr txBox="1"/>
            <p:nvPr/>
          </p:nvSpPr>
          <p:spPr>
            <a:xfrm>
              <a:off x="5366297" y="4168222"/>
              <a:ext cx="411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920" name="Google Shape;920;p71"/>
            <p:cNvSpPr txBox="1"/>
            <p:nvPr/>
          </p:nvSpPr>
          <p:spPr>
            <a:xfrm>
              <a:off x="5532650" y="4570532"/>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cxnSp>
          <p:nvCxnSpPr>
            <p:cNvPr id="921" name="Google Shape;921;p71"/>
            <p:cNvCxnSpPr/>
            <p:nvPr/>
          </p:nvCxnSpPr>
          <p:spPr>
            <a:xfrm>
              <a:off x="4987850" y="4544807"/>
              <a:ext cx="1723800" cy="0"/>
            </a:xfrm>
            <a:prstGeom prst="straightConnector1">
              <a:avLst/>
            </a:prstGeom>
            <a:noFill/>
            <a:ln w="28575" cap="flat" cmpd="sng">
              <a:solidFill>
                <a:schemeClr val="dk1"/>
              </a:solidFill>
              <a:prstDash val="solid"/>
              <a:round/>
              <a:headEnd type="triangle" w="med" len="med"/>
              <a:tailEnd type="triangle" w="med" len="med"/>
            </a:ln>
          </p:spPr>
        </p:cxnSp>
      </p:grpSp>
      <p:sp>
        <p:nvSpPr>
          <p:cNvPr id="922" name="Google Shape;922;p71"/>
          <p:cNvSpPr txBox="1"/>
          <p:nvPr/>
        </p:nvSpPr>
        <p:spPr>
          <a:xfrm>
            <a:off x="5095875" y="2209800"/>
            <a:ext cx="4067100" cy="15393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2 times</a:t>
            </a:r>
            <a:endParaRPr sz="2000">
              <a:solidFill>
                <a:schemeClr val="dk1"/>
              </a:solidFill>
              <a:latin typeface="Kalam"/>
              <a:ea typeface="Kalam"/>
              <a:cs typeface="Kalam"/>
              <a:sym typeface="Kalam"/>
            </a:endParaRPr>
          </a:p>
          <a:p>
            <a:pPr marL="0" lvl="0" indent="0" algn="l" rtl="0">
              <a:spcBef>
                <a:spcPct val="0"/>
              </a:spcBef>
              <a:spcAft>
                <a:spcPct val="0"/>
              </a:spcAft>
              <a:buNone/>
            </a:pPr>
            <a:endParaRPr sz="2000">
              <a:solidFill>
                <a:schemeClr val="dk1"/>
              </a:solidFill>
              <a:latin typeface="Kalam"/>
              <a:ea typeface="Kalam"/>
              <a:cs typeface="Kalam"/>
              <a:sym typeface="Kalam"/>
            </a:endParaRPr>
          </a:p>
          <a:p>
            <a:pPr marL="0" lvl="0" indent="0" algn="l" rtl="0">
              <a:spcBef>
                <a:spcPct val="0"/>
              </a:spcBef>
              <a:spcAft>
                <a:spcPct val="0"/>
              </a:spcAft>
              <a:buNone/>
            </a:pPr>
            <a:r>
              <a:rPr lang="en-GB" sz="2000">
                <a:solidFill>
                  <a:schemeClr val="dk1"/>
                </a:solidFill>
                <a:latin typeface="Kalam"/>
                <a:ea typeface="Kalam"/>
                <a:cs typeface="Kalam"/>
                <a:sym typeface="Kalam"/>
              </a:rPr>
              <a:t>5.3 cm is less than 5.5 cm and more than 5 cm, which both intersected twice.</a:t>
            </a:r>
            <a:endParaRPr sz="2000">
              <a:solidFill>
                <a:schemeClr val="dk1"/>
              </a:solidFill>
              <a:latin typeface="Kalam"/>
              <a:ea typeface="Kalam"/>
              <a:cs typeface="Kalam"/>
              <a:sym typeface="Kalam"/>
            </a:endParaRPr>
          </a:p>
        </p:txBody>
      </p:sp>
      <p:sp>
        <p:nvSpPr>
          <p:cNvPr id="923" name="Google Shape;923;p71"/>
          <p:cNvSpPr/>
          <p:nvPr/>
        </p:nvSpPr>
        <p:spPr>
          <a:xfrm>
            <a:off x="1285875" y="2757150"/>
            <a:ext cx="3074400" cy="3074400"/>
          </a:xfrm>
          <a:prstGeom prst="arc">
            <a:avLst>
              <a:gd name="adj1" fmla="val 10628726"/>
              <a:gd name="adj2" fmla="val 20071547"/>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nvGrpSpPr>
          <p:cNvPr id="924" name="Google Shape;924;p71"/>
          <p:cNvGrpSpPr/>
          <p:nvPr/>
        </p:nvGrpSpPr>
        <p:grpSpPr>
          <a:xfrm>
            <a:off x="980957" y="3770460"/>
            <a:ext cx="400475" cy="350471"/>
            <a:chOff x="1533926" y="3828000"/>
            <a:chExt cx="400475" cy="350471"/>
          </a:xfrm>
        </p:grpSpPr>
        <p:grpSp>
          <p:nvGrpSpPr>
            <p:cNvPr id="925" name="Google Shape;925;p71"/>
            <p:cNvGrpSpPr/>
            <p:nvPr/>
          </p:nvGrpSpPr>
          <p:grpSpPr>
            <a:xfrm>
              <a:off x="1783201" y="4027271"/>
              <a:ext cx="151200" cy="151200"/>
              <a:chOff x="3573225" y="3347200"/>
              <a:chExt cx="151200" cy="151200"/>
            </a:xfrm>
          </p:grpSpPr>
          <p:cxnSp>
            <p:nvCxnSpPr>
              <p:cNvPr id="926" name="Google Shape;926;p71"/>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927" name="Google Shape;927;p71"/>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928" name="Google Shape;928;p71"/>
            <p:cNvSpPr txBox="1"/>
            <p:nvPr/>
          </p:nvSpPr>
          <p:spPr>
            <a:xfrm>
              <a:off x="1533926" y="3828000"/>
              <a:ext cx="3498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r>
                <a:rPr lang="en-GB" sz="1800" baseline="-25000">
                  <a:solidFill>
                    <a:schemeClr val="dk1"/>
                  </a:solidFill>
                  <a:latin typeface="Lexend"/>
                  <a:ea typeface="Lexend"/>
                  <a:cs typeface="Lexend"/>
                  <a:sym typeface="Lexend"/>
                </a:rPr>
                <a:t>2</a:t>
              </a:r>
              <a:endParaRPr sz="1800" baseline="-25000">
                <a:solidFill>
                  <a:schemeClr val="dk1"/>
                </a:solidFill>
                <a:latin typeface="Lexend"/>
                <a:ea typeface="Lexend"/>
                <a:cs typeface="Lexend"/>
                <a:sym typeface="Lexend"/>
              </a:endParaRPr>
            </a:p>
          </p:txBody>
        </p:sp>
      </p:grpSp>
      <p:grpSp>
        <p:nvGrpSpPr>
          <p:cNvPr id="929" name="Google Shape;929;p71"/>
          <p:cNvGrpSpPr/>
          <p:nvPr/>
        </p:nvGrpSpPr>
        <p:grpSpPr>
          <a:xfrm>
            <a:off x="2140984" y="2462007"/>
            <a:ext cx="349800" cy="455307"/>
            <a:chOff x="2494399" y="2728043"/>
            <a:chExt cx="349800" cy="455307"/>
          </a:xfrm>
        </p:grpSpPr>
        <p:grpSp>
          <p:nvGrpSpPr>
            <p:cNvPr id="930" name="Google Shape;930;p71"/>
            <p:cNvGrpSpPr/>
            <p:nvPr/>
          </p:nvGrpSpPr>
          <p:grpSpPr>
            <a:xfrm>
              <a:off x="2610638" y="3032151"/>
              <a:ext cx="151200" cy="151200"/>
              <a:chOff x="3573225" y="3347200"/>
              <a:chExt cx="151200" cy="151200"/>
            </a:xfrm>
          </p:grpSpPr>
          <p:cxnSp>
            <p:nvCxnSpPr>
              <p:cNvPr id="931" name="Google Shape;931;p71"/>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932" name="Google Shape;932;p71"/>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933" name="Google Shape;933;p71"/>
            <p:cNvSpPr txBox="1"/>
            <p:nvPr/>
          </p:nvSpPr>
          <p:spPr>
            <a:xfrm>
              <a:off x="2494399" y="2728043"/>
              <a:ext cx="3498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r>
                <a:rPr lang="en-GB" sz="1800" baseline="-25000">
                  <a:solidFill>
                    <a:schemeClr val="dk1"/>
                  </a:solidFill>
                  <a:latin typeface="Lexend"/>
                  <a:ea typeface="Lexend"/>
                  <a:cs typeface="Lexend"/>
                  <a:sym typeface="Lexend"/>
                </a:rPr>
                <a:t>1</a:t>
              </a:r>
              <a:endParaRPr sz="1800" baseline="-25000">
                <a:solidFill>
                  <a:schemeClr val="dk1"/>
                </a:solidFill>
                <a:latin typeface="Lexend"/>
                <a:ea typeface="Lexend"/>
                <a:cs typeface="Lexend"/>
                <a:sym typeface="Lexend"/>
              </a:endParaRPr>
            </a:p>
          </p:txBody>
        </p:sp>
      </p:grpSp>
      <p:grpSp>
        <p:nvGrpSpPr>
          <p:cNvPr id="934" name="Google Shape;934;p71"/>
          <p:cNvGrpSpPr/>
          <p:nvPr/>
        </p:nvGrpSpPr>
        <p:grpSpPr>
          <a:xfrm rot="-1489237">
            <a:off x="2147815" y="1421162"/>
            <a:ext cx="2004835" cy="2765584"/>
            <a:chOff x="6766600" y="4168225"/>
            <a:chExt cx="2089860" cy="2765626"/>
          </a:xfrm>
        </p:grpSpPr>
        <p:pic>
          <p:nvPicPr>
            <p:cNvPr id="935" name="Google Shape;935;p71"/>
            <p:cNvPicPr preferRelativeResize="0"/>
            <p:nvPr/>
          </p:nvPicPr>
          <p:blipFill>
            <a:blip r:embed="rId3">
              <a:alphaModFix/>
            </a:blip>
            <a:stretch>
              <a:fillRect/>
            </a:stretch>
          </p:blipFill>
          <p:spPr>
            <a:xfrm>
              <a:off x="6766600" y="4168225"/>
              <a:ext cx="2089860" cy="2765626"/>
            </a:xfrm>
            <a:prstGeom prst="rect">
              <a:avLst/>
            </a:prstGeom>
            <a:noFill/>
            <a:ln>
              <a:noFill/>
            </a:ln>
          </p:spPr>
        </p:pic>
        <p:grpSp>
          <p:nvGrpSpPr>
            <p:cNvPr id="936" name="Google Shape;936;p71"/>
            <p:cNvGrpSpPr/>
            <p:nvPr/>
          </p:nvGrpSpPr>
          <p:grpSpPr>
            <a:xfrm>
              <a:off x="6848692" y="6472825"/>
              <a:ext cx="1601982" cy="277212"/>
              <a:chOff x="4618875" y="3981195"/>
              <a:chExt cx="1454100" cy="277212"/>
            </a:xfrm>
          </p:grpSpPr>
          <p:cxnSp>
            <p:nvCxnSpPr>
              <p:cNvPr id="937" name="Google Shape;937;p71"/>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938" name="Google Shape;938;p71"/>
              <p:cNvSpPr txBox="1"/>
              <p:nvPr/>
            </p:nvSpPr>
            <p:spPr>
              <a:xfrm>
                <a:off x="5028816" y="3981195"/>
                <a:ext cx="738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5.3 cm</a:t>
                </a:r>
                <a:endParaRPr sz="1800">
                  <a:solidFill>
                    <a:schemeClr val="dk1"/>
                  </a:solidFill>
                  <a:latin typeface="Lexend"/>
                  <a:ea typeface="Lexend"/>
                  <a:cs typeface="Lexend"/>
                  <a:sym typeface="Lexend"/>
                </a:endParaRPr>
              </a:p>
            </p:txBody>
          </p:sp>
        </p:grpSp>
      </p:grpSp>
      <p:grpSp>
        <p:nvGrpSpPr>
          <p:cNvPr id="939" name="Google Shape;939;p71"/>
          <p:cNvGrpSpPr/>
          <p:nvPr/>
        </p:nvGrpSpPr>
        <p:grpSpPr>
          <a:xfrm rot="-6426379">
            <a:off x="1824945" y="3127525"/>
            <a:ext cx="1500142" cy="880763"/>
            <a:chOff x="4639327" y="3909990"/>
            <a:chExt cx="1419300" cy="880800"/>
          </a:xfrm>
        </p:grpSpPr>
        <p:cxnSp>
          <p:nvCxnSpPr>
            <p:cNvPr id="940" name="Google Shape;940;p71"/>
            <p:cNvCxnSpPr/>
            <p:nvPr/>
          </p:nvCxnSpPr>
          <p:spPr>
            <a:xfrm rot="-4426527">
              <a:off x="5107927" y="3674957"/>
              <a:ext cx="482100" cy="1350865"/>
            </a:xfrm>
            <a:prstGeom prst="straightConnector1">
              <a:avLst/>
            </a:prstGeom>
            <a:noFill/>
            <a:ln w="28575" cap="flat" cmpd="sng">
              <a:solidFill>
                <a:schemeClr val="dk1"/>
              </a:solidFill>
              <a:prstDash val="solid"/>
              <a:round/>
              <a:headEnd type="triangle" w="med" len="med"/>
              <a:tailEnd type="triangle" w="med" len="med"/>
            </a:ln>
          </p:spPr>
        </p:cxnSp>
        <p:sp>
          <p:nvSpPr>
            <p:cNvPr id="941" name="Google Shape;941;p71"/>
            <p:cNvSpPr txBox="1"/>
            <p:nvPr/>
          </p:nvSpPr>
          <p:spPr>
            <a:xfrm>
              <a:off x="5001988" y="4073315"/>
              <a:ext cx="738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5.3 cm</a:t>
              </a:r>
              <a:endParaRPr sz="1800">
                <a:solidFill>
                  <a:schemeClr val="dk1"/>
                </a:solidFill>
                <a:latin typeface="Lexend"/>
                <a:ea typeface="Lexend"/>
                <a:cs typeface="Lexend"/>
                <a:sym typeface="Lexend"/>
              </a:endParaRPr>
            </a:p>
          </p:txBody>
        </p:sp>
      </p:grpSp>
      <p:grpSp>
        <p:nvGrpSpPr>
          <p:cNvPr id="942" name="Google Shape;942;p71"/>
          <p:cNvGrpSpPr/>
          <p:nvPr/>
        </p:nvGrpSpPr>
        <p:grpSpPr>
          <a:xfrm rot="-6426379">
            <a:off x="1706758" y="3389035"/>
            <a:ext cx="701574" cy="1503837"/>
            <a:chOff x="5269179" y="3841039"/>
            <a:chExt cx="663766" cy="1503900"/>
          </a:xfrm>
        </p:grpSpPr>
        <p:cxnSp>
          <p:nvCxnSpPr>
            <p:cNvPr id="943" name="Google Shape;943;p71"/>
            <p:cNvCxnSpPr/>
            <p:nvPr/>
          </p:nvCxnSpPr>
          <p:spPr>
            <a:xfrm rot="-4425599">
              <a:off x="4829631" y="4487634"/>
              <a:ext cx="1498596" cy="210709"/>
            </a:xfrm>
            <a:prstGeom prst="straightConnector1">
              <a:avLst/>
            </a:prstGeom>
            <a:noFill/>
            <a:ln w="28575" cap="flat" cmpd="sng">
              <a:solidFill>
                <a:schemeClr val="dk1"/>
              </a:solidFill>
              <a:prstDash val="solid"/>
              <a:round/>
              <a:headEnd type="triangle" w="med" len="med"/>
              <a:tailEnd type="triangle" w="med" len="med"/>
            </a:ln>
          </p:spPr>
        </p:cxnSp>
        <p:sp>
          <p:nvSpPr>
            <p:cNvPr id="944" name="Google Shape;944;p71"/>
            <p:cNvSpPr txBox="1"/>
            <p:nvPr/>
          </p:nvSpPr>
          <p:spPr>
            <a:xfrm rot="6783339">
              <a:off x="5275045" y="4554056"/>
              <a:ext cx="773699" cy="264757"/>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5.3 cm</a:t>
              </a:r>
              <a:endParaRPr sz="1800">
                <a:solidFill>
                  <a:schemeClr val="dk1"/>
                </a:solidFill>
                <a:latin typeface="Lexend"/>
                <a:ea typeface="Lexend"/>
                <a:cs typeface="Lexend"/>
                <a:sym typeface="Lexend"/>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3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9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2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2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48" name="Shape 948"/>
        <p:cNvGrpSpPr/>
        <p:nvPr/>
      </p:nvGrpSpPr>
      <p:grpSpPr>
        <a:xfrm>
          <a:off x="0" y="0"/>
          <a:ext cx="0" cy="0"/>
        </a:xfrm>
      </p:grpSpPr>
      <p:sp>
        <p:nvSpPr>
          <p:cNvPr id="949" name="Google Shape;949;p72"/>
          <p:cNvSpPr txBox="1"/>
          <p:nvPr>
            <p:ph type="body" idx="1"/>
          </p:nvPr>
        </p:nvSpPr>
        <p:spPr>
          <a:xfrm>
            <a:off x="324000" y="759300"/>
            <a:ext cx="8237700" cy="8211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So far, two triangles have been created. </a:t>
            </a:r>
            <a:endParaRPr sz="1800"/>
          </a:p>
          <a:p>
            <a:pPr marL="0" lvl="0" indent="0" algn="l" rtl="0">
              <a:spcBef>
                <a:spcPts val="1000"/>
              </a:spcBef>
              <a:spcAft>
                <a:spcPts val="1000"/>
              </a:spcAft>
              <a:buNone/>
            </a:pPr>
            <a:r>
              <a:rPr lang="en-GB" sz="1800"/>
              <a:t>If we increase the radius to 6 cm, does this change anything?</a:t>
            </a:r>
            <a:endParaRPr sz="1800"/>
          </a:p>
        </p:txBody>
      </p:sp>
      <p:sp>
        <p:nvSpPr>
          <p:cNvPr id="950" name="Google Shape;950;p72"/>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Finding the right angle</a:t>
            </a:r>
            <a:endParaRPr/>
          </a:p>
        </p:txBody>
      </p:sp>
      <p:grpSp>
        <p:nvGrpSpPr>
          <p:cNvPr id="951" name="Google Shape;951;p72"/>
          <p:cNvGrpSpPr/>
          <p:nvPr/>
        </p:nvGrpSpPr>
        <p:grpSpPr>
          <a:xfrm>
            <a:off x="746637" y="1623816"/>
            <a:ext cx="2599009" cy="3071516"/>
            <a:chOff x="4632837" y="1776216"/>
            <a:chExt cx="2599009" cy="3071516"/>
          </a:xfrm>
        </p:grpSpPr>
        <p:cxnSp>
          <p:nvCxnSpPr>
            <p:cNvPr id="952" name="Google Shape;952;p72"/>
            <p:cNvCxnSpPr/>
            <p:nvPr/>
          </p:nvCxnSpPr>
          <p:spPr>
            <a:xfrm>
              <a:off x="4987850" y="4439607"/>
              <a:ext cx="1723800" cy="0"/>
            </a:xfrm>
            <a:prstGeom prst="straightConnector1">
              <a:avLst/>
            </a:prstGeom>
            <a:noFill/>
            <a:ln w="38100" cap="flat" cmpd="sng">
              <a:solidFill>
                <a:schemeClr val="dk1"/>
              </a:solidFill>
              <a:prstDash val="solid"/>
              <a:round/>
              <a:headEnd type="none" w="med" len="med"/>
              <a:tailEnd type="none" w="med" len="med"/>
            </a:ln>
          </p:spPr>
        </p:cxnSp>
        <p:cxnSp>
          <p:nvCxnSpPr>
            <p:cNvPr id="953" name="Google Shape;953;p72"/>
            <p:cNvCxnSpPr/>
            <p:nvPr/>
          </p:nvCxnSpPr>
          <p:spPr>
            <a:xfrm rot="10800000" flipH="1">
              <a:off x="4987847" y="1776216"/>
              <a:ext cx="2244000" cy="2663400"/>
            </a:xfrm>
            <a:prstGeom prst="straightConnector1">
              <a:avLst/>
            </a:prstGeom>
            <a:noFill/>
            <a:ln w="38100" cap="flat" cmpd="sng">
              <a:solidFill>
                <a:schemeClr val="dk1"/>
              </a:solidFill>
              <a:prstDash val="dash"/>
              <a:round/>
              <a:headEnd type="none" w="med" len="med"/>
              <a:tailEnd type="none" w="med" len="med"/>
            </a:ln>
          </p:spPr>
        </p:cxnSp>
        <p:sp>
          <p:nvSpPr>
            <p:cNvPr id="954" name="Google Shape;954;p72"/>
            <p:cNvSpPr/>
            <p:nvPr/>
          </p:nvSpPr>
          <p:spPr>
            <a:xfrm>
              <a:off x="4632837" y="4083976"/>
              <a:ext cx="711300" cy="711300"/>
            </a:xfrm>
            <a:prstGeom prst="pie">
              <a:avLst>
                <a:gd name="adj1" fmla="val 18605661"/>
                <a:gd name="adj2" fmla="val 21588601"/>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955" name="Google Shape;955;p72"/>
            <p:cNvSpPr txBox="1"/>
            <p:nvPr/>
          </p:nvSpPr>
          <p:spPr>
            <a:xfrm>
              <a:off x="482325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956" name="Google Shape;956;p72"/>
            <p:cNvSpPr txBox="1"/>
            <p:nvPr/>
          </p:nvSpPr>
          <p:spPr>
            <a:xfrm>
              <a:off x="669840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957" name="Google Shape;957;p72"/>
            <p:cNvSpPr txBox="1"/>
            <p:nvPr/>
          </p:nvSpPr>
          <p:spPr>
            <a:xfrm>
              <a:off x="5366297" y="4168222"/>
              <a:ext cx="411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958" name="Google Shape;958;p72"/>
            <p:cNvSpPr txBox="1"/>
            <p:nvPr/>
          </p:nvSpPr>
          <p:spPr>
            <a:xfrm>
              <a:off x="5532650" y="4570532"/>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cxnSp>
          <p:nvCxnSpPr>
            <p:cNvPr id="959" name="Google Shape;959;p72"/>
            <p:cNvCxnSpPr/>
            <p:nvPr/>
          </p:nvCxnSpPr>
          <p:spPr>
            <a:xfrm>
              <a:off x="4987850" y="4544807"/>
              <a:ext cx="1723800" cy="0"/>
            </a:xfrm>
            <a:prstGeom prst="straightConnector1">
              <a:avLst/>
            </a:prstGeom>
            <a:noFill/>
            <a:ln w="28575" cap="flat" cmpd="sng">
              <a:solidFill>
                <a:schemeClr val="dk1"/>
              </a:solidFill>
              <a:prstDash val="solid"/>
              <a:round/>
              <a:headEnd type="triangle" w="med" len="med"/>
              <a:tailEnd type="triangle" w="med" len="med"/>
            </a:ln>
          </p:spPr>
        </p:cxnSp>
      </p:grpSp>
      <p:grpSp>
        <p:nvGrpSpPr>
          <p:cNvPr id="960" name="Google Shape;960;p72"/>
          <p:cNvGrpSpPr/>
          <p:nvPr/>
        </p:nvGrpSpPr>
        <p:grpSpPr>
          <a:xfrm rot="-3595551">
            <a:off x="1182463" y="1400327"/>
            <a:ext cx="2250746" cy="2765790"/>
            <a:chOff x="6766603" y="4168224"/>
            <a:chExt cx="2089855" cy="2765626"/>
          </a:xfrm>
        </p:grpSpPr>
        <p:pic>
          <p:nvPicPr>
            <p:cNvPr id="961" name="Google Shape;961;p72"/>
            <p:cNvPicPr preferRelativeResize="0"/>
            <p:nvPr/>
          </p:nvPicPr>
          <p:blipFill>
            <a:blip r:embed="rId3">
              <a:alphaModFix/>
            </a:blip>
            <a:stretch>
              <a:fillRect/>
            </a:stretch>
          </p:blipFill>
          <p:spPr>
            <a:xfrm>
              <a:off x="6766603" y="4168224"/>
              <a:ext cx="2089855" cy="2765626"/>
            </a:xfrm>
            <a:prstGeom prst="rect">
              <a:avLst/>
            </a:prstGeom>
            <a:noFill/>
            <a:ln>
              <a:noFill/>
            </a:ln>
          </p:spPr>
        </p:pic>
        <p:grpSp>
          <p:nvGrpSpPr>
            <p:cNvPr id="962" name="Google Shape;962;p72"/>
            <p:cNvGrpSpPr/>
            <p:nvPr/>
          </p:nvGrpSpPr>
          <p:grpSpPr>
            <a:xfrm>
              <a:off x="6848692" y="6472825"/>
              <a:ext cx="1601982" cy="277212"/>
              <a:chOff x="4618875" y="3981195"/>
              <a:chExt cx="1454100" cy="277212"/>
            </a:xfrm>
          </p:grpSpPr>
          <p:cxnSp>
            <p:nvCxnSpPr>
              <p:cNvPr id="963" name="Google Shape;963;p72"/>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964" name="Google Shape;964;p72"/>
              <p:cNvSpPr txBox="1"/>
              <p:nvPr/>
            </p:nvSpPr>
            <p:spPr>
              <a:xfrm>
                <a:off x="5113317" y="3981195"/>
                <a:ext cx="738600" cy="276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grpSp>
      </p:grpSp>
      <p:pic>
        <p:nvPicPr>
          <p:cNvPr id="965" name="Google Shape;965;p72"/>
          <p:cNvPicPr preferRelativeResize="0"/>
          <p:nvPr/>
        </p:nvPicPr>
        <p:blipFill>
          <a:blip r:embed="rId4">
            <a:alphaModFix/>
          </a:blip>
          <a:stretch>
            <a:fillRect/>
          </a:stretch>
        </p:blipFill>
        <p:spPr>
          <a:xfrm>
            <a:off x="7926299" y="2565017"/>
            <a:ext cx="604003" cy="696575"/>
          </a:xfrm>
          <a:prstGeom prst="rect">
            <a:avLst/>
          </a:prstGeom>
          <a:noFill/>
          <a:ln>
            <a:noFill/>
          </a:ln>
        </p:spPr>
      </p:pic>
      <p:pic>
        <p:nvPicPr>
          <p:cNvPr id="966" name="Google Shape;966;p72"/>
          <p:cNvPicPr preferRelativeResize="0"/>
          <p:nvPr/>
        </p:nvPicPr>
        <p:blipFill>
          <a:blip r:embed="rId5">
            <a:alphaModFix/>
          </a:blip>
          <a:srcRect r="57905" b="43690"/>
          <a:stretch>
            <a:fillRect/>
          </a:stretch>
        </p:blipFill>
        <p:spPr>
          <a:xfrm>
            <a:off x="5856950" y="1726200"/>
            <a:ext cx="2069325" cy="1206599"/>
          </a:xfrm>
          <a:prstGeom prst="rect">
            <a:avLst/>
          </a:prstGeom>
          <a:noFill/>
          <a:ln>
            <a:noFill/>
          </a:ln>
        </p:spPr>
      </p:pic>
      <p:sp>
        <p:nvSpPr>
          <p:cNvPr id="967" name="Google Shape;967;p72"/>
          <p:cNvSpPr txBox="1"/>
          <p:nvPr>
            <p:ph type="body" idx="1"/>
          </p:nvPr>
        </p:nvSpPr>
        <p:spPr>
          <a:xfrm flipH="1">
            <a:off x="5921530" y="1780675"/>
            <a:ext cx="1908300" cy="7359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It means it will be an isosceles triangle.</a:t>
            </a:r>
            <a:endParaRPr sz="1800"/>
          </a:p>
        </p:txBody>
      </p:sp>
      <p:sp>
        <p:nvSpPr>
          <p:cNvPr id="968" name="Google Shape;968;p72"/>
          <p:cNvSpPr/>
          <p:nvPr/>
        </p:nvSpPr>
        <p:spPr>
          <a:xfrm>
            <a:off x="1098345" y="2559545"/>
            <a:ext cx="3448800" cy="3448800"/>
          </a:xfrm>
          <a:prstGeom prst="arc">
            <a:avLst>
              <a:gd name="adj1" fmla="val 10432328"/>
              <a:gd name="adj2" fmla="val 18074042"/>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nvGrpSpPr>
          <p:cNvPr id="969" name="Google Shape;969;p72"/>
          <p:cNvGrpSpPr/>
          <p:nvPr/>
        </p:nvGrpSpPr>
        <p:grpSpPr>
          <a:xfrm>
            <a:off x="776091" y="4018110"/>
            <a:ext cx="400475" cy="350471"/>
            <a:chOff x="1533926" y="3828000"/>
            <a:chExt cx="400475" cy="350471"/>
          </a:xfrm>
        </p:grpSpPr>
        <p:grpSp>
          <p:nvGrpSpPr>
            <p:cNvPr id="970" name="Google Shape;970;p72"/>
            <p:cNvGrpSpPr/>
            <p:nvPr/>
          </p:nvGrpSpPr>
          <p:grpSpPr>
            <a:xfrm>
              <a:off x="1783201" y="4027271"/>
              <a:ext cx="151200" cy="151200"/>
              <a:chOff x="3573225" y="3347200"/>
              <a:chExt cx="151200" cy="151200"/>
            </a:xfrm>
          </p:grpSpPr>
          <p:cxnSp>
            <p:nvCxnSpPr>
              <p:cNvPr id="971" name="Google Shape;971;p72"/>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972" name="Google Shape;972;p72"/>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973" name="Google Shape;973;p72"/>
            <p:cNvSpPr txBox="1"/>
            <p:nvPr/>
          </p:nvSpPr>
          <p:spPr>
            <a:xfrm>
              <a:off x="1533926" y="3828000"/>
              <a:ext cx="3498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r>
                <a:rPr lang="en-GB" sz="1800" baseline="-25000">
                  <a:solidFill>
                    <a:schemeClr val="dk1"/>
                  </a:solidFill>
                  <a:latin typeface="Lexend"/>
                  <a:ea typeface="Lexend"/>
                  <a:cs typeface="Lexend"/>
                  <a:sym typeface="Lexend"/>
                </a:rPr>
                <a:t>2</a:t>
              </a:r>
              <a:endParaRPr sz="1800" baseline="-25000">
                <a:solidFill>
                  <a:schemeClr val="dk1"/>
                </a:solidFill>
                <a:latin typeface="Lexend"/>
                <a:ea typeface="Lexend"/>
                <a:cs typeface="Lexend"/>
                <a:sym typeface="Lexend"/>
              </a:endParaRPr>
            </a:p>
          </p:txBody>
        </p:sp>
      </p:grpSp>
      <p:grpSp>
        <p:nvGrpSpPr>
          <p:cNvPr id="974" name="Google Shape;974;p72"/>
          <p:cNvGrpSpPr/>
          <p:nvPr/>
        </p:nvGrpSpPr>
        <p:grpSpPr>
          <a:xfrm>
            <a:off x="2376746" y="2194921"/>
            <a:ext cx="349800" cy="455307"/>
            <a:chOff x="2494399" y="2728043"/>
            <a:chExt cx="349800" cy="455307"/>
          </a:xfrm>
        </p:grpSpPr>
        <p:grpSp>
          <p:nvGrpSpPr>
            <p:cNvPr id="975" name="Google Shape;975;p72"/>
            <p:cNvGrpSpPr/>
            <p:nvPr/>
          </p:nvGrpSpPr>
          <p:grpSpPr>
            <a:xfrm>
              <a:off x="2610638" y="3032151"/>
              <a:ext cx="151200" cy="151200"/>
              <a:chOff x="3573225" y="3347200"/>
              <a:chExt cx="151200" cy="151200"/>
            </a:xfrm>
          </p:grpSpPr>
          <p:cxnSp>
            <p:nvCxnSpPr>
              <p:cNvPr id="976" name="Google Shape;976;p72"/>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977" name="Google Shape;977;p72"/>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978" name="Google Shape;978;p72"/>
            <p:cNvSpPr txBox="1"/>
            <p:nvPr/>
          </p:nvSpPr>
          <p:spPr>
            <a:xfrm>
              <a:off x="2494399" y="2728043"/>
              <a:ext cx="3498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r>
                <a:rPr lang="en-GB" sz="1800" baseline="-25000">
                  <a:solidFill>
                    <a:schemeClr val="dk1"/>
                  </a:solidFill>
                  <a:latin typeface="Lexend"/>
                  <a:ea typeface="Lexend"/>
                  <a:cs typeface="Lexend"/>
                  <a:sym typeface="Lexend"/>
                </a:rPr>
                <a:t>1</a:t>
              </a:r>
              <a:endParaRPr sz="1800" baseline="-25000">
                <a:solidFill>
                  <a:schemeClr val="dk1"/>
                </a:solidFill>
                <a:latin typeface="Lexend"/>
                <a:ea typeface="Lexend"/>
                <a:cs typeface="Lexend"/>
                <a:sym typeface="Lexend"/>
              </a:endParaRPr>
            </a:p>
          </p:txBody>
        </p:sp>
      </p:grpSp>
      <p:grpSp>
        <p:nvGrpSpPr>
          <p:cNvPr id="979" name="Google Shape;979;p72"/>
          <p:cNvGrpSpPr/>
          <p:nvPr/>
        </p:nvGrpSpPr>
        <p:grpSpPr>
          <a:xfrm rot="4976811">
            <a:off x="1856475" y="3165770"/>
            <a:ext cx="1742848" cy="517463"/>
            <a:chOff x="4615175" y="3988302"/>
            <a:chExt cx="1468800" cy="517440"/>
          </a:xfrm>
        </p:grpSpPr>
        <p:cxnSp>
          <p:nvCxnSpPr>
            <p:cNvPr id="980" name="Google Shape;980;p72"/>
            <p:cNvCxnSpPr/>
            <p:nvPr/>
          </p:nvCxnSpPr>
          <p:spPr>
            <a:xfrm rot="-5042010">
              <a:off x="5222587" y="3544609"/>
              <a:ext cx="253976" cy="1457867"/>
            </a:xfrm>
            <a:prstGeom prst="straightConnector1">
              <a:avLst/>
            </a:prstGeom>
            <a:noFill/>
            <a:ln w="28575" cap="flat" cmpd="sng">
              <a:solidFill>
                <a:schemeClr val="dk1"/>
              </a:solidFill>
              <a:prstDash val="solid"/>
              <a:round/>
              <a:headEnd type="triangle" w="med" len="med"/>
              <a:tailEnd type="triangle" w="med" len="med"/>
            </a:ln>
          </p:spPr>
        </p:cxnSp>
        <p:sp>
          <p:nvSpPr>
            <p:cNvPr id="981" name="Google Shape;981;p72"/>
            <p:cNvSpPr txBox="1"/>
            <p:nvPr/>
          </p:nvSpPr>
          <p:spPr>
            <a:xfrm>
              <a:off x="5112577" y="3988302"/>
              <a:ext cx="738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grpSp>
      <p:sp>
        <p:nvSpPr>
          <p:cNvPr id="982" name="Google Shape;982;p72"/>
          <p:cNvSpPr txBox="1"/>
          <p:nvPr>
            <p:ph type="body" idx="1"/>
          </p:nvPr>
        </p:nvSpPr>
        <p:spPr>
          <a:xfrm>
            <a:off x="4193300" y="3048475"/>
            <a:ext cx="3168900" cy="928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The second point is the vertex A, so this does not create a triangle.</a:t>
            </a:r>
            <a:endParaRPr sz="1800"/>
          </a:p>
        </p:txBody>
      </p:sp>
      <p:sp>
        <p:nvSpPr>
          <p:cNvPr id="983" name="Google Shape;983;p72"/>
          <p:cNvSpPr txBox="1"/>
          <p:nvPr>
            <p:ph type="body" idx="1"/>
          </p:nvPr>
        </p:nvSpPr>
        <p:spPr>
          <a:xfrm>
            <a:off x="4193300" y="4191475"/>
            <a:ext cx="3168900" cy="384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Only one triangle is created.</a:t>
            </a:r>
            <a:endParaRPr sz="1800"/>
          </a:p>
          <a:p>
            <a:pPr marL="0" lvl="0" indent="0" algn="l" rtl="0">
              <a:spcBef>
                <a:spcPts val="1000"/>
              </a:spcBef>
              <a:spcAft>
                <a:spcPts val="1000"/>
              </a:spcAft>
              <a:buNone/>
            </a:pPr>
            <a:endParaRPr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6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6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6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xit" presetSubtype="0" fill="hold" nodeType="clickEffect">
                                  <p:stCondLst>
                                    <p:cond delay="0"/>
                                  </p:stCondLst>
                                  <p:childTnLst>
                                    <p:set>
                                      <p:cBhvr>
                                        <p:cTn id="14" dur="1" fill="hold">
                                          <p:stCondLst>
                                            <p:cond delay="0"/>
                                          </p:stCondLst>
                                        </p:cTn>
                                        <p:tgtEl>
                                          <p:spTgt spid="960"/>
                                        </p:tgtEl>
                                        <p:attrNameLst>
                                          <p:attrName>style.visibility</p:attrName>
                                        </p:attrNameLst>
                                      </p:cBhvr>
                                      <p:to>
                                        <p:strVal val="hidden"/>
                                      </p:to>
                                    </p:set>
                                  </p:childTnLst>
                                </p:cTn>
                              </p:par>
                              <p:par>
                                <p:cTn id="15" presetID="1" presetClass="entr" presetSubtype="0" fill="hold" nodeType="withEffect">
                                  <p:stCondLst>
                                    <p:cond delay="0"/>
                                  </p:stCondLst>
                                  <p:childTnLst>
                                    <p:set>
                                      <p:cBhvr>
                                        <p:cTn id="16" dur="1" fill="hold">
                                          <p:stCondLst>
                                            <p:cond delay="0"/>
                                          </p:stCondLst>
                                        </p:cTn>
                                        <p:tgtEl>
                                          <p:spTgt spid="96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97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69"/>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79"/>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xit" presetSubtype="0" fill="hold" nodeType="clickEffect">
                                  <p:stCondLst>
                                    <p:cond delay="0"/>
                                  </p:stCondLst>
                                  <p:childTnLst>
                                    <p:set>
                                      <p:cBhvr>
                                        <p:cTn id="26" dur="1" fill="hold">
                                          <p:stCondLst>
                                            <p:cond delay="0"/>
                                          </p:stCondLst>
                                        </p:cTn>
                                        <p:tgtEl>
                                          <p:spTgt spid="969"/>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982"/>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987" name="Shape 987"/>
        <p:cNvGrpSpPr/>
        <p:nvPr/>
      </p:nvGrpSpPr>
      <p:grpSpPr>
        <a:xfrm>
          <a:off x="0" y="0"/>
          <a:ext cx="0" cy="0"/>
        </a:xfrm>
      </p:grpSpPr>
      <p:sp>
        <p:nvSpPr>
          <p:cNvPr id="988" name="Google Shape;988;p73"/>
          <p:cNvSpPr txBox="1"/>
          <p:nvPr>
            <p:ph type="body" idx="1"/>
          </p:nvPr>
        </p:nvSpPr>
        <p:spPr>
          <a:xfrm>
            <a:off x="324000" y="759300"/>
            <a:ext cx="8237700" cy="8211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So far, two triangles have been created. </a:t>
            </a:r>
            <a:endParaRPr sz="1800"/>
          </a:p>
          <a:p>
            <a:pPr marL="0" lvl="0" indent="0" algn="l" rtl="0">
              <a:spcBef>
                <a:spcPts val="1000"/>
              </a:spcBef>
              <a:spcAft>
                <a:spcPts val="1000"/>
              </a:spcAft>
              <a:buNone/>
            </a:pPr>
            <a:r>
              <a:rPr lang="en-GB" sz="1800"/>
              <a:t>If we increase the radius to over 6 cm, what happens now?</a:t>
            </a:r>
            <a:endParaRPr sz="1800"/>
          </a:p>
        </p:txBody>
      </p:sp>
      <p:sp>
        <p:nvSpPr>
          <p:cNvPr id="989" name="Google Shape;989;p73"/>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Finding the right angle</a:t>
            </a:r>
            <a:endParaRPr/>
          </a:p>
        </p:txBody>
      </p:sp>
      <p:grpSp>
        <p:nvGrpSpPr>
          <p:cNvPr id="990" name="Google Shape;990;p73"/>
          <p:cNvGrpSpPr/>
          <p:nvPr/>
        </p:nvGrpSpPr>
        <p:grpSpPr>
          <a:xfrm>
            <a:off x="746637" y="1623816"/>
            <a:ext cx="2599009" cy="3071516"/>
            <a:chOff x="4632837" y="1776216"/>
            <a:chExt cx="2599009" cy="3071516"/>
          </a:xfrm>
        </p:grpSpPr>
        <p:cxnSp>
          <p:nvCxnSpPr>
            <p:cNvPr id="991" name="Google Shape;991;p73"/>
            <p:cNvCxnSpPr/>
            <p:nvPr/>
          </p:nvCxnSpPr>
          <p:spPr>
            <a:xfrm>
              <a:off x="4987850" y="4439607"/>
              <a:ext cx="1723800" cy="0"/>
            </a:xfrm>
            <a:prstGeom prst="straightConnector1">
              <a:avLst/>
            </a:prstGeom>
            <a:noFill/>
            <a:ln w="38100" cap="flat" cmpd="sng">
              <a:solidFill>
                <a:schemeClr val="dk1"/>
              </a:solidFill>
              <a:prstDash val="solid"/>
              <a:round/>
              <a:headEnd type="none" w="med" len="med"/>
              <a:tailEnd type="none" w="med" len="med"/>
            </a:ln>
          </p:spPr>
        </p:cxnSp>
        <p:cxnSp>
          <p:nvCxnSpPr>
            <p:cNvPr id="992" name="Google Shape;992;p73"/>
            <p:cNvCxnSpPr/>
            <p:nvPr/>
          </p:nvCxnSpPr>
          <p:spPr>
            <a:xfrm rot="10800000" flipH="1">
              <a:off x="4987847" y="1776216"/>
              <a:ext cx="2244000" cy="2663400"/>
            </a:xfrm>
            <a:prstGeom prst="straightConnector1">
              <a:avLst/>
            </a:prstGeom>
            <a:noFill/>
            <a:ln w="38100" cap="flat" cmpd="sng">
              <a:solidFill>
                <a:schemeClr val="dk1"/>
              </a:solidFill>
              <a:prstDash val="dash"/>
              <a:round/>
              <a:headEnd type="none" w="med" len="med"/>
              <a:tailEnd type="none" w="med" len="med"/>
            </a:ln>
          </p:spPr>
        </p:cxnSp>
        <p:sp>
          <p:nvSpPr>
            <p:cNvPr id="993" name="Google Shape;993;p73"/>
            <p:cNvSpPr/>
            <p:nvPr/>
          </p:nvSpPr>
          <p:spPr>
            <a:xfrm>
              <a:off x="4632837" y="4083976"/>
              <a:ext cx="711300" cy="711300"/>
            </a:xfrm>
            <a:prstGeom prst="pie">
              <a:avLst>
                <a:gd name="adj1" fmla="val 18605661"/>
                <a:gd name="adj2" fmla="val 21588601"/>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994" name="Google Shape;994;p73"/>
            <p:cNvSpPr txBox="1"/>
            <p:nvPr/>
          </p:nvSpPr>
          <p:spPr>
            <a:xfrm>
              <a:off x="482325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995" name="Google Shape;995;p73"/>
            <p:cNvSpPr txBox="1"/>
            <p:nvPr/>
          </p:nvSpPr>
          <p:spPr>
            <a:xfrm>
              <a:off x="669840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996" name="Google Shape;996;p73"/>
            <p:cNvSpPr txBox="1"/>
            <p:nvPr/>
          </p:nvSpPr>
          <p:spPr>
            <a:xfrm>
              <a:off x="5366297" y="4168222"/>
              <a:ext cx="411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997" name="Google Shape;997;p73"/>
            <p:cNvSpPr txBox="1"/>
            <p:nvPr/>
          </p:nvSpPr>
          <p:spPr>
            <a:xfrm>
              <a:off x="5532650" y="4570532"/>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cxnSp>
          <p:nvCxnSpPr>
            <p:cNvPr id="998" name="Google Shape;998;p73"/>
            <p:cNvCxnSpPr/>
            <p:nvPr/>
          </p:nvCxnSpPr>
          <p:spPr>
            <a:xfrm>
              <a:off x="4987850" y="4544807"/>
              <a:ext cx="1723800" cy="0"/>
            </a:xfrm>
            <a:prstGeom prst="straightConnector1">
              <a:avLst/>
            </a:prstGeom>
            <a:noFill/>
            <a:ln w="28575" cap="flat" cmpd="sng">
              <a:solidFill>
                <a:schemeClr val="dk1"/>
              </a:solidFill>
              <a:prstDash val="solid"/>
              <a:round/>
              <a:headEnd type="triangle" w="med" len="med"/>
              <a:tailEnd type="triangle" w="med" len="med"/>
            </a:ln>
          </p:spPr>
        </p:cxnSp>
      </p:grpSp>
      <p:sp>
        <p:nvSpPr>
          <p:cNvPr id="999" name="Google Shape;999;p73"/>
          <p:cNvSpPr/>
          <p:nvPr/>
        </p:nvSpPr>
        <p:spPr>
          <a:xfrm>
            <a:off x="894633" y="2365451"/>
            <a:ext cx="3857400" cy="3857400"/>
          </a:xfrm>
          <a:prstGeom prst="arc">
            <a:avLst>
              <a:gd name="adj1" fmla="val 10432328"/>
              <a:gd name="adj2" fmla="val 18074042"/>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nvGrpSpPr>
          <p:cNvPr id="1000" name="Google Shape;1000;p73"/>
          <p:cNvGrpSpPr/>
          <p:nvPr/>
        </p:nvGrpSpPr>
        <p:grpSpPr>
          <a:xfrm>
            <a:off x="2540891" y="1980644"/>
            <a:ext cx="349800" cy="455307"/>
            <a:chOff x="2494399" y="2728043"/>
            <a:chExt cx="349800" cy="455307"/>
          </a:xfrm>
        </p:grpSpPr>
        <p:grpSp>
          <p:nvGrpSpPr>
            <p:cNvPr id="1001" name="Google Shape;1001;p73"/>
            <p:cNvGrpSpPr/>
            <p:nvPr/>
          </p:nvGrpSpPr>
          <p:grpSpPr>
            <a:xfrm>
              <a:off x="2610638" y="3032151"/>
              <a:ext cx="151200" cy="151200"/>
              <a:chOff x="3573225" y="3347200"/>
              <a:chExt cx="151200" cy="151200"/>
            </a:xfrm>
          </p:grpSpPr>
          <p:cxnSp>
            <p:nvCxnSpPr>
              <p:cNvPr id="1002" name="Google Shape;1002;p73"/>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1003" name="Google Shape;1003;p73"/>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1004" name="Google Shape;1004;p73"/>
            <p:cNvSpPr txBox="1"/>
            <p:nvPr/>
          </p:nvSpPr>
          <p:spPr>
            <a:xfrm>
              <a:off x="2494399" y="2728043"/>
              <a:ext cx="3498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r>
                <a:rPr lang="en-GB" sz="1800" baseline="-25000">
                  <a:solidFill>
                    <a:schemeClr val="dk1"/>
                  </a:solidFill>
                  <a:latin typeface="Lexend"/>
                  <a:ea typeface="Lexend"/>
                  <a:cs typeface="Lexend"/>
                  <a:sym typeface="Lexend"/>
                </a:rPr>
                <a:t>1</a:t>
              </a:r>
              <a:endParaRPr sz="1800" baseline="-25000">
                <a:solidFill>
                  <a:schemeClr val="dk1"/>
                </a:solidFill>
                <a:latin typeface="Lexend"/>
                <a:ea typeface="Lexend"/>
                <a:cs typeface="Lexend"/>
                <a:sym typeface="Lexend"/>
              </a:endParaRPr>
            </a:p>
          </p:txBody>
        </p:sp>
      </p:grpSp>
      <p:grpSp>
        <p:nvGrpSpPr>
          <p:cNvPr id="1005" name="Google Shape;1005;p73"/>
          <p:cNvGrpSpPr/>
          <p:nvPr/>
        </p:nvGrpSpPr>
        <p:grpSpPr>
          <a:xfrm rot="4976811">
            <a:off x="2197261" y="2768176"/>
            <a:ext cx="1895204" cy="1056184"/>
            <a:chOff x="4486800" y="3289417"/>
            <a:chExt cx="1597200" cy="1056139"/>
          </a:xfrm>
        </p:grpSpPr>
        <p:cxnSp>
          <p:nvCxnSpPr>
            <p:cNvPr id="1006" name="Google Shape;1006;p73"/>
            <p:cNvCxnSpPr/>
            <p:nvPr/>
          </p:nvCxnSpPr>
          <p:spPr>
            <a:xfrm rot="-5044108">
              <a:off x="5238952" y="3380495"/>
              <a:ext cx="92897" cy="1604621"/>
            </a:xfrm>
            <a:prstGeom prst="straightConnector1">
              <a:avLst/>
            </a:prstGeom>
            <a:noFill/>
            <a:ln w="28575" cap="flat" cmpd="sng">
              <a:solidFill>
                <a:schemeClr val="dk1"/>
              </a:solidFill>
              <a:prstDash val="solid"/>
              <a:round/>
              <a:headEnd type="triangle" w="med" len="med"/>
              <a:tailEnd type="triangle" w="med" len="med"/>
            </a:ln>
          </p:spPr>
        </p:cxnSp>
        <p:sp>
          <p:nvSpPr>
            <p:cNvPr id="1007" name="Google Shape;1007;p73"/>
            <p:cNvSpPr txBox="1"/>
            <p:nvPr/>
          </p:nvSpPr>
          <p:spPr>
            <a:xfrm rot="-5044337">
              <a:off x="4854143" y="3624183"/>
              <a:ext cx="874375" cy="234068"/>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6.6 cm</a:t>
              </a:r>
              <a:endParaRPr sz="1800">
                <a:solidFill>
                  <a:schemeClr val="dk1"/>
                </a:solidFill>
                <a:latin typeface="Lexend"/>
                <a:ea typeface="Lexend"/>
                <a:cs typeface="Lexend"/>
                <a:sym typeface="Lexend"/>
              </a:endParaRPr>
            </a:p>
          </p:txBody>
        </p:sp>
      </p:grpSp>
      <p:sp>
        <p:nvSpPr>
          <p:cNvPr id="1008" name="Google Shape;1008;p73"/>
          <p:cNvSpPr txBox="1"/>
          <p:nvPr>
            <p:ph type="body" idx="1"/>
          </p:nvPr>
        </p:nvSpPr>
        <p:spPr>
          <a:xfrm>
            <a:off x="4193300" y="3048475"/>
            <a:ext cx="4228800" cy="8211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It only intersects with the ray at one point.</a:t>
            </a:r>
            <a:endParaRPr sz="1800"/>
          </a:p>
          <a:p>
            <a:pPr marL="0" lvl="0" indent="0" algn="l" rtl="0">
              <a:spcBef>
                <a:spcPts val="1000"/>
              </a:spcBef>
              <a:spcAft>
                <a:spcPts val="1000"/>
              </a:spcAft>
              <a:buNone/>
            </a:pPr>
            <a:endParaRPr sz="1800"/>
          </a:p>
        </p:txBody>
      </p:sp>
      <p:sp>
        <p:nvSpPr>
          <p:cNvPr id="1009" name="Google Shape;1009;p73"/>
          <p:cNvSpPr txBox="1"/>
          <p:nvPr>
            <p:ph type="body" idx="1"/>
          </p:nvPr>
        </p:nvSpPr>
        <p:spPr>
          <a:xfrm>
            <a:off x="4193300" y="4191475"/>
            <a:ext cx="3827700" cy="3849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So only one triangle is created.</a:t>
            </a:r>
            <a:endParaRPr sz="1800"/>
          </a:p>
          <a:p>
            <a:pPr marL="0" lvl="0" indent="0" algn="l" rtl="0">
              <a:spcBef>
                <a:spcPts val="1000"/>
              </a:spcBef>
              <a:spcAft>
                <a:spcPts val="1000"/>
              </a:spcAft>
              <a:buNone/>
            </a:pPr>
            <a:endParaRPr sz="1800"/>
          </a:p>
        </p:txBody>
      </p:sp>
      <p:grpSp>
        <p:nvGrpSpPr>
          <p:cNvPr id="1010" name="Google Shape;1010;p73"/>
          <p:cNvGrpSpPr/>
          <p:nvPr/>
        </p:nvGrpSpPr>
        <p:grpSpPr>
          <a:xfrm rot="-3595482">
            <a:off x="988267" y="1069766"/>
            <a:ext cx="2517146" cy="3093188"/>
            <a:chOff x="6766603" y="4168224"/>
            <a:chExt cx="2089855" cy="2765626"/>
          </a:xfrm>
        </p:grpSpPr>
        <p:pic>
          <p:nvPicPr>
            <p:cNvPr id="1011" name="Google Shape;1011;p73"/>
            <p:cNvPicPr preferRelativeResize="0"/>
            <p:nvPr/>
          </p:nvPicPr>
          <p:blipFill>
            <a:blip r:embed="rId3">
              <a:alphaModFix/>
            </a:blip>
            <a:stretch>
              <a:fillRect/>
            </a:stretch>
          </p:blipFill>
          <p:spPr>
            <a:xfrm>
              <a:off x="6766603" y="4168224"/>
              <a:ext cx="2089855" cy="2765626"/>
            </a:xfrm>
            <a:prstGeom prst="rect">
              <a:avLst/>
            </a:prstGeom>
            <a:noFill/>
            <a:ln>
              <a:noFill/>
            </a:ln>
          </p:spPr>
        </p:pic>
        <p:grpSp>
          <p:nvGrpSpPr>
            <p:cNvPr id="1012" name="Google Shape;1012;p73"/>
            <p:cNvGrpSpPr/>
            <p:nvPr/>
          </p:nvGrpSpPr>
          <p:grpSpPr>
            <a:xfrm>
              <a:off x="6848692" y="6472825"/>
              <a:ext cx="1601982" cy="277212"/>
              <a:chOff x="4618875" y="3981195"/>
              <a:chExt cx="1454100" cy="277212"/>
            </a:xfrm>
          </p:grpSpPr>
          <p:cxnSp>
            <p:nvCxnSpPr>
              <p:cNvPr id="1013" name="Google Shape;1013;p73"/>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1014" name="Google Shape;1014;p73"/>
              <p:cNvSpPr txBox="1"/>
              <p:nvPr/>
            </p:nvSpPr>
            <p:spPr>
              <a:xfrm>
                <a:off x="5113317" y="3981195"/>
                <a:ext cx="738600" cy="24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6.6 cm</a:t>
                </a:r>
                <a:endParaRPr sz="1800">
                  <a:solidFill>
                    <a:schemeClr val="dk1"/>
                  </a:solidFill>
                  <a:latin typeface="Lexend"/>
                  <a:ea typeface="Lexend"/>
                  <a:cs typeface="Lexend"/>
                  <a:sym typeface="Lexend"/>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10"/>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99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0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0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0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0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18" name="Shape 1018"/>
        <p:cNvGrpSpPr/>
        <p:nvPr/>
      </p:nvGrpSpPr>
      <p:grpSpPr>
        <a:xfrm>
          <a:off x="0" y="0"/>
          <a:ext cx="0" cy="0"/>
        </a:xfrm>
      </p:grpSpPr>
      <p:sp>
        <p:nvSpPr>
          <p:cNvPr id="1019" name="Google Shape;1019;p74"/>
          <p:cNvSpPr txBox="1"/>
          <p:nvPr>
            <p:ph type="body" idx="1"/>
          </p:nvPr>
        </p:nvSpPr>
        <p:spPr>
          <a:xfrm>
            <a:off x="324000" y="759300"/>
            <a:ext cx="8496000" cy="320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What happens if our edge opposite the 50° angle is less than 5 cm?</a:t>
            </a:r>
            <a:endParaRPr sz="1800"/>
          </a:p>
          <a:p>
            <a:pPr marL="0" lvl="0" indent="0" algn="l" rtl="0">
              <a:spcBef>
                <a:spcPts val="1000"/>
              </a:spcBef>
              <a:spcAft>
                <a:spcPts val="1000"/>
              </a:spcAft>
              <a:buNone/>
            </a:pPr>
            <a:endParaRPr sz="1800"/>
          </a:p>
        </p:txBody>
      </p:sp>
      <p:sp>
        <p:nvSpPr>
          <p:cNvPr id="1020" name="Google Shape;1020;p74"/>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Finding the right angle</a:t>
            </a:r>
            <a:endParaRPr/>
          </a:p>
        </p:txBody>
      </p:sp>
      <p:grpSp>
        <p:nvGrpSpPr>
          <p:cNvPr id="1021" name="Google Shape;1021;p74"/>
          <p:cNvGrpSpPr/>
          <p:nvPr/>
        </p:nvGrpSpPr>
        <p:grpSpPr>
          <a:xfrm>
            <a:off x="746637" y="1623816"/>
            <a:ext cx="2599009" cy="3071516"/>
            <a:chOff x="4632837" y="1776216"/>
            <a:chExt cx="2599009" cy="3071516"/>
          </a:xfrm>
        </p:grpSpPr>
        <p:cxnSp>
          <p:nvCxnSpPr>
            <p:cNvPr id="1022" name="Google Shape;1022;p74"/>
            <p:cNvCxnSpPr/>
            <p:nvPr/>
          </p:nvCxnSpPr>
          <p:spPr>
            <a:xfrm>
              <a:off x="4987850" y="4439607"/>
              <a:ext cx="1723800" cy="0"/>
            </a:xfrm>
            <a:prstGeom prst="straightConnector1">
              <a:avLst/>
            </a:prstGeom>
            <a:noFill/>
            <a:ln w="38100" cap="flat" cmpd="sng">
              <a:solidFill>
                <a:schemeClr val="dk1"/>
              </a:solidFill>
              <a:prstDash val="solid"/>
              <a:round/>
              <a:headEnd type="none" w="med" len="med"/>
              <a:tailEnd type="none" w="med" len="med"/>
            </a:ln>
          </p:spPr>
        </p:cxnSp>
        <p:cxnSp>
          <p:nvCxnSpPr>
            <p:cNvPr id="1023" name="Google Shape;1023;p74"/>
            <p:cNvCxnSpPr/>
            <p:nvPr/>
          </p:nvCxnSpPr>
          <p:spPr>
            <a:xfrm rot="10800000" flipH="1">
              <a:off x="4987847" y="1776216"/>
              <a:ext cx="2244000" cy="2663400"/>
            </a:xfrm>
            <a:prstGeom prst="straightConnector1">
              <a:avLst/>
            </a:prstGeom>
            <a:noFill/>
            <a:ln w="38100" cap="flat" cmpd="sng">
              <a:solidFill>
                <a:schemeClr val="dk1"/>
              </a:solidFill>
              <a:prstDash val="dash"/>
              <a:round/>
              <a:headEnd type="none" w="med" len="med"/>
              <a:tailEnd type="none" w="med" len="med"/>
            </a:ln>
          </p:spPr>
        </p:cxnSp>
        <p:sp>
          <p:nvSpPr>
            <p:cNvPr id="1024" name="Google Shape;1024;p74"/>
            <p:cNvSpPr/>
            <p:nvPr/>
          </p:nvSpPr>
          <p:spPr>
            <a:xfrm>
              <a:off x="4632837" y="4083976"/>
              <a:ext cx="711300" cy="711300"/>
            </a:xfrm>
            <a:prstGeom prst="pie">
              <a:avLst>
                <a:gd name="adj1" fmla="val 18605661"/>
                <a:gd name="adj2" fmla="val 21588601"/>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025" name="Google Shape;1025;p74"/>
            <p:cNvSpPr txBox="1"/>
            <p:nvPr/>
          </p:nvSpPr>
          <p:spPr>
            <a:xfrm>
              <a:off x="482325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026" name="Google Shape;1026;p74"/>
            <p:cNvSpPr txBox="1"/>
            <p:nvPr/>
          </p:nvSpPr>
          <p:spPr>
            <a:xfrm>
              <a:off x="669840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027" name="Google Shape;1027;p74"/>
            <p:cNvSpPr txBox="1"/>
            <p:nvPr/>
          </p:nvSpPr>
          <p:spPr>
            <a:xfrm>
              <a:off x="5366297" y="4168222"/>
              <a:ext cx="411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1028" name="Google Shape;1028;p74"/>
            <p:cNvSpPr txBox="1"/>
            <p:nvPr/>
          </p:nvSpPr>
          <p:spPr>
            <a:xfrm>
              <a:off x="5532650" y="4570532"/>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cxnSp>
          <p:nvCxnSpPr>
            <p:cNvPr id="1029" name="Google Shape;1029;p74"/>
            <p:cNvCxnSpPr/>
            <p:nvPr/>
          </p:nvCxnSpPr>
          <p:spPr>
            <a:xfrm>
              <a:off x="4987850" y="4544807"/>
              <a:ext cx="1723800" cy="0"/>
            </a:xfrm>
            <a:prstGeom prst="straightConnector1">
              <a:avLst/>
            </a:prstGeom>
            <a:noFill/>
            <a:ln w="28575" cap="flat" cmpd="sng">
              <a:solidFill>
                <a:schemeClr val="dk1"/>
              </a:solidFill>
              <a:prstDash val="solid"/>
              <a:round/>
              <a:headEnd type="triangle" w="med" len="med"/>
              <a:tailEnd type="triangle" w="med" len="med"/>
            </a:ln>
          </p:spPr>
        </p:cxnSp>
      </p:grpSp>
      <p:sp>
        <p:nvSpPr>
          <p:cNvPr id="1030" name="Google Shape;1030;p74"/>
          <p:cNvSpPr/>
          <p:nvPr/>
        </p:nvSpPr>
        <p:spPr>
          <a:xfrm>
            <a:off x="1653813" y="3127451"/>
            <a:ext cx="2325600" cy="2325600"/>
          </a:xfrm>
          <a:prstGeom prst="arc">
            <a:avLst>
              <a:gd name="adj1" fmla="val 10432328"/>
              <a:gd name="adj2" fmla="val 18074042"/>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031" name="Google Shape;1031;p74"/>
          <p:cNvSpPr txBox="1"/>
          <p:nvPr>
            <p:ph type="body" idx="1"/>
          </p:nvPr>
        </p:nvSpPr>
        <p:spPr>
          <a:xfrm>
            <a:off x="4193300" y="3048475"/>
            <a:ext cx="4228800" cy="8211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It doesn’t intersect at all.</a:t>
            </a:r>
            <a:endParaRPr sz="1800"/>
          </a:p>
          <a:p>
            <a:pPr marL="0" lvl="0" indent="0" algn="l" rtl="0">
              <a:spcBef>
                <a:spcPts val="1000"/>
              </a:spcBef>
              <a:spcAft>
                <a:spcPts val="1000"/>
              </a:spcAft>
              <a:buNone/>
            </a:pPr>
            <a:endParaRPr sz="1800"/>
          </a:p>
        </p:txBody>
      </p:sp>
      <p:grpSp>
        <p:nvGrpSpPr>
          <p:cNvPr id="1032" name="Google Shape;1032;p74"/>
          <p:cNvGrpSpPr/>
          <p:nvPr/>
        </p:nvGrpSpPr>
        <p:grpSpPr>
          <a:xfrm rot="-3867737">
            <a:off x="1602075" y="2325139"/>
            <a:ext cx="1509780" cy="1947802"/>
            <a:chOff x="6773191" y="4430541"/>
            <a:chExt cx="1845404" cy="2503297"/>
          </a:xfrm>
        </p:grpSpPr>
        <p:pic>
          <p:nvPicPr>
            <p:cNvPr id="1033" name="Google Shape;1033;p74"/>
            <p:cNvPicPr preferRelativeResize="0"/>
            <p:nvPr/>
          </p:nvPicPr>
          <p:blipFill>
            <a:blip r:embed="rId3">
              <a:alphaModFix/>
            </a:blip>
            <a:stretch>
              <a:fillRect/>
            </a:stretch>
          </p:blipFill>
          <p:spPr>
            <a:xfrm rot="-7">
              <a:off x="6773193" y="4430543"/>
              <a:ext cx="1845401" cy="2503294"/>
            </a:xfrm>
            <a:prstGeom prst="rect">
              <a:avLst/>
            </a:prstGeom>
            <a:noFill/>
            <a:ln>
              <a:noFill/>
            </a:ln>
          </p:spPr>
        </p:pic>
        <p:grpSp>
          <p:nvGrpSpPr>
            <p:cNvPr id="1034" name="Google Shape;1034;p74"/>
            <p:cNvGrpSpPr/>
            <p:nvPr/>
          </p:nvGrpSpPr>
          <p:grpSpPr>
            <a:xfrm>
              <a:off x="6849137" y="6437153"/>
              <a:ext cx="1420862" cy="356100"/>
              <a:chOff x="4619279" y="3945523"/>
              <a:chExt cx="1289700" cy="356100"/>
            </a:xfrm>
          </p:grpSpPr>
          <p:cxnSp>
            <p:nvCxnSpPr>
              <p:cNvPr id="1035" name="Google Shape;1035;p74"/>
              <p:cNvCxnSpPr/>
              <p:nvPr/>
            </p:nvCxnSpPr>
            <p:spPr>
              <a:xfrm rot="800">
                <a:off x="4619279" y="4282234"/>
                <a:ext cx="1289700" cy="0"/>
              </a:xfrm>
              <a:prstGeom prst="straightConnector1">
                <a:avLst/>
              </a:prstGeom>
              <a:noFill/>
              <a:ln w="28575" cap="flat" cmpd="sng">
                <a:solidFill>
                  <a:schemeClr val="dk1"/>
                </a:solidFill>
                <a:prstDash val="solid"/>
                <a:round/>
                <a:headEnd type="triangle" w="med" len="med"/>
                <a:tailEnd type="triangle" w="med" len="med"/>
              </a:ln>
            </p:spPr>
          </p:cxnSp>
          <p:sp>
            <p:nvSpPr>
              <p:cNvPr id="1036" name="Google Shape;1036;p74"/>
              <p:cNvSpPr txBox="1"/>
              <p:nvPr/>
            </p:nvSpPr>
            <p:spPr>
              <a:xfrm>
                <a:off x="4981963" y="3945523"/>
                <a:ext cx="738600" cy="3561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grpSp>
      </p:grpSp>
      <p:sp>
        <p:nvSpPr>
          <p:cNvPr id="1037" name="Google Shape;1037;p74"/>
          <p:cNvSpPr txBox="1"/>
          <p:nvPr>
            <p:ph type="body" idx="1"/>
          </p:nvPr>
        </p:nvSpPr>
        <p:spPr>
          <a:xfrm>
            <a:off x="324000" y="1216500"/>
            <a:ext cx="8496000" cy="320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We will start with 4 cm.</a:t>
            </a:r>
            <a:endParaRPr sz="1800"/>
          </a:p>
          <a:p>
            <a:pPr marL="0" lvl="0" indent="0" algn="l" rtl="0">
              <a:spcBef>
                <a:spcPts val="1000"/>
              </a:spcBef>
              <a:spcAft>
                <a:spcPts val="1000"/>
              </a:spcAft>
              <a:buNone/>
            </a:pPr>
            <a:endParaRPr sz="1800"/>
          </a:p>
        </p:txBody>
      </p:sp>
      <p:pic>
        <p:nvPicPr>
          <p:cNvPr id="1038" name="Google Shape;1038;p74"/>
          <p:cNvPicPr preferRelativeResize="0"/>
          <p:nvPr/>
        </p:nvPicPr>
        <p:blipFill>
          <a:blip r:embed="rId4">
            <a:alphaModFix/>
          </a:blip>
          <a:stretch>
            <a:fillRect/>
          </a:stretch>
        </p:blipFill>
        <p:spPr>
          <a:xfrm>
            <a:off x="8002499" y="2184017"/>
            <a:ext cx="604003" cy="696575"/>
          </a:xfrm>
          <a:prstGeom prst="rect">
            <a:avLst/>
          </a:prstGeom>
          <a:noFill/>
          <a:ln>
            <a:noFill/>
          </a:ln>
        </p:spPr>
      </p:pic>
      <p:pic>
        <p:nvPicPr>
          <p:cNvPr id="1039" name="Google Shape;1039;p74"/>
          <p:cNvPicPr preferRelativeResize="0"/>
          <p:nvPr/>
        </p:nvPicPr>
        <p:blipFill>
          <a:blip r:embed="rId5">
            <a:alphaModFix/>
          </a:blip>
          <a:srcRect r="57905" b="43690"/>
          <a:stretch>
            <a:fillRect/>
          </a:stretch>
        </p:blipFill>
        <p:spPr>
          <a:xfrm>
            <a:off x="5676875" y="1195775"/>
            <a:ext cx="2440648" cy="1189200"/>
          </a:xfrm>
          <a:prstGeom prst="rect">
            <a:avLst/>
          </a:prstGeom>
          <a:noFill/>
          <a:ln>
            <a:noFill/>
          </a:ln>
        </p:spPr>
      </p:pic>
      <p:sp>
        <p:nvSpPr>
          <p:cNvPr id="1040" name="Google Shape;1040;p74"/>
          <p:cNvSpPr txBox="1"/>
          <p:nvPr>
            <p:ph type="body" idx="1"/>
          </p:nvPr>
        </p:nvSpPr>
        <p:spPr>
          <a:xfrm flipH="1">
            <a:off x="5712800" y="1221025"/>
            <a:ext cx="2239500" cy="7359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This will be the case for all lengths less than 4 cm.</a:t>
            </a:r>
            <a:endParaRPr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32"/>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03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31"/>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3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3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44" name="Shape 1044"/>
        <p:cNvGrpSpPr/>
        <p:nvPr/>
      </p:nvGrpSpPr>
      <p:grpSpPr>
        <a:xfrm>
          <a:off x="0" y="0"/>
          <a:ext cx="0" cy="0"/>
        </a:xfrm>
      </p:grpSpPr>
      <p:sp>
        <p:nvSpPr>
          <p:cNvPr id="1045" name="Google Shape;1045;p75"/>
          <p:cNvSpPr txBox="1"/>
          <p:nvPr>
            <p:ph type="title"/>
          </p:nvPr>
        </p:nvSpPr>
        <p:spPr>
          <a:xfrm>
            <a:off x="324000" y="748763"/>
            <a:ext cx="8179200" cy="489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In this construction, how many triangles will be there be?</a:t>
            </a:r>
            <a:endParaRPr/>
          </a:p>
        </p:txBody>
      </p:sp>
      <p:sp>
        <p:nvSpPr>
          <p:cNvPr id="1046" name="Google Shape;1046;p75"/>
          <p:cNvSpPr txBox="1"/>
          <p:nvPr>
            <p:ph type="title" idx="2"/>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Finding the right angle</a:t>
            </a:r>
            <a:endParaRPr/>
          </a:p>
        </p:txBody>
      </p:sp>
      <p:sp>
        <p:nvSpPr>
          <p:cNvPr id="1047" name="Google Shape;1047;p75"/>
          <p:cNvSpPr txBox="1"/>
          <p:nvPr>
            <p:ph type="subTitle" idx="1"/>
          </p:nvPr>
        </p:nvSpPr>
        <p:spPr>
          <a:xfrm>
            <a:off x="1034425" y="1837775"/>
            <a:ext cx="7506600" cy="3246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0 triangles</a:t>
            </a:r>
            <a:endParaRPr/>
          </a:p>
        </p:txBody>
      </p:sp>
      <p:sp>
        <p:nvSpPr>
          <p:cNvPr id="1048" name="Google Shape;1048;p75"/>
          <p:cNvSpPr txBox="1"/>
          <p:nvPr>
            <p:ph type="subTitle" idx="3"/>
          </p:nvPr>
        </p:nvSpPr>
        <p:spPr>
          <a:xfrm>
            <a:off x="1034425" y="2794247"/>
            <a:ext cx="7506600" cy="3891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1 triangle</a:t>
            </a:r>
            <a:endParaRPr/>
          </a:p>
        </p:txBody>
      </p:sp>
      <p:sp>
        <p:nvSpPr>
          <p:cNvPr id="1049" name="Google Shape;1049;p75"/>
          <p:cNvSpPr txBox="1"/>
          <p:nvPr>
            <p:ph type="subTitle" idx="4"/>
          </p:nvPr>
        </p:nvSpPr>
        <p:spPr>
          <a:xfrm>
            <a:off x="1034425" y="3766965"/>
            <a:ext cx="7464600" cy="3246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2 triangles</a:t>
            </a:r>
            <a:endParaRPr/>
          </a:p>
        </p:txBody>
      </p:sp>
      <p:cxnSp>
        <p:nvCxnSpPr>
          <p:cNvPr id="1050" name="Google Shape;1050;p75"/>
          <p:cNvCxnSpPr/>
          <p:nvPr/>
        </p:nvCxnSpPr>
        <p:spPr>
          <a:xfrm>
            <a:off x="5527603" y="3960355"/>
            <a:ext cx="1752900" cy="0"/>
          </a:xfrm>
          <a:prstGeom prst="straightConnector1">
            <a:avLst/>
          </a:prstGeom>
          <a:noFill/>
          <a:ln w="38100" cap="flat" cmpd="sng">
            <a:solidFill>
              <a:schemeClr val="dk1"/>
            </a:solidFill>
            <a:prstDash val="solid"/>
            <a:round/>
            <a:headEnd type="none" w="med" len="med"/>
            <a:tailEnd type="none" w="med" len="med"/>
          </a:ln>
        </p:spPr>
      </p:cxnSp>
      <p:cxnSp>
        <p:nvCxnSpPr>
          <p:cNvPr id="1051" name="Google Shape;1051;p75"/>
          <p:cNvCxnSpPr/>
          <p:nvPr/>
        </p:nvCxnSpPr>
        <p:spPr>
          <a:xfrm rot="10800000" flipH="1">
            <a:off x="5529863" y="1580784"/>
            <a:ext cx="2377800" cy="2384700"/>
          </a:xfrm>
          <a:prstGeom prst="straightConnector1">
            <a:avLst/>
          </a:prstGeom>
          <a:noFill/>
          <a:ln w="38100" cap="flat" cmpd="sng">
            <a:solidFill>
              <a:schemeClr val="dk1"/>
            </a:solidFill>
            <a:prstDash val="dash"/>
            <a:round/>
            <a:headEnd type="none" w="med" len="med"/>
            <a:tailEnd type="none" w="med" len="med"/>
          </a:ln>
        </p:spPr>
      </p:cxnSp>
      <p:sp>
        <p:nvSpPr>
          <p:cNvPr id="1052" name="Google Shape;1052;p75"/>
          <p:cNvSpPr/>
          <p:nvPr/>
        </p:nvSpPr>
        <p:spPr>
          <a:xfrm>
            <a:off x="5199729" y="3638324"/>
            <a:ext cx="650100" cy="650100"/>
          </a:xfrm>
          <a:prstGeom prst="pie">
            <a:avLst>
              <a:gd name="adj1" fmla="val 18913760"/>
              <a:gd name="adj2" fmla="val 5668"/>
            </a:avLst>
          </a:prstGeom>
          <a:solidFill>
            <a:schemeClr val="lt1"/>
          </a:solid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1053" name="Google Shape;1053;p75"/>
          <p:cNvCxnSpPr/>
          <p:nvPr/>
        </p:nvCxnSpPr>
        <p:spPr>
          <a:xfrm>
            <a:off x="5527600" y="4099525"/>
            <a:ext cx="1528800" cy="0"/>
          </a:xfrm>
          <a:prstGeom prst="straightConnector1">
            <a:avLst/>
          </a:prstGeom>
          <a:noFill/>
          <a:ln w="28575" cap="flat" cmpd="sng">
            <a:solidFill>
              <a:schemeClr val="dk1"/>
            </a:solidFill>
            <a:prstDash val="solid"/>
            <a:round/>
            <a:headEnd type="triangle" w="med" len="med"/>
            <a:tailEnd type="triangle" w="med" len="med"/>
          </a:ln>
        </p:spPr>
      </p:cxnSp>
      <p:sp>
        <p:nvSpPr>
          <p:cNvPr id="1054" name="Google Shape;1054;p75"/>
          <p:cNvSpPr txBox="1"/>
          <p:nvPr/>
        </p:nvSpPr>
        <p:spPr>
          <a:xfrm rot="-1684">
            <a:off x="6166576" y="4148137"/>
            <a:ext cx="6123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 cm </a:t>
            </a:r>
            <a:endParaRPr sz="1800">
              <a:solidFill>
                <a:schemeClr val="dk1"/>
              </a:solidFill>
              <a:latin typeface="Lexend"/>
              <a:ea typeface="Lexend"/>
              <a:cs typeface="Lexend"/>
              <a:sym typeface="Lexend"/>
            </a:endParaRPr>
          </a:p>
        </p:txBody>
      </p:sp>
      <p:grpSp>
        <p:nvGrpSpPr>
          <p:cNvPr id="1055" name="Google Shape;1055;p75"/>
          <p:cNvGrpSpPr/>
          <p:nvPr/>
        </p:nvGrpSpPr>
        <p:grpSpPr>
          <a:xfrm rot="-1489237">
            <a:off x="6601709" y="1104800"/>
            <a:ext cx="2010781" cy="2769890"/>
            <a:chOff x="6761527" y="4162721"/>
            <a:chExt cx="2096058" cy="2769932"/>
          </a:xfrm>
        </p:grpSpPr>
        <p:pic>
          <p:nvPicPr>
            <p:cNvPr id="1056" name="Google Shape;1056;p75"/>
            <p:cNvPicPr preferRelativeResize="0"/>
            <p:nvPr/>
          </p:nvPicPr>
          <p:blipFill>
            <a:blip r:embed="rId3">
              <a:alphaModFix/>
            </a:blip>
            <a:stretch>
              <a:fillRect/>
            </a:stretch>
          </p:blipFill>
          <p:spPr>
            <a:xfrm rot="-7094">
              <a:off x="6764626" y="4164874"/>
              <a:ext cx="2089861" cy="2765626"/>
            </a:xfrm>
            <a:prstGeom prst="rect">
              <a:avLst/>
            </a:prstGeom>
            <a:noFill/>
            <a:ln>
              <a:noFill/>
            </a:ln>
          </p:spPr>
        </p:pic>
        <p:grpSp>
          <p:nvGrpSpPr>
            <p:cNvPr id="1057" name="Google Shape;1057;p75"/>
            <p:cNvGrpSpPr/>
            <p:nvPr/>
          </p:nvGrpSpPr>
          <p:grpSpPr>
            <a:xfrm>
              <a:off x="6848692" y="6472825"/>
              <a:ext cx="1601982" cy="277212"/>
              <a:chOff x="4618875" y="3981195"/>
              <a:chExt cx="1454100" cy="277212"/>
            </a:xfrm>
          </p:grpSpPr>
          <p:cxnSp>
            <p:nvCxnSpPr>
              <p:cNvPr id="1058" name="Google Shape;1058;p75"/>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1059" name="Google Shape;1059;p75"/>
              <p:cNvSpPr txBox="1"/>
              <p:nvPr/>
            </p:nvSpPr>
            <p:spPr>
              <a:xfrm>
                <a:off x="5028816" y="3981195"/>
                <a:ext cx="738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 cm</a:t>
                </a:r>
                <a:endParaRPr sz="1800">
                  <a:solidFill>
                    <a:schemeClr val="dk1"/>
                  </a:solidFill>
                  <a:latin typeface="Lexend"/>
                  <a:ea typeface="Lexend"/>
                  <a:cs typeface="Lexend"/>
                  <a:sym typeface="Lexend"/>
                </a:endParaRPr>
              </a:p>
            </p:txBody>
          </p:sp>
        </p:grpSp>
      </p:grpSp>
      <p:pic>
        <p:nvPicPr>
          <p:cNvPr id="1060" name="Google Shape;1060;p75"/>
          <p:cNvPicPr preferRelativeResize="0"/>
          <p:nvPr/>
        </p:nvPicPr>
        <p:blipFill>
          <a:blip r:embed="rId4">
            <a:alphaModFix/>
          </a:blip>
          <a:stretch>
            <a:fillRect/>
          </a:stretch>
        </p:blipFill>
        <p:spPr>
          <a:xfrm>
            <a:off x="2427533" y="2755125"/>
            <a:ext cx="396000" cy="41910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064" name="Shape 1064"/>
        <p:cNvGrpSpPr/>
        <p:nvPr/>
      </p:nvGrpSpPr>
      <p:grpSpPr>
        <a:xfrm>
          <a:off x="0" y="0"/>
          <a:ext cx="0" cy="0"/>
        </a:xfrm>
      </p:grpSpPr>
      <p:sp>
        <p:nvSpPr>
          <p:cNvPr id="1065" name="Google Shape;1065;p76"/>
          <p:cNvSpPr txBox="1"/>
          <p:nvPr>
            <p:ph type="body" idx="1"/>
          </p:nvPr>
        </p:nvSpPr>
        <p:spPr>
          <a:xfrm>
            <a:off x="324000" y="759300"/>
            <a:ext cx="3965700" cy="3207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The length of that radius is the minimum distance.</a:t>
            </a:r>
            <a:endParaRPr sz="1800"/>
          </a:p>
          <a:p>
            <a:pPr marL="0" lvl="0" indent="0" algn="l" rtl="0">
              <a:spcBef>
                <a:spcPts val="1000"/>
              </a:spcBef>
              <a:spcAft>
                <a:spcPct val="0"/>
              </a:spcAft>
              <a:buNone/>
            </a:pPr>
            <a:r>
              <a:rPr lang="en-GB" sz="1800"/>
              <a:t>Anything less than it, will not intersect with the ray line.</a:t>
            </a:r>
            <a:endParaRPr sz="1800"/>
          </a:p>
          <a:p>
            <a:pPr marL="0" lvl="0" indent="0" algn="l" rtl="0">
              <a:spcBef>
                <a:spcPts val="1000"/>
              </a:spcBef>
              <a:spcAft>
                <a:spcPts val="1000"/>
              </a:spcAft>
              <a:buNone/>
            </a:pPr>
            <a:endParaRPr sz="1800"/>
          </a:p>
        </p:txBody>
      </p:sp>
      <p:sp>
        <p:nvSpPr>
          <p:cNvPr id="1066" name="Google Shape;1066;p76"/>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Finding the right angle</a:t>
            </a:r>
            <a:endParaRPr/>
          </a:p>
        </p:txBody>
      </p:sp>
      <p:grpSp>
        <p:nvGrpSpPr>
          <p:cNvPr id="1067" name="Google Shape;1067;p76"/>
          <p:cNvGrpSpPr/>
          <p:nvPr/>
        </p:nvGrpSpPr>
        <p:grpSpPr>
          <a:xfrm>
            <a:off x="746637" y="1623816"/>
            <a:ext cx="2599009" cy="3071516"/>
            <a:chOff x="4632837" y="1776216"/>
            <a:chExt cx="2599009" cy="3071516"/>
          </a:xfrm>
        </p:grpSpPr>
        <p:cxnSp>
          <p:nvCxnSpPr>
            <p:cNvPr id="1068" name="Google Shape;1068;p76"/>
            <p:cNvCxnSpPr/>
            <p:nvPr/>
          </p:nvCxnSpPr>
          <p:spPr>
            <a:xfrm>
              <a:off x="4987850" y="4439607"/>
              <a:ext cx="1723800" cy="0"/>
            </a:xfrm>
            <a:prstGeom prst="straightConnector1">
              <a:avLst/>
            </a:prstGeom>
            <a:noFill/>
            <a:ln w="38100" cap="flat" cmpd="sng">
              <a:solidFill>
                <a:schemeClr val="dk1"/>
              </a:solidFill>
              <a:prstDash val="solid"/>
              <a:round/>
              <a:headEnd type="none" w="med" len="med"/>
              <a:tailEnd type="none" w="med" len="med"/>
            </a:ln>
          </p:spPr>
        </p:cxnSp>
        <p:cxnSp>
          <p:nvCxnSpPr>
            <p:cNvPr id="1069" name="Google Shape;1069;p76"/>
            <p:cNvCxnSpPr/>
            <p:nvPr/>
          </p:nvCxnSpPr>
          <p:spPr>
            <a:xfrm rot="10800000" flipH="1">
              <a:off x="4987847" y="1776216"/>
              <a:ext cx="2244000" cy="2663400"/>
            </a:xfrm>
            <a:prstGeom prst="straightConnector1">
              <a:avLst/>
            </a:prstGeom>
            <a:noFill/>
            <a:ln w="38100" cap="flat" cmpd="sng">
              <a:solidFill>
                <a:schemeClr val="dk1"/>
              </a:solidFill>
              <a:prstDash val="dash"/>
              <a:round/>
              <a:headEnd type="none" w="med" len="med"/>
              <a:tailEnd type="none" w="med" len="med"/>
            </a:ln>
          </p:spPr>
        </p:cxnSp>
        <p:sp>
          <p:nvSpPr>
            <p:cNvPr id="1070" name="Google Shape;1070;p76"/>
            <p:cNvSpPr/>
            <p:nvPr/>
          </p:nvSpPr>
          <p:spPr>
            <a:xfrm>
              <a:off x="4632837" y="4083976"/>
              <a:ext cx="711300" cy="711300"/>
            </a:xfrm>
            <a:prstGeom prst="pie">
              <a:avLst>
                <a:gd name="adj1" fmla="val 18605661"/>
                <a:gd name="adj2" fmla="val 21588601"/>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071" name="Google Shape;1071;p76"/>
            <p:cNvSpPr txBox="1"/>
            <p:nvPr/>
          </p:nvSpPr>
          <p:spPr>
            <a:xfrm>
              <a:off x="482325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072" name="Google Shape;1072;p76"/>
            <p:cNvSpPr txBox="1"/>
            <p:nvPr/>
          </p:nvSpPr>
          <p:spPr>
            <a:xfrm>
              <a:off x="6698400" y="45705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073" name="Google Shape;1073;p76"/>
            <p:cNvSpPr txBox="1"/>
            <p:nvPr/>
          </p:nvSpPr>
          <p:spPr>
            <a:xfrm>
              <a:off x="5366297" y="4168222"/>
              <a:ext cx="411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50°</a:t>
              </a:r>
              <a:endParaRPr sz="1800">
                <a:solidFill>
                  <a:schemeClr val="dk1"/>
                </a:solidFill>
                <a:latin typeface="Lexend"/>
                <a:ea typeface="Lexend"/>
                <a:cs typeface="Lexend"/>
                <a:sym typeface="Lexend"/>
              </a:endParaRPr>
            </a:p>
          </p:txBody>
        </p:sp>
        <p:sp>
          <p:nvSpPr>
            <p:cNvPr id="1074" name="Google Shape;1074;p76"/>
            <p:cNvSpPr txBox="1"/>
            <p:nvPr/>
          </p:nvSpPr>
          <p:spPr>
            <a:xfrm>
              <a:off x="5532650" y="4570532"/>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6 cm</a:t>
              </a:r>
              <a:endParaRPr sz="1800">
                <a:solidFill>
                  <a:schemeClr val="dk1"/>
                </a:solidFill>
                <a:latin typeface="Lexend"/>
                <a:ea typeface="Lexend"/>
                <a:cs typeface="Lexend"/>
                <a:sym typeface="Lexend"/>
              </a:endParaRPr>
            </a:p>
          </p:txBody>
        </p:sp>
        <p:cxnSp>
          <p:nvCxnSpPr>
            <p:cNvPr id="1075" name="Google Shape;1075;p76"/>
            <p:cNvCxnSpPr/>
            <p:nvPr/>
          </p:nvCxnSpPr>
          <p:spPr>
            <a:xfrm>
              <a:off x="4987850" y="4544807"/>
              <a:ext cx="1723800" cy="0"/>
            </a:xfrm>
            <a:prstGeom prst="straightConnector1">
              <a:avLst/>
            </a:prstGeom>
            <a:noFill/>
            <a:ln w="28575" cap="flat" cmpd="sng">
              <a:solidFill>
                <a:schemeClr val="dk1"/>
              </a:solidFill>
              <a:prstDash val="solid"/>
              <a:round/>
              <a:headEnd type="triangle" w="med" len="med"/>
              <a:tailEnd type="triangle" w="med" len="med"/>
            </a:ln>
          </p:spPr>
        </p:cxnSp>
      </p:grpSp>
      <p:sp>
        <p:nvSpPr>
          <p:cNvPr id="1076" name="Google Shape;1076;p76"/>
          <p:cNvSpPr/>
          <p:nvPr/>
        </p:nvSpPr>
        <p:spPr>
          <a:xfrm>
            <a:off x="1343390" y="2858868"/>
            <a:ext cx="2908800" cy="2908800"/>
          </a:xfrm>
          <a:prstGeom prst="arc">
            <a:avLst>
              <a:gd name="adj1" fmla="val 11022004"/>
              <a:gd name="adj2" fmla="val 18081276"/>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077" name="Google Shape;1077;p76"/>
          <p:cNvSpPr/>
          <p:nvPr/>
        </p:nvSpPr>
        <p:spPr>
          <a:xfrm>
            <a:off x="1653813" y="3127451"/>
            <a:ext cx="2325600" cy="2325600"/>
          </a:xfrm>
          <a:prstGeom prst="arc">
            <a:avLst>
              <a:gd name="adj1" fmla="val 10432328"/>
              <a:gd name="adj2" fmla="val 18074042"/>
            </a:avLst>
          </a:prstGeom>
          <a:noFill/>
          <a:ln w="38100" cap="flat" cmpd="sng">
            <a:solidFill>
              <a:schemeClr val="accent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078" name="Google Shape;1078;p76"/>
          <p:cNvSpPr/>
          <p:nvPr/>
        </p:nvSpPr>
        <p:spPr>
          <a:xfrm>
            <a:off x="1486377" y="2988652"/>
            <a:ext cx="2638800" cy="2638800"/>
          </a:xfrm>
          <a:prstGeom prst="arc">
            <a:avLst>
              <a:gd name="adj1" fmla="val 10804626"/>
              <a:gd name="adj2" fmla="val 18005961"/>
            </a:avLst>
          </a:prstGeom>
          <a:noFill/>
          <a:ln w="38100"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pic>
        <p:nvPicPr>
          <p:cNvPr id="1079" name="Google Shape;1079;p76"/>
          <p:cNvPicPr preferRelativeResize="0"/>
          <p:nvPr/>
        </p:nvPicPr>
        <p:blipFill>
          <a:blip r:embed="rId3">
            <a:alphaModFix/>
          </a:blip>
          <a:stretch>
            <a:fillRect/>
          </a:stretch>
        </p:blipFill>
        <p:spPr>
          <a:xfrm>
            <a:off x="7605199" y="2891705"/>
            <a:ext cx="604003" cy="696575"/>
          </a:xfrm>
          <a:prstGeom prst="rect">
            <a:avLst/>
          </a:prstGeom>
          <a:noFill/>
          <a:ln>
            <a:noFill/>
          </a:ln>
        </p:spPr>
      </p:pic>
      <p:sp>
        <p:nvSpPr>
          <p:cNvPr id="1080" name="Google Shape;1080;p76"/>
          <p:cNvSpPr txBox="1"/>
          <p:nvPr>
            <p:ph type="body" idx="1"/>
          </p:nvPr>
        </p:nvSpPr>
        <p:spPr>
          <a:xfrm flipH="1">
            <a:off x="4647800" y="810000"/>
            <a:ext cx="3158400" cy="7359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We know that at 5 cm, it intersects twice and at 4 cm it doesn’t intersect at all. So there must be a length where it only touches the ray line at one point.</a:t>
            </a:r>
            <a:endParaRPr sz="1800"/>
          </a:p>
        </p:txBody>
      </p:sp>
      <p:pic>
        <p:nvPicPr>
          <p:cNvPr id="1081" name="Google Shape;1081;p76"/>
          <p:cNvPicPr preferRelativeResize="0"/>
          <p:nvPr/>
        </p:nvPicPr>
        <p:blipFill>
          <a:blip r:embed="rId4">
            <a:alphaModFix/>
          </a:blip>
          <a:srcRect l="40550" t="13015" b="4760"/>
          <a:stretch>
            <a:fillRect/>
          </a:stretch>
        </p:blipFill>
        <p:spPr>
          <a:xfrm flipH="1">
            <a:off x="4550501" y="687900"/>
            <a:ext cx="3542175" cy="2475350"/>
          </a:xfrm>
          <a:prstGeom prst="rect">
            <a:avLst/>
          </a:prstGeom>
          <a:noFill/>
          <a:ln>
            <a:noFill/>
          </a:ln>
        </p:spPr>
      </p:pic>
      <p:grpSp>
        <p:nvGrpSpPr>
          <p:cNvPr id="1082" name="Google Shape;1082;p76"/>
          <p:cNvGrpSpPr/>
          <p:nvPr/>
        </p:nvGrpSpPr>
        <p:grpSpPr>
          <a:xfrm rot="-3867737">
            <a:off x="2382633" y="3574255"/>
            <a:ext cx="1162450" cy="277080"/>
            <a:chOff x="4619279" y="3945523"/>
            <a:chExt cx="1289700" cy="356100"/>
          </a:xfrm>
        </p:grpSpPr>
        <p:cxnSp>
          <p:nvCxnSpPr>
            <p:cNvPr id="1083" name="Google Shape;1083;p76"/>
            <p:cNvCxnSpPr/>
            <p:nvPr/>
          </p:nvCxnSpPr>
          <p:spPr>
            <a:xfrm rot="800">
              <a:off x="4619279" y="4282234"/>
              <a:ext cx="1289700" cy="0"/>
            </a:xfrm>
            <a:prstGeom prst="straightConnector1">
              <a:avLst/>
            </a:prstGeom>
            <a:noFill/>
            <a:ln w="28575" cap="flat" cmpd="sng">
              <a:solidFill>
                <a:schemeClr val="dk1"/>
              </a:solidFill>
              <a:prstDash val="solid"/>
              <a:round/>
              <a:headEnd type="triangle" w="med" len="med"/>
              <a:tailEnd type="triangle" w="med" len="med"/>
            </a:ln>
          </p:spPr>
        </p:cxnSp>
        <p:sp>
          <p:nvSpPr>
            <p:cNvPr id="1084" name="Google Shape;1084;p76"/>
            <p:cNvSpPr txBox="1"/>
            <p:nvPr/>
          </p:nvSpPr>
          <p:spPr>
            <a:xfrm>
              <a:off x="4981963" y="3945523"/>
              <a:ext cx="738600" cy="3561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4 cm</a:t>
              </a:r>
              <a:endParaRPr sz="1800">
                <a:solidFill>
                  <a:schemeClr val="dk1"/>
                </a:solidFill>
                <a:latin typeface="Lexend"/>
                <a:ea typeface="Lexend"/>
                <a:cs typeface="Lexend"/>
                <a:sym typeface="Lexend"/>
              </a:endParaRPr>
            </a:p>
          </p:txBody>
        </p:sp>
      </p:grpSp>
      <p:grpSp>
        <p:nvGrpSpPr>
          <p:cNvPr id="1085" name="Google Shape;1085;p76"/>
          <p:cNvGrpSpPr/>
          <p:nvPr/>
        </p:nvGrpSpPr>
        <p:grpSpPr>
          <a:xfrm rot="-6889654">
            <a:off x="1656865" y="3553447"/>
            <a:ext cx="1454139" cy="277207"/>
            <a:chOff x="4618875" y="3981207"/>
            <a:chExt cx="1454100" cy="277200"/>
          </a:xfrm>
        </p:grpSpPr>
        <p:cxnSp>
          <p:nvCxnSpPr>
            <p:cNvPr id="1086" name="Google Shape;1086;p76"/>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1087" name="Google Shape;1087;p76"/>
            <p:cNvSpPr txBox="1"/>
            <p:nvPr/>
          </p:nvSpPr>
          <p:spPr>
            <a:xfrm>
              <a:off x="5028825" y="3981207"/>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 cm</a:t>
              </a:r>
              <a:endParaRPr sz="1800">
                <a:solidFill>
                  <a:schemeClr val="dk1"/>
                </a:solidFill>
                <a:latin typeface="Lexend"/>
                <a:ea typeface="Lexend"/>
                <a:cs typeface="Lexend"/>
                <a:sym typeface="Lexend"/>
              </a:endParaRPr>
            </a:p>
          </p:txBody>
        </p:sp>
      </p:grpSp>
      <p:grpSp>
        <p:nvGrpSpPr>
          <p:cNvPr id="1088" name="Google Shape;1088;p76"/>
          <p:cNvGrpSpPr/>
          <p:nvPr/>
        </p:nvGrpSpPr>
        <p:grpSpPr>
          <a:xfrm rot="-10048048">
            <a:off x="1398673" y="3841916"/>
            <a:ext cx="1454140" cy="298362"/>
            <a:chOff x="4618875" y="4258407"/>
            <a:chExt cx="1454100" cy="298353"/>
          </a:xfrm>
        </p:grpSpPr>
        <p:cxnSp>
          <p:nvCxnSpPr>
            <p:cNvPr id="1089" name="Google Shape;1089;p76"/>
            <p:cNvCxnSpPr/>
            <p:nvPr/>
          </p:nvCxnSpPr>
          <p:spPr>
            <a:xfrm>
              <a:off x="4618875" y="4258407"/>
              <a:ext cx="1454100" cy="0"/>
            </a:xfrm>
            <a:prstGeom prst="straightConnector1">
              <a:avLst/>
            </a:prstGeom>
            <a:noFill/>
            <a:ln w="28575" cap="flat" cmpd="sng">
              <a:solidFill>
                <a:schemeClr val="dk1"/>
              </a:solidFill>
              <a:prstDash val="solid"/>
              <a:round/>
              <a:headEnd type="triangle" w="med" len="med"/>
              <a:tailEnd type="triangle" w="med" len="med"/>
            </a:ln>
          </p:spPr>
        </p:cxnSp>
        <p:sp>
          <p:nvSpPr>
            <p:cNvPr id="1090" name="Google Shape;1090;p76"/>
            <p:cNvSpPr txBox="1"/>
            <p:nvPr/>
          </p:nvSpPr>
          <p:spPr>
            <a:xfrm rot="10798374">
              <a:off x="5028820" y="4279410"/>
              <a:ext cx="6342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 cm</a:t>
              </a:r>
              <a:endParaRPr sz="1800">
                <a:solidFill>
                  <a:schemeClr val="dk1"/>
                </a:solidFill>
                <a:latin typeface="Lexend"/>
                <a:ea typeface="Lexend"/>
                <a:cs typeface="Lexend"/>
                <a:sym typeface="Lexend"/>
              </a:endParaRPr>
            </a:p>
          </p:txBody>
        </p:sp>
      </p:grpSp>
      <p:grpSp>
        <p:nvGrpSpPr>
          <p:cNvPr id="1091" name="Google Shape;1091;p76"/>
          <p:cNvGrpSpPr/>
          <p:nvPr/>
        </p:nvGrpSpPr>
        <p:grpSpPr>
          <a:xfrm>
            <a:off x="1051103" y="3704246"/>
            <a:ext cx="397451" cy="350471"/>
            <a:chOff x="1536950" y="3828000"/>
            <a:chExt cx="397451" cy="350471"/>
          </a:xfrm>
        </p:grpSpPr>
        <p:grpSp>
          <p:nvGrpSpPr>
            <p:cNvPr id="1092" name="Google Shape;1092;p76"/>
            <p:cNvGrpSpPr/>
            <p:nvPr/>
          </p:nvGrpSpPr>
          <p:grpSpPr>
            <a:xfrm>
              <a:off x="1783201" y="4027271"/>
              <a:ext cx="151200" cy="151200"/>
              <a:chOff x="3573225" y="3347200"/>
              <a:chExt cx="151200" cy="151200"/>
            </a:xfrm>
          </p:grpSpPr>
          <p:cxnSp>
            <p:nvCxnSpPr>
              <p:cNvPr id="1093" name="Google Shape;1093;p76"/>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1094" name="Google Shape;1094;p76"/>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1095" name="Google Shape;1095;p76"/>
            <p:cNvSpPr txBox="1"/>
            <p:nvPr/>
          </p:nvSpPr>
          <p:spPr>
            <a:xfrm>
              <a:off x="1536950" y="3828000"/>
              <a:ext cx="3498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r>
                <a:rPr lang="en-GB" sz="1800" baseline="-25000">
                  <a:solidFill>
                    <a:schemeClr val="dk1"/>
                  </a:solidFill>
                  <a:latin typeface="Lexend"/>
                  <a:ea typeface="Lexend"/>
                  <a:cs typeface="Lexend"/>
                  <a:sym typeface="Lexend"/>
                </a:rPr>
                <a:t>2</a:t>
              </a:r>
              <a:endParaRPr sz="1800" baseline="-25000">
                <a:solidFill>
                  <a:schemeClr val="dk1"/>
                </a:solidFill>
                <a:latin typeface="Lexend"/>
                <a:ea typeface="Lexend"/>
                <a:cs typeface="Lexend"/>
                <a:sym typeface="Lexend"/>
              </a:endParaRPr>
            </a:p>
          </p:txBody>
        </p:sp>
      </p:grpSp>
      <p:grpSp>
        <p:nvGrpSpPr>
          <p:cNvPr id="1096" name="Google Shape;1096;p76"/>
          <p:cNvGrpSpPr/>
          <p:nvPr/>
        </p:nvGrpSpPr>
        <p:grpSpPr>
          <a:xfrm>
            <a:off x="2022876" y="2589967"/>
            <a:ext cx="349800" cy="455307"/>
            <a:chOff x="2494399" y="2728043"/>
            <a:chExt cx="349800" cy="455307"/>
          </a:xfrm>
        </p:grpSpPr>
        <p:grpSp>
          <p:nvGrpSpPr>
            <p:cNvPr id="1097" name="Google Shape;1097;p76"/>
            <p:cNvGrpSpPr/>
            <p:nvPr/>
          </p:nvGrpSpPr>
          <p:grpSpPr>
            <a:xfrm>
              <a:off x="2610638" y="3032151"/>
              <a:ext cx="151200" cy="151200"/>
              <a:chOff x="3573225" y="3347200"/>
              <a:chExt cx="151200" cy="151200"/>
            </a:xfrm>
          </p:grpSpPr>
          <p:cxnSp>
            <p:nvCxnSpPr>
              <p:cNvPr id="1098" name="Google Shape;1098;p76"/>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1099" name="Google Shape;1099;p76"/>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1100" name="Google Shape;1100;p76"/>
            <p:cNvSpPr txBox="1"/>
            <p:nvPr/>
          </p:nvSpPr>
          <p:spPr>
            <a:xfrm>
              <a:off x="2494399" y="2728043"/>
              <a:ext cx="3498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r>
                <a:rPr lang="en-GB" sz="1800" baseline="-25000">
                  <a:solidFill>
                    <a:schemeClr val="dk1"/>
                  </a:solidFill>
                  <a:latin typeface="Lexend"/>
                  <a:ea typeface="Lexend"/>
                  <a:cs typeface="Lexend"/>
                  <a:sym typeface="Lexend"/>
                </a:rPr>
                <a:t>1</a:t>
              </a:r>
              <a:endParaRPr sz="1800" baseline="-25000">
                <a:solidFill>
                  <a:schemeClr val="dk1"/>
                </a:solidFill>
                <a:latin typeface="Lexend"/>
                <a:ea typeface="Lexend"/>
                <a:cs typeface="Lexend"/>
                <a:sym typeface="Lexend"/>
              </a:endParaRPr>
            </a:p>
          </p:txBody>
        </p:sp>
      </p:grpSp>
      <p:cxnSp>
        <p:nvCxnSpPr>
          <p:cNvPr id="1101" name="Google Shape;1101;p76"/>
          <p:cNvCxnSpPr>
            <a:stCxn id="1078" idx="1"/>
          </p:cNvCxnSpPr>
          <p:nvPr/>
        </p:nvCxnSpPr>
        <p:spPr>
          <a:xfrm rot="10800000">
            <a:off x="1822077" y="3448852"/>
            <a:ext cx="983700" cy="859200"/>
          </a:xfrm>
          <a:prstGeom prst="straightConnector1">
            <a:avLst/>
          </a:prstGeom>
          <a:noFill/>
          <a:ln w="28575" cap="flat" cmpd="sng">
            <a:solidFill>
              <a:schemeClr val="dk1"/>
            </a:solidFill>
            <a:prstDash val="solid"/>
            <a:round/>
            <a:headEnd type="triangle" w="med" len="med"/>
            <a:tailEnd type="triangle" w="med" len="med"/>
          </a:ln>
        </p:spPr>
      </p:cxnSp>
      <p:grpSp>
        <p:nvGrpSpPr>
          <p:cNvPr id="1102" name="Google Shape;1102;p76"/>
          <p:cNvGrpSpPr/>
          <p:nvPr/>
        </p:nvGrpSpPr>
        <p:grpSpPr>
          <a:xfrm>
            <a:off x="1641876" y="3043131"/>
            <a:ext cx="349800" cy="455307"/>
            <a:chOff x="2494399" y="2728043"/>
            <a:chExt cx="349800" cy="455307"/>
          </a:xfrm>
        </p:grpSpPr>
        <p:grpSp>
          <p:nvGrpSpPr>
            <p:cNvPr id="1103" name="Google Shape;1103;p76"/>
            <p:cNvGrpSpPr/>
            <p:nvPr/>
          </p:nvGrpSpPr>
          <p:grpSpPr>
            <a:xfrm>
              <a:off x="2610638" y="3032151"/>
              <a:ext cx="151200" cy="151200"/>
              <a:chOff x="3573225" y="3347200"/>
              <a:chExt cx="151200" cy="151200"/>
            </a:xfrm>
          </p:grpSpPr>
          <p:cxnSp>
            <p:nvCxnSpPr>
              <p:cNvPr id="1104" name="Google Shape;1104;p76"/>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1105" name="Google Shape;1105;p76"/>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1106" name="Google Shape;1106;p76"/>
            <p:cNvSpPr txBox="1"/>
            <p:nvPr/>
          </p:nvSpPr>
          <p:spPr>
            <a:xfrm>
              <a:off x="2494399" y="2728043"/>
              <a:ext cx="3498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baseline="-25000">
                <a:solidFill>
                  <a:schemeClr val="dk1"/>
                </a:solidFill>
                <a:latin typeface="Lexend"/>
                <a:ea typeface="Lexend"/>
                <a:cs typeface="Lexend"/>
                <a:sym typeface="Lexend"/>
              </a:endParaRPr>
            </a:p>
          </p:txBody>
        </p:sp>
      </p:grpSp>
      <p:sp>
        <p:nvSpPr>
          <p:cNvPr id="1107" name="Google Shape;1107;p76"/>
          <p:cNvSpPr txBox="1"/>
          <p:nvPr/>
        </p:nvSpPr>
        <p:spPr>
          <a:xfrm>
            <a:off x="2251196" y="3338800"/>
            <a:ext cx="1272000" cy="5541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minimum length</a:t>
            </a:r>
            <a:endParaRPr sz="1800">
              <a:solidFill>
                <a:schemeClr val="dk1"/>
              </a:solidFill>
              <a:latin typeface="Lexend"/>
              <a:ea typeface="Lexend"/>
              <a:cs typeface="Lexend"/>
              <a:sym typeface="Lexend"/>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6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7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0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01"/>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076"/>
                                        </p:tgtEl>
                                        <p:attrNameLst>
                                          <p:attrName>style.visibility</p:attrName>
                                        </p:attrNameLst>
                                      </p:cBhvr>
                                      <p:to>
                                        <p:strVal val="hidden"/>
                                      </p:to>
                                    </p:set>
                                  </p:childTnLst>
                                </p:cTn>
                              </p:par>
                              <p:par>
                                <p:cTn id="15" presetID="1" presetClass="exit" presetSubtype="0" fill="hold" nodeType="withEffect">
                                  <p:stCondLst>
                                    <p:cond delay="0"/>
                                  </p:stCondLst>
                                  <p:childTnLst>
                                    <p:set>
                                      <p:cBhvr>
                                        <p:cTn id="16" dur="1" fill="hold">
                                          <p:stCondLst>
                                            <p:cond delay="0"/>
                                          </p:stCondLst>
                                        </p:cTn>
                                        <p:tgtEl>
                                          <p:spTgt spid="1091"/>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096"/>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088"/>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085"/>
                                        </p:tgtEl>
                                        <p:attrNameLst>
                                          <p:attrName>style.visibility</p:attrName>
                                        </p:attrNameLst>
                                      </p:cBhvr>
                                      <p:to>
                                        <p:strVal val="hidden"/>
                                      </p:to>
                                    </p:set>
                                  </p:childTnLst>
                                </p:cTn>
                              </p:par>
                              <p:par>
                                <p:cTn id="23" presetID="1" presetClass="exit" presetSubtype="0" fill="hold" nodeType="withEffect">
                                  <p:stCondLst>
                                    <p:cond delay="0"/>
                                  </p:stCondLst>
                                  <p:childTnLst>
                                    <p:set>
                                      <p:cBhvr>
                                        <p:cTn id="24" dur="1" fill="hold">
                                          <p:stCondLst>
                                            <p:cond delay="0"/>
                                          </p:stCondLst>
                                        </p:cTn>
                                        <p:tgtEl>
                                          <p:spTgt spid="1082"/>
                                        </p:tgtEl>
                                        <p:attrNameLst>
                                          <p:attrName>style.visibility</p:attrName>
                                        </p:attrNameLst>
                                      </p:cBhvr>
                                      <p:to>
                                        <p:strVal val="hidden"/>
                                      </p:to>
                                    </p:set>
                                  </p:childTnLst>
                                </p:cTn>
                              </p:par>
                              <p:par>
                                <p:cTn id="25" presetID="1" presetClass="exit" presetSubtype="0" fill="hold" nodeType="withEffect">
                                  <p:stCondLst>
                                    <p:cond delay="0"/>
                                  </p:stCondLst>
                                  <p:childTnLst>
                                    <p:set>
                                      <p:cBhvr>
                                        <p:cTn id="26" dur="1" fill="hold">
                                          <p:stCondLst>
                                            <p:cond delay="0"/>
                                          </p:stCondLst>
                                        </p:cTn>
                                        <p:tgtEl>
                                          <p:spTgt spid="1077"/>
                                        </p:tgtEl>
                                        <p:attrNameLst>
                                          <p:attrName>style.visibility</p:attrName>
                                        </p:attrNameLst>
                                      </p:cBhvr>
                                      <p:to>
                                        <p:strVal val="hidden"/>
                                      </p:to>
                                    </p:set>
                                  </p:childTnLst>
                                </p:cTn>
                              </p:par>
                              <p:par>
                                <p:cTn id="27" presetID="1" presetClass="entr" presetSubtype="0" fill="hold" nodeType="withEffect">
                                  <p:stCondLst>
                                    <p:cond delay="0"/>
                                  </p:stCondLst>
                                  <p:childTnLst>
                                    <p:set>
                                      <p:cBhvr>
                                        <p:cTn id="28" dur="1" fill="hold">
                                          <p:stCondLst>
                                            <p:cond delay="0"/>
                                          </p:stCondLst>
                                        </p:cTn>
                                        <p:tgtEl>
                                          <p:spTgt spid="110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11" name="Shape 1111"/>
        <p:cNvGrpSpPr/>
        <p:nvPr/>
      </p:nvGrpSpPr>
      <p:grpSpPr>
        <a:xfrm>
          <a:off x="0" y="0"/>
          <a:ext cx="0" cy="0"/>
        </a:xfrm>
      </p:grpSpPr>
      <p:sp>
        <p:nvSpPr>
          <p:cNvPr id="1112" name="Google Shape;1112;p77"/>
          <p:cNvSpPr txBox="1"/>
          <p:nvPr>
            <p:ph type="body" idx="1"/>
          </p:nvPr>
        </p:nvSpPr>
        <p:spPr>
          <a:xfrm>
            <a:off x="324000" y="759300"/>
            <a:ext cx="8237700" cy="655800"/>
          </a:xfrm>
          <a:prstGeom prst="rect">
            <a:avLst/>
          </a:prstGeom>
        </p:spPr>
        <p:txBody>
          <a:bodyPr spcFirstLastPara="1" wrap="square" lIns="0" tIns="0" rIns="0" bIns="0" anchor="t" anchorCtr="0">
            <a:noAutofit/>
          </a:bodyPr>
          <a:lstStyle/>
          <a:p>
            <a:pPr marL="0" lvl="0" indent="0" algn="l" rtl="0">
              <a:spcBef>
                <a:spcPct val="0"/>
              </a:spcBef>
              <a:spcAft>
                <a:spcPts val="1000"/>
              </a:spcAft>
              <a:buClr>
                <a:schemeClr val="dk1"/>
              </a:buClr>
              <a:buSzPts val="1100"/>
              <a:buFont typeface="Arial"/>
              <a:buNone/>
            </a:pPr>
            <a:r>
              <a:rPr lang="en-GB" sz="1800"/>
              <a:t>1) Using a pair of compasses, find and mark the location of vertex C, which makes the minimum length of BC.</a:t>
            </a:r>
            <a:endParaRPr sz="1800"/>
          </a:p>
        </p:txBody>
      </p:sp>
      <p:sp>
        <p:nvSpPr>
          <p:cNvPr id="1113" name="Google Shape;1113;p77"/>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Finding the right angle</a:t>
            </a:r>
            <a:endParaRPr/>
          </a:p>
        </p:txBody>
      </p:sp>
      <p:cxnSp>
        <p:nvCxnSpPr>
          <p:cNvPr id="1114" name="Google Shape;1114;p77"/>
          <p:cNvCxnSpPr/>
          <p:nvPr/>
        </p:nvCxnSpPr>
        <p:spPr>
          <a:xfrm>
            <a:off x="711300" y="3672925"/>
            <a:ext cx="2212500" cy="0"/>
          </a:xfrm>
          <a:prstGeom prst="straightConnector1">
            <a:avLst/>
          </a:prstGeom>
          <a:noFill/>
          <a:ln w="38100" cap="flat" cmpd="sng">
            <a:solidFill>
              <a:schemeClr val="dk1"/>
            </a:solidFill>
            <a:prstDash val="solid"/>
            <a:round/>
            <a:headEnd type="none" w="med" len="med"/>
            <a:tailEnd type="none" w="med" len="med"/>
          </a:ln>
        </p:spPr>
      </p:cxnSp>
      <p:cxnSp>
        <p:nvCxnSpPr>
          <p:cNvPr id="1115" name="Google Shape;1115;p77"/>
          <p:cNvCxnSpPr/>
          <p:nvPr/>
        </p:nvCxnSpPr>
        <p:spPr>
          <a:xfrm rot="10800000" flipH="1">
            <a:off x="711303" y="2112616"/>
            <a:ext cx="2702700" cy="1560300"/>
          </a:xfrm>
          <a:prstGeom prst="straightConnector1">
            <a:avLst/>
          </a:prstGeom>
          <a:noFill/>
          <a:ln w="38100" cap="flat" cmpd="sng">
            <a:solidFill>
              <a:schemeClr val="dk1"/>
            </a:solidFill>
            <a:prstDash val="dash"/>
            <a:round/>
            <a:headEnd type="none" w="med" len="med"/>
            <a:tailEnd type="none" w="med" len="med"/>
          </a:ln>
        </p:spPr>
      </p:cxnSp>
      <p:sp>
        <p:nvSpPr>
          <p:cNvPr id="1116" name="Google Shape;1116;p77"/>
          <p:cNvSpPr/>
          <p:nvPr/>
        </p:nvSpPr>
        <p:spPr>
          <a:xfrm>
            <a:off x="27236" y="2999964"/>
            <a:ext cx="1351500" cy="1351500"/>
          </a:xfrm>
          <a:prstGeom prst="pie">
            <a:avLst>
              <a:gd name="adj1" fmla="val 19817481"/>
              <a:gd name="adj2" fmla="val 21586904"/>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17" name="Google Shape;1117;p77"/>
          <p:cNvSpPr txBox="1"/>
          <p:nvPr/>
        </p:nvSpPr>
        <p:spPr>
          <a:xfrm>
            <a:off x="427538" y="3565887"/>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118" name="Google Shape;1118;p77"/>
          <p:cNvSpPr txBox="1"/>
          <p:nvPr/>
        </p:nvSpPr>
        <p:spPr>
          <a:xfrm>
            <a:off x="2963623" y="3565887"/>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cxnSp>
        <p:nvCxnSpPr>
          <p:cNvPr id="1119" name="Google Shape;1119;p77"/>
          <p:cNvCxnSpPr/>
          <p:nvPr/>
        </p:nvCxnSpPr>
        <p:spPr>
          <a:xfrm rot="5400000">
            <a:off x="2992885" y="2795571"/>
            <a:ext cx="2212500" cy="0"/>
          </a:xfrm>
          <a:prstGeom prst="straightConnector1">
            <a:avLst/>
          </a:prstGeom>
          <a:noFill/>
          <a:ln w="38100" cap="flat" cmpd="sng">
            <a:solidFill>
              <a:schemeClr val="dk1"/>
            </a:solidFill>
            <a:prstDash val="solid"/>
            <a:round/>
            <a:headEnd type="none" w="med" len="med"/>
            <a:tailEnd type="none" w="med" len="med"/>
          </a:ln>
        </p:spPr>
      </p:cxnSp>
      <p:sp>
        <p:nvSpPr>
          <p:cNvPr id="1120" name="Google Shape;1120;p77"/>
          <p:cNvSpPr/>
          <p:nvPr/>
        </p:nvSpPr>
        <p:spPr>
          <a:xfrm rot="5400000">
            <a:off x="3420595" y="998095"/>
            <a:ext cx="1351500" cy="1351500"/>
          </a:xfrm>
          <a:prstGeom prst="pie">
            <a:avLst>
              <a:gd name="adj1" fmla="val 18895135"/>
              <a:gd name="adj2" fmla="val 21586904"/>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21" name="Google Shape;1121;p77"/>
          <p:cNvSpPr txBox="1"/>
          <p:nvPr/>
        </p:nvSpPr>
        <p:spPr>
          <a:xfrm>
            <a:off x="3967373" y="1367160"/>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122" name="Google Shape;1122;p77"/>
          <p:cNvSpPr txBox="1"/>
          <p:nvPr/>
        </p:nvSpPr>
        <p:spPr>
          <a:xfrm>
            <a:off x="3967373" y="3903245"/>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cxnSp>
        <p:nvCxnSpPr>
          <p:cNvPr id="1123" name="Google Shape;1123;p77"/>
          <p:cNvCxnSpPr/>
          <p:nvPr/>
        </p:nvCxnSpPr>
        <p:spPr>
          <a:xfrm>
            <a:off x="4099134" y="1675511"/>
            <a:ext cx="2189400" cy="2189400"/>
          </a:xfrm>
          <a:prstGeom prst="straightConnector1">
            <a:avLst/>
          </a:prstGeom>
          <a:noFill/>
          <a:ln w="38100" cap="flat" cmpd="sng">
            <a:solidFill>
              <a:schemeClr val="dk1"/>
            </a:solidFill>
            <a:prstDash val="dash"/>
            <a:round/>
            <a:headEnd type="none" w="med" len="med"/>
            <a:tailEnd type="none" w="med" len="med"/>
          </a:ln>
        </p:spPr>
      </p:cxnSp>
      <p:cxnSp>
        <p:nvCxnSpPr>
          <p:cNvPr id="1124" name="Google Shape;1124;p77"/>
          <p:cNvCxnSpPr/>
          <p:nvPr/>
        </p:nvCxnSpPr>
        <p:spPr>
          <a:xfrm rot="10800000">
            <a:off x="6132813" y="2138640"/>
            <a:ext cx="2212500" cy="0"/>
          </a:xfrm>
          <a:prstGeom prst="straightConnector1">
            <a:avLst/>
          </a:prstGeom>
          <a:noFill/>
          <a:ln w="38100" cap="flat" cmpd="sng">
            <a:solidFill>
              <a:schemeClr val="dk1"/>
            </a:solidFill>
            <a:prstDash val="solid"/>
            <a:round/>
            <a:headEnd type="none" w="med" len="med"/>
            <a:tailEnd type="none" w="med" len="med"/>
          </a:ln>
        </p:spPr>
      </p:cxnSp>
      <p:sp>
        <p:nvSpPr>
          <p:cNvPr id="1125" name="Google Shape;1125;p77"/>
          <p:cNvSpPr txBox="1"/>
          <p:nvPr/>
        </p:nvSpPr>
        <p:spPr>
          <a:xfrm>
            <a:off x="8428675" y="1968478"/>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126" name="Google Shape;1126;p77"/>
          <p:cNvSpPr txBox="1"/>
          <p:nvPr/>
        </p:nvSpPr>
        <p:spPr>
          <a:xfrm>
            <a:off x="5892590" y="1968478"/>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cxnSp>
        <p:nvCxnSpPr>
          <p:cNvPr id="1127" name="Google Shape;1127;p77"/>
          <p:cNvCxnSpPr/>
          <p:nvPr/>
        </p:nvCxnSpPr>
        <p:spPr>
          <a:xfrm rot="6599863">
            <a:off x="6860837" y="3178159"/>
            <a:ext cx="2212393" cy="0"/>
          </a:xfrm>
          <a:prstGeom prst="straightConnector1">
            <a:avLst/>
          </a:prstGeom>
          <a:noFill/>
          <a:ln w="38100" cap="flat" cmpd="sng">
            <a:solidFill>
              <a:schemeClr val="dk1"/>
            </a:solidFill>
            <a:prstDash val="dash"/>
            <a:round/>
            <a:headEnd type="none" w="med" len="med"/>
            <a:tailEnd type="none" w="med" len="med"/>
          </a:ln>
        </p:spPr>
      </p:cxnSp>
      <p:sp>
        <p:nvSpPr>
          <p:cNvPr id="1128" name="Google Shape;1128;p77"/>
          <p:cNvSpPr txBox="1"/>
          <p:nvPr>
            <p:ph type="body" idx="1"/>
          </p:nvPr>
        </p:nvSpPr>
        <p:spPr>
          <a:xfrm>
            <a:off x="324000" y="1589875"/>
            <a:ext cx="303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a)</a:t>
            </a:r>
            <a:endParaRPr sz="1800"/>
          </a:p>
        </p:txBody>
      </p:sp>
      <p:sp>
        <p:nvSpPr>
          <p:cNvPr id="1129" name="Google Shape;1129;p77"/>
          <p:cNvSpPr txBox="1"/>
          <p:nvPr>
            <p:ph type="body" idx="1"/>
          </p:nvPr>
        </p:nvSpPr>
        <p:spPr>
          <a:xfrm>
            <a:off x="3549800" y="1587875"/>
            <a:ext cx="303900" cy="382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b)</a:t>
            </a:r>
            <a:endParaRPr sz="1800"/>
          </a:p>
        </p:txBody>
      </p:sp>
      <p:sp>
        <p:nvSpPr>
          <p:cNvPr id="1130" name="Google Shape;1130;p77"/>
          <p:cNvSpPr txBox="1"/>
          <p:nvPr>
            <p:ph type="body" idx="1"/>
          </p:nvPr>
        </p:nvSpPr>
        <p:spPr>
          <a:xfrm>
            <a:off x="5785000" y="1587875"/>
            <a:ext cx="303900" cy="382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c)</a:t>
            </a:r>
            <a:endParaRPr sz="1800"/>
          </a:p>
        </p:txBody>
      </p:sp>
      <p:sp>
        <p:nvSpPr>
          <p:cNvPr id="1131" name="Google Shape;1131;p77"/>
          <p:cNvSpPr txBox="1"/>
          <p:nvPr>
            <p:ph type="body" idx="1"/>
          </p:nvPr>
        </p:nvSpPr>
        <p:spPr>
          <a:xfrm>
            <a:off x="324000" y="4207350"/>
            <a:ext cx="8237700" cy="655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 Use a protractor to measure angle BCA on each of the diagrams from question 1. What do you notice?</a:t>
            </a:r>
            <a:endParaRPr sz="1800"/>
          </a:p>
        </p:txBody>
      </p:sp>
      <p:sp>
        <p:nvSpPr>
          <p:cNvPr id="1132" name="Google Shape;1132;p77"/>
          <p:cNvSpPr/>
          <p:nvPr/>
        </p:nvSpPr>
        <p:spPr>
          <a:xfrm rot="10800000">
            <a:off x="7884223" y="1679579"/>
            <a:ext cx="922200" cy="922200"/>
          </a:xfrm>
          <a:prstGeom prst="pie">
            <a:avLst>
              <a:gd name="adj1" fmla="val 17394572"/>
              <a:gd name="adj2" fmla="val 21586904"/>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Tree>
  </p:cSld>
  <p:clrMapOvr>
    <a:masterClrMapping/>
  </p:clrMapOvr>
  <p:transition/>
  <p:timing/>
</p:sld>
</file>

<file path=ppt/slides/slide1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36" name="Shape 1136"/>
        <p:cNvGrpSpPr/>
        <p:nvPr/>
      </p:nvGrpSpPr>
      <p:grpSpPr>
        <a:xfrm>
          <a:off x="0" y="0"/>
          <a:ext cx="0" cy="0"/>
        </a:xfrm>
      </p:grpSpPr>
      <p:sp>
        <p:nvSpPr>
          <p:cNvPr id="1137" name="Google Shape;1137;p78"/>
          <p:cNvSpPr/>
          <p:nvPr/>
        </p:nvSpPr>
        <p:spPr>
          <a:xfrm rot="-4196174">
            <a:off x="7926292" y="2621928"/>
            <a:ext cx="200253" cy="200253"/>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38" name="Google Shape;1138;p78"/>
          <p:cNvSpPr/>
          <p:nvPr/>
        </p:nvSpPr>
        <p:spPr>
          <a:xfrm rot="-2700000">
            <a:off x="4966693" y="2682167"/>
            <a:ext cx="200253" cy="200253"/>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39" name="Google Shape;1139;p78"/>
          <p:cNvSpPr txBox="1"/>
          <p:nvPr>
            <p:ph type="body" idx="1"/>
          </p:nvPr>
        </p:nvSpPr>
        <p:spPr>
          <a:xfrm>
            <a:off x="324000" y="759300"/>
            <a:ext cx="8237700" cy="655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 Using a pair of compasses, find and mark the location of vertex C, which makes the minimum length of BC.</a:t>
            </a:r>
            <a:endParaRPr sz="1800"/>
          </a:p>
        </p:txBody>
      </p:sp>
      <p:sp>
        <p:nvSpPr>
          <p:cNvPr id="1140" name="Google Shape;1140;p78"/>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Finding the right angle</a:t>
            </a:r>
            <a:endParaRPr/>
          </a:p>
        </p:txBody>
      </p:sp>
      <p:cxnSp>
        <p:nvCxnSpPr>
          <p:cNvPr id="1141" name="Google Shape;1141;p78"/>
          <p:cNvCxnSpPr/>
          <p:nvPr/>
        </p:nvCxnSpPr>
        <p:spPr>
          <a:xfrm>
            <a:off x="711300" y="3672925"/>
            <a:ext cx="2212500" cy="0"/>
          </a:xfrm>
          <a:prstGeom prst="straightConnector1">
            <a:avLst/>
          </a:prstGeom>
          <a:noFill/>
          <a:ln w="38100" cap="flat" cmpd="sng">
            <a:solidFill>
              <a:schemeClr val="dk1"/>
            </a:solidFill>
            <a:prstDash val="solid"/>
            <a:round/>
            <a:headEnd type="none" w="med" len="med"/>
            <a:tailEnd type="none" w="med" len="med"/>
          </a:ln>
        </p:spPr>
      </p:cxnSp>
      <p:cxnSp>
        <p:nvCxnSpPr>
          <p:cNvPr id="1142" name="Google Shape;1142;p78"/>
          <p:cNvCxnSpPr/>
          <p:nvPr/>
        </p:nvCxnSpPr>
        <p:spPr>
          <a:xfrm rot="10800000" flipH="1">
            <a:off x="711303" y="2112616"/>
            <a:ext cx="2702700" cy="1560300"/>
          </a:xfrm>
          <a:prstGeom prst="straightConnector1">
            <a:avLst/>
          </a:prstGeom>
          <a:noFill/>
          <a:ln w="38100" cap="flat" cmpd="sng">
            <a:solidFill>
              <a:schemeClr val="dk1"/>
            </a:solidFill>
            <a:prstDash val="dash"/>
            <a:round/>
            <a:headEnd type="none" w="med" len="med"/>
            <a:tailEnd type="none" w="med" len="med"/>
          </a:ln>
        </p:spPr>
      </p:cxnSp>
      <p:sp>
        <p:nvSpPr>
          <p:cNvPr id="1143" name="Google Shape;1143;p78"/>
          <p:cNvSpPr/>
          <p:nvPr/>
        </p:nvSpPr>
        <p:spPr>
          <a:xfrm>
            <a:off x="27236" y="2999964"/>
            <a:ext cx="1351500" cy="1351500"/>
          </a:xfrm>
          <a:prstGeom prst="pie">
            <a:avLst>
              <a:gd name="adj1" fmla="val 19817481"/>
              <a:gd name="adj2" fmla="val 21586904"/>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44" name="Google Shape;1144;p78"/>
          <p:cNvSpPr txBox="1"/>
          <p:nvPr/>
        </p:nvSpPr>
        <p:spPr>
          <a:xfrm>
            <a:off x="427538" y="3565887"/>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145" name="Google Shape;1145;p78"/>
          <p:cNvSpPr txBox="1"/>
          <p:nvPr/>
        </p:nvSpPr>
        <p:spPr>
          <a:xfrm>
            <a:off x="2963623" y="3565887"/>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cxnSp>
        <p:nvCxnSpPr>
          <p:cNvPr id="1146" name="Google Shape;1146;p78"/>
          <p:cNvCxnSpPr/>
          <p:nvPr/>
        </p:nvCxnSpPr>
        <p:spPr>
          <a:xfrm rot="5400000">
            <a:off x="2992885" y="2795571"/>
            <a:ext cx="2212500" cy="0"/>
          </a:xfrm>
          <a:prstGeom prst="straightConnector1">
            <a:avLst/>
          </a:prstGeom>
          <a:noFill/>
          <a:ln w="38100" cap="flat" cmpd="sng">
            <a:solidFill>
              <a:schemeClr val="dk1"/>
            </a:solidFill>
            <a:prstDash val="solid"/>
            <a:round/>
            <a:headEnd type="none" w="med" len="med"/>
            <a:tailEnd type="none" w="med" len="med"/>
          </a:ln>
        </p:spPr>
      </p:cxnSp>
      <p:sp>
        <p:nvSpPr>
          <p:cNvPr id="1147" name="Google Shape;1147;p78"/>
          <p:cNvSpPr/>
          <p:nvPr/>
        </p:nvSpPr>
        <p:spPr>
          <a:xfrm rot="5400000">
            <a:off x="3420595" y="998095"/>
            <a:ext cx="1351500" cy="1351500"/>
          </a:xfrm>
          <a:prstGeom prst="pie">
            <a:avLst>
              <a:gd name="adj1" fmla="val 18895135"/>
              <a:gd name="adj2" fmla="val 21586904"/>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48" name="Google Shape;1148;p78"/>
          <p:cNvSpPr txBox="1"/>
          <p:nvPr/>
        </p:nvSpPr>
        <p:spPr>
          <a:xfrm>
            <a:off x="3967373" y="1367160"/>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149" name="Google Shape;1149;p78"/>
          <p:cNvSpPr txBox="1"/>
          <p:nvPr/>
        </p:nvSpPr>
        <p:spPr>
          <a:xfrm>
            <a:off x="3967373" y="3903245"/>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cxnSp>
        <p:nvCxnSpPr>
          <p:cNvPr id="1150" name="Google Shape;1150;p78"/>
          <p:cNvCxnSpPr/>
          <p:nvPr/>
        </p:nvCxnSpPr>
        <p:spPr>
          <a:xfrm>
            <a:off x="4099134" y="1675511"/>
            <a:ext cx="2189400" cy="2189400"/>
          </a:xfrm>
          <a:prstGeom prst="straightConnector1">
            <a:avLst/>
          </a:prstGeom>
          <a:noFill/>
          <a:ln w="38100" cap="flat" cmpd="sng">
            <a:solidFill>
              <a:schemeClr val="dk1"/>
            </a:solidFill>
            <a:prstDash val="dash"/>
            <a:round/>
            <a:headEnd type="none" w="med" len="med"/>
            <a:tailEnd type="none" w="med" len="med"/>
          </a:ln>
        </p:spPr>
      </p:cxnSp>
      <p:cxnSp>
        <p:nvCxnSpPr>
          <p:cNvPr id="1151" name="Google Shape;1151;p78"/>
          <p:cNvCxnSpPr/>
          <p:nvPr/>
        </p:nvCxnSpPr>
        <p:spPr>
          <a:xfrm rot="10800000">
            <a:off x="6132813" y="2138640"/>
            <a:ext cx="2212500" cy="0"/>
          </a:xfrm>
          <a:prstGeom prst="straightConnector1">
            <a:avLst/>
          </a:prstGeom>
          <a:noFill/>
          <a:ln w="38100" cap="flat" cmpd="sng">
            <a:solidFill>
              <a:schemeClr val="dk1"/>
            </a:solidFill>
            <a:prstDash val="solid"/>
            <a:round/>
            <a:headEnd type="none" w="med" len="med"/>
            <a:tailEnd type="none" w="med" len="med"/>
          </a:ln>
        </p:spPr>
      </p:cxnSp>
      <p:sp>
        <p:nvSpPr>
          <p:cNvPr id="1152" name="Google Shape;1152;p78"/>
          <p:cNvSpPr/>
          <p:nvPr/>
        </p:nvSpPr>
        <p:spPr>
          <a:xfrm rot="10800000">
            <a:off x="7884223" y="1679579"/>
            <a:ext cx="922200" cy="922200"/>
          </a:xfrm>
          <a:prstGeom prst="pie">
            <a:avLst>
              <a:gd name="adj1" fmla="val 17394572"/>
              <a:gd name="adj2" fmla="val 21586904"/>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53" name="Google Shape;1153;p78"/>
          <p:cNvSpPr txBox="1"/>
          <p:nvPr/>
        </p:nvSpPr>
        <p:spPr>
          <a:xfrm>
            <a:off x="8428675" y="1968478"/>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154" name="Google Shape;1154;p78"/>
          <p:cNvSpPr txBox="1"/>
          <p:nvPr/>
        </p:nvSpPr>
        <p:spPr>
          <a:xfrm>
            <a:off x="5892590" y="1968478"/>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cxnSp>
        <p:nvCxnSpPr>
          <p:cNvPr id="1155" name="Google Shape;1155;p78"/>
          <p:cNvCxnSpPr/>
          <p:nvPr/>
        </p:nvCxnSpPr>
        <p:spPr>
          <a:xfrm rot="6599863">
            <a:off x="6860837" y="3178159"/>
            <a:ext cx="2212393" cy="0"/>
          </a:xfrm>
          <a:prstGeom prst="straightConnector1">
            <a:avLst/>
          </a:prstGeom>
          <a:noFill/>
          <a:ln w="38100" cap="flat" cmpd="sng">
            <a:solidFill>
              <a:schemeClr val="dk1"/>
            </a:solidFill>
            <a:prstDash val="dash"/>
            <a:round/>
            <a:headEnd type="none" w="med" len="med"/>
            <a:tailEnd type="none" w="med" len="med"/>
          </a:ln>
        </p:spPr>
      </p:cxnSp>
      <p:sp>
        <p:nvSpPr>
          <p:cNvPr id="1156" name="Google Shape;1156;p78"/>
          <p:cNvSpPr txBox="1"/>
          <p:nvPr>
            <p:ph type="body" idx="1"/>
          </p:nvPr>
        </p:nvSpPr>
        <p:spPr>
          <a:xfrm>
            <a:off x="324000" y="1589875"/>
            <a:ext cx="303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a)</a:t>
            </a:r>
            <a:endParaRPr sz="1800"/>
          </a:p>
        </p:txBody>
      </p:sp>
      <p:sp>
        <p:nvSpPr>
          <p:cNvPr id="1157" name="Google Shape;1157;p78"/>
          <p:cNvSpPr txBox="1"/>
          <p:nvPr>
            <p:ph type="body" idx="1"/>
          </p:nvPr>
        </p:nvSpPr>
        <p:spPr>
          <a:xfrm>
            <a:off x="3549800" y="1587875"/>
            <a:ext cx="303900" cy="382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b)</a:t>
            </a:r>
            <a:endParaRPr sz="1800"/>
          </a:p>
        </p:txBody>
      </p:sp>
      <p:sp>
        <p:nvSpPr>
          <p:cNvPr id="1158" name="Google Shape;1158;p78"/>
          <p:cNvSpPr txBox="1"/>
          <p:nvPr>
            <p:ph type="body" idx="1"/>
          </p:nvPr>
        </p:nvSpPr>
        <p:spPr>
          <a:xfrm>
            <a:off x="5785000" y="1587875"/>
            <a:ext cx="303900" cy="382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c)</a:t>
            </a:r>
            <a:endParaRPr sz="1800"/>
          </a:p>
        </p:txBody>
      </p:sp>
      <p:sp>
        <p:nvSpPr>
          <p:cNvPr id="1159" name="Google Shape;1159;p78"/>
          <p:cNvSpPr txBox="1"/>
          <p:nvPr>
            <p:ph type="body" idx="1"/>
          </p:nvPr>
        </p:nvSpPr>
        <p:spPr>
          <a:xfrm>
            <a:off x="324000" y="4207350"/>
            <a:ext cx="8237700" cy="655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 Use a protractor to measure angle BCA on each of the diagrams from question 1. What do you notice?</a:t>
            </a:r>
            <a:endParaRPr sz="1800"/>
          </a:p>
        </p:txBody>
      </p:sp>
      <p:cxnSp>
        <p:nvCxnSpPr>
          <p:cNvPr id="1160" name="Google Shape;1160;p78"/>
          <p:cNvCxnSpPr/>
          <p:nvPr/>
        </p:nvCxnSpPr>
        <p:spPr>
          <a:xfrm>
            <a:off x="2365132" y="2698821"/>
            <a:ext cx="558000" cy="977400"/>
          </a:xfrm>
          <a:prstGeom prst="straightConnector1">
            <a:avLst/>
          </a:prstGeom>
          <a:noFill/>
          <a:ln w="38100" cap="flat" cmpd="sng">
            <a:solidFill>
              <a:schemeClr val="dk1"/>
            </a:solidFill>
            <a:prstDash val="solid"/>
            <a:round/>
            <a:headEnd type="none" w="med" len="med"/>
            <a:tailEnd type="none" w="med" len="med"/>
          </a:ln>
        </p:spPr>
      </p:cxnSp>
      <p:cxnSp>
        <p:nvCxnSpPr>
          <p:cNvPr id="1161" name="Google Shape;1161;p78"/>
          <p:cNvCxnSpPr/>
          <p:nvPr/>
        </p:nvCxnSpPr>
        <p:spPr>
          <a:xfrm flipH="1">
            <a:off x="4099000" y="2780825"/>
            <a:ext cx="1111500" cy="1113600"/>
          </a:xfrm>
          <a:prstGeom prst="straightConnector1">
            <a:avLst/>
          </a:prstGeom>
          <a:noFill/>
          <a:ln w="38100" cap="flat" cmpd="sng">
            <a:solidFill>
              <a:schemeClr val="dk1"/>
            </a:solidFill>
            <a:prstDash val="solid"/>
            <a:round/>
            <a:headEnd type="none" w="med" len="med"/>
            <a:tailEnd type="none" w="med" len="med"/>
          </a:ln>
        </p:spPr>
      </p:cxnSp>
      <p:grpSp>
        <p:nvGrpSpPr>
          <p:cNvPr id="1162" name="Google Shape;1162;p78"/>
          <p:cNvGrpSpPr/>
          <p:nvPr/>
        </p:nvGrpSpPr>
        <p:grpSpPr>
          <a:xfrm>
            <a:off x="5135024" y="2403852"/>
            <a:ext cx="385961" cy="455307"/>
            <a:chOff x="2610638" y="2728043"/>
            <a:chExt cx="385961" cy="455307"/>
          </a:xfrm>
        </p:grpSpPr>
        <p:grpSp>
          <p:nvGrpSpPr>
            <p:cNvPr id="1163" name="Google Shape;1163;p78"/>
            <p:cNvGrpSpPr/>
            <p:nvPr/>
          </p:nvGrpSpPr>
          <p:grpSpPr>
            <a:xfrm>
              <a:off x="2610638" y="3032151"/>
              <a:ext cx="151200" cy="151200"/>
              <a:chOff x="3573225" y="3347200"/>
              <a:chExt cx="151200" cy="151200"/>
            </a:xfrm>
          </p:grpSpPr>
          <p:cxnSp>
            <p:nvCxnSpPr>
              <p:cNvPr id="1164" name="Google Shape;1164;p78"/>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1165" name="Google Shape;1165;p78"/>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1166" name="Google Shape;1166;p78"/>
            <p:cNvSpPr txBox="1"/>
            <p:nvPr/>
          </p:nvSpPr>
          <p:spPr>
            <a:xfrm>
              <a:off x="2646799" y="2728043"/>
              <a:ext cx="3498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C</a:t>
              </a:r>
              <a:endParaRPr sz="2000" baseline="-25000">
                <a:solidFill>
                  <a:schemeClr val="dk1"/>
                </a:solidFill>
                <a:latin typeface="Kalam"/>
                <a:ea typeface="Kalam"/>
                <a:cs typeface="Kalam"/>
                <a:sym typeface="Kalam"/>
              </a:endParaRPr>
            </a:p>
          </p:txBody>
        </p:sp>
      </p:grpSp>
      <p:cxnSp>
        <p:nvCxnSpPr>
          <p:cNvPr id="1167" name="Google Shape;1167;p78"/>
          <p:cNvCxnSpPr/>
          <p:nvPr/>
        </p:nvCxnSpPr>
        <p:spPr>
          <a:xfrm rot="10800000">
            <a:off x="6132750" y="2138575"/>
            <a:ext cx="1963500" cy="714900"/>
          </a:xfrm>
          <a:prstGeom prst="straightConnector1">
            <a:avLst/>
          </a:prstGeom>
          <a:noFill/>
          <a:ln w="38100" cap="flat" cmpd="sng">
            <a:solidFill>
              <a:schemeClr val="dk1"/>
            </a:solidFill>
            <a:prstDash val="solid"/>
            <a:round/>
            <a:headEnd type="none" w="med" len="med"/>
            <a:tailEnd type="none" w="med" len="med"/>
          </a:ln>
        </p:spPr>
      </p:cxnSp>
      <p:grpSp>
        <p:nvGrpSpPr>
          <p:cNvPr id="1168" name="Google Shape;1168;p78"/>
          <p:cNvGrpSpPr/>
          <p:nvPr/>
        </p:nvGrpSpPr>
        <p:grpSpPr>
          <a:xfrm>
            <a:off x="8016777" y="2782567"/>
            <a:ext cx="614561" cy="308493"/>
            <a:chOff x="2610638" y="3032151"/>
            <a:chExt cx="614561" cy="308493"/>
          </a:xfrm>
        </p:grpSpPr>
        <p:grpSp>
          <p:nvGrpSpPr>
            <p:cNvPr id="1169" name="Google Shape;1169;p78"/>
            <p:cNvGrpSpPr/>
            <p:nvPr/>
          </p:nvGrpSpPr>
          <p:grpSpPr>
            <a:xfrm>
              <a:off x="2610638" y="3032151"/>
              <a:ext cx="151200" cy="151200"/>
              <a:chOff x="3573225" y="3347200"/>
              <a:chExt cx="151200" cy="151200"/>
            </a:xfrm>
          </p:grpSpPr>
          <p:cxnSp>
            <p:nvCxnSpPr>
              <p:cNvPr id="1170" name="Google Shape;1170;p78"/>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1171" name="Google Shape;1171;p78"/>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1172" name="Google Shape;1172;p78"/>
            <p:cNvSpPr txBox="1"/>
            <p:nvPr/>
          </p:nvSpPr>
          <p:spPr>
            <a:xfrm>
              <a:off x="2875399" y="3032843"/>
              <a:ext cx="3498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C</a:t>
              </a:r>
              <a:endParaRPr sz="2000" baseline="-25000">
                <a:solidFill>
                  <a:schemeClr val="dk1"/>
                </a:solidFill>
                <a:latin typeface="Kalam"/>
                <a:ea typeface="Kalam"/>
                <a:cs typeface="Kalam"/>
                <a:sym typeface="Kalam"/>
              </a:endParaRPr>
            </a:p>
          </p:txBody>
        </p:sp>
      </p:grpSp>
      <p:sp>
        <p:nvSpPr>
          <p:cNvPr id="1173" name="Google Shape;1173;p78"/>
          <p:cNvSpPr txBox="1"/>
          <p:nvPr/>
        </p:nvSpPr>
        <p:spPr>
          <a:xfrm>
            <a:off x="4099125" y="4512600"/>
            <a:ext cx="18828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They are all 90°</a:t>
            </a:r>
            <a:endParaRPr sz="2000">
              <a:solidFill>
                <a:schemeClr val="dk1"/>
              </a:solidFill>
              <a:latin typeface="Kalam"/>
              <a:ea typeface="Kalam"/>
              <a:cs typeface="Kalam"/>
              <a:sym typeface="Kalam"/>
            </a:endParaRPr>
          </a:p>
        </p:txBody>
      </p:sp>
      <p:sp>
        <p:nvSpPr>
          <p:cNvPr id="1174" name="Google Shape;1174;p78"/>
          <p:cNvSpPr/>
          <p:nvPr/>
        </p:nvSpPr>
        <p:spPr>
          <a:xfrm rot="-1801300">
            <a:off x="2237589" y="2749596"/>
            <a:ext cx="200269" cy="200269"/>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nvGrpSpPr>
          <p:cNvPr id="1175" name="Google Shape;1175;p78"/>
          <p:cNvGrpSpPr/>
          <p:nvPr/>
        </p:nvGrpSpPr>
        <p:grpSpPr>
          <a:xfrm>
            <a:off x="2298676" y="2336204"/>
            <a:ext cx="385961" cy="455307"/>
            <a:chOff x="2610638" y="2728043"/>
            <a:chExt cx="385961" cy="455307"/>
          </a:xfrm>
        </p:grpSpPr>
        <p:grpSp>
          <p:nvGrpSpPr>
            <p:cNvPr id="1176" name="Google Shape;1176;p78"/>
            <p:cNvGrpSpPr/>
            <p:nvPr/>
          </p:nvGrpSpPr>
          <p:grpSpPr>
            <a:xfrm>
              <a:off x="2610638" y="3032151"/>
              <a:ext cx="151200" cy="151200"/>
              <a:chOff x="3573225" y="3347200"/>
              <a:chExt cx="151200" cy="151200"/>
            </a:xfrm>
          </p:grpSpPr>
          <p:cxnSp>
            <p:nvCxnSpPr>
              <p:cNvPr id="1177" name="Google Shape;1177;p78"/>
              <p:cNvCxnSpPr/>
              <p:nvPr/>
            </p:nvCxnSpPr>
            <p:spPr>
              <a:xfrm>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cxnSp>
            <p:nvCxnSpPr>
              <p:cNvPr id="1178" name="Google Shape;1178;p78"/>
              <p:cNvCxnSpPr/>
              <p:nvPr/>
            </p:nvCxnSpPr>
            <p:spPr>
              <a:xfrm rot="5400000">
                <a:off x="3573225" y="3347200"/>
                <a:ext cx="151200" cy="151200"/>
              </a:xfrm>
              <a:prstGeom prst="straightConnector1">
                <a:avLst/>
              </a:prstGeom>
              <a:noFill/>
              <a:ln w="38100" cap="flat" cmpd="sng">
                <a:solidFill>
                  <a:srgbClr val="D02AA7"/>
                </a:solidFill>
                <a:prstDash val="solid"/>
                <a:round/>
                <a:headEnd type="none" w="med" len="med"/>
                <a:tailEnd type="none" w="med" len="med"/>
              </a:ln>
            </p:spPr>
          </p:cxnSp>
        </p:grpSp>
        <p:sp>
          <p:nvSpPr>
            <p:cNvPr id="1179" name="Google Shape;1179;p78"/>
            <p:cNvSpPr txBox="1"/>
            <p:nvPr/>
          </p:nvSpPr>
          <p:spPr>
            <a:xfrm>
              <a:off x="2646799" y="2728043"/>
              <a:ext cx="3498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C</a:t>
              </a:r>
              <a:endParaRPr sz="2000" baseline="-25000">
                <a:solidFill>
                  <a:schemeClr val="dk1"/>
                </a:solidFill>
                <a:latin typeface="Kalam"/>
                <a:ea typeface="Kalam"/>
                <a:cs typeface="Kalam"/>
                <a:sym typeface="Kalam"/>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3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3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17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7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83" name="Shape 1183"/>
        <p:cNvGrpSpPr/>
        <p:nvPr/>
      </p:nvGrpSpPr>
      <p:grpSpPr>
        <a:xfrm>
          <a:off x="0" y="0"/>
          <a:ext cx="0" cy="0"/>
        </a:xfrm>
      </p:grpSpPr>
      <p:sp>
        <p:nvSpPr>
          <p:cNvPr id="1184" name="Google Shape;1184;p79"/>
          <p:cNvSpPr txBox="1"/>
          <p:nvPr>
            <p:ph type="title"/>
          </p:nvPr>
        </p:nvSpPr>
        <p:spPr>
          <a:xfrm>
            <a:off x="1225225" y="2090813"/>
            <a:ext cx="6852300" cy="3693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Finding the right angle</a:t>
            </a:r>
            <a:endParaRPr/>
          </a:p>
        </p:txBody>
      </p:sp>
      <p:sp>
        <p:nvSpPr>
          <p:cNvPr id="1185" name="Google Shape;1185;p79"/>
          <p:cNvSpPr txBox="1"/>
          <p:nvPr>
            <p:ph type="title" idx="2"/>
          </p:nvPr>
        </p:nvSpPr>
        <p:spPr>
          <a:xfrm>
            <a:off x="1225225" y="3027088"/>
            <a:ext cx="6852300" cy="3693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sp>
        <p:nvSpPr>
          <p:cNvPr id="1186" name="Google Shape;1186;p79"/>
          <p:cNvSpPr txBox="1"/>
          <p:nvPr>
            <p:ph type="title" idx="3"/>
          </p:nvPr>
        </p:nvSpPr>
        <p:spPr>
          <a:xfrm>
            <a:off x="324000" y="657600"/>
            <a:ext cx="5741400" cy="6156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a:t>Congruent triangles (RHS)</a:t>
            </a:r>
            <a:endParaRPr/>
          </a:p>
        </p:txBody>
      </p:sp>
      <p:pic>
        <p:nvPicPr>
          <p:cNvPr id="1187" name="Google Shape;1187;p79"/>
          <p:cNvPicPr preferRelativeResize="0"/>
          <p:nvPr/>
        </p:nvPicPr>
        <p:blipFill>
          <a:blip r:embed="rId3">
            <a:alphaModFix/>
          </a:blip>
          <a:stretch>
            <a:fillRect/>
          </a:stretch>
        </p:blipFill>
        <p:spPr>
          <a:xfrm>
            <a:off x="414050" y="2994927"/>
            <a:ext cx="450575" cy="446750"/>
          </a:xfrm>
          <a:prstGeom prst="rect">
            <a:avLst/>
          </a:prstGeom>
          <a:noFill/>
          <a:ln>
            <a:noFill/>
          </a:ln>
        </p:spPr>
      </p:pic>
    </p:spTree>
  </p:cSld>
  <p:clrMapOvr>
    <a:masterClrMapping/>
  </p:clrMapOvr>
  <p:transition/>
  <p:timing/>
</p:sld>
</file>

<file path=ppt/slides/slide1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191" name="Shape 1191"/>
        <p:cNvGrpSpPr/>
        <p:nvPr/>
      </p:nvGrpSpPr>
      <p:grpSpPr>
        <a:xfrm>
          <a:off x="0" y="0"/>
          <a:ext cx="0" cy="0"/>
        </a:xfrm>
      </p:grpSpPr>
      <p:sp>
        <p:nvSpPr>
          <p:cNvPr id="1192" name="Google Shape;1192;p80"/>
          <p:cNvSpPr txBox="1"/>
          <p:nvPr>
            <p:ph type="body" idx="1"/>
          </p:nvPr>
        </p:nvSpPr>
        <p:spPr>
          <a:xfrm>
            <a:off x="324000" y="759300"/>
            <a:ext cx="8237700" cy="421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Here are two right-angled triangles. </a:t>
            </a:r>
            <a:endParaRPr sz="1800"/>
          </a:p>
        </p:txBody>
      </p:sp>
      <p:sp>
        <p:nvSpPr>
          <p:cNvPr id="1193" name="Google Shape;1193;p80"/>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grpSp>
        <p:nvGrpSpPr>
          <p:cNvPr id="1194" name="Google Shape;1194;p80"/>
          <p:cNvGrpSpPr/>
          <p:nvPr/>
        </p:nvGrpSpPr>
        <p:grpSpPr>
          <a:xfrm>
            <a:off x="1838325" y="1628956"/>
            <a:ext cx="1257300" cy="1401082"/>
            <a:chOff x="1838325" y="1600200"/>
            <a:chExt cx="1257300" cy="1962300"/>
          </a:xfrm>
        </p:grpSpPr>
        <p:sp>
          <p:nvSpPr>
            <p:cNvPr id="1195" name="Google Shape;1195;p80"/>
            <p:cNvSpPr/>
            <p:nvPr/>
          </p:nvSpPr>
          <p:spPr>
            <a:xfrm>
              <a:off x="1838325" y="1600200"/>
              <a:ext cx="12573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96" name="Google Shape;1196;p80"/>
            <p:cNvSpPr/>
            <p:nvPr/>
          </p:nvSpPr>
          <p:spPr>
            <a:xfrm>
              <a:off x="1841349" y="3323771"/>
              <a:ext cx="169200" cy="238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grpSp>
        <p:nvGrpSpPr>
          <p:cNvPr id="1197" name="Google Shape;1197;p80"/>
          <p:cNvGrpSpPr/>
          <p:nvPr/>
        </p:nvGrpSpPr>
        <p:grpSpPr>
          <a:xfrm rot="-5400000">
            <a:off x="4605954" y="1500550"/>
            <a:ext cx="1256420" cy="1400494"/>
            <a:chOff x="1838325" y="1600200"/>
            <a:chExt cx="1257300" cy="1962300"/>
          </a:xfrm>
        </p:grpSpPr>
        <p:sp>
          <p:nvSpPr>
            <p:cNvPr id="1198" name="Google Shape;1198;p80"/>
            <p:cNvSpPr/>
            <p:nvPr/>
          </p:nvSpPr>
          <p:spPr>
            <a:xfrm>
              <a:off x="1838325" y="1600200"/>
              <a:ext cx="12573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199" name="Google Shape;1199;p80"/>
            <p:cNvSpPr/>
            <p:nvPr/>
          </p:nvSpPr>
          <p:spPr>
            <a:xfrm>
              <a:off x="1841349" y="3323771"/>
              <a:ext cx="169200" cy="238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cxnSp>
        <p:nvCxnSpPr>
          <p:cNvPr id="1200" name="Google Shape;1200;p80"/>
          <p:cNvCxnSpPr/>
          <p:nvPr/>
        </p:nvCxnSpPr>
        <p:spPr>
          <a:xfrm>
            <a:off x="1843875" y="3162000"/>
            <a:ext cx="1246200" cy="0"/>
          </a:xfrm>
          <a:prstGeom prst="straightConnector1">
            <a:avLst/>
          </a:prstGeom>
          <a:noFill/>
          <a:ln w="28575" cap="flat" cmpd="sng">
            <a:solidFill>
              <a:schemeClr val="dk1"/>
            </a:solidFill>
            <a:prstDash val="solid"/>
            <a:round/>
            <a:headEnd type="triangle" w="med" len="med"/>
            <a:tailEnd type="triangle" w="med" len="med"/>
          </a:ln>
        </p:spPr>
      </p:cxnSp>
      <p:cxnSp>
        <p:nvCxnSpPr>
          <p:cNvPr id="1201" name="Google Shape;1201;p80"/>
          <p:cNvCxnSpPr/>
          <p:nvPr/>
        </p:nvCxnSpPr>
        <p:spPr>
          <a:xfrm rot="5400000">
            <a:off x="5462915" y="2200350"/>
            <a:ext cx="1246200" cy="0"/>
          </a:xfrm>
          <a:prstGeom prst="straightConnector1">
            <a:avLst/>
          </a:prstGeom>
          <a:noFill/>
          <a:ln w="28575" cap="flat" cmpd="sng">
            <a:solidFill>
              <a:schemeClr val="dk1"/>
            </a:solidFill>
            <a:prstDash val="solid"/>
            <a:round/>
            <a:headEnd type="triangle" w="med" len="med"/>
            <a:tailEnd type="triangle" w="med" len="med"/>
          </a:ln>
        </p:spPr>
      </p:cxnSp>
      <p:cxnSp>
        <p:nvCxnSpPr>
          <p:cNvPr id="1202" name="Google Shape;1202;p80"/>
          <p:cNvCxnSpPr/>
          <p:nvPr/>
        </p:nvCxnSpPr>
        <p:spPr>
          <a:xfrm>
            <a:off x="4533825" y="2961475"/>
            <a:ext cx="1410300" cy="0"/>
          </a:xfrm>
          <a:prstGeom prst="straightConnector1">
            <a:avLst/>
          </a:prstGeom>
          <a:noFill/>
          <a:ln w="28575" cap="flat" cmpd="sng">
            <a:solidFill>
              <a:schemeClr val="dk1"/>
            </a:solidFill>
            <a:prstDash val="solid"/>
            <a:round/>
            <a:headEnd type="triangle" w="med" len="med"/>
            <a:tailEnd type="triangle" w="med" len="med"/>
          </a:ln>
        </p:spPr>
      </p:cxnSp>
      <p:cxnSp>
        <p:nvCxnSpPr>
          <p:cNvPr id="1203" name="Google Shape;1203;p80"/>
          <p:cNvCxnSpPr/>
          <p:nvPr/>
        </p:nvCxnSpPr>
        <p:spPr>
          <a:xfrm rot="5400000">
            <a:off x="985900" y="2329500"/>
            <a:ext cx="1405800" cy="0"/>
          </a:xfrm>
          <a:prstGeom prst="straightConnector1">
            <a:avLst/>
          </a:prstGeom>
          <a:noFill/>
          <a:ln w="28575" cap="flat" cmpd="sng">
            <a:solidFill>
              <a:schemeClr val="dk1"/>
            </a:solidFill>
            <a:prstDash val="solid"/>
            <a:round/>
            <a:headEnd type="triangle" w="med" len="med"/>
            <a:tailEnd type="triangle" w="med" len="med"/>
          </a:ln>
        </p:spPr>
      </p:cxnSp>
      <p:sp>
        <p:nvSpPr>
          <p:cNvPr id="1204" name="Google Shape;1204;p80"/>
          <p:cNvSpPr txBox="1"/>
          <p:nvPr/>
        </p:nvSpPr>
        <p:spPr>
          <a:xfrm>
            <a:off x="1720588" y="127726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205" name="Google Shape;1205;p80"/>
          <p:cNvSpPr txBox="1"/>
          <p:nvPr/>
        </p:nvSpPr>
        <p:spPr>
          <a:xfrm>
            <a:off x="1588588" y="30234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206" name="Google Shape;1206;p80"/>
          <p:cNvSpPr txBox="1"/>
          <p:nvPr/>
        </p:nvSpPr>
        <p:spPr>
          <a:xfrm>
            <a:off x="3169188" y="29694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207" name="Google Shape;1207;p80"/>
          <p:cNvSpPr txBox="1"/>
          <p:nvPr/>
        </p:nvSpPr>
        <p:spPr>
          <a:xfrm>
            <a:off x="4277313" y="27000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
        <p:nvSpPr>
          <p:cNvPr id="1208" name="Google Shape;1208;p80"/>
          <p:cNvSpPr txBox="1"/>
          <p:nvPr/>
        </p:nvSpPr>
        <p:spPr>
          <a:xfrm>
            <a:off x="6003928" y="2822887"/>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E</a:t>
            </a:r>
            <a:endParaRPr sz="1800">
              <a:solidFill>
                <a:schemeClr val="dk1"/>
              </a:solidFill>
              <a:latin typeface="Lexend"/>
              <a:ea typeface="Lexend"/>
              <a:cs typeface="Lexend"/>
              <a:sym typeface="Lexend"/>
            </a:endParaRPr>
          </a:p>
        </p:txBody>
      </p:sp>
      <p:sp>
        <p:nvSpPr>
          <p:cNvPr id="1209" name="Google Shape;1209;p80"/>
          <p:cNvSpPr txBox="1"/>
          <p:nvPr/>
        </p:nvSpPr>
        <p:spPr>
          <a:xfrm>
            <a:off x="5941228" y="1240587"/>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F</a:t>
            </a:r>
            <a:endParaRPr sz="1800">
              <a:solidFill>
                <a:schemeClr val="dk1"/>
              </a:solidFill>
              <a:latin typeface="Lexend"/>
              <a:ea typeface="Lexend"/>
              <a:cs typeface="Lexend"/>
              <a:sym typeface="Lexend"/>
            </a:endParaRPr>
          </a:p>
        </p:txBody>
      </p:sp>
      <p:sp>
        <p:nvSpPr>
          <p:cNvPr id="1210" name="Google Shape;1210;p80"/>
          <p:cNvSpPr txBox="1"/>
          <p:nvPr>
            <p:ph type="body" idx="1"/>
          </p:nvPr>
        </p:nvSpPr>
        <p:spPr>
          <a:xfrm>
            <a:off x="2120150" y="3240000"/>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20 cm</a:t>
            </a:r>
            <a:endParaRPr sz="1800"/>
          </a:p>
        </p:txBody>
      </p:sp>
      <p:sp>
        <p:nvSpPr>
          <p:cNvPr id="1211" name="Google Shape;1211;p80"/>
          <p:cNvSpPr txBox="1"/>
          <p:nvPr>
            <p:ph type="body" idx="1"/>
          </p:nvPr>
        </p:nvSpPr>
        <p:spPr>
          <a:xfrm>
            <a:off x="6141625" y="2062188"/>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20 cm</a:t>
            </a:r>
            <a:endParaRPr sz="1800"/>
          </a:p>
        </p:txBody>
      </p:sp>
      <p:sp>
        <p:nvSpPr>
          <p:cNvPr id="1212" name="Google Shape;1212;p80"/>
          <p:cNvSpPr txBox="1"/>
          <p:nvPr>
            <p:ph type="body" idx="1"/>
          </p:nvPr>
        </p:nvSpPr>
        <p:spPr>
          <a:xfrm>
            <a:off x="870700" y="2190888"/>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21 cm</a:t>
            </a:r>
            <a:endParaRPr sz="1800"/>
          </a:p>
        </p:txBody>
      </p:sp>
      <p:sp>
        <p:nvSpPr>
          <p:cNvPr id="1213" name="Google Shape;1213;p80"/>
          <p:cNvSpPr txBox="1"/>
          <p:nvPr>
            <p:ph type="body" idx="1"/>
          </p:nvPr>
        </p:nvSpPr>
        <p:spPr>
          <a:xfrm>
            <a:off x="4940525" y="3023388"/>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21 cm</a:t>
            </a:r>
            <a:endParaRPr sz="1800"/>
          </a:p>
        </p:txBody>
      </p:sp>
      <p:sp>
        <p:nvSpPr>
          <p:cNvPr id="1214" name="Google Shape;1214;p80"/>
          <p:cNvSpPr txBox="1"/>
          <p:nvPr>
            <p:ph type="body" idx="1"/>
          </p:nvPr>
        </p:nvSpPr>
        <p:spPr>
          <a:xfrm>
            <a:off x="324000" y="3727150"/>
            <a:ext cx="8237700" cy="9495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From the given information, we can show that triangle ABC and triangle DEF are congruent. As AB = DE, ∠ABC = ∠DEF and BC = EF, they are congruent by SAS (side-angle-side).</a:t>
            </a:r>
            <a:endParaRPr sz="1800" b="1"/>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218" name="Shape 1218"/>
        <p:cNvGrpSpPr/>
        <p:nvPr/>
      </p:nvGrpSpPr>
      <p:grpSpPr>
        <a:xfrm>
          <a:off x="0" y="0"/>
          <a:ext cx="0" cy="0"/>
        </a:xfrm>
      </p:grpSpPr>
      <p:sp>
        <p:nvSpPr>
          <p:cNvPr id="1219" name="Google Shape;1219;p81"/>
          <p:cNvSpPr txBox="1"/>
          <p:nvPr>
            <p:ph type="body" idx="1"/>
          </p:nvPr>
        </p:nvSpPr>
        <p:spPr>
          <a:xfrm>
            <a:off x="324000" y="759300"/>
            <a:ext cx="8237700" cy="421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If we were given this information instead, can we still be sure they are congruent?</a:t>
            </a:r>
            <a:endParaRPr sz="1800"/>
          </a:p>
        </p:txBody>
      </p:sp>
      <p:sp>
        <p:nvSpPr>
          <p:cNvPr id="1220" name="Google Shape;1220;p81"/>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grpSp>
        <p:nvGrpSpPr>
          <p:cNvPr id="1221" name="Google Shape;1221;p81"/>
          <p:cNvGrpSpPr/>
          <p:nvPr/>
        </p:nvGrpSpPr>
        <p:grpSpPr>
          <a:xfrm>
            <a:off x="1838325" y="1628956"/>
            <a:ext cx="1257300" cy="1401082"/>
            <a:chOff x="1838325" y="1600200"/>
            <a:chExt cx="1257300" cy="1962300"/>
          </a:xfrm>
        </p:grpSpPr>
        <p:sp>
          <p:nvSpPr>
            <p:cNvPr id="1222" name="Google Shape;1222;p81"/>
            <p:cNvSpPr/>
            <p:nvPr/>
          </p:nvSpPr>
          <p:spPr>
            <a:xfrm>
              <a:off x="1838325" y="1600200"/>
              <a:ext cx="12573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23" name="Google Shape;1223;p81"/>
            <p:cNvSpPr/>
            <p:nvPr/>
          </p:nvSpPr>
          <p:spPr>
            <a:xfrm>
              <a:off x="1841349" y="3323771"/>
              <a:ext cx="169200" cy="238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grpSp>
        <p:nvGrpSpPr>
          <p:cNvPr id="1224" name="Google Shape;1224;p81"/>
          <p:cNvGrpSpPr/>
          <p:nvPr/>
        </p:nvGrpSpPr>
        <p:grpSpPr>
          <a:xfrm rot="-5400000">
            <a:off x="4605954" y="1500550"/>
            <a:ext cx="1256420" cy="1400494"/>
            <a:chOff x="1838325" y="1600200"/>
            <a:chExt cx="1257300" cy="1962300"/>
          </a:xfrm>
        </p:grpSpPr>
        <p:sp>
          <p:nvSpPr>
            <p:cNvPr id="1225" name="Google Shape;1225;p81"/>
            <p:cNvSpPr/>
            <p:nvPr/>
          </p:nvSpPr>
          <p:spPr>
            <a:xfrm>
              <a:off x="1838325" y="1600200"/>
              <a:ext cx="12573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26" name="Google Shape;1226;p81"/>
            <p:cNvSpPr/>
            <p:nvPr/>
          </p:nvSpPr>
          <p:spPr>
            <a:xfrm>
              <a:off x="1841349" y="3323771"/>
              <a:ext cx="169200" cy="238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cxnSp>
        <p:nvCxnSpPr>
          <p:cNvPr id="1227" name="Google Shape;1227;p81"/>
          <p:cNvCxnSpPr/>
          <p:nvPr/>
        </p:nvCxnSpPr>
        <p:spPr>
          <a:xfrm>
            <a:off x="1843875" y="3162000"/>
            <a:ext cx="1246200" cy="0"/>
          </a:xfrm>
          <a:prstGeom prst="straightConnector1">
            <a:avLst/>
          </a:prstGeom>
          <a:noFill/>
          <a:ln w="28575" cap="flat" cmpd="sng">
            <a:solidFill>
              <a:schemeClr val="dk1"/>
            </a:solidFill>
            <a:prstDash val="solid"/>
            <a:round/>
            <a:headEnd type="triangle" w="med" len="med"/>
            <a:tailEnd type="triangle" w="med" len="med"/>
          </a:ln>
        </p:spPr>
      </p:cxnSp>
      <p:cxnSp>
        <p:nvCxnSpPr>
          <p:cNvPr id="1228" name="Google Shape;1228;p81"/>
          <p:cNvCxnSpPr/>
          <p:nvPr/>
        </p:nvCxnSpPr>
        <p:spPr>
          <a:xfrm rot="5400000">
            <a:off x="5462915" y="2200350"/>
            <a:ext cx="1246200" cy="0"/>
          </a:xfrm>
          <a:prstGeom prst="straightConnector1">
            <a:avLst/>
          </a:prstGeom>
          <a:noFill/>
          <a:ln w="28575" cap="flat" cmpd="sng">
            <a:solidFill>
              <a:schemeClr val="dk1"/>
            </a:solidFill>
            <a:prstDash val="solid"/>
            <a:round/>
            <a:headEnd type="triangle" w="med" len="med"/>
            <a:tailEnd type="triangle" w="med" len="med"/>
          </a:ln>
        </p:spPr>
      </p:cxnSp>
      <p:cxnSp>
        <p:nvCxnSpPr>
          <p:cNvPr id="1229" name="Google Shape;1229;p81"/>
          <p:cNvCxnSpPr/>
          <p:nvPr/>
        </p:nvCxnSpPr>
        <p:spPr>
          <a:xfrm rot="10800000" flipH="1">
            <a:off x="4419250" y="1489550"/>
            <a:ext cx="1417500" cy="1271400"/>
          </a:xfrm>
          <a:prstGeom prst="straightConnector1">
            <a:avLst/>
          </a:prstGeom>
          <a:noFill/>
          <a:ln w="28575" cap="flat" cmpd="sng">
            <a:solidFill>
              <a:schemeClr val="dk1"/>
            </a:solidFill>
            <a:prstDash val="solid"/>
            <a:round/>
            <a:headEnd type="triangle" w="med" len="med"/>
            <a:tailEnd type="triangle" w="med" len="med"/>
          </a:ln>
        </p:spPr>
      </p:cxnSp>
      <p:cxnSp>
        <p:nvCxnSpPr>
          <p:cNvPr id="1230" name="Google Shape;1230;p81"/>
          <p:cNvCxnSpPr/>
          <p:nvPr/>
        </p:nvCxnSpPr>
        <p:spPr>
          <a:xfrm>
            <a:off x="1926475" y="1539750"/>
            <a:ext cx="1281900" cy="1417800"/>
          </a:xfrm>
          <a:prstGeom prst="straightConnector1">
            <a:avLst/>
          </a:prstGeom>
          <a:noFill/>
          <a:ln w="28575" cap="flat" cmpd="sng">
            <a:solidFill>
              <a:schemeClr val="dk1"/>
            </a:solidFill>
            <a:prstDash val="solid"/>
            <a:round/>
            <a:headEnd type="triangle" w="med" len="med"/>
            <a:tailEnd type="triangle" w="med" len="med"/>
          </a:ln>
        </p:spPr>
      </p:cxnSp>
      <p:sp>
        <p:nvSpPr>
          <p:cNvPr id="1231" name="Google Shape;1231;p81"/>
          <p:cNvSpPr txBox="1"/>
          <p:nvPr>
            <p:ph type="body" idx="1"/>
          </p:nvPr>
        </p:nvSpPr>
        <p:spPr>
          <a:xfrm>
            <a:off x="2120150" y="3240000"/>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20 cm</a:t>
            </a:r>
            <a:endParaRPr sz="1800"/>
          </a:p>
        </p:txBody>
      </p:sp>
      <p:sp>
        <p:nvSpPr>
          <p:cNvPr id="1232" name="Google Shape;1232;p81"/>
          <p:cNvSpPr txBox="1"/>
          <p:nvPr>
            <p:ph type="body" idx="1"/>
          </p:nvPr>
        </p:nvSpPr>
        <p:spPr>
          <a:xfrm>
            <a:off x="6141625" y="2062188"/>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20 cm</a:t>
            </a:r>
            <a:endParaRPr sz="1800"/>
          </a:p>
        </p:txBody>
      </p:sp>
      <p:sp>
        <p:nvSpPr>
          <p:cNvPr id="1233" name="Google Shape;1233;p81"/>
          <p:cNvSpPr txBox="1"/>
          <p:nvPr>
            <p:ph type="body" idx="1"/>
          </p:nvPr>
        </p:nvSpPr>
        <p:spPr>
          <a:xfrm>
            <a:off x="2582350" y="1947388"/>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29 cm</a:t>
            </a:r>
            <a:endParaRPr sz="1800"/>
          </a:p>
        </p:txBody>
      </p:sp>
      <p:sp>
        <p:nvSpPr>
          <p:cNvPr id="1234" name="Google Shape;1234;p81"/>
          <p:cNvSpPr txBox="1"/>
          <p:nvPr>
            <p:ph type="body" idx="1"/>
          </p:nvPr>
        </p:nvSpPr>
        <p:spPr>
          <a:xfrm>
            <a:off x="4533925" y="1743988"/>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29 cm</a:t>
            </a:r>
            <a:endParaRPr sz="1800"/>
          </a:p>
        </p:txBody>
      </p:sp>
      <p:sp>
        <p:nvSpPr>
          <p:cNvPr id="1235" name="Google Shape;1235;p81"/>
          <p:cNvSpPr txBox="1"/>
          <p:nvPr>
            <p:ph type="body" idx="1"/>
          </p:nvPr>
        </p:nvSpPr>
        <p:spPr>
          <a:xfrm>
            <a:off x="324000" y="3727150"/>
            <a:ext cx="8237700" cy="6843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Normally, having two side lengths and an angle which isn’t between them, is not sufficient to prove congruence, as there could be two different triangles.</a:t>
            </a:r>
            <a:endParaRPr sz="1800"/>
          </a:p>
        </p:txBody>
      </p:sp>
      <p:sp>
        <p:nvSpPr>
          <p:cNvPr id="1236" name="Google Shape;1236;p81"/>
          <p:cNvSpPr txBox="1"/>
          <p:nvPr/>
        </p:nvSpPr>
        <p:spPr>
          <a:xfrm>
            <a:off x="1720588" y="127726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237" name="Google Shape;1237;p81"/>
          <p:cNvSpPr txBox="1"/>
          <p:nvPr/>
        </p:nvSpPr>
        <p:spPr>
          <a:xfrm>
            <a:off x="1588588" y="30234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238" name="Google Shape;1238;p81"/>
          <p:cNvSpPr txBox="1"/>
          <p:nvPr/>
        </p:nvSpPr>
        <p:spPr>
          <a:xfrm>
            <a:off x="3169188" y="29694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239" name="Google Shape;1239;p81"/>
          <p:cNvSpPr txBox="1"/>
          <p:nvPr/>
        </p:nvSpPr>
        <p:spPr>
          <a:xfrm>
            <a:off x="4277313" y="27000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
        <p:nvSpPr>
          <p:cNvPr id="1240" name="Google Shape;1240;p81"/>
          <p:cNvSpPr txBox="1"/>
          <p:nvPr/>
        </p:nvSpPr>
        <p:spPr>
          <a:xfrm>
            <a:off x="6003928" y="2822887"/>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E</a:t>
            </a:r>
            <a:endParaRPr sz="1800">
              <a:solidFill>
                <a:schemeClr val="dk1"/>
              </a:solidFill>
              <a:latin typeface="Lexend"/>
              <a:ea typeface="Lexend"/>
              <a:cs typeface="Lexend"/>
              <a:sym typeface="Lexend"/>
            </a:endParaRPr>
          </a:p>
        </p:txBody>
      </p:sp>
      <p:sp>
        <p:nvSpPr>
          <p:cNvPr id="1241" name="Google Shape;1241;p81"/>
          <p:cNvSpPr txBox="1"/>
          <p:nvPr/>
        </p:nvSpPr>
        <p:spPr>
          <a:xfrm>
            <a:off x="5941228" y="1240587"/>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F</a:t>
            </a:r>
            <a:endParaRPr sz="1800">
              <a:solidFill>
                <a:schemeClr val="dk1"/>
              </a:solidFill>
              <a:latin typeface="Lexend"/>
              <a:ea typeface="Lexend"/>
              <a:cs typeface="Lexend"/>
              <a:sym typeface="Lexend"/>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245" name="Shape 1245"/>
        <p:cNvGrpSpPr/>
        <p:nvPr/>
      </p:nvGrpSpPr>
      <p:grpSpPr>
        <a:xfrm>
          <a:off x="0" y="0"/>
          <a:ext cx="0" cy="0"/>
        </a:xfrm>
      </p:grpSpPr>
      <p:sp>
        <p:nvSpPr>
          <p:cNvPr id="1246" name="Google Shape;1246;p82"/>
          <p:cNvSpPr txBox="1"/>
          <p:nvPr>
            <p:ph type="body" idx="1"/>
          </p:nvPr>
        </p:nvSpPr>
        <p:spPr>
          <a:xfrm>
            <a:off x="324000" y="759300"/>
            <a:ext cx="8237700" cy="421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If we were given this information instead, can we still be sure they are congruent?</a:t>
            </a:r>
            <a:endParaRPr sz="1800"/>
          </a:p>
        </p:txBody>
      </p:sp>
      <p:sp>
        <p:nvSpPr>
          <p:cNvPr id="1247" name="Google Shape;1247;p82"/>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grpSp>
        <p:nvGrpSpPr>
          <p:cNvPr id="1248" name="Google Shape;1248;p82"/>
          <p:cNvGrpSpPr/>
          <p:nvPr/>
        </p:nvGrpSpPr>
        <p:grpSpPr>
          <a:xfrm>
            <a:off x="1838325" y="1628956"/>
            <a:ext cx="1257300" cy="1401082"/>
            <a:chOff x="1838325" y="1600200"/>
            <a:chExt cx="1257300" cy="1962300"/>
          </a:xfrm>
        </p:grpSpPr>
        <p:sp>
          <p:nvSpPr>
            <p:cNvPr id="1249" name="Google Shape;1249;p82"/>
            <p:cNvSpPr/>
            <p:nvPr/>
          </p:nvSpPr>
          <p:spPr>
            <a:xfrm>
              <a:off x="1838325" y="1600200"/>
              <a:ext cx="12573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50" name="Google Shape;1250;p82"/>
            <p:cNvSpPr/>
            <p:nvPr/>
          </p:nvSpPr>
          <p:spPr>
            <a:xfrm>
              <a:off x="1841349" y="3323771"/>
              <a:ext cx="169200" cy="238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grpSp>
        <p:nvGrpSpPr>
          <p:cNvPr id="1251" name="Google Shape;1251;p82"/>
          <p:cNvGrpSpPr/>
          <p:nvPr/>
        </p:nvGrpSpPr>
        <p:grpSpPr>
          <a:xfrm rot="-5400000">
            <a:off x="4605954" y="1500550"/>
            <a:ext cx="1256420" cy="1400494"/>
            <a:chOff x="1838325" y="1600200"/>
            <a:chExt cx="1257300" cy="1962300"/>
          </a:xfrm>
        </p:grpSpPr>
        <p:sp>
          <p:nvSpPr>
            <p:cNvPr id="1252" name="Google Shape;1252;p82"/>
            <p:cNvSpPr/>
            <p:nvPr/>
          </p:nvSpPr>
          <p:spPr>
            <a:xfrm>
              <a:off x="1838325" y="1600200"/>
              <a:ext cx="12573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53" name="Google Shape;1253;p82"/>
            <p:cNvSpPr/>
            <p:nvPr/>
          </p:nvSpPr>
          <p:spPr>
            <a:xfrm>
              <a:off x="1841349" y="3323771"/>
              <a:ext cx="169200" cy="238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cxnSp>
        <p:nvCxnSpPr>
          <p:cNvPr id="1254" name="Google Shape;1254;p82"/>
          <p:cNvCxnSpPr/>
          <p:nvPr/>
        </p:nvCxnSpPr>
        <p:spPr>
          <a:xfrm>
            <a:off x="1843875" y="3162000"/>
            <a:ext cx="1246200" cy="0"/>
          </a:xfrm>
          <a:prstGeom prst="straightConnector1">
            <a:avLst/>
          </a:prstGeom>
          <a:noFill/>
          <a:ln w="28575" cap="flat" cmpd="sng">
            <a:solidFill>
              <a:schemeClr val="dk1"/>
            </a:solidFill>
            <a:prstDash val="solid"/>
            <a:round/>
            <a:headEnd type="triangle" w="med" len="med"/>
            <a:tailEnd type="triangle" w="med" len="med"/>
          </a:ln>
        </p:spPr>
      </p:cxnSp>
      <p:cxnSp>
        <p:nvCxnSpPr>
          <p:cNvPr id="1255" name="Google Shape;1255;p82"/>
          <p:cNvCxnSpPr/>
          <p:nvPr/>
        </p:nvCxnSpPr>
        <p:spPr>
          <a:xfrm rot="5400000">
            <a:off x="5462915" y="2200350"/>
            <a:ext cx="1246200" cy="0"/>
          </a:xfrm>
          <a:prstGeom prst="straightConnector1">
            <a:avLst/>
          </a:prstGeom>
          <a:noFill/>
          <a:ln w="28575" cap="flat" cmpd="sng">
            <a:solidFill>
              <a:schemeClr val="dk1"/>
            </a:solidFill>
            <a:prstDash val="solid"/>
            <a:round/>
            <a:headEnd type="triangle" w="med" len="med"/>
            <a:tailEnd type="triangle" w="med" len="med"/>
          </a:ln>
        </p:spPr>
      </p:cxnSp>
      <p:cxnSp>
        <p:nvCxnSpPr>
          <p:cNvPr id="1256" name="Google Shape;1256;p82"/>
          <p:cNvCxnSpPr/>
          <p:nvPr/>
        </p:nvCxnSpPr>
        <p:spPr>
          <a:xfrm rot="10800000" flipH="1">
            <a:off x="4419250" y="1489550"/>
            <a:ext cx="1417500" cy="1271400"/>
          </a:xfrm>
          <a:prstGeom prst="straightConnector1">
            <a:avLst/>
          </a:prstGeom>
          <a:noFill/>
          <a:ln w="28575" cap="flat" cmpd="sng">
            <a:solidFill>
              <a:schemeClr val="dk1"/>
            </a:solidFill>
            <a:prstDash val="solid"/>
            <a:round/>
            <a:headEnd type="triangle" w="med" len="med"/>
            <a:tailEnd type="triangle" w="med" len="med"/>
          </a:ln>
        </p:spPr>
      </p:cxnSp>
      <p:cxnSp>
        <p:nvCxnSpPr>
          <p:cNvPr id="1257" name="Google Shape;1257;p82"/>
          <p:cNvCxnSpPr/>
          <p:nvPr/>
        </p:nvCxnSpPr>
        <p:spPr>
          <a:xfrm>
            <a:off x="1926475" y="1539750"/>
            <a:ext cx="1281900" cy="1417800"/>
          </a:xfrm>
          <a:prstGeom prst="straightConnector1">
            <a:avLst/>
          </a:prstGeom>
          <a:noFill/>
          <a:ln w="28575" cap="flat" cmpd="sng">
            <a:solidFill>
              <a:schemeClr val="dk1"/>
            </a:solidFill>
            <a:prstDash val="solid"/>
            <a:round/>
            <a:headEnd type="triangle" w="med" len="med"/>
            <a:tailEnd type="triangle" w="med" len="med"/>
          </a:ln>
        </p:spPr>
      </p:cxnSp>
      <p:sp>
        <p:nvSpPr>
          <p:cNvPr id="1258" name="Google Shape;1258;p82"/>
          <p:cNvSpPr txBox="1"/>
          <p:nvPr>
            <p:ph type="body" idx="1"/>
          </p:nvPr>
        </p:nvSpPr>
        <p:spPr>
          <a:xfrm>
            <a:off x="2120150" y="3240000"/>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20 cm</a:t>
            </a:r>
            <a:endParaRPr sz="1800"/>
          </a:p>
        </p:txBody>
      </p:sp>
      <p:sp>
        <p:nvSpPr>
          <p:cNvPr id="1259" name="Google Shape;1259;p82"/>
          <p:cNvSpPr txBox="1"/>
          <p:nvPr>
            <p:ph type="body" idx="1"/>
          </p:nvPr>
        </p:nvSpPr>
        <p:spPr>
          <a:xfrm>
            <a:off x="6141625" y="2062188"/>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20 cm</a:t>
            </a:r>
            <a:endParaRPr sz="1800"/>
          </a:p>
        </p:txBody>
      </p:sp>
      <p:sp>
        <p:nvSpPr>
          <p:cNvPr id="1260" name="Google Shape;1260;p82"/>
          <p:cNvSpPr txBox="1"/>
          <p:nvPr>
            <p:ph type="body" idx="1"/>
          </p:nvPr>
        </p:nvSpPr>
        <p:spPr>
          <a:xfrm>
            <a:off x="2582350" y="1947388"/>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29 cm</a:t>
            </a:r>
            <a:endParaRPr sz="1800"/>
          </a:p>
        </p:txBody>
      </p:sp>
      <p:sp>
        <p:nvSpPr>
          <p:cNvPr id="1261" name="Google Shape;1261;p82"/>
          <p:cNvSpPr txBox="1"/>
          <p:nvPr>
            <p:ph type="body" idx="1"/>
          </p:nvPr>
        </p:nvSpPr>
        <p:spPr>
          <a:xfrm>
            <a:off x="4533925" y="1743988"/>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29 cm</a:t>
            </a:r>
            <a:endParaRPr sz="1800"/>
          </a:p>
        </p:txBody>
      </p:sp>
      <p:sp>
        <p:nvSpPr>
          <p:cNvPr id="1262" name="Google Shape;1262;p82"/>
          <p:cNvSpPr txBox="1"/>
          <p:nvPr>
            <p:ph type="body" idx="1"/>
          </p:nvPr>
        </p:nvSpPr>
        <p:spPr>
          <a:xfrm>
            <a:off x="324000" y="3727150"/>
            <a:ext cx="8237700" cy="6843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However only one triangle is possible when a </a:t>
            </a:r>
            <a:r>
              <a:rPr lang="en-GB" sz="1800">
                <a:solidFill>
                  <a:schemeClr val="accent5"/>
                </a:solidFill>
              </a:rPr>
              <a:t>right-angled triangle</a:t>
            </a:r>
            <a:r>
              <a:rPr lang="en-GB" sz="1800"/>
              <a:t> is formed. </a:t>
            </a:r>
            <a:endParaRPr sz="1800"/>
          </a:p>
        </p:txBody>
      </p:sp>
      <p:sp>
        <p:nvSpPr>
          <p:cNvPr id="1263" name="Google Shape;1263;p82"/>
          <p:cNvSpPr txBox="1"/>
          <p:nvPr/>
        </p:nvSpPr>
        <p:spPr>
          <a:xfrm>
            <a:off x="1720588" y="127726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264" name="Google Shape;1264;p82"/>
          <p:cNvSpPr txBox="1"/>
          <p:nvPr/>
        </p:nvSpPr>
        <p:spPr>
          <a:xfrm>
            <a:off x="1588588" y="30234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265" name="Google Shape;1265;p82"/>
          <p:cNvSpPr txBox="1"/>
          <p:nvPr/>
        </p:nvSpPr>
        <p:spPr>
          <a:xfrm>
            <a:off x="3169188" y="29694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266" name="Google Shape;1266;p82"/>
          <p:cNvSpPr txBox="1"/>
          <p:nvPr/>
        </p:nvSpPr>
        <p:spPr>
          <a:xfrm>
            <a:off x="4277313" y="27000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
        <p:nvSpPr>
          <p:cNvPr id="1267" name="Google Shape;1267;p82"/>
          <p:cNvSpPr txBox="1"/>
          <p:nvPr/>
        </p:nvSpPr>
        <p:spPr>
          <a:xfrm>
            <a:off x="6003928" y="2822887"/>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E</a:t>
            </a:r>
            <a:endParaRPr sz="1800">
              <a:solidFill>
                <a:schemeClr val="dk1"/>
              </a:solidFill>
              <a:latin typeface="Lexend"/>
              <a:ea typeface="Lexend"/>
              <a:cs typeface="Lexend"/>
              <a:sym typeface="Lexend"/>
            </a:endParaRPr>
          </a:p>
        </p:txBody>
      </p:sp>
      <p:sp>
        <p:nvSpPr>
          <p:cNvPr id="1268" name="Google Shape;1268;p82"/>
          <p:cNvSpPr txBox="1"/>
          <p:nvPr/>
        </p:nvSpPr>
        <p:spPr>
          <a:xfrm>
            <a:off x="5941228" y="1240587"/>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F</a:t>
            </a:r>
            <a:endParaRPr sz="1800">
              <a:solidFill>
                <a:schemeClr val="dk1"/>
              </a:solidFill>
              <a:latin typeface="Lexend"/>
              <a:ea typeface="Lexend"/>
              <a:cs typeface="Lexend"/>
              <a:sym typeface="Lexend"/>
            </a:endParaRPr>
          </a:p>
        </p:txBody>
      </p:sp>
    </p:spTree>
  </p:cSld>
  <p:clrMapOvr>
    <a:masterClrMapping/>
  </p:clrMapOvr>
  <p:transition/>
  <p:timing/>
</p:sld>
</file>

<file path=ppt/slides/slide2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272" name="Shape 1272"/>
        <p:cNvGrpSpPr/>
        <p:nvPr/>
      </p:nvGrpSpPr>
      <p:grpSpPr>
        <a:xfrm>
          <a:off x="0" y="0"/>
          <a:ext cx="0" cy="0"/>
        </a:xfrm>
      </p:grpSpPr>
      <p:sp>
        <p:nvSpPr>
          <p:cNvPr id="1273" name="Google Shape;1273;p83"/>
          <p:cNvSpPr/>
          <p:nvPr/>
        </p:nvSpPr>
        <p:spPr>
          <a:xfrm>
            <a:off x="1452374" y="2869755"/>
            <a:ext cx="169200" cy="1701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74" name="Google Shape;1274;p83"/>
          <p:cNvSpPr/>
          <p:nvPr/>
        </p:nvSpPr>
        <p:spPr>
          <a:xfrm>
            <a:off x="952309" y="1257300"/>
            <a:ext cx="516000" cy="1980900"/>
          </a:xfrm>
          <a:prstGeom prst="rect">
            <a:avLst/>
          </a:prstGeom>
          <a:gradFill>
            <a:gsLst>
              <a:gs pos="0">
                <a:srgbClr val="783F04"/>
              </a:gs>
              <a:gs pos="58000">
                <a:srgbClr val="76593C"/>
              </a:gs>
              <a:gs pos="100000">
                <a:srgbClr val="737373"/>
              </a:gs>
            </a:gsLst>
            <a:lin ang="10800025" scaled="0"/>
          </a:gra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75" name="Google Shape;1275;p83"/>
          <p:cNvSpPr/>
          <p:nvPr/>
        </p:nvSpPr>
        <p:spPr>
          <a:xfrm rot="-5400000">
            <a:off x="1965650" y="2003825"/>
            <a:ext cx="516000" cy="2556600"/>
          </a:xfrm>
          <a:prstGeom prst="rect">
            <a:avLst/>
          </a:prstGeom>
          <a:gradFill>
            <a:gsLst>
              <a:gs pos="0">
                <a:srgbClr val="DCECD5"/>
              </a:gs>
              <a:gs pos="100000">
                <a:srgbClr val="93BC81"/>
              </a:gs>
            </a:gsLst>
            <a:lin ang="16200038" scaled="0"/>
          </a:gradFill>
          <a:ln>
            <a:noFill/>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1276" name="Google Shape;1276;p83"/>
          <p:cNvCxnSpPr/>
          <p:nvPr/>
        </p:nvCxnSpPr>
        <p:spPr>
          <a:xfrm>
            <a:off x="1449350" y="3045589"/>
            <a:ext cx="1146000" cy="0"/>
          </a:xfrm>
          <a:prstGeom prst="straightConnector1">
            <a:avLst/>
          </a:prstGeom>
          <a:noFill/>
          <a:ln w="38100" cap="flat" cmpd="sng">
            <a:solidFill>
              <a:schemeClr val="dk1"/>
            </a:solidFill>
            <a:prstDash val="solid"/>
            <a:round/>
            <a:headEnd type="none" w="med" len="med"/>
            <a:tailEnd type="none" w="med" len="med"/>
          </a:ln>
        </p:spPr>
      </p:cxnSp>
      <p:sp>
        <p:nvSpPr>
          <p:cNvPr id="1277" name="Google Shape;1277;p83"/>
          <p:cNvSpPr txBox="1"/>
          <p:nvPr>
            <p:ph type="body" idx="1"/>
          </p:nvPr>
        </p:nvSpPr>
        <p:spPr>
          <a:xfrm>
            <a:off x="324000" y="759300"/>
            <a:ext cx="8237700" cy="421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Consider placing a ladder against a wall on level ground. </a:t>
            </a:r>
            <a:endParaRPr sz="1800"/>
          </a:p>
        </p:txBody>
      </p:sp>
      <p:sp>
        <p:nvSpPr>
          <p:cNvPr id="1278" name="Google Shape;1278;p83"/>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sp>
        <p:nvSpPr>
          <p:cNvPr id="1279" name="Google Shape;1279;p83"/>
          <p:cNvSpPr txBox="1"/>
          <p:nvPr>
            <p:ph type="body" idx="1"/>
          </p:nvPr>
        </p:nvSpPr>
        <p:spPr>
          <a:xfrm>
            <a:off x="400200" y="4031950"/>
            <a:ext cx="8237700" cy="6843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000">
                <a:latin typeface="Kalam"/>
                <a:ea typeface="Kalam"/>
                <a:cs typeface="Kalam"/>
                <a:sym typeface="Kalam"/>
              </a:rPr>
              <a:t>Only the one place. Only one right-angled triangle can be formed with those two sides with fixed lengths.</a:t>
            </a:r>
            <a:endParaRPr sz="2000">
              <a:latin typeface="Kalam"/>
              <a:ea typeface="Kalam"/>
              <a:cs typeface="Kalam"/>
              <a:sym typeface="Kalam"/>
            </a:endParaRPr>
          </a:p>
        </p:txBody>
      </p:sp>
      <p:cxnSp>
        <p:nvCxnSpPr>
          <p:cNvPr id="1280" name="Google Shape;1280;p83"/>
          <p:cNvCxnSpPr/>
          <p:nvPr/>
        </p:nvCxnSpPr>
        <p:spPr>
          <a:xfrm flipH="1">
            <a:off x="1449350" y="1533675"/>
            <a:ext cx="0" cy="1512000"/>
          </a:xfrm>
          <a:prstGeom prst="straightConnector1">
            <a:avLst/>
          </a:prstGeom>
          <a:noFill/>
          <a:ln w="38100" cap="flat" cmpd="sng">
            <a:solidFill>
              <a:schemeClr val="dk1"/>
            </a:solidFill>
            <a:prstDash val="solid"/>
            <a:round/>
            <a:headEnd type="none" w="med" len="med"/>
            <a:tailEnd type="none" w="med" len="med"/>
          </a:ln>
        </p:spPr>
      </p:cxnSp>
      <p:sp>
        <p:nvSpPr>
          <p:cNvPr id="1281" name="Google Shape;1281;p83"/>
          <p:cNvSpPr txBox="1"/>
          <p:nvPr>
            <p:ph type="body" idx="1"/>
          </p:nvPr>
        </p:nvSpPr>
        <p:spPr>
          <a:xfrm>
            <a:off x="2038025" y="2669413"/>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ladder</a:t>
            </a:r>
            <a:endParaRPr sz="1800"/>
          </a:p>
        </p:txBody>
      </p:sp>
      <p:sp>
        <p:nvSpPr>
          <p:cNvPr id="1282" name="Google Shape;1282;p83"/>
          <p:cNvSpPr txBox="1"/>
          <p:nvPr>
            <p:ph type="body" idx="1"/>
          </p:nvPr>
        </p:nvSpPr>
        <p:spPr>
          <a:xfrm>
            <a:off x="980087" y="2107925"/>
            <a:ext cx="5160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wall</a:t>
            </a:r>
            <a:endParaRPr sz="1800"/>
          </a:p>
        </p:txBody>
      </p:sp>
      <p:sp>
        <p:nvSpPr>
          <p:cNvPr id="1283" name="Google Shape;1283;p83"/>
          <p:cNvSpPr txBox="1"/>
          <p:nvPr>
            <p:ph type="body" idx="1"/>
          </p:nvPr>
        </p:nvSpPr>
        <p:spPr>
          <a:xfrm>
            <a:off x="1514573" y="3130600"/>
            <a:ext cx="14703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level ground</a:t>
            </a:r>
            <a:endParaRPr sz="1800"/>
          </a:p>
        </p:txBody>
      </p:sp>
      <p:grpSp>
        <p:nvGrpSpPr>
          <p:cNvPr id="1284" name="Google Shape;1284;p83"/>
          <p:cNvGrpSpPr/>
          <p:nvPr/>
        </p:nvGrpSpPr>
        <p:grpSpPr>
          <a:xfrm rot="-2891909">
            <a:off x="1768686" y="2292530"/>
            <a:ext cx="1257202" cy="1400890"/>
            <a:chOff x="3140073" y="1623121"/>
            <a:chExt cx="1257300" cy="1401000"/>
          </a:xfrm>
        </p:grpSpPr>
        <p:cxnSp>
          <p:nvCxnSpPr>
            <p:cNvPr id="1285" name="Google Shape;1285;p83"/>
            <p:cNvCxnSpPr/>
            <p:nvPr/>
          </p:nvCxnSpPr>
          <p:spPr>
            <a:xfrm>
              <a:off x="3140073" y="1623121"/>
              <a:ext cx="1257300" cy="1401000"/>
            </a:xfrm>
            <a:prstGeom prst="straightConnector1">
              <a:avLst/>
            </a:prstGeom>
            <a:noFill/>
            <a:ln w="76200" cap="flat" cmpd="sng">
              <a:solidFill>
                <a:srgbClr val="666666"/>
              </a:solidFill>
              <a:prstDash val="solid"/>
              <a:round/>
              <a:headEnd type="none" w="med" len="med"/>
              <a:tailEnd type="none" w="med" len="med"/>
            </a:ln>
          </p:spPr>
        </p:cxnSp>
        <p:sp>
          <p:nvSpPr>
            <p:cNvPr id="1286" name="Google Shape;1286;p83"/>
            <p:cNvSpPr/>
            <p:nvPr/>
          </p:nvSpPr>
          <p:spPr>
            <a:xfrm>
              <a:off x="3218821" y="1711314"/>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87" name="Google Shape;1287;p83"/>
            <p:cNvSpPr/>
            <p:nvPr/>
          </p:nvSpPr>
          <p:spPr>
            <a:xfrm>
              <a:off x="3371221" y="1881080"/>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88" name="Google Shape;1288;p83"/>
            <p:cNvSpPr/>
            <p:nvPr/>
          </p:nvSpPr>
          <p:spPr>
            <a:xfrm>
              <a:off x="3523621" y="2050845"/>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89" name="Google Shape;1289;p83"/>
            <p:cNvSpPr/>
            <p:nvPr/>
          </p:nvSpPr>
          <p:spPr>
            <a:xfrm>
              <a:off x="3676021" y="2220610"/>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90" name="Google Shape;1290;p83"/>
            <p:cNvSpPr/>
            <p:nvPr/>
          </p:nvSpPr>
          <p:spPr>
            <a:xfrm>
              <a:off x="3828421" y="2390376"/>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91" name="Google Shape;1291;p83"/>
            <p:cNvSpPr/>
            <p:nvPr/>
          </p:nvSpPr>
          <p:spPr>
            <a:xfrm>
              <a:off x="3980821" y="2560141"/>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92" name="Google Shape;1292;p83"/>
            <p:cNvSpPr/>
            <p:nvPr/>
          </p:nvSpPr>
          <p:spPr>
            <a:xfrm>
              <a:off x="4133221" y="2729906"/>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93" name="Google Shape;1293;p83"/>
            <p:cNvSpPr/>
            <p:nvPr/>
          </p:nvSpPr>
          <p:spPr>
            <a:xfrm>
              <a:off x="4285621" y="2899671"/>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294" name="Google Shape;1294;p83"/>
          <p:cNvSpPr txBox="1"/>
          <p:nvPr>
            <p:ph type="body" idx="1"/>
          </p:nvPr>
        </p:nvSpPr>
        <p:spPr>
          <a:xfrm>
            <a:off x="4320000" y="1291275"/>
            <a:ext cx="4500000" cy="23970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The ladder is a fixed length.</a:t>
            </a:r>
            <a:endParaRPr sz="1800"/>
          </a:p>
          <a:p>
            <a:pPr marL="0" lvl="0" indent="0" algn="l" rtl="0">
              <a:spcBef>
                <a:spcPts val="1000"/>
              </a:spcBef>
              <a:spcAft>
                <a:spcPts val="1000"/>
              </a:spcAft>
              <a:buNone/>
            </a:pPr>
            <a:r>
              <a:rPr lang="en-GB" sz="1800"/>
              <a:t>The wall and ground are perpendicular to each other.</a:t>
            </a:r>
            <a:endParaRPr sz="1800"/>
          </a:p>
        </p:txBody>
      </p:sp>
      <p:sp>
        <p:nvSpPr>
          <p:cNvPr id="1295" name="Google Shape;1295;p83"/>
          <p:cNvSpPr txBox="1"/>
          <p:nvPr>
            <p:ph type="body" idx="1"/>
          </p:nvPr>
        </p:nvSpPr>
        <p:spPr>
          <a:xfrm>
            <a:off x="2038025" y="1936963"/>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ladder</a:t>
            </a:r>
            <a:endParaRPr sz="1800"/>
          </a:p>
        </p:txBody>
      </p:sp>
      <p:grpSp>
        <p:nvGrpSpPr>
          <p:cNvPr id="1296" name="Google Shape;1296;p83"/>
          <p:cNvGrpSpPr/>
          <p:nvPr/>
        </p:nvGrpSpPr>
        <p:grpSpPr>
          <a:xfrm rot="317798">
            <a:off x="1431703" y="1547342"/>
            <a:ext cx="1257136" cy="1400817"/>
            <a:chOff x="3140073" y="1623121"/>
            <a:chExt cx="1257300" cy="1401000"/>
          </a:xfrm>
        </p:grpSpPr>
        <p:cxnSp>
          <p:nvCxnSpPr>
            <p:cNvPr id="1297" name="Google Shape;1297;p83"/>
            <p:cNvCxnSpPr/>
            <p:nvPr/>
          </p:nvCxnSpPr>
          <p:spPr>
            <a:xfrm>
              <a:off x="3140073" y="1623121"/>
              <a:ext cx="1257300" cy="1401000"/>
            </a:xfrm>
            <a:prstGeom prst="straightConnector1">
              <a:avLst/>
            </a:prstGeom>
            <a:noFill/>
            <a:ln w="76200" cap="flat" cmpd="sng">
              <a:solidFill>
                <a:srgbClr val="666666"/>
              </a:solidFill>
              <a:prstDash val="solid"/>
              <a:round/>
              <a:headEnd type="none" w="med" len="med"/>
              <a:tailEnd type="none" w="med" len="med"/>
            </a:ln>
          </p:spPr>
        </p:cxnSp>
        <p:sp>
          <p:nvSpPr>
            <p:cNvPr id="1298" name="Google Shape;1298;p83"/>
            <p:cNvSpPr/>
            <p:nvPr/>
          </p:nvSpPr>
          <p:spPr>
            <a:xfrm>
              <a:off x="3218821" y="1711314"/>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299" name="Google Shape;1299;p83"/>
            <p:cNvSpPr/>
            <p:nvPr/>
          </p:nvSpPr>
          <p:spPr>
            <a:xfrm>
              <a:off x="3371221" y="1881080"/>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00" name="Google Shape;1300;p83"/>
            <p:cNvSpPr/>
            <p:nvPr/>
          </p:nvSpPr>
          <p:spPr>
            <a:xfrm>
              <a:off x="3523621" y="2050845"/>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01" name="Google Shape;1301;p83"/>
            <p:cNvSpPr/>
            <p:nvPr/>
          </p:nvSpPr>
          <p:spPr>
            <a:xfrm>
              <a:off x="3676021" y="2220610"/>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02" name="Google Shape;1302;p83"/>
            <p:cNvSpPr/>
            <p:nvPr/>
          </p:nvSpPr>
          <p:spPr>
            <a:xfrm>
              <a:off x="3828421" y="2390376"/>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03" name="Google Shape;1303;p83"/>
            <p:cNvSpPr/>
            <p:nvPr/>
          </p:nvSpPr>
          <p:spPr>
            <a:xfrm>
              <a:off x="3980821" y="2560141"/>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04" name="Google Shape;1304;p83"/>
            <p:cNvSpPr/>
            <p:nvPr/>
          </p:nvSpPr>
          <p:spPr>
            <a:xfrm>
              <a:off x="4133221" y="2729906"/>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05" name="Google Shape;1305;p83"/>
            <p:cNvSpPr/>
            <p:nvPr/>
          </p:nvSpPr>
          <p:spPr>
            <a:xfrm>
              <a:off x="4285621" y="2899671"/>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cxnSp>
        <p:nvCxnSpPr>
          <p:cNvPr id="1306" name="Google Shape;1306;p83"/>
          <p:cNvCxnSpPr/>
          <p:nvPr/>
        </p:nvCxnSpPr>
        <p:spPr>
          <a:xfrm>
            <a:off x="1455713" y="3100123"/>
            <a:ext cx="1138800" cy="0"/>
          </a:xfrm>
          <a:prstGeom prst="straightConnector1">
            <a:avLst/>
          </a:prstGeom>
          <a:noFill/>
          <a:ln w="28575" cap="flat" cmpd="sng">
            <a:solidFill>
              <a:schemeClr val="dk1"/>
            </a:solidFill>
            <a:prstDash val="solid"/>
            <a:round/>
            <a:headEnd type="triangle" w="med" len="med"/>
            <a:tailEnd type="triangle" w="med" len="med"/>
          </a:ln>
        </p:spPr>
      </p:cxnSp>
      <p:sp>
        <p:nvSpPr>
          <p:cNvPr id="1307" name="Google Shape;1307;p83"/>
          <p:cNvSpPr txBox="1"/>
          <p:nvPr>
            <p:ph type="body" idx="1"/>
          </p:nvPr>
        </p:nvSpPr>
        <p:spPr>
          <a:xfrm>
            <a:off x="1864700" y="2816188"/>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6 ft</a:t>
            </a:r>
            <a:endParaRPr sz="1800"/>
          </a:p>
        </p:txBody>
      </p:sp>
      <p:grpSp>
        <p:nvGrpSpPr>
          <p:cNvPr id="1308" name="Google Shape;1308;p83"/>
          <p:cNvGrpSpPr/>
          <p:nvPr/>
        </p:nvGrpSpPr>
        <p:grpSpPr>
          <a:xfrm rot="1660949">
            <a:off x="1769516" y="1404083"/>
            <a:ext cx="1257107" cy="1400785"/>
            <a:chOff x="3140073" y="1623121"/>
            <a:chExt cx="1257300" cy="1401000"/>
          </a:xfrm>
        </p:grpSpPr>
        <p:cxnSp>
          <p:nvCxnSpPr>
            <p:cNvPr id="1309" name="Google Shape;1309;p83"/>
            <p:cNvCxnSpPr/>
            <p:nvPr/>
          </p:nvCxnSpPr>
          <p:spPr>
            <a:xfrm>
              <a:off x="3140073" y="1623121"/>
              <a:ext cx="1257300" cy="1401000"/>
            </a:xfrm>
            <a:prstGeom prst="straightConnector1">
              <a:avLst/>
            </a:prstGeom>
            <a:noFill/>
            <a:ln w="76200" cap="flat" cmpd="sng">
              <a:solidFill>
                <a:srgbClr val="666666"/>
              </a:solidFill>
              <a:prstDash val="solid"/>
              <a:round/>
              <a:headEnd type="none" w="med" len="med"/>
              <a:tailEnd type="none" w="med" len="med"/>
            </a:ln>
          </p:spPr>
        </p:cxnSp>
        <p:sp>
          <p:nvSpPr>
            <p:cNvPr id="1310" name="Google Shape;1310;p83"/>
            <p:cNvSpPr/>
            <p:nvPr/>
          </p:nvSpPr>
          <p:spPr>
            <a:xfrm>
              <a:off x="3218821" y="1711314"/>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11" name="Google Shape;1311;p83"/>
            <p:cNvSpPr/>
            <p:nvPr/>
          </p:nvSpPr>
          <p:spPr>
            <a:xfrm>
              <a:off x="3371221" y="1881080"/>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12" name="Google Shape;1312;p83"/>
            <p:cNvSpPr/>
            <p:nvPr/>
          </p:nvSpPr>
          <p:spPr>
            <a:xfrm>
              <a:off x="3523621" y="2050845"/>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13" name="Google Shape;1313;p83"/>
            <p:cNvSpPr/>
            <p:nvPr/>
          </p:nvSpPr>
          <p:spPr>
            <a:xfrm>
              <a:off x="3676021" y="2220610"/>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14" name="Google Shape;1314;p83"/>
            <p:cNvSpPr/>
            <p:nvPr/>
          </p:nvSpPr>
          <p:spPr>
            <a:xfrm>
              <a:off x="3828421" y="2390376"/>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15" name="Google Shape;1315;p83"/>
            <p:cNvSpPr/>
            <p:nvPr/>
          </p:nvSpPr>
          <p:spPr>
            <a:xfrm>
              <a:off x="3980821" y="2560141"/>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16" name="Google Shape;1316;p83"/>
            <p:cNvSpPr/>
            <p:nvPr/>
          </p:nvSpPr>
          <p:spPr>
            <a:xfrm>
              <a:off x="4133221" y="2729906"/>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17" name="Google Shape;1317;p83"/>
            <p:cNvSpPr/>
            <p:nvPr/>
          </p:nvSpPr>
          <p:spPr>
            <a:xfrm>
              <a:off x="4285621" y="2899671"/>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grpSp>
        <p:nvGrpSpPr>
          <p:cNvPr id="1318" name="Google Shape;1318;p83"/>
          <p:cNvGrpSpPr/>
          <p:nvPr/>
        </p:nvGrpSpPr>
        <p:grpSpPr>
          <a:xfrm rot="2453009">
            <a:off x="1984439" y="1384559"/>
            <a:ext cx="1257064" cy="1400737"/>
            <a:chOff x="3140073" y="1623121"/>
            <a:chExt cx="1257300" cy="1401000"/>
          </a:xfrm>
        </p:grpSpPr>
        <p:cxnSp>
          <p:nvCxnSpPr>
            <p:cNvPr id="1319" name="Google Shape;1319;p83"/>
            <p:cNvCxnSpPr/>
            <p:nvPr/>
          </p:nvCxnSpPr>
          <p:spPr>
            <a:xfrm>
              <a:off x="3140073" y="1623121"/>
              <a:ext cx="1257300" cy="1401000"/>
            </a:xfrm>
            <a:prstGeom prst="straightConnector1">
              <a:avLst/>
            </a:prstGeom>
            <a:noFill/>
            <a:ln w="76200" cap="flat" cmpd="sng">
              <a:solidFill>
                <a:srgbClr val="666666"/>
              </a:solidFill>
              <a:prstDash val="solid"/>
              <a:round/>
              <a:headEnd type="none" w="med" len="med"/>
              <a:tailEnd type="none" w="med" len="med"/>
            </a:ln>
          </p:spPr>
        </p:cxnSp>
        <p:sp>
          <p:nvSpPr>
            <p:cNvPr id="1320" name="Google Shape;1320;p83"/>
            <p:cNvSpPr/>
            <p:nvPr/>
          </p:nvSpPr>
          <p:spPr>
            <a:xfrm>
              <a:off x="3218821" y="1711314"/>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21" name="Google Shape;1321;p83"/>
            <p:cNvSpPr/>
            <p:nvPr/>
          </p:nvSpPr>
          <p:spPr>
            <a:xfrm>
              <a:off x="3371221" y="1881080"/>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22" name="Google Shape;1322;p83"/>
            <p:cNvSpPr/>
            <p:nvPr/>
          </p:nvSpPr>
          <p:spPr>
            <a:xfrm>
              <a:off x="3523621" y="2050845"/>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23" name="Google Shape;1323;p83"/>
            <p:cNvSpPr/>
            <p:nvPr/>
          </p:nvSpPr>
          <p:spPr>
            <a:xfrm>
              <a:off x="3676021" y="2220610"/>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24" name="Google Shape;1324;p83"/>
            <p:cNvSpPr/>
            <p:nvPr/>
          </p:nvSpPr>
          <p:spPr>
            <a:xfrm>
              <a:off x="3828421" y="2390376"/>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25" name="Google Shape;1325;p83"/>
            <p:cNvSpPr/>
            <p:nvPr/>
          </p:nvSpPr>
          <p:spPr>
            <a:xfrm>
              <a:off x="3980821" y="2560141"/>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26" name="Google Shape;1326;p83"/>
            <p:cNvSpPr/>
            <p:nvPr/>
          </p:nvSpPr>
          <p:spPr>
            <a:xfrm>
              <a:off x="4133221" y="2729906"/>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27" name="Google Shape;1327;p83"/>
            <p:cNvSpPr/>
            <p:nvPr/>
          </p:nvSpPr>
          <p:spPr>
            <a:xfrm>
              <a:off x="4285621" y="2899671"/>
              <a:ext cx="36900" cy="36900"/>
            </a:xfrm>
            <a:prstGeom prst="ellipse">
              <a:avLst/>
            </a:prstGeom>
            <a:solidFill>
              <a:schemeClr val="dk2"/>
            </a:solidFill>
            <a:ln w="9525" cap="flat" cmpd="sng">
              <a:solidFill>
                <a:srgbClr val="D9D9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328" name="Google Shape;1328;p83"/>
          <p:cNvSpPr txBox="1"/>
          <p:nvPr>
            <p:ph type="body" idx="1"/>
          </p:nvPr>
        </p:nvSpPr>
        <p:spPr>
          <a:xfrm>
            <a:off x="4320000" y="2461325"/>
            <a:ext cx="4500000" cy="15594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If the foot of the ladder (bottom) is put 6 feet away from the wall.</a:t>
            </a:r>
            <a:endParaRPr sz="1800"/>
          </a:p>
          <a:p>
            <a:pPr marL="0" lvl="0" indent="0" algn="l" rtl="0">
              <a:spcBef>
                <a:spcPts val="1000"/>
              </a:spcBef>
              <a:spcAft>
                <a:spcPts val="1000"/>
              </a:spcAft>
              <a:buNone/>
            </a:pPr>
            <a:r>
              <a:rPr lang="en-GB" sz="1800"/>
              <a:t>How many different places will the top of the ladder touch on the wall?</a:t>
            </a:r>
            <a:endParaRPr sz="18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284"/>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3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32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0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06"/>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281"/>
                                        </p:tgtEl>
                                        <p:attrNameLst>
                                          <p:attrName>style.visibility</p:attrName>
                                        </p:attrNameLst>
                                      </p:cBhvr>
                                      <p:to>
                                        <p:strVal val="hidden"/>
                                      </p:to>
                                    </p:set>
                                  </p:childTnLst>
                                </p:cTn>
                              </p:par>
                            </p:childTnLst>
                          </p:cTn>
                        </p:par>
                      </p:childTnLst>
                    </p:cTn>
                  </p:par>
                  <p:par>
                    <p:cTn id="17" fill="hold" nodeType="clickPar">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08"/>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1318"/>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96"/>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1308"/>
                                        </p:tgtEl>
                                        <p:attrNameLst>
                                          <p:attrName>style.visibility</p:attrName>
                                        </p:attrNameLst>
                                      </p:cBhvr>
                                      <p:to>
                                        <p:strVal val="hidden"/>
                                      </p:to>
                                    </p:set>
                                  </p:childTnLst>
                                </p:cTn>
                              </p:par>
                              <p:par>
                                <p:cTn id="29" presetID="1" presetClass="entr" presetSubtype="0" fill="hold" nodeType="withEffect">
                                  <p:stCondLst>
                                    <p:cond delay="0"/>
                                  </p:stCondLst>
                                  <p:childTnLst>
                                    <p:set>
                                      <p:cBhvr>
                                        <p:cTn id="30" dur="1" fill="hold">
                                          <p:stCondLst>
                                            <p:cond delay="0"/>
                                          </p:stCondLst>
                                        </p:cTn>
                                        <p:tgtEl>
                                          <p:spTgt spid="1295"/>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7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8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2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332" name="Shape 1332"/>
        <p:cNvGrpSpPr/>
        <p:nvPr/>
      </p:nvGrpSpPr>
      <p:grpSpPr>
        <a:xfrm>
          <a:off x="0" y="0"/>
          <a:ext cx="0" cy="0"/>
        </a:xfrm>
      </p:grpSpPr>
      <p:sp>
        <p:nvSpPr>
          <p:cNvPr id="1333" name="Google Shape;1333;p84"/>
          <p:cNvSpPr txBox="1"/>
          <p:nvPr>
            <p:ph type="body" idx="1"/>
          </p:nvPr>
        </p:nvSpPr>
        <p:spPr>
          <a:xfrm>
            <a:off x="324000" y="759300"/>
            <a:ext cx="8237700" cy="4218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In a right-angled triangle, the 90° is the largest interior angle. The side opposite the right angle is also the longest edge. </a:t>
            </a:r>
            <a:endParaRPr sz="1800"/>
          </a:p>
          <a:p>
            <a:pPr marL="0" lvl="0" indent="0" algn="l" rtl="0">
              <a:spcBef>
                <a:spcPts val="1000"/>
              </a:spcBef>
              <a:spcAft>
                <a:spcPts val="1000"/>
              </a:spcAft>
              <a:buNone/>
            </a:pPr>
            <a:r>
              <a:rPr lang="en-GB" sz="1800"/>
              <a:t>It is called the </a:t>
            </a:r>
            <a:r>
              <a:rPr lang="en-GB" sz="1800" b="1"/>
              <a:t>hypotenuse</a:t>
            </a:r>
            <a:r>
              <a:rPr lang="en-GB" sz="1800"/>
              <a:t>.</a:t>
            </a:r>
            <a:endParaRPr sz="1800"/>
          </a:p>
        </p:txBody>
      </p:sp>
      <p:sp>
        <p:nvSpPr>
          <p:cNvPr id="1334" name="Google Shape;1334;p84"/>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grpSp>
        <p:nvGrpSpPr>
          <p:cNvPr id="1335" name="Google Shape;1335;p84"/>
          <p:cNvGrpSpPr/>
          <p:nvPr/>
        </p:nvGrpSpPr>
        <p:grpSpPr>
          <a:xfrm>
            <a:off x="1314550" y="2138038"/>
            <a:ext cx="1093349" cy="2203935"/>
            <a:chOff x="1838320" y="1600198"/>
            <a:chExt cx="697200" cy="1968326"/>
          </a:xfrm>
        </p:grpSpPr>
        <p:sp>
          <p:nvSpPr>
            <p:cNvPr id="1336" name="Google Shape;1336;p84"/>
            <p:cNvSpPr/>
            <p:nvPr/>
          </p:nvSpPr>
          <p:spPr>
            <a:xfrm>
              <a:off x="1838320" y="1600198"/>
              <a:ext cx="6972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37" name="Google Shape;1337;p84"/>
            <p:cNvSpPr/>
            <p:nvPr/>
          </p:nvSpPr>
          <p:spPr>
            <a:xfrm>
              <a:off x="1839992" y="3372325"/>
              <a:ext cx="138900" cy="196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cxnSp>
        <p:nvCxnSpPr>
          <p:cNvPr id="1338" name="Google Shape;1338;p84"/>
          <p:cNvCxnSpPr/>
          <p:nvPr/>
        </p:nvCxnSpPr>
        <p:spPr>
          <a:xfrm rot="10800000" flipH="1">
            <a:off x="2000650" y="2924675"/>
            <a:ext cx="123600" cy="327300"/>
          </a:xfrm>
          <a:prstGeom prst="straightConnector1">
            <a:avLst/>
          </a:prstGeom>
          <a:noFill/>
          <a:ln w="38100" cap="flat" cmpd="sng">
            <a:solidFill>
              <a:schemeClr val="dk1"/>
            </a:solidFill>
            <a:prstDash val="solid"/>
            <a:round/>
            <a:headEnd type="none" w="med" len="med"/>
            <a:tailEnd type="none" w="med" len="med"/>
          </a:ln>
        </p:spPr>
      </p:cxnSp>
      <p:sp>
        <p:nvSpPr>
          <p:cNvPr id="1339" name="Google Shape;1339;p84"/>
          <p:cNvSpPr txBox="1"/>
          <p:nvPr/>
        </p:nvSpPr>
        <p:spPr>
          <a:xfrm>
            <a:off x="2037025" y="2615400"/>
            <a:ext cx="3000000" cy="2772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ts val="1000"/>
              </a:spcAft>
              <a:buNone/>
            </a:pPr>
            <a:r>
              <a:rPr lang="en-GB" sz="1800" b="1">
                <a:solidFill>
                  <a:schemeClr val="dk1"/>
                </a:solidFill>
                <a:latin typeface="Lexend"/>
                <a:ea typeface="Lexend"/>
                <a:cs typeface="Lexend"/>
                <a:sym typeface="Lexend"/>
              </a:rPr>
              <a:t>hypotenuse</a:t>
            </a:r>
            <a:endParaRPr/>
          </a:p>
        </p:txBody>
      </p:sp>
      <p:grpSp>
        <p:nvGrpSpPr>
          <p:cNvPr id="1340" name="Google Shape;1340;p84"/>
          <p:cNvGrpSpPr/>
          <p:nvPr/>
        </p:nvGrpSpPr>
        <p:grpSpPr>
          <a:xfrm rot="7090874">
            <a:off x="4441422" y="2125536"/>
            <a:ext cx="1093347" cy="1339680"/>
            <a:chOff x="1838320" y="1600198"/>
            <a:chExt cx="697200" cy="1968326"/>
          </a:xfrm>
        </p:grpSpPr>
        <p:sp>
          <p:nvSpPr>
            <p:cNvPr id="1341" name="Google Shape;1341;p84"/>
            <p:cNvSpPr/>
            <p:nvPr/>
          </p:nvSpPr>
          <p:spPr>
            <a:xfrm>
              <a:off x="1838320" y="1600198"/>
              <a:ext cx="6972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42" name="Google Shape;1342;p84"/>
            <p:cNvSpPr/>
            <p:nvPr/>
          </p:nvSpPr>
          <p:spPr>
            <a:xfrm>
              <a:off x="1839992" y="3372325"/>
              <a:ext cx="84900" cy="196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343" name="Google Shape;1343;p84"/>
          <p:cNvSpPr txBox="1"/>
          <p:nvPr/>
        </p:nvSpPr>
        <p:spPr>
          <a:xfrm>
            <a:off x="4395775" y="3101400"/>
            <a:ext cx="1440900" cy="2772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ts val="1000"/>
              </a:spcAft>
              <a:buNone/>
            </a:pPr>
            <a:r>
              <a:rPr lang="en-GB" sz="1800" b="1">
                <a:solidFill>
                  <a:schemeClr val="dk1"/>
                </a:solidFill>
                <a:latin typeface="Lexend"/>
                <a:ea typeface="Lexend"/>
                <a:cs typeface="Lexend"/>
                <a:sym typeface="Lexend"/>
              </a:rPr>
              <a:t>hypotenuse</a:t>
            </a:r>
            <a:endParaRPr/>
          </a:p>
        </p:txBody>
      </p:sp>
      <p:cxnSp>
        <p:nvCxnSpPr>
          <p:cNvPr id="1344" name="Google Shape;1344;p84"/>
          <p:cNvCxnSpPr>
            <a:stCxn id="1343" idx="0"/>
          </p:cNvCxnSpPr>
          <p:nvPr/>
        </p:nvCxnSpPr>
        <p:spPr>
          <a:xfrm rot="10800000">
            <a:off x="5049925" y="2844300"/>
            <a:ext cx="66300" cy="257100"/>
          </a:xfrm>
          <a:prstGeom prst="straightConnector1">
            <a:avLst/>
          </a:prstGeom>
          <a:noFill/>
          <a:ln w="38100" cap="flat" cmpd="sng">
            <a:solidFill>
              <a:schemeClr val="dk1"/>
            </a:solidFill>
            <a:prstDash val="solid"/>
            <a:round/>
            <a:headEnd type="none" w="med" len="med"/>
            <a:tailEnd type="none" w="med" len="med"/>
          </a:ln>
        </p:spPr>
      </p:cxnSp>
      <p:grpSp>
        <p:nvGrpSpPr>
          <p:cNvPr id="1345" name="Google Shape;1345;p84"/>
          <p:cNvGrpSpPr/>
          <p:nvPr/>
        </p:nvGrpSpPr>
        <p:grpSpPr>
          <a:xfrm rot="-6519737">
            <a:off x="6979898" y="2919558"/>
            <a:ext cx="1105752" cy="1673980"/>
            <a:chOff x="1838320" y="1600198"/>
            <a:chExt cx="697200" cy="1968326"/>
          </a:xfrm>
        </p:grpSpPr>
        <p:sp>
          <p:nvSpPr>
            <p:cNvPr id="1346" name="Google Shape;1346;p84"/>
            <p:cNvSpPr/>
            <p:nvPr/>
          </p:nvSpPr>
          <p:spPr>
            <a:xfrm>
              <a:off x="1838320" y="1600198"/>
              <a:ext cx="6972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47" name="Google Shape;1347;p84"/>
            <p:cNvSpPr/>
            <p:nvPr/>
          </p:nvSpPr>
          <p:spPr>
            <a:xfrm>
              <a:off x="1839992" y="3372325"/>
              <a:ext cx="104400" cy="196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348" name="Google Shape;1348;p84"/>
          <p:cNvSpPr txBox="1"/>
          <p:nvPr/>
        </p:nvSpPr>
        <p:spPr>
          <a:xfrm>
            <a:off x="6301475" y="3101400"/>
            <a:ext cx="1440900" cy="2772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ts val="1000"/>
              </a:spcAft>
              <a:buNone/>
            </a:pPr>
            <a:r>
              <a:rPr lang="en-GB" sz="1800" b="1">
                <a:solidFill>
                  <a:schemeClr val="dk1"/>
                </a:solidFill>
                <a:latin typeface="Lexend"/>
                <a:ea typeface="Lexend"/>
                <a:cs typeface="Lexend"/>
                <a:sym typeface="Lexend"/>
              </a:rPr>
              <a:t>hypotenuse</a:t>
            </a:r>
            <a:endParaRPr/>
          </a:p>
        </p:txBody>
      </p:sp>
      <p:cxnSp>
        <p:nvCxnSpPr>
          <p:cNvPr id="1349" name="Google Shape;1349;p84"/>
          <p:cNvCxnSpPr/>
          <p:nvPr/>
        </p:nvCxnSpPr>
        <p:spPr>
          <a:xfrm rot="10800000">
            <a:off x="7333925" y="3455025"/>
            <a:ext cx="66300" cy="257100"/>
          </a:xfrm>
          <a:prstGeom prst="straightConnector1">
            <a:avLst/>
          </a:prstGeom>
          <a:noFill/>
          <a:ln w="38100" cap="flat" cmpd="sng">
            <a:solidFill>
              <a:schemeClr val="dk1"/>
            </a:solidFill>
            <a:prstDash val="solid"/>
            <a:round/>
            <a:headEnd type="none" w="med" len="med"/>
            <a:tailEnd type="none" w="med" len="med"/>
          </a:ln>
        </p:spPr>
      </p:cxnSp>
    </p:spTree>
  </p:cSld>
  <p:clrMapOvr>
    <a:masterClrMapping/>
  </p:clrMapOvr>
  <p:transition/>
  <p:timing/>
</p:sld>
</file>

<file path=ppt/slides/slide2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353" name="Shape 1353"/>
        <p:cNvGrpSpPr/>
        <p:nvPr/>
      </p:nvGrpSpPr>
      <p:grpSpPr>
        <a:xfrm>
          <a:off x="0" y="0"/>
          <a:ext cx="0" cy="0"/>
        </a:xfrm>
      </p:grpSpPr>
      <p:sp>
        <p:nvSpPr>
          <p:cNvPr id="1354" name="Google Shape;1354;p85"/>
          <p:cNvSpPr txBox="1"/>
          <p:nvPr>
            <p:ph type="body" idx="1"/>
          </p:nvPr>
        </p:nvSpPr>
        <p:spPr>
          <a:xfrm>
            <a:off x="324000" y="759300"/>
            <a:ext cx="8237700" cy="404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Which edge is the </a:t>
            </a:r>
            <a:r>
              <a:rPr lang="en-GB" b="1"/>
              <a:t>hypotenuse </a:t>
            </a:r>
            <a:r>
              <a:rPr lang="en-GB"/>
              <a:t>in this right-angled triangle?</a:t>
            </a:r>
            <a:endParaRPr/>
          </a:p>
        </p:txBody>
      </p:sp>
      <p:sp>
        <p:nvSpPr>
          <p:cNvPr id="1355" name="Google Shape;1355;p85"/>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sp>
        <p:nvSpPr>
          <p:cNvPr id="1356" name="Google Shape;1356;p85"/>
          <p:cNvSpPr/>
          <p:nvPr/>
        </p:nvSpPr>
        <p:spPr>
          <a:xfrm rot="10800000" flipH="1">
            <a:off x="1425925" y="2004250"/>
            <a:ext cx="3324900" cy="16734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57" name="Google Shape;1357;p85"/>
          <p:cNvSpPr/>
          <p:nvPr/>
        </p:nvSpPr>
        <p:spPr>
          <a:xfrm>
            <a:off x="1425925" y="2004250"/>
            <a:ext cx="196500" cy="1965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58" name="Google Shape;1358;p85"/>
          <p:cNvSpPr txBox="1"/>
          <p:nvPr>
            <p:ph type="body" idx="1"/>
          </p:nvPr>
        </p:nvSpPr>
        <p:spPr>
          <a:xfrm>
            <a:off x="2793325" y="1620000"/>
            <a:ext cx="3120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a</a:t>
            </a:r>
            <a:endParaRPr/>
          </a:p>
        </p:txBody>
      </p:sp>
      <p:sp>
        <p:nvSpPr>
          <p:cNvPr id="1359" name="Google Shape;1359;p85"/>
          <p:cNvSpPr txBox="1"/>
          <p:nvPr>
            <p:ph type="body" idx="1"/>
          </p:nvPr>
        </p:nvSpPr>
        <p:spPr>
          <a:xfrm>
            <a:off x="1083300" y="2702350"/>
            <a:ext cx="3120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b</a:t>
            </a:r>
            <a:endParaRPr/>
          </a:p>
        </p:txBody>
      </p:sp>
      <p:sp>
        <p:nvSpPr>
          <p:cNvPr id="1360" name="Google Shape;1360;p85"/>
          <p:cNvSpPr txBox="1"/>
          <p:nvPr>
            <p:ph type="body" idx="1"/>
          </p:nvPr>
        </p:nvSpPr>
        <p:spPr>
          <a:xfrm>
            <a:off x="2974450" y="2962800"/>
            <a:ext cx="3120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c</a:t>
            </a:r>
            <a:endParaRPr/>
          </a:p>
        </p:txBody>
      </p:sp>
      <p:pic>
        <p:nvPicPr>
          <p:cNvPr id="1361" name="Google Shape;1361;p85"/>
          <p:cNvPicPr preferRelativeResize="0"/>
          <p:nvPr/>
        </p:nvPicPr>
        <p:blipFill>
          <a:blip r:embed="rId3">
            <a:alphaModFix/>
          </a:blip>
          <a:stretch>
            <a:fillRect/>
          </a:stretch>
        </p:blipFill>
        <p:spPr>
          <a:xfrm>
            <a:off x="3439833" y="2891850"/>
            <a:ext cx="396000" cy="41910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365" name="Shape 1365"/>
        <p:cNvGrpSpPr/>
        <p:nvPr/>
      </p:nvGrpSpPr>
      <p:grpSpPr>
        <a:xfrm>
          <a:off x="0" y="0"/>
          <a:ext cx="0" cy="0"/>
        </a:xfrm>
      </p:grpSpPr>
      <p:sp>
        <p:nvSpPr>
          <p:cNvPr id="1366" name="Google Shape;1366;p86"/>
          <p:cNvSpPr txBox="1"/>
          <p:nvPr>
            <p:ph type="subTitle" idx="1"/>
          </p:nvPr>
        </p:nvSpPr>
        <p:spPr>
          <a:xfrm>
            <a:off x="324000" y="1080000"/>
            <a:ext cx="8406000" cy="2505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The longest edge of a triangle is called the </a:t>
            </a:r>
            <a:r>
              <a:rPr lang="en-GB" b="1"/>
              <a:t>hypotenuse</a:t>
            </a:r>
            <a:endParaRPr/>
          </a:p>
        </p:txBody>
      </p:sp>
      <p:sp>
        <p:nvSpPr>
          <p:cNvPr id="1367" name="Google Shape;1367;p86"/>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sp>
        <p:nvSpPr>
          <p:cNvPr id="1368" name="Google Shape;1368;p86"/>
          <p:cNvSpPr txBox="1"/>
          <p:nvPr>
            <p:ph type="subTitle" idx="2"/>
          </p:nvPr>
        </p:nvSpPr>
        <p:spPr>
          <a:xfrm>
            <a:off x="980575" y="3196113"/>
            <a:ext cx="7452600" cy="730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The </a:t>
            </a:r>
            <a:r>
              <a:rPr lang="en-GB" b="1"/>
              <a:t>hypotenuse </a:t>
            </a:r>
            <a:r>
              <a:rPr lang="en-GB"/>
              <a:t>is the longest edge in a </a:t>
            </a:r>
            <a:r>
              <a:rPr lang="en-GB">
                <a:solidFill>
                  <a:schemeClr val="accent5"/>
                </a:solidFill>
              </a:rPr>
              <a:t>right-angled</a:t>
            </a:r>
            <a:r>
              <a:rPr lang="en-GB"/>
              <a:t> triangle</a:t>
            </a:r>
            <a:endParaRPr/>
          </a:p>
        </p:txBody>
      </p:sp>
      <p:sp>
        <p:nvSpPr>
          <p:cNvPr id="1369" name="Google Shape;1369;p86"/>
          <p:cNvSpPr txBox="1"/>
          <p:nvPr>
            <p:ph type="subTitle" idx="3"/>
          </p:nvPr>
        </p:nvSpPr>
        <p:spPr>
          <a:xfrm>
            <a:off x="980575" y="4040345"/>
            <a:ext cx="7452600" cy="730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The longest edge is always opposite the largest angle</a:t>
            </a:r>
            <a:endParaRPr/>
          </a:p>
        </p:txBody>
      </p:sp>
      <p:pic>
        <p:nvPicPr>
          <p:cNvPr id="1370" name="Google Shape;1370;p86"/>
          <p:cNvPicPr preferRelativeResize="0"/>
          <p:nvPr/>
        </p:nvPicPr>
        <p:blipFill>
          <a:blip r:embed="rId3">
            <a:alphaModFix/>
          </a:blip>
          <a:stretch>
            <a:fillRect/>
          </a:stretch>
        </p:blipFill>
        <p:spPr>
          <a:xfrm>
            <a:off x="6386258" y="1740900"/>
            <a:ext cx="396000" cy="419100"/>
          </a:xfrm>
          <a:prstGeom prst="rect">
            <a:avLst/>
          </a:prstGeom>
          <a:noFill/>
          <a:ln>
            <a:noFill/>
          </a:ln>
        </p:spPr>
      </p:pic>
      <p:pic>
        <p:nvPicPr>
          <p:cNvPr id="1371" name="Google Shape;1371;p86"/>
          <p:cNvPicPr preferRelativeResize="0"/>
          <p:nvPr/>
        </p:nvPicPr>
        <p:blipFill>
          <a:blip r:embed="rId3">
            <a:alphaModFix/>
          </a:blip>
          <a:stretch>
            <a:fillRect/>
          </a:stretch>
        </p:blipFill>
        <p:spPr>
          <a:xfrm>
            <a:off x="2253608" y="3537475"/>
            <a:ext cx="396000" cy="419100"/>
          </a:xfrm>
          <a:prstGeom prst="rect">
            <a:avLst/>
          </a:prstGeom>
          <a:noFill/>
          <a:ln>
            <a:noFill/>
          </a:ln>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6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69"/>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375" name="Shape 1375"/>
        <p:cNvGrpSpPr/>
        <p:nvPr/>
      </p:nvGrpSpPr>
      <p:grpSpPr>
        <a:xfrm>
          <a:off x="0" y="0"/>
          <a:ext cx="0" cy="0"/>
        </a:xfrm>
      </p:grpSpPr>
      <p:sp>
        <p:nvSpPr>
          <p:cNvPr id="1376" name="Google Shape;1376;p87"/>
          <p:cNvSpPr txBox="1"/>
          <p:nvPr>
            <p:ph type="body" idx="1"/>
          </p:nvPr>
        </p:nvSpPr>
        <p:spPr>
          <a:xfrm>
            <a:off x="324000" y="759300"/>
            <a:ext cx="8237700" cy="4218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A special case of proving congruence by knowing two sides and an angle holds for right-angled triangles.</a:t>
            </a:r>
            <a:endParaRPr sz="1800"/>
          </a:p>
          <a:p>
            <a:pPr marL="0" lvl="0" indent="0" algn="l" rtl="0">
              <a:spcBef>
                <a:spcPts val="1000"/>
              </a:spcBef>
              <a:spcAft>
                <a:spcPts val="1000"/>
              </a:spcAft>
              <a:buNone/>
            </a:pPr>
            <a:r>
              <a:rPr lang="en-GB" sz="1800"/>
              <a:t>We know it as</a:t>
            </a:r>
            <a:r>
              <a:rPr lang="en-GB" sz="1800">
                <a:solidFill>
                  <a:schemeClr val="accent5"/>
                </a:solidFill>
              </a:rPr>
              <a:t> RHS</a:t>
            </a:r>
            <a:r>
              <a:rPr lang="en-GB" sz="1800"/>
              <a:t> (right angle-</a:t>
            </a:r>
            <a:r>
              <a:rPr lang="en-GB" sz="1800" b="1"/>
              <a:t>hypotenuse</a:t>
            </a:r>
            <a:r>
              <a:rPr lang="en-GB" sz="1800"/>
              <a:t>-side).</a:t>
            </a:r>
            <a:endParaRPr sz="1800"/>
          </a:p>
        </p:txBody>
      </p:sp>
      <p:sp>
        <p:nvSpPr>
          <p:cNvPr id="1377" name="Google Shape;1377;p87"/>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grpSp>
        <p:nvGrpSpPr>
          <p:cNvPr id="1378" name="Google Shape;1378;p87"/>
          <p:cNvGrpSpPr/>
          <p:nvPr/>
        </p:nvGrpSpPr>
        <p:grpSpPr>
          <a:xfrm rot="-5400000">
            <a:off x="2228950" y="1833238"/>
            <a:ext cx="1093349" cy="2203935"/>
            <a:chOff x="1838320" y="1600198"/>
            <a:chExt cx="697200" cy="1968326"/>
          </a:xfrm>
        </p:grpSpPr>
        <p:sp>
          <p:nvSpPr>
            <p:cNvPr id="1379" name="Google Shape;1379;p87"/>
            <p:cNvSpPr/>
            <p:nvPr/>
          </p:nvSpPr>
          <p:spPr>
            <a:xfrm>
              <a:off x="1838320" y="1600198"/>
              <a:ext cx="6972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80" name="Google Shape;1380;p87"/>
            <p:cNvSpPr/>
            <p:nvPr/>
          </p:nvSpPr>
          <p:spPr>
            <a:xfrm>
              <a:off x="1839992" y="3372325"/>
              <a:ext cx="138900" cy="196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grpSp>
        <p:nvGrpSpPr>
          <p:cNvPr id="1381" name="Google Shape;1381;p87"/>
          <p:cNvGrpSpPr/>
          <p:nvPr/>
        </p:nvGrpSpPr>
        <p:grpSpPr>
          <a:xfrm>
            <a:off x="5581750" y="2290438"/>
            <a:ext cx="1093349" cy="2203935"/>
            <a:chOff x="1838320" y="1600198"/>
            <a:chExt cx="697200" cy="1968326"/>
          </a:xfrm>
        </p:grpSpPr>
        <p:sp>
          <p:nvSpPr>
            <p:cNvPr id="1382" name="Google Shape;1382;p87"/>
            <p:cNvSpPr/>
            <p:nvPr/>
          </p:nvSpPr>
          <p:spPr>
            <a:xfrm>
              <a:off x="1838320" y="1600198"/>
              <a:ext cx="6972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383" name="Google Shape;1383;p87"/>
            <p:cNvSpPr/>
            <p:nvPr/>
          </p:nvSpPr>
          <p:spPr>
            <a:xfrm>
              <a:off x="1839992" y="3372325"/>
              <a:ext cx="138900" cy="196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384" name="Google Shape;1384;p87"/>
          <p:cNvSpPr txBox="1"/>
          <p:nvPr>
            <p:ph type="body" idx="1"/>
          </p:nvPr>
        </p:nvSpPr>
        <p:spPr>
          <a:xfrm>
            <a:off x="2454800" y="3691050"/>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15 m</a:t>
            </a:r>
            <a:endParaRPr sz="1800"/>
          </a:p>
        </p:txBody>
      </p:sp>
      <p:sp>
        <p:nvSpPr>
          <p:cNvPr id="1385" name="Google Shape;1385;p87"/>
          <p:cNvSpPr txBox="1"/>
          <p:nvPr/>
        </p:nvSpPr>
        <p:spPr>
          <a:xfrm>
            <a:off x="1422313" y="33652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386" name="Google Shape;1386;p87"/>
          <p:cNvSpPr txBox="1"/>
          <p:nvPr/>
        </p:nvSpPr>
        <p:spPr>
          <a:xfrm>
            <a:off x="3928513" y="33652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387" name="Google Shape;1387;p87"/>
          <p:cNvSpPr txBox="1"/>
          <p:nvPr/>
        </p:nvSpPr>
        <p:spPr>
          <a:xfrm>
            <a:off x="3877602" y="2111325"/>
            <a:ext cx="2475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388" name="Google Shape;1388;p87"/>
          <p:cNvSpPr txBox="1"/>
          <p:nvPr/>
        </p:nvSpPr>
        <p:spPr>
          <a:xfrm>
            <a:off x="5412638" y="20214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M</a:t>
            </a:r>
            <a:endParaRPr sz="1800">
              <a:solidFill>
                <a:schemeClr val="dk1"/>
              </a:solidFill>
              <a:latin typeface="Lexend"/>
              <a:ea typeface="Lexend"/>
              <a:cs typeface="Lexend"/>
              <a:sym typeface="Lexend"/>
            </a:endParaRPr>
          </a:p>
        </p:txBody>
      </p:sp>
      <p:sp>
        <p:nvSpPr>
          <p:cNvPr id="1389" name="Google Shape;1389;p87"/>
          <p:cNvSpPr txBox="1"/>
          <p:nvPr/>
        </p:nvSpPr>
        <p:spPr>
          <a:xfrm>
            <a:off x="5358264" y="44492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N</a:t>
            </a:r>
            <a:endParaRPr sz="1800">
              <a:solidFill>
                <a:schemeClr val="dk1"/>
              </a:solidFill>
              <a:latin typeface="Lexend"/>
              <a:ea typeface="Lexend"/>
              <a:cs typeface="Lexend"/>
              <a:sym typeface="Lexend"/>
            </a:endParaRPr>
          </a:p>
        </p:txBody>
      </p:sp>
      <p:sp>
        <p:nvSpPr>
          <p:cNvPr id="1390" name="Google Shape;1390;p87"/>
          <p:cNvSpPr txBox="1"/>
          <p:nvPr/>
        </p:nvSpPr>
        <p:spPr>
          <a:xfrm>
            <a:off x="6698163" y="44492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O</a:t>
            </a:r>
            <a:endParaRPr sz="1800">
              <a:solidFill>
                <a:schemeClr val="dk1"/>
              </a:solidFill>
              <a:latin typeface="Lexend"/>
              <a:ea typeface="Lexend"/>
              <a:cs typeface="Lexend"/>
              <a:sym typeface="Lexend"/>
            </a:endParaRPr>
          </a:p>
        </p:txBody>
      </p:sp>
      <p:cxnSp>
        <p:nvCxnSpPr>
          <p:cNvPr id="1391" name="Google Shape;1391;p87"/>
          <p:cNvCxnSpPr/>
          <p:nvPr/>
        </p:nvCxnSpPr>
        <p:spPr>
          <a:xfrm>
            <a:off x="1662475" y="3642400"/>
            <a:ext cx="2226300" cy="0"/>
          </a:xfrm>
          <a:prstGeom prst="straightConnector1">
            <a:avLst/>
          </a:prstGeom>
          <a:noFill/>
          <a:ln w="28575" cap="flat" cmpd="sng">
            <a:solidFill>
              <a:schemeClr val="dk1"/>
            </a:solidFill>
            <a:prstDash val="solid"/>
            <a:round/>
            <a:headEnd type="triangle" w="med" len="med"/>
            <a:tailEnd type="triangle" w="med" len="med"/>
          </a:ln>
        </p:spPr>
      </p:cxnSp>
      <p:sp>
        <p:nvSpPr>
          <p:cNvPr id="1392" name="Google Shape;1392;p87"/>
          <p:cNvSpPr txBox="1"/>
          <p:nvPr>
            <p:ph type="body" idx="1"/>
          </p:nvPr>
        </p:nvSpPr>
        <p:spPr>
          <a:xfrm>
            <a:off x="2245500" y="2449875"/>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17 m</a:t>
            </a:r>
            <a:endParaRPr sz="1800"/>
          </a:p>
        </p:txBody>
      </p:sp>
      <p:cxnSp>
        <p:nvCxnSpPr>
          <p:cNvPr id="1393" name="Google Shape;1393;p87"/>
          <p:cNvCxnSpPr/>
          <p:nvPr/>
        </p:nvCxnSpPr>
        <p:spPr>
          <a:xfrm rot="10800000" flipH="1">
            <a:off x="1622725" y="2262675"/>
            <a:ext cx="2189400" cy="1100400"/>
          </a:xfrm>
          <a:prstGeom prst="straightConnector1">
            <a:avLst/>
          </a:prstGeom>
          <a:noFill/>
          <a:ln w="28575" cap="flat" cmpd="sng">
            <a:solidFill>
              <a:schemeClr val="dk1"/>
            </a:solidFill>
            <a:prstDash val="solid"/>
            <a:round/>
            <a:headEnd type="triangle" w="med" len="med"/>
            <a:tailEnd type="triangle" w="med" len="med"/>
          </a:ln>
        </p:spPr>
      </p:cxnSp>
      <p:cxnSp>
        <p:nvCxnSpPr>
          <p:cNvPr id="1394" name="Google Shape;1394;p87"/>
          <p:cNvCxnSpPr/>
          <p:nvPr/>
        </p:nvCxnSpPr>
        <p:spPr>
          <a:xfrm rot="5400000">
            <a:off x="4299500" y="3392413"/>
            <a:ext cx="2226300" cy="0"/>
          </a:xfrm>
          <a:prstGeom prst="straightConnector1">
            <a:avLst/>
          </a:prstGeom>
          <a:noFill/>
          <a:ln w="28575" cap="flat" cmpd="sng">
            <a:solidFill>
              <a:schemeClr val="dk1"/>
            </a:solidFill>
            <a:prstDash val="solid"/>
            <a:round/>
            <a:headEnd type="triangle" w="med" len="med"/>
            <a:tailEnd type="triangle" w="med" len="med"/>
          </a:ln>
        </p:spPr>
      </p:cxnSp>
      <p:sp>
        <p:nvSpPr>
          <p:cNvPr id="1395" name="Google Shape;1395;p87"/>
          <p:cNvSpPr txBox="1"/>
          <p:nvPr>
            <p:ph type="body" idx="1"/>
          </p:nvPr>
        </p:nvSpPr>
        <p:spPr>
          <a:xfrm>
            <a:off x="4824000" y="3235300"/>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15 m</a:t>
            </a:r>
            <a:endParaRPr sz="1800"/>
          </a:p>
        </p:txBody>
      </p:sp>
      <p:cxnSp>
        <p:nvCxnSpPr>
          <p:cNvPr id="1396" name="Google Shape;1396;p87"/>
          <p:cNvCxnSpPr/>
          <p:nvPr/>
        </p:nvCxnSpPr>
        <p:spPr>
          <a:xfrm>
            <a:off x="5689125" y="2220500"/>
            <a:ext cx="1120500" cy="2210100"/>
          </a:xfrm>
          <a:prstGeom prst="straightConnector1">
            <a:avLst/>
          </a:prstGeom>
          <a:noFill/>
          <a:ln w="28575" cap="flat" cmpd="sng">
            <a:solidFill>
              <a:schemeClr val="dk1"/>
            </a:solidFill>
            <a:prstDash val="solid"/>
            <a:round/>
            <a:headEnd type="triangle" w="med" len="med"/>
            <a:tailEnd type="triangle" w="med" len="med"/>
          </a:ln>
        </p:spPr>
      </p:cxnSp>
      <p:sp>
        <p:nvSpPr>
          <p:cNvPr id="1397" name="Google Shape;1397;p87"/>
          <p:cNvSpPr txBox="1"/>
          <p:nvPr>
            <p:ph type="body" idx="1"/>
          </p:nvPr>
        </p:nvSpPr>
        <p:spPr>
          <a:xfrm>
            <a:off x="6315001" y="3115950"/>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17 m</a:t>
            </a:r>
            <a:endParaRPr sz="1800"/>
          </a:p>
        </p:txBody>
      </p:sp>
    </p:spTree>
  </p:cSld>
  <p:clrMapOvr>
    <a:masterClrMapping/>
  </p:clrMapOvr>
  <p:transition/>
  <p:timing/>
</p:sld>
</file>

<file path=ppt/slides/slide2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01" name="Shape 1401"/>
        <p:cNvGrpSpPr/>
        <p:nvPr/>
      </p:nvGrpSpPr>
      <p:grpSpPr>
        <a:xfrm>
          <a:off x="0" y="0"/>
          <a:ext cx="0" cy="0"/>
        </a:xfrm>
      </p:grpSpPr>
      <p:sp>
        <p:nvSpPr>
          <p:cNvPr id="1402" name="Google Shape;1402;p88"/>
          <p:cNvSpPr txBox="1"/>
          <p:nvPr>
            <p:ph type="body" idx="1"/>
          </p:nvPr>
        </p:nvSpPr>
        <p:spPr>
          <a:xfrm>
            <a:off x="324000" y="759300"/>
            <a:ext cx="8237700" cy="4218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We know it as</a:t>
            </a:r>
            <a:r>
              <a:rPr lang="en-GB" sz="1800">
                <a:solidFill>
                  <a:schemeClr val="accent5"/>
                </a:solidFill>
              </a:rPr>
              <a:t> RHS</a:t>
            </a:r>
            <a:r>
              <a:rPr lang="en-GB" sz="1800"/>
              <a:t> (right angle-</a:t>
            </a:r>
            <a:r>
              <a:rPr lang="en-GB" sz="1800" b="1"/>
              <a:t>hypotenuse</a:t>
            </a:r>
            <a:r>
              <a:rPr lang="en-GB" sz="1800"/>
              <a:t>-side).</a:t>
            </a:r>
            <a:endParaRPr sz="1800"/>
          </a:p>
          <a:p>
            <a:pPr marL="0" lvl="0" indent="0" algn="l" rtl="0">
              <a:spcBef>
                <a:spcPts val="1000"/>
              </a:spcBef>
              <a:spcAft>
                <a:spcPts val="1000"/>
              </a:spcAft>
              <a:buNone/>
            </a:pPr>
            <a:r>
              <a:rPr lang="en-GB" sz="1800"/>
              <a:t>Triangle ABC and triangle MNO are congruent. </a:t>
            </a:r>
            <a:br>
              <a:rPr lang="en-GB" sz="1800"/>
            </a:br>
            <a:r>
              <a:rPr lang="en-GB" sz="1800"/>
              <a:t>What is the length of BC?</a:t>
            </a:r>
            <a:endParaRPr sz="1800"/>
          </a:p>
        </p:txBody>
      </p:sp>
      <p:sp>
        <p:nvSpPr>
          <p:cNvPr id="1403" name="Google Shape;1403;p88"/>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grpSp>
        <p:nvGrpSpPr>
          <p:cNvPr id="1404" name="Google Shape;1404;p88"/>
          <p:cNvGrpSpPr/>
          <p:nvPr/>
        </p:nvGrpSpPr>
        <p:grpSpPr>
          <a:xfrm rot="-5400000">
            <a:off x="2228950" y="1833238"/>
            <a:ext cx="1093349" cy="2203935"/>
            <a:chOff x="1838320" y="1600198"/>
            <a:chExt cx="697200" cy="1968326"/>
          </a:xfrm>
        </p:grpSpPr>
        <p:sp>
          <p:nvSpPr>
            <p:cNvPr id="1405" name="Google Shape;1405;p88"/>
            <p:cNvSpPr/>
            <p:nvPr/>
          </p:nvSpPr>
          <p:spPr>
            <a:xfrm>
              <a:off x="1838320" y="1600198"/>
              <a:ext cx="6972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406" name="Google Shape;1406;p88"/>
            <p:cNvSpPr/>
            <p:nvPr/>
          </p:nvSpPr>
          <p:spPr>
            <a:xfrm>
              <a:off x="1839992" y="3372325"/>
              <a:ext cx="138900" cy="196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grpSp>
        <p:nvGrpSpPr>
          <p:cNvPr id="1407" name="Google Shape;1407;p88"/>
          <p:cNvGrpSpPr/>
          <p:nvPr/>
        </p:nvGrpSpPr>
        <p:grpSpPr>
          <a:xfrm>
            <a:off x="5581750" y="2061838"/>
            <a:ext cx="1093349" cy="2203935"/>
            <a:chOff x="1838320" y="1600198"/>
            <a:chExt cx="697200" cy="1968326"/>
          </a:xfrm>
        </p:grpSpPr>
        <p:sp>
          <p:nvSpPr>
            <p:cNvPr id="1408" name="Google Shape;1408;p88"/>
            <p:cNvSpPr/>
            <p:nvPr/>
          </p:nvSpPr>
          <p:spPr>
            <a:xfrm>
              <a:off x="1838320" y="1600198"/>
              <a:ext cx="6972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409" name="Google Shape;1409;p88"/>
            <p:cNvSpPr/>
            <p:nvPr/>
          </p:nvSpPr>
          <p:spPr>
            <a:xfrm>
              <a:off x="1839992" y="3372325"/>
              <a:ext cx="138900" cy="196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410" name="Google Shape;1410;p88"/>
          <p:cNvSpPr txBox="1"/>
          <p:nvPr/>
        </p:nvSpPr>
        <p:spPr>
          <a:xfrm>
            <a:off x="1422313" y="33652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411" name="Google Shape;1411;p88"/>
          <p:cNvSpPr txBox="1"/>
          <p:nvPr/>
        </p:nvSpPr>
        <p:spPr>
          <a:xfrm>
            <a:off x="3928513" y="33652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412" name="Google Shape;1412;p88"/>
          <p:cNvSpPr txBox="1"/>
          <p:nvPr/>
        </p:nvSpPr>
        <p:spPr>
          <a:xfrm>
            <a:off x="3877602" y="2111325"/>
            <a:ext cx="2475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413" name="Google Shape;1413;p88"/>
          <p:cNvSpPr txBox="1"/>
          <p:nvPr/>
        </p:nvSpPr>
        <p:spPr>
          <a:xfrm>
            <a:off x="5412638" y="17928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M</a:t>
            </a:r>
            <a:endParaRPr sz="1800">
              <a:solidFill>
                <a:schemeClr val="dk1"/>
              </a:solidFill>
              <a:latin typeface="Lexend"/>
              <a:ea typeface="Lexend"/>
              <a:cs typeface="Lexend"/>
              <a:sym typeface="Lexend"/>
            </a:endParaRPr>
          </a:p>
        </p:txBody>
      </p:sp>
      <p:sp>
        <p:nvSpPr>
          <p:cNvPr id="1414" name="Google Shape;1414;p88"/>
          <p:cNvSpPr txBox="1"/>
          <p:nvPr/>
        </p:nvSpPr>
        <p:spPr>
          <a:xfrm>
            <a:off x="5358264" y="42206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N</a:t>
            </a:r>
            <a:endParaRPr sz="1800">
              <a:solidFill>
                <a:schemeClr val="dk1"/>
              </a:solidFill>
              <a:latin typeface="Lexend"/>
              <a:ea typeface="Lexend"/>
              <a:cs typeface="Lexend"/>
              <a:sym typeface="Lexend"/>
            </a:endParaRPr>
          </a:p>
        </p:txBody>
      </p:sp>
      <p:sp>
        <p:nvSpPr>
          <p:cNvPr id="1415" name="Google Shape;1415;p88"/>
          <p:cNvSpPr txBox="1"/>
          <p:nvPr/>
        </p:nvSpPr>
        <p:spPr>
          <a:xfrm>
            <a:off x="6698163" y="42206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O</a:t>
            </a:r>
            <a:endParaRPr sz="1800">
              <a:solidFill>
                <a:schemeClr val="dk1"/>
              </a:solidFill>
              <a:latin typeface="Lexend"/>
              <a:ea typeface="Lexend"/>
              <a:cs typeface="Lexend"/>
              <a:sym typeface="Lexend"/>
            </a:endParaRPr>
          </a:p>
        </p:txBody>
      </p:sp>
      <p:sp>
        <p:nvSpPr>
          <p:cNvPr id="1416" name="Google Shape;1416;p88"/>
          <p:cNvSpPr txBox="1"/>
          <p:nvPr>
            <p:ph type="body" idx="1"/>
          </p:nvPr>
        </p:nvSpPr>
        <p:spPr>
          <a:xfrm>
            <a:off x="2245500" y="2449875"/>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35 cm</a:t>
            </a:r>
            <a:endParaRPr sz="1800"/>
          </a:p>
        </p:txBody>
      </p:sp>
      <p:cxnSp>
        <p:nvCxnSpPr>
          <p:cNvPr id="1417" name="Google Shape;1417;p88"/>
          <p:cNvCxnSpPr/>
          <p:nvPr/>
        </p:nvCxnSpPr>
        <p:spPr>
          <a:xfrm rot="10800000" flipH="1">
            <a:off x="1622725" y="2262675"/>
            <a:ext cx="2189400" cy="1100400"/>
          </a:xfrm>
          <a:prstGeom prst="straightConnector1">
            <a:avLst/>
          </a:prstGeom>
          <a:noFill/>
          <a:ln w="28575" cap="flat" cmpd="sng">
            <a:solidFill>
              <a:schemeClr val="dk1"/>
            </a:solidFill>
            <a:prstDash val="solid"/>
            <a:round/>
            <a:headEnd type="triangle" w="med" len="med"/>
            <a:tailEnd type="triangle" w="med" len="med"/>
          </a:ln>
        </p:spPr>
      </p:cxnSp>
      <p:cxnSp>
        <p:nvCxnSpPr>
          <p:cNvPr id="1418" name="Google Shape;1418;p88"/>
          <p:cNvCxnSpPr/>
          <p:nvPr/>
        </p:nvCxnSpPr>
        <p:spPr>
          <a:xfrm rot="10800000">
            <a:off x="5589000" y="4388300"/>
            <a:ext cx="1093500" cy="0"/>
          </a:xfrm>
          <a:prstGeom prst="straightConnector1">
            <a:avLst/>
          </a:prstGeom>
          <a:noFill/>
          <a:ln w="28575" cap="flat" cmpd="sng">
            <a:solidFill>
              <a:schemeClr val="dk1"/>
            </a:solidFill>
            <a:prstDash val="solid"/>
            <a:round/>
            <a:headEnd type="triangle" w="med" len="med"/>
            <a:tailEnd type="triangle" w="med" len="med"/>
          </a:ln>
        </p:spPr>
      </p:cxnSp>
      <p:sp>
        <p:nvSpPr>
          <p:cNvPr id="1419" name="Google Shape;1419;p88"/>
          <p:cNvSpPr txBox="1"/>
          <p:nvPr>
            <p:ph type="body" idx="1"/>
          </p:nvPr>
        </p:nvSpPr>
        <p:spPr>
          <a:xfrm>
            <a:off x="5813425" y="4425350"/>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12 cm</a:t>
            </a:r>
            <a:endParaRPr sz="1800"/>
          </a:p>
        </p:txBody>
      </p:sp>
      <p:cxnSp>
        <p:nvCxnSpPr>
          <p:cNvPr id="1420" name="Google Shape;1420;p88"/>
          <p:cNvCxnSpPr/>
          <p:nvPr/>
        </p:nvCxnSpPr>
        <p:spPr>
          <a:xfrm>
            <a:off x="5689125" y="1991900"/>
            <a:ext cx="1120500" cy="2210100"/>
          </a:xfrm>
          <a:prstGeom prst="straightConnector1">
            <a:avLst/>
          </a:prstGeom>
          <a:noFill/>
          <a:ln w="28575" cap="flat" cmpd="sng">
            <a:solidFill>
              <a:schemeClr val="dk1"/>
            </a:solidFill>
            <a:prstDash val="solid"/>
            <a:round/>
            <a:headEnd type="triangle" w="med" len="med"/>
            <a:tailEnd type="triangle" w="med" len="med"/>
          </a:ln>
        </p:spPr>
      </p:cxnSp>
      <p:sp>
        <p:nvSpPr>
          <p:cNvPr id="1421" name="Google Shape;1421;p88"/>
          <p:cNvSpPr txBox="1"/>
          <p:nvPr>
            <p:ph type="body" idx="1"/>
          </p:nvPr>
        </p:nvSpPr>
        <p:spPr>
          <a:xfrm>
            <a:off x="6315001" y="2887350"/>
            <a:ext cx="717900" cy="2772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35 cm</a:t>
            </a:r>
            <a:endParaRPr sz="1800"/>
          </a:p>
        </p:txBody>
      </p:sp>
      <p:sp>
        <p:nvSpPr>
          <p:cNvPr id="1422" name="Google Shape;1422;p88"/>
          <p:cNvSpPr txBox="1"/>
          <p:nvPr/>
        </p:nvSpPr>
        <p:spPr>
          <a:xfrm>
            <a:off x="3369600" y="1492313"/>
            <a:ext cx="767100" cy="3078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2000">
                <a:solidFill>
                  <a:schemeClr val="dk1"/>
                </a:solidFill>
                <a:latin typeface="Kalam"/>
                <a:ea typeface="Kalam"/>
                <a:cs typeface="Kalam"/>
                <a:sym typeface="Kalam"/>
              </a:rPr>
              <a:t>12 cm</a:t>
            </a:r>
            <a:endParaRPr sz="2000">
              <a:solidFill>
                <a:schemeClr val="dk1"/>
              </a:solidFill>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26" name="Shape 1426"/>
        <p:cNvGrpSpPr/>
        <p:nvPr/>
      </p:nvGrpSpPr>
      <p:grpSpPr>
        <a:xfrm>
          <a:off x="0" y="0"/>
          <a:ext cx="0" cy="0"/>
        </a:xfrm>
      </p:grpSpPr>
      <p:sp>
        <p:nvSpPr>
          <p:cNvPr id="1427" name="Google Shape;1427;p89"/>
          <p:cNvSpPr txBox="1"/>
          <p:nvPr>
            <p:ph type="body" idx="1"/>
          </p:nvPr>
        </p:nvSpPr>
        <p:spPr>
          <a:xfrm>
            <a:off x="324000" y="759300"/>
            <a:ext cx="8237700" cy="421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Are these two triangles congruent?</a:t>
            </a:r>
            <a:endParaRPr sz="1800"/>
          </a:p>
        </p:txBody>
      </p:sp>
      <p:sp>
        <p:nvSpPr>
          <p:cNvPr id="1428" name="Google Shape;1428;p89"/>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sp>
        <p:nvSpPr>
          <p:cNvPr id="1429" name="Google Shape;1429;p89"/>
          <p:cNvSpPr txBox="1"/>
          <p:nvPr/>
        </p:nvSpPr>
        <p:spPr>
          <a:xfrm>
            <a:off x="5300925" y="2647488"/>
            <a:ext cx="7671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21 cm</a:t>
            </a:r>
            <a:endParaRPr sz="1800">
              <a:solidFill>
                <a:schemeClr val="dk1"/>
              </a:solidFill>
              <a:latin typeface="Lexend"/>
              <a:ea typeface="Lexend"/>
              <a:cs typeface="Lexend"/>
              <a:sym typeface="Lexend"/>
            </a:endParaRPr>
          </a:p>
        </p:txBody>
      </p:sp>
      <p:sp>
        <p:nvSpPr>
          <p:cNvPr id="1430" name="Google Shape;1430;p89"/>
          <p:cNvSpPr/>
          <p:nvPr/>
        </p:nvSpPr>
        <p:spPr>
          <a:xfrm rot="7966938">
            <a:off x="1548830" y="1584680"/>
            <a:ext cx="1359512" cy="146863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431" name="Google Shape;1431;p89"/>
          <p:cNvSpPr/>
          <p:nvPr/>
        </p:nvSpPr>
        <p:spPr>
          <a:xfrm>
            <a:off x="904688" y="1990505"/>
            <a:ext cx="657000" cy="657000"/>
          </a:xfrm>
          <a:prstGeom prst="pie">
            <a:avLst>
              <a:gd name="adj1" fmla="val 18741600"/>
              <a:gd name="adj2" fmla="val 21585965"/>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432" name="Google Shape;1432;p89"/>
          <p:cNvSpPr/>
          <p:nvPr/>
        </p:nvSpPr>
        <p:spPr>
          <a:xfrm>
            <a:off x="2899439" y="1987442"/>
            <a:ext cx="657000" cy="657000"/>
          </a:xfrm>
          <a:prstGeom prst="pie">
            <a:avLst>
              <a:gd name="adj1" fmla="val 10788546"/>
              <a:gd name="adj2" fmla="val 13329367"/>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433" name="Google Shape;1433;p89"/>
          <p:cNvSpPr/>
          <p:nvPr/>
        </p:nvSpPr>
        <p:spPr>
          <a:xfrm rot="-5400000">
            <a:off x="4948661" y="1044751"/>
            <a:ext cx="1359600" cy="14685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434" name="Google Shape;1434;p89"/>
          <p:cNvSpPr/>
          <p:nvPr/>
        </p:nvSpPr>
        <p:spPr>
          <a:xfrm rot="-5400000">
            <a:off x="6147907" y="2240107"/>
            <a:ext cx="217800" cy="2196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1435" name="Google Shape;1435;p89"/>
          <p:cNvCxnSpPr/>
          <p:nvPr/>
        </p:nvCxnSpPr>
        <p:spPr>
          <a:xfrm>
            <a:off x="1227475" y="2458800"/>
            <a:ext cx="2002200" cy="0"/>
          </a:xfrm>
          <a:prstGeom prst="straightConnector1">
            <a:avLst/>
          </a:prstGeom>
          <a:noFill/>
          <a:ln w="28575" cap="flat" cmpd="sng">
            <a:solidFill>
              <a:schemeClr val="dk1"/>
            </a:solidFill>
            <a:prstDash val="solid"/>
            <a:round/>
            <a:headEnd type="triangle" w="med" len="med"/>
            <a:tailEnd type="triangle" w="med" len="med"/>
          </a:ln>
        </p:spPr>
      </p:cxnSp>
      <p:cxnSp>
        <p:nvCxnSpPr>
          <p:cNvPr id="1436" name="Google Shape;1436;p89"/>
          <p:cNvCxnSpPr/>
          <p:nvPr/>
        </p:nvCxnSpPr>
        <p:spPr>
          <a:xfrm rot="10800000" flipH="1">
            <a:off x="4799817" y="988022"/>
            <a:ext cx="1448100" cy="1380000"/>
          </a:xfrm>
          <a:prstGeom prst="straightConnector1">
            <a:avLst/>
          </a:prstGeom>
          <a:noFill/>
          <a:ln w="28575" cap="flat" cmpd="sng">
            <a:solidFill>
              <a:schemeClr val="dk1"/>
            </a:solidFill>
            <a:prstDash val="solid"/>
            <a:round/>
            <a:headEnd type="triangle" w="med" len="med"/>
            <a:tailEnd type="triangle" w="med" len="med"/>
          </a:ln>
        </p:spPr>
      </p:cxnSp>
      <p:cxnSp>
        <p:nvCxnSpPr>
          <p:cNvPr id="1437" name="Google Shape;1437;p89"/>
          <p:cNvCxnSpPr/>
          <p:nvPr/>
        </p:nvCxnSpPr>
        <p:spPr>
          <a:xfrm rot="10800000">
            <a:off x="2255017" y="1212914"/>
            <a:ext cx="1107900" cy="1020600"/>
          </a:xfrm>
          <a:prstGeom prst="straightConnector1">
            <a:avLst/>
          </a:prstGeom>
          <a:noFill/>
          <a:ln w="28575" cap="flat" cmpd="sng">
            <a:solidFill>
              <a:schemeClr val="dk1"/>
            </a:solidFill>
            <a:prstDash val="solid"/>
            <a:round/>
            <a:headEnd type="triangle" w="med" len="med"/>
            <a:tailEnd type="triangle" w="med" len="med"/>
          </a:ln>
        </p:spPr>
      </p:cxnSp>
      <p:cxnSp>
        <p:nvCxnSpPr>
          <p:cNvPr id="1438" name="Google Shape;1438;p89"/>
          <p:cNvCxnSpPr/>
          <p:nvPr/>
        </p:nvCxnSpPr>
        <p:spPr>
          <a:xfrm rot="10800000">
            <a:off x="4894200" y="2593150"/>
            <a:ext cx="1477200" cy="0"/>
          </a:xfrm>
          <a:prstGeom prst="straightConnector1">
            <a:avLst/>
          </a:prstGeom>
          <a:noFill/>
          <a:ln w="28575" cap="flat" cmpd="sng">
            <a:solidFill>
              <a:schemeClr val="dk1"/>
            </a:solidFill>
            <a:prstDash val="solid"/>
            <a:round/>
            <a:headEnd type="triangle" w="med" len="med"/>
            <a:tailEnd type="triangle" w="med" len="med"/>
          </a:ln>
        </p:spPr>
      </p:cxnSp>
      <p:sp>
        <p:nvSpPr>
          <p:cNvPr id="1439" name="Google Shape;1439;p89"/>
          <p:cNvSpPr txBox="1"/>
          <p:nvPr/>
        </p:nvSpPr>
        <p:spPr>
          <a:xfrm>
            <a:off x="4894200" y="1383963"/>
            <a:ext cx="7671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29 cm</a:t>
            </a:r>
            <a:endParaRPr sz="1800">
              <a:solidFill>
                <a:schemeClr val="dk1"/>
              </a:solidFill>
              <a:latin typeface="Lexend"/>
              <a:ea typeface="Lexend"/>
              <a:cs typeface="Lexend"/>
              <a:sym typeface="Lexend"/>
            </a:endParaRPr>
          </a:p>
        </p:txBody>
      </p:sp>
      <p:sp>
        <p:nvSpPr>
          <p:cNvPr id="1440" name="Google Shape;1440;p89"/>
          <p:cNvSpPr txBox="1"/>
          <p:nvPr/>
        </p:nvSpPr>
        <p:spPr>
          <a:xfrm>
            <a:off x="1847025" y="2458788"/>
            <a:ext cx="7671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29 cm</a:t>
            </a:r>
            <a:endParaRPr sz="1800">
              <a:solidFill>
                <a:schemeClr val="dk1"/>
              </a:solidFill>
              <a:latin typeface="Lexend"/>
              <a:ea typeface="Lexend"/>
              <a:cs typeface="Lexend"/>
              <a:sym typeface="Lexend"/>
            </a:endParaRPr>
          </a:p>
        </p:txBody>
      </p:sp>
      <p:sp>
        <p:nvSpPr>
          <p:cNvPr id="1441" name="Google Shape;1441;p89"/>
          <p:cNvSpPr txBox="1"/>
          <p:nvPr/>
        </p:nvSpPr>
        <p:spPr>
          <a:xfrm>
            <a:off x="2844400" y="1383963"/>
            <a:ext cx="7671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21 cm</a:t>
            </a:r>
            <a:endParaRPr sz="1800">
              <a:solidFill>
                <a:schemeClr val="dk1"/>
              </a:solidFill>
              <a:latin typeface="Lexend"/>
              <a:ea typeface="Lexend"/>
              <a:cs typeface="Lexend"/>
              <a:sym typeface="Lexend"/>
            </a:endParaRPr>
          </a:p>
        </p:txBody>
      </p:sp>
      <p:sp>
        <p:nvSpPr>
          <p:cNvPr id="1442" name="Google Shape;1442;p89"/>
          <p:cNvSpPr txBox="1"/>
          <p:nvPr/>
        </p:nvSpPr>
        <p:spPr>
          <a:xfrm>
            <a:off x="1577767" y="2006889"/>
            <a:ext cx="4440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46°</a:t>
            </a:r>
            <a:endParaRPr sz="1800">
              <a:solidFill>
                <a:schemeClr val="dk1"/>
              </a:solidFill>
              <a:latin typeface="Lexend"/>
              <a:ea typeface="Lexend"/>
              <a:cs typeface="Lexend"/>
              <a:sym typeface="Lexend"/>
            </a:endParaRPr>
          </a:p>
        </p:txBody>
      </p:sp>
      <p:sp>
        <p:nvSpPr>
          <p:cNvPr id="1443" name="Google Shape;1443;p89"/>
          <p:cNvSpPr txBox="1"/>
          <p:nvPr/>
        </p:nvSpPr>
        <p:spPr>
          <a:xfrm>
            <a:off x="2511606" y="2006889"/>
            <a:ext cx="4440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44°</a:t>
            </a:r>
            <a:endParaRPr sz="1800">
              <a:solidFill>
                <a:schemeClr val="dk1"/>
              </a:solidFill>
              <a:latin typeface="Lexend"/>
              <a:ea typeface="Lexend"/>
              <a:cs typeface="Lexend"/>
              <a:sym typeface="Lexend"/>
            </a:endParaRPr>
          </a:p>
        </p:txBody>
      </p:sp>
      <p:sp>
        <p:nvSpPr>
          <p:cNvPr id="1444" name="Google Shape;1444;p89"/>
          <p:cNvSpPr txBox="1"/>
          <p:nvPr>
            <p:ph type="body" idx="1"/>
          </p:nvPr>
        </p:nvSpPr>
        <p:spPr>
          <a:xfrm>
            <a:off x="324000" y="2979050"/>
            <a:ext cx="8237700" cy="421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000">
                <a:latin typeface="Kalam"/>
                <a:ea typeface="Kalam"/>
                <a:cs typeface="Kalam"/>
                <a:sym typeface="Kalam"/>
              </a:rPr>
              <a:t>At first glance, none of the criteria for congruence apply.</a:t>
            </a:r>
            <a:endParaRPr sz="2000">
              <a:latin typeface="Kalam"/>
              <a:ea typeface="Kalam"/>
              <a:cs typeface="Kalam"/>
              <a:sym typeface="Kalam"/>
            </a:endParaRPr>
          </a:p>
        </p:txBody>
      </p:sp>
      <p:sp>
        <p:nvSpPr>
          <p:cNvPr id="1445" name="Google Shape;1445;p89"/>
          <p:cNvSpPr txBox="1"/>
          <p:nvPr>
            <p:ph type="body" idx="1"/>
          </p:nvPr>
        </p:nvSpPr>
        <p:spPr>
          <a:xfrm>
            <a:off x="324000" y="3436250"/>
            <a:ext cx="8237700" cy="4218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∠ACB can be calculated using the sum of interior angles in a triangle.</a:t>
            </a:r>
            <a:br>
              <a:rPr lang="en-GB" sz="2000">
                <a:latin typeface="Kalam"/>
                <a:ea typeface="Kalam"/>
                <a:cs typeface="Kalam"/>
                <a:sym typeface="Kalam"/>
              </a:rPr>
            </a:br>
            <a:r>
              <a:rPr lang="en-GB" sz="2000">
                <a:latin typeface="Kalam"/>
                <a:ea typeface="Kalam"/>
                <a:cs typeface="Kalam"/>
                <a:sym typeface="Kalam"/>
              </a:rPr>
              <a:t>∠ACB = 180 - (46 + 44) = 90°</a:t>
            </a:r>
            <a:endParaRPr>
              <a:latin typeface="Kalam"/>
              <a:ea typeface="Kalam"/>
              <a:cs typeface="Kalam"/>
              <a:sym typeface="Kalam"/>
            </a:endParaRPr>
          </a:p>
          <a:p>
            <a:pPr marL="0" lvl="0" indent="0" algn="l" rtl="0">
              <a:spcBef>
                <a:spcPts val="1000"/>
              </a:spcBef>
              <a:spcAft>
                <a:spcPts val="1000"/>
              </a:spcAft>
              <a:buNone/>
            </a:pPr>
            <a:endParaRPr sz="2000">
              <a:latin typeface="Kalam"/>
              <a:ea typeface="Kalam"/>
              <a:cs typeface="Kalam"/>
              <a:sym typeface="Kalam"/>
            </a:endParaRPr>
          </a:p>
        </p:txBody>
      </p:sp>
      <p:sp>
        <p:nvSpPr>
          <p:cNvPr id="1446" name="Google Shape;1446;p89"/>
          <p:cNvSpPr txBox="1"/>
          <p:nvPr/>
        </p:nvSpPr>
        <p:spPr>
          <a:xfrm>
            <a:off x="984938" y="22113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447" name="Google Shape;1447;p89"/>
          <p:cNvSpPr txBox="1"/>
          <p:nvPr/>
        </p:nvSpPr>
        <p:spPr>
          <a:xfrm>
            <a:off x="3300947" y="221068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448" name="Google Shape;1448;p89"/>
          <p:cNvSpPr txBox="1"/>
          <p:nvPr/>
        </p:nvSpPr>
        <p:spPr>
          <a:xfrm>
            <a:off x="2072027" y="1010921"/>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449" name="Google Shape;1449;p89"/>
          <p:cNvSpPr txBox="1"/>
          <p:nvPr/>
        </p:nvSpPr>
        <p:spPr>
          <a:xfrm>
            <a:off x="4693797" y="236803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I</a:t>
            </a:r>
            <a:endParaRPr sz="1800">
              <a:solidFill>
                <a:schemeClr val="dk1"/>
              </a:solidFill>
              <a:latin typeface="Lexend"/>
              <a:ea typeface="Lexend"/>
              <a:cs typeface="Lexend"/>
              <a:sym typeface="Lexend"/>
            </a:endParaRPr>
          </a:p>
        </p:txBody>
      </p:sp>
      <p:sp>
        <p:nvSpPr>
          <p:cNvPr id="1450" name="Google Shape;1450;p89"/>
          <p:cNvSpPr txBox="1"/>
          <p:nvPr/>
        </p:nvSpPr>
        <p:spPr>
          <a:xfrm>
            <a:off x="6420001" y="2433150"/>
            <a:ext cx="276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J</a:t>
            </a:r>
            <a:endParaRPr sz="1800">
              <a:solidFill>
                <a:schemeClr val="dk1"/>
              </a:solidFill>
              <a:latin typeface="Lexend"/>
              <a:ea typeface="Lexend"/>
              <a:cs typeface="Lexend"/>
              <a:sym typeface="Lexend"/>
            </a:endParaRPr>
          </a:p>
        </p:txBody>
      </p:sp>
      <p:sp>
        <p:nvSpPr>
          <p:cNvPr id="1451" name="Google Shape;1451;p89"/>
          <p:cNvSpPr txBox="1"/>
          <p:nvPr/>
        </p:nvSpPr>
        <p:spPr>
          <a:xfrm>
            <a:off x="6362701" y="831600"/>
            <a:ext cx="2766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K</a:t>
            </a:r>
            <a:endParaRPr sz="1800">
              <a:solidFill>
                <a:schemeClr val="dk1"/>
              </a:solidFill>
              <a:latin typeface="Lexend"/>
              <a:ea typeface="Lexend"/>
              <a:cs typeface="Lexend"/>
              <a:sym typeface="Lexend"/>
            </a:endParaRPr>
          </a:p>
        </p:txBody>
      </p:sp>
      <p:sp>
        <p:nvSpPr>
          <p:cNvPr id="1452" name="Google Shape;1452;p89"/>
          <p:cNvSpPr txBox="1"/>
          <p:nvPr>
            <p:ph type="body" idx="1"/>
          </p:nvPr>
        </p:nvSpPr>
        <p:spPr>
          <a:xfrm>
            <a:off x="324000" y="4160928"/>
            <a:ext cx="8237700" cy="4218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So, triangle ABC and triangle IJK are both right-angled triangles, hence they are congruent by RHS.</a:t>
            </a:r>
            <a:endParaRPr>
              <a:latin typeface="Kalam"/>
              <a:ea typeface="Kalam"/>
              <a:cs typeface="Kalam"/>
              <a:sym typeface="Kalam"/>
            </a:endParaRPr>
          </a:p>
          <a:p>
            <a:pPr marL="0" lvl="0" indent="0" algn="l" rtl="0">
              <a:spcBef>
                <a:spcPts val="1000"/>
              </a:spcBef>
              <a:spcAft>
                <a:spcPts val="1000"/>
              </a:spcAft>
              <a:buNone/>
            </a:pPr>
            <a:endParaRPr sz="2000">
              <a:latin typeface="Kalam"/>
              <a:ea typeface="Kalam"/>
              <a:cs typeface="Kalam"/>
              <a:sym typeface="Kalam"/>
            </a:endParaRPr>
          </a:p>
        </p:txBody>
      </p:sp>
      <p:sp>
        <p:nvSpPr>
          <p:cNvPr id="1453" name="Google Shape;1453;p89"/>
          <p:cNvSpPr/>
          <p:nvPr/>
        </p:nvSpPr>
        <p:spPr>
          <a:xfrm rot="-2844133">
            <a:off x="2049817" y="1369258"/>
            <a:ext cx="217627" cy="219783"/>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44"/>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4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53"/>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p:stCondLst>
                              <p:cond delay="0"/>
                            </p:stCondLst>
                            <p:childTnLst>
                              <p:par>
                                <p:cTn id="15" presetID="1" presetClass="exit" presetSubtype="0" fill="hold" nodeType="clickEffect">
                                  <p:stCondLst>
                                    <p:cond delay="0"/>
                                  </p:stCondLst>
                                  <p:childTnLst>
                                    <p:set>
                                      <p:cBhvr>
                                        <p:cTn id="16" dur="1" fill="hold">
                                          <p:stCondLst>
                                            <p:cond delay="0"/>
                                          </p:stCondLst>
                                        </p:cTn>
                                        <p:tgtEl>
                                          <p:spTgt spid="1431"/>
                                        </p:tgtEl>
                                        <p:attrNameLst>
                                          <p:attrName>style.visibility</p:attrName>
                                        </p:attrNameLst>
                                      </p:cBhvr>
                                      <p:to>
                                        <p:strVal val="hidden"/>
                                      </p:to>
                                    </p:set>
                                  </p:childTnLst>
                                </p:cTn>
                              </p:par>
                              <p:par>
                                <p:cTn id="17" presetID="1" presetClass="exit" presetSubtype="0" fill="hold" nodeType="withEffect">
                                  <p:stCondLst>
                                    <p:cond delay="0"/>
                                  </p:stCondLst>
                                  <p:childTnLst>
                                    <p:set>
                                      <p:cBhvr>
                                        <p:cTn id="18" dur="1" fill="hold">
                                          <p:stCondLst>
                                            <p:cond delay="0"/>
                                          </p:stCondLst>
                                        </p:cTn>
                                        <p:tgtEl>
                                          <p:spTgt spid="1432"/>
                                        </p:tgtEl>
                                        <p:attrNameLst>
                                          <p:attrName>style.visibility</p:attrName>
                                        </p:attrNameLst>
                                      </p:cBhvr>
                                      <p:to>
                                        <p:strVal val="hidden"/>
                                      </p:to>
                                    </p:set>
                                  </p:childTnLst>
                                </p:cTn>
                              </p:par>
                              <p:par>
                                <p:cTn id="19" presetID="1" presetClass="exit" presetSubtype="0" fill="hold" nodeType="withEffect">
                                  <p:stCondLst>
                                    <p:cond delay="0"/>
                                  </p:stCondLst>
                                  <p:childTnLst>
                                    <p:set>
                                      <p:cBhvr>
                                        <p:cTn id="20" dur="1" fill="hold">
                                          <p:stCondLst>
                                            <p:cond delay="0"/>
                                          </p:stCondLst>
                                        </p:cTn>
                                        <p:tgtEl>
                                          <p:spTgt spid="1442"/>
                                        </p:tgtEl>
                                        <p:attrNameLst>
                                          <p:attrName>style.visibility</p:attrName>
                                        </p:attrNameLst>
                                      </p:cBhvr>
                                      <p:to>
                                        <p:strVal val="hidden"/>
                                      </p:to>
                                    </p:set>
                                  </p:childTnLst>
                                </p:cTn>
                              </p:par>
                              <p:par>
                                <p:cTn id="21" presetID="1" presetClass="exit" presetSubtype="0" fill="hold" nodeType="withEffect">
                                  <p:stCondLst>
                                    <p:cond delay="0"/>
                                  </p:stCondLst>
                                  <p:childTnLst>
                                    <p:set>
                                      <p:cBhvr>
                                        <p:cTn id="22" dur="1" fill="hold">
                                          <p:stCondLst>
                                            <p:cond delay="0"/>
                                          </p:stCondLst>
                                        </p:cTn>
                                        <p:tgtEl>
                                          <p:spTgt spid="1443"/>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145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57" name="Shape 1457"/>
        <p:cNvGrpSpPr/>
        <p:nvPr/>
      </p:nvGrpSpPr>
      <p:grpSpPr>
        <a:xfrm>
          <a:off x="0" y="0"/>
          <a:ext cx="0" cy="0"/>
        </a:xfrm>
      </p:grpSpPr>
      <p:sp>
        <p:nvSpPr>
          <p:cNvPr id="1458" name="Google Shape;1458;p90"/>
          <p:cNvSpPr txBox="1"/>
          <p:nvPr>
            <p:ph type="body" idx="1"/>
          </p:nvPr>
        </p:nvSpPr>
        <p:spPr>
          <a:xfrm>
            <a:off x="324000" y="759300"/>
            <a:ext cx="8237700" cy="4218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How do we know that triangle ABC and triangle DAC are congruent in this rectangle?</a:t>
            </a:r>
            <a:endParaRPr sz="1800"/>
          </a:p>
          <a:p>
            <a:pPr marL="0" lvl="0" indent="0" algn="l" rtl="0">
              <a:spcBef>
                <a:spcPts val="1000"/>
              </a:spcBef>
              <a:spcAft>
                <a:spcPts val="1000"/>
              </a:spcAft>
              <a:buNone/>
            </a:pPr>
            <a:endParaRPr sz="1800"/>
          </a:p>
        </p:txBody>
      </p:sp>
      <p:sp>
        <p:nvSpPr>
          <p:cNvPr id="1459" name="Google Shape;1459;p90"/>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sp>
        <p:nvSpPr>
          <p:cNvPr id="1460" name="Google Shape;1460;p90"/>
          <p:cNvSpPr/>
          <p:nvPr/>
        </p:nvSpPr>
        <p:spPr>
          <a:xfrm>
            <a:off x="1338625" y="2022475"/>
            <a:ext cx="2211600" cy="13386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1461" name="Google Shape;1461;p90"/>
          <p:cNvCxnSpPr/>
          <p:nvPr/>
        </p:nvCxnSpPr>
        <p:spPr>
          <a:xfrm>
            <a:off x="1353175" y="2029750"/>
            <a:ext cx="2197200" cy="1331400"/>
          </a:xfrm>
          <a:prstGeom prst="straightConnector1">
            <a:avLst/>
          </a:prstGeom>
          <a:noFill/>
          <a:ln w="38100" cap="flat" cmpd="sng">
            <a:solidFill>
              <a:schemeClr val="dk1"/>
            </a:solidFill>
            <a:prstDash val="solid"/>
            <a:round/>
            <a:headEnd type="none" w="med" len="med"/>
            <a:tailEnd type="none" w="med" len="med"/>
          </a:ln>
        </p:spPr>
      </p:cxnSp>
      <p:sp>
        <p:nvSpPr>
          <p:cNvPr id="1462" name="Google Shape;1462;p90"/>
          <p:cNvSpPr txBox="1"/>
          <p:nvPr/>
        </p:nvSpPr>
        <p:spPr>
          <a:xfrm>
            <a:off x="1138213" y="175256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463" name="Google Shape;1463;p90"/>
          <p:cNvSpPr txBox="1"/>
          <p:nvPr/>
        </p:nvSpPr>
        <p:spPr>
          <a:xfrm>
            <a:off x="1138213" y="330906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464" name="Google Shape;1464;p90"/>
          <p:cNvSpPr txBox="1"/>
          <p:nvPr/>
        </p:nvSpPr>
        <p:spPr>
          <a:xfrm>
            <a:off x="3564913" y="330906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465" name="Google Shape;1465;p90"/>
          <p:cNvSpPr txBox="1"/>
          <p:nvPr/>
        </p:nvSpPr>
        <p:spPr>
          <a:xfrm>
            <a:off x="3564913" y="175256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
        <p:nvSpPr>
          <p:cNvPr id="1466" name="Google Shape;1466;p90"/>
          <p:cNvSpPr txBox="1"/>
          <p:nvPr>
            <p:ph type="body" idx="1"/>
          </p:nvPr>
        </p:nvSpPr>
        <p:spPr>
          <a:xfrm>
            <a:off x="4263200" y="1292700"/>
            <a:ext cx="4600200" cy="4218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∠ABC = ∠ADC = 90° as it is a rectangle.</a:t>
            </a:r>
            <a:endParaRPr sz="2000">
              <a:latin typeface="Kalam"/>
              <a:ea typeface="Kalam"/>
              <a:cs typeface="Kalam"/>
              <a:sym typeface="Kalam"/>
            </a:endParaRPr>
          </a:p>
          <a:p>
            <a:pPr marL="0" lvl="0" indent="0" algn="l" rtl="0">
              <a:spcBef>
                <a:spcPts val="1000"/>
              </a:spcBef>
              <a:spcAft>
                <a:spcPts val="1000"/>
              </a:spcAft>
              <a:buNone/>
            </a:pPr>
            <a:endParaRPr sz="2000">
              <a:latin typeface="Kalam"/>
              <a:ea typeface="Kalam"/>
              <a:cs typeface="Kalam"/>
              <a:sym typeface="Kalam"/>
            </a:endParaRPr>
          </a:p>
        </p:txBody>
      </p:sp>
      <p:sp>
        <p:nvSpPr>
          <p:cNvPr id="1467" name="Google Shape;1467;p90"/>
          <p:cNvSpPr/>
          <p:nvPr/>
        </p:nvSpPr>
        <p:spPr>
          <a:xfrm>
            <a:off x="3349825" y="2022475"/>
            <a:ext cx="200400" cy="2004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468" name="Google Shape;1468;p90"/>
          <p:cNvSpPr/>
          <p:nvPr/>
        </p:nvSpPr>
        <p:spPr>
          <a:xfrm>
            <a:off x="1338625" y="3160750"/>
            <a:ext cx="200400" cy="2004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469" name="Google Shape;1469;p90"/>
          <p:cNvSpPr txBox="1"/>
          <p:nvPr>
            <p:ph type="body" idx="1"/>
          </p:nvPr>
        </p:nvSpPr>
        <p:spPr>
          <a:xfrm>
            <a:off x="4263200" y="1902300"/>
            <a:ext cx="4600200" cy="4218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AC is a shared edge and is the </a:t>
            </a:r>
            <a:r>
              <a:rPr lang="en-GB" sz="2000" b="1">
                <a:latin typeface="Kalam"/>
                <a:ea typeface="Kalam"/>
                <a:cs typeface="Kalam"/>
                <a:sym typeface="Kalam"/>
              </a:rPr>
              <a:t>hypotenuse</a:t>
            </a:r>
            <a:r>
              <a:rPr lang="en-GB" sz="2000">
                <a:latin typeface="Kalam"/>
                <a:ea typeface="Kalam"/>
                <a:cs typeface="Kalam"/>
                <a:sym typeface="Kalam"/>
              </a:rPr>
              <a:t> of each triangle.</a:t>
            </a:r>
            <a:endParaRPr sz="2000">
              <a:latin typeface="Kalam"/>
              <a:ea typeface="Kalam"/>
              <a:cs typeface="Kalam"/>
              <a:sym typeface="Kalam"/>
            </a:endParaRPr>
          </a:p>
          <a:p>
            <a:pPr marL="0" lvl="0" indent="0" algn="l" rtl="0">
              <a:spcBef>
                <a:spcPts val="1000"/>
              </a:spcBef>
              <a:spcAft>
                <a:spcPts val="1000"/>
              </a:spcAft>
              <a:buNone/>
            </a:pPr>
            <a:endParaRPr sz="2000">
              <a:latin typeface="Kalam"/>
              <a:ea typeface="Kalam"/>
              <a:cs typeface="Kalam"/>
              <a:sym typeface="Kalam"/>
            </a:endParaRPr>
          </a:p>
        </p:txBody>
      </p:sp>
      <p:cxnSp>
        <p:nvCxnSpPr>
          <p:cNvPr id="1470" name="Google Shape;1470;p90"/>
          <p:cNvCxnSpPr/>
          <p:nvPr/>
        </p:nvCxnSpPr>
        <p:spPr>
          <a:xfrm>
            <a:off x="1353175" y="2029750"/>
            <a:ext cx="2197200" cy="1331400"/>
          </a:xfrm>
          <a:prstGeom prst="straightConnector1">
            <a:avLst/>
          </a:prstGeom>
          <a:noFill/>
          <a:ln w="38100" cap="flat" cmpd="sng">
            <a:solidFill>
              <a:schemeClr val="accent5"/>
            </a:solidFill>
            <a:prstDash val="solid"/>
            <a:round/>
            <a:headEnd type="none" w="med" len="med"/>
            <a:tailEnd type="none" w="med" len="med"/>
          </a:ln>
        </p:spPr>
      </p:cxnSp>
      <p:sp>
        <p:nvSpPr>
          <p:cNvPr id="1471" name="Google Shape;1471;p90"/>
          <p:cNvSpPr txBox="1"/>
          <p:nvPr>
            <p:ph type="body" idx="1"/>
          </p:nvPr>
        </p:nvSpPr>
        <p:spPr>
          <a:xfrm>
            <a:off x="4263200" y="2816700"/>
            <a:ext cx="4600200" cy="4218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AB = CD as they are opposite sides of a rectangle.</a:t>
            </a:r>
            <a:endParaRPr sz="2000">
              <a:latin typeface="Kalam"/>
              <a:ea typeface="Kalam"/>
              <a:cs typeface="Kalam"/>
              <a:sym typeface="Kalam"/>
            </a:endParaRPr>
          </a:p>
          <a:p>
            <a:pPr marL="0" lvl="0" indent="0" algn="l" rtl="0">
              <a:spcBef>
                <a:spcPts val="1000"/>
              </a:spcBef>
              <a:spcAft>
                <a:spcPts val="1000"/>
              </a:spcAft>
              <a:buNone/>
            </a:pPr>
            <a:endParaRPr sz="2000">
              <a:latin typeface="Kalam"/>
              <a:ea typeface="Kalam"/>
              <a:cs typeface="Kalam"/>
              <a:sym typeface="Kalam"/>
            </a:endParaRPr>
          </a:p>
        </p:txBody>
      </p:sp>
      <p:cxnSp>
        <p:nvCxnSpPr>
          <p:cNvPr id="1472" name="Google Shape;1472;p90"/>
          <p:cNvCxnSpPr/>
          <p:nvPr/>
        </p:nvCxnSpPr>
        <p:spPr>
          <a:xfrm>
            <a:off x="3446425" y="2722800"/>
            <a:ext cx="218100" cy="0"/>
          </a:xfrm>
          <a:prstGeom prst="straightConnector1">
            <a:avLst/>
          </a:prstGeom>
          <a:noFill/>
          <a:ln w="38100" cap="flat" cmpd="sng">
            <a:solidFill>
              <a:schemeClr val="dk1"/>
            </a:solidFill>
            <a:prstDash val="solid"/>
            <a:round/>
            <a:headEnd type="none" w="med" len="med"/>
            <a:tailEnd type="none" w="med" len="med"/>
          </a:ln>
        </p:spPr>
      </p:cxnSp>
      <p:cxnSp>
        <p:nvCxnSpPr>
          <p:cNvPr id="1473" name="Google Shape;1473;p90"/>
          <p:cNvCxnSpPr/>
          <p:nvPr/>
        </p:nvCxnSpPr>
        <p:spPr>
          <a:xfrm>
            <a:off x="1228500" y="2722800"/>
            <a:ext cx="218100" cy="0"/>
          </a:xfrm>
          <a:prstGeom prst="straightConnector1">
            <a:avLst/>
          </a:prstGeom>
          <a:noFill/>
          <a:ln w="38100" cap="flat" cmpd="sng">
            <a:solidFill>
              <a:schemeClr val="dk1"/>
            </a:solidFill>
            <a:prstDash val="solid"/>
            <a:round/>
            <a:headEnd type="none" w="med" len="med"/>
            <a:tailEnd type="none" w="med" len="med"/>
          </a:ln>
        </p:spPr>
      </p:cxnSp>
      <p:sp>
        <p:nvSpPr>
          <p:cNvPr id="1474" name="Google Shape;1474;p90"/>
          <p:cNvSpPr txBox="1"/>
          <p:nvPr>
            <p:ph type="body" idx="1"/>
          </p:nvPr>
        </p:nvSpPr>
        <p:spPr>
          <a:xfrm>
            <a:off x="4263200" y="3731100"/>
            <a:ext cx="4600200" cy="4218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Hence, triangle ABC and triangle DAC are congruent by RHS.</a:t>
            </a:r>
            <a:endParaRPr sz="2000">
              <a:latin typeface="Kalam"/>
              <a:ea typeface="Kalam"/>
              <a:cs typeface="Kalam"/>
              <a:sym typeface="Kalam"/>
            </a:endParaRPr>
          </a:p>
          <a:p>
            <a:pPr marL="0" lvl="0" indent="0" algn="l" rtl="0">
              <a:spcBef>
                <a:spcPts val="1000"/>
              </a:spcBef>
              <a:spcAft>
                <a:spcPts val="1000"/>
              </a:spcAft>
              <a:buNone/>
            </a:pPr>
            <a:endParaRPr sz="2000">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6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6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6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7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6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47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73"/>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71"/>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478" name="Shape 1478"/>
        <p:cNvGrpSpPr/>
        <p:nvPr/>
      </p:nvGrpSpPr>
      <p:grpSpPr>
        <a:xfrm>
          <a:off x="0" y="0"/>
          <a:ext cx="0" cy="0"/>
        </a:xfrm>
      </p:grpSpPr>
      <p:sp>
        <p:nvSpPr>
          <p:cNvPr id="1479" name="Google Shape;1479;p91"/>
          <p:cNvSpPr txBox="1"/>
          <p:nvPr>
            <p:ph type="body" idx="1"/>
          </p:nvPr>
        </p:nvSpPr>
        <p:spPr>
          <a:xfrm>
            <a:off x="324000" y="759300"/>
            <a:ext cx="8237700" cy="404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000"/>
              <a:t>ABCD is a kite. </a:t>
            </a:r>
            <a:br>
              <a:rPr lang="en-GB" sz="2000"/>
            </a:br>
            <a:r>
              <a:rPr lang="en-GB" sz="2000"/>
              <a:t>Prove that triangle DAC and triangle ABC are congruent by RHS.</a:t>
            </a:r>
            <a:endParaRPr sz="2000"/>
          </a:p>
        </p:txBody>
      </p:sp>
      <p:sp>
        <p:nvSpPr>
          <p:cNvPr id="1480" name="Google Shape;1480;p91"/>
          <p:cNvSpPr txBox="1"/>
          <p:nvPr>
            <p:ph type="title"/>
          </p:nvPr>
        </p:nvSpPr>
        <p:spPr>
          <a:xfrm>
            <a:off x="324000" y="0"/>
            <a:ext cx="7885200" cy="6135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Justifying congruence by RHS</a:t>
            </a:r>
            <a:endParaRPr/>
          </a:p>
        </p:txBody>
      </p:sp>
      <p:grpSp>
        <p:nvGrpSpPr>
          <p:cNvPr id="1481" name="Google Shape;1481;p91"/>
          <p:cNvGrpSpPr/>
          <p:nvPr/>
        </p:nvGrpSpPr>
        <p:grpSpPr>
          <a:xfrm rot="1604614">
            <a:off x="968801" y="2689999"/>
            <a:ext cx="2099868" cy="1056849"/>
            <a:chOff x="1425925" y="2004250"/>
            <a:chExt cx="3324900" cy="1673400"/>
          </a:xfrm>
        </p:grpSpPr>
        <p:sp>
          <p:nvSpPr>
            <p:cNvPr id="1482" name="Google Shape;1482;p91"/>
            <p:cNvSpPr/>
            <p:nvPr/>
          </p:nvSpPr>
          <p:spPr>
            <a:xfrm rot="10800000" flipH="1">
              <a:off x="1425925" y="2004250"/>
              <a:ext cx="3324900" cy="16734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483" name="Google Shape;1483;p91"/>
            <p:cNvSpPr/>
            <p:nvPr/>
          </p:nvSpPr>
          <p:spPr>
            <a:xfrm>
              <a:off x="1425925" y="2004250"/>
              <a:ext cx="196500" cy="1965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484" name="Google Shape;1484;p91"/>
          <p:cNvSpPr txBox="1"/>
          <p:nvPr/>
        </p:nvSpPr>
        <p:spPr>
          <a:xfrm>
            <a:off x="1243497" y="1963130"/>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grpSp>
        <p:nvGrpSpPr>
          <p:cNvPr id="1485" name="Google Shape;1485;p91"/>
          <p:cNvGrpSpPr/>
          <p:nvPr/>
        </p:nvGrpSpPr>
        <p:grpSpPr>
          <a:xfrm rot="9195386" flipH="1">
            <a:off x="968801" y="2689999"/>
            <a:ext cx="2099868" cy="1056849"/>
            <a:chOff x="1425925" y="2004250"/>
            <a:chExt cx="3324900" cy="1673400"/>
          </a:xfrm>
        </p:grpSpPr>
        <p:sp>
          <p:nvSpPr>
            <p:cNvPr id="1486" name="Google Shape;1486;p91"/>
            <p:cNvSpPr/>
            <p:nvPr/>
          </p:nvSpPr>
          <p:spPr>
            <a:xfrm rot="10800000" flipH="1">
              <a:off x="1425925" y="2004250"/>
              <a:ext cx="3324900" cy="16734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487" name="Google Shape;1487;p91"/>
            <p:cNvSpPr/>
            <p:nvPr/>
          </p:nvSpPr>
          <p:spPr>
            <a:xfrm>
              <a:off x="1425925" y="2004250"/>
              <a:ext cx="196500" cy="196500"/>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488" name="Google Shape;1488;p91"/>
          <p:cNvSpPr txBox="1"/>
          <p:nvPr/>
        </p:nvSpPr>
        <p:spPr>
          <a:xfrm>
            <a:off x="1243497" y="4220046"/>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489" name="Google Shape;1489;p91"/>
          <p:cNvSpPr txBox="1"/>
          <p:nvPr/>
        </p:nvSpPr>
        <p:spPr>
          <a:xfrm>
            <a:off x="604813" y="304796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490" name="Google Shape;1490;p91"/>
          <p:cNvSpPr txBox="1"/>
          <p:nvPr/>
        </p:nvSpPr>
        <p:spPr>
          <a:xfrm>
            <a:off x="3224697" y="3077046"/>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491" name="Google Shape;1491;p91"/>
          <p:cNvSpPr txBox="1"/>
          <p:nvPr>
            <p:ph type="body" idx="1"/>
          </p:nvPr>
        </p:nvSpPr>
        <p:spPr>
          <a:xfrm>
            <a:off x="324000" y="1475975"/>
            <a:ext cx="1864800" cy="404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000"/>
              <a:t>Fill the blanks.</a:t>
            </a:r>
            <a:endParaRPr sz="2000"/>
          </a:p>
        </p:txBody>
      </p:sp>
      <p:sp>
        <p:nvSpPr>
          <p:cNvPr id="1492" name="Google Shape;1492;p91"/>
          <p:cNvSpPr txBox="1"/>
          <p:nvPr>
            <p:ph type="body" idx="1"/>
          </p:nvPr>
        </p:nvSpPr>
        <p:spPr>
          <a:xfrm>
            <a:off x="3739050" y="1947725"/>
            <a:ext cx="4695300" cy="404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000"/>
              <a:t>∠ADC = ∠ABC = </a:t>
            </a:r>
            <a:r>
              <a:rPr lang="en-GB" sz="2000">
                <a:solidFill>
                  <a:srgbClr val="E6F2F2"/>
                </a:solidFill>
              </a:rPr>
              <a:t>90</a:t>
            </a:r>
            <a:r>
              <a:rPr lang="en-GB" sz="2000"/>
              <a:t>    ° as they are given in the diagram.</a:t>
            </a:r>
            <a:endParaRPr sz="2000"/>
          </a:p>
        </p:txBody>
      </p:sp>
      <p:cxnSp>
        <p:nvCxnSpPr>
          <p:cNvPr id="1493" name="Google Shape;1493;p91"/>
          <p:cNvCxnSpPr/>
          <p:nvPr/>
        </p:nvCxnSpPr>
        <p:spPr>
          <a:xfrm>
            <a:off x="5711613" y="2224900"/>
            <a:ext cx="567000" cy="0"/>
          </a:xfrm>
          <a:prstGeom prst="straightConnector1">
            <a:avLst/>
          </a:prstGeom>
          <a:noFill/>
          <a:ln w="38100" cap="flat" cmpd="sng">
            <a:solidFill>
              <a:schemeClr val="dk1"/>
            </a:solidFill>
            <a:prstDash val="solid"/>
            <a:round/>
            <a:headEnd type="none" w="med" len="med"/>
            <a:tailEnd type="none" w="med" len="med"/>
          </a:ln>
        </p:spPr>
      </p:cxnSp>
      <p:sp>
        <p:nvSpPr>
          <p:cNvPr id="1494" name="Google Shape;1494;p91"/>
          <p:cNvSpPr txBox="1"/>
          <p:nvPr>
            <p:ph type="body" idx="1"/>
          </p:nvPr>
        </p:nvSpPr>
        <p:spPr>
          <a:xfrm>
            <a:off x="3739050" y="2785925"/>
            <a:ext cx="5080800" cy="404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000"/>
              <a:t>AC is the </a:t>
            </a:r>
            <a:r>
              <a:rPr lang="en-GB" sz="2000">
                <a:solidFill>
                  <a:srgbClr val="E6F2F2"/>
                </a:solidFill>
              </a:rPr>
              <a:t>hypotenuse</a:t>
            </a:r>
            <a:r>
              <a:rPr lang="en-GB" sz="2000"/>
              <a:t> of both triangles. </a:t>
            </a:r>
            <a:endParaRPr sz="2000"/>
          </a:p>
        </p:txBody>
      </p:sp>
      <p:cxnSp>
        <p:nvCxnSpPr>
          <p:cNvPr id="1495" name="Google Shape;1495;p91"/>
          <p:cNvCxnSpPr/>
          <p:nvPr/>
        </p:nvCxnSpPr>
        <p:spPr>
          <a:xfrm>
            <a:off x="4918788" y="3049450"/>
            <a:ext cx="1392300" cy="0"/>
          </a:xfrm>
          <a:prstGeom prst="straightConnector1">
            <a:avLst/>
          </a:prstGeom>
          <a:noFill/>
          <a:ln w="38100" cap="flat" cmpd="sng">
            <a:solidFill>
              <a:schemeClr val="dk1"/>
            </a:solidFill>
            <a:prstDash val="solid"/>
            <a:round/>
            <a:headEnd type="none" w="med" len="med"/>
            <a:tailEnd type="none" w="med" len="med"/>
          </a:ln>
        </p:spPr>
      </p:cxnSp>
      <p:sp>
        <p:nvSpPr>
          <p:cNvPr id="1496" name="Google Shape;1496;p91"/>
          <p:cNvSpPr txBox="1"/>
          <p:nvPr>
            <p:ph type="body" idx="1"/>
          </p:nvPr>
        </p:nvSpPr>
        <p:spPr>
          <a:xfrm>
            <a:off x="3739050" y="3319325"/>
            <a:ext cx="4695300" cy="404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000"/>
              <a:t>DC =         as they are adjacent sides on a kite.</a:t>
            </a:r>
            <a:endParaRPr sz="2000"/>
          </a:p>
        </p:txBody>
      </p:sp>
      <p:cxnSp>
        <p:nvCxnSpPr>
          <p:cNvPr id="1497" name="Google Shape;1497;p91"/>
          <p:cNvCxnSpPr/>
          <p:nvPr/>
        </p:nvCxnSpPr>
        <p:spPr>
          <a:xfrm>
            <a:off x="4351788" y="3598825"/>
            <a:ext cx="567000" cy="0"/>
          </a:xfrm>
          <a:prstGeom prst="straightConnector1">
            <a:avLst/>
          </a:prstGeom>
          <a:noFill/>
          <a:ln w="38100" cap="flat" cmpd="sng">
            <a:solidFill>
              <a:schemeClr val="dk1"/>
            </a:solidFill>
            <a:prstDash val="solid"/>
            <a:round/>
            <a:headEnd type="none" w="med" len="med"/>
            <a:tailEnd type="none" w="med" len="med"/>
          </a:ln>
        </p:spPr>
      </p:cxnSp>
      <p:sp>
        <p:nvSpPr>
          <p:cNvPr id="1498" name="Google Shape;1498;p91"/>
          <p:cNvSpPr txBox="1"/>
          <p:nvPr>
            <p:ph type="body" idx="1"/>
          </p:nvPr>
        </p:nvSpPr>
        <p:spPr>
          <a:xfrm>
            <a:off x="3739050" y="4081325"/>
            <a:ext cx="4695300" cy="404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000"/>
              <a:t>Hence, triangle DAC and triangle ABC are congruent by RHS.</a:t>
            </a:r>
            <a:endParaRPr sz="2000"/>
          </a:p>
        </p:txBody>
      </p:sp>
      <p:sp>
        <p:nvSpPr>
          <p:cNvPr id="1499" name="Google Shape;1499;p91"/>
          <p:cNvSpPr txBox="1"/>
          <p:nvPr>
            <p:ph type="body" idx="1"/>
          </p:nvPr>
        </p:nvSpPr>
        <p:spPr>
          <a:xfrm>
            <a:off x="5830725" y="1905400"/>
            <a:ext cx="328800" cy="3195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000">
                <a:latin typeface="Kalam"/>
                <a:ea typeface="Kalam"/>
                <a:cs typeface="Kalam"/>
                <a:sym typeface="Kalam"/>
              </a:rPr>
              <a:t>90</a:t>
            </a:r>
            <a:endParaRPr sz="2000">
              <a:latin typeface="Kalam"/>
              <a:ea typeface="Kalam"/>
              <a:cs typeface="Kalam"/>
              <a:sym typeface="Kalam"/>
            </a:endParaRPr>
          </a:p>
        </p:txBody>
      </p:sp>
      <p:sp>
        <p:nvSpPr>
          <p:cNvPr id="1500" name="Google Shape;1500;p91"/>
          <p:cNvSpPr txBox="1"/>
          <p:nvPr>
            <p:ph type="body" idx="1"/>
          </p:nvPr>
        </p:nvSpPr>
        <p:spPr>
          <a:xfrm>
            <a:off x="4976566" y="2768903"/>
            <a:ext cx="1382400" cy="3195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000" b="1">
                <a:latin typeface="Kalam"/>
                <a:ea typeface="Kalam"/>
                <a:cs typeface="Kalam"/>
                <a:sym typeface="Kalam"/>
              </a:rPr>
              <a:t>hypotenuse</a:t>
            </a:r>
            <a:endParaRPr sz="2000" b="1">
              <a:latin typeface="Kalam"/>
              <a:ea typeface="Kalam"/>
              <a:cs typeface="Kalam"/>
              <a:sym typeface="Kalam"/>
            </a:endParaRPr>
          </a:p>
        </p:txBody>
      </p:sp>
      <p:sp>
        <p:nvSpPr>
          <p:cNvPr id="1501" name="Google Shape;1501;p91"/>
          <p:cNvSpPr txBox="1"/>
          <p:nvPr>
            <p:ph type="body" idx="1"/>
          </p:nvPr>
        </p:nvSpPr>
        <p:spPr>
          <a:xfrm>
            <a:off x="4470900" y="3319325"/>
            <a:ext cx="328800" cy="3195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2000">
                <a:latin typeface="Kalam"/>
                <a:ea typeface="Kalam"/>
                <a:cs typeface="Kalam"/>
                <a:sym typeface="Kalam"/>
              </a:rPr>
              <a:t>BC</a:t>
            </a:r>
            <a:endParaRPr sz="2000">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99"/>
                                        </p:tgtEl>
                                        <p:attrNameLst>
                                          <p:attrName>style.visibility</p:attrName>
                                        </p:attrNameLst>
                                      </p:cBhvr>
                                      <p:to>
                                        <p:strVal val="visible"/>
                                      </p:to>
                                    </p:set>
                                  </p:childTnLst>
                                </p:cTn>
                              </p:par>
                              <p:par>
                                <p:cTn id="7" presetID="1" presetClass="exit" presetSubtype="0" fill="hold" nodeType="withEffect">
                                  <p:stCondLst>
                                    <p:cond delay="0"/>
                                  </p:stCondLst>
                                  <p:childTnLst>
                                    <p:set>
                                      <p:cBhvr>
                                        <p:cTn id="8" dur="1" fill="hold">
                                          <p:stCondLst>
                                            <p:cond delay="0"/>
                                          </p:stCondLst>
                                        </p:cTn>
                                        <p:tgtEl>
                                          <p:spTgt spid="1493"/>
                                        </p:tgtEl>
                                        <p:attrNameLst>
                                          <p:attrName>style.visibility</p:attrName>
                                        </p:attrNameLst>
                                      </p:cBhvr>
                                      <p:to>
                                        <p:strVal val="hidden"/>
                                      </p:to>
                                    </p:set>
                                  </p:childTnLst>
                                </p:cTn>
                              </p:par>
                            </p:childTnLst>
                          </p:cTn>
                        </p:par>
                      </p:childTnLst>
                    </p:cTn>
                  </p:par>
                  <p:par>
                    <p:cTn id="9" fill="hold" nodeType="clickPar">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00"/>
                                        </p:tgtEl>
                                        <p:attrNameLst>
                                          <p:attrName>style.visibility</p:attrName>
                                        </p:attrNameLst>
                                      </p:cBhvr>
                                      <p:to>
                                        <p:strVal val="visible"/>
                                      </p:to>
                                    </p:set>
                                  </p:childTnLst>
                                </p:cTn>
                              </p:par>
                              <p:par>
                                <p:cTn id="13" presetID="1" presetClass="exit" presetSubtype="0" fill="hold" nodeType="withEffect">
                                  <p:stCondLst>
                                    <p:cond delay="0"/>
                                  </p:stCondLst>
                                  <p:childTnLst>
                                    <p:set>
                                      <p:cBhvr>
                                        <p:cTn id="14" dur="1" fill="hold">
                                          <p:stCondLst>
                                            <p:cond delay="0"/>
                                          </p:stCondLst>
                                        </p:cTn>
                                        <p:tgtEl>
                                          <p:spTgt spid="1495"/>
                                        </p:tgtEl>
                                        <p:attrNameLst>
                                          <p:attrName>style.visibility</p:attrName>
                                        </p:attrNameLst>
                                      </p:cBhvr>
                                      <p:to>
                                        <p:strVal val="hidden"/>
                                      </p:to>
                                    </p:set>
                                  </p:childTnLst>
                                </p:cTn>
                              </p:par>
                            </p:childTnLst>
                          </p:cTn>
                        </p:par>
                      </p:childTnLst>
                    </p:cTn>
                  </p:par>
                  <p:par>
                    <p:cTn id="15" fill="hold" nodeType="clickPar">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501"/>
                                        </p:tgtEl>
                                        <p:attrNameLst>
                                          <p:attrName>style.visibility</p:attrName>
                                        </p:attrNameLst>
                                      </p:cBhvr>
                                      <p:to>
                                        <p:strVal val="visible"/>
                                      </p:to>
                                    </p:set>
                                  </p:childTnLst>
                                </p:cTn>
                              </p:par>
                              <p:par>
                                <p:cTn id="19" presetID="1" presetClass="exit" presetSubtype="0" fill="hold" nodeType="withEffect">
                                  <p:stCondLst>
                                    <p:cond delay="0"/>
                                  </p:stCondLst>
                                  <p:childTnLst>
                                    <p:set>
                                      <p:cBhvr>
                                        <p:cTn id="20" dur="1" fill="hold">
                                          <p:stCondLst>
                                            <p:cond delay="0"/>
                                          </p:stCondLst>
                                        </p:cTn>
                                        <p:tgtEl>
                                          <p:spTgt spid="149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05" name="Shape 1505"/>
        <p:cNvGrpSpPr/>
        <p:nvPr/>
      </p:nvGrpSpPr>
      <p:grpSpPr>
        <a:xfrm>
          <a:off x="0" y="0"/>
          <a:ext cx="0" cy="0"/>
        </a:xfrm>
      </p:grpSpPr>
      <p:sp>
        <p:nvSpPr>
          <p:cNvPr id="1506" name="Google Shape;1506;p92"/>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Justifying congruence by RHS</a:t>
            </a:r>
            <a:endParaRPr/>
          </a:p>
        </p:txBody>
      </p:sp>
      <p:sp>
        <p:nvSpPr>
          <p:cNvPr id="1507" name="Google Shape;1507;p92"/>
          <p:cNvSpPr txBox="1"/>
          <p:nvPr>
            <p:ph type="body" idx="1"/>
          </p:nvPr>
        </p:nvSpPr>
        <p:spPr>
          <a:xfrm>
            <a:off x="324000" y="759300"/>
            <a:ext cx="8237700" cy="382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 Use RHS to prove the following pairs of triangles are congruent.</a:t>
            </a:r>
            <a:endParaRPr sz="1800"/>
          </a:p>
        </p:txBody>
      </p:sp>
      <p:sp>
        <p:nvSpPr>
          <p:cNvPr id="1508" name="Google Shape;1508;p92"/>
          <p:cNvSpPr txBox="1"/>
          <p:nvPr>
            <p:ph type="body" idx="1"/>
          </p:nvPr>
        </p:nvSpPr>
        <p:spPr>
          <a:xfrm>
            <a:off x="324000" y="1202550"/>
            <a:ext cx="330300" cy="382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a) </a:t>
            </a:r>
            <a:endParaRPr sz="1800"/>
          </a:p>
        </p:txBody>
      </p:sp>
      <p:sp>
        <p:nvSpPr>
          <p:cNvPr id="1509" name="Google Shape;1509;p92"/>
          <p:cNvSpPr txBox="1"/>
          <p:nvPr>
            <p:ph type="body" idx="1"/>
          </p:nvPr>
        </p:nvSpPr>
        <p:spPr>
          <a:xfrm>
            <a:off x="324000" y="3107550"/>
            <a:ext cx="330300" cy="382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b) </a:t>
            </a:r>
            <a:endParaRPr sz="1800"/>
          </a:p>
        </p:txBody>
      </p:sp>
      <p:grpSp>
        <p:nvGrpSpPr>
          <p:cNvPr id="1510" name="Google Shape;1510;p92"/>
          <p:cNvGrpSpPr/>
          <p:nvPr/>
        </p:nvGrpSpPr>
        <p:grpSpPr>
          <a:xfrm rot="-5400000">
            <a:off x="1985584" y="1047703"/>
            <a:ext cx="980403" cy="1976199"/>
            <a:chOff x="1838320" y="1600198"/>
            <a:chExt cx="697200" cy="1968326"/>
          </a:xfrm>
        </p:grpSpPr>
        <p:sp>
          <p:nvSpPr>
            <p:cNvPr id="1511" name="Google Shape;1511;p92"/>
            <p:cNvSpPr/>
            <p:nvPr/>
          </p:nvSpPr>
          <p:spPr>
            <a:xfrm>
              <a:off x="1838320" y="1600198"/>
              <a:ext cx="6972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512" name="Google Shape;1512;p92"/>
            <p:cNvSpPr/>
            <p:nvPr/>
          </p:nvSpPr>
          <p:spPr>
            <a:xfrm>
              <a:off x="1839992" y="3372325"/>
              <a:ext cx="138900" cy="196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513" name="Google Shape;1513;p92"/>
          <p:cNvSpPr txBox="1"/>
          <p:nvPr/>
        </p:nvSpPr>
        <p:spPr>
          <a:xfrm>
            <a:off x="1262374" y="2421348"/>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514" name="Google Shape;1514;p92"/>
          <p:cNvSpPr txBox="1"/>
          <p:nvPr/>
        </p:nvSpPr>
        <p:spPr>
          <a:xfrm flipH="1">
            <a:off x="3485164" y="2555082"/>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515" name="Google Shape;1515;p92"/>
          <p:cNvSpPr txBox="1"/>
          <p:nvPr/>
        </p:nvSpPr>
        <p:spPr>
          <a:xfrm>
            <a:off x="3464051" y="1296975"/>
            <a:ext cx="2220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516" name="Google Shape;1516;p92"/>
          <p:cNvSpPr txBox="1"/>
          <p:nvPr>
            <p:ph type="body" idx="4294967295"/>
          </p:nvPr>
        </p:nvSpPr>
        <p:spPr>
          <a:xfrm>
            <a:off x="1780322" y="1600550"/>
            <a:ext cx="8640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35 cm</a:t>
            </a:r>
            <a:endParaRPr sz="1800"/>
          </a:p>
        </p:txBody>
      </p:sp>
      <p:cxnSp>
        <p:nvCxnSpPr>
          <p:cNvPr id="1517" name="Google Shape;1517;p92"/>
          <p:cNvCxnSpPr/>
          <p:nvPr/>
        </p:nvCxnSpPr>
        <p:spPr>
          <a:xfrm rot="10800000" flipH="1">
            <a:off x="1442085" y="1432732"/>
            <a:ext cx="1963200" cy="986700"/>
          </a:xfrm>
          <a:prstGeom prst="straightConnector1">
            <a:avLst/>
          </a:prstGeom>
          <a:noFill/>
          <a:ln w="28575" cap="flat" cmpd="sng">
            <a:solidFill>
              <a:schemeClr val="dk1"/>
            </a:solidFill>
            <a:prstDash val="solid"/>
            <a:round/>
            <a:headEnd type="triangle" w="med" len="med"/>
            <a:tailEnd type="triangle" w="med" len="med"/>
          </a:ln>
        </p:spPr>
      </p:cxnSp>
      <p:cxnSp>
        <p:nvCxnSpPr>
          <p:cNvPr id="1518" name="Google Shape;1518;p92"/>
          <p:cNvCxnSpPr>
            <a:endCxn id="1515" idx="2"/>
          </p:cNvCxnSpPr>
          <p:nvPr/>
        </p:nvCxnSpPr>
        <p:spPr>
          <a:xfrm rot="10800000">
            <a:off x="3575051" y="1574175"/>
            <a:ext cx="11100" cy="968100"/>
          </a:xfrm>
          <a:prstGeom prst="straightConnector1">
            <a:avLst/>
          </a:prstGeom>
          <a:noFill/>
          <a:ln w="28575" cap="flat" cmpd="sng">
            <a:solidFill>
              <a:schemeClr val="dk1"/>
            </a:solidFill>
            <a:prstDash val="solid"/>
            <a:round/>
            <a:headEnd type="triangle" w="med" len="med"/>
            <a:tailEnd type="triangle" w="med" len="med"/>
          </a:ln>
        </p:spPr>
      </p:cxnSp>
      <p:sp>
        <p:nvSpPr>
          <p:cNvPr id="1519" name="Google Shape;1519;p92"/>
          <p:cNvSpPr txBox="1"/>
          <p:nvPr>
            <p:ph type="body" idx="4294967295"/>
          </p:nvPr>
        </p:nvSpPr>
        <p:spPr>
          <a:xfrm>
            <a:off x="3623753" y="1849124"/>
            <a:ext cx="6438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12 cm</a:t>
            </a:r>
            <a:endParaRPr sz="1800"/>
          </a:p>
        </p:txBody>
      </p:sp>
      <p:grpSp>
        <p:nvGrpSpPr>
          <p:cNvPr id="1520" name="Google Shape;1520;p92"/>
          <p:cNvGrpSpPr/>
          <p:nvPr/>
        </p:nvGrpSpPr>
        <p:grpSpPr>
          <a:xfrm rot="5400000" flipH="1">
            <a:off x="6148486" y="1047703"/>
            <a:ext cx="980403" cy="1976199"/>
            <a:chOff x="1838320" y="1600198"/>
            <a:chExt cx="697200" cy="1968326"/>
          </a:xfrm>
        </p:grpSpPr>
        <p:sp>
          <p:nvSpPr>
            <p:cNvPr id="1521" name="Google Shape;1521;p92"/>
            <p:cNvSpPr/>
            <p:nvPr/>
          </p:nvSpPr>
          <p:spPr>
            <a:xfrm>
              <a:off x="1838320" y="1600198"/>
              <a:ext cx="6972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522" name="Google Shape;1522;p92"/>
            <p:cNvSpPr/>
            <p:nvPr/>
          </p:nvSpPr>
          <p:spPr>
            <a:xfrm>
              <a:off x="1839992" y="3372325"/>
              <a:ext cx="138900" cy="196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523" name="Google Shape;1523;p92"/>
          <p:cNvSpPr txBox="1"/>
          <p:nvPr/>
        </p:nvSpPr>
        <p:spPr>
          <a:xfrm flipH="1">
            <a:off x="7672399" y="2421348"/>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M</a:t>
            </a:r>
            <a:endParaRPr sz="1800">
              <a:solidFill>
                <a:schemeClr val="dk1"/>
              </a:solidFill>
              <a:latin typeface="Lexend"/>
              <a:ea typeface="Lexend"/>
              <a:cs typeface="Lexend"/>
              <a:sym typeface="Lexend"/>
            </a:endParaRPr>
          </a:p>
        </p:txBody>
      </p:sp>
      <p:sp>
        <p:nvSpPr>
          <p:cNvPr id="1524" name="Google Shape;1524;p92"/>
          <p:cNvSpPr txBox="1"/>
          <p:nvPr/>
        </p:nvSpPr>
        <p:spPr>
          <a:xfrm>
            <a:off x="5449608" y="2555082"/>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L</a:t>
            </a:r>
            <a:endParaRPr sz="1800">
              <a:solidFill>
                <a:schemeClr val="dk1"/>
              </a:solidFill>
              <a:latin typeface="Lexend"/>
              <a:ea typeface="Lexend"/>
              <a:cs typeface="Lexend"/>
              <a:sym typeface="Lexend"/>
            </a:endParaRPr>
          </a:p>
        </p:txBody>
      </p:sp>
      <p:sp>
        <p:nvSpPr>
          <p:cNvPr id="1525" name="Google Shape;1525;p92"/>
          <p:cNvSpPr txBox="1"/>
          <p:nvPr/>
        </p:nvSpPr>
        <p:spPr>
          <a:xfrm flipH="1">
            <a:off x="5428422" y="1296975"/>
            <a:ext cx="2220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K</a:t>
            </a:r>
            <a:endParaRPr sz="1800">
              <a:solidFill>
                <a:schemeClr val="dk1"/>
              </a:solidFill>
              <a:latin typeface="Lexend"/>
              <a:ea typeface="Lexend"/>
              <a:cs typeface="Lexend"/>
              <a:sym typeface="Lexend"/>
            </a:endParaRPr>
          </a:p>
        </p:txBody>
      </p:sp>
      <p:sp>
        <p:nvSpPr>
          <p:cNvPr id="1526" name="Google Shape;1526;p92"/>
          <p:cNvSpPr txBox="1"/>
          <p:nvPr>
            <p:ph type="body" idx="4294967295"/>
          </p:nvPr>
        </p:nvSpPr>
        <p:spPr>
          <a:xfrm flipH="1">
            <a:off x="6470302" y="1600550"/>
            <a:ext cx="8007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0.35 m</a:t>
            </a:r>
            <a:endParaRPr sz="1800"/>
          </a:p>
        </p:txBody>
      </p:sp>
      <p:cxnSp>
        <p:nvCxnSpPr>
          <p:cNvPr id="1527" name="Google Shape;1527;p92"/>
          <p:cNvCxnSpPr/>
          <p:nvPr/>
        </p:nvCxnSpPr>
        <p:spPr>
          <a:xfrm rot="10800000">
            <a:off x="5709188" y="1432732"/>
            <a:ext cx="1963200" cy="986700"/>
          </a:xfrm>
          <a:prstGeom prst="straightConnector1">
            <a:avLst/>
          </a:prstGeom>
          <a:noFill/>
          <a:ln w="28575" cap="flat" cmpd="sng">
            <a:solidFill>
              <a:schemeClr val="dk1"/>
            </a:solidFill>
            <a:prstDash val="solid"/>
            <a:round/>
            <a:headEnd type="triangle" w="med" len="med"/>
            <a:tailEnd type="triangle" w="med" len="med"/>
          </a:ln>
        </p:spPr>
      </p:cxnSp>
      <p:cxnSp>
        <p:nvCxnSpPr>
          <p:cNvPr id="1528" name="Google Shape;1528;p92"/>
          <p:cNvCxnSpPr>
            <a:endCxn id="1525" idx="2"/>
          </p:cNvCxnSpPr>
          <p:nvPr/>
        </p:nvCxnSpPr>
        <p:spPr>
          <a:xfrm rot="10800000" flipH="1">
            <a:off x="5528322" y="1574175"/>
            <a:ext cx="11100" cy="968100"/>
          </a:xfrm>
          <a:prstGeom prst="straightConnector1">
            <a:avLst/>
          </a:prstGeom>
          <a:noFill/>
          <a:ln w="28575" cap="flat" cmpd="sng">
            <a:solidFill>
              <a:schemeClr val="dk1"/>
            </a:solidFill>
            <a:prstDash val="solid"/>
            <a:round/>
            <a:headEnd type="triangle" w="med" len="med"/>
            <a:tailEnd type="triangle" w="med" len="med"/>
          </a:ln>
        </p:spPr>
      </p:cxnSp>
      <p:sp>
        <p:nvSpPr>
          <p:cNvPr id="1529" name="Google Shape;1529;p92"/>
          <p:cNvSpPr txBox="1"/>
          <p:nvPr>
            <p:ph type="body" idx="4294967295"/>
          </p:nvPr>
        </p:nvSpPr>
        <p:spPr>
          <a:xfrm flipH="1">
            <a:off x="4556088" y="1849124"/>
            <a:ext cx="8640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120 mm</a:t>
            </a:r>
            <a:endParaRPr sz="1800"/>
          </a:p>
        </p:txBody>
      </p:sp>
      <p:sp>
        <p:nvSpPr>
          <p:cNvPr id="1530" name="Google Shape;1530;p92"/>
          <p:cNvSpPr/>
          <p:nvPr/>
        </p:nvSpPr>
        <p:spPr>
          <a:xfrm rot="4157116">
            <a:off x="1919265" y="3227355"/>
            <a:ext cx="963486" cy="1228761"/>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531" name="Google Shape;1531;p92"/>
          <p:cNvSpPr/>
          <p:nvPr/>
        </p:nvSpPr>
        <p:spPr>
          <a:xfrm rot="9718274">
            <a:off x="4911446" y="3472658"/>
            <a:ext cx="963507" cy="1228767"/>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532" name="Google Shape;1532;p92"/>
          <p:cNvSpPr/>
          <p:nvPr/>
        </p:nvSpPr>
        <p:spPr>
          <a:xfrm rot="-1270881">
            <a:off x="1688192" y="3571436"/>
            <a:ext cx="180172" cy="180172"/>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1533" name="Google Shape;1533;p92"/>
          <p:cNvCxnSpPr/>
          <p:nvPr/>
        </p:nvCxnSpPr>
        <p:spPr>
          <a:xfrm>
            <a:off x="4637885" y="3727482"/>
            <a:ext cx="1327500" cy="904500"/>
          </a:xfrm>
          <a:prstGeom prst="straightConnector1">
            <a:avLst/>
          </a:prstGeom>
          <a:noFill/>
          <a:ln w="28575" cap="flat" cmpd="sng">
            <a:solidFill>
              <a:schemeClr val="dk1"/>
            </a:solidFill>
            <a:prstDash val="solid"/>
            <a:round/>
            <a:headEnd type="triangle" w="med" len="med"/>
            <a:tailEnd type="triangle" w="med" len="med"/>
          </a:ln>
        </p:spPr>
      </p:cxnSp>
      <p:cxnSp>
        <p:nvCxnSpPr>
          <p:cNvPr id="1534" name="Google Shape;1534;p92"/>
          <p:cNvCxnSpPr/>
          <p:nvPr/>
        </p:nvCxnSpPr>
        <p:spPr>
          <a:xfrm>
            <a:off x="5774410" y="3315957"/>
            <a:ext cx="413100" cy="1184400"/>
          </a:xfrm>
          <a:prstGeom prst="straightConnector1">
            <a:avLst/>
          </a:prstGeom>
          <a:noFill/>
          <a:ln w="28575" cap="flat" cmpd="sng">
            <a:solidFill>
              <a:schemeClr val="dk1"/>
            </a:solidFill>
            <a:prstDash val="solid"/>
            <a:round/>
            <a:headEnd type="triangle" w="med" len="med"/>
            <a:tailEnd type="triangle" w="med" len="med"/>
          </a:ln>
        </p:spPr>
      </p:cxnSp>
      <p:cxnSp>
        <p:nvCxnSpPr>
          <p:cNvPr id="1535" name="Google Shape;1535;p92"/>
          <p:cNvCxnSpPr/>
          <p:nvPr/>
        </p:nvCxnSpPr>
        <p:spPr>
          <a:xfrm rot="10800000" flipH="1">
            <a:off x="4664518" y="3211279"/>
            <a:ext cx="974400" cy="342900"/>
          </a:xfrm>
          <a:prstGeom prst="straightConnector1">
            <a:avLst/>
          </a:prstGeom>
          <a:noFill/>
          <a:ln w="28575" cap="flat" cmpd="sng">
            <a:solidFill>
              <a:schemeClr val="dk1"/>
            </a:solidFill>
            <a:prstDash val="solid"/>
            <a:round/>
            <a:headEnd type="triangle" w="med" len="med"/>
            <a:tailEnd type="triangle" w="med" len="med"/>
          </a:ln>
        </p:spPr>
      </p:cxnSp>
      <p:cxnSp>
        <p:nvCxnSpPr>
          <p:cNvPr id="1536" name="Google Shape;1536;p92"/>
          <p:cNvCxnSpPr/>
          <p:nvPr/>
        </p:nvCxnSpPr>
        <p:spPr>
          <a:xfrm rot="-10175359" flipH="1">
            <a:off x="2218091" y="3154421"/>
            <a:ext cx="581066" cy="1513240"/>
          </a:xfrm>
          <a:prstGeom prst="straightConnector1">
            <a:avLst/>
          </a:prstGeom>
          <a:noFill/>
          <a:ln w="28575" cap="flat" cmpd="sng">
            <a:solidFill>
              <a:schemeClr val="dk1"/>
            </a:solidFill>
            <a:prstDash val="solid"/>
            <a:round/>
            <a:headEnd type="triangle" w="med" len="med"/>
            <a:tailEnd type="triangle" w="med" len="med"/>
          </a:ln>
        </p:spPr>
      </p:cxnSp>
      <p:cxnSp>
        <p:nvCxnSpPr>
          <p:cNvPr id="1537" name="Google Shape;1537;p92"/>
          <p:cNvCxnSpPr/>
          <p:nvPr/>
        </p:nvCxnSpPr>
        <p:spPr>
          <a:xfrm rot="625035">
            <a:off x="1464390" y="3695230"/>
            <a:ext cx="506041" cy="843733"/>
          </a:xfrm>
          <a:prstGeom prst="straightConnector1">
            <a:avLst/>
          </a:prstGeom>
          <a:noFill/>
          <a:ln w="28575" cap="flat" cmpd="sng">
            <a:solidFill>
              <a:schemeClr val="dk1"/>
            </a:solidFill>
            <a:prstDash val="solid"/>
            <a:round/>
            <a:headEnd type="triangle" w="med" len="med"/>
            <a:tailEnd type="triangle" w="med" len="med"/>
          </a:ln>
        </p:spPr>
      </p:cxnSp>
      <p:sp>
        <p:nvSpPr>
          <p:cNvPr id="1538" name="Google Shape;1538;p92"/>
          <p:cNvSpPr/>
          <p:nvPr/>
        </p:nvSpPr>
        <p:spPr>
          <a:xfrm>
            <a:off x="4495793" y="3396357"/>
            <a:ext cx="506100" cy="506100"/>
          </a:xfrm>
          <a:prstGeom prst="pie">
            <a:avLst>
              <a:gd name="adj1" fmla="val 20527770"/>
              <a:gd name="adj2" fmla="val 2055687"/>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539" name="Google Shape;1539;p92"/>
          <p:cNvSpPr/>
          <p:nvPr/>
        </p:nvSpPr>
        <p:spPr>
          <a:xfrm rot="-7817292">
            <a:off x="5779447" y="4256186"/>
            <a:ext cx="506161" cy="506161"/>
          </a:xfrm>
          <a:prstGeom prst="pie">
            <a:avLst>
              <a:gd name="adj1" fmla="val 20579834"/>
              <a:gd name="adj2" fmla="val 1383288"/>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540" name="Google Shape;1540;p92"/>
          <p:cNvSpPr txBox="1"/>
          <p:nvPr>
            <p:ph type="body" idx="4294967295"/>
          </p:nvPr>
        </p:nvSpPr>
        <p:spPr>
          <a:xfrm>
            <a:off x="1161248" y="4023050"/>
            <a:ext cx="8640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9 cm</a:t>
            </a:r>
            <a:endParaRPr sz="1800"/>
          </a:p>
        </p:txBody>
      </p:sp>
      <p:sp>
        <p:nvSpPr>
          <p:cNvPr id="1541" name="Google Shape;1541;p92"/>
          <p:cNvSpPr txBox="1"/>
          <p:nvPr>
            <p:ph type="body" idx="4294967295"/>
          </p:nvPr>
        </p:nvSpPr>
        <p:spPr>
          <a:xfrm>
            <a:off x="2569025" y="3926750"/>
            <a:ext cx="9744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15 cm</a:t>
            </a:r>
            <a:endParaRPr sz="1800"/>
          </a:p>
        </p:txBody>
      </p:sp>
      <p:sp>
        <p:nvSpPr>
          <p:cNvPr id="1542" name="Google Shape;1542;p92"/>
          <p:cNvSpPr txBox="1"/>
          <p:nvPr>
            <p:ph type="body" idx="4294967295"/>
          </p:nvPr>
        </p:nvSpPr>
        <p:spPr>
          <a:xfrm>
            <a:off x="4664525" y="4111725"/>
            <a:ext cx="9744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15 cm</a:t>
            </a:r>
            <a:endParaRPr sz="1800"/>
          </a:p>
        </p:txBody>
      </p:sp>
      <p:sp>
        <p:nvSpPr>
          <p:cNvPr id="1543" name="Google Shape;1543;p92"/>
          <p:cNvSpPr txBox="1"/>
          <p:nvPr>
            <p:ph type="body" idx="4294967295"/>
          </p:nvPr>
        </p:nvSpPr>
        <p:spPr>
          <a:xfrm>
            <a:off x="4745050" y="3067238"/>
            <a:ext cx="9744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9 cm</a:t>
            </a:r>
            <a:endParaRPr sz="1800"/>
          </a:p>
        </p:txBody>
      </p:sp>
      <p:sp>
        <p:nvSpPr>
          <p:cNvPr id="1544" name="Google Shape;1544;p92"/>
          <p:cNvSpPr txBox="1"/>
          <p:nvPr>
            <p:ph type="body" idx="4294967295"/>
          </p:nvPr>
        </p:nvSpPr>
        <p:spPr>
          <a:xfrm>
            <a:off x="6041350" y="3632038"/>
            <a:ext cx="9744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12 cm</a:t>
            </a:r>
            <a:endParaRPr sz="1800"/>
          </a:p>
        </p:txBody>
      </p:sp>
      <p:sp>
        <p:nvSpPr>
          <p:cNvPr id="1545" name="Google Shape;1545;p92"/>
          <p:cNvSpPr txBox="1"/>
          <p:nvPr/>
        </p:nvSpPr>
        <p:spPr>
          <a:xfrm>
            <a:off x="5491962" y="3904080"/>
            <a:ext cx="4440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53°</a:t>
            </a:r>
            <a:endParaRPr sz="1800">
              <a:solidFill>
                <a:schemeClr val="dk1"/>
              </a:solidFill>
              <a:latin typeface="Lexend"/>
              <a:ea typeface="Lexend"/>
              <a:cs typeface="Lexend"/>
              <a:sym typeface="Lexend"/>
            </a:endParaRPr>
          </a:p>
        </p:txBody>
      </p:sp>
      <p:sp>
        <p:nvSpPr>
          <p:cNvPr id="1546" name="Google Shape;1546;p92"/>
          <p:cNvSpPr txBox="1"/>
          <p:nvPr/>
        </p:nvSpPr>
        <p:spPr>
          <a:xfrm>
            <a:off x="5027491" y="3552164"/>
            <a:ext cx="4440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37°</a:t>
            </a:r>
            <a:endParaRPr sz="1800">
              <a:solidFill>
                <a:schemeClr val="dk1"/>
              </a:solidFill>
              <a:latin typeface="Lexend"/>
              <a:ea typeface="Lexend"/>
              <a:cs typeface="Lexend"/>
              <a:sym typeface="Lexend"/>
            </a:endParaRPr>
          </a:p>
        </p:txBody>
      </p:sp>
      <p:sp>
        <p:nvSpPr>
          <p:cNvPr id="1547" name="Google Shape;1547;p92"/>
          <p:cNvSpPr txBox="1"/>
          <p:nvPr/>
        </p:nvSpPr>
        <p:spPr>
          <a:xfrm>
            <a:off x="1468399" y="3353498"/>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
        <p:nvSpPr>
          <p:cNvPr id="1548" name="Google Shape;1548;p92"/>
          <p:cNvSpPr txBox="1"/>
          <p:nvPr/>
        </p:nvSpPr>
        <p:spPr>
          <a:xfrm>
            <a:off x="2859007" y="2889653"/>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F</a:t>
            </a:r>
            <a:endParaRPr sz="1800">
              <a:solidFill>
                <a:schemeClr val="dk1"/>
              </a:solidFill>
              <a:latin typeface="Lexend"/>
              <a:ea typeface="Lexend"/>
              <a:cs typeface="Lexend"/>
              <a:sym typeface="Lexend"/>
            </a:endParaRPr>
          </a:p>
        </p:txBody>
      </p:sp>
      <p:sp>
        <p:nvSpPr>
          <p:cNvPr id="1549" name="Google Shape;1549;p92"/>
          <p:cNvSpPr txBox="1"/>
          <p:nvPr/>
        </p:nvSpPr>
        <p:spPr>
          <a:xfrm>
            <a:off x="1901333" y="4501386"/>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E</a:t>
            </a:r>
            <a:endParaRPr sz="1800">
              <a:solidFill>
                <a:schemeClr val="dk1"/>
              </a:solidFill>
              <a:latin typeface="Lexend"/>
              <a:ea typeface="Lexend"/>
              <a:cs typeface="Lexend"/>
              <a:sym typeface="Lexend"/>
            </a:endParaRPr>
          </a:p>
        </p:txBody>
      </p:sp>
      <p:sp>
        <p:nvSpPr>
          <p:cNvPr id="1550" name="Google Shape;1550;p92"/>
          <p:cNvSpPr txBox="1"/>
          <p:nvPr/>
        </p:nvSpPr>
        <p:spPr>
          <a:xfrm>
            <a:off x="4418329" y="3490515"/>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M</a:t>
            </a:r>
            <a:endParaRPr sz="1800">
              <a:solidFill>
                <a:schemeClr val="dk1"/>
              </a:solidFill>
              <a:latin typeface="Lexend"/>
              <a:ea typeface="Lexend"/>
              <a:cs typeface="Lexend"/>
              <a:sym typeface="Lexend"/>
            </a:endParaRPr>
          </a:p>
        </p:txBody>
      </p:sp>
      <p:sp>
        <p:nvSpPr>
          <p:cNvPr id="1551" name="Google Shape;1551;p92"/>
          <p:cNvSpPr txBox="1"/>
          <p:nvPr/>
        </p:nvSpPr>
        <p:spPr>
          <a:xfrm>
            <a:off x="5700299" y="3000236"/>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O</a:t>
            </a:r>
            <a:endParaRPr sz="1800">
              <a:solidFill>
                <a:schemeClr val="dk1"/>
              </a:solidFill>
              <a:latin typeface="Lexend"/>
              <a:ea typeface="Lexend"/>
              <a:cs typeface="Lexend"/>
              <a:sym typeface="Lexend"/>
            </a:endParaRPr>
          </a:p>
        </p:txBody>
      </p:sp>
      <p:sp>
        <p:nvSpPr>
          <p:cNvPr id="1552" name="Google Shape;1552;p92"/>
          <p:cNvSpPr txBox="1"/>
          <p:nvPr/>
        </p:nvSpPr>
        <p:spPr>
          <a:xfrm>
            <a:off x="6077099" y="4500361"/>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N</a:t>
            </a:r>
            <a:endParaRPr sz="1800">
              <a:solidFill>
                <a:schemeClr val="dk1"/>
              </a:solidFill>
              <a:latin typeface="Lexend"/>
              <a:ea typeface="Lexend"/>
              <a:cs typeface="Lexend"/>
              <a:sym typeface="Lexend"/>
            </a:endParaRPr>
          </a:p>
        </p:txBody>
      </p:sp>
    </p:spTree>
  </p:cSld>
  <p:clrMapOvr>
    <a:masterClrMapping/>
  </p:clrMapOvr>
  <p:transition/>
  <p:timing/>
</p:sld>
</file>

<file path=ppt/slides/slide3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56" name="Shape 1556"/>
        <p:cNvGrpSpPr/>
        <p:nvPr/>
      </p:nvGrpSpPr>
      <p:grpSpPr>
        <a:xfrm>
          <a:off x="0" y="0"/>
          <a:ext cx="0" cy="0"/>
        </a:xfrm>
      </p:grpSpPr>
      <p:sp>
        <p:nvSpPr>
          <p:cNvPr id="1557" name="Google Shape;1557;p93"/>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Justifying congruence by RHS</a:t>
            </a:r>
            <a:endParaRPr/>
          </a:p>
        </p:txBody>
      </p:sp>
      <p:sp>
        <p:nvSpPr>
          <p:cNvPr id="1558" name="Google Shape;1558;p93"/>
          <p:cNvSpPr txBox="1"/>
          <p:nvPr>
            <p:ph type="body" idx="1"/>
          </p:nvPr>
        </p:nvSpPr>
        <p:spPr>
          <a:xfrm>
            <a:off x="324000" y="759300"/>
            <a:ext cx="8237700" cy="3828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2) Triangle TUV is isosceles, where TU = TV. </a:t>
            </a:r>
            <a:br>
              <a:rPr lang="en-GB" sz="1800"/>
            </a:br>
            <a:r>
              <a:rPr lang="en-GB" sz="1800"/>
              <a:t>TW is perpendicular to UV.</a:t>
            </a:r>
            <a:endParaRPr sz="1800"/>
          </a:p>
          <a:p>
            <a:pPr marL="0" lvl="0" indent="0" algn="l" rtl="0">
              <a:spcBef>
                <a:spcPts val="1000"/>
              </a:spcBef>
              <a:spcAft>
                <a:spcPts val="1000"/>
              </a:spcAft>
              <a:buNone/>
            </a:pPr>
            <a:r>
              <a:rPr lang="en-GB" sz="1800"/>
              <a:t>Prove triangles TUW and TWV are congruent by RHS.</a:t>
            </a:r>
            <a:endParaRPr sz="1800"/>
          </a:p>
        </p:txBody>
      </p:sp>
      <p:sp>
        <p:nvSpPr>
          <p:cNvPr id="1559" name="Google Shape;1559;p93"/>
          <p:cNvSpPr/>
          <p:nvPr/>
        </p:nvSpPr>
        <p:spPr>
          <a:xfrm>
            <a:off x="974300" y="2160000"/>
            <a:ext cx="1956000" cy="2283000"/>
          </a:xfrm>
          <a:prstGeom prst="triangle">
            <a:avLst>
              <a:gd name="adj" fmla="val 50000"/>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560" name="Google Shape;1560;p93"/>
          <p:cNvSpPr txBox="1"/>
          <p:nvPr/>
        </p:nvSpPr>
        <p:spPr>
          <a:xfrm>
            <a:off x="1906074" y="1846423"/>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T</a:t>
            </a:r>
            <a:endParaRPr sz="1800">
              <a:solidFill>
                <a:schemeClr val="dk1"/>
              </a:solidFill>
              <a:latin typeface="Lexend"/>
              <a:ea typeface="Lexend"/>
              <a:cs typeface="Lexend"/>
              <a:sym typeface="Lexend"/>
            </a:endParaRPr>
          </a:p>
        </p:txBody>
      </p:sp>
      <p:sp>
        <p:nvSpPr>
          <p:cNvPr id="1561" name="Google Shape;1561;p93"/>
          <p:cNvSpPr txBox="1"/>
          <p:nvPr/>
        </p:nvSpPr>
        <p:spPr>
          <a:xfrm>
            <a:off x="764249" y="4354623"/>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U</a:t>
            </a:r>
            <a:endParaRPr sz="1800">
              <a:solidFill>
                <a:schemeClr val="dk1"/>
              </a:solidFill>
              <a:latin typeface="Lexend"/>
              <a:ea typeface="Lexend"/>
              <a:cs typeface="Lexend"/>
              <a:sym typeface="Lexend"/>
            </a:endParaRPr>
          </a:p>
        </p:txBody>
      </p:sp>
      <p:sp>
        <p:nvSpPr>
          <p:cNvPr id="1562" name="Google Shape;1562;p93"/>
          <p:cNvSpPr txBox="1"/>
          <p:nvPr/>
        </p:nvSpPr>
        <p:spPr>
          <a:xfrm>
            <a:off x="2996999" y="4319998"/>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V</a:t>
            </a:r>
            <a:endParaRPr sz="1800">
              <a:solidFill>
                <a:schemeClr val="dk1"/>
              </a:solidFill>
              <a:latin typeface="Lexend"/>
              <a:ea typeface="Lexend"/>
              <a:cs typeface="Lexend"/>
              <a:sym typeface="Lexend"/>
            </a:endParaRPr>
          </a:p>
        </p:txBody>
      </p:sp>
      <p:cxnSp>
        <p:nvCxnSpPr>
          <p:cNvPr id="1563" name="Google Shape;1563;p93"/>
          <p:cNvCxnSpPr>
            <a:stCxn id="1559" idx="0"/>
            <a:endCxn id="1559" idx="3"/>
          </p:cNvCxnSpPr>
          <p:nvPr/>
        </p:nvCxnSpPr>
        <p:spPr>
          <a:xfrm flipH="1">
            <a:off x="1952300" y="2160000"/>
            <a:ext cx="0" cy="2283000"/>
          </a:xfrm>
          <a:prstGeom prst="straightConnector1">
            <a:avLst/>
          </a:prstGeom>
          <a:noFill/>
          <a:ln w="38100" cap="flat" cmpd="sng">
            <a:solidFill>
              <a:schemeClr val="dk1"/>
            </a:solidFill>
            <a:prstDash val="solid"/>
            <a:round/>
            <a:headEnd type="none" w="med" len="med"/>
            <a:tailEnd type="none" w="med" len="med"/>
          </a:ln>
        </p:spPr>
      </p:cxnSp>
      <p:sp>
        <p:nvSpPr>
          <p:cNvPr id="1564" name="Google Shape;1564;p93"/>
          <p:cNvSpPr txBox="1"/>
          <p:nvPr/>
        </p:nvSpPr>
        <p:spPr>
          <a:xfrm>
            <a:off x="1831049" y="4430823"/>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W</a:t>
            </a:r>
            <a:endParaRPr sz="1800">
              <a:solidFill>
                <a:schemeClr val="dk1"/>
              </a:solidFill>
              <a:latin typeface="Lexend"/>
              <a:ea typeface="Lexend"/>
              <a:cs typeface="Lexend"/>
              <a:sym typeface="Lexend"/>
            </a:endParaRPr>
          </a:p>
        </p:txBody>
      </p:sp>
    </p:spTree>
  </p:cSld>
  <p:clrMapOvr>
    <a:masterClrMapping/>
  </p:clrMapOvr>
  <p:transition/>
  <p:timing/>
</p:sld>
</file>

<file path=ppt/slides/slide3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68" name="Shape 1568"/>
        <p:cNvGrpSpPr/>
        <p:nvPr/>
      </p:nvGrpSpPr>
      <p:grpSpPr>
        <a:xfrm>
          <a:off x="0" y="0"/>
          <a:ext cx="0" cy="0"/>
        </a:xfrm>
      </p:grpSpPr>
      <p:sp>
        <p:nvSpPr>
          <p:cNvPr id="1569" name="Google Shape;1569;p94"/>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Justifying congruence by RHS</a:t>
            </a:r>
            <a:endParaRPr/>
          </a:p>
        </p:txBody>
      </p:sp>
      <p:sp>
        <p:nvSpPr>
          <p:cNvPr id="1570" name="Google Shape;1570;p94"/>
          <p:cNvSpPr txBox="1"/>
          <p:nvPr>
            <p:ph type="body" idx="1"/>
          </p:nvPr>
        </p:nvSpPr>
        <p:spPr>
          <a:xfrm>
            <a:off x="324000" y="759300"/>
            <a:ext cx="8237700" cy="382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3) Using known facts about rhombi and their diagonals prove that triangle AED is congruent to BEC by RHS.</a:t>
            </a:r>
            <a:endParaRPr sz="1800"/>
          </a:p>
        </p:txBody>
      </p:sp>
      <p:pic>
        <p:nvPicPr>
          <p:cNvPr id="1571" name="Google Shape;1571;p94"/>
          <p:cNvPicPr preferRelativeResize="0"/>
          <p:nvPr/>
        </p:nvPicPr>
        <p:blipFill>
          <a:blip r:embed="rId3">
            <a:alphaModFix/>
          </a:blip>
          <a:stretch>
            <a:fillRect/>
          </a:stretch>
        </p:blipFill>
        <p:spPr>
          <a:xfrm rot="-786035">
            <a:off x="414248" y="2156505"/>
            <a:ext cx="3585457" cy="1889415"/>
          </a:xfrm>
          <a:prstGeom prst="rect">
            <a:avLst/>
          </a:prstGeom>
          <a:noFill/>
          <a:ln>
            <a:noFill/>
          </a:ln>
        </p:spPr>
      </p:pic>
      <p:sp>
        <p:nvSpPr>
          <p:cNvPr id="1572" name="Google Shape;1572;p94"/>
          <p:cNvSpPr txBox="1"/>
          <p:nvPr/>
        </p:nvSpPr>
        <p:spPr>
          <a:xfrm>
            <a:off x="1684788" y="24228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573" name="Google Shape;1573;p94"/>
          <p:cNvSpPr txBox="1"/>
          <p:nvPr/>
        </p:nvSpPr>
        <p:spPr>
          <a:xfrm>
            <a:off x="499313" y="424026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574" name="Google Shape;1574;p94"/>
          <p:cNvSpPr txBox="1"/>
          <p:nvPr/>
        </p:nvSpPr>
        <p:spPr>
          <a:xfrm>
            <a:off x="2571263" y="346926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575" name="Google Shape;1575;p94"/>
          <p:cNvSpPr txBox="1"/>
          <p:nvPr/>
        </p:nvSpPr>
        <p:spPr>
          <a:xfrm>
            <a:off x="1916588" y="2962624"/>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E</a:t>
            </a:r>
            <a:endParaRPr sz="1800">
              <a:solidFill>
                <a:schemeClr val="dk1"/>
              </a:solidFill>
              <a:latin typeface="Lexend"/>
              <a:ea typeface="Lexend"/>
              <a:cs typeface="Lexend"/>
              <a:sym typeface="Lexend"/>
            </a:endParaRPr>
          </a:p>
        </p:txBody>
      </p:sp>
      <p:sp>
        <p:nvSpPr>
          <p:cNvPr id="1576" name="Google Shape;1576;p94"/>
          <p:cNvSpPr txBox="1"/>
          <p:nvPr/>
        </p:nvSpPr>
        <p:spPr>
          <a:xfrm>
            <a:off x="3726763" y="1619999"/>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Tree>
  </p:cSld>
  <p:clrMapOvr>
    <a:masterClrMapping/>
  </p:clrMapOvr>
  <p:transition/>
  <p:timing/>
</p:sld>
</file>

<file path=ppt/slides/slide33.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580" name="Shape 1580"/>
        <p:cNvGrpSpPr/>
        <p:nvPr/>
      </p:nvGrpSpPr>
      <p:grpSpPr>
        <a:xfrm>
          <a:off x="0" y="0"/>
          <a:ext cx="0" cy="0"/>
        </a:xfrm>
      </p:grpSpPr>
      <p:sp>
        <p:nvSpPr>
          <p:cNvPr id="1581" name="Google Shape;1581;p95"/>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Justifying congruence by RHS</a:t>
            </a:r>
            <a:endParaRPr/>
          </a:p>
        </p:txBody>
      </p:sp>
      <p:sp>
        <p:nvSpPr>
          <p:cNvPr id="1582" name="Google Shape;1582;p95"/>
          <p:cNvSpPr txBox="1"/>
          <p:nvPr>
            <p:ph type="body" idx="1"/>
          </p:nvPr>
        </p:nvSpPr>
        <p:spPr>
          <a:xfrm>
            <a:off x="324000" y="759300"/>
            <a:ext cx="8237700" cy="3429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 Use RHS to prove the following pairs of triangles are congruent.</a:t>
            </a:r>
            <a:endParaRPr sz="1800"/>
          </a:p>
        </p:txBody>
      </p:sp>
      <p:sp>
        <p:nvSpPr>
          <p:cNvPr id="1583" name="Google Shape;1583;p95"/>
          <p:cNvSpPr txBox="1"/>
          <p:nvPr>
            <p:ph type="body" idx="1"/>
          </p:nvPr>
        </p:nvSpPr>
        <p:spPr>
          <a:xfrm>
            <a:off x="324000" y="1202550"/>
            <a:ext cx="330300" cy="382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a) </a:t>
            </a:r>
            <a:endParaRPr sz="1800"/>
          </a:p>
        </p:txBody>
      </p:sp>
      <p:grpSp>
        <p:nvGrpSpPr>
          <p:cNvPr id="1584" name="Google Shape;1584;p95"/>
          <p:cNvGrpSpPr/>
          <p:nvPr/>
        </p:nvGrpSpPr>
        <p:grpSpPr>
          <a:xfrm rot="-5400000">
            <a:off x="1985584" y="1047703"/>
            <a:ext cx="980403" cy="1976199"/>
            <a:chOff x="1838320" y="1600198"/>
            <a:chExt cx="697200" cy="1968326"/>
          </a:xfrm>
        </p:grpSpPr>
        <p:sp>
          <p:nvSpPr>
            <p:cNvPr id="1585" name="Google Shape;1585;p95"/>
            <p:cNvSpPr/>
            <p:nvPr/>
          </p:nvSpPr>
          <p:spPr>
            <a:xfrm>
              <a:off x="1838320" y="1600198"/>
              <a:ext cx="6972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586" name="Google Shape;1586;p95"/>
            <p:cNvSpPr/>
            <p:nvPr/>
          </p:nvSpPr>
          <p:spPr>
            <a:xfrm>
              <a:off x="1839992" y="3372325"/>
              <a:ext cx="138900" cy="196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587" name="Google Shape;1587;p95"/>
          <p:cNvSpPr txBox="1"/>
          <p:nvPr/>
        </p:nvSpPr>
        <p:spPr>
          <a:xfrm>
            <a:off x="1262374" y="2421348"/>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588" name="Google Shape;1588;p95"/>
          <p:cNvSpPr txBox="1"/>
          <p:nvPr/>
        </p:nvSpPr>
        <p:spPr>
          <a:xfrm flipH="1">
            <a:off x="3485164" y="2555082"/>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589" name="Google Shape;1589;p95"/>
          <p:cNvSpPr txBox="1"/>
          <p:nvPr/>
        </p:nvSpPr>
        <p:spPr>
          <a:xfrm>
            <a:off x="3464051" y="1296975"/>
            <a:ext cx="2220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590" name="Google Shape;1590;p95"/>
          <p:cNvSpPr txBox="1"/>
          <p:nvPr>
            <p:ph type="body" idx="4294967295"/>
          </p:nvPr>
        </p:nvSpPr>
        <p:spPr>
          <a:xfrm>
            <a:off x="1780322" y="1600550"/>
            <a:ext cx="8640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35 cm</a:t>
            </a:r>
            <a:endParaRPr sz="1800"/>
          </a:p>
        </p:txBody>
      </p:sp>
      <p:cxnSp>
        <p:nvCxnSpPr>
          <p:cNvPr id="1591" name="Google Shape;1591;p95"/>
          <p:cNvCxnSpPr/>
          <p:nvPr/>
        </p:nvCxnSpPr>
        <p:spPr>
          <a:xfrm rot="10800000" flipH="1">
            <a:off x="1442085" y="1432732"/>
            <a:ext cx="1963200" cy="986700"/>
          </a:xfrm>
          <a:prstGeom prst="straightConnector1">
            <a:avLst/>
          </a:prstGeom>
          <a:noFill/>
          <a:ln w="28575" cap="flat" cmpd="sng">
            <a:solidFill>
              <a:schemeClr val="dk1"/>
            </a:solidFill>
            <a:prstDash val="solid"/>
            <a:round/>
            <a:headEnd type="triangle" w="med" len="med"/>
            <a:tailEnd type="triangle" w="med" len="med"/>
          </a:ln>
        </p:spPr>
      </p:cxnSp>
      <p:cxnSp>
        <p:nvCxnSpPr>
          <p:cNvPr id="1592" name="Google Shape;1592;p95"/>
          <p:cNvCxnSpPr>
            <a:endCxn id="1589" idx="2"/>
          </p:cNvCxnSpPr>
          <p:nvPr/>
        </p:nvCxnSpPr>
        <p:spPr>
          <a:xfrm rot="10800000">
            <a:off x="3575051" y="1574175"/>
            <a:ext cx="11100" cy="968100"/>
          </a:xfrm>
          <a:prstGeom prst="straightConnector1">
            <a:avLst/>
          </a:prstGeom>
          <a:noFill/>
          <a:ln w="28575" cap="flat" cmpd="sng">
            <a:solidFill>
              <a:schemeClr val="dk1"/>
            </a:solidFill>
            <a:prstDash val="solid"/>
            <a:round/>
            <a:headEnd type="triangle" w="med" len="med"/>
            <a:tailEnd type="triangle" w="med" len="med"/>
          </a:ln>
        </p:spPr>
      </p:cxnSp>
      <p:sp>
        <p:nvSpPr>
          <p:cNvPr id="1593" name="Google Shape;1593;p95"/>
          <p:cNvSpPr txBox="1"/>
          <p:nvPr>
            <p:ph type="body" idx="4294967295"/>
          </p:nvPr>
        </p:nvSpPr>
        <p:spPr>
          <a:xfrm>
            <a:off x="3623753" y="1849124"/>
            <a:ext cx="6438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12 cm</a:t>
            </a:r>
            <a:endParaRPr sz="1800"/>
          </a:p>
        </p:txBody>
      </p:sp>
      <p:grpSp>
        <p:nvGrpSpPr>
          <p:cNvPr id="1594" name="Google Shape;1594;p95"/>
          <p:cNvGrpSpPr/>
          <p:nvPr/>
        </p:nvGrpSpPr>
        <p:grpSpPr>
          <a:xfrm rot="5400000" flipH="1">
            <a:off x="6148486" y="1047703"/>
            <a:ext cx="980403" cy="1976199"/>
            <a:chOff x="1838320" y="1600198"/>
            <a:chExt cx="697200" cy="1968326"/>
          </a:xfrm>
        </p:grpSpPr>
        <p:sp>
          <p:nvSpPr>
            <p:cNvPr id="1595" name="Google Shape;1595;p95"/>
            <p:cNvSpPr/>
            <p:nvPr/>
          </p:nvSpPr>
          <p:spPr>
            <a:xfrm>
              <a:off x="1838320" y="1600198"/>
              <a:ext cx="697200" cy="1962300"/>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596" name="Google Shape;1596;p95"/>
            <p:cNvSpPr/>
            <p:nvPr/>
          </p:nvSpPr>
          <p:spPr>
            <a:xfrm>
              <a:off x="1839992" y="3372325"/>
              <a:ext cx="138900" cy="1962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grpSp>
      <p:sp>
        <p:nvSpPr>
          <p:cNvPr id="1597" name="Google Shape;1597;p95"/>
          <p:cNvSpPr txBox="1"/>
          <p:nvPr/>
        </p:nvSpPr>
        <p:spPr>
          <a:xfrm flipH="1">
            <a:off x="7672399" y="2421348"/>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M</a:t>
            </a:r>
            <a:endParaRPr sz="1800">
              <a:solidFill>
                <a:schemeClr val="dk1"/>
              </a:solidFill>
              <a:latin typeface="Lexend"/>
              <a:ea typeface="Lexend"/>
              <a:cs typeface="Lexend"/>
              <a:sym typeface="Lexend"/>
            </a:endParaRPr>
          </a:p>
        </p:txBody>
      </p:sp>
      <p:sp>
        <p:nvSpPr>
          <p:cNvPr id="1598" name="Google Shape;1598;p95"/>
          <p:cNvSpPr txBox="1"/>
          <p:nvPr/>
        </p:nvSpPr>
        <p:spPr>
          <a:xfrm>
            <a:off x="5449608" y="2555082"/>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L</a:t>
            </a:r>
            <a:endParaRPr sz="1800">
              <a:solidFill>
                <a:schemeClr val="dk1"/>
              </a:solidFill>
              <a:latin typeface="Lexend"/>
              <a:ea typeface="Lexend"/>
              <a:cs typeface="Lexend"/>
              <a:sym typeface="Lexend"/>
            </a:endParaRPr>
          </a:p>
        </p:txBody>
      </p:sp>
      <p:sp>
        <p:nvSpPr>
          <p:cNvPr id="1599" name="Google Shape;1599;p95"/>
          <p:cNvSpPr txBox="1"/>
          <p:nvPr/>
        </p:nvSpPr>
        <p:spPr>
          <a:xfrm flipH="1">
            <a:off x="5428422" y="1296975"/>
            <a:ext cx="2220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K</a:t>
            </a:r>
            <a:endParaRPr sz="1800">
              <a:solidFill>
                <a:schemeClr val="dk1"/>
              </a:solidFill>
              <a:latin typeface="Lexend"/>
              <a:ea typeface="Lexend"/>
              <a:cs typeface="Lexend"/>
              <a:sym typeface="Lexend"/>
            </a:endParaRPr>
          </a:p>
        </p:txBody>
      </p:sp>
      <p:sp>
        <p:nvSpPr>
          <p:cNvPr id="1600" name="Google Shape;1600;p95"/>
          <p:cNvSpPr txBox="1"/>
          <p:nvPr>
            <p:ph type="body" idx="4294967295"/>
          </p:nvPr>
        </p:nvSpPr>
        <p:spPr>
          <a:xfrm flipH="1">
            <a:off x="6470302" y="1600550"/>
            <a:ext cx="8007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0.35 m</a:t>
            </a:r>
            <a:endParaRPr sz="1800"/>
          </a:p>
        </p:txBody>
      </p:sp>
      <p:cxnSp>
        <p:nvCxnSpPr>
          <p:cNvPr id="1601" name="Google Shape;1601;p95"/>
          <p:cNvCxnSpPr/>
          <p:nvPr/>
        </p:nvCxnSpPr>
        <p:spPr>
          <a:xfrm rot="10800000">
            <a:off x="5709188" y="1432732"/>
            <a:ext cx="1963200" cy="986700"/>
          </a:xfrm>
          <a:prstGeom prst="straightConnector1">
            <a:avLst/>
          </a:prstGeom>
          <a:noFill/>
          <a:ln w="28575" cap="flat" cmpd="sng">
            <a:solidFill>
              <a:schemeClr val="dk1"/>
            </a:solidFill>
            <a:prstDash val="solid"/>
            <a:round/>
            <a:headEnd type="triangle" w="med" len="med"/>
            <a:tailEnd type="triangle" w="med" len="med"/>
          </a:ln>
        </p:spPr>
      </p:cxnSp>
      <p:cxnSp>
        <p:nvCxnSpPr>
          <p:cNvPr id="1602" name="Google Shape;1602;p95"/>
          <p:cNvCxnSpPr>
            <a:endCxn id="1599" idx="2"/>
          </p:cNvCxnSpPr>
          <p:nvPr/>
        </p:nvCxnSpPr>
        <p:spPr>
          <a:xfrm rot="10800000" flipH="1">
            <a:off x="5528322" y="1574175"/>
            <a:ext cx="11100" cy="968100"/>
          </a:xfrm>
          <a:prstGeom prst="straightConnector1">
            <a:avLst/>
          </a:prstGeom>
          <a:noFill/>
          <a:ln w="28575" cap="flat" cmpd="sng">
            <a:solidFill>
              <a:schemeClr val="dk1"/>
            </a:solidFill>
            <a:prstDash val="solid"/>
            <a:round/>
            <a:headEnd type="triangle" w="med" len="med"/>
            <a:tailEnd type="triangle" w="med" len="med"/>
          </a:ln>
        </p:spPr>
      </p:cxnSp>
      <p:sp>
        <p:nvSpPr>
          <p:cNvPr id="1603" name="Google Shape;1603;p95"/>
          <p:cNvSpPr txBox="1"/>
          <p:nvPr>
            <p:ph type="body" idx="4294967295"/>
          </p:nvPr>
        </p:nvSpPr>
        <p:spPr>
          <a:xfrm flipH="1">
            <a:off x="4556088" y="1849124"/>
            <a:ext cx="8640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120 mm</a:t>
            </a:r>
            <a:endParaRPr sz="1800"/>
          </a:p>
        </p:txBody>
      </p:sp>
      <p:sp>
        <p:nvSpPr>
          <p:cNvPr id="1604" name="Google Shape;1604;p95"/>
          <p:cNvSpPr txBox="1"/>
          <p:nvPr>
            <p:ph type="body" idx="4294967295"/>
          </p:nvPr>
        </p:nvSpPr>
        <p:spPr>
          <a:xfrm>
            <a:off x="324000" y="3080250"/>
            <a:ext cx="8555100" cy="3195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∠ABC = ∠KLM = 90°</a:t>
            </a:r>
            <a:endParaRPr sz="2000">
              <a:latin typeface="Kalam"/>
              <a:ea typeface="Kalam"/>
              <a:cs typeface="Kalam"/>
              <a:sym typeface="Kalam"/>
            </a:endParaRPr>
          </a:p>
          <a:p>
            <a:pPr marL="0" lvl="0" indent="0" algn="l" rtl="0">
              <a:spcBef>
                <a:spcPts val="1000"/>
              </a:spcBef>
              <a:spcAft>
                <a:spcPct val="0"/>
              </a:spcAft>
              <a:buNone/>
            </a:pPr>
            <a:r>
              <a:rPr lang="en-GB" sz="2000">
                <a:latin typeface="Kalam"/>
                <a:ea typeface="Kalam"/>
                <a:cs typeface="Kalam"/>
                <a:sym typeface="Kalam"/>
              </a:rPr>
              <a:t>AC and KM are each triangle’s </a:t>
            </a:r>
            <a:r>
              <a:rPr lang="en-GB" sz="2000" b="1">
                <a:latin typeface="Kalam"/>
                <a:ea typeface="Kalam"/>
                <a:cs typeface="Kalam"/>
                <a:sym typeface="Kalam"/>
              </a:rPr>
              <a:t>hypotenuse</a:t>
            </a:r>
            <a:r>
              <a:rPr lang="en-GB" sz="2000">
                <a:latin typeface="Kalam"/>
                <a:ea typeface="Kalam"/>
                <a:cs typeface="Kalam"/>
                <a:sym typeface="Kalam"/>
              </a:rPr>
              <a:t> and are equal as 35 cm = 0.35 m</a:t>
            </a:r>
            <a:endParaRPr sz="2000">
              <a:latin typeface="Kalam"/>
              <a:ea typeface="Kalam"/>
              <a:cs typeface="Kalam"/>
              <a:sym typeface="Kalam"/>
            </a:endParaRPr>
          </a:p>
          <a:p>
            <a:pPr marL="0" lvl="0" indent="0" algn="l" rtl="0">
              <a:spcBef>
                <a:spcPts val="1000"/>
              </a:spcBef>
              <a:spcAft>
                <a:spcPct val="0"/>
              </a:spcAft>
              <a:buNone/>
            </a:pPr>
            <a:r>
              <a:rPr lang="en-GB" sz="2000">
                <a:latin typeface="Kalam"/>
                <a:ea typeface="Kalam"/>
                <a:cs typeface="Kalam"/>
                <a:sym typeface="Kalam"/>
              </a:rPr>
              <a:t>CB = KL as 12 cm = 120 mm, </a:t>
            </a:r>
            <a:br>
              <a:rPr lang="en-GB" sz="2000">
                <a:latin typeface="Kalam"/>
                <a:ea typeface="Kalam"/>
                <a:cs typeface="Kalam"/>
                <a:sym typeface="Kalam"/>
              </a:rPr>
            </a:br>
            <a:r>
              <a:rPr lang="en-GB" sz="2000">
                <a:latin typeface="Kalam"/>
                <a:ea typeface="Kalam"/>
                <a:cs typeface="Kalam"/>
                <a:sym typeface="Kalam"/>
              </a:rPr>
              <a:t>so triangle ABC and KLM are congruent by RHS.</a:t>
            </a:r>
            <a:endParaRPr sz="2000">
              <a:latin typeface="Kalam"/>
              <a:ea typeface="Kalam"/>
              <a:cs typeface="Kalam"/>
              <a:sym typeface="Kalam"/>
            </a:endParaRPr>
          </a:p>
          <a:p>
            <a:pPr marL="0" lvl="0" indent="0" algn="l" rtl="0">
              <a:spcBef>
                <a:spcPts val="1000"/>
              </a:spcBef>
              <a:spcAft>
                <a:spcPts val="1000"/>
              </a:spcAft>
              <a:buNone/>
            </a:pPr>
            <a:r>
              <a:rPr lang="en-GB" sz="2000">
                <a:latin typeface="Kalam"/>
                <a:ea typeface="Kalam"/>
                <a:cs typeface="Kalam"/>
                <a:sym typeface="Kalam"/>
              </a:rPr>
              <a:t> </a:t>
            </a:r>
            <a:endParaRPr sz="2000">
              <a:latin typeface="Kalam"/>
              <a:ea typeface="Kalam"/>
              <a:cs typeface="Kalam"/>
              <a:sym typeface="Kalam"/>
            </a:endParaRPr>
          </a:p>
        </p:txBody>
      </p:sp>
    </p:spTree>
  </p:cSld>
  <p:clrMapOvr>
    <a:masterClrMapping/>
  </p:clrMapOvr>
  <p:transition/>
  <p:timing/>
</p:sld>
</file>

<file path=ppt/slides/slide34.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08" name="Shape 1608"/>
        <p:cNvGrpSpPr/>
        <p:nvPr/>
      </p:nvGrpSpPr>
      <p:grpSpPr>
        <a:xfrm>
          <a:off x="0" y="0"/>
          <a:ext cx="0" cy="0"/>
        </a:xfrm>
      </p:grpSpPr>
      <p:sp>
        <p:nvSpPr>
          <p:cNvPr id="1609" name="Google Shape;1609;p96"/>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Justifying congruence by RHS</a:t>
            </a:r>
            <a:endParaRPr/>
          </a:p>
        </p:txBody>
      </p:sp>
      <p:sp>
        <p:nvSpPr>
          <p:cNvPr id="1610" name="Google Shape;1610;p96"/>
          <p:cNvSpPr txBox="1"/>
          <p:nvPr>
            <p:ph type="body" idx="1"/>
          </p:nvPr>
        </p:nvSpPr>
        <p:spPr>
          <a:xfrm>
            <a:off x="324000" y="759300"/>
            <a:ext cx="8237700" cy="3429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 Use RHS to prove the following pairs of triangles are congruent.</a:t>
            </a:r>
            <a:endParaRPr sz="1800"/>
          </a:p>
        </p:txBody>
      </p:sp>
      <p:sp>
        <p:nvSpPr>
          <p:cNvPr id="1611" name="Google Shape;1611;p96"/>
          <p:cNvSpPr txBox="1"/>
          <p:nvPr>
            <p:ph type="body" idx="1"/>
          </p:nvPr>
        </p:nvSpPr>
        <p:spPr>
          <a:xfrm>
            <a:off x="324000" y="1278750"/>
            <a:ext cx="330300" cy="3828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b) </a:t>
            </a:r>
            <a:endParaRPr sz="1800"/>
          </a:p>
        </p:txBody>
      </p:sp>
      <p:sp>
        <p:nvSpPr>
          <p:cNvPr id="1612" name="Google Shape;1612;p96"/>
          <p:cNvSpPr/>
          <p:nvPr/>
        </p:nvSpPr>
        <p:spPr>
          <a:xfrm rot="4157116">
            <a:off x="1919265" y="1398555"/>
            <a:ext cx="963486" cy="1228761"/>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613" name="Google Shape;1613;p96"/>
          <p:cNvSpPr/>
          <p:nvPr/>
        </p:nvSpPr>
        <p:spPr>
          <a:xfrm rot="9718274">
            <a:off x="4911446" y="1643858"/>
            <a:ext cx="963507" cy="1228767"/>
          </a:xfrm>
          <a:prstGeom prst="rtTriangle">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614" name="Google Shape;1614;p96"/>
          <p:cNvSpPr/>
          <p:nvPr/>
        </p:nvSpPr>
        <p:spPr>
          <a:xfrm rot="-1270881">
            <a:off x="1688192" y="1742636"/>
            <a:ext cx="180172" cy="180172"/>
          </a:xfrm>
          <a:prstGeom prst="rect">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1615" name="Google Shape;1615;p96"/>
          <p:cNvCxnSpPr/>
          <p:nvPr/>
        </p:nvCxnSpPr>
        <p:spPr>
          <a:xfrm>
            <a:off x="4637885" y="1898682"/>
            <a:ext cx="1327500" cy="904500"/>
          </a:xfrm>
          <a:prstGeom prst="straightConnector1">
            <a:avLst/>
          </a:prstGeom>
          <a:noFill/>
          <a:ln w="28575" cap="flat" cmpd="sng">
            <a:solidFill>
              <a:schemeClr val="dk1"/>
            </a:solidFill>
            <a:prstDash val="solid"/>
            <a:round/>
            <a:headEnd type="triangle" w="med" len="med"/>
            <a:tailEnd type="triangle" w="med" len="med"/>
          </a:ln>
        </p:spPr>
      </p:cxnSp>
      <p:cxnSp>
        <p:nvCxnSpPr>
          <p:cNvPr id="1616" name="Google Shape;1616;p96"/>
          <p:cNvCxnSpPr/>
          <p:nvPr/>
        </p:nvCxnSpPr>
        <p:spPr>
          <a:xfrm>
            <a:off x="5774410" y="1487157"/>
            <a:ext cx="413100" cy="1184400"/>
          </a:xfrm>
          <a:prstGeom prst="straightConnector1">
            <a:avLst/>
          </a:prstGeom>
          <a:noFill/>
          <a:ln w="28575" cap="flat" cmpd="sng">
            <a:solidFill>
              <a:schemeClr val="dk1"/>
            </a:solidFill>
            <a:prstDash val="solid"/>
            <a:round/>
            <a:headEnd type="triangle" w="med" len="med"/>
            <a:tailEnd type="triangle" w="med" len="med"/>
          </a:ln>
        </p:spPr>
      </p:cxnSp>
      <p:cxnSp>
        <p:nvCxnSpPr>
          <p:cNvPr id="1617" name="Google Shape;1617;p96"/>
          <p:cNvCxnSpPr/>
          <p:nvPr/>
        </p:nvCxnSpPr>
        <p:spPr>
          <a:xfrm rot="10800000" flipH="1">
            <a:off x="4664518" y="1382479"/>
            <a:ext cx="974400" cy="342900"/>
          </a:xfrm>
          <a:prstGeom prst="straightConnector1">
            <a:avLst/>
          </a:prstGeom>
          <a:noFill/>
          <a:ln w="28575" cap="flat" cmpd="sng">
            <a:solidFill>
              <a:schemeClr val="dk1"/>
            </a:solidFill>
            <a:prstDash val="solid"/>
            <a:round/>
            <a:headEnd type="triangle" w="med" len="med"/>
            <a:tailEnd type="triangle" w="med" len="med"/>
          </a:ln>
        </p:spPr>
      </p:cxnSp>
      <p:cxnSp>
        <p:nvCxnSpPr>
          <p:cNvPr id="1618" name="Google Shape;1618;p96"/>
          <p:cNvCxnSpPr/>
          <p:nvPr/>
        </p:nvCxnSpPr>
        <p:spPr>
          <a:xfrm rot="-10175359" flipH="1">
            <a:off x="2218091" y="1325621"/>
            <a:ext cx="581066" cy="1513240"/>
          </a:xfrm>
          <a:prstGeom prst="straightConnector1">
            <a:avLst/>
          </a:prstGeom>
          <a:noFill/>
          <a:ln w="28575" cap="flat" cmpd="sng">
            <a:solidFill>
              <a:schemeClr val="dk1"/>
            </a:solidFill>
            <a:prstDash val="solid"/>
            <a:round/>
            <a:headEnd type="triangle" w="med" len="med"/>
            <a:tailEnd type="triangle" w="med" len="med"/>
          </a:ln>
        </p:spPr>
      </p:cxnSp>
      <p:cxnSp>
        <p:nvCxnSpPr>
          <p:cNvPr id="1619" name="Google Shape;1619;p96"/>
          <p:cNvCxnSpPr/>
          <p:nvPr/>
        </p:nvCxnSpPr>
        <p:spPr>
          <a:xfrm rot="625035">
            <a:off x="1464390" y="1866430"/>
            <a:ext cx="506041" cy="843733"/>
          </a:xfrm>
          <a:prstGeom prst="straightConnector1">
            <a:avLst/>
          </a:prstGeom>
          <a:noFill/>
          <a:ln w="28575" cap="flat" cmpd="sng">
            <a:solidFill>
              <a:schemeClr val="dk1"/>
            </a:solidFill>
            <a:prstDash val="solid"/>
            <a:round/>
            <a:headEnd type="triangle" w="med" len="med"/>
            <a:tailEnd type="triangle" w="med" len="med"/>
          </a:ln>
        </p:spPr>
      </p:cxnSp>
      <p:sp>
        <p:nvSpPr>
          <p:cNvPr id="1620" name="Google Shape;1620;p96"/>
          <p:cNvSpPr/>
          <p:nvPr/>
        </p:nvSpPr>
        <p:spPr>
          <a:xfrm>
            <a:off x="4495793" y="1567557"/>
            <a:ext cx="506100" cy="506100"/>
          </a:xfrm>
          <a:prstGeom prst="pie">
            <a:avLst>
              <a:gd name="adj1" fmla="val 20527770"/>
              <a:gd name="adj2" fmla="val 2055687"/>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621" name="Google Shape;1621;p96"/>
          <p:cNvSpPr/>
          <p:nvPr/>
        </p:nvSpPr>
        <p:spPr>
          <a:xfrm rot="-7817292">
            <a:off x="5779447" y="2427386"/>
            <a:ext cx="506161" cy="506161"/>
          </a:xfrm>
          <a:prstGeom prst="pie">
            <a:avLst>
              <a:gd name="adj1" fmla="val 20579834"/>
              <a:gd name="adj2" fmla="val 1383288"/>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622" name="Google Shape;1622;p96"/>
          <p:cNvSpPr txBox="1"/>
          <p:nvPr>
            <p:ph type="body" idx="4294967295"/>
          </p:nvPr>
        </p:nvSpPr>
        <p:spPr>
          <a:xfrm>
            <a:off x="1161248" y="2194250"/>
            <a:ext cx="8640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9 cm</a:t>
            </a:r>
            <a:endParaRPr sz="1800"/>
          </a:p>
        </p:txBody>
      </p:sp>
      <p:sp>
        <p:nvSpPr>
          <p:cNvPr id="1623" name="Google Shape;1623;p96"/>
          <p:cNvSpPr txBox="1"/>
          <p:nvPr>
            <p:ph type="body" idx="4294967295"/>
          </p:nvPr>
        </p:nvSpPr>
        <p:spPr>
          <a:xfrm>
            <a:off x="2569025" y="2097950"/>
            <a:ext cx="9744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15 cm</a:t>
            </a:r>
            <a:endParaRPr sz="1800"/>
          </a:p>
        </p:txBody>
      </p:sp>
      <p:sp>
        <p:nvSpPr>
          <p:cNvPr id="1624" name="Google Shape;1624;p96"/>
          <p:cNvSpPr txBox="1"/>
          <p:nvPr>
            <p:ph type="body" idx="4294967295"/>
          </p:nvPr>
        </p:nvSpPr>
        <p:spPr>
          <a:xfrm>
            <a:off x="4664525" y="2282925"/>
            <a:ext cx="9744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15 cm</a:t>
            </a:r>
            <a:endParaRPr sz="1800"/>
          </a:p>
        </p:txBody>
      </p:sp>
      <p:sp>
        <p:nvSpPr>
          <p:cNvPr id="1625" name="Google Shape;1625;p96"/>
          <p:cNvSpPr txBox="1"/>
          <p:nvPr>
            <p:ph type="body" idx="4294967295"/>
          </p:nvPr>
        </p:nvSpPr>
        <p:spPr>
          <a:xfrm>
            <a:off x="4745050" y="1238438"/>
            <a:ext cx="9744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9 cm</a:t>
            </a:r>
            <a:endParaRPr sz="1800"/>
          </a:p>
        </p:txBody>
      </p:sp>
      <p:sp>
        <p:nvSpPr>
          <p:cNvPr id="1626" name="Google Shape;1626;p96"/>
          <p:cNvSpPr txBox="1"/>
          <p:nvPr>
            <p:ph type="body" idx="4294967295"/>
          </p:nvPr>
        </p:nvSpPr>
        <p:spPr>
          <a:xfrm>
            <a:off x="6041350" y="1803238"/>
            <a:ext cx="974400" cy="2487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12 cm</a:t>
            </a:r>
            <a:endParaRPr sz="1800"/>
          </a:p>
        </p:txBody>
      </p:sp>
      <p:sp>
        <p:nvSpPr>
          <p:cNvPr id="1627" name="Google Shape;1627;p96"/>
          <p:cNvSpPr txBox="1"/>
          <p:nvPr/>
        </p:nvSpPr>
        <p:spPr>
          <a:xfrm>
            <a:off x="5491962" y="2075280"/>
            <a:ext cx="4440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53°</a:t>
            </a:r>
            <a:endParaRPr sz="1800">
              <a:solidFill>
                <a:schemeClr val="dk1"/>
              </a:solidFill>
              <a:latin typeface="Lexend"/>
              <a:ea typeface="Lexend"/>
              <a:cs typeface="Lexend"/>
              <a:sym typeface="Lexend"/>
            </a:endParaRPr>
          </a:p>
        </p:txBody>
      </p:sp>
      <p:sp>
        <p:nvSpPr>
          <p:cNvPr id="1628" name="Google Shape;1628;p96"/>
          <p:cNvSpPr txBox="1"/>
          <p:nvPr/>
        </p:nvSpPr>
        <p:spPr>
          <a:xfrm>
            <a:off x="5027491" y="1723364"/>
            <a:ext cx="4440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37°</a:t>
            </a:r>
            <a:endParaRPr sz="1800">
              <a:solidFill>
                <a:schemeClr val="dk1"/>
              </a:solidFill>
              <a:latin typeface="Lexend"/>
              <a:ea typeface="Lexend"/>
              <a:cs typeface="Lexend"/>
              <a:sym typeface="Lexend"/>
            </a:endParaRPr>
          </a:p>
        </p:txBody>
      </p:sp>
      <p:sp>
        <p:nvSpPr>
          <p:cNvPr id="1629" name="Google Shape;1629;p96"/>
          <p:cNvSpPr txBox="1"/>
          <p:nvPr/>
        </p:nvSpPr>
        <p:spPr>
          <a:xfrm>
            <a:off x="1468399" y="1524698"/>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
        <p:nvSpPr>
          <p:cNvPr id="1630" name="Google Shape;1630;p96"/>
          <p:cNvSpPr txBox="1"/>
          <p:nvPr/>
        </p:nvSpPr>
        <p:spPr>
          <a:xfrm>
            <a:off x="2859007" y="1060853"/>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F</a:t>
            </a:r>
            <a:endParaRPr sz="1800">
              <a:solidFill>
                <a:schemeClr val="dk1"/>
              </a:solidFill>
              <a:latin typeface="Lexend"/>
              <a:ea typeface="Lexend"/>
              <a:cs typeface="Lexend"/>
              <a:sym typeface="Lexend"/>
            </a:endParaRPr>
          </a:p>
        </p:txBody>
      </p:sp>
      <p:sp>
        <p:nvSpPr>
          <p:cNvPr id="1631" name="Google Shape;1631;p96"/>
          <p:cNvSpPr txBox="1"/>
          <p:nvPr/>
        </p:nvSpPr>
        <p:spPr>
          <a:xfrm>
            <a:off x="1901333" y="2672586"/>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E</a:t>
            </a:r>
            <a:endParaRPr sz="1800">
              <a:solidFill>
                <a:schemeClr val="dk1"/>
              </a:solidFill>
              <a:latin typeface="Lexend"/>
              <a:ea typeface="Lexend"/>
              <a:cs typeface="Lexend"/>
              <a:sym typeface="Lexend"/>
            </a:endParaRPr>
          </a:p>
        </p:txBody>
      </p:sp>
      <p:sp>
        <p:nvSpPr>
          <p:cNvPr id="1632" name="Google Shape;1632;p96"/>
          <p:cNvSpPr txBox="1"/>
          <p:nvPr/>
        </p:nvSpPr>
        <p:spPr>
          <a:xfrm>
            <a:off x="4418329" y="1661715"/>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M</a:t>
            </a:r>
            <a:endParaRPr sz="1800">
              <a:solidFill>
                <a:schemeClr val="dk1"/>
              </a:solidFill>
              <a:latin typeface="Lexend"/>
              <a:ea typeface="Lexend"/>
              <a:cs typeface="Lexend"/>
              <a:sym typeface="Lexend"/>
            </a:endParaRPr>
          </a:p>
        </p:txBody>
      </p:sp>
      <p:sp>
        <p:nvSpPr>
          <p:cNvPr id="1633" name="Google Shape;1633;p96"/>
          <p:cNvSpPr txBox="1"/>
          <p:nvPr/>
        </p:nvSpPr>
        <p:spPr>
          <a:xfrm>
            <a:off x="5700299" y="1171436"/>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O</a:t>
            </a:r>
            <a:endParaRPr sz="1800">
              <a:solidFill>
                <a:schemeClr val="dk1"/>
              </a:solidFill>
              <a:latin typeface="Lexend"/>
              <a:ea typeface="Lexend"/>
              <a:cs typeface="Lexend"/>
              <a:sym typeface="Lexend"/>
            </a:endParaRPr>
          </a:p>
        </p:txBody>
      </p:sp>
      <p:sp>
        <p:nvSpPr>
          <p:cNvPr id="1634" name="Google Shape;1634;p96"/>
          <p:cNvSpPr txBox="1"/>
          <p:nvPr/>
        </p:nvSpPr>
        <p:spPr>
          <a:xfrm>
            <a:off x="6077099" y="2671561"/>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N</a:t>
            </a:r>
            <a:endParaRPr sz="1800">
              <a:solidFill>
                <a:schemeClr val="dk1"/>
              </a:solidFill>
              <a:latin typeface="Lexend"/>
              <a:ea typeface="Lexend"/>
              <a:cs typeface="Lexend"/>
              <a:sym typeface="Lexend"/>
            </a:endParaRPr>
          </a:p>
        </p:txBody>
      </p:sp>
      <p:sp>
        <p:nvSpPr>
          <p:cNvPr id="1635" name="Google Shape;1635;p96"/>
          <p:cNvSpPr txBox="1"/>
          <p:nvPr>
            <p:ph type="body" idx="4294967295"/>
          </p:nvPr>
        </p:nvSpPr>
        <p:spPr>
          <a:xfrm>
            <a:off x="324000" y="3080250"/>
            <a:ext cx="8555100" cy="3195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∠MON = 180 - (37 +53) = 90° = ∠EDF</a:t>
            </a:r>
            <a:endParaRPr sz="2000">
              <a:latin typeface="Kalam"/>
              <a:ea typeface="Kalam"/>
              <a:cs typeface="Kalam"/>
              <a:sym typeface="Kalam"/>
            </a:endParaRPr>
          </a:p>
          <a:p>
            <a:pPr marL="0" lvl="0" indent="0" algn="l" rtl="0">
              <a:spcBef>
                <a:spcPts val="1000"/>
              </a:spcBef>
              <a:spcAft>
                <a:spcPct val="0"/>
              </a:spcAft>
              <a:buNone/>
            </a:pPr>
            <a:r>
              <a:rPr lang="en-GB" sz="2000">
                <a:latin typeface="Kalam"/>
                <a:ea typeface="Kalam"/>
                <a:cs typeface="Kalam"/>
                <a:sym typeface="Kalam"/>
              </a:rPr>
              <a:t>EF and MN are each triangle’s </a:t>
            </a:r>
            <a:r>
              <a:rPr lang="en-GB" sz="2000" b="1">
                <a:latin typeface="Kalam"/>
                <a:ea typeface="Kalam"/>
                <a:cs typeface="Kalam"/>
                <a:sym typeface="Kalam"/>
              </a:rPr>
              <a:t>hypotenuse</a:t>
            </a:r>
            <a:r>
              <a:rPr lang="en-GB" sz="2000">
                <a:latin typeface="Kalam"/>
                <a:ea typeface="Kalam"/>
                <a:cs typeface="Kalam"/>
                <a:sym typeface="Kalam"/>
              </a:rPr>
              <a:t> and are equal.</a:t>
            </a:r>
            <a:endParaRPr sz="2000">
              <a:latin typeface="Kalam"/>
              <a:ea typeface="Kalam"/>
              <a:cs typeface="Kalam"/>
              <a:sym typeface="Kalam"/>
            </a:endParaRPr>
          </a:p>
          <a:p>
            <a:pPr marL="0" lvl="0" indent="0" algn="l" rtl="0">
              <a:spcBef>
                <a:spcPts val="1000"/>
              </a:spcBef>
              <a:spcAft>
                <a:spcPct val="0"/>
              </a:spcAft>
              <a:buNone/>
            </a:pPr>
            <a:r>
              <a:rPr lang="en-GB" sz="2000">
                <a:latin typeface="Kalam"/>
                <a:ea typeface="Kalam"/>
                <a:cs typeface="Kalam"/>
                <a:sym typeface="Kalam"/>
              </a:rPr>
              <a:t>DE = MO so triangle DEF and MNO are congruent by RHS.</a:t>
            </a:r>
            <a:endParaRPr sz="2000">
              <a:latin typeface="Kalam"/>
              <a:ea typeface="Kalam"/>
              <a:cs typeface="Kalam"/>
              <a:sym typeface="Kalam"/>
            </a:endParaRPr>
          </a:p>
          <a:p>
            <a:pPr marL="0" lvl="0" indent="0" algn="l" rtl="0">
              <a:spcBef>
                <a:spcPts val="1000"/>
              </a:spcBef>
              <a:spcAft>
                <a:spcPts val="1000"/>
              </a:spcAft>
              <a:buNone/>
            </a:pPr>
            <a:r>
              <a:rPr lang="en-GB" sz="2000">
                <a:latin typeface="Kalam"/>
                <a:ea typeface="Kalam"/>
                <a:cs typeface="Kalam"/>
                <a:sym typeface="Kalam"/>
              </a:rPr>
              <a:t> </a:t>
            </a:r>
            <a:endParaRPr sz="2000">
              <a:latin typeface="Kalam"/>
              <a:ea typeface="Kalam"/>
              <a:cs typeface="Kalam"/>
              <a:sym typeface="Kalam"/>
            </a:endParaRPr>
          </a:p>
        </p:txBody>
      </p:sp>
    </p:spTree>
  </p:cSld>
  <p:clrMapOvr>
    <a:masterClrMapping/>
  </p:clrMapOvr>
  <p:transition/>
  <p:timing/>
</p:sld>
</file>

<file path=ppt/slides/slide35.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39" name="Shape 1639"/>
        <p:cNvGrpSpPr/>
        <p:nvPr/>
      </p:nvGrpSpPr>
      <p:grpSpPr>
        <a:xfrm>
          <a:off x="0" y="0"/>
          <a:ext cx="0" cy="0"/>
        </a:xfrm>
      </p:grpSpPr>
      <p:sp>
        <p:nvSpPr>
          <p:cNvPr id="1640" name="Google Shape;1640;p97"/>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Justifying congruence by RHS</a:t>
            </a:r>
            <a:endParaRPr/>
          </a:p>
        </p:txBody>
      </p:sp>
      <p:sp>
        <p:nvSpPr>
          <p:cNvPr id="1641" name="Google Shape;1641;p97"/>
          <p:cNvSpPr txBox="1"/>
          <p:nvPr>
            <p:ph type="body" idx="1"/>
          </p:nvPr>
        </p:nvSpPr>
        <p:spPr>
          <a:xfrm>
            <a:off x="324000" y="759300"/>
            <a:ext cx="8237700" cy="10953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1800"/>
              <a:t>2) Triangle TUV is isosceles, where TU = TV. </a:t>
            </a:r>
            <a:br>
              <a:rPr lang="en-GB" sz="1800"/>
            </a:br>
            <a:r>
              <a:rPr lang="en-GB" sz="1800"/>
              <a:t>TW is perpendicular to UV.</a:t>
            </a:r>
            <a:endParaRPr sz="1800"/>
          </a:p>
          <a:p>
            <a:pPr marL="0" lvl="0" indent="0" algn="l" rtl="0">
              <a:spcBef>
                <a:spcPts val="1000"/>
              </a:spcBef>
              <a:spcAft>
                <a:spcPts val="1000"/>
              </a:spcAft>
              <a:buNone/>
            </a:pPr>
            <a:r>
              <a:rPr lang="en-GB" sz="1800"/>
              <a:t>Prove triangles TUW and TWV are congruent by RHS.</a:t>
            </a:r>
            <a:endParaRPr sz="1800"/>
          </a:p>
        </p:txBody>
      </p:sp>
      <p:sp>
        <p:nvSpPr>
          <p:cNvPr id="1642" name="Google Shape;1642;p97"/>
          <p:cNvSpPr/>
          <p:nvPr/>
        </p:nvSpPr>
        <p:spPr>
          <a:xfrm>
            <a:off x="974300" y="2160000"/>
            <a:ext cx="1956000" cy="2283000"/>
          </a:xfrm>
          <a:prstGeom prst="triangle">
            <a:avLst>
              <a:gd name="adj" fmla="val 50000"/>
            </a:avLst>
          </a:prstGeom>
          <a:noFill/>
          <a:ln w="381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643" name="Google Shape;1643;p97"/>
          <p:cNvSpPr txBox="1"/>
          <p:nvPr/>
        </p:nvSpPr>
        <p:spPr>
          <a:xfrm>
            <a:off x="1906074" y="1846423"/>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T</a:t>
            </a:r>
            <a:endParaRPr sz="1800">
              <a:solidFill>
                <a:schemeClr val="dk1"/>
              </a:solidFill>
              <a:latin typeface="Lexend"/>
              <a:ea typeface="Lexend"/>
              <a:cs typeface="Lexend"/>
              <a:sym typeface="Lexend"/>
            </a:endParaRPr>
          </a:p>
        </p:txBody>
      </p:sp>
      <p:sp>
        <p:nvSpPr>
          <p:cNvPr id="1644" name="Google Shape;1644;p97"/>
          <p:cNvSpPr txBox="1"/>
          <p:nvPr/>
        </p:nvSpPr>
        <p:spPr>
          <a:xfrm>
            <a:off x="764249" y="4354623"/>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U</a:t>
            </a:r>
            <a:endParaRPr sz="1800">
              <a:solidFill>
                <a:schemeClr val="dk1"/>
              </a:solidFill>
              <a:latin typeface="Lexend"/>
              <a:ea typeface="Lexend"/>
              <a:cs typeface="Lexend"/>
              <a:sym typeface="Lexend"/>
            </a:endParaRPr>
          </a:p>
        </p:txBody>
      </p:sp>
      <p:sp>
        <p:nvSpPr>
          <p:cNvPr id="1645" name="Google Shape;1645;p97"/>
          <p:cNvSpPr txBox="1"/>
          <p:nvPr/>
        </p:nvSpPr>
        <p:spPr>
          <a:xfrm>
            <a:off x="2996999" y="4319998"/>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V</a:t>
            </a:r>
            <a:endParaRPr sz="1800">
              <a:solidFill>
                <a:schemeClr val="dk1"/>
              </a:solidFill>
              <a:latin typeface="Lexend"/>
              <a:ea typeface="Lexend"/>
              <a:cs typeface="Lexend"/>
              <a:sym typeface="Lexend"/>
            </a:endParaRPr>
          </a:p>
        </p:txBody>
      </p:sp>
      <p:cxnSp>
        <p:nvCxnSpPr>
          <p:cNvPr id="1646" name="Google Shape;1646;p97"/>
          <p:cNvCxnSpPr>
            <a:stCxn id="1642" idx="0"/>
            <a:endCxn id="1642" idx="3"/>
          </p:cNvCxnSpPr>
          <p:nvPr/>
        </p:nvCxnSpPr>
        <p:spPr>
          <a:xfrm flipH="1">
            <a:off x="1952300" y="2160000"/>
            <a:ext cx="0" cy="2283000"/>
          </a:xfrm>
          <a:prstGeom prst="straightConnector1">
            <a:avLst/>
          </a:prstGeom>
          <a:noFill/>
          <a:ln w="38100" cap="flat" cmpd="sng">
            <a:solidFill>
              <a:schemeClr val="dk1"/>
            </a:solidFill>
            <a:prstDash val="solid"/>
            <a:round/>
            <a:headEnd type="none" w="med" len="med"/>
            <a:tailEnd type="none" w="med" len="med"/>
          </a:ln>
        </p:spPr>
      </p:cxnSp>
      <p:sp>
        <p:nvSpPr>
          <p:cNvPr id="1647" name="Google Shape;1647;p97"/>
          <p:cNvSpPr txBox="1"/>
          <p:nvPr/>
        </p:nvSpPr>
        <p:spPr>
          <a:xfrm>
            <a:off x="1831049" y="4430823"/>
            <a:ext cx="1797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W</a:t>
            </a:r>
            <a:endParaRPr sz="1800">
              <a:solidFill>
                <a:schemeClr val="dk1"/>
              </a:solidFill>
              <a:latin typeface="Lexend"/>
              <a:ea typeface="Lexend"/>
              <a:cs typeface="Lexend"/>
              <a:sym typeface="Lexend"/>
            </a:endParaRPr>
          </a:p>
        </p:txBody>
      </p:sp>
      <p:sp>
        <p:nvSpPr>
          <p:cNvPr id="1648" name="Google Shape;1648;p97"/>
          <p:cNvSpPr txBox="1"/>
          <p:nvPr>
            <p:ph type="body" idx="4294967295"/>
          </p:nvPr>
        </p:nvSpPr>
        <p:spPr>
          <a:xfrm>
            <a:off x="3491250" y="2109900"/>
            <a:ext cx="4992900" cy="3195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∠TWU = ∠TWV as TW is perpendicular to UV.</a:t>
            </a:r>
            <a:endParaRPr sz="2000">
              <a:latin typeface="Kalam"/>
              <a:ea typeface="Kalam"/>
              <a:cs typeface="Kalam"/>
              <a:sym typeface="Kalam"/>
            </a:endParaRPr>
          </a:p>
          <a:p>
            <a:pPr marL="0" lvl="0" indent="0" algn="l" rtl="0">
              <a:spcBef>
                <a:spcPts val="1000"/>
              </a:spcBef>
              <a:spcAft>
                <a:spcPct val="0"/>
              </a:spcAft>
              <a:buNone/>
            </a:pPr>
            <a:r>
              <a:rPr lang="en-GB" sz="2000">
                <a:latin typeface="Kalam"/>
                <a:ea typeface="Kalam"/>
                <a:cs typeface="Kalam"/>
                <a:sym typeface="Kalam"/>
              </a:rPr>
              <a:t>TU = TV as triangle TUV is isosceles.</a:t>
            </a:r>
            <a:endParaRPr sz="2000">
              <a:latin typeface="Kalam"/>
              <a:ea typeface="Kalam"/>
              <a:cs typeface="Kalam"/>
              <a:sym typeface="Kalam"/>
            </a:endParaRPr>
          </a:p>
          <a:p>
            <a:pPr marL="0" lvl="0" indent="0" algn="l" rtl="0">
              <a:spcBef>
                <a:spcPts val="1000"/>
              </a:spcBef>
              <a:spcAft>
                <a:spcPct val="0"/>
              </a:spcAft>
              <a:buNone/>
            </a:pPr>
            <a:r>
              <a:rPr lang="en-GB" sz="2000">
                <a:latin typeface="Kalam"/>
                <a:ea typeface="Kalam"/>
                <a:cs typeface="Kalam"/>
                <a:sym typeface="Kalam"/>
              </a:rPr>
              <a:t>TW is a common side to both triangle TUW and TWV. </a:t>
            </a:r>
            <a:br>
              <a:rPr lang="en-GB" sz="2000">
                <a:latin typeface="Kalam"/>
                <a:ea typeface="Kalam"/>
                <a:cs typeface="Kalam"/>
                <a:sym typeface="Kalam"/>
              </a:rPr>
            </a:br>
            <a:r>
              <a:rPr lang="en-GB" sz="2000">
                <a:latin typeface="Kalam"/>
                <a:ea typeface="Kalam"/>
                <a:cs typeface="Kalam"/>
                <a:sym typeface="Kalam"/>
              </a:rPr>
              <a:t>So, triangles TUW and TWV are congruent by RHS.</a:t>
            </a:r>
            <a:endParaRPr sz="2000">
              <a:latin typeface="Kalam"/>
              <a:ea typeface="Kalam"/>
              <a:cs typeface="Kalam"/>
              <a:sym typeface="Kalam"/>
            </a:endParaRPr>
          </a:p>
          <a:p>
            <a:pPr marL="0" lvl="0" indent="0" algn="l" rtl="0">
              <a:spcBef>
                <a:spcPts val="1000"/>
              </a:spcBef>
              <a:spcAft>
                <a:spcPts val="1000"/>
              </a:spcAft>
              <a:buNone/>
            </a:pPr>
            <a:r>
              <a:rPr lang="en-GB" sz="2000">
                <a:latin typeface="Kalam"/>
                <a:ea typeface="Kalam"/>
                <a:cs typeface="Kalam"/>
                <a:sym typeface="Kalam"/>
              </a:rPr>
              <a:t> </a:t>
            </a:r>
            <a:endParaRPr sz="2000">
              <a:latin typeface="Kalam"/>
              <a:ea typeface="Kalam"/>
              <a:cs typeface="Kalam"/>
              <a:sym typeface="Kalam"/>
            </a:endParaRPr>
          </a:p>
        </p:txBody>
      </p:sp>
      <p:sp>
        <p:nvSpPr>
          <p:cNvPr id="1649" name="Google Shape;1649;p97"/>
          <p:cNvSpPr/>
          <p:nvPr/>
        </p:nvSpPr>
        <p:spPr>
          <a:xfrm rot="-5400000">
            <a:off x="1957281" y="4244548"/>
            <a:ext cx="195300" cy="1971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650" name="Google Shape;1650;p97"/>
          <p:cNvSpPr/>
          <p:nvPr/>
        </p:nvSpPr>
        <p:spPr>
          <a:xfrm rot="-5400000">
            <a:off x="1758919" y="4244548"/>
            <a:ext cx="195300" cy="197100"/>
          </a:xfrm>
          <a:prstGeom prst="rect">
            <a:avLst/>
          </a:prstGeom>
          <a:noFill/>
          <a:ln w="2857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1651" name="Google Shape;1651;p97"/>
          <p:cNvCxnSpPr/>
          <p:nvPr/>
        </p:nvCxnSpPr>
        <p:spPr>
          <a:xfrm>
            <a:off x="1399156" y="3271950"/>
            <a:ext cx="118500" cy="59100"/>
          </a:xfrm>
          <a:prstGeom prst="straightConnector1">
            <a:avLst/>
          </a:prstGeom>
          <a:noFill/>
          <a:ln w="38100" cap="flat" cmpd="sng">
            <a:solidFill>
              <a:schemeClr val="dk1"/>
            </a:solidFill>
            <a:prstDash val="solid"/>
            <a:round/>
            <a:headEnd type="none" w="med" len="med"/>
            <a:tailEnd type="none" w="med" len="med"/>
          </a:ln>
        </p:spPr>
      </p:cxnSp>
      <p:cxnSp>
        <p:nvCxnSpPr>
          <p:cNvPr id="1652" name="Google Shape;1652;p97"/>
          <p:cNvCxnSpPr/>
          <p:nvPr/>
        </p:nvCxnSpPr>
        <p:spPr>
          <a:xfrm flipH="1">
            <a:off x="2386944" y="3271950"/>
            <a:ext cx="118500" cy="59100"/>
          </a:xfrm>
          <a:prstGeom prst="straightConnector1">
            <a:avLst/>
          </a:prstGeom>
          <a:noFill/>
          <a:ln w="38100" cap="flat" cmpd="sng">
            <a:solidFill>
              <a:schemeClr val="dk1"/>
            </a:solidFill>
            <a:prstDash val="solid"/>
            <a:round/>
            <a:headEnd type="none" w="med" len="med"/>
            <a:tailEnd type="none" w="med" len="med"/>
          </a:ln>
        </p:spPr>
      </p:cxnSp>
      <p:cxnSp>
        <p:nvCxnSpPr>
          <p:cNvPr id="1653" name="Google Shape;1653;p97"/>
          <p:cNvCxnSpPr/>
          <p:nvPr/>
        </p:nvCxnSpPr>
        <p:spPr>
          <a:xfrm>
            <a:off x="1866900" y="3429000"/>
            <a:ext cx="171600" cy="0"/>
          </a:xfrm>
          <a:prstGeom prst="straightConnector1">
            <a:avLst/>
          </a:prstGeom>
          <a:noFill/>
          <a:ln w="38100" cap="flat" cmpd="sng">
            <a:solidFill>
              <a:schemeClr val="dk1"/>
            </a:solidFill>
            <a:prstDash val="solid"/>
            <a:round/>
            <a:headEnd type="none" w="med" len="med"/>
            <a:tailEnd type="none" w="med" len="med"/>
          </a:ln>
        </p:spPr>
      </p:cxnSp>
      <p:cxnSp>
        <p:nvCxnSpPr>
          <p:cNvPr id="1654" name="Google Shape;1654;p97"/>
          <p:cNvCxnSpPr/>
          <p:nvPr/>
        </p:nvCxnSpPr>
        <p:spPr>
          <a:xfrm>
            <a:off x="1866900" y="3495675"/>
            <a:ext cx="171600" cy="0"/>
          </a:xfrm>
          <a:prstGeom prst="straightConnector1">
            <a:avLst/>
          </a:prstGeom>
          <a:noFill/>
          <a:ln w="38100" cap="flat" cmpd="sng">
            <a:solidFill>
              <a:schemeClr val="dk1"/>
            </a:solidFill>
            <a:prstDash val="solid"/>
            <a:round/>
            <a:headEnd type="none" w="med" len="med"/>
            <a:tailEnd type="none" w="med" len="med"/>
          </a:ln>
        </p:spPr>
      </p:cxnSp>
    </p:spTree>
  </p:cSld>
  <p:clrMapOvr>
    <a:masterClrMapping/>
  </p:clrMapOvr>
  <p:transition/>
  <p:timing/>
</p:sld>
</file>

<file path=ppt/slides/slide36.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58" name="Shape 1658"/>
        <p:cNvGrpSpPr/>
        <p:nvPr/>
      </p:nvGrpSpPr>
      <p:grpSpPr>
        <a:xfrm>
          <a:off x="0" y="0"/>
          <a:ext cx="0" cy="0"/>
        </a:xfrm>
      </p:grpSpPr>
      <p:sp>
        <p:nvSpPr>
          <p:cNvPr id="1659" name="Google Shape;1659;p98"/>
          <p:cNvSpPr txBox="1"/>
          <p:nvPr>
            <p:ph type="title"/>
          </p:nvPr>
        </p:nvSpPr>
        <p:spPr>
          <a:xfrm>
            <a:off x="1479300" y="39650"/>
            <a:ext cx="68553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Justifying congruence by RHS</a:t>
            </a:r>
            <a:endParaRPr/>
          </a:p>
        </p:txBody>
      </p:sp>
      <p:sp>
        <p:nvSpPr>
          <p:cNvPr id="1660" name="Google Shape;1660;p98"/>
          <p:cNvSpPr txBox="1"/>
          <p:nvPr>
            <p:ph type="body" idx="1"/>
          </p:nvPr>
        </p:nvSpPr>
        <p:spPr>
          <a:xfrm>
            <a:off x="324000" y="759300"/>
            <a:ext cx="8237700" cy="5886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sz="1800"/>
              <a:t>3) By using known facts about rhombi and their diagonals prove that triangle AED is congruent to BEC by RHS.</a:t>
            </a:r>
            <a:endParaRPr sz="1800"/>
          </a:p>
        </p:txBody>
      </p:sp>
      <p:pic>
        <p:nvPicPr>
          <p:cNvPr id="1661" name="Google Shape;1661;p98"/>
          <p:cNvPicPr preferRelativeResize="0"/>
          <p:nvPr/>
        </p:nvPicPr>
        <p:blipFill>
          <a:blip r:embed="rId3">
            <a:alphaModFix/>
          </a:blip>
          <a:stretch>
            <a:fillRect/>
          </a:stretch>
        </p:blipFill>
        <p:spPr>
          <a:xfrm rot="-786035">
            <a:off x="414248" y="2156505"/>
            <a:ext cx="3585457" cy="1889415"/>
          </a:xfrm>
          <a:prstGeom prst="rect">
            <a:avLst/>
          </a:prstGeom>
          <a:noFill/>
          <a:ln>
            <a:noFill/>
          </a:ln>
        </p:spPr>
      </p:pic>
      <p:sp>
        <p:nvSpPr>
          <p:cNvPr id="1662" name="Google Shape;1662;p98"/>
          <p:cNvSpPr txBox="1"/>
          <p:nvPr/>
        </p:nvSpPr>
        <p:spPr>
          <a:xfrm>
            <a:off x="1684788" y="242281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A</a:t>
            </a:r>
            <a:endParaRPr sz="1800">
              <a:solidFill>
                <a:schemeClr val="dk1"/>
              </a:solidFill>
              <a:latin typeface="Lexend"/>
              <a:ea typeface="Lexend"/>
              <a:cs typeface="Lexend"/>
              <a:sym typeface="Lexend"/>
            </a:endParaRPr>
          </a:p>
        </p:txBody>
      </p:sp>
      <p:sp>
        <p:nvSpPr>
          <p:cNvPr id="1663" name="Google Shape;1663;p98"/>
          <p:cNvSpPr txBox="1"/>
          <p:nvPr/>
        </p:nvSpPr>
        <p:spPr>
          <a:xfrm>
            <a:off x="499313" y="424026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B</a:t>
            </a:r>
            <a:endParaRPr sz="1800">
              <a:solidFill>
                <a:schemeClr val="dk1"/>
              </a:solidFill>
              <a:latin typeface="Lexend"/>
              <a:ea typeface="Lexend"/>
              <a:cs typeface="Lexend"/>
              <a:sym typeface="Lexend"/>
            </a:endParaRPr>
          </a:p>
        </p:txBody>
      </p:sp>
      <p:sp>
        <p:nvSpPr>
          <p:cNvPr id="1664" name="Google Shape;1664;p98"/>
          <p:cNvSpPr txBox="1"/>
          <p:nvPr/>
        </p:nvSpPr>
        <p:spPr>
          <a:xfrm>
            <a:off x="2571263" y="3469262"/>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C</a:t>
            </a:r>
            <a:endParaRPr sz="1800">
              <a:solidFill>
                <a:schemeClr val="dk1"/>
              </a:solidFill>
              <a:latin typeface="Lexend"/>
              <a:ea typeface="Lexend"/>
              <a:cs typeface="Lexend"/>
              <a:sym typeface="Lexend"/>
            </a:endParaRPr>
          </a:p>
        </p:txBody>
      </p:sp>
      <p:sp>
        <p:nvSpPr>
          <p:cNvPr id="1665" name="Google Shape;1665;p98"/>
          <p:cNvSpPr txBox="1"/>
          <p:nvPr/>
        </p:nvSpPr>
        <p:spPr>
          <a:xfrm>
            <a:off x="1916588" y="2962624"/>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E</a:t>
            </a:r>
            <a:endParaRPr sz="1800">
              <a:solidFill>
                <a:schemeClr val="dk1"/>
              </a:solidFill>
              <a:latin typeface="Lexend"/>
              <a:ea typeface="Lexend"/>
              <a:cs typeface="Lexend"/>
              <a:sym typeface="Lexend"/>
            </a:endParaRPr>
          </a:p>
        </p:txBody>
      </p:sp>
      <p:sp>
        <p:nvSpPr>
          <p:cNvPr id="1666" name="Google Shape;1666;p98"/>
          <p:cNvSpPr txBox="1"/>
          <p:nvPr/>
        </p:nvSpPr>
        <p:spPr>
          <a:xfrm>
            <a:off x="3726763" y="1619999"/>
            <a:ext cx="200400" cy="2772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800">
                <a:solidFill>
                  <a:schemeClr val="dk1"/>
                </a:solidFill>
                <a:latin typeface="Lexend"/>
                <a:ea typeface="Lexend"/>
                <a:cs typeface="Lexend"/>
                <a:sym typeface="Lexend"/>
              </a:rPr>
              <a:t>D</a:t>
            </a:r>
            <a:endParaRPr sz="1800">
              <a:solidFill>
                <a:schemeClr val="dk1"/>
              </a:solidFill>
              <a:latin typeface="Lexend"/>
              <a:ea typeface="Lexend"/>
              <a:cs typeface="Lexend"/>
              <a:sym typeface="Lexend"/>
            </a:endParaRPr>
          </a:p>
        </p:txBody>
      </p:sp>
      <p:sp>
        <p:nvSpPr>
          <p:cNvPr id="1667" name="Google Shape;1667;p98"/>
          <p:cNvSpPr txBox="1"/>
          <p:nvPr>
            <p:ph type="body" idx="4294967295"/>
          </p:nvPr>
        </p:nvSpPr>
        <p:spPr>
          <a:xfrm>
            <a:off x="4405650" y="1347900"/>
            <a:ext cx="4462200" cy="3195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∠AED = ∠BEC = 90° as the diagonals of a rhombus are perpendicular.</a:t>
            </a:r>
            <a:endParaRPr sz="2000">
              <a:latin typeface="Kalam"/>
              <a:ea typeface="Kalam"/>
              <a:cs typeface="Kalam"/>
              <a:sym typeface="Kalam"/>
            </a:endParaRPr>
          </a:p>
          <a:p>
            <a:pPr marL="0" lvl="0" indent="0" algn="l" rtl="0">
              <a:spcBef>
                <a:spcPts val="1000"/>
              </a:spcBef>
              <a:spcAft>
                <a:spcPts val="1000"/>
              </a:spcAft>
              <a:buNone/>
            </a:pPr>
            <a:r>
              <a:rPr lang="en-GB" sz="2000">
                <a:latin typeface="Kalam"/>
                <a:ea typeface="Kalam"/>
                <a:cs typeface="Kalam"/>
                <a:sym typeface="Kalam"/>
              </a:rPr>
              <a:t> </a:t>
            </a:r>
            <a:endParaRPr sz="2000">
              <a:latin typeface="Kalam"/>
              <a:ea typeface="Kalam"/>
              <a:cs typeface="Kalam"/>
              <a:sym typeface="Kalam"/>
            </a:endParaRPr>
          </a:p>
        </p:txBody>
      </p:sp>
      <p:grpSp>
        <p:nvGrpSpPr>
          <p:cNvPr id="1668" name="Google Shape;1668;p98"/>
          <p:cNvGrpSpPr/>
          <p:nvPr/>
        </p:nvGrpSpPr>
        <p:grpSpPr>
          <a:xfrm>
            <a:off x="2144375" y="2931922"/>
            <a:ext cx="143901" cy="86100"/>
            <a:chOff x="1100255" y="2056431"/>
            <a:chExt cx="143901" cy="86100"/>
          </a:xfrm>
        </p:grpSpPr>
        <p:cxnSp>
          <p:nvCxnSpPr>
            <p:cNvPr id="1669" name="Google Shape;1669;p98"/>
            <p:cNvCxnSpPr/>
            <p:nvPr/>
          </p:nvCxnSpPr>
          <p:spPr>
            <a:xfrm rot="10800000" flipH="1">
              <a:off x="1100255" y="2057059"/>
              <a:ext cx="84600" cy="63900"/>
            </a:xfrm>
            <a:prstGeom prst="straightConnector1">
              <a:avLst/>
            </a:prstGeom>
            <a:noFill/>
            <a:ln w="19050" cap="flat" cmpd="sng">
              <a:solidFill>
                <a:schemeClr val="dk2"/>
              </a:solidFill>
              <a:prstDash val="solid"/>
              <a:round/>
              <a:headEnd type="none" w="med" len="med"/>
              <a:tailEnd type="none" w="med" len="med"/>
            </a:ln>
          </p:spPr>
        </p:cxnSp>
        <p:cxnSp>
          <p:nvCxnSpPr>
            <p:cNvPr id="1670" name="Google Shape;1670;p98"/>
            <p:cNvCxnSpPr/>
            <p:nvPr/>
          </p:nvCxnSpPr>
          <p:spPr>
            <a:xfrm rot="-5171997" flipH="1">
              <a:off x="1164566" y="2063252"/>
              <a:ext cx="81479" cy="72459"/>
            </a:xfrm>
            <a:prstGeom prst="straightConnector1">
              <a:avLst/>
            </a:prstGeom>
            <a:noFill/>
            <a:ln w="19050" cap="flat" cmpd="sng">
              <a:solidFill>
                <a:schemeClr val="dk2"/>
              </a:solidFill>
              <a:prstDash val="solid"/>
              <a:round/>
              <a:headEnd type="none" w="med" len="med"/>
              <a:tailEnd type="none" w="med" len="med"/>
            </a:ln>
          </p:spPr>
        </p:cxnSp>
      </p:grpSp>
      <p:grpSp>
        <p:nvGrpSpPr>
          <p:cNvPr id="1671" name="Google Shape;1671;p98"/>
          <p:cNvGrpSpPr/>
          <p:nvPr/>
        </p:nvGrpSpPr>
        <p:grpSpPr>
          <a:xfrm rot="10800000">
            <a:off x="2130985" y="3160520"/>
            <a:ext cx="143886" cy="86091"/>
            <a:chOff x="1100255" y="2056431"/>
            <a:chExt cx="143901" cy="86100"/>
          </a:xfrm>
        </p:grpSpPr>
        <p:cxnSp>
          <p:nvCxnSpPr>
            <p:cNvPr id="1672" name="Google Shape;1672;p98"/>
            <p:cNvCxnSpPr/>
            <p:nvPr/>
          </p:nvCxnSpPr>
          <p:spPr>
            <a:xfrm rot="10800000" flipH="1">
              <a:off x="1100255" y="2057059"/>
              <a:ext cx="84600" cy="63900"/>
            </a:xfrm>
            <a:prstGeom prst="straightConnector1">
              <a:avLst/>
            </a:prstGeom>
            <a:noFill/>
            <a:ln w="19050" cap="flat" cmpd="sng">
              <a:solidFill>
                <a:schemeClr val="dk2"/>
              </a:solidFill>
              <a:prstDash val="solid"/>
              <a:round/>
              <a:headEnd type="none" w="med" len="med"/>
              <a:tailEnd type="none" w="med" len="med"/>
            </a:ln>
          </p:spPr>
        </p:cxnSp>
        <p:cxnSp>
          <p:nvCxnSpPr>
            <p:cNvPr id="1673" name="Google Shape;1673;p98"/>
            <p:cNvCxnSpPr/>
            <p:nvPr/>
          </p:nvCxnSpPr>
          <p:spPr>
            <a:xfrm rot="-5171997" flipH="1">
              <a:off x="1164566" y="2063252"/>
              <a:ext cx="81479" cy="72459"/>
            </a:xfrm>
            <a:prstGeom prst="straightConnector1">
              <a:avLst/>
            </a:prstGeom>
            <a:noFill/>
            <a:ln w="19050" cap="flat" cmpd="sng">
              <a:solidFill>
                <a:schemeClr val="dk2"/>
              </a:solidFill>
              <a:prstDash val="solid"/>
              <a:round/>
              <a:headEnd type="none" w="med" len="med"/>
              <a:tailEnd type="none" w="med" len="med"/>
            </a:ln>
          </p:spPr>
        </p:cxnSp>
      </p:grpSp>
      <p:cxnSp>
        <p:nvCxnSpPr>
          <p:cNvPr id="1674" name="Google Shape;1674;p98"/>
          <p:cNvCxnSpPr/>
          <p:nvPr/>
        </p:nvCxnSpPr>
        <p:spPr>
          <a:xfrm>
            <a:off x="2653775" y="2201325"/>
            <a:ext cx="35400" cy="148200"/>
          </a:xfrm>
          <a:prstGeom prst="straightConnector1">
            <a:avLst/>
          </a:prstGeom>
          <a:noFill/>
          <a:ln w="28575" cap="flat" cmpd="sng">
            <a:solidFill>
              <a:schemeClr val="dk1"/>
            </a:solidFill>
            <a:prstDash val="solid"/>
            <a:round/>
            <a:headEnd type="none" w="med" len="med"/>
            <a:tailEnd type="none" w="med" len="med"/>
          </a:ln>
        </p:spPr>
      </p:cxnSp>
      <p:cxnSp>
        <p:nvCxnSpPr>
          <p:cNvPr id="1675" name="Google Shape;1675;p98"/>
          <p:cNvCxnSpPr/>
          <p:nvPr/>
        </p:nvCxnSpPr>
        <p:spPr>
          <a:xfrm>
            <a:off x="1684800" y="3835414"/>
            <a:ext cx="35400" cy="148200"/>
          </a:xfrm>
          <a:prstGeom prst="straightConnector1">
            <a:avLst/>
          </a:prstGeom>
          <a:noFill/>
          <a:ln w="28575" cap="flat" cmpd="sng">
            <a:solidFill>
              <a:schemeClr val="dk1"/>
            </a:solidFill>
            <a:prstDash val="solid"/>
            <a:round/>
            <a:headEnd type="none" w="med" len="med"/>
            <a:tailEnd type="none" w="med" len="med"/>
          </a:ln>
        </p:spPr>
      </p:cxnSp>
      <p:cxnSp>
        <p:nvCxnSpPr>
          <p:cNvPr id="1676" name="Google Shape;1676;p98"/>
          <p:cNvCxnSpPr/>
          <p:nvPr/>
        </p:nvCxnSpPr>
        <p:spPr>
          <a:xfrm rot="3977184">
            <a:off x="1999288" y="2776895"/>
            <a:ext cx="35060" cy="147996"/>
          </a:xfrm>
          <a:prstGeom prst="straightConnector1">
            <a:avLst/>
          </a:prstGeom>
          <a:noFill/>
          <a:ln w="28575" cap="flat" cmpd="sng">
            <a:solidFill>
              <a:schemeClr val="dk1"/>
            </a:solidFill>
            <a:prstDash val="solid"/>
            <a:round/>
            <a:headEnd type="none" w="med" len="med"/>
            <a:tailEnd type="none" w="med" len="med"/>
          </a:ln>
        </p:spPr>
      </p:cxnSp>
      <p:cxnSp>
        <p:nvCxnSpPr>
          <p:cNvPr id="1677" name="Google Shape;1677;p98"/>
          <p:cNvCxnSpPr/>
          <p:nvPr/>
        </p:nvCxnSpPr>
        <p:spPr>
          <a:xfrm rot="3977184">
            <a:off x="2027289" y="2812920"/>
            <a:ext cx="35060" cy="147996"/>
          </a:xfrm>
          <a:prstGeom prst="straightConnector1">
            <a:avLst/>
          </a:prstGeom>
          <a:noFill/>
          <a:ln w="28575" cap="flat" cmpd="sng">
            <a:solidFill>
              <a:schemeClr val="dk1"/>
            </a:solidFill>
            <a:prstDash val="solid"/>
            <a:round/>
            <a:headEnd type="none" w="med" len="med"/>
            <a:tailEnd type="none" w="med" len="med"/>
          </a:ln>
        </p:spPr>
      </p:cxnSp>
      <p:cxnSp>
        <p:nvCxnSpPr>
          <p:cNvPr id="1678" name="Google Shape;1678;p98"/>
          <p:cNvCxnSpPr/>
          <p:nvPr/>
        </p:nvCxnSpPr>
        <p:spPr>
          <a:xfrm rot="3977184">
            <a:off x="2362428" y="3207306"/>
            <a:ext cx="35060" cy="147996"/>
          </a:xfrm>
          <a:prstGeom prst="straightConnector1">
            <a:avLst/>
          </a:prstGeom>
          <a:noFill/>
          <a:ln w="28575" cap="flat" cmpd="sng">
            <a:solidFill>
              <a:schemeClr val="dk1"/>
            </a:solidFill>
            <a:prstDash val="solid"/>
            <a:round/>
            <a:headEnd type="none" w="med" len="med"/>
            <a:tailEnd type="none" w="med" len="med"/>
          </a:ln>
        </p:spPr>
      </p:cxnSp>
      <p:cxnSp>
        <p:nvCxnSpPr>
          <p:cNvPr id="1679" name="Google Shape;1679;p98"/>
          <p:cNvCxnSpPr/>
          <p:nvPr/>
        </p:nvCxnSpPr>
        <p:spPr>
          <a:xfrm rot="3977184">
            <a:off x="2390430" y="3243331"/>
            <a:ext cx="35060" cy="147996"/>
          </a:xfrm>
          <a:prstGeom prst="straightConnector1">
            <a:avLst/>
          </a:prstGeom>
          <a:noFill/>
          <a:ln w="28575" cap="flat" cmpd="sng">
            <a:solidFill>
              <a:schemeClr val="dk1"/>
            </a:solidFill>
            <a:prstDash val="solid"/>
            <a:round/>
            <a:headEnd type="none" w="med" len="med"/>
            <a:tailEnd type="none" w="med" len="med"/>
          </a:ln>
        </p:spPr>
      </p:cxnSp>
      <p:sp>
        <p:nvSpPr>
          <p:cNvPr id="1680" name="Google Shape;1680;p98"/>
          <p:cNvSpPr txBox="1"/>
          <p:nvPr>
            <p:ph type="body" idx="4294967295"/>
          </p:nvPr>
        </p:nvSpPr>
        <p:spPr>
          <a:xfrm>
            <a:off x="4405650" y="2349525"/>
            <a:ext cx="4462200" cy="3195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AD = BC as they are edges of a rhombus.</a:t>
            </a:r>
            <a:endParaRPr sz="2000">
              <a:latin typeface="Kalam"/>
              <a:ea typeface="Kalam"/>
              <a:cs typeface="Kalam"/>
              <a:sym typeface="Kalam"/>
            </a:endParaRPr>
          </a:p>
          <a:p>
            <a:pPr marL="0" lvl="0" indent="0" algn="l" rtl="0">
              <a:spcBef>
                <a:spcPts val="1000"/>
              </a:spcBef>
              <a:spcAft>
                <a:spcPts val="1000"/>
              </a:spcAft>
              <a:buNone/>
            </a:pPr>
            <a:r>
              <a:rPr lang="en-GB" sz="2000">
                <a:latin typeface="Kalam"/>
                <a:ea typeface="Kalam"/>
                <a:cs typeface="Kalam"/>
                <a:sym typeface="Kalam"/>
              </a:rPr>
              <a:t> </a:t>
            </a:r>
            <a:endParaRPr sz="2000">
              <a:latin typeface="Kalam"/>
              <a:ea typeface="Kalam"/>
              <a:cs typeface="Kalam"/>
              <a:sym typeface="Kalam"/>
            </a:endParaRPr>
          </a:p>
        </p:txBody>
      </p:sp>
      <p:sp>
        <p:nvSpPr>
          <p:cNvPr id="1681" name="Google Shape;1681;p98"/>
          <p:cNvSpPr txBox="1"/>
          <p:nvPr>
            <p:ph type="body" idx="4294967295"/>
          </p:nvPr>
        </p:nvSpPr>
        <p:spPr>
          <a:xfrm>
            <a:off x="4405650" y="3274950"/>
            <a:ext cx="4462200" cy="319500"/>
          </a:xfrm>
          <a:prstGeom prst="rect">
            <a:avLst/>
          </a:prstGeom>
        </p:spPr>
        <p:txBody>
          <a:bodyPr spcFirstLastPara="1" wrap="square" lIns="0" tIns="0" rIns="0" bIns="0" anchor="t" anchorCtr="0">
            <a:noAutofit/>
          </a:bodyPr>
          <a:lstStyle/>
          <a:p>
            <a:pPr marL="0" lvl="0" indent="0" algn="l" rtl="0">
              <a:spcBef>
                <a:spcPct val="0"/>
              </a:spcBef>
              <a:spcAft>
                <a:spcPct val="0"/>
              </a:spcAft>
              <a:buNone/>
            </a:pPr>
            <a:r>
              <a:rPr lang="en-GB" sz="2000">
                <a:latin typeface="Kalam"/>
                <a:ea typeface="Kalam"/>
                <a:cs typeface="Kalam"/>
                <a:sym typeface="Kalam"/>
              </a:rPr>
              <a:t>AE = EC as the diagonals of a rhombus bisect each other.</a:t>
            </a:r>
            <a:br>
              <a:rPr lang="en-GB" sz="2000">
                <a:latin typeface="Kalam"/>
                <a:ea typeface="Kalam"/>
                <a:cs typeface="Kalam"/>
                <a:sym typeface="Kalam"/>
              </a:rPr>
            </a:br>
            <a:r>
              <a:rPr lang="en-GB" sz="2000">
                <a:latin typeface="Kalam"/>
                <a:ea typeface="Kalam"/>
                <a:cs typeface="Kalam"/>
                <a:sym typeface="Kalam"/>
              </a:rPr>
              <a:t>So, triangle AED and BEC are congruent by RHS.</a:t>
            </a:r>
            <a:endParaRPr sz="2000">
              <a:latin typeface="Kalam"/>
              <a:ea typeface="Kalam"/>
              <a:cs typeface="Kalam"/>
              <a:sym typeface="Kalam"/>
            </a:endParaRPr>
          </a:p>
          <a:p>
            <a:pPr marL="0" lvl="0" indent="0" algn="l" rtl="0">
              <a:spcBef>
                <a:spcPts val="1000"/>
              </a:spcBef>
              <a:spcAft>
                <a:spcPts val="1000"/>
              </a:spcAft>
              <a:buNone/>
            </a:pPr>
            <a:r>
              <a:rPr lang="en-GB" sz="2000">
                <a:latin typeface="Kalam"/>
                <a:ea typeface="Kalam"/>
                <a:cs typeface="Kalam"/>
                <a:sym typeface="Kalam"/>
              </a:rPr>
              <a:t> </a:t>
            </a:r>
            <a:endParaRPr sz="2000">
              <a:latin typeface="Kalam"/>
              <a:ea typeface="Kalam"/>
              <a:cs typeface="Kalam"/>
              <a:sym typeface="Kalam"/>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6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7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6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7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7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8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676"/>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77"/>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78"/>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79"/>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85" name="Shape 1685"/>
        <p:cNvGrpSpPr/>
        <p:nvPr/>
      </p:nvGrpSpPr>
      <p:grpSpPr>
        <a:xfrm>
          <a:off x="0" y="0"/>
          <a:ext cx="0" cy="0"/>
        </a:xfrm>
      </p:grpSpPr>
      <p:sp>
        <p:nvSpPr>
          <p:cNvPr id="1686" name="Google Shape;1686;p99"/>
          <p:cNvSpPr txBox="1"/>
          <p:nvPr>
            <p:ph type="body" idx="1"/>
          </p:nvPr>
        </p:nvSpPr>
        <p:spPr>
          <a:xfrm>
            <a:off x="324000" y="1080000"/>
            <a:ext cx="8113800" cy="1491900"/>
          </a:xfrm>
          <a:prstGeom prst="rect">
            <a:avLst/>
          </a:prstGeom>
        </p:spPr>
        <p:txBody>
          <a:bodyPr spcFirstLastPara="1" wrap="square" lIns="0" tIns="0" rIns="0" bIns="0" anchor="t" anchorCtr="0">
            <a:noAutofit/>
          </a:bodyPr>
          <a:lstStyle/>
          <a:p>
            <a:pPr marL="0" lvl="0" indent="0" algn="l" rtl="0">
              <a:spcBef>
                <a:spcPct val="0"/>
              </a:spcBef>
              <a:spcAft>
                <a:spcPts val="1000"/>
              </a:spcAft>
              <a:buNone/>
            </a:pPr>
            <a:r>
              <a:rPr lang="en-GB"/>
              <a:t>For a right-angled triangle only, you can prove congruence by using the </a:t>
            </a:r>
            <a:r>
              <a:rPr lang="en-GB" b="1"/>
              <a:t>hypotenuse </a:t>
            </a:r>
            <a:r>
              <a:rPr lang="en-GB"/>
              <a:t>and one other side. This is known as RHS (right angle - </a:t>
            </a:r>
            <a:r>
              <a:rPr lang="en-GB" b="1"/>
              <a:t>hypotenuse </a:t>
            </a:r>
            <a:r>
              <a:rPr lang="en-GB"/>
              <a:t>- side).</a:t>
            </a:r>
            <a:endParaRPr/>
          </a:p>
        </p:txBody>
      </p:sp>
      <p:sp>
        <p:nvSpPr>
          <p:cNvPr id="1687" name="Google Shape;1687;p99"/>
          <p:cNvSpPr txBox="1"/>
          <p:nvPr>
            <p:ph type="title"/>
          </p:nvPr>
        </p:nvSpPr>
        <p:spPr>
          <a:xfrm>
            <a:off x="1684800" y="43825"/>
            <a:ext cx="5741400" cy="382800"/>
          </a:xfrm>
          <a:prstGeom prst="rect">
            <a:avLst/>
          </a:prstGeom>
        </p:spPr>
        <p:txBody>
          <a:bodyPr spcFirstLastPara="1" wrap="square" lIns="0" tIns="0" rIns="0" bIns="0" anchor="b" anchorCtr="0">
            <a:noAutofit/>
          </a:bodyPr>
          <a:lstStyle/>
          <a:p>
            <a:pPr marL="0" lvl="0" indent="0" algn="l" rtl="0">
              <a:spcBef>
                <a:spcPct val="0"/>
              </a:spcBef>
              <a:spcAft>
                <a:spcPct val="0"/>
              </a:spcAft>
              <a:buNone/>
            </a:pPr>
            <a:r>
              <a:rPr lang="en-GB"/>
              <a:t>Congruent triangles (RHS)</a:t>
            </a:r>
            <a:endParaRPr/>
          </a:p>
        </p:txBody>
      </p:sp>
    </p:spTree>
  </p:cSld>
  <p:clrMapOvr>
    <a:masterClrMapping/>
  </p:clrMapOvr>
  <p:transition/>
  <p:timing/>
</p:sld>
</file>

<file path=ppt/slides/slide38.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691" name="Shape 1691"/>
        <p:cNvGrpSpPr/>
        <p:nvPr/>
      </p:nvGrpSpPr>
      <p:grpSpPr>
        <a:xfrm>
          <a:off x="0" y="0"/>
          <a:ext cx="0" cy="0"/>
        </a:xfrm>
      </p:grpSpPr>
      <p:sp>
        <p:nvSpPr>
          <p:cNvPr id="1692" name="Google Shape;1692;p100"/>
          <p:cNvSpPr txBox="1"/>
          <p:nvPr>
            <p:ph type="subTitle" idx="1"/>
          </p:nvPr>
        </p:nvSpPr>
        <p:spPr>
          <a:xfrm>
            <a:off x="661775" y="1129425"/>
            <a:ext cx="7351200" cy="2358000"/>
          </a:xfrm>
          <a:prstGeom prst="rect">
            <a:avLst/>
          </a:prstGeom>
        </p:spPr>
        <p:txBody>
          <a:bodyPr spcFirstLastPara="1" wrap="square" lIns="0" tIns="0" rIns="0" bIns="0" anchor="ctr" anchorCtr="0">
            <a:noAutofit/>
          </a:bodyPr>
          <a:lstStyle/>
          <a:p>
            <a:pPr marL="0" lvl="0" indent="0" algn="l" rtl="0">
              <a:spcBef>
                <a:spcPct val="0"/>
              </a:spcBef>
              <a:spcAft>
                <a:spcPct val="0"/>
              </a:spcAft>
              <a:buNone/>
            </a:pPr>
            <a:r>
              <a:rPr lang="en-GB"/>
              <a:t>© Oak National Academy 2024. </a:t>
            </a:r>
            <a:endParaRPr/>
          </a:p>
          <a:p>
            <a:pPr marL="0" lvl="0" indent="0" algn="l" rtl="0">
              <a:spcBef>
                <a:spcPct val="0"/>
              </a:spcBef>
              <a:spcAft>
                <a:spcPct val="0"/>
              </a:spcAft>
              <a:buNone/>
            </a:pPr>
            <a:endParaRPr/>
          </a:p>
          <a:p>
            <a:pPr marL="0" lvl="0" indent="0" algn="l" rtl="0">
              <a:spcBef>
                <a:spcPct val="0"/>
              </a:spcBef>
              <a:spcAft>
                <a:spcPct val="0"/>
              </a:spcAft>
              <a:buNone/>
            </a:pPr>
            <a:r>
              <a:rPr lang="en-GB"/>
              <a:t>Produced in partnership with Mathematics in Education and Industry. </a:t>
            </a:r>
            <a:endParaRPr/>
          </a:p>
          <a:p>
            <a:pPr marL="0" lvl="0" indent="0" algn="l" rtl="0">
              <a:spcBef>
                <a:spcPct val="0"/>
              </a:spcBef>
              <a:spcAft>
                <a:spcPct val="0"/>
              </a:spcAft>
              <a:buNone/>
            </a:pPr>
            <a:endParaRPr/>
          </a:p>
          <a:p>
            <a:pPr marL="0" lvl="0" indent="0" algn="l" rtl="0">
              <a:spcBef>
                <a:spcPct val="0"/>
              </a:spcBef>
              <a:spcAft>
                <a:spcPct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xmlns:ahyp="http://schemas.microsoft.com/office/drawing/2018/hyperlinkcolor" val="tx"/>
                    </a:ext>
                  </a:extLst>
                </a:hlinkClick>
              </a:rPr>
              <a:t>Oak terms and conditions</a:t>
            </a:r>
            <a:r>
              <a:rPr lang="en-GB"/>
              <a:t>.</a:t>
            </a:r>
            <a:endParaRPr/>
          </a:p>
        </p:txBody>
      </p:sp>
      <p:pic>
        <p:nvPicPr>
          <p:cNvPr id="1693" name="Google Shape;1693;p100"/>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4.01.14"/>
  <p:tag name="AS_TITLE" val="Aspose.Slides for .NET Standard 2.0"/>
  <p:tag name="AS_VERSION" val="24.1"/>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387</Paragraphs>
  <Slides>38</Slides>
  <Notes>38</Notes>
  <TotalTime>0</TotalTime>
  <HiddenSlides>1</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38</vt:i4>
      </vt:variant>
    </vt:vector>
  </HeadingPairs>
  <TitlesOfParts>
    <vt:vector baseType="lpstr" size="46">
      <vt:lpstr>Arial</vt:lpstr>
      <vt:lpstr>Lexend</vt:lpstr>
      <vt:lpstr>Lexend Medium</vt:lpstr>
      <vt:lpstr>Kalam</vt:lpstr>
      <vt:lpstr>Lexend Light</vt:lpstr>
      <vt:lpstr>Calibri</vt:lpstr>
      <vt:lpstr>ABeeZee</vt:lpstr>
      <vt:lpstr>simple-light-2</vt:lpstr>
      <vt:lpstr>Congruent triangles (RHS)</vt:lpstr>
      <vt:lpstr>PowerPoint Presentation</vt:lpstr>
      <vt:lpstr>PowerPoint Presentation</vt:lpstr>
      <vt:lpstr>PowerPoint Presentation</vt:lpstr>
      <vt:lpstr>PowerPoint Presentation</vt:lpstr>
      <vt:lpstr>Finding the right angle</vt:lpstr>
      <vt:lpstr>Finding the right angle</vt:lpstr>
      <vt:lpstr>Finding the right angle</vt:lpstr>
      <vt:lpstr>Finding the right angle</vt:lpstr>
      <vt:lpstr>Finding the right angle</vt:lpstr>
      <vt:lpstr>Finding the right angle</vt:lpstr>
      <vt:lpstr>Finding the right angle</vt:lpstr>
      <vt:lpstr>In this construction, how many triangles will be there be?</vt:lpstr>
      <vt:lpstr>Finding the right angle</vt:lpstr>
      <vt:lpstr>Finding the right angle</vt:lpstr>
      <vt:lpstr>Finding the right angle</vt:lpstr>
      <vt:lpstr>Finding the right angle</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Justifying congruence by RHS</vt:lpstr>
      <vt:lpstr>Congruent triangles (RHS)</vt:lpstr>
      <vt:lpstr>PowerPoint Presentation</vt:lpstr>
    </vt:vector>
  </TitlesOfParts>
  <LinksUpToDate>0</LinksUpToDate>
  <SharedDoc>0</SharedDoc>
  <HyperlinksChanged>0</HyperlinksChanged>
  <Application>Aspose.Slides for .NET</Application>
  <AppVersion>24.0100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2024-02-06T10:42:04.519</cp:lastPrinted>
  <dcterms:created xsi:type="dcterms:W3CDTF">2024-02-06T10:42:04Z</dcterms:created>
  <dcterms:modified xsi:type="dcterms:W3CDTF">2024-02-06T10:39:07Z</dcterms:modified>
</cp:coreProperties>
</file>