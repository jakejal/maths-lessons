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0" name="Shape 200"/>
        <p:cNvGrpSpPr/>
        <p:nvPr/>
      </p:nvGrpSpPr>
      <p:grpSpPr>
        <a:xfrm>
          <a:off x="0" y="0"/>
          <a:ext cx="0" cy="0"/>
        </a:xfrm>
      </p:grpSpPr>
      <p:sp>
        <p:nvSpPr>
          <p:cNvPr id="201" name="Google Shape;20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2742309" y="2175081"/>
            <a:ext cx="174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Translate E          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congruence</a:t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rcRect t="308" r="59" b="248"/>
          <a:stretch>
            <a:fillRect/>
          </a:stretch>
        </p:blipFill>
        <p:spPr>
          <a:xfrm>
            <a:off x="468000" y="3118293"/>
            <a:ext cx="6614102" cy="2334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rcRect l="69" t="308" r="59" b="139"/>
          <a:stretch>
            <a:fillRect/>
          </a:stretch>
        </p:blipFill>
        <p:spPr>
          <a:xfrm>
            <a:off x="469747" y="3118293"/>
            <a:ext cx="6622251" cy="2336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468000" y="15144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Transformations with congruence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970832" y="3837034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817828" y="3356338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769296" y="4348928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769296" y="4967130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614866" y="4005739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233069" y="3496156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221514" y="4938242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476471" y="3045275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193779" y="3014551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246252" y="4727709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163055" y="5208405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473005" y="5208405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381719" y="3843738"/>
            <a:ext cx="2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780410" y="1868228"/>
            <a:ext cx="181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Reflect A over PT.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748448" y="1868228"/>
            <a:ext cx="239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Rotate B 180° around 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424192" y="1870327"/>
            <a:ext cx="167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Translate C        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 descr="&lt;math xmlns=&quot;http://www.w3.org/1998/Math/MathML&quot; display=&quot;block&quot; data-is-equatio=&quot;1&quot; data-latex=&quot;\left(\begin{matrix}6\\&amp;#13;&amp;#10;-3\end{matrix}\right)&quot;&gt;&lt;mrow data-mjx-texclass=&quot;INNER&quot;&gt;&lt;mo data-mjx-texclass=&quot;OPEN&quot;&gt;(&lt;/mo&gt;&lt;mtable columnspacing=&quot;1em&quot; rowspacing=&quot;4pt&quot;&gt;&lt;mtr&gt;&lt;mtd&gt;&lt;mn&gt;6&lt;/mn&gt;&lt;/mtd&gt;&lt;/mtr&gt;&lt;mtr&gt;&lt;mtd&gt;&lt;mo&gt;−&lt;/mo&gt;&lt;mn&gt;3&lt;/mn&gt;&lt;/mtd&gt;&lt;/mtr&gt;&lt;/mtable&gt;&lt;mo data-mjx-texclass=&quot;CLOSE&quot;&gt;)&lt;/mo&gt;&lt;/mrow&gt;&lt;/math&gt;" title="the 2 by 1 column matrix 6 negative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6445" y="1907125"/>
            <a:ext cx="290347" cy="2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780410" y="2172982"/>
            <a:ext cx="181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Reflect D over PT.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797987" y="2451940"/>
            <a:ext cx="336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Rotate F 90° anticlockwise around 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376572" y="2457809"/>
            <a:ext cx="181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Reflect G over QS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75650" y="1868225"/>
            <a:ext cx="36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0" descr="&lt;math xmlns=&quot;http://www.w3.org/1998/Math/MathML&quot; display=&quot;block&quot; data-is-equatio=&quot;1&quot; data-latex=&quot;\left(\begin{matrix}-15\\&amp;#13;&amp;#10;-7\end{matrix}\right)&quot;&gt;&lt;mrow data-mjx-texclass=&quot;INNER&quot;&gt;&lt;mo data-mjx-texclass=&quot;OPEN&quot;&gt;(&lt;/mo&gt;&lt;mtable columnspacing=&quot;1em&quot; rowspacing=&quot;4pt&quot;&gt;&lt;mtr&gt;&lt;mtd&gt;&lt;mo&gt;−&lt;/mo&gt;&lt;mn&gt;15&lt;/mn&gt;&lt;/mtd&gt;&lt;/mtr&gt;&lt;mtr&gt;&lt;mtd&gt;&lt;mo&gt;−&lt;/mo&gt;&lt;mn&gt;7&lt;/mn&gt;&lt;/mtd&gt;&lt;/mtr&gt;&lt;/mtable&gt;&lt;mo data-mjx-texclass=&quot;CLOSE&quot;&gt;)&lt;/mo&gt;&lt;/mrow&gt;&lt;/math&gt;" title="the 2 by 1 column matrix negative 15 negative 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4366" y="2191554"/>
            <a:ext cx="359323" cy="2815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0"/>
          <p:cNvCxnSpPr/>
          <p:nvPr/>
        </p:nvCxnSpPr>
        <p:spPr>
          <a:xfrm>
            <a:off x="4756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3" name="Shape 203"/>
        <p:cNvGrpSpPr/>
        <p:nvPr/>
      </p:nvGrpSpPr>
      <p:grpSpPr>
        <a:xfrm>
          <a:off x="0" y="0"/>
          <a:ext cx="0" cy="0"/>
        </a:xfrm>
      </p:grpSpPr>
      <p:sp>
        <p:nvSpPr>
          <p:cNvPr id="204" name="Google Shape;20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5" name="Google Shape;20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congruence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57375" y="1062075"/>
            <a:ext cx="380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ive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triangles are 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Identifying missing information on congruent shapes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" name="Google Shape;210;p21"/>
          <p:cNvCxnSpPr/>
          <p:nvPr/>
        </p:nvCxnSpPr>
        <p:spPr>
          <a:xfrm flipH="1">
            <a:off x="4209386" y="1429753"/>
            <a:ext cx="4500" cy="11820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1" name="Google Shape;211;p21"/>
          <p:cNvSpPr txBox="1"/>
          <p:nvPr/>
        </p:nvSpPr>
        <p:spPr>
          <a:xfrm>
            <a:off x="468000" y="4789247"/>
            <a:ext cx="649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Label the missing lengths and angles on triangles B to E.</a:t>
            </a:r>
            <a:endParaRPr sz="1200"/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1441487"/>
            <a:ext cx="433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transformation maps A onto B?</a:t>
            </a:r>
            <a:endParaRPr sz="1200"/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2104427"/>
            <a:ext cx="433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transformation maps B onto C?</a:t>
            </a:r>
            <a:endParaRPr sz="1200"/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2767367"/>
            <a:ext cx="433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transformation maps C onto D?</a:t>
            </a:r>
            <a:endParaRPr sz="1200"/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3430307"/>
            <a:ext cx="433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What transformation maps D onto E?</a:t>
            </a:r>
            <a:endParaRPr sz="1200"/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4093247"/>
            <a:ext cx="433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What transformation maps E onto A?</a:t>
            </a:r>
            <a:endParaRPr sz="1200"/>
          </a:p>
        </p:txBody>
      </p:sp>
      <p:cxnSp>
        <p:nvCxnSpPr>
          <p:cNvPr id="217" name="Google Shape;217;p21"/>
          <p:cNvCxnSpPr/>
          <p:nvPr/>
        </p:nvCxnSpPr>
        <p:spPr>
          <a:xfrm>
            <a:off x="4374472" y="1377479"/>
            <a:ext cx="688500" cy="1167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8" name="Google Shape;218;p21"/>
          <p:cNvCxnSpPr/>
          <p:nvPr/>
        </p:nvCxnSpPr>
        <p:spPr>
          <a:xfrm rot="10800000">
            <a:off x="4302946" y="2707135"/>
            <a:ext cx="6930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9" name="Google Shape;219;p21"/>
          <p:cNvCxnSpPr/>
          <p:nvPr/>
        </p:nvCxnSpPr>
        <p:spPr>
          <a:xfrm flipH="1">
            <a:off x="5674168" y="1444439"/>
            <a:ext cx="0" cy="7008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0" name="Google Shape;220;p21"/>
          <p:cNvCxnSpPr/>
          <p:nvPr/>
        </p:nvCxnSpPr>
        <p:spPr>
          <a:xfrm flipH="1">
            <a:off x="5674168" y="2354873"/>
            <a:ext cx="0" cy="7008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1" name="Google Shape;221;p21"/>
          <p:cNvCxnSpPr/>
          <p:nvPr/>
        </p:nvCxnSpPr>
        <p:spPr>
          <a:xfrm flipH="1">
            <a:off x="5674168" y="3306574"/>
            <a:ext cx="0" cy="7008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2" name="Google Shape;222;p21"/>
          <p:cNvCxnSpPr/>
          <p:nvPr/>
        </p:nvCxnSpPr>
        <p:spPr>
          <a:xfrm flipH="1">
            <a:off x="5070647" y="3306574"/>
            <a:ext cx="0" cy="7008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3" name="Google Shape;223;p21"/>
          <p:cNvCxnSpPr/>
          <p:nvPr/>
        </p:nvCxnSpPr>
        <p:spPr>
          <a:xfrm>
            <a:off x="5758609" y="1372406"/>
            <a:ext cx="11763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4" name="Google Shape;224;p21"/>
          <p:cNvCxnSpPr/>
          <p:nvPr/>
        </p:nvCxnSpPr>
        <p:spPr>
          <a:xfrm>
            <a:off x="5758609" y="3122349"/>
            <a:ext cx="11763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5" name="Google Shape;225;p21"/>
          <p:cNvCxnSpPr/>
          <p:nvPr/>
        </p:nvCxnSpPr>
        <p:spPr>
          <a:xfrm>
            <a:off x="5758609" y="4089524"/>
            <a:ext cx="11763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6" name="Google Shape;226;p21"/>
          <p:cNvCxnSpPr/>
          <p:nvPr/>
        </p:nvCxnSpPr>
        <p:spPr>
          <a:xfrm rot="-5400000">
            <a:off x="6044549" y="1269104"/>
            <a:ext cx="688500" cy="1167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7" name="Google Shape;227;p21"/>
          <p:cNvCxnSpPr/>
          <p:nvPr/>
        </p:nvCxnSpPr>
        <p:spPr>
          <a:xfrm rot="5400000" flipH="1">
            <a:off x="6050874" y="2048003"/>
            <a:ext cx="688500" cy="1167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8" name="Google Shape;228;p21"/>
          <p:cNvCxnSpPr/>
          <p:nvPr/>
        </p:nvCxnSpPr>
        <p:spPr>
          <a:xfrm rot="5400000" flipH="1">
            <a:off x="6050874" y="3015178"/>
            <a:ext cx="688500" cy="1167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9" name="Google Shape;229;p21"/>
          <p:cNvCxnSpPr/>
          <p:nvPr/>
        </p:nvCxnSpPr>
        <p:spPr>
          <a:xfrm rot="-5400000">
            <a:off x="3985098" y="3015178"/>
            <a:ext cx="688500" cy="1167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0" name="Google Shape;230;p21"/>
          <p:cNvCxnSpPr/>
          <p:nvPr/>
        </p:nvCxnSpPr>
        <p:spPr>
          <a:xfrm rot="10800000">
            <a:off x="3834198" y="4076655"/>
            <a:ext cx="11553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31" name="Google Shape;231;p21"/>
          <p:cNvGrpSpPr/>
          <p:nvPr/>
        </p:nvGrpSpPr>
        <p:grpSpPr>
          <a:xfrm>
            <a:off x="4135563" y="1278670"/>
            <a:ext cx="952980" cy="1446764"/>
            <a:chOff x="5251793" y="1431500"/>
            <a:chExt cx="1082931" cy="1644050"/>
          </a:xfrm>
        </p:grpSpPr>
        <p:sp>
          <p:nvSpPr>
            <p:cNvPr id="232" name="Google Shape;232;p2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name="adj1" fmla="val 3596057"/>
                <a:gd name="adj2" fmla="val 5735893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name="adj1" fmla="val 10685781"/>
                <a:gd name="adj2" fmla="val 14894571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5" name="Google Shape;235;p21"/>
          <p:cNvGrpSpPr/>
          <p:nvPr/>
        </p:nvGrpSpPr>
        <p:grpSpPr>
          <a:xfrm rot="5400000">
            <a:off x="5885715" y="1042610"/>
            <a:ext cx="952980" cy="1446764"/>
            <a:chOff x="5251793" y="1431500"/>
            <a:chExt cx="1082931" cy="1644050"/>
          </a:xfrm>
        </p:grpSpPr>
        <p:sp>
          <p:nvSpPr>
            <p:cNvPr id="236" name="Google Shape;236;p2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name="adj1" fmla="val 3596057"/>
                <a:gd name="adj2" fmla="val 5735893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name="adj1" fmla="val 10685781"/>
                <a:gd name="adj2" fmla="val 14894571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9" name="Google Shape;239;p21"/>
          <p:cNvGrpSpPr/>
          <p:nvPr/>
        </p:nvGrpSpPr>
        <p:grpSpPr>
          <a:xfrm rot="5400000" flipH="1">
            <a:off x="5885715" y="2007432"/>
            <a:ext cx="952980" cy="1446764"/>
            <a:chOff x="5251793" y="1431500"/>
            <a:chExt cx="1082931" cy="1644050"/>
          </a:xfrm>
        </p:grpSpPr>
        <p:sp>
          <p:nvSpPr>
            <p:cNvPr id="240" name="Google Shape;240;p2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name="adj1" fmla="val 3596057"/>
                <a:gd name="adj2" fmla="val 5735893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name="adj1" fmla="val 10685781"/>
                <a:gd name="adj2" fmla="val 14894571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 rot="5400000" flipH="1">
            <a:off x="5892163" y="2959133"/>
            <a:ext cx="952980" cy="1446764"/>
            <a:chOff x="5251793" y="1431500"/>
            <a:chExt cx="1082931" cy="1644050"/>
          </a:xfrm>
        </p:grpSpPr>
        <p:sp>
          <p:nvSpPr>
            <p:cNvPr id="244" name="Google Shape;244;p2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name="adj1" fmla="val 3596057"/>
                <a:gd name="adj2" fmla="val 5735893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name="adj1" fmla="val 10685781"/>
                <a:gd name="adj2" fmla="val 14894571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7" name="Google Shape;247;p21"/>
          <p:cNvGrpSpPr/>
          <p:nvPr/>
        </p:nvGrpSpPr>
        <p:grpSpPr>
          <a:xfrm rot="-5400000">
            <a:off x="3906106" y="2959133"/>
            <a:ext cx="952980" cy="1446764"/>
            <a:chOff x="5251793" y="1431500"/>
            <a:chExt cx="1082931" cy="1644050"/>
          </a:xfrm>
        </p:grpSpPr>
        <p:sp>
          <p:nvSpPr>
            <p:cNvPr id="248" name="Google Shape;248;p2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name="adj1" fmla="val 3596057"/>
                <a:gd name="adj2" fmla="val 5735893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name="adj1" fmla="val 10685781"/>
                <a:gd name="adj2" fmla="val 14894571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1" name="Google Shape;251;p21"/>
          <p:cNvSpPr/>
          <p:nvPr/>
        </p:nvSpPr>
        <p:spPr>
          <a:xfrm>
            <a:off x="4302926" y="1430809"/>
            <a:ext cx="693000" cy="1180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 rot="5400000">
            <a:off x="5998127" y="1208459"/>
            <a:ext cx="693000" cy="1180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 rot="5400000" flipH="1">
            <a:off x="5998127" y="3057576"/>
            <a:ext cx="693000" cy="1180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/>
          <p:nvPr/>
        </p:nvSpPr>
        <p:spPr>
          <a:xfrm rot="-5400000">
            <a:off x="4054373" y="3057576"/>
            <a:ext cx="693000" cy="1180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/>
          <p:nvPr/>
        </p:nvSpPr>
        <p:spPr>
          <a:xfrm rot="5400000" flipH="1">
            <a:off x="5998127" y="2109221"/>
            <a:ext cx="693000" cy="11808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526469" y="2637224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/>
          </a:p>
        </p:txBody>
      </p:sp>
      <p:sp>
        <p:nvSpPr>
          <p:cNvPr id="257" name="Google Shape;257;p21"/>
          <p:cNvSpPr txBox="1"/>
          <p:nvPr/>
        </p:nvSpPr>
        <p:spPr>
          <a:xfrm>
            <a:off x="3964214" y="1871221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/>
          </a:p>
        </p:txBody>
      </p:sp>
      <p:sp>
        <p:nvSpPr>
          <p:cNvPr id="258" name="Google Shape;258;p21"/>
          <p:cNvSpPr txBox="1"/>
          <p:nvPr/>
        </p:nvSpPr>
        <p:spPr>
          <a:xfrm>
            <a:off x="4695403" y="1743554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/>
          </a:p>
        </p:txBody>
      </p:sp>
      <p:sp>
        <p:nvSpPr>
          <p:cNvPr id="259" name="Google Shape;259;p21"/>
          <p:cNvSpPr txBox="1"/>
          <p:nvPr/>
        </p:nvSpPr>
        <p:spPr>
          <a:xfrm>
            <a:off x="4440059" y="1303804"/>
            <a:ext cx="52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/>
          </a:p>
        </p:txBody>
      </p:sp>
      <p:sp>
        <p:nvSpPr>
          <p:cNvPr id="260" name="Google Shape;260;p21"/>
          <p:cNvSpPr txBox="1"/>
          <p:nvPr/>
        </p:nvSpPr>
        <p:spPr>
          <a:xfrm>
            <a:off x="4522591" y="2303218"/>
            <a:ext cx="52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53°</a:t>
            </a:r>
            <a:endParaRPr sz="1200"/>
          </a:p>
        </p:txBody>
      </p:sp>
      <p:cxnSp>
        <p:nvCxnSpPr>
          <p:cNvPr id="261" name="Google Shape;261;p21"/>
          <p:cNvCxnSpPr/>
          <p:nvPr/>
        </p:nvCxnSpPr>
        <p:spPr>
          <a:xfrm flipH="1">
            <a:off x="4332418" y="1529789"/>
            <a:ext cx="187500" cy="5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" name="Google Shape;262;p21"/>
          <p:cNvSpPr txBox="1"/>
          <p:nvPr/>
        </p:nvSpPr>
        <p:spPr>
          <a:xfrm>
            <a:off x="5451199" y="1590344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6123190" y="1063099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6290602" y="1720783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6339602" y="1345070"/>
            <a:ext cx="52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705785" y="1708985"/>
            <a:ext cx="52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53°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6290602" y="2324301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6290602" y="3297924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144750" y="3297924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151561" y="3007766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6151561" y="3981389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340998" y="3981389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5451199" y="2529149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5451199" y="3467954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5007585" y="3467954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6294467" y="2759725"/>
            <a:ext cx="52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5686441" y="2411799"/>
            <a:ext cx="52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53°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6294467" y="3704978"/>
            <a:ext cx="52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5686441" y="3357052"/>
            <a:ext cx="52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53°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3975812" y="3698530"/>
            <a:ext cx="52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600619" y="3357052"/>
            <a:ext cx="52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53°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398801" y="2005336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/>
          </a:p>
        </p:txBody>
      </p:sp>
      <p:sp>
        <p:nvSpPr>
          <p:cNvPr id="283" name="Google Shape;283;p21"/>
          <p:cNvSpPr txBox="1"/>
          <p:nvPr/>
        </p:nvSpPr>
        <p:spPr>
          <a:xfrm>
            <a:off x="5941132" y="1475324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/>
          </a:p>
        </p:txBody>
      </p:sp>
      <p:sp>
        <p:nvSpPr>
          <p:cNvPr id="284" name="Google Shape;284;p21"/>
          <p:cNvSpPr txBox="1"/>
          <p:nvPr/>
        </p:nvSpPr>
        <p:spPr>
          <a:xfrm>
            <a:off x="5941132" y="2615301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/>
          </a:p>
        </p:txBody>
      </p:sp>
      <p:sp>
        <p:nvSpPr>
          <p:cNvPr id="285" name="Google Shape;285;p21"/>
          <p:cNvSpPr txBox="1"/>
          <p:nvPr/>
        </p:nvSpPr>
        <p:spPr>
          <a:xfrm>
            <a:off x="5941132" y="3554106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/>
          </a:p>
        </p:txBody>
      </p:sp>
      <p:sp>
        <p:nvSpPr>
          <p:cNvPr id="286" name="Google Shape;286;p21"/>
          <p:cNvSpPr txBox="1"/>
          <p:nvPr/>
        </p:nvSpPr>
        <p:spPr>
          <a:xfrm>
            <a:off x="4450384" y="3599241"/>
            <a:ext cx="2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/>
          </a:p>
        </p:txBody>
      </p:sp>
      <p:sp>
        <p:nvSpPr>
          <p:cNvPr id="287" name="Google Shape;287;p21"/>
          <p:cNvSpPr txBox="1"/>
          <p:nvPr/>
        </p:nvSpPr>
        <p:spPr>
          <a:xfrm>
            <a:off x="731644" y="1729368"/>
            <a:ext cx="10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rotation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731653" y="2415172"/>
            <a:ext cx="146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reflection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731652" y="3046747"/>
            <a:ext cx="137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translation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731651" y="3717897"/>
            <a:ext cx="1267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reflection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731644" y="4371457"/>
            <a:ext cx="10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rotation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2" name="Google Shape;292;p21"/>
          <p:cNvSpPr/>
          <p:nvPr/>
        </p:nvSpPr>
        <p:spPr>
          <a:xfrm flipH="1">
            <a:off x="886405" y="6145967"/>
            <a:ext cx="713067" cy="948135"/>
          </a:xfrm>
          <a:custGeom>
            <a:rect l="l" t="t" r="r" b="b"/>
            <a:pathLst>
              <a:path w="84788" h="112739" extrusionOk="0">
                <a:moveTo>
                  <a:pt x="781" y="0"/>
                </a:moveTo>
                <a:lnTo>
                  <a:pt x="0" y="112739"/>
                </a:lnTo>
                <a:lnTo>
                  <a:pt x="84632" y="112582"/>
                </a:lnTo>
                <a:lnTo>
                  <a:pt x="84788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93" name="Google Shape;293;p21"/>
          <p:cNvSpPr txBox="1"/>
          <p:nvPr/>
        </p:nvSpPr>
        <p:spPr>
          <a:xfrm>
            <a:off x="466475" y="5311450"/>
            <a:ext cx="66240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four quadrilaterals are congruent. The transformations which map each shape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onto the next shape are stated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 flipH="1">
            <a:off x="1523238" y="7018182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5" name="Google Shape;295;p21"/>
          <p:cNvCxnSpPr/>
          <p:nvPr/>
        </p:nvCxnSpPr>
        <p:spPr>
          <a:xfrm>
            <a:off x="1651982" y="6145889"/>
            <a:ext cx="6900" cy="9462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6" name="Google Shape;296;p21"/>
          <p:cNvCxnSpPr/>
          <p:nvPr/>
        </p:nvCxnSpPr>
        <p:spPr>
          <a:xfrm flipH="1">
            <a:off x="823808" y="6143149"/>
            <a:ext cx="3900" cy="9492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7" name="Google Shape;297;p21"/>
          <p:cNvCxnSpPr/>
          <p:nvPr/>
        </p:nvCxnSpPr>
        <p:spPr>
          <a:xfrm rot="10800000">
            <a:off x="884426" y="6085753"/>
            <a:ext cx="708000" cy="15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8" name="Google Shape;298;p21"/>
          <p:cNvCxnSpPr/>
          <p:nvPr/>
        </p:nvCxnSpPr>
        <p:spPr>
          <a:xfrm rot="10800000">
            <a:off x="892526" y="7156227"/>
            <a:ext cx="699900" cy="48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9" name="Google Shape;299;p21"/>
          <p:cNvSpPr/>
          <p:nvPr/>
        </p:nvSpPr>
        <p:spPr>
          <a:xfrm>
            <a:off x="831236" y="7018182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 rot="10800000">
            <a:off x="1519982" y="6088128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 rot="10800000" flipH="1">
            <a:off x="827979" y="6088128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912832" y="6865152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1338259" y="6857122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926418" y="6178164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1306138" y="6178164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1667315" y="6529983"/>
            <a:ext cx="1845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1078130" y="5890199"/>
            <a:ext cx="3879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2.99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1209822" y="7131006"/>
            <a:ext cx="1845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502476" y="6518170"/>
            <a:ext cx="3879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3.99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1289149" y="7371057"/>
            <a:ext cx="14148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↦ B: translation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3157260" y="7371057"/>
            <a:ext cx="13551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↦ C: reflection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1162378" y="6510252"/>
            <a:ext cx="1320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4995544" y="7371057"/>
            <a:ext cx="1759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↦ D: rotation of 180°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/>
          <p:nvPr/>
        </p:nvSpPr>
        <p:spPr>
          <a:xfrm flipH="1">
            <a:off x="2556716" y="6145967"/>
            <a:ext cx="713067" cy="948135"/>
          </a:xfrm>
          <a:custGeom>
            <a:rect l="l" t="t" r="r" b="b"/>
            <a:pathLst>
              <a:path w="84788" h="112739" extrusionOk="0">
                <a:moveTo>
                  <a:pt x="781" y="0"/>
                </a:moveTo>
                <a:lnTo>
                  <a:pt x="0" y="112739"/>
                </a:lnTo>
                <a:lnTo>
                  <a:pt x="84632" y="112582"/>
                </a:lnTo>
                <a:lnTo>
                  <a:pt x="84788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315" name="Google Shape;315;p21"/>
          <p:cNvSpPr/>
          <p:nvPr/>
        </p:nvSpPr>
        <p:spPr>
          <a:xfrm flipH="1">
            <a:off x="3193549" y="7018182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6" name="Google Shape;316;p21"/>
          <p:cNvCxnSpPr/>
          <p:nvPr/>
        </p:nvCxnSpPr>
        <p:spPr>
          <a:xfrm>
            <a:off x="3322293" y="6145889"/>
            <a:ext cx="6900" cy="9462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7" name="Google Shape;317;p21"/>
          <p:cNvCxnSpPr/>
          <p:nvPr/>
        </p:nvCxnSpPr>
        <p:spPr>
          <a:xfrm flipH="1">
            <a:off x="2494119" y="6143149"/>
            <a:ext cx="3900" cy="9492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8" name="Google Shape;318;p21"/>
          <p:cNvCxnSpPr/>
          <p:nvPr/>
        </p:nvCxnSpPr>
        <p:spPr>
          <a:xfrm rot="10800000">
            <a:off x="2554737" y="6085753"/>
            <a:ext cx="708000" cy="15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9" name="Google Shape;319;p21"/>
          <p:cNvCxnSpPr/>
          <p:nvPr/>
        </p:nvCxnSpPr>
        <p:spPr>
          <a:xfrm rot="10800000">
            <a:off x="2562837" y="7156227"/>
            <a:ext cx="699900" cy="4800"/>
          </a:xfrm>
          <a:prstGeom prst="straightConnector1">
            <a:avLst/>
          </a:prstGeom>
          <a:noFill/>
          <a:ln w="952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0" name="Google Shape;320;p21"/>
          <p:cNvSpPr/>
          <p:nvPr/>
        </p:nvSpPr>
        <p:spPr>
          <a:xfrm>
            <a:off x="2501547" y="7018182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/>
          <p:nvPr/>
        </p:nvSpPr>
        <p:spPr>
          <a:xfrm rot="10800000">
            <a:off x="3190293" y="6088128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/>
          <p:nvPr/>
        </p:nvSpPr>
        <p:spPr>
          <a:xfrm rot="10800000" flipH="1">
            <a:off x="2498291" y="6088128"/>
            <a:ext cx="132000" cy="132000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2583144" y="6865152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88°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3008571" y="6857122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91°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2596729" y="6178164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89°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2976450" y="6178164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3337627" y="6529983"/>
            <a:ext cx="1845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2748441" y="5890199"/>
            <a:ext cx="3879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2.99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2880134" y="7131006"/>
            <a:ext cx="1845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2149240" y="6518170"/>
            <a:ext cx="3879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3.99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2832689" y="6510252"/>
            <a:ext cx="1320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2" name="Google Shape;332;p21"/>
          <p:cNvGrpSpPr/>
          <p:nvPr/>
        </p:nvGrpSpPr>
        <p:grpSpPr>
          <a:xfrm flipH="1">
            <a:off x="4223751" y="6085948"/>
            <a:ext cx="835354" cy="1075235"/>
            <a:chOff x="5063471" y="2795269"/>
            <a:chExt cx="1067000" cy="1373400"/>
          </a:xfrm>
        </p:grpSpPr>
        <p:sp>
          <p:nvSpPr>
            <p:cNvPr id="333" name="Google Shape;333;p21"/>
            <p:cNvSpPr/>
            <p:nvPr/>
          </p:nvSpPr>
          <p:spPr>
            <a:xfrm flipH="1">
              <a:off x="5143561" y="2872069"/>
              <a:ext cx="910835" cy="1211099"/>
            </a:xfrm>
            <a:custGeom>
              <a:rect l="l" t="t" r="r" b="b"/>
              <a:pathLst>
                <a:path w="84788" h="112739" extrusionOk="0">
                  <a:moveTo>
                    <a:pt x="781" y="0"/>
                  </a:moveTo>
                  <a:lnTo>
                    <a:pt x="0" y="112739"/>
                  </a:lnTo>
                  <a:lnTo>
                    <a:pt x="84632" y="112582"/>
                  </a:lnTo>
                  <a:lnTo>
                    <a:pt x="84788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334" name="Google Shape;334;p21"/>
            <p:cNvSpPr/>
            <p:nvPr/>
          </p:nvSpPr>
          <p:spPr>
            <a:xfrm flipH="1">
              <a:off x="5957030" y="3986203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5" name="Google Shape;335;p21"/>
            <p:cNvCxnSpPr/>
            <p:nvPr/>
          </p:nvCxnSpPr>
          <p:spPr>
            <a:xfrm>
              <a:off x="6121471" y="2871969"/>
              <a:ext cx="9000" cy="12087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6" name="Google Shape;336;p21"/>
            <p:cNvCxnSpPr/>
            <p:nvPr/>
          </p:nvCxnSpPr>
          <p:spPr>
            <a:xfrm flipH="1">
              <a:off x="5063471" y="2868469"/>
              <a:ext cx="5100" cy="12123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7" name="Google Shape;337;p21"/>
            <p:cNvCxnSpPr/>
            <p:nvPr/>
          </p:nvCxnSpPr>
          <p:spPr>
            <a:xfrm rot="10800000">
              <a:off x="5141196" y="2795269"/>
              <a:ext cx="904200" cy="18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8" name="Google Shape;338;p21"/>
            <p:cNvCxnSpPr/>
            <p:nvPr/>
          </p:nvCxnSpPr>
          <p:spPr>
            <a:xfrm rot="10800000">
              <a:off x="5151396" y="4162369"/>
              <a:ext cx="894000" cy="63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39" name="Google Shape;339;p21"/>
            <p:cNvSpPr/>
            <p:nvPr/>
          </p:nvSpPr>
          <p:spPr>
            <a:xfrm>
              <a:off x="5073077" y="3986203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0" name="Google Shape;340;p21"/>
            <p:cNvSpPr/>
            <p:nvPr/>
          </p:nvSpPr>
          <p:spPr>
            <a:xfrm rot="10800000">
              <a:off x="5952871" y="2798199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1" name="Google Shape;341;p21"/>
            <p:cNvSpPr/>
            <p:nvPr/>
          </p:nvSpPr>
          <p:spPr>
            <a:xfrm rot="10800000" flipH="1">
              <a:off x="5068918" y="2798199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42" name="Google Shape;342;p21"/>
          <p:cNvSpPr txBox="1"/>
          <p:nvPr/>
        </p:nvSpPr>
        <p:spPr>
          <a:xfrm>
            <a:off x="4313109" y="6865152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91°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4688803" y="6857122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88°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4326694" y="6178164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4706415" y="6178164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89°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4113129" y="6529983"/>
            <a:ext cx="1845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4478407" y="5890199"/>
            <a:ext cx="3879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2.99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4610099" y="7131006"/>
            <a:ext cx="1845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5080134" y="6518170"/>
            <a:ext cx="3879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3.99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4562655" y="6510252"/>
            <a:ext cx="1320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1" name="Google Shape;351;p21"/>
          <p:cNvGrpSpPr/>
          <p:nvPr/>
        </p:nvGrpSpPr>
        <p:grpSpPr>
          <a:xfrm rot="10800000" flipH="1">
            <a:off x="6029191" y="6081432"/>
            <a:ext cx="835354" cy="1075235"/>
            <a:chOff x="5063471" y="2795269"/>
            <a:chExt cx="1067000" cy="1373400"/>
          </a:xfrm>
        </p:grpSpPr>
        <p:sp>
          <p:nvSpPr>
            <p:cNvPr id="352" name="Google Shape;352;p21"/>
            <p:cNvSpPr/>
            <p:nvPr/>
          </p:nvSpPr>
          <p:spPr>
            <a:xfrm flipH="1">
              <a:off x="5143561" y="2872069"/>
              <a:ext cx="910835" cy="1211099"/>
            </a:xfrm>
            <a:custGeom>
              <a:rect l="l" t="t" r="r" b="b"/>
              <a:pathLst>
                <a:path w="84788" h="112739" extrusionOk="0">
                  <a:moveTo>
                    <a:pt x="781" y="0"/>
                  </a:moveTo>
                  <a:lnTo>
                    <a:pt x="0" y="112739"/>
                  </a:lnTo>
                  <a:lnTo>
                    <a:pt x="84632" y="112582"/>
                  </a:lnTo>
                  <a:lnTo>
                    <a:pt x="84788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353" name="Google Shape;353;p21"/>
            <p:cNvSpPr/>
            <p:nvPr/>
          </p:nvSpPr>
          <p:spPr>
            <a:xfrm flipH="1">
              <a:off x="5957030" y="3986203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4" name="Google Shape;354;p21"/>
            <p:cNvCxnSpPr/>
            <p:nvPr/>
          </p:nvCxnSpPr>
          <p:spPr>
            <a:xfrm>
              <a:off x="6121471" y="2871969"/>
              <a:ext cx="9000" cy="12087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55" name="Google Shape;355;p21"/>
            <p:cNvCxnSpPr/>
            <p:nvPr/>
          </p:nvCxnSpPr>
          <p:spPr>
            <a:xfrm flipH="1">
              <a:off x="5063471" y="2868469"/>
              <a:ext cx="5100" cy="12123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56" name="Google Shape;356;p21"/>
            <p:cNvCxnSpPr/>
            <p:nvPr/>
          </p:nvCxnSpPr>
          <p:spPr>
            <a:xfrm rot="10800000">
              <a:off x="5141196" y="2795269"/>
              <a:ext cx="904200" cy="18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57" name="Google Shape;357;p21"/>
            <p:cNvCxnSpPr/>
            <p:nvPr/>
          </p:nvCxnSpPr>
          <p:spPr>
            <a:xfrm rot="10800000">
              <a:off x="5151396" y="4162369"/>
              <a:ext cx="894000" cy="6300"/>
            </a:xfrm>
            <a:prstGeom prst="straightConnector1">
              <a:avLst/>
            </a:prstGeom>
            <a:noFill/>
            <a:ln w="952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58" name="Google Shape;358;p21"/>
            <p:cNvSpPr/>
            <p:nvPr/>
          </p:nvSpPr>
          <p:spPr>
            <a:xfrm>
              <a:off x="5073077" y="3986203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9" name="Google Shape;359;p21"/>
            <p:cNvSpPr/>
            <p:nvPr/>
          </p:nvSpPr>
          <p:spPr>
            <a:xfrm rot="10800000">
              <a:off x="5952871" y="2798199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0" name="Google Shape;360;p21"/>
            <p:cNvSpPr/>
            <p:nvPr/>
          </p:nvSpPr>
          <p:spPr>
            <a:xfrm rot="10800000" flipH="1">
              <a:off x="5068918" y="2798199"/>
              <a:ext cx="168600" cy="168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61" name="Google Shape;361;p21"/>
          <p:cNvSpPr txBox="1"/>
          <p:nvPr/>
        </p:nvSpPr>
        <p:spPr>
          <a:xfrm>
            <a:off x="6543382" y="6192159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91°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6136291" y="6200190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88°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6529797" y="6879148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6150076" y="6879148"/>
            <a:ext cx="2916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89°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6897545" y="6467675"/>
            <a:ext cx="1845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6281558" y="7167113"/>
            <a:ext cx="3879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2.99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6404763" y="5900165"/>
            <a:ext cx="1845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5684540" y="6483677"/>
            <a:ext cx="3879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3.99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6393651" y="6520991"/>
            <a:ext cx="1320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466475" y="7837850"/>
            <a:ext cx="637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Label the missing lengths and angles on shapes B to D.</a:t>
            </a:r>
            <a:endParaRPr sz="1200"/>
          </a:p>
        </p:txBody>
      </p:sp>
      <p:sp>
        <p:nvSpPr>
          <p:cNvPr id="371" name="Google Shape;371;p21"/>
          <p:cNvSpPr txBox="1"/>
          <p:nvPr/>
        </p:nvSpPr>
        <p:spPr>
          <a:xfrm>
            <a:off x="466475" y="8218850"/>
            <a:ext cx="66528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transformation could be applied to shape D to create an image that is in the same orientation as shape A?</a:t>
            </a:r>
            <a:endParaRPr sz="1200"/>
          </a:p>
        </p:txBody>
      </p:sp>
      <p:sp>
        <p:nvSpPr>
          <p:cNvPr id="372" name="Google Shape;372;p21"/>
          <p:cNvSpPr txBox="1"/>
          <p:nvPr/>
        </p:nvSpPr>
        <p:spPr>
          <a:xfrm>
            <a:off x="4055638" y="8584528"/>
            <a:ext cx="37290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reflection (over a horizontal line)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understanding of congruence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2024-02-06T10:24:04.150</cp:lastPrinted>
  <dcterms:created xsi:type="dcterms:W3CDTF">2024-02-06T10:24:04Z</dcterms:created>
  <dcterms:modified xsi:type="dcterms:W3CDTF">2024-02-06T10:24:13Z</dcterms:modified>
</cp:coreProperties>
</file>