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1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5" name="Shape 155"/>
        <p:cNvGrpSpPr/>
        <p:nvPr/>
      </p:nvGrpSpPr>
      <p:grpSpPr>
        <a:xfrm>
          <a:off x="0" y="0"/>
          <a:ext cx="0" cy="0"/>
        </a:xfrm>
      </p:grpSpPr>
      <p:sp>
        <p:nvSpPr>
          <p:cNvPr id="156" name="Google Shape;156;g27996905f60_0_125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7996905f60_0_12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98" name="Shape 198"/>
        <p:cNvGrpSpPr/>
        <p:nvPr/>
      </p:nvGrpSpPr>
      <p:grpSpPr>
        <a:xfrm>
          <a:off x="0" y="0"/>
          <a:ext cx="0" cy="0"/>
        </a:xfrm>
      </p:grpSpPr>
      <p:sp>
        <p:nvSpPr>
          <p:cNvPr id="199" name="Google Shape;199;g27996905f60_0_130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27996905f60_0_13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3.png" /><Relationship Id="rId3" Type="http://schemas.openxmlformats.org/officeDocument/2006/relationships/image" Target="../media/image4.png" /><Relationship Id="rId4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2" name="Google Shape;32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</a:xfrm>
      </p:grpSpPr>
      <p:sp>
        <p:nvSpPr>
          <p:cNvPr id="34" name="Google Shape;34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</a:xfrm>
      </p:grpSpPr>
      <p:sp>
        <p:nvSpPr>
          <p:cNvPr id="40" name="Google Shape;40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</a:xfrm>
      </p:grpSpPr>
      <p:sp>
        <p:nvSpPr>
          <p:cNvPr id="47" name="Google Shape;47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</a:xfrm>
      </p:grpSpPr>
      <p:sp>
        <p:nvSpPr>
          <p:cNvPr id="56" name="Google Shape;56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type="subTitle" idx="2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type="subTitle" idx="1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type="subTitle" idx="1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40" name="Google Shape;140;p18"/>
          <p:cNvSpPr txBox="1"/>
          <p:nvPr>
            <p:ph type="subTitle" idx="2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1" name="Google Shape;141;p18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7" name="Google Shape;147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9" name="Google Shape;149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50" name="Google Shape;15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p19"/>
          <p:cNvSpPr txBox="1"/>
          <p:nvPr>
            <p:ph type="subTitle" idx="1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53" name="Google Shape;153;p19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image" Target="../media/image7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8" name="Shape 158"/>
        <p:cNvGrpSpPr/>
        <p:nvPr/>
      </p:nvGrpSpPr>
      <p:grpSpPr>
        <a:xfrm>
          <a:off x="0" y="0"/>
          <a:ext cx="0" cy="0"/>
        </a:xfrm>
      </p:grpSpPr>
      <p:sp>
        <p:nvSpPr>
          <p:cNvPr id="159" name="Google Shape;159;p20"/>
          <p:cNvSpPr txBox="1"/>
          <p:nvPr/>
        </p:nvSpPr>
        <p:spPr>
          <a:xfrm>
            <a:off x="971584" y="3911243"/>
            <a:ext cx="3003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0" name="Google Shape;160;p20"/>
          <p:cNvSpPr txBox="1"/>
          <p:nvPr/>
        </p:nvSpPr>
        <p:spPr>
          <a:xfrm>
            <a:off x="1819848" y="3429829"/>
            <a:ext cx="3003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" name="Google Shape;161;p20"/>
          <p:cNvSpPr txBox="1"/>
          <p:nvPr/>
        </p:nvSpPr>
        <p:spPr>
          <a:xfrm>
            <a:off x="1771244" y="4423904"/>
            <a:ext cx="3003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" name="Google Shape;162;p20"/>
          <p:cNvSpPr txBox="1"/>
          <p:nvPr/>
        </p:nvSpPr>
        <p:spPr>
          <a:xfrm>
            <a:off x="1771244" y="5043031"/>
            <a:ext cx="3003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20"/>
          <p:cNvSpPr txBox="1"/>
          <p:nvPr/>
        </p:nvSpPr>
        <p:spPr>
          <a:xfrm>
            <a:off x="5622569" y="4080202"/>
            <a:ext cx="3003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20"/>
          <p:cNvSpPr txBox="1"/>
          <p:nvPr/>
        </p:nvSpPr>
        <p:spPr>
          <a:xfrm>
            <a:off x="6241698" y="3569856"/>
            <a:ext cx="3003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E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" name="Google Shape;165;p20"/>
          <p:cNvSpPr txBox="1"/>
          <p:nvPr/>
        </p:nvSpPr>
        <p:spPr>
          <a:xfrm>
            <a:off x="6230125" y="5014100"/>
            <a:ext cx="3003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G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" name="Google Shape;166;p20"/>
          <p:cNvSpPr txBox="1"/>
          <p:nvPr/>
        </p:nvSpPr>
        <p:spPr>
          <a:xfrm>
            <a:off x="2479477" y="3118300"/>
            <a:ext cx="3003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20"/>
          <p:cNvSpPr txBox="1"/>
          <p:nvPr/>
        </p:nvSpPr>
        <p:spPr>
          <a:xfrm>
            <a:off x="5170082" y="3118300"/>
            <a:ext cx="3003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Q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" name="Google Shape;168;p20"/>
          <p:cNvSpPr txBox="1"/>
          <p:nvPr/>
        </p:nvSpPr>
        <p:spPr>
          <a:xfrm>
            <a:off x="5253404" y="4803252"/>
            <a:ext cx="3003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" name="Google Shape;169;p20"/>
          <p:cNvSpPr txBox="1"/>
          <p:nvPr/>
        </p:nvSpPr>
        <p:spPr>
          <a:xfrm>
            <a:off x="2384583" y="3917958"/>
            <a:ext cx="3003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U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" name="Google Shape;170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Checking understanding of congruence</a:t>
            </a:r>
            <a:endParaRPr/>
          </a:p>
        </p:txBody>
      </p:sp>
      <p:sp>
        <p:nvSpPr>
          <p:cNvPr id="171" name="Google Shape;171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72" name="Google Shape;172;p20"/>
          <p:cNvSpPr txBox="1"/>
          <p:nvPr/>
        </p:nvSpPr>
        <p:spPr>
          <a:xfrm>
            <a:off x="2742309" y="2175081"/>
            <a:ext cx="1740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e) Translate E          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3" name="Google Shape;173;p20"/>
          <p:cNvPicPr preferRelativeResize="0"/>
          <p:nvPr/>
        </p:nvPicPr>
        <p:blipFill>
          <a:blip r:embed="rId3">
            <a:alphaModFix/>
          </a:blip>
          <a:srcRect t="308" r="59" b="248"/>
          <a:stretch>
            <a:fillRect/>
          </a:stretch>
        </p:blipFill>
        <p:spPr>
          <a:xfrm>
            <a:off x="468000" y="3118293"/>
            <a:ext cx="6614102" cy="2334271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20"/>
          <p:cNvSpPr txBox="1"/>
          <p:nvPr/>
        </p:nvSpPr>
        <p:spPr>
          <a:xfrm>
            <a:off x="468000" y="1514400"/>
            <a:ext cx="6624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Transformations with congruence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0"/>
          <p:cNvSpPr txBox="1"/>
          <p:nvPr/>
        </p:nvSpPr>
        <p:spPr>
          <a:xfrm>
            <a:off x="970832" y="3837034"/>
            <a:ext cx="299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" name="Google Shape;176;p20"/>
          <p:cNvSpPr txBox="1"/>
          <p:nvPr/>
        </p:nvSpPr>
        <p:spPr>
          <a:xfrm>
            <a:off x="1817828" y="3356338"/>
            <a:ext cx="299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" name="Google Shape;177;p20"/>
          <p:cNvSpPr txBox="1"/>
          <p:nvPr/>
        </p:nvSpPr>
        <p:spPr>
          <a:xfrm>
            <a:off x="1769296" y="4348928"/>
            <a:ext cx="299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" name="Google Shape;178;p20"/>
          <p:cNvSpPr txBox="1"/>
          <p:nvPr/>
        </p:nvSpPr>
        <p:spPr>
          <a:xfrm>
            <a:off x="1769296" y="4967130"/>
            <a:ext cx="299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" name="Google Shape;179;p20"/>
          <p:cNvSpPr txBox="1"/>
          <p:nvPr/>
        </p:nvSpPr>
        <p:spPr>
          <a:xfrm>
            <a:off x="5614866" y="4005739"/>
            <a:ext cx="299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" name="Google Shape;180;p20"/>
          <p:cNvSpPr txBox="1"/>
          <p:nvPr/>
        </p:nvSpPr>
        <p:spPr>
          <a:xfrm>
            <a:off x="6233069" y="3496156"/>
            <a:ext cx="299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E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20"/>
          <p:cNvSpPr txBox="1"/>
          <p:nvPr/>
        </p:nvSpPr>
        <p:spPr>
          <a:xfrm>
            <a:off x="6221514" y="4938242"/>
            <a:ext cx="299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G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20"/>
          <p:cNvSpPr txBox="1"/>
          <p:nvPr/>
        </p:nvSpPr>
        <p:spPr>
          <a:xfrm>
            <a:off x="2476471" y="3045275"/>
            <a:ext cx="299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" name="Google Shape;183;p20"/>
          <p:cNvSpPr txBox="1"/>
          <p:nvPr/>
        </p:nvSpPr>
        <p:spPr>
          <a:xfrm>
            <a:off x="5193779" y="3014551"/>
            <a:ext cx="299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Q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" name="Google Shape;184;p20"/>
          <p:cNvSpPr txBox="1"/>
          <p:nvPr/>
        </p:nvSpPr>
        <p:spPr>
          <a:xfrm>
            <a:off x="5246252" y="4727709"/>
            <a:ext cx="299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/>
        </p:nvSpPr>
        <p:spPr>
          <a:xfrm>
            <a:off x="2381719" y="3843738"/>
            <a:ext cx="299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U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" name="Google Shape;186;p20"/>
          <p:cNvSpPr txBox="1"/>
          <p:nvPr/>
        </p:nvSpPr>
        <p:spPr>
          <a:xfrm>
            <a:off x="780410" y="1868228"/>
            <a:ext cx="1814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Reflect A over PT.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" name="Google Shape;187;p20"/>
          <p:cNvSpPr txBox="1"/>
          <p:nvPr/>
        </p:nvSpPr>
        <p:spPr>
          <a:xfrm>
            <a:off x="2748448" y="1868228"/>
            <a:ext cx="2391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Rotate B 180° around U.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" name="Google Shape;188;p20"/>
          <p:cNvSpPr txBox="1"/>
          <p:nvPr/>
        </p:nvSpPr>
        <p:spPr>
          <a:xfrm>
            <a:off x="5424192" y="1870327"/>
            <a:ext cx="1675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Translate C        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9" name="Google Shape;189;p20" descr="&lt;math xmlns=&quot;http://www.w3.org/1998/Math/MathML&quot; display=&quot;block&quot; data-is-equatio=&quot;1&quot; data-latex=&quot;\left(\begin{matrix}6\\&amp;#13;&amp;#10;-3\end{matrix}\right)&quot;&gt;&lt;mrow data-mjx-texclass=&quot;INNER&quot;&gt;&lt;mo data-mjx-texclass=&quot;OPEN&quot;&gt;(&lt;/mo&gt;&lt;mtable columnspacing=&quot;1em&quot; rowspacing=&quot;4pt&quot;&gt;&lt;mtr&gt;&lt;mtd&gt;&lt;mn&gt;6&lt;/mn&gt;&lt;/mtd&gt;&lt;/mtr&gt;&lt;mtr&gt;&lt;mtd&gt;&lt;mo&gt;−&lt;/mo&gt;&lt;mn&gt;3&lt;/mn&gt;&lt;/mtd&gt;&lt;/mtr&gt;&lt;/mtable&gt;&lt;mo data-mjx-texclass=&quot;CLOSE&quot;&gt;)&lt;/mo&gt;&lt;/mrow&gt;&lt;/math&gt;" title="the 2 by 1 column matrix 6 negative 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26445" y="1907125"/>
            <a:ext cx="290347" cy="26888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0"/>
          <p:cNvSpPr txBox="1"/>
          <p:nvPr/>
        </p:nvSpPr>
        <p:spPr>
          <a:xfrm>
            <a:off x="780410" y="2172982"/>
            <a:ext cx="1814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Reflect D over PT.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" name="Google Shape;191;p20"/>
          <p:cNvSpPr txBox="1"/>
          <p:nvPr/>
        </p:nvSpPr>
        <p:spPr>
          <a:xfrm>
            <a:off x="797987" y="2451940"/>
            <a:ext cx="3361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f) Rotate F 90° anticlockwise around R.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" name="Google Shape;192;p20"/>
          <p:cNvSpPr txBox="1"/>
          <p:nvPr/>
        </p:nvSpPr>
        <p:spPr>
          <a:xfrm>
            <a:off x="4376572" y="2457809"/>
            <a:ext cx="1814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g) Reflect G over QS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" name="Google Shape;193;p20"/>
          <p:cNvSpPr txBox="1"/>
          <p:nvPr/>
        </p:nvSpPr>
        <p:spPr>
          <a:xfrm>
            <a:off x="475650" y="1868225"/>
            <a:ext cx="368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4" name="Google Shape;194;p20" descr="&lt;math xmlns=&quot;http://www.w3.org/1998/Math/MathML&quot; display=&quot;block&quot; data-is-equatio=&quot;1&quot; data-latex=&quot;\left(\begin{matrix}-15\\&amp;#13;&amp;#10;-7\end{matrix}\right)&quot;&gt;&lt;mrow data-mjx-texclass=&quot;INNER&quot;&gt;&lt;mo data-mjx-texclass=&quot;OPEN&quot;&gt;(&lt;/mo&gt;&lt;mtable columnspacing=&quot;1em&quot; rowspacing=&quot;4pt&quot;&gt;&lt;mtr&gt;&lt;mtd&gt;&lt;mo&gt;−&lt;/mo&gt;&lt;mn&gt;15&lt;/mn&gt;&lt;/mtd&gt;&lt;/mtr&gt;&lt;mtr&gt;&lt;mtd&gt;&lt;mo&gt;−&lt;/mo&gt;&lt;mn&gt;7&lt;/mn&gt;&lt;/mtd&gt;&lt;/mtr&gt;&lt;/mtable&gt;&lt;mo data-mjx-texclass=&quot;CLOSE&quot;&gt;)&lt;/mo&gt;&lt;/mrow&gt;&lt;/math&gt;" title="the 2 by 1 column matrix negative 15 negative 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64366" y="2191554"/>
            <a:ext cx="359323" cy="28159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5" name="Google Shape;195;p20"/>
          <p:cNvCxnSpPr/>
          <p:nvPr/>
        </p:nvCxnSpPr>
        <p:spPr>
          <a:xfrm>
            <a:off x="475632" y="9971988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6" name="Google Shape;196;p20"/>
          <p:cNvSpPr txBox="1"/>
          <p:nvPr/>
        </p:nvSpPr>
        <p:spPr>
          <a:xfrm>
            <a:off x="5170082" y="5208466"/>
            <a:ext cx="300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" name="Google Shape;197;p20"/>
          <p:cNvSpPr txBox="1"/>
          <p:nvPr/>
        </p:nvSpPr>
        <p:spPr>
          <a:xfrm>
            <a:off x="2476005" y="5208466"/>
            <a:ext cx="300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01" name="Shape 201"/>
        <p:cNvGrpSpPr/>
        <p:nvPr/>
      </p:nvGrpSpPr>
      <p:grpSpPr>
        <a:xfrm>
          <a:off x="0" y="0"/>
          <a:ext cx="0" cy="0"/>
        </a:xfrm>
      </p:grpSpPr>
      <p:sp>
        <p:nvSpPr>
          <p:cNvPr id="202" name="Google Shape;202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203" name="Google Shape;203;p21"/>
          <p:cNvSpPr txBox="1"/>
          <p:nvPr>
            <p:ph type="subTitle" idx="1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Checking understanding of congruence</a:t>
            </a:r>
            <a:endParaRPr/>
          </a:p>
        </p:txBody>
      </p:sp>
      <p:sp>
        <p:nvSpPr>
          <p:cNvPr id="204" name="Google Shape;204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" name="Google Shape;205;p21"/>
          <p:cNvSpPr txBox="1"/>
          <p:nvPr>
            <p:ph type="subTitle" idx="2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206" name="Google Shape;206;p21"/>
          <p:cNvSpPr txBox="1"/>
          <p:nvPr/>
        </p:nvSpPr>
        <p:spPr>
          <a:xfrm>
            <a:off x="557375" y="1062075"/>
            <a:ext cx="3804000" cy="30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The f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ive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triangles are congruent.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1"/>
          <p:cNvSpPr txBox="1"/>
          <p:nvPr/>
        </p:nvSpPr>
        <p:spPr>
          <a:xfrm>
            <a:off x="468000" y="720000"/>
            <a:ext cx="66240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Identifying missing information on congruent shapes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08" name="Google Shape;208;p21"/>
          <p:cNvCxnSpPr/>
          <p:nvPr/>
        </p:nvCxnSpPr>
        <p:spPr>
          <a:xfrm flipH="1">
            <a:off x="4209386" y="1429753"/>
            <a:ext cx="4500" cy="1182000"/>
          </a:xfrm>
          <a:prstGeom prst="straightConnector1">
            <a:avLst/>
          </a:prstGeom>
          <a:noFill/>
          <a:ln w="19050" cap="flat" cmpd="sng">
            <a:solidFill>
              <a:srgbClr val="037B7D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09" name="Google Shape;209;p21"/>
          <p:cNvSpPr txBox="1"/>
          <p:nvPr/>
        </p:nvSpPr>
        <p:spPr>
          <a:xfrm>
            <a:off x="468000" y="4789247"/>
            <a:ext cx="6493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f) Label the missing lengths and angles on triangles B to E.</a:t>
            </a:r>
            <a:endParaRPr sz="1200"/>
          </a:p>
        </p:txBody>
      </p:sp>
      <p:sp>
        <p:nvSpPr>
          <p:cNvPr id="210" name="Google Shape;210;p21"/>
          <p:cNvSpPr txBox="1"/>
          <p:nvPr/>
        </p:nvSpPr>
        <p:spPr>
          <a:xfrm>
            <a:off x="468000" y="1441487"/>
            <a:ext cx="4337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What transformation maps A onto B?</a:t>
            </a:r>
            <a:endParaRPr sz="1200"/>
          </a:p>
        </p:txBody>
      </p:sp>
      <p:sp>
        <p:nvSpPr>
          <p:cNvPr id="211" name="Google Shape;211;p21"/>
          <p:cNvSpPr txBox="1"/>
          <p:nvPr/>
        </p:nvSpPr>
        <p:spPr>
          <a:xfrm>
            <a:off x="468000" y="2104427"/>
            <a:ext cx="4337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What transformation maps B onto C?</a:t>
            </a:r>
            <a:endParaRPr sz="1200"/>
          </a:p>
        </p:txBody>
      </p:sp>
      <p:sp>
        <p:nvSpPr>
          <p:cNvPr id="212" name="Google Shape;212;p21"/>
          <p:cNvSpPr txBox="1"/>
          <p:nvPr/>
        </p:nvSpPr>
        <p:spPr>
          <a:xfrm>
            <a:off x="468000" y="2767367"/>
            <a:ext cx="4337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What transformation maps C onto D?</a:t>
            </a:r>
            <a:endParaRPr sz="1200"/>
          </a:p>
        </p:txBody>
      </p:sp>
      <p:sp>
        <p:nvSpPr>
          <p:cNvPr id="213" name="Google Shape;213;p21"/>
          <p:cNvSpPr txBox="1"/>
          <p:nvPr/>
        </p:nvSpPr>
        <p:spPr>
          <a:xfrm>
            <a:off x="468000" y="3430307"/>
            <a:ext cx="4337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What transformation maps D onto E?</a:t>
            </a:r>
            <a:endParaRPr sz="1200"/>
          </a:p>
        </p:txBody>
      </p:sp>
      <p:sp>
        <p:nvSpPr>
          <p:cNvPr id="214" name="Google Shape;214;p21"/>
          <p:cNvSpPr txBox="1"/>
          <p:nvPr/>
        </p:nvSpPr>
        <p:spPr>
          <a:xfrm>
            <a:off x="468000" y="4093247"/>
            <a:ext cx="4337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e) What transformation maps E onto A?</a:t>
            </a:r>
            <a:endParaRPr sz="1200"/>
          </a:p>
        </p:txBody>
      </p:sp>
      <p:cxnSp>
        <p:nvCxnSpPr>
          <p:cNvPr id="215" name="Google Shape;215;p21"/>
          <p:cNvCxnSpPr/>
          <p:nvPr/>
        </p:nvCxnSpPr>
        <p:spPr>
          <a:xfrm>
            <a:off x="4374472" y="1377479"/>
            <a:ext cx="688500" cy="1167300"/>
          </a:xfrm>
          <a:prstGeom prst="straightConnector1">
            <a:avLst/>
          </a:prstGeom>
          <a:noFill/>
          <a:ln w="19050" cap="flat" cmpd="sng">
            <a:solidFill>
              <a:srgbClr val="037B7D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16" name="Google Shape;216;p21"/>
          <p:cNvCxnSpPr/>
          <p:nvPr/>
        </p:nvCxnSpPr>
        <p:spPr>
          <a:xfrm rot="10800000">
            <a:off x="4302946" y="2707135"/>
            <a:ext cx="693000" cy="0"/>
          </a:xfrm>
          <a:prstGeom prst="straightConnector1">
            <a:avLst/>
          </a:prstGeom>
          <a:noFill/>
          <a:ln w="19050" cap="flat" cmpd="sng">
            <a:solidFill>
              <a:srgbClr val="037B7D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17" name="Google Shape;217;p21"/>
          <p:cNvCxnSpPr/>
          <p:nvPr/>
        </p:nvCxnSpPr>
        <p:spPr>
          <a:xfrm flipH="1">
            <a:off x="5674168" y="1444439"/>
            <a:ext cx="0" cy="700800"/>
          </a:xfrm>
          <a:prstGeom prst="straightConnector1">
            <a:avLst/>
          </a:prstGeom>
          <a:noFill/>
          <a:ln w="19050" cap="flat" cmpd="sng">
            <a:solidFill>
              <a:srgbClr val="037B7D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18" name="Google Shape;218;p21"/>
          <p:cNvCxnSpPr/>
          <p:nvPr/>
        </p:nvCxnSpPr>
        <p:spPr>
          <a:xfrm flipH="1">
            <a:off x="5674168" y="2354873"/>
            <a:ext cx="0" cy="700800"/>
          </a:xfrm>
          <a:prstGeom prst="straightConnector1">
            <a:avLst/>
          </a:prstGeom>
          <a:noFill/>
          <a:ln w="19050" cap="flat" cmpd="sng">
            <a:solidFill>
              <a:srgbClr val="037B7D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19" name="Google Shape;219;p21"/>
          <p:cNvCxnSpPr/>
          <p:nvPr/>
        </p:nvCxnSpPr>
        <p:spPr>
          <a:xfrm flipH="1">
            <a:off x="5674168" y="3306574"/>
            <a:ext cx="0" cy="700800"/>
          </a:xfrm>
          <a:prstGeom prst="straightConnector1">
            <a:avLst/>
          </a:prstGeom>
          <a:noFill/>
          <a:ln w="19050" cap="flat" cmpd="sng">
            <a:solidFill>
              <a:srgbClr val="037B7D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20" name="Google Shape;220;p21"/>
          <p:cNvCxnSpPr/>
          <p:nvPr/>
        </p:nvCxnSpPr>
        <p:spPr>
          <a:xfrm flipH="1">
            <a:off x="5070647" y="3306574"/>
            <a:ext cx="0" cy="700800"/>
          </a:xfrm>
          <a:prstGeom prst="straightConnector1">
            <a:avLst/>
          </a:prstGeom>
          <a:noFill/>
          <a:ln w="19050" cap="flat" cmpd="sng">
            <a:solidFill>
              <a:srgbClr val="037B7D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21" name="Google Shape;221;p21"/>
          <p:cNvCxnSpPr/>
          <p:nvPr/>
        </p:nvCxnSpPr>
        <p:spPr>
          <a:xfrm>
            <a:off x="5758609" y="1372406"/>
            <a:ext cx="1176300" cy="0"/>
          </a:xfrm>
          <a:prstGeom prst="straightConnector1">
            <a:avLst/>
          </a:prstGeom>
          <a:noFill/>
          <a:ln w="19050" cap="flat" cmpd="sng">
            <a:solidFill>
              <a:srgbClr val="037B7D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22" name="Google Shape;222;p21"/>
          <p:cNvCxnSpPr/>
          <p:nvPr/>
        </p:nvCxnSpPr>
        <p:spPr>
          <a:xfrm>
            <a:off x="5758609" y="3122349"/>
            <a:ext cx="1176300" cy="0"/>
          </a:xfrm>
          <a:prstGeom prst="straightConnector1">
            <a:avLst/>
          </a:prstGeom>
          <a:noFill/>
          <a:ln w="19050" cap="flat" cmpd="sng">
            <a:solidFill>
              <a:srgbClr val="037B7D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23" name="Google Shape;223;p21"/>
          <p:cNvCxnSpPr/>
          <p:nvPr/>
        </p:nvCxnSpPr>
        <p:spPr>
          <a:xfrm>
            <a:off x="5758609" y="4089524"/>
            <a:ext cx="1176300" cy="0"/>
          </a:xfrm>
          <a:prstGeom prst="straightConnector1">
            <a:avLst/>
          </a:prstGeom>
          <a:noFill/>
          <a:ln w="19050" cap="flat" cmpd="sng">
            <a:solidFill>
              <a:srgbClr val="037B7D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24" name="Google Shape;224;p21"/>
          <p:cNvCxnSpPr/>
          <p:nvPr/>
        </p:nvCxnSpPr>
        <p:spPr>
          <a:xfrm rot="-5400000">
            <a:off x="6044549" y="1269104"/>
            <a:ext cx="688500" cy="1167300"/>
          </a:xfrm>
          <a:prstGeom prst="straightConnector1">
            <a:avLst/>
          </a:prstGeom>
          <a:noFill/>
          <a:ln w="19050" cap="flat" cmpd="sng">
            <a:solidFill>
              <a:srgbClr val="037B7D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25" name="Google Shape;225;p21"/>
          <p:cNvCxnSpPr/>
          <p:nvPr/>
        </p:nvCxnSpPr>
        <p:spPr>
          <a:xfrm rot="5400000" flipH="1">
            <a:off x="6050874" y="2048003"/>
            <a:ext cx="688500" cy="1167300"/>
          </a:xfrm>
          <a:prstGeom prst="straightConnector1">
            <a:avLst/>
          </a:prstGeom>
          <a:noFill/>
          <a:ln w="19050" cap="flat" cmpd="sng">
            <a:solidFill>
              <a:srgbClr val="037B7D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26" name="Google Shape;226;p21"/>
          <p:cNvCxnSpPr/>
          <p:nvPr/>
        </p:nvCxnSpPr>
        <p:spPr>
          <a:xfrm rot="5400000" flipH="1">
            <a:off x="6050874" y="3015178"/>
            <a:ext cx="688500" cy="1167300"/>
          </a:xfrm>
          <a:prstGeom prst="straightConnector1">
            <a:avLst/>
          </a:prstGeom>
          <a:noFill/>
          <a:ln w="19050" cap="flat" cmpd="sng">
            <a:solidFill>
              <a:srgbClr val="037B7D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27" name="Google Shape;227;p21"/>
          <p:cNvCxnSpPr/>
          <p:nvPr/>
        </p:nvCxnSpPr>
        <p:spPr>
          <a:xfrm rot="-5400000">
            <a:off x="3985098" y="3015178"/>
            <a:ext cx="688500" cy="1167300"/>
          </a:xfrm>
          <a:prstGeom prst="straightConnector1">
            <a:avLst/>
          </a:prstGeom>
          <a:noFill/>
          <a:ln w="19050" cap="flat" cmpd="sng">
            <a:solidFill>
              <a:srgbClr val="037B7D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28" name="Google Shape;228;p21"/>
          <p:cNvCxnSpPr/>
          <p:nvPr/>
        </p:nvCxnSpPr>
        <p:spPr>
          <a:xfrm rot="10800000">
            <a:off x="3834198" y="4076655"/>
            <a:ext cx="1155300" cy="0"/>
          </a:xfrm>
          <a:prstGeom prst="straightConnector1">
            <a:avLst/>
          </a:prstGeom>
          <a:noFill/>
          <a:ln w="19050" cap="flat" cmpd="sng">
            <a:solidFill>
              <a:srgbClr val="037B7D"/>
            </a:solidFill>
            <a:prstDash val="solid"/>
            <a:round/>
            <a:headEnd type="triangle" w="med" len="med"/>
            <a:tailEnd type="triangle" w="med" len="med"/>
          </a:ln>
        </p:spPr>
      </p:cxnSp>
      <p:grpSp>
        <p:nvGrpSpPr>
          <p:cNvPr id="229" name="Google Shape;229;p21"/>
          <p:cNvGrpSpPr/>
          <p:nvPr/>
        </p:nvGrpSpPr>
        <p:grpSpPr>
          <a:xfrm>
            <a:off x="4135563" y="1278670"/>
            <a:ext cx="952980" cy="1446764"/>
            <a:chOff x="5251793" y="1431500"/>
            <a:chExt cx="1082931" cy="1644050"/>
          </a:xfrm>
        </p:grpSpPr>
        <p:sp>
          <p:nvSpPr>
            <p:cNvPr id="230" name="Google Shape;230;p21"/>
            <p:cNvSpPr/>
            <p:nvPr/>
          </p:nvSpPr>
          <p:spPr>
            <a:xfrm>
              <a:off x="5251793" y="1431500"/>
              <a:ext cx="408600" cy="408600"/>
            </a:xfrm>
            <a:prstGeom prst="arc">
              <a:avLst>
                <a:gd name="adj1" fmla="val 3596057"/>
                <a:gd name="adj2" fmla="val 5735893"/>
              </a:avLst>
            </a:prstGeom>
            <a:noFill/>
            <a:ln w="19050"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1" name="Google Shape;231;p21"/>
            <p:cNvSpPr/>
            <p:nvPr/>
          </p:nvSpPr>
          <p:spPr>
            <a:xfrm>
              <a:off x="6046125" y="2786950"/>
              <a:ext cx="288600" cy="288600"/>
            </a:xfrm>
            <a:prstGeom prst="arc">
              <a:avLst>
                <a:gd name="adj1" fmla="val 10685781"/>
                <a:gd name="adj2" fmla="val 14894571"/>
              </a:avLst>
            </a:prstGeom>
            <a:noFill/>
            <a:ln w="19050"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2" name="Google Shape;232;p21"/>
            <p:cNvSpPr/>
            <p:nvPr/>
          </p:nvSpPr>
          <p:spPr>
            <a:xfrm>
              <a:off x="5440950" y="2849150"/>
              <a:ext cx="97500" cy="97500"/>
            </a:xfrm>
            <a:prstGeom prst="rect">
              <a:avLst/>
            </a:prstGeom>
            <a:noFill/>
            <a:ln w="19050"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33" name="Google Shape;233;p21"/>
          <p:cNvGrpSpPr/>
          <p:nvPr/>
        </p:nvGrpSpPr>
        <p:grpSpPr>
          <a:xfrm rot="5400000">
            <a:off x="5885715" y="1042610"/>
            <a:ext cx="952980" cy="1446764"/>
            <a:chOff x="5251793" y="1431500"/>
            <a:chExt cx="1082931" cy="1644050"/>
          </a:xfrm>
        </p:grpSpPr>
        <p:sp>
          <p:nvSpPr>
            <p:cNvPr id="234" name="Google Shape;234;p21"/>
            <p:cNvSpPr/>
            <p:nvPr/>
          </p:nvSpPr>
          <p:spPr>
            <a:xfrm>
              <a:off x="5251793" y="1431500"/>
              <a:ext cx="408600" cy="408600"/>
            </a:xfrm>
            <a:prstGeom prst="arc">
              <a:avLst>
                <a:gd name="adj1" fmla="val 3596057"/>
                <a:gd name="adj2" fmla="val 5735893"/>
              </a:avLst>
            </a:prstGeom>
            <a:noFill/>
            <a:ln w="19050"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5" name="Google Shape;235;p21"/>
            <p:cNvSpPr/>
            <p:nvPr/>
          </p:nvSpPr>
          <p:spPr>
            <a:xfrm>
              <a:off x="6046125" y="2786950"/>
              <a:ext cx="288600" cy="288600"/>
            </a:xfrm>
            <a:prstGeom prst="arc">
              <a:avLst>
                <a:gd name="adj1" fmla="val 10685781"/>
                <a:gd name="adj2" fmla="val 14894571"/>
              </a:avLst>
            </a:prstGeom>
            <a:noFill/>
            <a:ln w="19050"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6" name="Google Shape;236;p21"/>
            <p:cNvSpPr/>
            <p:nvPr/>
          </p:nvSpPr>
          <p:spPr>
            <a:xfrm>
              <a:off x="5440950" y="2849150"/>
              <a:ext cx="97500" cy="97500"/>
            </a:xfrm>
            <a:prstGeom prst="rect">
              <a:avLst/>
            </a:prstGeom>
            <a:noFill/>
            <a:ln w="19050"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37" name="Google Shape;237;p21"/>
          <p:cNvGrpSpPr/>
          <p:nvPr/>
        </p:nvGrpSpPr>
        <p:grpSpPr>
          <a:xfrm rot="5400000" flipH="1">
            <a:off x="5885715" y="2007432"/>
            <a:ext cx="952980" cy="1446764"/>
            <a:chOff x="5251793" y="1431500"/>
            <a:chExt cx="1082931" cy="1644050"/>
          </a:xfrm>
        </p:grpSpPr>
        <p:sp>
          <p:nvSpPr>
            <p:cNvPr id="238" name="Google Shape;238;p21"/>
            <p:cNvSpPr/>
            <p:nvPr/>
          </p:nvSpPr>
          <p:spPr>
            <a:xfrm>
              <a:off x="5251793" y="1431500"/>
              <a:ext cx="408600" cy="408600"/>
            </a:xfrm>
            <a:prstGeom prst="arc">
              <a:avLst>
                <a:gd name="adj1" fmla="val 3596057"/>
                <a:gd name="adj2" fmla="val 5735893"/>
              </a:avLst>
            </a:prstGeom>
            <a:noFill/>
            <a:ln w="19050"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9" name="Google Shape;239;p21"/>
            <p:cNvSpPr/>
            <p:nvPr/>
          </p:nvSpPr>
          <p:spPr>
            <a:xfrm>
              <a:off x="6046125" y="2786950"/>
              <a:ext cx="288600" cy="288600"/>
            </a:xfrm>
            <a:prstGeom prst="arc">
              <a:avLst>
                <a:gd name="adj1" fmla="val 10685781"/>
                <a:gd name="adj2" fmla="val 14894571"/>
              </a:avLst>
            </a:prstGeom>
            <a:noFill/>
            <a:ln w="19050"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0" name="Google Shape;240;p21"/>
            <p:cNvSpPr/>
            <p:nvPr/>
          </p:nvSpPr>
          <p:spPr>
            <a:xfrm>
              <a:off x="5440950" y="2849150"/>
              <a:ext cx="97500" cy="97500"/>
            </a:xfrm>
            <a:prstGeom prst="rect">
              <a:avLst/>
            </a:prstGeom>
            <a:noFill/>
            <a:ln w="19050"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1" name="Google Shape;241;p21"/>
          <p:cNvGrpSpPr/>
          <p:nvPr/>
        </p:nvGrpSpPr>
        <p:grpSpPr>
          <a:xfrm rot="5400000" flipH="1">
            <a:off x="5892163" y="2959133"/>
            <a:ext cx="952980" cy="1446764"/>
            <a:chOff x="5251793" y="1431500"/>
            <a:chExt cx="1082931" cy="1644050"/>
          </a:xfrm>
        </p:grpSpPr>
        <p:sp>
          <p:nvSpPr>
            <p:cNvPr id="242" name="Google Shape;242;p21"/>
            <p:cNvSpPr/>
            <p:nvPr/>
          </p:nvSpPr>
          <p:spPr>
            <a:xfrm>
              <a:off x="5251793" y="1431500"/>
              <a:ext cx="408600" cy="408600"/>
            </a:xfrm>
            <a:prstGeom prst="arc">
              <a:avLst>
                <a:gd name="adj1" fmla="val 3596057"/>
                <a:gd name="adj2" fmla="val 5735893"/>
              </a:avLst>
            </a:prstGeom>
            <a:noFill/>
            <a:ln w="19050"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3" name="Google Shape;243;p21"/>
            <p:cNvSpPr/>
            <p:nvPr/>
          </p:nvSpPr>
          <p:spPr>
            <a:xfrm>
              <a:off x="6046125" y="2786950"/>
              <a:ext cx="288600" cy="288600"/>
            </a:xfrm>
            <a:prstGeom prst="arc">
              <a:avLst>
                <a:gd name="adj1" fmla="val 10685781"/>
                <a:gd name="adj2" fmla="val 14894571"/>
              </a:avLst>
            </a:prstGeom>
            <a:noFill/>
            <a:ln w="19050"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4" name="Google Shape;244;p21"/>
            <p:cNvSpPr/>
            <p:nvPr/>
          </p:nvSpPr>
          <p:spPr>
            <a:xfrm>
              <a:off x="5440950" y="2849150"/>
              <a:ext cx="97500" cy="97500"/>
            </a:xfrm>
            <a:prstGeom prst="rect">
              <a:avLst/>
            </a:prstGeom>
            <a:noFill/>
            <a:ln w="19050"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5" name="Google Shape;245;p21"/>
          <p:cNvGrpSpPr/>
          <p:nvPr/>
        </p:nvGrpSpPr>
        <p:grpSpPr>
          <a:xfrm rot="-5400000">
            <a:off x="3906106" y="2959133"/>
            <a:ext cx="952980" cy="1446764"/>
            <a:chOff x="5251793" y="1431500"/>
            <a:chExt cx="1082931" cy="1644050"/>
          </a:xfrm>
        </p:grpSpPr>
        <p:sp>
          <p:nvSpPr>
            <p:cNvPr id="246" name="Google Shape;246;p21"/>
            <p:cNvSpPr/>
            <p:nvPr/>
          </p:nvSpPr>
          <p:spPr>
            <a:xfrm>
              <a:off x="5251793" y="1431500"/>
              <a:ext cx="408600" cy="408600"/>
            </a:xfrm>
            <a:prstGeom prst="arc">
              <a:avLst>
                <a:gd name="adj1" fmla="val 3596057"/>
                <a:gd name="adj2" fmla="val 5735893"/>
              </a:avLst>
            </a:prstGeom>
            <a:noFill/>
            <a:ln w="19050"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7" name="Google Shape;247;p21"/>
            <p:cNvSpPr/>
            <p:nvPr/>
          </p:nvSpPr>
          <p:spPr>
            <a:xfrm>
              <a:off x="6046125" y="2786950"/>
              <a:ext cx="288600" cy="288600"/>
            </a:xfrm>
            <a:prstGeom prst="arc">
              <a:avLst>
                <a:gd name="adj1" fmla="val 10685781"/>
                <a:gd name="adj2" fmla="val 14894571"/>
              </a:avLst>
            </a:prstGeom>
            <a:noFill/>
            <a:ln w="19050"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8" name="Google Shape;248;p21"/>
            <p:cNvSpPr/>
            <p:nvPr/>
          </p:nvSpPr>
          <p:spPr>
            <a:xfrm>
              <a:off x="5440950" y="2849150"/>
              <a:ext cx="97500" cy="97500"/>
            </a:xfrm>
            <a:prstGeom prst="rect">
              <a:avLst/>
            </a:prstGeom>
            <a:noFill/>
            <a:ln w="19050"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49" name="Google Shape;249;p21"/>
          <p:cNvSpPr/>
          <p:nvPr/>
        </p:nvSpPr>
        <p:spPr>
          <a:xfrm>
            <a:off x="4302926" y="1430809"/>
            <a:ext cx="693000" cy="1180800"/>
          </a:xfrm>
          <a:prstGeom prst="rtTriangl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0" name="Google Shape;250;p21"/>
          <p:cNvSpPr/>
          <p:nvPr/>
        </p:nvSpPr>
        <p:spPr>
          <a:xfrm rot="5400000">
            <a:off x="5998127" y="1208459"/>
            <a:ext cx="693000" cy="1180800"/>
          </a:xfrm>
          <a:prstGeom prst="rtTriangl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1" name="Google Shape;251;p21"/>
          <p:cNvSpPr/>
          <p:nvPr/>
        </p:nvSpPr>
        <p:spPr>
          <a:xfrm rot="5400000" flipH="1">
            <a:off x="5998127" y="3057576"/>
            <a:ext cx="693000" cy="1180800"/>
          </a:xfrm>
          <a:prstGeom prst="rtTriangl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2" name="Google Shape;252;p21"/>
          <p:cNvSpPr/>
          <p:nvPr/>
        </p:nvSpPr>
        <p:spPr>
          <a:xfrm rot="-5400000">
            <a:off x="4054373" y="3057576"/>
            <a:ext cx="693000" cy="1180800"/>
          </a:xfrm>
          <a:prstGeom prst="rtTriangl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3" name="Google Shape;253;p21"/>
          <p:cNvSpPr/>
          <p:nvPr/>
        </p:nvSpPr>
        <p:spPr>
          <a:xfrm rot="5400000" flipH="1">
            <a:off x="5998127" y="2109221"/>
            <a:ext cx="693000" cy="1180800"/>
          </a:xfrm>
          <a:prstGeom prst="rtTriangl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4" name="Google Shape;254;p21"/>
          <p:cNvSpPr txBox="1"/>
          <p:nvPr/>
        </p:nvSpPr>
        <p:spPr>
          <a:xfrm>
            <a:off x="4526469" y="2637224"/>
            <a:ext cx="207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1200"/>
          </a:p>
        </p:txBody>
      </p:sp>
      <p:sp>
        <p:nvSpPr>
          <p:cNvPr id="255" name="Google Shape;255;p21"/>
          <p:cNvSpPr txBox="1"/>
          <p:nvPr/>
        </p:nvSpPr>
        <p:spPr>
          <a:xfrm>
            <a:off x="3964214" y="1871221"/>
            <a:ext cx="207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1200"/>
          </a:p>
        </p:txBody>
      </p:sp>
      <p:sp>
        <p:nvSpPr>
          <p:cNvPr id="256" name="Google Shape;256;p21"/>
          <p:cNvSpPr txBox="1"/>
          <p:nvPr/>
        </p:nvSpPr>
        <p:spPr>
          <a:xfrm>
            <a:off x="4695403" y="1743554"/>
            <a:ext cx="207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endParaRPr sz="1200"/>
          </a:p>
        </p:txBody>
      </p:sp>
      <p:sp>
        <p:nvSpPr>
          <p:cNvPr id="257" name="Google Shape;257;p21"/>
          <p:cNvSpPr txBox="1"/>
          <p:nvPr/>
        </p:nvSpPr>
        <p:spPr>
          <a:xfrm>
            <a:off x="4440059" y="1303804"/>
            <a:ext cx="529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37°</a:t>
            </a:r>
            <a:endParaRPr sz="1200"/>
          </a:p>
        </p:txBody>
      </p:sp>
      <p:sp>
        <p:nvSpPr>
          <p:cNvPr id="258" name="Google Shape;258;p21"/>
          <p:cNvSpPr txBox="1"/>
          <p:nvPr/>
        </p:nvSpPr>
        <p:spPr>
          <a:xfrm>
            <a:off x="4522591" y="2303218"/>
            <a:ext cx="529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53°</a:t>
            </a:r>
            <a:endParaRPr sz="1200"/>
          </a:p>
        </p:txBody>
      </p:sp>
      <p:cxnSp>
        <p:nvCxnSpPr>
          <p:cNvPr id="259" name="Google Shape;259;p21"/>
          <p:cNvCxnSpPr/>
          <p:nvPr/>
        </p:nvCxnSpPr>
        <p:spPr>
          <a:xfrm flipH="1">
            <a:off x="4332418" y="1529789"/>
            <a:ext cx="187500" cy="54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60" name="Google Shape;260;p21"/>
          <p:cNvSpPr txBox="1"/>
          <p:nvPr/>
        </p:nvSpPr>
        <p:spPr>
          <a:xfrm>
            <a:off x="4398801" y="2005336"/>
            <a:ext cx="207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200"/>
          </a:p>
        </p:txBody>
      </p:sp>
      <p:sp>
        <p:nvSpPr>
          <p:cNvPr id="261" name="Google Shape;261;p21"/>
          <p:cNvSpPr txBox="1"/>
          <p:nvPr/>
        </p:nvSpPr>
        <p:spPr>
          <a:xfrm>
            <a:off x="5941132" y="1475324"/>
            <a:ext cx="207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200"/>
          </a:p>
        </p:txBody>
      </p:sp>
      <p:sp>
        <p:nvSpPr>
          <p:cNvPr id="262" name="Google Shape;262;p21"/>
          <p:cNvSpPr txBox="1"/>
          <p:nvPr/>
        </p:nvSpPr>
        <p:spPr>
          <a:xfrm>
            <a:off x="5941132" y="2615301"/>
            <a:ext cx="207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200"/>
          </a:p>
        </p:txBody>
      </p:sp>
      <p:sp>
        <p:nvSpPr>
          <p:cNvPr id="263" name="Google Shape;263;p21"/>
          <p:cNvSpPr txBox="1"/>
          <p:nvPr/>
        </p:nvSpPr>
        <p:spPr>
          <a:xfrm>
            <a:off x="5941132" y="3554106"/>
            <a:ext cx="207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endParaRPr sz="1200"/>
          </a:p>
        </p:txBody>
      </p:sp>
      <p:sp>
        <p:nvSpPr>
          <p:cNvPr id="264" name="Google Shape;264;p21"/>
          <p:cNvSpPr txBox="1"/>
          <p:nvPr/>
        </p:nvSpPr>
        <p:spPr>
          <a:xfrm>
            <a:off x="4450384" y="3599241"/>
            <a:ext cx="207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</a:t>
            </a:r>
            <a:endParaRPr sz="1200"/>
          </a:p>
        </p:txBody>
      </p:sp>
      <p:sp>
        <p:nvSpPr>
          <p:cNvPr id="265" name="Google Shape;265;p21"/>
          <p:cNvSpPr/>
          <p:nvPr/>
        </p:nvSpPr>
        <p:spPr>
          <a:xfrm flipH="1">
            <a:off x="886405" y="6145967"/>
            <a:ext cx="713067" cy="948135"/>
          </a:xfrm>
          <a:custGeom>
            <a:rect l="l" t="t" r="r" b="b"/>
            <a:pathLst>
              <a:path w="84788" h="112739" extrusionOk="0">
                <a:moveTo>
                  <a:pt x="781" y="0"/>
                </a:moveTo>
                <a:lnTo>
                  <a:pt x="0" y="112739"/>
                </a:lnTo>
                <a:lnTo>
                  <a:pt x="84632" y="112582"/>
                </a:lnTo>
                <a:lnTo>
                  <a:pt x="84788" y="0"/>
                </a:lnTo>
                <a:close/>
              </a:path>
            </a:pathLst>
          </a:cu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/>
        </p:txBody>
      </p:sp>
      <p:sp>
        <p:nvSpPr>
          <p:cNvPr id="266" name="Google Shape;266;p21"/>
          <p:cNvSpPr txBox="1"/>
          <p:nvPr/>
        </p:nvSpPr>
        <p:spPr>
          <a:xfrm>
            <a:off x="466475" y="5311450"/>
            <a:ext cx="6624000" cy="61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The four quadrilaterals are congruent. The transformations which map each shape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onto the next shape are stated below.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7" name="Google Shape;267;p21"/>
          <p:cNvSpPr/>
          <p:nvPr/>
        </p:nvSpPr>
        <p:spPr>
          <a:xfrm flipH="1">
            <a:off x="1523238" y="7018182"/>
            <a:ext cx="132000" cy="132000"/>
          </a:xfrm>
          <a:prstGeom prst="arc">
            <a:avLst>
              <a:gd name="adj1" fmla="val 16200000"/>
              <a:gd name="adj2" fmla="val 0"/>
            </a:avLst>
          </a:prstGeom>
          <a:noFill/>
          <a:ln w="19050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68" name="Google Shape;268;p21"/>
          <p:cNvCxnSpPr/>
          <p:nvPr/>
        </p:nvCxnSpPr>
        <p:spPr>
          <a:xfrm>
            <a:off x="1651982" y="6145889"/>
            <a:ext cx="6900" cy="946200"/>
          </a:xfrm>
          <a:prstGeom prst="straightConnector1">
            <a:avLst/>
          </a:prstGeom>
          <a:noFill/>
          <a:ln w="9525" cap="flat" cmpd="sng">
            <a:solidFill>
              <a:srgbClr val="037B7D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69" name="Google Shape;269;p21"/>
          <p:cNvCxnSpPr/>
          <p:nvPr/>
        </p:nvCxnSpPr>
        <p:spPr>
          <a:xfrm flipH="1">
            <a:off x="823808" y="6143149"/>
            <a:ext cx="3900" cy="949200"/>
          </a:xfrm>
          <a:prstGeom prst="straightConnector1">
            <a:avLst/>
          </a:prstGeom>
          <a:noFill/>
          <a:ln w="9525" cap="flat" cmpd="sng">
            <a:solidFill>
              <a:srgbClr val="037B7D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70" name="Google Shape;270;p21"/>
          <p:cNvCxnSpPr/>
          <p:nvPr/>
        </p:nvCxnSpPr>
        <p:spPr>
          <a:xfrm rot="10800000">
            <a:off x="884426" y="6085753"/>
            <a:ext cx="708000" cy="1500"/>
          </a:xfrm>
          <a:prstGeom prst="straightConnector1">
            <a:avLst/>
          </a:prstGeom>
          <a:noFill/>
          <a:ln w="9525" cap="flat" cmpd="sng">
            <a:solidFill>
              <a:srgbClr val="037B7D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71" name="Google Shape;271;p21"/>
          <p:cNvCxnSpPr/>
          <p:nvPr/>
        </p:nvCxnSpPr>
        <p:spPr>
          <a:xfrm rot="10800000">
            <a:off x="892526" y="7156227"/>
            <a:ext cx="699900" cy="4800"/>
          </a:xfrm>
          <a:prstGeom prst="straightConnector1">
            <a:avLst/>
          </a:prstGeom>
          <a:noFill/>
          <a:ln w="9525" cap="flat" cmpd="sng">
            <a:solidFill>
              <a:srgbClr val="037B7D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72" name="Google Shape;272;p21"/>
          <p:cNvSpPr/>
          <p:nvPr/>
        </p:nvSpPr>
        <p:spPr>
          <a:xfrm>
            <a:off x="831236" y="7018182"/>
            <a:ext cx="132000" cy="132000"/>
          </a:xfrm>
          <a:prstGeom prst="arc">
            <a:avLst>
              <a:gd name="adj1" fmla="val 16200000"/>
              <a:gd name="adj2" fmla="val 0"/>
            </a:avLst>
          </a:prstGeom>
          <a:noFill/>
          <a:ln w="19050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3" name="Google Shape;273;p21"/>
          <p:cNvSpPr/>
          <p:nvPr/>
        </p:nvSpPr>
        <p:spPr>
          <a:xfrm rot="10800000">
            <a:off x="1519982" y="6088128"/>
            <a:ext cx="132000" cy="132000"/>
          </a:xfrm>
          <a:prstGeom prst="arc">
            <a:avLst>
              <a:gd name="adj1" fmla="val 16200000"/>
              <a:gd name="adj2" fmla="val 0"/>
            </a:avLst>
          </a:prstGeom>
          <a:noFill/>
          <a:ln w="19050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4" name="Google Shape;274;p21"/>
          <p:cNvSpPr/>
          <p:nvPr/>
        </p:nvSpPr>
        <p:spPr>
          <a:xfrm rot="10800000" flipH="1">
            <a:off x="827979" y="6088128"/>
            <a:ext cx="132000" cy="132000"/>
          </a:xfrm>
          <a:prstGeom prst="arc">
            <a:avLst>
              <a:gd name="adj1" fmla="val 16200000"/>
              <a:gd name="adj2" fmla="val 0"/>
            </a:avLst>
          </a:prstGeom>
          <a:noFill/>
          <a:ln w="19050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5" name="Google Shape;275;p21"/>
          <p:cNvSpPr txBox="1"/>
          <p:nvPr/>
        </p:nvSpPr>
        <p:spPr>
          <a:xfrm>
            <a:off x="912832" y="6865152"/>
            <a:ext cx="291600" cy="24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88°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6" name="Google Shape;276;p21"/>
          <p:cNvSpPr txBox="1"/>
          <p:nvPr/>
        </p:nvSpPr>
        <p:spPr>
          <a:xfrm>
            <a:off x="1338259" y="6857122"/>
            <a:ext cx="291600" cy="24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91°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7" name="Google Shape;277;p21"/>
          <p:cNvSpPr txBox="1"/>
          <p:nvPr/>
        </p:nvSpPr>
        <p:spPr>
          <a:xfrm>
            <a:off x="926418" y="6178164"/>
            <a:ext cx="291600" cy="24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89°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8" name="Google Shape;278;p21"/>
          <p:cNvSpPr txBox="1"/>
          <p:nvPr/>
        </p:nvSpPr>
        <p:spPr>
          <a:xfrm>
            <a:off x="1306138" y="6178164"/>
            <a:ext cx="291600" cy="24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92°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9" name="Google Shape;279;p21"/>
          <p:cNvSpPr txBox="1"/>
          <p:nvPr/>
        </p:nvSpPr>
        <p:spPr>
          <a:xfrm>
            <a:off x="1667315" y="6529983"/>
            <a:ext cx="184500" cy="24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0" name="Google Shape;280;p21"/>
          <p:cNvSpPr txBox="1"/>
          <p:nvPr/>
        </p:nvSpPr>
        <p:spPr>
          <a:xfrm>
            <a:off x="1078130" y="5890199"/>
            <a:ext cx="387900" cy="24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2.99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1" name="Google Shape;281;p21"/>
          <p:cNvSpPr txBox="1"/>
          <p:nvPr/>
        </p:nvSpPr>
        <p:spPr>
          <a:xfrm>
            <a:off x="1209822" y="7131006"/>
            <a:ext cx="184500" cy="24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2" name="Google Shape;282;p21"/>
          <p:cNvSpPr txBox="1"/>
          <p:nvPr/>
        </p:nvSpPr>
        <p:spPr>
          <a:xfrm>
            <a:off x="502476" y="6518170"/>
            <a:ext cx="387900" cy="24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3.99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3" name="Google Shape;283;p21"/>
          <p:cNvSpPr txBox="1"/>
          <p:nvPr/>
        </p:nvSpPr>
        <p:spPr>
          <a:xfrm>
            <a:off x="1289149" y="7371057"/>
            <a:ext cx="1414800" cy="2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 ↦ B: translation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4" name="Google Shape;284;p21"/>
          <p:cNvSpPr txBox="1"/>
          <p:nvPr/>
        </p:nvSpPr>
        <p:spPr>
          <a:xfrm>
            <a:off x="3157260" y="7371057"/>
            <a:ext cx="1355100" cy="2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 ↦ C: reflection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5" name="Google Shape;285;p21"/>
          <p:cNvSpPr txBox="1"/>
          <p:nvPr/>
        </p:nvSpPr>
        <p:spPr>
          <a:xfrm>
            <a:off x="1162378" y="6510252"/>
            <a:ext cx="132000" cy="2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6" name="Google Shape;286;p21"/>
          <p:cNvSpPr txBox="1"/>
          <p:nvPr/>
        </p:nvSpPr>
        <p:spPr>
          <a:xfrm>
            <a:off x="4995544" y="7371057"/>
            <a:ext cx="1759200" cy="29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 ↦ D: rotation of 180°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7" name="Google Shape;287;p21"/>
          <p:cNvSpPr/>
          <p:nvPr/>
        </p:nvSpPr>
        <p:spPr>
          <a:xfrm flipH="1">
            <a:off x="2556716" y="6145967"/>
            <a:ext cx="713067" cy="948135"/>
          </a:xfrm>
          <a:custGeom>
            <a:rect l="l" t="t" r="r" b="b"/>
            <a:pathLst>
              <a:path w="84788" h="112739" extrusionOk="0">
                <a:moveTo>
                  <a:pt x="781" y="0"/>
                </a:moveTo>
                <a:lnTo>
                  <a:pt x="0" y="112739"/>
                </a:lnTo>
                <a:lnTo>
                  <a:pt x="84632" y="112582"/>
                </a:lnTo>
                <a:lnTo>
                  <a:pt x="84788" y="0"/>
                </a:lnTo>
                <a:close/>
              </a:path>
            </a:pathLst>
          </a:cu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/>
        </p:txBody>
      </p:sp>
      <p:sp>
        <p:nvSpPr>
          <p:cNvPr id="288" name="Google Shape;288;p21"/>
          <p:cNvSpPr/>
          <p:nvPr/>
        </p:nvSpPr>
        <p:spPr>
          <a:xfrm flipH="1">
            <a:off x="3193549" y="7018182"/>
            <a:ext cx="132000" cy="132000"/>
          </a:xfrm>
          <a:prstGeom prst="arc">
            <a:avLst>
              <a:gd name="adj1" fmla="val 16200000"/>
              <a:gd name="adj2" fmla="val 0"/>
            </a:avLst>
          </a:prstGeom>
          <a:noFill/>
          <a:ln w="19050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89" name="Google Shape;289;p21"/>
          <p:cNvCxnSpPr/>
          <p:nvPr/>
        </p:nvCxnSpPr>
        <p:spPr>
          <a:xfrm>
            <a:off x="3322293" y="6145889"/>
            <a:ext cx="6900" cy="946200"/>
          </a:xfrm>
          <a:prstGeom prst="straightConnector1">
            <a:avLst/>
          </a:prstGeom>
          <a:noFill/>
          <a:ln w="9525" cap="flat" cmpd="sng">
            <a:solidFill>
              <a:srgbClr val="037B7D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90" name="Google Shape;290;p21"/>
          <p:cNvCxnSpPr/>
          <p:nvPr/>
        </p:nvCxnSpPr>
        <p:spPr>
          <a:xfrm flipH="1">
            <a:off x="2494119" y="6143149"/>
            <a:ext cx="3900" cy="949200"/>
          </a:xfrm>
          <a:prstGeom prst="straightConnector1">
            <a:avLst/>
          </a:prstGeom>
          <a:noFill/>
          <a:ln w="9525" cap="flat" cmpd="sng">
            <a:solidFill>
              <a:srgbClr val="037B7D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91" name="Google Shape;291;p21"/>
          <p:cNvCxnSpPr/>
          <p:nvPr/>
        </p:nvCxnSpPr>
        <p:spPr>
          <a:xfrm rot="10800000">
            <a:off x="2554737" y="6085753"/>
            <a:ext cx="708000" cy="1500"/>
          </a:xfrm>
          <a:prstGeom prst="straightConnector1">
            <a:avLst/>
          </a:prstGeom>
          <a:noFill/>
          <a:ln w="9525" cap="flat" cmpd="sng">
            <a:solidFill>
              <a:srgbClr val="037B7D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92" name="Google Shape;292;p21"/>
          <p:cNvCxnSpPr/>
          <p:nvPr/>
        </p:nvCxnSpPr>
        <p:spPr>
          <a:xfrm rot="10800000">
            <a:off x="2562837" y="7156227"/>
            <a:ext cx="699900" cy="4800"/>
          </a:xfrm>
          <a:prstGeom prst="straightConnector1">
            <a:avLst/>
          </a:prstGeom>
          <a:noFill/>
          <a:ln w="9525" cap="flat" cmpd="sng">
            <a:solidFill>
              <a:srgbClr val="037B7D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93" name="Google Shape;293;p21"/>
          <p:cNvSpPr/>
          <p:nvPr/>
        </p:nvSpPr>
        <p:spPr>
          <a:xfrm>
            <a:off x="2501547" y="7018182"/>
            <a:ext cx="132000" cy="132000"/>
          </a:xfrm>
          <a:prstGeom prst="arc">
            <a:avLst>
              <a:gd name="adj1" fmla="val 16200000"/>
              <a:gd name="adj2" fmla="val 0"/>
            </a:avLst>
          </a:prstGeom>
          <a:noFill/>
          <a:ln w="19050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" name="Google Shape;294;p21"/>
          <p:cNvSpPr/>
          <p:nvPr/>
        </p:nvSpPr>
        <p:spPr>
          <a:xfrm rot="10800000">
            <a:off x="3190293" y="6088128"/>
            <a:ext cx="132000" cy="132000"/>
          </a:xfrm>
          <a:prstGeom prst="arc">
            <a:avLst>
              <a:gd name="adj1" fmla="val 16200000"/>
              <a:gd name="adj2" fmla="val 0"/>
            </a:avLst>
          </a:prstGeom>
          <a:noFill/>
          <a:ln w="19050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" name="Google Shape;295;p21"/>
          <p:cNvSpPr/>
          <p:nvPr/>
        </p:nvSpPr>
        <p:spPr>
          <a:xfrm rot="10800000" flipH="1">
            <a:off x="2498291" y="6088128"/>
            <a:ext cx="132000" cy="132000"/>
          </a:xfrm>
          <a:prstGeom prst="arc">
            <a:avLst>
              <a:gd name="adj1" fmla="val 16200000"/>
              <a:gd name="adj2" fmla="val 0"/>
            </a:avLst>
          </a:prstGeom>
          <a:noFill/>
          <a:ln w="19050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" name="Google Shape;296;p21"/>
          <p:cNvSpPr txBox="1"/>
          <p:nvPr/>
        </p:nvSpPr>
        <p:spPr>
          <a:xfrm>
            <a:off x="2832689" y="6510252"/>
            <a:ext cx="132000" cy="2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97" name="Google Shape;297;p21"/>
          <p:cNvGrpSpPr/>
          <p:nvPr/>
        </p:nvGrpSpPr>
        <p:grpSpPr>
          <a:xfrm flipH="1">
            <a:off x="4223751" y="6085948"/>
            <a:ext cx="835354" cy="1075235"/>
            <a:chOff x="5063471" y="2795269"/>
            <a:chExt cx="1067000" cy="1373400"/>
          </a:xfrm>
        </p:grpSpPr>
        <p:sp>
          <p:nvSpPr>
            <p:cNvPr id="298" name="Google Shape;298;p21"/>
            <p:cNvSpPr/>
            <p:nvPr/>
          </p:nvSpPr>
          <p:spPr>
            <a:xfrm flipH="1">
              <a:off x="5143561" y="2872069"/>
              <a:ext cx="910835" cy="1211099"/>
            </a:xfrm>
            <a:custGeom>
              <a:rect l="l" t="t" r="r" b="b"/>
              <a:pathLst>
                <a:path w="84788" h="112739" extrusionOk="0">
                  <a:moveTo>
                    <a:pt x="781" y="0"/>
                  </a:moveTo>
                  <a:lnTo>
                    <a:pt x="0" y="112739"/>
                  </a:lnTo>
                  <a:lnTo>
                    <a:pt x="84632" y="112582"/>
                  </a:lnTo>
                  <a:lnTo>
                    <a:pt x="84788" y="0"/>
                  </a:lnTo>
                  <a:close/>
                </a:path>
              </a:pathLst>
            </a:cu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/>
          </p:txBody>
        </p:sp>
        <p:sp>
          <p:nvSpPr>
            <p:cNvPr id="299" name="Google Shape;299;p21"/>
            <p:cNvSpPr/>
            <p:nvPr/>
          </p:nvSpPr>
          <p:spPr>
            <a:xfrm flipH="1">
              <a:off x="5957030" y="3986203"/>
              <a:ext cx="168600" cy="168600"/>
            </a:xfrm>
            <a:prstGeom prst="arc">
              <a:avLst>
                <a:gd name="adj1" fmla="val 16200000"/>
                <a:gd name="adj2" fmla="val 0"/>
              </a:avLst>
            </a:prstGeom>
            <a:noFill/>
            <a:ln w="19050"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00" name="Google Shape;300;p21"/>
            <p:cNvCxnSpPr/>
            <p:nvPr/>
          </p:nvCxnSpPr>
          <p:spPr>
            <a:xfrm>
              <a:off x="6121471" y="2871969"/>
              <a:ext cx="9000" cy="1208700"/>
            </a:xfrm>
            <a:prstGeom prst="straightConnector1">
              <a:avLst/>
            </a:prstGeom>
            <a:noFill/>
            <a:ln w="9525" cap="flat" cmpd="sng">
              <a:solidFill>
                <a:srgbClr val="037B7D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301" name="Google Shape;301;p21"/>
            <p:cNvCxnSpPr/>
            <p:nvPr/>
          </p:nvCxnSpPr>
          <p:spPr>
            <a:xfrm flipH="1">
              <a:off x="5063471" y="2868469"/>
              <a:ext cx="5100" cy="1212300"/>
            </a:xfrm>
            <a:prstGeom prst="straightConnector1">
              <a:avLst/>
            </a:prstGeom>
            <a:noFill/>
            <a:ln w="9525" cap="flat" cmpd="sng">
              <a:solidFill>
                <a:srgbClr val="037B7D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302" name="Google Shape;302;p21"/>
            <p:cNvCxnSpPr/>
            <p:nvPr/>
          </p:nvCxnSpPr>
          <p:spPr>
            <a:xfrm rot="10800000">
              <a:off x="5141196" y="2795269"/>
              <a:ext cx="904200" cy="1800"/>
            </a:xfrm>
            <a:prstGeom prst="straightConnector1">
              <a:avLst/>
            </a:prstGeom>
            <a:noFill/>
            <a:ln w="9525" cap="flat" cmpd="sng">
              <a:solidFill>
                <a:srgbClr val="037B7D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303" name="Google Shape;303;p21"/>
            <p:cNvCxnSpPr/>
            <p:nvPr/>
          </p:nvCxnSpPr>
          <p:spPr>
            <a:xfrm rot="10800000">
              <a:off x="5151396" y="4162369"/>
              <a:ext cx="894000" cy="6300"/>
            </a:xfrm>
            <a:prstGeom prst="straightConnector1">
              <a:avLst/>
            </a:prstGeom>
            <a:noFill/>
            <a:ln w="9525" cap="flat" cmpd="sng">
              <a:solidFill>
                <a:srgbClr val="037B7D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304" name="Google Shape;304;p21"/>
            <p:cNvSpPr/>
            <p:nvPr/>
          </p:nvSpPr>
          <p:spPr>
            <a:xfrm>
              <a:off x="5073077" y="3986203"/>
              <a:ext cx="168600" cy="168600"/>
            </a:xfrm>
            <a:prstGeom prst="arc">
              <a:avLst>
                <a:gd name="adj1" fmla="val 16200000"/>
                <a:gd name="adj2" fmla="val 0"/>
              </a:avLst>
            </a:prstGeom>
            <a:noFill/>
            <a:ln w="19050"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05" name="Google Shape;305;p21"/>
            <p:cNvSpPr/>
            <p:nvPr/>
          </p:nvSpPr>
          <p:spPr>
            <a:xfrm rot="10800000">
              <a:off x="5952871" y="2798199"/>
              <a:ext cx="168600" cy="168600"/>
            </a:xfrm>
            <a:prstGeom prst="arc">
              <a:avLst>
                <a:gd name="adj1" fmla="val 16200000"/>
                <a:gd name="adj2" fmla="val 0"/>
              </a:avLst>
            </a:prstGeom>
            <a:noFill/>
            <a:ln w="19050"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06" name="Google Shape;306;p21"/>
            <p:cNvSpPr/>
            <p:nvPr/>
          </p:nvSpPr>
          <p:spPr>
            <a:xfrm rot="10800000" flipH="1">
              <a:off x="5068918" y="2798199"/>
              <a:ext cx="168600" cy="168600"/>
            </a:xfrm>
            <a:prstGeom prst="arc">
              <a:avLst>
                <a:gd name="adj1" fmla="val 16200000"/>
                <a:gd name="adj2" fmla="val 0"/>
              </a:avLst>
            </a:prstGeom>
            <a:noFill/>
            <a:ln w="19050"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307" name="Google Shape;307;p21"/>
          <p:cNvSpPr txBox="1"/>
          <p:nvPr/>
        </p:nvSpPr>
        <p:spPr>
          <a:xfrm>
            <a:off x="4562655" y="6510252"/>
            <a:ext cx="132000" cy="2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308" name="Google Shape;308;p21"/>
          <p:cNvGrpSpPr/>
          <p:nvPr/>
        </p:nvGrpSpPr>
        <p:grpSpPr>
          <a:xfrm rot="10800000" flipH="1">
            <a:off x="6029191" y="6081432"/>
            <a:ext cx="835354" cy="1075235"/>
            <a:chOff x="5063471" y="2795269"/>
            <a:chExt cx="1067000" cy="1373400"/>
          </a:xfrm>
        </p:grpSpPr>
        <p:sp>
          <p:nvSpPr>
            <p:cNvPr id="309" name="Google Shape;309;p21"/>
            <p:cNvSpPr/>
            <p:nvPr/>
          </p:nvSpPr>
          <p:spPr>
            <a:xfrm flipH="1">
              <a:off x="5143561" y="2872069"/>
              <a:ext cx="910835" cy="1211099"/>
            </a:xfrm>
            <a:custGeom>
              <a:rect l="l" t="t" r="r" b="b"/>
              <a:pathLst>
                <a:path w="84788" h="112739" extrusionOk="0">
                  <a:moveTo>
                    <a:pt x="781" y="0"/>
                  </a:moveTo>
                  <a:lnTo>
                    <a:pt x="0" y="112739"/>
                  </a:lnTo>
                  <a:lnTo>
                    <a:pt x="84632" y="112582"/>
                  </a:lnTo>
                  <a:lnTo>
                    <a:pt x="84788" y="0"/>
                  </a:lnTo>
                  <a:close/>
                </a:path>
              </a:pathLst>
            </a:cu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/>
          </p:txBody>
        </p:sp>
        <p:sp>
          <p:nvSpPr>
            <p:cNvPr id="310" name="Google Shape;310;p21"/>
            <p:cNvSpPr/>
            <p:nvPr/>
          </p:nvSpPr>
          <p:spPr>
            <a:xfrm flipH="1">
              <a:off x="5957030" y="3986203"/>
              <a:ext cx="168600" cy="168600"/>
            </a:xfrm>
            <a:prstGeom prst="arc">
              <a:avLst>
                <a:gd name="adj1" fmla="val 16200000"/>
                <a:gd name="adj2" fmla="val 0"/>
              </a:avLst>
            </a:prstGeom>
            <a:noFill/>
            <a:ln w="19050"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1" name="Google Shape;311;p21"/>
            <p:cNvCxnSpPr/>
            <p:nvPr/>
          </p:nvCxnSpPr>
          <p:spPr>
            <a:xfrm>
              <a:off x="6121471" y="2871969"/>
              <a:ext cx="9000" cy="1208700"/>
            </a:xfrm>
            <a:prstGeom prst="straightConnector1">
              <a:avLst/>
            </a:prstGeom>
            <a:noFill/>
            <a:ln w="9525" cap="flat" cmpd="sng">
              <a:solidFill>
                <a:srgbClr val="037B7D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312" name="Google Shape;312;p21"/>
            <p:cNvCxnSpPr/>
            <p:nvPr/>
          </p:nvCxnSpPr>
          <p:spPr>
            <a:xfrm flipH="1">
              <a:off x="5063471" y="2868469"/>
              <a:ext cx="5100" cy="1212300"/>
            </a:xfrm>
            <a:prstGeom prst="straightConnector1">
              <a:avLst/>
            </a:prstGeom>
            <a:noFill/>
            <a:ln w="9525" cap="flat" cmpd="sng">
              <a:solidFill>
                <a:srgbClr val="037B7D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313" name="Google Shape;313;p21"/>
            <p:cNvCxnSpPr/>
            <p:nvPr/>
          </p:nvCxnSpPr>
          <p:spPr>
            <a:xfrm rot="10800000">
              <a:off x="5141196" y="2795269"/>
              <a:ext cx="904200" cy="1800"/>
            </a:xfrm>
            <a:prstGeom prst="straightConnector1">
              <a:avLst/>
            </a:prstGeom>
            <a:noFill/>
            <a:ln w="9525" cap="flat" cmpd="sng">
              <a:solidFill>
                <a:srgbClr val="037B7D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314" name="Google Shape;314;p21"/>
            <p:cNvCxnSpPr/>
            <p:nvPr/>
          </p:nvCxnSpPr>
          <p:spPr>
            <a:xfrm rot="10800000">
              <a:off x="5151396" y="4162369"/>
              <a:ext cx="894000" cy="6300"/>
            </a:xfrm>
            <a:prstGeom prst="straightConnector1">
              <a:avLst/>
            </a:prstGeom>
            <a:noFill/>
            <a:ln w="9525" cap="flat" cmpd="sng">
              <a:solidFill>
                <a:srgbClr val="037B7D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315" name="Google Shape;315;p21"/>
            <p:cNvSpPr/>
            <p:nvPr/>
          </p:nvSpPr>
          <p:spPr>
            <a:xfrm>
              <a:off x="5073077" y="3986203"/>
              <a:ext cx="168600" cy="168600"/>
            </a:xfrm>
            <a:prstGeom prst="arc">
              <a:avLst>
                <a:gd name="adj1" fmla="val 16200000"/>
                <a:gd name="adj2" fmla="val 0"/>
              </a:avLst>
            </a:prstGeom>
            <a:noFill/>
            <a:ln w="19050"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16" name="Google Shape;316;p21"/>
            <p:cNvSpPr/>
            <p:nvPr/>
          </p:nvSpPr>
          <p:spPr>
            <a:xfrm rot="10800000">
              <a:off x="5952871" y="2798199"/>
              <a:ext cx="168600" cy="168600"/>
            </a:xfrm>
            <a:prstGeom prst="arc">
              <a:avLst>
                <a:gd name="adj1" fmla="val 16200000"/>
                <a:gd name="adj2" fmla="val 0"/>
              </a:avLst>
            </a:prstGeom>
            <a:noFill/>
            <a:ln w="19050"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17" name="Google Shape;317;p21"/>
            <p:cNvSpPr/>
            <p:nvPr/>
          </p:nvSpPr>
          <p:spPr>
            <a:xfrm rot="10800000" flipH="1">
              <a:off x="5068918" y="2798199"/>
              <a:ext cx="168600" cy="168600"/>
            </a:xfrm>
            <a:prstGeom prst="arc">
              <a:avLst>
                <a:gd name="adj1" fmla="val 16200000"/>
                <a:gd name="adj2" fmla="val 0"/>
              </a:avLst>
            </a:prstGeom>
            <a:noFill/>
            <a:ln w="19050"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318" name="Google Shape;318;p21"/>
          <p:cNvSpPr txBox="1"/>
          <p:nvPr/>
        </p:nvSpPr>
        <p:spPr>
          <a:xfrm>
            <a:off x="466475" y="7837850"/>
            <a:ext cx="6375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Label the missing lengths and angles on shapes B to D.</a:t>
            </a:r>
            <a:endParaRPr sz="1200"/>
          </a:p>
        </p:txBody>
      </p:sp>
      <p:sp>
        <p:nvSpPr>
          <p:cNvPr id="319" name="Google Shape;319;p21"/>
          <p:cNvSpPr txBox="1"/>
          <p:nvPr/>
        </p:nvSpPr>
        <p:spPr>
          <a:xfrm>
            <a:off x="6393651" y="6520991"/>
            <a:ext cx="132000" cy="2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0" name="Google Shape;320;p21"/>
          <p:cNvSpPr txBox="1"/>
          <p:nvPr/>
        </p:nvSpPr>
        <p:spPr>
          <a:xfrm>
            <a:off x="466475" y="8218850"/>
            <a:ext cx="6652800" cy="58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Which transformation could be applied to shape D to create an image that is in the same orientation as shape A?</a:t>
            </a:r>
            <a:endParaRPr sz="1200"/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4.01.14"/>
  <p:tag name="AS_TITLE" val="Aspose.Slides for .NET Standard 2.0"/>
  <p:tag name="AS_VERSION" val="24.1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75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9">
      <vt:lpstr>Arial</vt:lpstr>
      <vt:lpstr>Lexend</vt:lpstr>
      <vt:lpstr>Kalam</vt:lpstr>
      <vt:lpstr>Lexend Medium</vt:lpstr>
      <vt:lpstr>Lexend Light</vt:lpstr>
      <vt:lpstr>Calibri</vt:lpstr>
      <vt:lpstr>simple-light-2</vt:lpstr>
      <vt:lpstr>Checking understanding of congruence</vt:lpstr>
      <vt:lpstr>PowerPoint Presentation</vt:lpstr>
    </vt:vector>
  </TitlesOfParts>
  <LinksUpToDate>0</LinksUpToDate>
  <SharedDoc>0</SharedDoc>
  <HyperlinksChanged>0</HyperlinksChanged>
  <Application>Aspose.Slides for .NET</Application>
  <AppVersion>24.0100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2024-02-06T10:27:14.800</cp:lastPrinted>
  <dcterms:created xsi:type="dcterms:W3CDTF">2024-02-06T10:27:14Z</dcterms:created>
  <dcterms:modified xsi:type="dcterms:W3CDTF">2024-02-06T10:24:11Z</dcterms:modified>
</cp:coreProperties>
</file>