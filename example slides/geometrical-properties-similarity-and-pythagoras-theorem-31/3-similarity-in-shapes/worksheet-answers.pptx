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b1dfd97d60_0_21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b1dfd97d60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Similarity in shapes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529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Identifying whether shapes are similar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835750"/>
            <a:ext cx="6624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Are the two shapes below similar? Justify your answer with reasoning.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2275" y="4850950"/>
            <a:ext cx="3447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Shape A’s angles: 72°, 127°, 116°, 90°, 135°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2275" y="5209872"/>
            <a:ext cx="3447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Shape B’s angles: 72°, 127°, 90°, 116°, 135°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>
            <a:off x="1877550" y="5102025"/>
            <a:ext cx="6981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0"/>
          <p:cNvCxnSpPr/>
          <p:nvPr/>
        </p:nvCxnSpPr>
        <p:spPr>
          <a:xfrm>
            <a:off x="1908274" y="5436964"/>
            <a:ext cx="3138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0"/>
          <p:cNvCxnSpPr/>
          <p:nvPr/>
        </p:nvCxnSpPr>
        <p:spPr>
          <a:xfrm>
            <a:off x="2548625" y="5436964"/>
            <a:ext cx="3138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0"/>
          <p:cNvCxnSpPr/>
          <p:nvPr/>
        </p:nvCxnSpPr>
        <p:spPr>
          <a:xfrm>
            <a:off x="2552526" y="5102025"/>
            <a:ext cx="6981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0"/>
          <p:cNvCxnSpPr/>
          <p:nvPr/>
        </p:nvCxnSpPr>
        <p:spPr>
          <a:xfrm>
            <a:off x="2305510" y="5436964"/>
            <a:ext cx="2139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0"/>
          <p:cNvCxnSpPr/>
          <p:nvPr/>
        </p:nvCxnSpPr>
        <p:spPr>
          <a:xfrm>
            <a:off x="2945861" y="5436964"/>
            <a:ext cx="3138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20"/>
          <p:cNvSpPr txBox="1"/>
          <p:nvPr/>
        </p:nvSpPr>
        <p:spPr>
          <a:xfrm>
            <a:off x="4254060" y="4889775"/>
            <a:ext cx="28323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angles are not in the same order, so the shapes are not similar.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136977" y="4456249"/>
            <a:ext cx="4089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5" name="Google Shape;185;p20"/>
          <p:cNvGrpSpPr/>
          <p:nvPr/>
        </p:nvGrpSpPr>
        <p:grpSpPr>
          <a:xfrm>
            <a:off x="1344345" y="2740748"/>
            <a:ext cx="1035403" cy="1532266"/>
            <a:chOff x="903996" y="2127704"/>
            <a:chExt cx="1216404" cy="1800971"/>
          </a:xfrm>
        </p:grpSpPr>
        <p:sp>
          <p:nvSpPr>
            <p:cNvPr id="186" name="Google Shape;186;p20"/>
            <p:cNvSpPr/>
            <p:nvPr/>
          </p:nvSpPr>
          <p:spPr>
            <a:xfrm>
              <a:off x="1058045" y="3657130"/>
              <a:ext cx="115800" cy="115800"/>
            </a:xfrm>
            <a:prstGeom prst="rect">
              <a:avLst/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955997" y="2691429"/>
              <a:ext cx="189600" cy="189600"/>
            </a:xfrm>
            <a:prstGeom prst="arc">
              <a:avLst>
                <a:gd fmla="val 19420455" name="adj1"/>
                <a:gd fmla="val 4623905" name="adj2"/>
              </a:avLst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1424734" y="2127704"/>
              <a:ext cx="286800" cy="286800"/>
            </a:xfrm>
            <a:prstGeom prst="arc">
              <a:avLst>
                <a:gd fmla="val 3848259" name="adj1"/>
                <a:gd fmla="val 7982719" name="adj2"/>
              </a:avLst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1962600" y="3198950"/>
              <a:ext cx="157800" cy="157800"/>
            </a:xfrm>
            <a:prstGeom prst="arc">
              <a:avLst>
                <a:gd fmla="val 6516218" name="adj1"/>
                <a:gd fmla="val 14862503" name="adj2"/>
              </a:avLst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1727971" y="3682113"/>
              <a:ext cx="157800" cy="157800"/>
            </a:xfrm>
            <a:prstGeom prst="arc">
              <a:avLst>
                <a:gd fmla="val 10346114" name="adj1"/>
                <a:gd fmla="val 18259144" name="adj2"/>
              </a:avLst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1055550" y="2276775"/>
              <a:ext cx="1005101" cy="1503218"/>
            </a:xfrm>
            <a:custGeom>
              <a:rect b="b" l="l" r="r" t="t"/>
              <a:pathLst>
                <a:path extrusionOk="0" h="91548" w="61212">
                  <a:moveTo>
                    <a:pt x="0" y="30697"/>
                  </a:moveTo>
                  <a:lnTo>
                    <a:pt x="0" y="91548"/>
                  </a:lnTo>
                  <a:lnTo>
                    <a:pt x="46406" y="91548"/>
                  </a:lnTo>
                  <a:lnTo>
                    <a:pt x="61212" y="61032"/>
                  </a:lnTo>
                  <a:lnTo>
                    <a:pt x="31238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192" name="Google Shape;192;p20"/>
            <p:cNvCxnSpPr/>
            <p:nvPr/>
          </p:nvCxnSpPr>
          <p:spPr>
            <a:xfrm>
              <a:off x="1056400" y="3928675"/>
              <a:ext cx="7809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3" name="Google Shape;193;p20"/>
            <p:cNvCxnSpPr/>
            <p:nvPr/>
          </p:nvCxnSpPr>
          <p:spPr>
            <a:xfrm rot="10800000">
              <a:off x="903996" y="2787600"/>
              <a:ext cx="0" cy="99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94" name="Google Shape;194;p20"/>
          <p:cNvSpPr txBox="1"/>
          <p:nvPr/>
        </p:nvSpPr>
        <p:spPr>
          <a:xfrm>
            <a:off x="1533974" y="3301645"/>
            <a:ext cx="398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135°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732412" y="3026959"/>
            <a:ext cx="398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903950" y="3579710"/>
            <a:ext cx="398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127°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804962" y="3919227"/>
            <a:ext cx="398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116°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654776" y="4320927"/>
            <a:ext cx="4164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 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1006127" y="3607789"/>
            <a:ext cx="4164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 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159057" y="2591797"/>
            <a:ext cx="4257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116°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915386" y="4020571"/>
            <a:ext cx="4257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127°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331190" y="4081882"/>
            <a:ext cx="4257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633604" y="2834964"/>
            <a:ext cx="4257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135°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5886953" y="2571277"/>
            <a:ext cx="5193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m 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755920" y="3978639"/>
            <a:ext cx="5193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 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6" name="Google Shape;206;p20"/>
          <p:cNvCxnSpPr/>
          <p:nvPr/>
        </p:nvCxnSpPr>
        <p:spPr>
          <a:xfrm flipH="1" rot="10800000">
            <a:off x="5302869" y="3384337"/>
            <a:ext cx="989700" cy="108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207" name="Google Shape;207;p20"/>
          <p:cNvGrpSpPr/>
          <p:nvPr/>
        </p:nvGrpSpPr>
        <p:grpSpPr>
          <a:xfrm>
            <a:off x="3797096" y="2277896"/>
            <a:ext cx="2495587" cy="2457831"/>
            <a:chOff x="2887477" y="1590048"/>
            <a:chExt cx="2869151" cy="2595386"/>
          </a:xfrm>
        </p:grpSpPr>
        <p:sp>
          <p:nvSpPr>
            <p:cNvPr id="208" name="Google Shape;208;p20"/>
            <p:cNvSpPr/>
            <p:nvPr/>
          </p:nvSpPr>
          <p:spPr>
            <a:xfrm rot="-8100000">
              <a:off x="5396815" y="2560686"/>
              <a:ext cx="195586" cy="195586"/>
            </a:xfrm>
            <a:prstGeom prst="rect">
              <a:avLst/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0"/>
            <p:cNvSpPr/>
            <p:nvPr/>
          </p:nvSpPr>
          <p:spPr>
            <a:xfrm rot="-8100000">
              <a:off x="4318719" y="3694451"/>
              <a:ext cx="320319" cy="320319"/>
            </a:xfrm>
            <a:prstGeom prst="arc">
              <a:avLst>
                <a:gd fmla="val 19420455" name="adj1"/>
                <a:gd fmla="val 4623905" name="adj2"/>
              </a:avLst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 rot="-8100000">
              <a:off x="2987822" y="3600580"/>
              <a:ext cx="484510" cy="484510"/>
            </a:xfrm>
            <a:prstGeom prst="arc">
              <a:avLst>
                <a:gd fmla="val 3848259" name="adj1"/>
                <a:gd fmla="val 7982719" name="adj2"/>
              </a:avLst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" name="Google Shape;211;p20"/>
            <p:cNvSpPr/>
            <p:nvPr/>
          </p:nvSpPr>
          <p:spPr>
            <a:xfrm rot="-8100000">
              <a:off x="3745667" y="1931228"/>
              <a:ext cx="266438" cy="266438"/>
            </a:xfrm>
            <a:prstGeom prst="arc">
              <a:avLst>
                <a:gd fmla="val 6032399" name="adj1"/>
                <a:gd fmla="val 15040089" name="adj2"/>
              </a:avLst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 rot="-8100000">
              <a:off x="4591132" y="1645229"/>
              <a:ext cx="266438" cy="266438"/>
            </a:xfrm>
            <a:prstGeom prst="arc">
              <a:avLst>
                <a:gd fmla="val 10869685" name="adj1"/>
                <a:gd fmla="val 17299157" name="adj2"/>
              </a:avLst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3" name="Google Shape;213;p20"/>
            <p:cNvCxnSpPr/>
            <p:nvPr/>
          </p:nvCxnSpPr>
          <p:spPr>
            <a:xfrm rot="-8100000">
              <a:off x="4630759" y="2120787"/>
              <a:ext cx="1319037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14" name="Google Shape;214;p20"/>
          <p:cNvGrpSpPr/>
          <p:nvPr/>
        </p:nvGrpSpPr>
        <p:grpSpPr>
          <a:xfrm>
            <a:off x="4101887" y="2466148"/>
            <a:ext cx="2114594" cy="1948417"/>
            <a:chOff x="6246675" y="1482675"/>
            <a:chExt cx="2484250" cy="2290100"/>
          </a:xfrm>
        </p:grpSpPr>
        <p:cxnSp>
          <p:nvCxnSpPr>
            <p:cNvPr id="215" name="Google Shape;215;p20"/>
            <p:cNvCxnSpPr/>
            <p:nvPr/>
          </p:nvCxnSpPr>
          <p:spPr>
            <a:xfrm flipH="1" rot="10800000">
              <a:off x="6878325" y="1487600"/>
              <a:ext cx="912600" cy="25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20"/>
            <p:cNvCxnSpPr/>
            <p:nvPr/>
          </p:nvCxnSpPr>
          <p:spPr>
            <a:xfrm>
              <a:off x="7771825" y="1482675"/>
              <a:ext cx="959100" cy="978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20"/>
            <p:cNvCxnSpPr/>
            <p:nvPr/>
          </p:nvCxnSpPr>
          <p:spPr>
            <a:xfrm flipH="1" rot="10800000">
              <a:off x="7498200" y="2440475"/>
              <a:ext cx="1224600" cy="1332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20"/>
            <p:cNvCxnSpPr/>
            <p:nvPr/>
          </p:nvCxnSpPr>
          <p:spPr>
            <a:xfrm>
              <a:off x="6246675" y="3767600"/>
              <a:ext cx="12663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20"/>
            <p:cNvCxnSpPr/>
            <p:nvPr/>
          </p:nvCxnSpPr>
          <p:spPr>
            <a:xfrm flipH="1" rot="10800000">
              <a:off x="6265450" y="1726500"/>
              <a:ext cx="624300" cy="2027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Similarity in shapes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65138" y="720000"/>
            <a:ext cx="6624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Alex, Izzy, Jun and Sam have drawn some quadrilaterals.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" name="Google Shape;226;p2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807366" y="5139559"/>
            <a:ext cx="2801055" cy="1061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953483" y="3108031"/>
            <a:ext cx="2624952" cy="1061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683" y="5613216"/>
            <a:ext cx="427093" cy="5340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21"/>
          <p:cNvGrpSpPr/>
          <p:nvPr/>
        </p:nvGrpSpPr>
        <p:grpSpPr>
          <a:xfrm flipH="1">
            <a:off x="891177" y="1065820"/>
            <a:ext cx="2318618" cy="703886"/>
            <a:chOff x="2365305" y="653875"/>
            <a:chExt cx="3036431" cy="921799"/>
          </a:xfrm>
        </p:grpSpPr>
        <p:pic>
          <p:nvPicPr>
            <p:cNvPr id="230" name="Google Shape;230;p21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1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2365305" y="1248301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21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21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21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21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2368775" y="655976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6" name="Google Shape;236;p21"/>
          <p:cNvSpPr txBox="1"/>
          <p:nvPr/>
        </p:nvSpPr>
        <p:spPr>
          <a:xfrm>
            <a:off x="1066814" y="1271330"/>
            <a:ext cx="20421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is my quadrilateral.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1160135" y="3179039"/>
            <a:ext cx="24183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My quadrilateral is similar to Alex’s and all of the edges are twice the length.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1020148" y="5201598"/>
            <a:ext cx="25329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My quadrilateral is not similar to Alex’s, even though all the edges twice the length.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1001491" y="6976304"/>
            <a:ext cx="2532900" cy="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My quadrilateral is not similar to Alex’s, even all the angles are the same.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0" name="Google Shape;24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350" y="7358465"/>
            <a:ext cx="371368" cy="534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03669" y="3668834"/>
            <a:ext cx="586162" cy="567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470864" y="1684188"/>
            <a:ext cx="442974" cy="510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785684" y="6905305"/>
            <a:ext cx="2801055" cy="103480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465138" y="8644675"/>
            <a:ext cx="66240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Sketch a possible quadrilateral for Izzy, Jun and Sam.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506688" y="2230114"/>
            <a:ext cx="3714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638525" y="4229764"/>
            <a:ext cx="3714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533614" y="6136924"/>
            <a:ext cx="3714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511924" y="7907250"/>
            <a:ext cx="442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 flipH="1">
            <a:off x="1315502" y="1758146"/>
            <a:ext cx="1623900" cy="645300"/>
          </a:xfrm>
          <a:prstGeom prst="parallelogram">
            <a:avLst>
              <a:gd fmla="val 58192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 flipH="1">
            <a:off x="2829536" y="2306512"/>
            <a:ext cx="170400" cy="170400"/>
          </a:xfrm>
          <a:prstGeom prst="arc">
            <a:avLst>
              <a:gd fmla="val 17819969" name="adj1"/>
              <a:gd fmla="val 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 flipH="1">
            <a:off x="1606905" y="2306512"/>
            <a:ext cx="170400" cy="170400"/>
          </a:xfrm>
          <a:prstGeom prst="arc">
            <a:avLst>
              <a:gd fmla="val 10771150" name="adj1"/>
              <a:gd fmla="val 1799669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/>
          <p:nvPr/>
        </p:nvSpPr>
        <p:spPr>
          <a:xfrm flipH="1" rot="10800000">
            <a:off x="1254955" y="1684089"/>
            <a:ext cx="170400" cy="170400"/>
          </a:xfrm>
          <a:prstGeom prst="arc">
            <a:avLst>
              <a:gd fmla="val 17819969" name="adj1"/>
              <a:gd fmla="val 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/>
          <p:nvPr/>
        </p:nvSpPr>
        <p:spPr>
          <a:xfrm flipH="1" rot="10800000">
            <a:off x="2470776" y="1678632"/>
            <a:ext cx="170400" cy="170400"/>
          </a:xfrm>
          <a:prstGeom prst="arc">
            <a:avLst>
              <a:gd fmla="val 10771150" name="adj1"/>
              <a:gd fmla="val 1799669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2549401" y="2212910"/>
            <a:ext cx="393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2110345" y="1743319"/>
            <a:ext cx="5244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1778843" y="2208337"/>
            <a:ext cx="5244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1430536" y="1752471"/>
            <a:ext cx="393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8" name="Google Shape;258;p21"/>
          <p:cNvCxnSpPr/>
          <p:nvPr/>
        </p:nvCxnSpPr>
        <p:spPr>
          <a:xfrm>
            <a:off x="2632278" y="1752858"/>
            <a:ext cx="379200" cy="6357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9" name="Google Shape;259;p21"/>
          <p:cNvCxnSpPr/>
          <p:nvPr/>
        </p:nvCxnSpPr>
        <p:spPr>
          <a:xfrm rot="10800000">
            <a:off x="1701812" y="2468078"/>
            <a:ext cx="1243800" cy="18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0" name="Google Shape;260;p21"/>
          <p:cNvSpPr txBox="1"/>
          <p:nvPr/>
        </p:nvSpPr>
        <p:spPr>
          <a:xfrm>
            <a:off x="2871753" y="1890574"/>
            <a:ext cx="46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2129875" y="2462002"/>
            <a:ext cx="46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" name="Google Shape;262;p21"/>
          <p:cNvCxnSpPr/>
          <p:nvPr/>
        </p:nvCxnSpPr>
        <p:spPr>
          <a:xfrm>
            <a:off x="47190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21"/>
          <p:cNvSpPr/>
          <p:nvPr/>
        </p:nvSpPr>
        <p:spPr>
          <a:xfrm flipH="1">
            <a:off x="4012912" y="3162959"/>
            <a:ext cx="2475600" cy="983700"/>
          </a:xfrm>
          <a:prstGeom prst="parallelogram">
            <a:avLst>
              <a:gd fmla="val 58192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/>
          <p:nvPr/>
        </p:nvSpPr>
        <p:spPr>
          <a:xfrm flipH="1">
            <a:off x="6321294" y="3998923"/>
            <a:ext cx="259500" cy="259500"/>
          </a:xfrm>
          <a:prstGeom prst="arc">
            <a:avLst>
              <a:gd fmla="val 17819969" name="adj1"/>
              <a:gd fmla="val 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/>
          <p:nvPr/>
        </p:nvSpPr>
        <p:spPr>
          <a:xfrm flipH="1">
            <a:off x="4457437" y="3998923"/>
            <a:ext cx="259500" cy="259500"/>
          </a:xfrm>
          <a:prstGeom prst="arc">
            <a:avLst>
              <a:gd fmla="val 10771150" name="adj1"/>
              <a:gd fmla="val 1799669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/>
          <p:nvPr/>
        </p:nvSpPr>
        <p:spPr>
          <a:xfrm flipH="1" rot="10800000">
            <a:off x="5774108" y="3042011"/>
            <a:ext cx="259500" cy="259500"/>
          </a:xfrm>
          <a:prstGeom prst="arc">
            <a:avLst>
              <a:gd fmla="val 10771150" name="adj1"/>
              <a:gd fmla="val 1799669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6022709" y="3899145"/>
            <a:ext cx="6006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5361967" y="3164878"/>
            <a:ext cx="79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719283" y="3904434"/>
            <a:ext cx="79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4188302" y="3178829"/>
            <a:ext cx="6006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1" name="Google Shape;271;p21"/>
          <p:cNvCxnSpPr/>
          <p:nvPr/>
        </p:nvCxnSpPr>
        <p:spPr>
          <a:xfrm>
            <a:off x="6020312" y="3154898"/>
            <a:ext cx="577800" cy="9687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2" name="Google Shape;272;p21"/>
          <p:cNvCxnSpPr/>
          <p:nvPr/>
        </p:nvCxnSpPr>
        <p:spPr>
          <a:xfrm rot="10800000">
            <a:off x="4601678" y="4245269"/>
            <a:ext cx="1896300" cy="27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3" name="Google Shape;273;p21"/>
          <p:cNvSpPr txBox="1"/>
          <p:nvPr/>
        </p:nvSpPr>
        <p:spPr>
          <a:xfrm>
            <a:off x="6385383" y="3364840"/>
            <a:ext cx="706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5254417" y="4235963"/>
            <a:ext cx="706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5" name="Google Shape;275;p21"/>
          <p:cNvCxnSpPr/>
          <p:nvPr/>
        </p:nvCxnSpPr>
        <p:spPr>
          <a:xfrm>
            <a:off x="4023251" y="3164202"/>
            <a:ext cx="558000" cy="993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1"/>
          <p:cNvCxnSpPr/>
          <p:nvPr/>
        </p:nvCxnSpPr>
        <p:spPr>
          <a:xfrm>
            <a:off x="4574591" y="4149531"/>
            <a:ext cx="1925400" cy="1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21"/>
          <p:cNvSpPr/>
          <p:nvPr/>
        </p:nvSpPr>
        <p:spPr>
          <a:xfrm flipH="1" rot="10800000">
            <a:off x="3950774" y="3070946"/>
            <a:ext cx="181500" cy="181500"/>
          </a:xfrm>
          <a:prstGeom prst="arc">
            <a:avLst>
              <a:gd fmla="val 17819969" name="adj1"/>
              <a:gd fmla="val 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8" name="Google Shape;278;p21"/>
          <p:cNvGrpSpPr/>
          <p:nvPr/>
        </p:nvGrpSpPr>
        <p:grpSpPr>
          <a:xfrm rot="3997935">
            <a:off x="4687522" y="5281938"/>
            <a:ext cx="1778438" cy="1013159"/>
            <a:chOff x="5448025" y="2511775"/>
            <a:chExt cx="2876770" cy="1638868"/>
          </a:xfrm>
        </p:grpSpPr>
        <p:sp>
          <p:nvSpPr>
            <p:cNvPr id="279" name="Google Shape;279;p21"/>
            <p:cNvSpPr/>
            <p:nvPr/>
          </p:nvSpPr>
          <p:spPr>
            <a:xfrm>
              <a:off x="5500950" y="2587975"/>
              <a:ext cx="2766100" cy="1476850"/>
            </a:xfrm>
            <a:custGeom>
              <a:rect b="b" l="l" r="r" t="t"/>
              <a:pathLst>
                <a:path extrusionOk="0" h="59074" w="110644">
                  <a:moveTo>
                    <a:pt x="0" y="15202"/>
                  </a:moveTo>
                  <a:lnTo>
                    <a:pt x="24245" y="59074"/>
                  </a:lnTo>
                  <a:lnTo>
                    <a:pt x="110644" y="58689"/>
                  </a:lnTo>
                  <a:lnTo>
                    <a:pt x="47144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280" name="Google Shape;280;p21"/>
            <p:cNvCxnSpPr/>
            <p:nvPr/>
          </p:nvCxnSpPr>
          <p:spPr>
            <a:xfrm>
              <a:off x="5448025" y="3006500"/>
              <a:ext cx="595800" cy="108180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81" name="Google Shape;281;p21"/>
            <p:cNvCxnSpPr/>
            <p:nvPr/>
          </p:nvCxnSpPr>
          <p:spPr>
            <a:xfrm flipH="1" rot="10800000">
              <a:off x="5491321" y="2543647"/>
              <a:ext cx="1134600" cy="35220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82" name="Google Shape;282;p21"/>
            <p:cNvCxnSpPr/>
            <p:nvPr/>
          </p:nvCxnSpPr>
          <p:spPr>
            <a:xfrm>
              <a:off x="6726095" y="2511775"/>
              <a:ext cx="1598700" cy="146250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83" name="Google Shape;283;p21"/>
            <p:cNvCxnSpPr/>
            <p:nvPr/>
          </p:nvCxnSpPr>
          <p:spPr>
            <a:xfrm flipH="1" rot="10800000">
              <a:off x="6106621" y="4145843"/>
              <a:ext cx="2150700" cy="480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84" name="Google Shape;284;p21"/>
          <p:cNvSpPr txBox="1"/>
          <p:nvPr/>
        </p:nvSpPr>
        <p:spPr>
          <a:xfrm>
            <a:off x="4780990" y="5029785"/>
            <a:ext cx="4257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5739805" y="5029785"/>
            <a:ext cx="4257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680153" y="6121409"/>
            <a:ext cx="5058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5855289" y="5970856"/>
            <a:ext cx="5058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4089225" y="7002266"/>
            <a:ext cx="2910900" cy="1059300"/>
          </a:xfrm>
          <a:prstGeom prst="trapezoid">
            <a:avLst>
              <a:gd fmla="val 5709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238867" y="7826803"/>
            <a:ext cx="4656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4609121" y="7097438"/>
            <a:ext cx="6198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/>
          <p:nvPr/>
        </p:nvSpPr>
        <p:spPr>
          <a:xfrm flipH="1" rot="10800000">
            <a:off x="4013026" y="7954879"/>
            <a:ext cx="201300" cy="201300"/>
          </a:xfrm>
          <a:prstGeom prst="arc">
            <a:avLst>
              <a:gd fmla="val 261200" name="adj1"/>
              <a:gd fmla="val 3821373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/>
          <p:nvPr/>
        </p:nvSpPr>
        <p:spPr>
          <a:xfrm flipH="1" rot="10800000">
            <a:off x="6286864" y="6913205"/>
            <a:ext cx="201300" cy="201300"/>
          </a:xfrm>
          <a:prstGeom prst="arc">
            <a:avLst>
              <a:gd fmla="val 10771150" name="adj1"/>
              <a:gd fmla="val 1799669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/>
          <p:nvPr/>
        </p:nvSpPr>
        <p:spPr>
          <a:xfrm rot="10800000">
            <a:off x="4615274" y="6913205"/>
            <a:ext cx="201300" cy="201300"/>
          </a:xfrm>
          <a:prstGeom prst="arc">
            <a:avLst>
              <a:gd fmla="val 10771150" name="adj1"/>
              <a:gd fmla="val 18375628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/>
          <p:nvPr/>
        </p:nvSpPr>
        <p:spPr>
          <a:xfrm flipH="1" rot="10800000">
            <a:off x="6851620" y="7954879"/>
            <a:ext cx="201300" cy="201300"/>
          </a:xfrm>
          <a:prstGeom prst="arc">
            <a:avLst>
              <a:gd fmla="val 6124418" name="adj1"/>
              <a:gd fmla="val 1075439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6538529" y="7826803"/>
            <a:ext cx="4656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5990342" y="7097438"/>
            <a:ext cx="6198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3" name="Google Shape;303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Similarity in shapes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06" name="Google Shape;306;p22"/>
          <p:cNvSpPr/>
          <p:nvPr/>
        </p:nvSpPr>
        <p:spPr>
          <a:xfrm>
            <a:off x="2735509" y="4294836"/>
            <a:ext cx="95400" cy="95400"/>
          </a:xfrm>
          <a:prstGeom prst="rect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1558183" y="4294836"/>
            <a:ext cx="95400" cy="95400"/>
          </a:xfrm>
          <a:prstGeom prst="rect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2"/>
          <p:cNvSpPr/>
          <p:nvPr/>
        </p:nvSpPr>
        <p:spPr>
          <a:xfrm flipH="1">
            <a:off x="675260" y="3135582"/>
            <a:ext cx="2154900" cy="12534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2379568" y="1654833"/>
            <a:ext cx="356100" cy="356100"/>
          </a:xfrm>
          <a:prstGeom prst="arc">
            <a:avLst>
              <a:gd fmla="val 4319759" name="adj1"/>
              <a:gd fmla="val 8198529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469050" y="1279875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value of each unknown.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2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Finding similar shapes in complex diagrams 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2" name="Google Shape;312;p22"/>
          <p:cNvCxnSpPr/>
          <p:nvPr/>
        </p:nvCxnSpPr>
        <p:spPr>
          <a:xfrm>
            <a:off x="1649544" y="3825330"/>
            <a:ext cx="0" cy="556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22"/>
          <p:cNvSpPr/>
          <p:nvPr/>
        </p:nvSpPr>
        <p:spPr>
          <a:xfrm>
            <a:off x="468150" y="4166651"/>
            <a:ext cx="441900" cy="441900"/>
          </a:xfrm>
          <a:prstGeom prst="arc">
            <a:avLst>
              <a:gd fmla="val 19807286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1503046" y="3719391"/>
            <a:ext cx="260400" cy="260400"/>
          </a:xfrm>
          <a:prstGeom prst="arc">
            <a:avLst>
              <a:gd fmla="val 5433220" name="adj1"/>
              <a:gd fmla="val 9379735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2690773" y="3039314"/>
            <a:ext cx="260400" cy="260400"/>
          </a:xfrm>
          <a:prstGeom prst="arc">
            <a:avLst>
              <a:gd fmla="val 5433220" name="adj1"/>
              <a:gd fmla="val 9379735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976052" y="4199349"/>
            <a:ext cx="3330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2"/>
          <p:cNvSpPr txBox="1"/>
          <p:nvPr/>
        </p:nvSpPr>
        <p:spPr>
          <a:xfrm>
            <a:off x="1366112" y="3957588"/>
            <a:ext cx="3330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2536968" y="3295906"/>
            <a:ext cx="3330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9" name="Google Shape;319;p22"/>
          <p:cNvCxnSpPr/>
          <p:nvPr/>
        </p:nvCxnSpPr>
        <p:spPr>
          <a:xfrm flipH="1" rot="10800000">
            <a:off x="651219" y="3749447"/>
            <a:ext cx="973800" cy="5661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0" name="Google Shape;320;p22"/>
          <p:cNvCxnSpPr/>
          <p:nvPr/>
        </p:nvCxnSpPr>
        <p:spPr>
          <a:xfrm rot="10800000">
            <a:off x="1713950" y="3834326"/>
            <a:ext cx="2400" cy="5247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1" name="Google Shape;321;p22"/>
          <p:cNvCxnSpPr/>
          <p:nvPr/>
        </p:nvCxnSpPr>
        <p:spPr>
          <a:xfrm rot="10800000">
            <a:off x="2898772" y="3127967"/>
            <a:ext cx="0" cy="12600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2" name="Google Shape;322;p22"/>
          <p:cNvSpPr txBox="1"/>
          <p:nvPr/>
        </p:nvSpPr>
        <p:spPr>
          <a:xfrm>
            <a:off x="1739235" y="3996819"/>
            <a:ext cx="37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788451" y="3790650"/>
            <a:ext cx="4923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2"/>
          <p:cNvSpPr txBox="1"/>
          <p:nvPr/>
        </p:nvSpPr>
        <p:spPr>
          <a:xfrm>
            <a:off x="2926888" y="3701614"/>
            <a:ext cx="472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5" name="Google Shape;325;p22"/>
          <p:cNvCxnSpPr/>
          <p:nvPr/>
        </p:nvCxnSpPr>
        <p:spPr>
          <a:xfrm flipH="1" rot="10800000">
            <a:off x="1645940" y="3079222"/>
            <a:ext cx="1125600" cy="6702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6" name="Google Shape;326;p22"/>
          <p:cNvSpPr txBox="1"/>
          <p:nvPr/>
        </p:nvSpPr>
        <p:spPr>
          <a:xfrm>
            <a:off x="1851200" y="3221806"/>
            <a:ext cx="37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/>
          <p:nvPr/>
        </p:nvSpPr>
        <p:spPr>
          <a:xfrm rot="4319004">
            <a:off x="990150" y="1544037"/>
            <a:ext cx="1117389" cy="1021946"/>
          </a:xfrm>
          <a:prstGeom prst="triangle">
            <a:avLst>
              <a:gd fmla="val 74476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/>
          <p:nvPr/>
        </p:nvSpPr>
        <p:spPr>
          <a:xfrm rot="-6483195">
            <a:off x="2139600" y="1948119"/>
            <a:ext cx="541141" cy="495320"/>
          </a:xfrm>
          <a:prstGeom prst="triangle">
            <a:avLst>
              <a:gd fmla="val 74476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9" name="Google Shape;329;p22"/>
          <p:cNvGrpSpPr/>
          <p:nvPr/>
        </p:nvGrpSpPr>
        <p:grpSpPr>
          <a:xfrm rot="1931025">
            <a:off x="4252542" y="1551035"/>
            <a:ext cx="1995671" cy="1087271"/>
            <a:chOff x="790396" y="-86898"/>
            <a:chExt cx="3805824" cy="4403587"/>
          </a:xfrm>
        </p:grpSpPr>
        <p:sp>
          <p:nvSpPr>
            <p:cNvPr id="330" name="Google Shape;330;p22"/>
            <p:cNvSpPr/>
            <p:nvPr/>
          </p:nvSpPr>
          <p:spPr>
            <a:xfrm>
              <a:off x="790396" y="1809889"/>
              <a:ext cx="2898300" cy="2506800"/>
            </a:xfrm>
            <a:prstGeom prst="triangle">
              <a:avLst>
                <a:gd fmla="val 74476" name="adj"/>
              </a:avLst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1" name="Google Shape;331;p22"/>
            <p:cNvSpPr/>
            <p:nvPr/>
          </p:nvSpPr>
          <p:spPr>
            <a:xfrm rot="10800000">
              <a:off x="2381020" y="-86898"/>
              <a:ext cx="2215200" cy="1916100"/>
            </a:xfrm>
            <a:prstGeom prst="triangle">
              <a:avLst>
                <a:gd fmla="val 74476" name="adj"/>
              </a:avLst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2" name="Google Shape;332;p22"/>
          <p:cNvSpPr/>
          <p:nvPr/>
        </p:nvSpPr>
        <p:spPr>
          <a:xfrm>
            <a:off x="681257" y="1529582"/>
            <a:ext cx="382500" cy="382500"/>
          </a:xfrm>
          <a:prstGeom prst="arc">
            <a:avLst>
              <a:gd fmla="val 542203" name="adj1"/>
              <a:gd fmla="val 3840061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2405852" y="1673905"/>
            <a:ext cx="308400" cy="308400"/>
          </a:xfrm>
          <a:prstGeom prst="arc">
            <a:avLst>
              <a:gd fmla="val 4676771" name="adj1"/>
              <a:gd fmla="val 8016031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2529631" y="2190817"/>
            <a:ext cx="382500" cy="382500"/>
          </a:xfrm>
          <a:prstGeom prst="arc">
            <a:avLst>
              <a:gd fmla="val 11942197" name="adj1"/>
              <a:gd fmla="val 15442187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1044973" y="2539934"/>
            <a:ext cx="382500" cy="382500"/>
          </a:xfrm>
          <a:prstGeom prst="arc">
            <a:avLst>
              <a:gd fmla="val 15050263" name="adj1"/>
              <a:gd fmla="val 19884378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1935768" y="1950292"/>
            <a:ext cx="382500" cy="382500"/>
          </a:xfrm>
          <a:prstGeom prst="arc">
            <a:avLst>
              <a:gd fmla="val 19502271" name="adj1"/>
              <a:gd fmla="val 1628949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1935768" y="1950292"/>
            <a:ext cx="382500" cy="382500"/>
          </a:xfrm>
          <a:prstGeom prst="arc">
            <a:avLst>
              <a:gd fmla="val 8531466" name="adj1"/>
              <a:gd fmla="val 11694405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1078764" y="2573727"/>
            <a:ext cx="315000" cy="315000"/>
          </a:xfrm>
          <a:prstGeom prst="arc">
            <a:avLst>
              <a:gd fmla="val 15050263" name="adj1"/>
              <a:gd fmla="val 19884378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1977850" y="1992375"/>
            <a:ext cx="298500" cy="298500"/>
          </a:xfrm>
          <a:prstGeom prst="arc">
            <a:avLst>
              <a:gd fmla="val 19502271" name="adj1"/>
              <a:gd fmla="val 1628949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2017713" y="2028020"/>
            <a:ext cx="218700" cy="218700"/>
          </a:xfrm>
          <a:prstGeom prst="arc">
            <a:avLst>
              <a:gd fmla="val 19502271" name="adj1"/>
              <a:gd fmla="val 1628949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1890825" y="1905351"/>
            <a:ext cx="472500" cy="472500"/>
          </a:xfrm>
          <a:prstGeom prst="arc">
            <a:avLst>
              <a:gd fmla="val 8531466" name="adj1"/>
              <a:gd fmla="val 11694405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1977917" y="1992442"/>
            <a:ext cx="298500" cy="298500"/>
          </a:xfrm>
          <a:prstGeom prst="arc">
            <a:avLst>
              <a:gd fmla="val 8531466" name="adj1"/>
              <a:gd fmla="val 11694405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3" name="Google Shape;343;p22"/>
          <p:cNvCxnSpPr/>
          <p:nvPr/>
        </p:nvCxnSpPr>
        <p:spPr>
          <a:xfrm rot="10800000">
            <a:off x="4657208" y="2363117"/>
            <a:ext cx="219300" cy="14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" name="Google Shape;344;p22"/>
          <p:cNvCxnSpPr/>
          <p:nvPr/>
        </p:nvCxnSpPr>
        <p:spPr>
          <a:xfrm rot="10800000">
            <a:off x="5754813" y="1767601"/>
            <a:ext cx="219300" cy="14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45" name="Google Shape;345;p22"/>
          <p:cNvGrpSpPr/>
          <p:nvPr/>
        </p:nvGrpSpPr>
        <p:grpSpPr>
          <a:xfrm rot="-8450730">
            <a:off x="3990563" y="3678272"/>
            <a:ext cx="1982735" cy="793078"/>
            <a:chOff x="4692200" y="3780000"/>
            <a:chExt cx="3252600" cy="686400"/>
          </a:xfrm>
        </p:grpSpPr>
        <p:sp>
          <p:nvSpPr>
            <p:cNvPr id="346" name="Google Shape;346;p22"/>
            <p:cNvSpPr/>
            <p:nvPr/>
          </p:nvSpPr>
          <p:spPr>
            <a:xfrm>
              <a:off x="4692200" y="3780000"/>
              <a:ext cx="3252600" cy="686400"/>
            </a:xfrm>
            <a:prstGeom prst="triangle">
              <a:avLst>
                <a:gd fmla="val 50000" name="adj"/>
              </a:avLst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7" name="Google Shape;347;p22"/>
            <p:cNvSpPr/>
            <p:nvPr/>
          </p:nvSpPr>
          <p:spPr>
            <a:xfrm>
              <a:off x="5653906" y="3782543"/>
              <a:ext cx="1329300" cy="280500"/>
            </a:xfrm>
            <a:prstGeom prst="triangle">
              <a:avLst>
                <a:gd fmla="val 50000" name="adj"/>
              </a:avLst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48" name="Google Shape;348;p22"/>
          <p:cNvCxnSpPr/>
          <p:nvPr/>
        </p:nvCxnSpPr>
        <p:spPr>
          <a:xfrm>
            <a:off x="4385645" y="3159727"/>
            <a:ext cx="160500" cy="7314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9" name="Google Shape;349;p22"/>
          <p:cNvCxnSpPr/>
          <p:nvPr/>
        </p:nvCxnSpPr>
        <p:spPr>
          <a:xfrm>
            <a:off x="4545714" y="3904086"/>
            <a:ext cx="113100" cy="4863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0" name="Google Shape;350;p22"/>
          <p:cNvCxnSpPr/>
          <p:nvPr/>
        </p:nvCxnSpPr>
        <p:spPr>
          <a:xfrm>
            <a:off x="4682736" y="3813854"/>
            <a:ext cx="628500" cy="5115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1" name="Google Shape;351;p22"/>
          <p:cNvCxnSpPr/>
          <p:nvPr/>
        </p:nvCxnSpPr>
        <p:spPr>
          <a:xfrm>
            <a:off x="4501978" y="3054386"/>
            <a:ext cx="1547700" cy="12654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2" name="Google Shape;352;p22"/>
          <p:cNvSpPr txBox="1"/>
          <p:nvPr/>
        </p:nvSpPr>
        <p:spPr>
          <a:xfrm>
            <a:off x="4204753" y="4072102"/>
            <a:ext cx="37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4092215" y="3460532"/>
            <a:ext cx="37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2"/>
          <p:cNvSpPr txBox="1"/>
          <p:nvPr/>
        </p:nvSpPr>
        <p:spPr>
          <a:xfrm rot="2461812">
            <a:off x="4880486" y="3912465"/>
            <a:ext cx="373825" cy="218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 rot="2477703">
            <a:off x="5138531" y="3560326"/>
            <a:ext cx="548234" cy="21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6" name="Google Shape;356;p22"/>
          <p:cNvCxnSpPr/>
          <p:nvPr/>
        </p:nvCxnSpPr>
        <p:spPr>
          <a:xfrm rot="10800000">
            <a:off x="5165994" y="3715324"/>
            <a:ext cx="212400" cy="1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p22"/>
          <p:cNvCxnSpPr/>
          <p:nvPr/>
        </p:nvCxnSpPr>
        <p:spPr>
          <a:xfrm rot="10800000">
            <a:off x="4869062" y="4074621"/>
            <a:ext cx="212400" cy="17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" name="Google Shape;358;p22"/>
          <p:cNvCxnSpPr/>
          <p:nvPr/>
        </p:nvCxnSpPr>
        <p:spPr>
          <a:xfrm>
            <a:off x="5457691" y="2149922"/>
            <a:ext cx="10200" cy="7119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9" name="Google Shape;359;p22"/>
          <p:cNvSpPr txBox="1"/>
          <p:nvPr/>
        </p:nvSpPr>
        <p:spPr>
          <a:xfrm>
            <a:off x="5482992" y="2439445"/>
            <a:ext cx="4497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0" name="Google Shape;360;p22"/>
          <p:cNvCxnSpPr/>
          <p:nvPr/>
        </p:nvCxnSpPr>
        <p:spPr>
          <a:xfrm flipH="1">
            <a:off x="5351556" y="1554275"/>
            <a:ext cx="3300" cy="4974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1" name="Google Shape;361;p22"/>
          <p:cNvSpPr txBox="1"/>
          <p:nvPr/>
        </p:nvSpPr>
        <p:spPr>
          <a:xfrm>
            <a:off x="4870465" y="1626609"/>
            <a:ext cx="4497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2" name="Google Shape;362;p22"/>
          <p:cNvCxnSpPr/>
          <p:nvPr/>
        </p:nvCxnSpPr>
        <p:spPr>
          <a:xfrm>
            <a:off x="4113526" y="1972823"/>
            <a:ext cx="1239600" cy="744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3" name="Google Shape;363;p22"/>
          <p:cNvSpPr txBox="1"/>
          <p:nvPr/>
        </p:nvSpPr>
        <p:spPr>
          <a:xfrm rot="211318">
            <a:off x="4454729" y="1840597"/>
            <a:ext cx="512768" cy="21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4" name="Google Shape;364;p22"/>
          <p:cNvCxnSpPr/>
          <p:nvPr/>
        </p:nvCxnSpPr>
        <p:spPr>
          <a:xfrm>
            <a:off x="5428933" y="2164343"/>
            <a:ext cx="970500" cy="564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5" name="Google Shape;365;p22"/>
          <p:cNvSpPr txBox="1"/>
          <p:nvPr/>
        </p:nvSpPr>
        <p:spPr>
          <a:xfrm>
            <a:off x="5720587" y="2162666"/>
            <a:ext cx="37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6" name="Google Shape;366;p22"/>
          <p:cNvCxnSpPr/>
          <p:nvPr/>
        </p:nvCxnSpPr>
        <p:spPr>
          <a:xfrm flipH="1">
            <a:off x="2095368" y="1802318"/>
            <a:ext cx="428100" cy="2847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7" name="Google Shape;367;p22"/>
          <p:cNvCxnSpPr/>
          <p:nvPr/>
        </p:nvCxnSpPr>
        <p:spPr>
          <a:xfrm rot="10800000">
            <a:off x="787053" y="1683660"/>
            <a:ext cx="356100" cy="10797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8" name="Google Shape;368;p22"/>
          <p:cNvCxnSpPr/>
          <p:nvPr/>
        </p:nvCxnSpPr>
        <p:spPr>
          <a:xfrm flipH="1" rot="10800000">
            <a:off x="1259900" y="2244587"/>
            <a:ext cx="839400" cy="5736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9" name="Google Shape;369;p22"/>
          <p:cNvSpPr txBox="1"/>
          <p:nvPr/>
        </p:nvSpPr>
        <p:spPr>
          <a:xfrm>
            <a:off x="1672682" y="2532850"/>
            <a:ext cx="4497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0" name="Google Shape;370;p22"/>
          <p:cNvCxnSpPr/>
          <p:nvPr/>
        </p:nvCxnSpPr>
        <p:spPr>
          <a:xfrm rot="10800000">
            <a:off x="2627680" y="1832130"/>
            <a:ext cx="175200" cy="5406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71" name="Google Shape;371;p22"/>
          <p:cNvSpPr txBox="1"/>
          <p:nvPr/>
        </p:nvSpPr>
        <p:spPr>
          <a:xfrm>
            <a:off x="2005951" y="1739608"/>
            <a:ext cx="37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2"/>
          <p:cNvSpPr txBox="1"/>
          <p:nvPr/>
        </p:nvSpPr>
        <p:spPr>
          <a:xfrm>
            <a:off x="2741856" y="1956964"/>
            <a:ext cx="37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603947" y="2194508"/>
            <a:ext cx="373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>
            <a:off x="3127862" y="2467696"/>
            <a:ext cx="7716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15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5" name="Google Shape;375;p22"/>
          <p:cNvSpPr txBox="1"/>
          <p:nvPr/>
        </p:nvSpPr>
        <p:spPr>
          <a:xfrm>
            <a:off x="6320463" y="2467696"/>
            <a:ext cx="7716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16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3127861" y="4189890"/>
            <a:ext cx="9705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20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>
            <a:off x="6101544" y="3857480"/>
            <a:ext cx="8394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8" name="Google Shape;378;p22"/>
          <p:cNvSpPr txBox="1"/>
          <p:nvPr/>
        </p:nvSpPr>
        <p:spPr>
          <a:xfrm>
            <a:off x="469050" y="46523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Take a piece of paper and fold it, as shown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705779" y="4995353"/>
            <a:ext cx="831900" cy="1224000"/>
          </a:xfrm>
          <a:prstGeom prst="rect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2541725" y="5028899"/>
            <a:ext cx="831900" cy="1224000"/>
          </a:xfrm>
          <a:prstGeom prst="rect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1" name="Google Shape;381;p22"/>
          <p:cNvCxnSpPr/>
          <p:nvPr/>
        </p:nvCxnSpPr>
        <p:spPr>
          <a:xfrm>
            <a:off x="2544809" y="5480396"/>
            <a:ext cx="814500" cy="28950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2" name="Google Shape;382;p22"/>
          <p:cNvSpPr/>
          <p:nvPr/>
        </p:nvSpPr>
        <p:spPr>
          <a:xfrm rot="10800000">
            <a:off x="4181479" y="5289748"/>
            <a:ext cx="827260" cy="778855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3" name="Google Shape;383;p22"/>
          <p:cNvSpPr/>
          <p:nvPr/>
        </p:nvSpPr>
        <p:spPr>
          <a:xfrm flipH="1" rot="-8393497">
            <a:off x="4335046" y="5346049"/>
            <a:ext cx="827285" cy="778879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4" name="Google Shape;384;p22"/>
          <p:cNvSpPr/>
          <p:nvPr/>
        </p:nvSpPr>
        <p:spPr>
          <a:xfrm>
            <a:off x="1854729" y="5518747"/>
            <a:ext cx="305100" cy="21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3625840" y="5518747"/>
            <a:ext cx="305100" cy="21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22"/>
          <p:cNvSpPr/>
          <p:nvPr/>
        </p:nvSpPr>
        <p:spPr>
          <a:xfrm rot="-8680120">
            <a:off x="2460668" y="5275328"/>
            <a:ext cx="203353" cy="40179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22"/>
          <p:cNvSpPr txBox="1"/>
          <p:nvPr/>
        </p:nvSpPr>
        <p:spPr>
          <a:xfrm>
            <a:off x="687289" y="6338091"/>
            <a:ext cx="45522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paper that does not overlap makes four triangles.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2"/>
          <p:cNvSpPr/>
          <p:nvPr/>
        </p:nvSpPr>
        <p:spPr>
          <a:xfrm rot="10800000">
            <a:off x="4173592" y="6765386"/>
            <a:ext cx="827260" cy="778855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9" name="Google Shape;389;p22"/>
          <p:cNvSpPr/>
          <p:nvPr/>
        </p:nvSpPr>
        <p:spPr>
          <a:xfrm flipH="1" rot="-8393497">
            <a:off x="4327159" y="6821687"/>
            <a:ext cx="827285" cy="778879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0" name="Google Shape;390;p22"/>
          <p:cNvSpPr/>
          <p:nvPr/>
        </p:nvSpPr>
        <p:spPr>
          <a:xfrm flipH="1" rot="2417185">
            <a:off x="4817015" y="6996803"/>
            <a:ext cx="400467" cy="480060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1" name="Google Shape;391;p22"/>
          <p:cNvSpPr/>
          <p:nvPr/>
        </p:nvSpPr>
        <p:spPr>
          <a:xfrm rot="5400000">
            <a:off x="4827290" y="6740784"/>
            <a:ext cx="168689" cy="202215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2" name="Google Shape;392;p22"/>
          <p:cNvSpPr/>
          <p:nvPr/>
        </p:nvSpPr>
        <p:spPr>
          <a:xfrm flipH="1" rot="-2983807">
            <a:off x="4613186" y="6662429"/>
            <a:ext cx="152868" cy="183251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3" name="Google Shape;393;p22"/>
          <p:cNvSpPr/>
          <p:nvPr/>
        </p:nvSpPr>
        <p:spPr>
          <a:xfrm>
            <a:off x="4169895" y="6767082"/>
            <a:ext cx="400400" cy="479980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4" name="Google Shape;394;p22"/>
          <p:cNvSpPr txBox="1"/>
          <p:nvPr/>
        </p:nvSpPr>
        <p:spPr>
          <a:xfrm>
            <a:off x="687285" y="7563551"/>
            <a:ext cx="35508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Prove that these four triangles are all similar.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2"/>
          <p:cNvSpPr/>
          <p:nvPr/>
        </p:nvSpPr>
        <p:spPr>
          <a:xfrm rot="10800000">
            <a:off x="967920" y="8099843"/>
            <a:ext cx="1546149" cy="1455681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6" name="Google Shape;396;p22"/>
          <p:cNvSpPr/>
          <p:nvPr/>
        </p:nvSpPr>
        <p:spPr>
          <a:xfrm flipH="1" rot="-8393540">
            <a:off x="1255030" y="8204127"/>
            <a:ext cx="1546137" cy="1455736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7" name="Google Shape;397;p22"/>
          <p:cNvSpPr/>
          <p:nvPr/>
        </p:nvSpPr>
        <p:spPr>
          <a:xfrm flipH="1" rot="2417287">
            <a:off x="2157080" y="8537303"/>
            <a:ext cx="739532" cy="886555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8" name="Google Shape;398;p22"/>
          <p:cNvSpPr/>
          <p:nvPr/>
        </p:nvSpPr>
        <p:spPr>
          <a:xfrm rot="5400000">
            <a:off x="2189692" y="8058602"/>
            <a:ext cx="315294" cy="377905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9" name="Google Shape;399;p22"/>
          <p:cNvSpPr/>
          <p:nvPr/>
        </p:nvSpPr>
        <p:spPr>
          <a:xfrm flipH="1" rot="-2983856">
            <a:off x="1803599" y="7921514"/>
            <a:ext cx="285714" cy="342500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00" name="Google Shape;400;p22"/>
          <p:cNvSpPr/>
          <p:nvPr/>
        </p:nvSpPr>
        <p:spPr>
          <a:xfrm>
            <a:off x="961028" y="8103039"/>
            <a:ext cx="748348" cy="897082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rgbClr val="F0F0F0"/>
          </a:solidFill>
          <a:ln cap="flat" cmpd="sng" w="28575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401" name="Google Shape;401;p22"/>
          <p:cNvGrpSpPr/>
          <p:nvPr/>
        </p:nvGrpSpPr>
        <p:grpSpPr>
          <a:xfrm>
            <a:off x="979540" y="8109001"/>
            <a:ext cx="83426" cy="83426"/>
            <a:chOff x="385836" y="1870125"/>
            <a:chExt cx="168300" cy="168300"/>
          </a:xfrm>
        </p:grpSpPr>
        <p:cxnSp>
          <p:nvCxnSpPr>
            <p:cNvPr id="402" name="Google Shape;402;p22"/>
            <p:cNvCxnSpPr/>
            <p:nvPr/>
          </p:nvCxnSpPr>
          <p:spPr>
            <a:xfrm>
              <a:off x="543163" y="1870125"/>
              <a:ext cx="0" cy="168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3" name="Google Shape;403;p22"/>
            <p:cNvCxnSpPr/>
            <p:nvPr/>
          </p:nvCxnSpPr>
          <p:spPr>
            <a:xfrm rot="10800000">
              <a:off x="469986" y="1942560"/>
              <a:ext cx="0" cy="168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4" name="Google Shape;404;p22"/>
          <p:cNvGrpSpPr/>
          <p:nvPr/>
        </p:nvGrpSpPr>
        <p:grpSpPr>
          <a:xfrm rot="2388654">
            <a:off x="1885833" y="7896387"/>
            <a:ext cx="46317" cy="46317"/>
            <a:chOff x="385836" y="1870125"/>
            <a:chExt cx="168300" cy="168300"/>
          </a:xfrm>
        </p:grpSpPr>
        <p:cxnSp>
          <p:nvCxnSpPr>
            <p:cNvPr id="405" name="Google Shape;405;p22"/>
            <p:cNvCxnSpPr/>
            <p:nvPr/>
          </p:nvCxnSpPr>
          <p:spPr>
            <a:xfrm>
              <a:off x="543163" y="1870125"/>
              <a:ext cx="0" cy="168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22"/>
            <p:cNvCxnSpPr/>
            <p:nvPr/>
          </p:nvCxnSpPr>
          <p:spPr>
            <a:xfrm rot="10800000">
              <a:off x="469986" y="1942560"/>
              <a:ext cx="0" cy="168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7" name="Google Shape;407;p22"/>
          <p:cNvGrpSpPr/>
          <p:nvPr/>
        </p:nvGrpSpPr>
        <p:grpSpPr>
          <a:xfrm rot="5398660">
            <a:off x="2486033" y="8102100"/>
            <a:ext cx="43169" cy="43169"/>
            <a:chOff x="385836" y="1870125"/>
            <a:chExt cx="168300" cy="168300"/>
          </a:xfrm>
        </p:grpSpPr>
        <p:cxnSp>
          <p:nvCxnSpPr>
            <p:cNvPr id="408" name="Google Shape;408;p22"/>
            <p:cNvCxnSpPr/>
            <p:nvPr/>
          </p:nvCxnSpPr>
          <p:spPr>
            <a:xfrm>
              <a:off x="543163" y="1870125"/>
              <a:ext cx="0" cy="168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22"/>
            <p:cNvCxnSpPr/>
            <p:nvPr/>
          </p:nvCxnSpPr>
          <p:spPr>
            <a:xfrm rot="10800000">
              <a:off x="469986" y="1942560"/>
              <a:ext cx="0" cy="168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10" name="Google Shape;410;p22"/>
          <p:cNvGrpSpPr/>
          <p:nvPr/>
        </p:nvGrpSpPr>
        <p:grpSpPr>
          <a:xfrm rot="7793555">
            <a:off x="3014062" y="8848302"/>
            <a:ext cx="55343" cy="55354"/>
            <a:chOff x="385836" y="1870125"/>
            <a:chExt cx="168300" cy="168300"/>
          </a:xfrm>
        </p:grpSpPr>
        <p:cxnSp>
          <p:nvCxnSpPr>
            <p:cNvPr id="411" name="Google Shape;411;p22"/>
            <p:cNvCxnSpPr/>
            <p:nvPr/>
          </p:nvCxnSpPr>
          <p:spPr>
            <a:xfrm>
              <a:off x="543163" y="1870125"/>
              <a:ext cx="0" cy="168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22"/>
            <p:cNvCxnSpPr/>
            <p:nvPr/>
          </p:nvCxnSpPr>
          <p:spPr>
            <a:xfrm rot="10800000">
              <a:off x="469986" y="1942560"/>
              <a:ext cx="0" cy="168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13" name="Google Shape;413;p22"/>
          <p:cNvSpPr txBox="1"/>
          <p:nvPr/>
        </p:nvSpPr>
        <p:spPr>
          <a:xfrm>
            <a:off x="3420000" y="7822250"/>
            <a:ext cx="3672000" cy="1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Each triangle contains a right angle from the four corners of the paper.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Let one angle be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Angles in a triangle sum to 180°.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180 − 90 −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≡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90 −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Vertically opposite angles are equal and angles in a triangle sum to 180°.     180 − 90 − (90 −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≡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All four triangles contain the same angles, so they are all similar.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870745" y="8887448"/>
            <a:ext cx="192300" cy="192300"/>
          </a:xfrm>
          <a:prstGeom prst="arc">
            <a:avLst>
              <a:gd fmla="val 16311680" name="adj1"/>
              <a:gd fmla="val 18582891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2"/>
          <p:cNvSpPr/>
          <p:nvPr/>
        </p:nvSpPr>
        <p:spPr>
          <a:xfrm rot="-5555666">
            <a:off x="2057224" y="7988617"/>
            <a:ext cx="192197" cy="192197"/>
          </a:xfrm>
          <a:prstGeom prst="arc">
            <a:avLst>
              <a:gd fmla="val 16311680" name="adj1"/>
              <a:gd fmla="val 18582891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2"/>
          <p:cNvSpPr/>
          <p:nvPr/>
        </p:nvSpPr>
        <p:spPr>
          <a:xfrm rot="5244334">
            <a:off x="2077118" y="8003100"/>
            <a:ext cx="192197" cy="192197"/>
          </a:xfrm>
          <a:prstGeom prst="arc">
            <a:avLst>
              <a:gd fmla="val 16311680" name="adj1"/>
              <a:gd fmla="val 18582891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2433897" y="9438676"/>
            <a:ext cx="201000" cy="201000"/>
          </a:xfrm>
          <a:prstGeom prst="arc">
            <a:avLst>
              <a:gd fmla="val 16067950" name="adj1"/>
              <a:gd fmla="val 18582891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1621565" y="8004209"/>
            <a:ext cx="192300" cy="192300"/>
          </a:xfrm>
          <a:prstGeom prst="arc">
            <a:avLst>
              <a:gd fmla="val 8165181" name="adj1"/>
              <a:gd fmla="val 10471299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1646090" y="8006871"/>
            <a:ext cx="162900" cy="162900"/>
          </a:xfrm>
          <a:prstGeom prst="arc">
            <a:avLst>
              <a:gd fmla="val 18825360" name="adj1"/>
              <a:gd fmla="val 2148977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2446158" y="8309107"/>
            <a:ext cx="162900" cy="162900"/>
          </a:xfrm>
          <a:prstGeom prst="arc">
            <a:avLst>
              <a:gd fmla="val 13245994" name="adj1"/>
              <a:gd fmla="val 16278783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2455787" y="8346887"/>
            <a:ext cx="162900" cy="162900"/>
          </a:xfrm>
          <a:prstGeom prst="arc">
            <a:avLst>
              <a:gd fmla="val 2042996" name="adj1"/>
              <a:gd fmla="val 534856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>
            <a:off x="1499956" y="8078082"/>
            <a:ext cx="201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582300" y="9079800"/>
            <a:ext cx="7482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(90 -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24" name="Google Shape;424;p22"/>
          <p:cNvCxnSpPr/>
          <p:nvPr/>
        </p:nvCxnSpPr>
        <p:spPr>
          <a:xfrm flipH="1" rot="10800000">
            <a:off x="855242" y="8922947"/>
            <a:ext cx="140400" cy="150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22"/>
          <p:cNvSpPr txBox="1"/>
          <p:nvPr/>
        </p:nvSpPr>
        <p:spPr>
          <a:xfrm>
            <a:off x="1819376" y="7932619"/>
            <a:ext cx="201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6" name="Google Shape;426;p22"/>
          <p:cNvSpPr txBox="1"/>
          <p:nvPr/>
        </p:nvSpPr>
        <p:spPr>
          <a:xfrm>
            <a:off x="2072670" y="7831875"/>
            <a:ext cx="748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(90 -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27" name="Google Shape;427;p22"/>
          <p:cNvCxnSpPr/>
          <p:nvPr/>
        </p:nvCxnSpPr>
        <p:spPr>
          <a:xfrm flipH="1" rot="10800000">
            <a:off x="2091974" y="7989892"/>
            <a:ext cx="117300" cy="73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22"/>
          <p:cNvCxnSpPr/>
          <p:nvPr/>
        </p:nvCxnSpPr>
        <p:spPr>
          <a:xfrm rot="10800000">
            <a:off x="2208950" y="7989975"/>
            <a:ext cx="27600" cy="123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" name="Google Shape;429;p22"/>
          <p:cNvSpPr txBox="1"/>
          <p:nvPr/>
        </p:nvSpPr>
        <p:spPr>
          <a:xfrm>
            <a:off x="2422364" y="8156004"/>
            <a:ext cx="201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0" name="Google Shape;430;p22"/>
          <p:cNvSpPr txBox="1"/>
          <p:nvPr/>
        </p:nvSpPr>
        <p:spPr>
          <a:xfrm>
            <a:off x="2545377" y="8489572"/>
            <a:ext cx="201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1" name="Google Shape;431;p22"/>
          <p:cNvSpPr txBox="1"/>
          <p:nvPr/>
        </p:nvSpPr>
        <p:spPr>
          <a:xfrm>
            <a:off x="2687750" y="9446125"/>
            <a:ext cx="814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(90 -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32" name="Google Shape;432;p22"/>
          <p:cNvCxnSpPr>
            <a:stCxn id="431" idx="1"/>
          </p:cNvCxnSpPr>
          <p:nvPr/>
        </p:nvCxnSpPr>
        <p:spPr>
          <a:xfrm rot="10800000">
            <a:off x="2547950" y="9478975"/>
            <a:ext cx="139800" cy="66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