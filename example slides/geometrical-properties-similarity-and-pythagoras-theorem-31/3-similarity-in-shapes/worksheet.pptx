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1ec07276d_0_12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1ec07276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0"/>
          <p:cNvGrpSpPr/>
          <p:nvPr/>
        </p:nvGrpSpPr>
        <p:grpSpPr>
          <a:xfrm>
            <a:off x="1344345" y="2740748"/>
            <a:ext cx="1035403" cy="1532266"/>
            <a:chOff x="903996" y="2127704"/>
            <a:chExt cx="1216404" cy="1800971"/>
          </a:xfrm>
        </p:grpSpPr>
        <p:sp>
          <p:nvSpPr>
            <p:cNvPr id="160" name="Google Shape;160;p20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fmla="val 6516218" name="adj1"/>
                <a:gd fmla="val 14862503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fmla="val 10346114" name="adj1"/>
                <a:gd fmla="val 18259144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1055550" y="2276775"/>
              <a:ext cx="1005101" cy="1503218"/>
            </a:xfrm>
            <a:custGeom>
              <a:rect b="b" l="l" r="r" t="t"/>
              <a:pathLst>
                <a:path extrusionOk="0" h="91548" w="61212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66" name="Google Shape;166;p20"/>
            <p:cNvCxnSpPr/>
            <p:nvPr/>
          </p:nvCxnSpPr>
          <p:spPr>
            <a:xfrm>
              <a:off x="1056400" y="3928675"/>
              <a:ext cx="7809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7" name="Google Shape;167;p20"/>
            <p:cNvCxnSpPr/>
            <p:nvPr/>
          </p:nvCxnSpPr>
          <p:spPr>
            <a:xfrm rot="10800000">
              <a:off x="903996" y="2787600"/>
              <a:ext cx="0" cy="99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8" name="Google Shape;168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sp>
        <p:nvSpPr>
          <p:cNvPr id="169" name="Google Shape;16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14529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Identifying whether shapes are similar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1835750"/>
            <a:ext cx="662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Are the two shapes below similar? Justify your answer with reasoning.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533974" y="3301645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732412" y="3026959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903950" y="3579710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804962" y="3919227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654776" y="4320927"/>
            <a:ext cx="416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006127" y="3607789"/>
            <a:ext cx="416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159057" y="2591797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915386" y="4020571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331190" y="4081882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33604" y="2834964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886953" y="2571277"/>
            <a:ext cx="519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55920" y="3978639"/>
            <a:ext cx="519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flipH="1" rot="10800000">
            <a:off x="5302869" y="3384337"/>
            <a:ext cx="989700" cy="108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85" name="Google Shape;185;p20"/>
          <p:cNvGrpSpPr/>
          <p:nvPr/>
        </p:nvGrpSpPr>
        <p:grpSpPr>
          <a:xfrm>
            <a:off x="3797096" y="2277896"/>
            <a:ext cx="2495587" cy="2457831"/>
            <a:chOff x="2887477" y="1590048"/>
            <a:chExt cx="2869151" cy="2595386"/>
          </a:xfrm>
        </p:grpSpPr>
        <p:sp>
          <p:nvSpPr>
            <p:cNvPr id="186" name="Google Shape;186;p20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 rot="-8100000">
              <a:off x="4318719" y="3694451"/>
              <a:ext cx="320319" cy="320319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rot="-8100000">
              <a:off x="3745667" y="1931228"/>
              <a:ext cx="266438" cy="266438"/>
            </a:xfrm>
            <a:prstGeom prst="arc">
              <a:avLst>
                <a:gd fmla="val 6032399" name="adj1"/>
                <a:gd fmla="val 15040089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fmla="val 10869685" name="adj1"/>
                <a:gd fmla="val 17299157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1" name="Google Shape;191;p20"/>
            <p:cNvCxnSpPr/>
            <p:nvPr/>
          </p:nvCxnSpPr>
          <p:spPr>
            <a:xfrm rot="-8100000">
              <a:off x="4630759" y="2120787"/>
              <a:ext cx="13190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92" name="Google Shape;192;p20"/>
          <p:cNvGrpSpPr/>
          <p:nvPr/>
        </p:nvGrpSpPr>
        <p:grpSpPr>
          <a:xfrm>
            <a:off x="4101887" y="2466148"/>
            <a:ext cx="2114594" cy="1948417"/>
            <a:chOff x="6246675" y="1482675"/>
            <a:chExt cx="2484250" cy="2290100"/>
          </a:xfrm>
        </p:grpSpPr>
        <p:cxnSp>
          <p:nvCxnSpPr>
            <p:cNvPr id="193" name="Google Shape;193;p20"/>
            <p:cNvCxnSpPr/>
            <p:nvPr/>
          </p:nvCxnSpPr>
          <p:spPr>
            <a:xfrm flipH="1" rot="10800000">
              <a:off x="6878325" y="1487600"/>
              <a:ext cx="912600" cy="25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20"/>
            <p:cNvCxnSpPr/>
            <p:nvPr/>
          </p:nvCxnSpPr>
          <p:spPr>
            <a:xfrm>
              <a:off x="7771825" y="1482675"/>
              <a:ext cx="959100" cy="97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20"/>
            <p:cNvCxnSpPr/>
            <p:nvPr/>
          </p:nvCxnSpPr>
          <p:spPr>
            <a:xfrm flipH="1" rot="10800000">
              <a:off x="7498200" y="2440475"/>
              <a:ext cx="1224600" cy="1332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20"/>
            <p:cNvCxnSpPr/>
            <p:nvPr/>
          </p:nvCxnSpPr>
          <p:spPr>
            <a:xfrm>
              <a:off x="6246675" y="3767600"/>
              <a:ext cx="1266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20"/>
            <p:cNvCxnSpPr/>
            <p:nvPr/>
          </p:nvCxnSpPr>
          <p:spPr>
            <a:xfrm flipH="1" rot="10800000">
              <a:off x="6265450" y="1726500"/>
              <a:ext cx="624300" cy="2027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5138" y="720000"/>
            <a:ext cx="662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Alex, Izzy, Jun and Sam have drawn some quadrilaterals.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807366" y="5139559"/>
            <a:ext cx="2801055" cy="106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53483" y="3108031"/>
            <a:ext cx="2624952" cy="106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83" y="5613216"/>
            <a:ext cx="427093" cy="5340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1"/>
          <p:cNvGrpSpPr/>
          <p:nvPr/>
        </p:nvGrpSpPr>
        <p:grpSpPr>
          <a:xfrm flipH="1">
            <a:off x="891177" y="1065820"/>
            <a:ext cx="2318618" cy="703886"/>
            <a:chOff x="2365305" y="653875"/>
            <a:chExt cx="3036431" cy="921799"/>
          </a:xfrm>
        </p:grpSpPr>
        <p:pic>
          <p:nvPicPr>
            <p:cNvPr id="208" name="Google Shape;208;p21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1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1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21"/>
          <p:cNvSpPr txBox="1"/>
          <p:nvPr/>
        </p:nvSpPr>
        <p:spPr>
          <a:xfrm>
            <a:off x="1066814" y="1271330"/>
            <a:ext cx="20421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my quadrilateral.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160135" y="3179039"/>
            <a:ext cx="24183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quadrilateral is similar to Alex’s and all of the edges are twice the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1020148" y="5201598"/>
            <a:ext cx="2532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quadrilateral is not similar to Alex’s, even though all the edges twice the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001491" y="6976304"/>
            <a:ext cx="25329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quadrilateral is not similar to Alex’s, even all the angles are the same.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50" y="7358465"/>
            <a:ext cx="371368" cy="53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03669" y="3668834"/>
            <a:ext cx="586162" cy="567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70864" y="1684188"/>
            <a:ext cx="442974" cy="510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785684" y="6905305"/>
            <a:ext cx="2801055" cy="103480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65138" y="8644675"/>
            <a:ext cx="6624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Sketch a possible quadrilateral for Izzy, Jun and Sam.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06688" y="2230114"/>
            <a:ext cx="371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38525" y="4229764"/>
            <a:ext cx="371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33614" y="6136924"/>
            <a:ext cx="371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11924" y="7907250"/>
            <a:ext cx="442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 flipH="1">
            <a:off x="1315502" y="1758146"/>
            <a:ext cx="1623900" cy="645300"/>
          </a:xfrm>
          <a:prstGeom prst="parallelogram">
            <a:avLst>
              <a:gd fmla="val 58192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 flipH="1">
            <a:off x="2829536" y="2306512"/>
            <a:ext cx="170400" cy="1704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 flipH="1">
            <a:off x="1606905" y="2306512"/>
            <a:ext cx="170400" cy="1704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 flipH="1" rot="10800000">
            <a:off x="1254955" y="1684089"/>
            <a:ext cx="170400" cy="1704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 flipH="1" rot="10800000">
            <a:off x="2470776" y="1678632"/>
            <a:ext cx="170400" cy="1704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2549401" y="2212910"/>
            <a:ext cx="393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110345" y="1743319"/>
            <a:ext cx="524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1778843" y="2208337"/>
            <a:ext cx="524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430536" y="1752471"/>
            <a:ext cx="393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2632278" y="1752858"/>
            <a:ext cx="379200" cy="635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7" name="Google Shape;237;p21"/>
          <p:cNvCxnSpPr/>
          <p:nvPr/>
        </p:nvCxnSpPr>
        <p:spPr>
          <a:xfrm rot="10800000">
            <a:off x="1701812" y="2468078"/>
            <a:ext cx="1243800" cy="18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8" name="Google Shape;238;p21"/>
          <p:cNvSpPr txBox="1"/>
          <p:nvPr/>
        </p:nvSpPr>
        <p:spPr>
          <a:xfrm>
            <a:off x="2871753" y="1890574"/>
            <a:ext cx="46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129875" y="2462002"/>
            <a:ext cx="46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>
            <a:off x="4719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7" name="Google Shape;24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2735509" y="4294836"/>
            <a:ext cx="95400" cy="954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1558183" y="4294836"/>
            <a:ext cx="95400" cy="954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/>
          <p:nvPr/>
        </p:nvSpPr>
        <p:spPr>
          <a:xfrm flipH="1">
            <a:off x="675260" y="3135582"/>
            <a:ext cx="2154900" cy="12534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379568" y="1654833"/>
            <a:ext cx="356100" cy="356100"/>
          </a:xfrm>
          <a:prstGeom prst="arc">
            <a:avLst>
              <a:gd fmla="val 4319759" name="adj1"/>
              <a:gd fmla="val 819852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69050" y="1279875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value of each unknown.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Finding similar shapes in complex diagrams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p22"/>
          <p:cNvCxnSpPr/>
          <p:nvPr/>
        </p:nvCxnSpPr>
        <p:spPr>
          <a:xfrm>
            <a:off x="1649544" y="3825330"/>
            <a:ext cx="0" cy="556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2"/>
          <p:cNvSpPr/>
          <p:nvPr/>
        </p:nvSpPr>
        <p:spPr>
          <a:xfrm>
            <a:off x="468150" y="4166651"/>
            <a:ext cx="441900" cy="441900"/>
          </a:xfrm>
          <a:prstGeom prst="arc">
            <a:avLst>
              <a:gd fmla="val 19807286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503046" y="3719391"/>
            <a:ext cx="260400" cy="2604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690773" y="3039314"/>
            <a:ext cx="260400" cy="2604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976052" y="4199349"/>
            <a:ext cx="3330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1366112" y="3957588"/>
            <a:ext cx="3330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2536968" y="3295906"/>
            <a:ext cx="3330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2"/>
          <p:cNvCxnSpPr/>
          <p:nvPr/>
        </p:nvCxnSpPr>
        <p:spPr>
          <a:xfrm flipH="1" rot="10800000">
            <a:off x="651219" y="3749447"/>
            <a:ext cx="973800" cy="566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4" name="Google Shape;264;p22"/>
          <p:cNvCxnSpPr/>
          <p:nvPr/>
        </p:nvCxnSpPr>
        <p:spPr>
          <a:xfrm rot="10800000">
            <a:off x="1713950" y="3834326"/>
            <a:ext cx="2400" cy="524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5" name="Google Shape;265;p22"/>
          <p:cNvCxnSpPr/>
          <p:nvPr/>
        </p:nvCxnSpPr>
        <p:spPr>
          <a:xfrm rot="10800000">
            <a:off x="2898772" y="3127967"/>
            <a:ext cx="0" cy="12600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6" name="Google Shape;266;p22"/>
          <p:cNvSpPr txBox="1"/>
          <p:nvPr/>
        </p:nvSpPr>
        <p:spPr>
          <a:xfrm>
            <a:off x="1739235" y="3996819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788451" y="3790650"/>
            <a:ext cx="4923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2926888" y="3701614"/>
            <a:ext cx="472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2"/>
          <p:cNvCxnSpPr/>
          <p:nvPr/>
        </p:nvCxnSpPr>
        <p:spPr>
          <a:xfrm flipH="1" rot="10800000">
            <a:off x="1645940" y="3079222"/>
            <a:ext cx="1125600" cy="670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0" name="Google Shape;270;p22"/>
          <p:cNvSpPr txBox="1"/>
          <p:nvPr/>
        </p:nvSpPr>
        <p:spPr>
          <a:xfrm>
            <a:off x="1851200" y="3221806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/>
          <p:nvPr/>
        </p:nvSpPr>
        <p:spPr>
          <a:xfrm rot="4319004">
            <a:off x="990150" y="1544037"/>
            <a:ext cx="1117389" cy="1021946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/>
          <p:nvPr/>
        </p:nvSpPr>
        <p:spPr>
          <a:xfrm rot="-6483195">
            <a:off x="2139600" y="1948119"/>
            <a:ext cx="541141" cy="495320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3" name="Google Shape;273;p22"/>
          <p:cNvGrpSpPr/>
          <p:nvPr/>
        </p:nvGrpSpPr>
        <p:grpSpPr>
          <a:xfrm rot="1931025">
            <a:off x="4252542" y="1551035"/>
            <a:ext cx="1995671" cy="1087271"/>
            <a:chOff x="790396" y="-86898"/>
            <a:chExt cx="3805824" cy="4403587"/>
          </a:xfrm>
        </p:grpSpPr>
        <p:sp>
          <p:nvSpPr>
            <p:cNvPr id="274" name="Google Shape;274;p22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2"/>
            <p:cNvSpPr/>
            <p:nvPr/>
          </p:nvSpPr>
          <p:spPr>
            <a:xfrm rot="10800000">
              <a:off x="2381020" y="-86898"/>
              <a:ext cx="2215200" cy="19161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" name="Google Shape;276;p22"/>
          <p:cNvSpPr/>
          <p:nvPr/>
        </p:nvSpPr>
        <p:spPr>
          <a:xfrm>
            <a:off x="681257" y="1529582"/>
            <a:ext cx="382500" cy="382500"/>
          </a:xfrm>
          <a:prstGeom prst="arc">
            <a:avLst>
              <a:gd fmla="val 542203" name="adj1"/>
              <a:gd fmla="val 384006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2405852" y="1673905"/>
            <a:ext cx="308400" cy="308400"/>
          </a:xfrm>
          <a:prstGeom prst="arc">
            <a:avLst>
              <a:gd fmla="val 4676771" name="adj1"/>
              <a:gd fmla="val 801603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2529631" y="2190817"/>
            <a:ext cx="382500" cy="382500"/>
          </a:xfrm>
          <a:prstGeom prst="arc">
            <a:avLst>
              <a:gd fmla="val 11942197" name="adj1"/>
              <a:gd fmla="val 15442187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1044973" y="2539934"/>
            <a:ext cx="382500" cy="3825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1935768" y="1950292"/>
            <a:ext cx="382500" cy="3825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1935768" y="1950292"/>
            <a:ext cx="382500" cy="3825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1078764" y="2573727"/>
            <a:ext cx="315000" cy="3150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1977850" y="1992375"/>
            <a:ext cx="298500" cy="2985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2017713" y="2028020"/>
            <a:ext cx="218700" cy="2187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1890825" y="1905351"/>
            <a:ext cx="472500" cy="4725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1977917" y="1992442"/>
            <a:ext cx="298500" cy="2985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2"/>
          <p:cNvCxnSpPr/>
          <p:nvPr/>
        </p:nvCxnSpPr>
        <p:spPr>
          <a:xfrm rot="10800000">
            <a:off x="4657208" y="2363117"/>
            <a:ext cx="219300" cy="1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22"/>
          <p:cNvCxnSpPr/>
          <p:nvPr/>
        </p:nvCxnSpPr>
        <p:spPr>
          <a:xfrm rot="10800000">
            <a:off x="5754813" y="1767601"/>
            <a:ext cx="219300" cy="1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89" name="Google Shape;289;p22"/>
          <p:cNvGrpSpPr/>
          <p:nvPr/>
        </p:nvGrpSpPr>
        <p:grpSpPr>
          <a:xfrm rot="-8450730">
            <a:off x="3990563" y="3678272"/>
            <a:ext cx="1982735" cy="793078"/>
            <a:chOff x="4692200" y="3780000"/>
            <a:chExt cx="3252600" cy="686400"/>
          </a:xfrm>
        </p:grpSpPr>
        <p:sp>
          <p:nvSpPr>
            <p:cNvPr id="290" name="Google Shape;290;p22"/>
            <p:cNvSpPr/>
            <p:nvPr/>
          </p:nvSpPr>
          <p:spPr>
            <a:xfrm>
              <a:off x="4692200" y="3780000"/>
              <a:ext cx="3252600" cy="6864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5653906" y="3782543"/>
              <a:ext cx="1329300" cy="280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92" name="Google Shape;292;p22"/>
          <p:cNvCxnSpPr/>
          <p:nvPr/>
        </p:nvCxnSpPr>
        <p:spPr>
          <a:xfrm>
            <a:off x="4385645" y="3159727"/>
            <a:ext cx="160500" cy="731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3" name="Google Shape;293;p22"/>
          <p:cNvCxnSpPr/>
          <p:nvPr/>
        </p:nvCxnSpPr>
        <p:spPr>
          <a:xfrm>
            <a:off x="4545714" y="3904086"/>
            <a:ext cx="113100" cy="486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4" name="Google Shape;294;p22"/>
          <p:cNvCxnSpPr/>
          <p:nvPr/>
        </p:nvCxnSpPr>
        <p:spPr>
          <a:xfrm>
            <a:off x="4682736" y="3813854"/>
            <a:ext cx="628500" cy="511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5" name="Google Shape;295;p22"/>
          <p:cNvCxnSpPr/>
          <p:nvPr/>
        </p:nvCxnSpPr>
        <p:spPr>
          <a:xfrm>
            <a:off x="4501978" y="3054386"/>
            <a:ext cx="1547700" cy="1265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6" name="Google Shape;296;p22"/>
          <p:cNvSpPr txBox="1"/>
          <p:nvPr/>
        </p:nvSpPr>
        <p:spPr>
          <a:xfrm>
            <a:off x="4204753" y="4072102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4092215" y="3460532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 rot="2461812">
            <a:off x="4880486" y="3912465"/>
            <a:ext cx="373825" cy="218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 rot="2477703">
            <a:off x="5138531" y="3560326"/>
            <a:ext cx="548234" cy="21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" name="Google Shape;300;p22"/>
          <p:cNvCxnSpPr/>
          <p:nvPr/>
        </p:nvCxnSpPr>
        <p:spPr>
          <a:xfrm rot="10800000">
            <a:off x="5165994" y="3715324"/>
            <a:ext cx="2124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2"/>
          <p:cNvCxnSpPr/>
          <p:nvPr/>
        </p:nvCxnSpPr>
        <p:spPr>
          <a:xfrm rot="10800000">
            <a:off x="4869062" y="4074621"/>
            <a:ext cx="2124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22"/>
          <p:cNvCxnSpPr/>
          <p:nvPr/>
        </p:nvCxnSpPr>
        <p:spPr>
          <a:xfrm>
            <a:off x="5457691" y="2149922"/>
            <a:ext cx="10200" cy="7119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3" name="Google Shape;303;p22"/>
          <p:cNvSpPr txBox="1"/>
          <p:nvPr/>
        </p:nvSpPr>
        <p:spPr>
          <a:xfrm>
            <a:off x="5482992" y="2439445"/>
            <a:ext cx="4497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2"/>
          <p:cNvCxnSpPr/>
          <p:nvPr/>
        </p:nvCxnSpPr>
        <p:spPr>
          <a:xfrm flipH="1">
            <a:off x="5351556" y="1554275"/>
            <a:ext cx="3300" cy="497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5" name="Google Shape;305;p22"/>
          <p:cNvSpPr txBox="1"/>
          <p:nvPr/>
        </p:nvSpPr>
        <p:spPr>
          <a:xfrm>
            <a:off x="4870465" y="1626609"/>
            <a:ext cx="4497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" name="Google Shape;306;p22"/>
          <p:cNvCxnSpPr/>
          <p:nvPr/>
        </p:nvCxnSpPr>
        <p:spPr>
          <a:xfrm>
            <a:off x="4113526" y="1972823"/>
            <a:ext cx="1239600" cy="74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7" name="Google Shape;307;p22"/>
          <p:cNvSpPr txBox="1"/>
          <p:nvPr/>
        </p:nvSpPr>
        <p:spPr>
          <a:xfrm rot="211318">
            <a:off x="4454729" y="1840597"/>
            <a:ext cx="512768" cy="21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" name="Google Shape;308;p22"/>
          <p:cNvCxnSpPr/>
          <p:nvPr/>
        </p:nvCxnSpPr>
        <p:spPr>
          <a:xfrm>
            <a:off x="5428933" y="2164343"/>
            <a:ext cx="970500" cy="56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9" name="Google Shape;309;p22"/>
          <p:cNvSpPr txBox="1"/>
          <p:nvPr/>
        </p:nvSpPr>
        <p:spPr>
          <a:xfrm>
            <a:off x="5720587" y="2162666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" name="Google Shape;310;p22"/>
          <p:cNvCxnSpPr/>
          <p:nvPr/>
        </p:nvCxnSpPr>
        <p:spPr>
          <a:xfrm flipH="1">
            <a:off x="2095368" y="1802318"/>
            <a:ext cx="428100" cy="284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1" name="Google Shape;311;p22"/>
          <p:cNvCxnSpPr/>
          <p:nvPr/>
        </p:nvCxnSpPr>
        <p:spPr>
          <a:xfrm rot="10800000">
            <a:off x="787053" y="1683660"/>
            <a:ext cx="356100" cy="1079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" name="Google Shape;312;p22"/>
          <p:cNvCxnSpPr/>
          <p:nvPr/>
        </p:nvCxnSpPr>
        <p:spPr>
          <a:xfrm flipH="1" rot="10800000">
            <a:off x="1259900" y="2244587"/>
            <a:ext cx="839400" cy="5736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3" name="Google Shape;313;p22"/>
          <p:cNvSpPr txBox="1"/>
          <p:nvPr/>
        </p:nvSpPr>
        <p:spPr>
          <a:xfrm>
            <a:off x="1672682" y="2532850"/>
            <a:ext cx="4497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4" name="Google Shape;314;p22"/>
          <p:cNvCxnSpPr/>
          <p:nvPr/>
        </p:nvCxnSpPr>
        <p:spPr>
          <a:xfrm rot="10800000">
            <a:off x="2627680" y="1832130"/>
            <a:ext cx="175200" cy="5406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5" name="Google Shape;315;p22"/>
          <p:cNvSpPr txBox="1"/>
          <p:nvPr/>
        </p:nvSpPr>
        <p:spPr>
          <a:xfrm>
            <a:off x="2005951" y="1739608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2741856" y="1956964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603947" y="2194508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469050" y="46523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Take a piece of paper and fold it, as shown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705779" y="4995353"/>
            <a:ext cx="831900" cy="12240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2541725" y="5028899"/>
            <a:ext cx="831900" cy="12240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" name="Google Shape;321;p22"/>
          <p:cNvCxnSpPr/>
          <p:nvPr/>
        </p:nvCxnSpPr>
        <p:spPr>
          <a:xfrm>
            <a:off x="2544809" y="5480396"/>
            <a:ext cx="814500" cy="2895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2" name="Google Shape;322;p22"/>
          <p:cNvSpPr/>
          <p:nvPr/>
        </p:nvSpPr>
        <p:spPr>
          <a:xfrm rot="10800000">
            <a:off x="4181479" y="5289748"/>
            <a:ext cx="827260" cy="778855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3" name="Google Shape;323;p22"/>
          <p:cNvSpPr/>
          <p:nvPr/>
        </p:nvSpPr>
        <p:spPr>
          <a:xfrm flipH="1" rot="-8393497">
            <a:off x="4335046" y="5346049"/>
            <a:ext cx="827285" cy="778879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4" name="Google Shape;324;p22"/>
          <p:cNvSpPr/>
          <p:nvPr/>
        </p:nvSpPr>
        <p:spPr>
          <a:xfrm>
            <a:off x="1854729" y="5518747"/>
            <a:ext cx="305100" cy="21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3625840" y="5518747"/>
            <a:ext cx="305100" cy="21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 rot="-8680120">
            <a:off x="2460668" y="5275328"/>
            <a:ext cx="203353" cy="40179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687289" y="6338091"/>
            <a:ext cx="45522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paper that does not overlap makes four triangles.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 rot="10800000">
            <a:off x="4173592" y="6765386"/>
            <a:ext cx="827260" cy="778855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9" name="Google Shape;329;p22"/>
          <p:cNvSpPr/>
          <p:nvPr/>
        </p:nvSpPr>
        <p:spPr>
          <a:xfrm flipH="1" rot="-8393497">
            <a:off x="4327159" y="6821687"/>
            <a:ext cx="827285" cy="778879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0" name="Google Shape;330;p22"/>
          <p:cNvSpPr/>
          <p:nvPr/>
        </p:nvSpPr>
        <p:spPr>
          <a:xfrm flipH="1" rot="2417185">
            <a:off x="4817015" y="6996803"/>
            <a:ext cx="400467" cy="480060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1" name="Google Shape;331;p22"/>
          <p:cNvSpPr/>
          <p:nvPr/>
        </p:nvSpPr>
        <p:spPr>
          <a:xfrm rot="5400000">
            <a:off x="4827290" y="6740784"/>
            <a:ext cx="168689" cy="202215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2" name="Google Shape;332;p22"/>
          <p:cNvSpPr/>
          <p:nvPr/>
        </p:nvSpPr>
        <p:spPr>
          <a:xfrm flipH="1" rot="-2983807">
            <a:off x="4613186" y="6662429"/>
            <a:ext cx="152868" cy="183251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3" name="Google Shape;333;p22"/>
          <p:cNvSpPr/>
          <p:nvPr/>
        </p:nvSpPr>
        <p:spPr>
          <a:xfrm>
            <a:off x="4169895" y="6767082"/>
            <a:ext cx="400400" cy="479980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4" name="Google Shape;334;p22"/>
          <p:cNvSpPr txBox="1"/>
          <p:nvPr/>
        </p:nvSpPr>
        <p:spPr>
          <a:xfrm>
            <a:off x="687285" y="7563551"/>
            <a:ext cx="35508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Prove that these four triangles are all similar.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