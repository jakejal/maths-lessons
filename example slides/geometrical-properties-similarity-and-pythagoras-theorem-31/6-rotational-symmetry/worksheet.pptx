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ACC5DF2-BF17-4927-AD75-7E4D8C1E9D0D}">
  <a:tblStyle styleId="{1ACC5DF2-BF17-4927-AD75-7E4D8C1E9D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Rotational symmetry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3550" y="1777450"/>
            <a:ext cx="65658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down the order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each shape. Tracing paper may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help you with this task.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438800"/>
            <a:ext cx="66240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Identifying rotational symmetry in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216899" y="4030686"/>
            <a:ext cx="883512" cy="883533"/>
          </a:xfrm>
          <a:custGeom>
            <a:rect l="l" t="t" r="r" b="b"/>
            <a:pathLst>
              <a:path w="43267" h="43268" extrusionOk="0">
                <a:moveTo>
                  <a:pt x="11161" y="13986"/>
                </a:moveTo>
                <a:lnTo>
                  <a:pt x="11161" y="0"/>
                </a:lnTo>
                <a:lnTo>
                  <a:pt x="32106" y="0"/>
                </a:lnTo>
                <a:lnTo>
                  <a:pt x="32106" y="14055"/>
                </a:lnTo>
                <a:lnTo>
                  <a:pt x="43267" y="14055"/>
                </a:lnTo>
                <a:lnTo>
                  <a:pt x="43267" y="27904"/>
                </a:lnTo>
                <a:lnTo>
                  <a:pt x="32037" y="27904"/>
                </a:lnTo>
                <a:lnTo>
                  <a:pt x="32037" y="43268"/>
                </a:lnTo>
                <a:lnTo>
                  <a:pt x="11093" y="43268"/>
                </a:lnTo>
                <a:lnTo>
                  <a:pt x="11093" y="27835"/>
                </a:lnTo>
                <a:lnTo>
                  <a:pt x="0" y="27835"/>
                </a:lnTo>
                <a:lnTo>
                  <a:pt x="0" y="13918"/>
                </a:lnTo>
                <a:close/>
              </a:path>
            </a:pathLst>
          </a:cu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164" name="Google Shape;164;p20"/>
          <p:cNvSpPr txBox="1"/>
          <p:nvPr/>
        </p:nvSpPr>
        <p:spPr>
          <a:xfrm>
            <a:off x="476400" y="2359500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322834" y="2359500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169269" y="2359500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3914676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2322834" y="3914676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169269" y="3914676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2497219" y="2445610"/>
            <a:ext cx="1177800" cy="883500"/>
          </a:xfrm>
          <a:prstGeom prst="parallelogram">
            <a:avLst>
              <a:gd name="adj" fmla="val 25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393212" y="2410487"/>
            <a:ext cx="544200" cy="925200"/>
          </a:xfrm>
          <a:prstGeom prst="triangle">
            <a:avLst>
              <a:gd name="adj" fmla="val 10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6392356" y="2429029"/>
            <a:ext cx="601200" cy="8835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6015703" y="2359500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015703" y="3914676"/>
            <a:ext cx="2160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696321" y="2418350"/>
            <a:ext cx="929400" cy="88350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342898" y="4023290"/>
            <a:ext cx="883500" cy="883500"/>
          </a:xfrm>
          <a:prstGeom prst="plus">
            <a:avLst>
              <a:gd name="adj" fmla="val 25000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08267" y="4001261"/>
            <a:ext cx="883500" cy="883500"/>
          </a:xfrm>
          <a:prstGeom prst="octagon">
            <a:avLst>
              <a:gd name="adj" fmla="val 29289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2575448" y="4001261"/>
            <a:ext cx="883500" cy="883500"/>
          </a:xfrm>
          <a:prstGeom prst="octagon">
            <a:avLst>
              <a:gd name="adj" fmla="val 20161"/>
            </a:avLst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6400" y="5788500"/>
            <a:ext cx="67728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Sort these letters into the table, according to their order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883750" y="6130950"/>
            <a:ext cx="3835200" cy="8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 C D E F G H I J K L M N O P Q R S T U V W X Y Z</a:t>
            </a:r>
            <a:endParaRPr sz="2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>
            <a:graphicFrameLocks noGrp="1"/>
          </p:cNvGraphicFramePr>
          <p:nvPr/>
        </p:nvGraphicFramePr>
        <p:xfrm>
          <a:off x="829217" y="7041950"/>
          <a:ext cx="5931000" cy="1780260"/>
        </p:xfrm>
        <a:graphic>
          <a:graphicData uri="http://schemas.openxmlformats.org/drawingml/2006/table">
            <a:tbl>
              <a:tblPr>
                <a:noFill/>
                <a:tableStyleId>{1ACC5DF2-BF17-4927-AD75-7E4D8C1E9D0D}</a:tableStyleId>
              </a:tblPr>
              <a:tblGrid>
                <a:gridCol w="1186200"/>
                <a:gridCol w="1186200"/>
                <a:gridCol w="1186200"/>
                <a:gridCol w="1186200"/>
                <a:gridCol w="1186200"/>
              </a:tblGrid>
              <a:tr h="5180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1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2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3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4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order greater than 4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</a:tr>
              <a:tr h="12316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82" name="Google Shape;182;p20"/>
          <p:cNvCxnSpPr/>
          <p:nvPr/>
        </p:nvCxnSpPr>
        <p:spPr>
          <a:xfrm>
            <a:off x="45120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8" name="Google Shape;18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Rotational symmetry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1101700"/>
            <a:ext cx="6548700" cy="7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Aisha is designing a puzzle board for preschool children, where they place shapes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into spaces on the board. She wants to arrange the spaces so that the shapes 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are in descending order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1452900" y="1968955"/>
            <a:ext cx="4714200" cy="2490600"/>
          </a:xfrm>
          <a:prstGeom prst="bevel">
            <a:avLst>
              <a:gd name="adj" fmla="val 2163"/>
            </a:avLst>
          </a:prstGeom>
          <a:solidFill>
            <a:schemeClr val="lt2"/>
          </a:solidFill>
          <a:ln w="1905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454164" y="25275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758223" y="25275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5062282" y="25275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454164" y="35943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758223" y="35943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062282" y="3594382"/>
            <a:ext cx="1905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52600" y="4745950"/>
            <a:ext cx="66240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Draw six shapes onto the board so that each shape has a lower order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than the previous one.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76400" y="5788500"/>
            <a:ext cx="6624000" cy="8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Design and draw a custom logo with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rotational symmetry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order 5.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Tracing paper and a protractor may be helpful during this task.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Alternatively, you may want to use computer software.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720000"/>
            <a:ext cx="6624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Finding shapes with particular rotational symmetries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Rotational symmetry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2024-02-06T10:34:23.395</cp:lastPrinted>
  <dcterms:created xsi:type="dcterms:W3CDTF">2024-02-06T10:34:23Z</dcterms:created>
  <dcterms:modified xsi:type="dcterms:W3CDTF">2024-02-06T10:37:44Z</dcterms:modified>
</cp:coreProperties>
</file>